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321" r:id="rId4"/>
    <p:sldId id="280" r:id="rId5"/>
    <p:sldId id="264" r:id="rId6"/>
    <p:sldId id="286" r:id="rId7"/>
    <p:sldId id="326" r:id="rId8"/>
    <p:sldId id="327" r:id="rId9"/>
    <p:sldId id="323" r:id="rId10"/>
    <p:sldId id="324" r:id="rId11"/>
    <p:sldId id="328" r:id="rId12"/>
    <p:sldId id="277" r:id="rId13"/>
    <p:sldId id="266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209" userDrawn="1">
          <p15:clr>
            <a:srgbClr val="A4A3A4"/>
          </p15:clr>
        </p15:guide>
        <p15:guide id="3" pos="5269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A1F"/>
    <a:srgbClr val="1FCC92"/>
    <a:srgbClr val="4A4A4A"/>
    <a:srgbClr val="060606"/>
    <a:srgbClr val="050505"/>
    <a:srgbClr val="262626"/>
    <a:srgbClr val="051423"/>
    <a:srgbClr val="FFFFFF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12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948" y="108"/>
      </p:cViewPr>
      <p:guideLst>
        <p:guide pos="1209"/>
        <p:guide pos="5269"/>
        <p:guide orient="horz" pos="2999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3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3BED5-8963-4346-B470-25173F292DAB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F6487-DC96-4288-8221-4269A55B9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55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10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26D4910-1F56-414D-97F8-322D055A86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6089" y="2293270"/>
            <a:ext cx="2476034" cy="2353443"/>
          </a:xfrm>
          <a:custGeom>
            <a:avLst/>
            <a:gdLst>
              <a:gd name="connsiteX0" fmla="*/ 100007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7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7" y="0"/>
                </a:moveTo>
                <a:lnTo>
                  <a:pt x="2376027" y="0"/>
                </a:lnTo>
                <a:cubicBezTo>
                  <a:pt x="2431260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672539-4644-4584-8FB4-6AB83C162E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37352" y="2293270"/>
            <a:ext cx="2476034" cy="2353443"/>
          </a:xfrm>
          <a:custGeom>
            <a:avLst/>
            <a:gdLst>
              <a:gd name="connsiteX0" fmla="*/ 100007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7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7" y="0"/>
                </a:moveTo>
                <a:lnTo>
                  <a:pt x="2376027" y="0"/>
                </a:lnTo>
                <a:cubicBezTo>
                  <a:pt x="2431260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A3F6439-7E92-419B-ADE9-153921BCBC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8616" y="2293270"/>
            <a:ext cx="2476034" cy="2353443"/>
          </a:xfrm>
          <a:custGeom>
            <a:avLst/>
            <a:gdLst>
              <a:gd name="connsiteX0" fmla="*/ 100008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8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8" y="0"/>
                </a:moveTo>
                <a:lnTo>
                  <a:pt x="2376027" y="0"/>
                </a:lnTo>
                <a:cubicBezTo>
                  <a:pt x="2431260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60B9E76-CFEE-43E9-B8EF-25CCF60CE3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19879" y="2293270"/>
            <a:ext cx="2476034" cy="2353443"/>
          </a:xfrm>
          <a:custGeom>
            <a:avLst/>
            <a:gdLst>
              <a:gd name="connsiteX0" fmla="*/ 100007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7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7" y="0"/>
                </a:moveTo>
                <a:lnTo>
                  <a:pt x="2376027" y="0"/>
                </a:lnTo>
                <a:cubicBezTo>
                  <a:pt x="2431259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95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EE64B3-FB9A-4728-8567-AB2C6037FD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8079" y="0"/>
            <a:ext cx="3638025" cy="6858000"/>
          </a:xfrm>
          <a:custGeom>
            <a:avLst/>
            <a:gdLst>
              <a:gd name="connsiteX0" fmla="*/ 0 w 3638025"/>
              <a:gd name="connsiteY0" fmla="*/ 0 h 6858000"/>
              <a:gd name="connsiteX1" fmla="*/ 3638025 w 3638025"/>
              <a:gd name="connsiteY1" fmla="*/ 0 h 6858000"/>
              <a:gd name="connsiteX2" fmla="*/ 3638025 w 3638025"/>
              <a:gd name="connsiteY2" fmla="*/ 6858000 h 6858000"/>
              <a:gd name="connsiteX3" fmla="*/ 0 w 36380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8025" h="6858000">
                <a:moveTo>
                  <a:pt x="0" y="0"/>
                </a:moveTo>
                <a:lnTo>
                  <a:pt x="3638025" y="0"/>
                </a:lnTo>
                <a:lnTo>
                  <a:pt x="36380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>
              <a:defRPr lang="en-GB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37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82144E-B55D-4D06-8613-D37504DBA3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71772" y="1767114"/>
            <a:ext cx="5268686" cy="3323772"/>
          </a:xfrm>
          <a:custGeom>
            <a:avLst/>
            <a:gdLst>
              <a:gd name="connsiteX0" fmla="*/ 0 w 5268686"/>
              <a:gd name="connsiteY0" fmla="*/ 0 h 3323772"/>
              <a:gd name="connsiteX1" fmla="*/ 5268686 w 5268686"/>
              <a:gd name="connsiteY1" fmla="*/ 0 h 3323772"/>
              <a:gd name="connsiteX2" fmla="*/ 5268686 w 5268686"/>
              <a:gd name="connsiteY2" fmla="*/ 3323772 h 3323772"/>
              <a:gd name="connsiteX3" fmla="*/ 0 w 5268686"/>
              <a:gd name="connsiteY3" fmla="*/ 3323772 h 332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8686" h="3323772">
                <a:moveTo>
                  <a:pt x="0" y="0"/>
                </a:moveTo>
                <a:lnTo>
                  <a:pt x="5268686" y="0"/>
                </a:lnTo>
                <a:lnTo>
                  <a:pt x="5268686" y="3323772"/>
                </a:lnTo>
                <a:lnTo>
                  <a:pt x="0" y="3323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88900">
              <a:prstClr val="black">
                <a:alpha val="5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880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77E272-AA7B-4A43-9B67-D89750D7F8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2432" y="1581297"/>
            <a:ext cx="1081396" cy="1081396"/>
          </a:xfrm>
          <a:custGeom>
            <a:avLst/>
            <a:gdLst>
              <a:gd name="connsiteX0" fmla="*/ 540698 w 1081396"/>
              <a:gd name="connsiteY0" fmla="*/ 0 h 1081396"/>
              <a:gd name="connsiteX1" fmla="*/ 1081396 w 1081396"/>
              <a:gd name="connsiteY1" fmla="*/ 540698 h 1081396"/>
              <a:gd name="connsiteX2" fmla="*/ 540698 w 1081396"/>
              <a:gd name="connsiteY2" fmla="*/ 1081396 h 1081396"/>
              <a:gd name="connsiteX3" fmla="*/ 0 w 1081396"/>
              <a:gd name="connsiteY3" fmla="*/ 540698 h 1081396"/>
              <a:gd name="connsiteX4" fmla="*/ 540698 w 1081396"/>
              <a:gd name="connsiteY4" fmla="*/ 0 h 108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396" h="1081396">
                <a:moveTo>
                  <a:pt x="540698" y="0"/>
                </a:moveTo>
                <a:cubicBezTo>
                  <a:pt x="839317" y="0"/>
                  <a:pt x="1081396" y="242079"/>
                  <a:pt x="1081396" y="540698"/>
                </a:cubicBezTo>
                <a:cubicBezTo>
                  <a:pt x="1081396" y="839317"/>
                  <a:pt x="839317" y="1081396"/>
                  <a:pt x="540698" y="1081396"/>
                </a:cubicBezTo>
                <a:cubicBezTo>
                  <a:pt x="242079" y="1081396"/>
                  <a:pt x="0" y="839317"/>
                  <a:pt x="0" y="540698"/>
                </a:cubicBezTo>
                <a:cubicBezTo>
                  <a:pt x="0" y="242079"/>
                  <a:pt x="242079" y="0"/>
                  <a:pt x="54069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16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9C983-3734-435C-A6F6-A7320E20E9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3926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FCE6C6-B5A6-4A40-8F4F-8B82DC0EC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3218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8F92256-8268-4A59-A23D-49E91B3D8E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2510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86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A851E-B1AB-4FEE-8C51-053C14D2E5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3926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01F74E-C496-4826-85E6-CCF253BDEE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3218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1C32E0A-61B1-4B20-9A8B-AEDE95CDA4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2510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9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DBE3A5-97DE-4531-960B-C09ACC3412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844" y="2791786"/>
            <a:ext cx="2727960" cy="1788004"/>
          </a:xfrm>
          <a:custGeom>
            <a:avLst/>
            <a:gdLst>
              <a:gd name="connsiteX0" fmla="*/ 142128 w 2727960"/>
              <a:gd name="connsiteY0" fmla="*/ 0 h 1788004"/>
              <a:gd name="connsiteX1" fmla="*/ 2585832 w 2727960"/>
              <a:gd name="connsiteY1" fmla="*/ 0 h 1788004"/>
              <a:gd name="connsiteX2" fmla="*/ 2727960 w 2727960"/>
              <a:gd name="connsiteY2" fmla="*/ 142128 h 1788004"/>
              <a:gd name="connsiteX3" fmla="*/ 2727960 w 2727960"/>
              <a:gd name="connsiteY3" fmla="*/ 1645876 h 1788004"/>
              <a:gd name="connsiteX4" fmla="*/ 2585832 w 2727960"/>
              <a:gd name="connsiteY4" fmla="*/ 1788004 h 1788004"/>
              <a:gd name="connsiteX5" fmla="*/ 142128 w 2727960"/>
              <a:gd name="connsiteY5" fmla="*/ 1788004 h 1788004"/>
              <a:gd name="connsiteX6" fmla="*/ 0 w 2727960"/>
              <a:gd name="connsiteY6" fmla="*/ 1645876 h 1788004"/>
              <a:gd name="connsiteX7" fmla="*/ 0 w 2727960"/>
              <a:gd name="connsiteY7" fmla="*/ 142128 h 1788004"/>
              <a:gd name="connsiteX8" fmla="*/ 142128 w 2727960"/>
              <a:gd name="connsiteY8" fmla="*/ 0 h 1788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960" h="1788004">
                <a:moveTo>
                  <a:pt x="142128" y="0"/>
                </a:moveTo>
                <a:lnTo>
                  <a:pt x="2585832" y="0"/>
                </a:lnTo>
                <a:cubicBezTo>
                  <a:pt x="2664327" y="0"/>
                  <a:pt x="2727960" y="63633"/>
                  <a:pt x="2727960" y="142128"/>
                </a:cubicBezTo>
                <a:lnTo>
                  <a:pt x="2727960" y="1645876"/>
                </a:lnTo>
                <a:cubicBezTo>
                  <a:pt x="2727960" y="1724371"/>
                  <a:pt x="2664327" y="1788004"/>
                  <a:pt x="2585832" y="1788004"/>
                </a:cubicBezTo>
                <a:lnTo>
                  <a:pt x="142128" y="1788004"/>
                </a:lnTo>
                <a:cubicBezTo>
                  <a:pt x="63633" y="1788004"/>
                  <a:pt x="0" y="1724371"/>
                  <a:pt x="0" y="1645876"/>
                </a:cubicBezTo>
                <a:lnTo>
                  <a:pt x="0" y="142128"/>
                </a:lnTo>
                <a:cubicBezTo>
                  <a:pt x="0" y="63633"/>
                  <a:pt x="63633" y="0"/>
                  <a:pt x="1421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36DC9B4-9048-4830-9180-AB6E72E28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232" y="2792190"/>
            <a:ext cx="2727325" cy="1787525"/>
          </a:xfrm>
          <a:custGeom>
            <a:avLst/>
            <a:gdLst>
              <a:gd name="connsiteX0" fmla="*/ 142090 w 2727325"/>
              <a:gd name="connsiteY0" fmla="*/ 0 h 1787525"/>
              <a:gd name="connsiteX1" fmla="*/ 2585235 w 2727325"/>
              <a:gd name="connsiteY1" fmla="*/ 0 h 1787525"/>
              <a:gd name="connsiteX2" fmla="*/ 2727325 w 2727325"/>
              <a:gd name="connsiteY2" fmla="*/ 142090 h 1787525"/>
              <a:gd name="connsiteX3" fmla="*/ 2727325 w 2727325"/>
              <a:gd name="connsiteY3" fmla="*/ 1645435 h 1787525"/>
              <a:gd name="connsiteX4" fmla="*/ 2585235 w 2727325"/>
              <a:gd name="connsiteY4" fmla="*/ 1787525 h 1787525"/>
              <a:gd name="connsiteX5" fmla="*/ 142090 w 2727325"/>
              <a:gd name="connsiteY5" fmla="*/ 1787525 h 1787525"/>
              <a:gd name="connsiteX6" fmla="*/ 0 w 2727325"/>
              <a:gd name="connsiteY6" fmla="*/ 1645435 h 1787525"/>
              <a:gd name="connsiteX7" fmla="*/ 0 w 2727325"/>
              <a:gd name="connsiteY7" fmla="*/ 142090 h 1787525"/>
              <a:gd name="connsiteX8" fmla="*/ 142090 w 2727325"/>
              <a:gd name="connsiteY8" fmla="*/ 0 h 178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325" h="1787525">
                <a:moveTo>
                  <a:pt x="142090" y="0"/>
                </a:moveTo>
                <a:lnTo>
                  <a:pt x="2585235" y="0"/>
                </a:lnTo>
                <a:cubicBezTo>
                  <a:pt x="2663709" y="0"/>
                  <a:pt x="2727325" y="63616"/>
                  <a:pt x="2727325" y="142090"/>
                </a:cubicBezTo>
                <a:lnTo>
                  <a:pt x="2727325" y="1645435"/>
                </a:lnTo>
                <a:cubicBezTo>
                  <a:pt x="2727325" y="1723909"/>
                  <a:pt x="2663709" y="1787525"/>
                  <a:pt x="2585235" y="1787525"/>
                </a:cubicBezTo>
                <a:lnTo>
                  <a:pt x="142090" y="1787525"/>
                </a:lnTo>
                <a:cubicBezTo>
                  <a:pt x="63616" y="1787525"/>
                  <a:pt x="0" y="1723909"/>
                  <a:pt x="0" y="1645435"/>
                </a:cubicBezTo>
                <a:lnTo>
                  <a:pt x="0" y="142090"/>
                </a:lnTo>
                <a:cubicBezTo>
                  <a:pt x="0" y="63616"/>
                  <a:pt x="63616" y="0"/>
                  <a:pt x="142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577C728-2AA8-41D5-AFD6-2119FBE88B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6532" y="2792190"/>
            <a:ext cx="2727325" cy="1787525"/>
          </a:xfrm>
          <a:custGeom>
            <a:avLst/>
            <a:gdLst>
              <a:gd name="connsiteX0" fmla="*/ 142090 w 2727325"/>
              <a:gd name="connsiteY0" fmla="*/ 0 h 1787525"/>
              <a:gd name="connsiteX1" fmla="*/ 2585235 w 2727325"/>
              <a:gd name="connsiteY1" fmla="*/ 0 h 1787525"/>
              <a:gd name="connsiteX2" fmla="*/ 2727325 w 2727325"/>
              <a:gd name="connsiteY2" fmla="*/ 142090 h 1787525"/>
              <a:gd name="connsiteX3" fmla="*/ 2727325 w 2727325"/>
              <a:gd name="connsiteY3" fmla="*/ 1645435 h 1787525"/>
              <a:gd name="connsiteX4" fmla="*/ 2585235 w 2727325"/>
              <a:gd name="connsiteY4" fmla="*/ 1787525 h 1787525"/>
              <a:gd name="connsiteX5" fmla="*/ 142090 w 2727325"/>
              <a:gd name="connsiteY5" fmla="*/ 1787525 h 1787525"/>
              <a:gd name="connsiteX6" fmla="*/ 0 w 2727325"/>
              <a:gd name="connsiteY6" fmla="*/ 1645435 h 1787525"/>
              <a:gd name="connsiteX7" fmla="*/ 0 w 2727325"/>
              <a:gd name="connsiteY7" fmla="*/ 142090 h 1787525"/>
              <a:gd name="connsiteX8" fmla="*/ 142090 w 2727325"/>
              <a:gd name="connsiteY8" fmla="*/ 0 h 178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325" h="1787525">
                <a:moveTo>
                  <a:pt x="142090" y="0"/>
                </a:moveTo>
                <a:lnTo>
                  <a:pt x="2585235" y="0"/>
                </a:lnTo>
                <a:cubicBezTo>
                  <a:pt x="2663709" y="0"/>
                  <a:pt x="2727325" y="63616"/>
                  <a:pt x="2727325" y="142090"/>
                </a:cubicBezTo>
                <a:lnTo>
                  <a:pt x="2727325" y="1645435"/>
                </a:lnTo>
                <a:cubicBezTo>
                  <a:pt x="2727325" y="1723909"/>
                  <a:pt x="2663709" y="1787525"/>
                  <a:pt x="2585235" y="1787525"/>
                </a:cubicBezTo>
                <a:lnTo>
                  <a:pt x="142090" y="1787525"/>
                </a:lnTo>
                <a:cubicBezTo>
                  <a:pt x="63616" y="1787525"/>
                  <a:pt x="0" y="1723909"/>
                  <a:pt x="0" y="1645435"/>
                </a:cubicBezTo>
                <a:lnTo>
                  <a:pt x="0" y="142090"/>
                </a:lnTo>
                <a:cubicBezTo>
                  <a:pt x="0" y="63616"/>
                  <a:pt x="63616" y="0"/>
                  <a:pt x="142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2C75227-CDCD-4BA0-9315-315F3EC285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4832" y="2792190"/>
            <a:ext cx="2727325" cy="1787525"/>
          </a:xfrm>
          <a:custGeom>
            <a:avLst/>
            <a:gdLst>
              <a:gd name="connsiteX0" fmla="*/ 142090 w 2727325"/>
              <a:gd name="connsiteY0" fmla="*/ 0 h 1787525"/>
              <a:gd name="connsiteX1" fmla="*/ 2585235 w 2727325"/>
              <a:gd name="connsiteY1" fmla="*/ 0 h 1787525"/>
              <a:gd name="connsiteX2" fmla="*/ 2727325 w 2727325"/>
              <a:gd name="connsiteY2" fmla="*/ 142090 h 1787525"/>
              <a:gd name="connsiteX3" fmla="*/ 2727325 w 2727325"/>
              <a:gd name="connsiteY3" fmla="*/ 1645435 h 1787525"/>
              <a:gd name="connsiteX4" fmla="*/ 2585235 w 2727325"/>
              <a:gd name="connsiteY4" fmla="*/ 1787525 h 1787525"/>
              <a:gd name="connsiteX5" fmla="*/ 142090 w 2727325"/>
              <a:gd name="connsiteY5" fmla="*/ 1787525 h 1787525"/>
              <a:gd name="connsiteX6" fmla="*/ 0 w 2727325"/>
              <a:gd name="connsiteY6" fmla="*/ 1645435 h 1787525"/>
              <a:gd name="connsiteX7" fmla="*/ 0 w 2727325"/>
              <a:gd name="connsiteY7" fmla="*/ 142090 h 1787525"/>
              <a:gd name="connsiteX8" fmla="*/ 142090 w 2727325"/>
              <a:gd name="connsiteY8" fmla="*/ 0 h 178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325" h="1787525">
                <a:moveTo>
                  <a:pt x="142090" y="0"/>
                </a:moveTo>
                <a:lnTo>
                  <a:pt x="2585235" y="0"/>
                </a:lnTo>
                <a:cubicBezTo>
                  <a:pt x="2663709" y="0"/>
                  <a:pt x="2727325" y="63616"/>
                  <a:pt x="2727325" y="142090"/>
                </a:cubicBezTo>
                <a:lnTo>
                  <a:pt x="2727325" y="1645435"/>
                </a:lnTo>
                <a:cubicBezTo>
                  <a:pt x="2727325" y="1723909"/>
                  <a:pt x="2663709" y="1787525"/>
                  <a:pt x="2585235" y="1787525"/>
                </a:cubicBezTo>
                <a:lnTo>
                  <a:pt x="142090" y="1787525"/>
                </a:lnTo>
                <a:cubicBezTo>
                  <a:pt x="63616" y="1787525"/>
                  <a:pt x="0" y="1723909"/>
                  <a:pt x="0" y="1645435"/>
                </a:cubicBezTo>
                <a:lnTo>
                  <a:pt x="0" y="142090"/>
                </a:lnTo>
                <a:cubicBezTo>
                  <a:pt x="0" y="63616"/>
                  <a:pt x="63616" y="0"/>
                  <a:pt x="142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45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FA9DE98-C2BE-4A2C-B2CA-DBA383E0F4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3370" y="0"/>
            <a:ext cx="5718630" cy="6858000"/>
          </a:xfrm>
          <a:custGeom>
            <a:avLst/>
            <a:gdLst>
              <a:gd name="connsiteX0" fmla="*/ 0 w 5718630"/>
              <a:gd name="connsiteY0" fmla="*/ 0 h 6858000"/>
              <a:gd name="connsiteX1" fmla="*/ 5718630 w 5718630"/>
              <a:gd name="connsiteY1" fmla="*/ 0 h 6858000"/>
              <a:gd name="connsiteX2" fmla="*/ 5718630 w 5718630"/>
              <a:gd name="connsiteY2" fmla="*/ 6858000 h 6858000"/>
              <a:gd name="connsiteX3" fmla="*/ 0 w 57186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8630" h="6858000">
                <a:moveTo>
                  <a:pt x="0" y="0"/>
                </a:moveTo>
                <a:lnTo>
                  <a:pt x="5718630" y="0"/>
                </a:lnTo>
                <a:lnTo>
                  <a:pt x="571863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391B412-6894-45DB-B2C8-15F90AB09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12911" y="1146630"/>
            <a:ext cx="4187892" cy="5711371"/>
          </a:xfrm>
          <a:custGeom>
            <a:avLst/>
            <a:gdLst>
              <a:gd name="connsiteX0" fmla="*/ 0 w 4187892"/>
              <a:gd name="connsiteY0" fmla="*/ 0 h 5711371"/>
              <a:gd name="connsiteX1" fmla="*/ 4187892 w 4187892"/>
              <a:gd name="connsiteY1" fmla="*/ 0 h 5711371"/>
              <a:gd name="connsiteX2" fmla="*/ 4187892 w 4187892"/>
              <a:gd name="connsiteY2" fmla="*/ 5711371 h 5711371"/>
              <a:gd name="connsiteX3" fmla="*/ 0 w 4187892"/>
              <a:gd name="connsiteY3" fmla="*/ 5711371 h 5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7892" h="5711371">
                <a:moveTo>
                  <a:pt x="0" y="0"/>
                </a:moveTo>
                <a:lnTo>
                  <a:pt x="4187892" y="0"/>
                </a:lnTo>
                <a:lnTo>
                  <a:pt x="4187892" y="5711371"/>
                </a:lnTo>
                <a:lnTo>
                  <a:pt x="0" y="571137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0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40C0F8-F3E9-4493-98FA-DEA0EEF0F3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13306" y="1285875"/>
            <a:ext cx="3390900" cy="4286250"/>
          </a:xfrm>
          <a:custGeom>
            <a:avLst/>
            <a:gdLst>
              <a:gd name="connsiteX0" fmla="*/ 0 w 3390900"/>
              <a:gd name="connsiteY0" fmla="*/ 0 h 4286250"/>
              <a:gd name="connsiteX1" fmla="*/ 3390900 w 3390900"/>
              <a:gd name="connsiteY1" fmla="*/ 0 h 4286250"/>
              <a:gd name="connsiteX2" fmla="*/ 3390900 w 3390900"/>
              <a:gd name="connsiteY2" fmla="*/ 4286250 h 4286250"/>
              <a:gd name="connsiteX3" fmla="*/ 0 w 3390900"/>
              <a:gd name="connsiteY3" fmla="*/ 4286250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0900" h="4286250">
                <a:moveTo>
                  <a:pt x="0" y="0"/>
                </a:moveTo>
                <a:lnTo>
                  <a:pt x="3390900" y="0"/>
                </a:lnTo>
                <a:lnTo>
                  <a:pt x="3390900" y="4286250"/>
                </a:lnTo>
                <a:lnTo>
                  <a:pt x="0" y="42862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84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4F0F86-2CA4-4026-B681-CB254DE7F1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145094"/>
          </a:xfrm>
          <a:custGeom>
            <a:avLst/>
            <a:gdLst>
              <a:gd name="connsiteX0" fmla="*/ 0 w 6096000"/>
              <a:gd name="connsiteY0" fmla="*/ 0 h 3145094"/>
              <a:gd name="connsiteX1" fmla="*/ 6096000 w 6096000"/>
              <a:gd name="connsiteY1" fmla="*/ 0 h 3145094"/>
              <a:gd name="connsiteX2" fmla="*/ 6096000 w 6096000"/>
              <a:gd name="connsiteY2" fmla="*/ 3145094 h 3145094"/>
              <a:gd name="connsiteX3" fmla="*/ 0 w 6096000"/>
              <a:gd name="connsiteY3" fmla="*/ 3145094 h 3145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145094">
                <a:moveTo>
                  <a:pt x="0" y="0"/>
                </a:moveTo>
                <a:lnTo>
                  <a:pt x="6096000" y="0"/>
                </a:lnTo>
                <a:lnTo>
                  <a:pt x="6096000" y="3145094"/>
                </a:lnTo>
                <a:lnTo>
                  <a:pt x="0" y="31450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4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21C9A8A-BBC5-4AFF-B81D-3580C42757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778492" cy="6858000"/>
          </a:xfrm>
          <a:custGeom>
            <a:avLst/>
            <a:gdLst>
              <a:gd name="connsiteX0" fmla="*/ 0 w 3778492"/>
              <a:gd name="connsiteY0" fmla="*/ 0 h 6858000"/>
              <a:gd name="connsiteX1" fmla="*/ 3778492 w 3778492"/>
              <a:gd name="connsiteY1" fmla="*/ 0 h 6858000"/>
              <a:gd name="connsiteX2" fmla="*/ 3778492 w 3778492"/>
              <a:gd name="connsiteY2" fmla="*/ 6858000 h 6858000"/>
              <a:gd name="connsiteX3" fmla="*/ 0 w 3778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8492" h="6858000">
                <a:moveTo>
                  <a:pt x="0" y="0"/>
                </a:moveTo>
                <a:lnTo>
                  <a:pt x="3778492" y="0"/>
                </a:lnTo>
                <a:lnTo>
                  <a:pt x="37784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462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E9C47D-69FF-4827-92CF-161184A2C7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5945" y="0"/>
            <a:ext cx="3778492" cy="6858000"/>
          </a:xfrm>
          <a:custGeom>
            <a:avLst/>
            <a:gdLst>
              <a:gd name="connsiteX0" fmla="*/ 0 w 3778492"/>
              <a:gd name="connsiteY0" fmla="*/ 0 h 6858000"/>
              <a:gd name="connsiteX1" fmla="*/ 3778492 w 3778492"/>
              <a:gd name="connsiteY1" fmla="*/ 0 h 6858000"/>
              <a:gd name="connsiteX2" fmla="*/ 3778492 w 3778492"/>
              <a:gd name="connsiteY2" fmla="*/ 6858000 h 6858000"/>
              <a:gd name="connsiteX3" fmla="*/ 0 w 3778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8492" h="6858000">
                <a:moveTo>
                  <a:pt x="0" y="0"/>
                </a:moveTo>
                <a:lnTo>
                  <a:pt x="3778492" y="0"/>
                </a:lnTo>
                <a:lnTo>
                  <a:pt x="37784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967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3BB5D2-0CB4-4988-8168-7A86F4522DCB}"/>
              </a:ext>
            </a:extLst>
          </p:cNvPr>
          <p:cNvSpPr/>
          <p:nvPr userDrawn="1"/>
        </p:nvSpPr>
        <p:spPr>
          <a:xfrm>
            <a:off x="0" y="1"/>
            <a:ext cx="12192000" cy="464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EB031A-7A86-44C2-8393-E67F21176E4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 rot="21060000">
            <a:off x="7661305" y="1516734"/>
            <a:ext cx="4159651" cy="2667691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perspectiveContrastingLeftFacing" fov="2700000">
              <a:rot lat="20580000" lon="3540000" rev="21000000"/>
            </a:camera>
            <a:lightRig rig="threePt" dir="t"/>
          </a:scene3d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9D4ADAE-3C33-4D57-A035-2C4FBAED8D9E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 rot="21060000">
            <a:off x="6961912" y="1512347"/>
            <a:ext cx="3740027" cy="2398576"/>
          </a:xfrm>
          <a:prstGeom prst="rect">
            <a:avLst/>
          </a:prstGeom>
          <a:solidFill>
            <a:schemeClr val="bg1">
              <a:lumMod val="95000"/>
              <a:alpha val="39000"/>
            </a:schemeClr>
          </a:solidFill>
          <a:effectLst>
            <a:outerShdw blurRad="749300" dist="584200" dir="1500000" sx="94000" sy="94000" algn="tl" rotWithShape="0">
              <a:prstClr val="black">
                <a:alpha val="40000"/>
              </a:prstClr>
            </a:outerShdw>
          </a:effectLst>
          <a:scene3d>
            <a:camera prst="perspectiveContrastingLeftFacing" fov="2700000">
              <a:rot lat="20580000" lon="3540000" rev="21000000"/>
            </a:camera>
            <a:lightRig rig="threePt" dir="t"/>
          </a:scene3d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4C0958-C338-4435-AFA2-20D124B69D91}"/>
              </a:ext>
            </a:extLst>
          </p:cNvPr>
          <p:cNvGrpSpPr/>
          <p:nvPr userDrawn="1"/>
        </p:nvGrpSpPr>
        <p:grpSpPr>
          <a:xfrm>
            <a:off x="257176" y="272392"/>
            <a:ext cx="412046" cy="286490"/>
            <a:chOff x="6096000" y="2895502"/>
            <a:chExt cx="3373829" cy="2345776"/>
          </a:xfrm>
          <a:solidFill>
            <a:schemeClr val="bg1"/>
          </a:solidFill>
        </p:grpSpPr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89AA1B9A-8C44-468C-A174-44D524C5B038}"/>
                </a:ext>
              </a:extLst>
            </p:cNvPr>
            <p:cNvSpPr/>
            <p:nvPr/>
          </p:nvSpPr>
          <p:spPr>
            <a:xfrm rot="14116484">
              <a:off x="6096000" y="2895502"/>
              <a:ext cx="2345776" cy="2345776"/>
            </a:xfrm>
            <a:prstGeom prst="blockArc">
              <a:avLst>
                <a:gd name="adj1" fmla="val 10217557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4A30F96E-B8BC-4A42-990B-CA1AFD1C751A}"/>
                </a:ext>
              </a:extLst>
            </p:cNvPr>
            <p:cNvSpPr/>
            <p:nvPr/>
          </p:nvSpPr>
          <p:spPr>
            <a:xfrm rot="14116484">
              <a:off x="6265685" y="3065187"/>
              <a:ext cx="2006405" cy="2006405"/>
            </a:xfrm>
            <a:prstGeom prst="blockArc">
              <a:avLst>
                <a:gd name="adj1" fmla="val 10311064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507AF8FA-8A04-47A6-97F4-F05648D16365}"/>
                </a:ext>
              </a:extLst>
            </p:cNvPr>
            <p:cNvSpPr/>
            <p:nvPr/>
          </p:nvSpPr>
          <p:spPr>
            <a:xfrm rot="14116484">
              <a:off x="7535978" y="3097006"/>
              <a:ext cx="1933851" cy="1933851"/>
            </a:xfrm>
            <a:prstGeom prst="blockArc">
              <a:avLst>
                <a:gd name="adj1" fmla="val 10276116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B5666424-8C60-4827-A5E4-EFF47019228A}"/>
                </a:ext>
              </a:extLst>
            </p:cNvPr>
            <p:cNvSpPr/>
            <p:nvPr/>
          </p:nvSpPr>
          <p:spPr>
            <a:xfrm rot="14116484">
              <a:off x="7675866" y="3236894"/>
              <a:ext cx="1654075" cy="1654075"/>
            </a:xfrm>
            <a:prstGeom prst="blockArc">
              <a:avLst>
                <a:gd name="adj1" fmla="val 10288993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3262AEA-EB9B-4FB6-9DF8-3778AFB083FE}"/>
              </a:ext>
            </a:extLst>
          </p:cNvPr>
          <p:cNvSpPr txBox="1"/>
          <p:nvPr userDrawn="1"/>
        </p:nvSpPr>
        <p:spPr>
          <a:xfrm>
            <a:off x="623525" y="260646"/>
            <a:ext cx="152573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id-ID" sz="1600" dirty="0">
                <a:solidFill>
                  <a:schemeClr val="bg1"/>
                </a:solidFill>
                <a:latin typeface="Nexa Light" panose="02000000000000000000" pitchFamily="50" charset="0"/>
              </a:rPr>
              <a:t>CONCEPTION</a:t>
            </a:r>
            <a:endParaRPr lang="en-GB" sz="1600" dirty="0">
              <a:solidFill>
                <a:schemeClr val="bg1"/>
              </a:solidFill>
              <a:latin typeface="Nexa Light" panose="020000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26552-A353-4458-B1C5-75CDC664CA4C}"/>
              </a:ext>
            </a:extLst>
          </p:cNvPr>
          <p:cNvSpPr txBox="1"/>
          <p:nvPr userDrawn="1"/>
        </p:nvSpPr>
        <p:spPr>
          <a:xfrm rot="10800000" flipV="1">
            <a:off x="10433048" y="68129"/>
            <a:ext cx="175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7200" b="1" i="0" spc="-150" smtClean="0">
                <a:solidFill>
                  <a:schemeClr val="bg1">
                    <a:alpha val="2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41300" b="1" i="0" spc="-150" dirty="0">
              <a:solidFill>
                <a:schemeClr val="bg1">
                  <a:alpha val="25000"/>
                </a:schemeClr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19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BE07AE3-4CD5-4627-B8B4-2827128B365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54654" y="2153210"/>
            <a:ext cx="1495833" cy="2185307"/>
          </a:xfrm>
          <a:custGeom>
            <a:avLst/>
            <a:gdLst>
              <a:gd name="connsiteX0" fmla="*/ 0 w 1321208"/>
              <a:gd name="connsiteY0" fmla="*/ 0 h 2312307"/>
              <a:gd name="connsiteX1" fmla="*/ 1321208 w 1321208"/>
              <a:gd name="connsiteY1" fmla="*/ 0 h 2312307"/>
              <a:gd name="connsiteX2" fmla="*/ 1321208 w 1321208"/>
              <a:gd name="connsiteY2" fmla="*/ 2312307 h 2312307"/>
              <a:gd name="connsiteX3" fmla="*/ 0 w 1321208"/>
              <a:gd name="connsiteY3" fmla="*/ 2312307 h 2312307"/>
              <a:gd name="connsiteX4" fmla="*/ 0 w 1321208"/>
              <a:gd name="connsiteY4" fmla="*/ 0 h 2312307"/>
              <a:gd name="connsiteX0" fmla="*/ 138112 w 1321208"/>
              <a:gd name="connsiteY0" fmla="*/ 0 h 2340882"/>
              <a:gd name="connsiteX1" fmla="*/ 1321208 w 1321208"/>
              <a:gd name="connsiteY1" fmla="*/ 28575 h 2340882"/>
              <a:gd name="connsiteX2" fmla="*/ 1321208 w 1321208"/>
              <a:gd name="connsiteY2" fmla="*/ 2340882 h 2340882"/>
              <a:gd name="connsiteX3" fmla="*/ 0 w 1321208"/>
              <a:gd name="connsiteY3" fmla="*/ 2340882 h 2340882"/>
              <a:gd name="connsiteX4" fmla="*/ 138112 w 1321208"/>
              <a:gd name="connsiteY4" fmla="*/ 0 h 2340882"/>
              <a:gd name="connsiteX0" fmla="*/ 173037 w 1321208"/>
              <a:gd name="connsiteY0" fmla="*/ 0 h 2331357"/>
              <a:gd name="connsiteX1" fmla="*/ 1321208 w 1321208"/>
              <a:gd name="connsiteY1" fmla="*/ 19050 h 2331357"/>
              <a:gd name="connsiteX2" fmla="*/ 1321208 w 1321208"/>
              <a:gd name="connsiteY2" fmla="*/ 2331357 h 2331357"/>
              <a:gd name="connsiteX3" fmla="*/ 0 w 1321208"/>
              <a:gd name="connsiteY3" fmla="*/ 2331357 h 2331357"/>
              <a:gd name="connsiteX4" fmla="*/ 173037 w 1321208"/>
              <a:gd name="connsiteY4" fmla="*/ 0 h 2331357"/>
              <a:gd name="connsiteX0" fmla="*/ 150812 w 1321208"/>
              <a:gd name="connsiteY0" fmla="*/ 0 h 2347232"/>
              <a:gd name="connsiteX1" fmla="*/ 1321208 w 1321208"/>
              <a:gd name="connsiteY1" fmla="*/ 34925 h 2347232"/>
              <a:gd name="connsiteX2" fmla="*/ 1321208 w 1321208"/>
              <a:gd name="connsiteY2" fmla="*/ 2347232 h 2347232"/>
              <a:gd name="connsiteX3" fmla="*/ 0 w 1321208"/>
              <a:gd name="connsiteY3" fmla="*/ 2347232 h 2347232"/>
              <a:gd name="connsiteX4" fmla="*/ 150812 w 1321208"/>
              <a:gd name="connsiteY4" fmla="*/ 0 h 2347232"/>
              <a:gd name="connsiteX0" fmla="*/ 325437 w 1495833"/>
              <a:gd name="connsiteY0" fmla="*/ 0 h 2347232"/>
              <a:gd name="connsiteX1" fmla="*/ 1495833 w 1495833"/>
              <a:gd name="connsiteY1" fmla="*/ 34925 h 2347232"/>
              <a:gd name="connsiteX2" fmla="*/ 1495833 w 1495833"/>
              <a:gd name="connsiteY2" fmla="*/ 2347232 h 2347232"/>
              <a:gd name="connsiteX3" fmla="*/ 0 w 1495833"/>
              <a:gd name="connsiteY3" fmla="*/ 2032907 h 2347232"/>
              <a:gd name="connsiteX4" fmla="*/ 325437 w 1495833"/>
              <a:gd name="connsiteY4" fmla="*/ 0 h 2347232"/>
              <a:gd name="connsiteX0" fmla="*/ 325437 w 1495833"/>
              <a:gd name="connsiteY0" fmla="*/ 0 h 2039257"/>
              <a:gd name="connsiteX1" fmla="*/ 1495833 w 1495833"/>
              <a:gd name="connsiteY1" fmla="*/ 34925 h 2039257"/>
              <a:gd name="connsiteX2" fmla="*/ 1333908 w 1495833"/>
              <a:gd name="connsiteY2" fmla="*/ 2039257 h 2039257"/>
              <a:gd name="connsiteX3" fmla="*/ 0 w 1495833"/>
              <a:gd name="connsiteY3" fmla="*/ 2032907 h 2039257"/>
              <a:gd name="connsiteX4" fmla="*/ 325437 w 1495833"/>
              <a:gd name="connsiteY4" fmla="*/ 0 h 2039257"/>
              <a:gd name="connsiteX0" fmla="*/ 325437 w 1495833"/>
              <a:gd name="connsiteY0" fmla="*/ 0 h 2185307"/>
              <a:gd name="connsiteX1" fmla="*/ 1495833 w 1495833"/>
              <a:gd name="connsiteY1" fmla="*/ 34925 h 2185307"/>
              <a:gd name="connsiteX2" fmla="*/ 1187858 w 1495833"/>
              <a:gd name="connsiteY2" fmla="*/ 2185307 h 2185307"/>
              <a:gd name="connsiteX3" fmla="*/ 0 w 1495833"/>
              <a:gd name="connsiteY3" fmla="*/ 2032907 h 2185307"/>
              <a:gd name="connsiteX4" fmla="*/ 325437 w 1495833"/>
              <a:gd name="connsiteY4" fmla="*/ 0 h 2185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5833" h="2185307">
                <a:moveTo>
                  <a:pt x="325437" y="0"/>
                </a:moveTo>
                <a:lnTo>
                  <a:pt x="1495833" y="34925"/>
                </a:lnTo>
                <a:lnTo>
                  <a:pt x="1187858" y="2185307"/>
                </a:lnTo>
                <a:lnTo>
                  <a:pt x="0" y="2032907"/>
                </a:lnTo>
                <a:lnTo>
                  <a:pt x="325437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and Drop Image Here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3316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D3E2D6C-7D2F-4CA8-9F28-6372A4C387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1433" y="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23CEDA4-227E-4651-9413-09DE2800DF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91717" y="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998CA85-1CB4-49F0-85E4-4F50C46CFC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91717" y="2286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60E594-8CA3-43C4-8866-8B7672703E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91433" y="2286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4018080-B224-4DCD-9236-E27B77E0C8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1433" y="4572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064E001-C785-4C7C-99D0-F953924E7F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91717" y="4572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0390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0DF689-B16D-476B-B046-5BF502CA54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53075" y="1162050"/>
            <a:ext cx="5429250" cy="3390900"/>
          </a:xfrm>
          <a:custGeom>
            <a:avLst/>
            <a:gdLst>
              <a:gd name="connsiteX0" fmla="*/ 115223 w 5429250"/>
              <a:gd name="connsiteY0" fmla="*/ 0 h 3390900"/>
              <a:gd name="connsiteX1" fmla="*/ 5314027 w 5429250"/>
              <a:gd name="connsiteY1" fmla="*/ 0 h 3390900"/>
              <a:gd name="connsiteX2" fmla="*/ 5429250 w 5429250"/>
              <a:gd name="connsiteY2" fmla="*/ 115223 h 3390900"/>
              <a:gd name="connsiteX3" fmla="*/ 5429250 w 5429250"/>
              <a:gd name="connsiteY3" fmla="*/ 3275677 h 3390900"/>
              <a:gd name="connsiteX4" fmla="*/ 5314027 w 5429250"/>
              <a:gd name="connsiteY4" fmla="*/ 3390900 h 3390900"/>
              <a:gd name="connsiteX5" fmla="*/ 115223 w 5429250"/>
              <a:gd name="connsiteY5" fmla="*/ 3390900 h 3390900"/>
              <a:gd name="connsiteX6" fmla="*/ 0 w 5429250"/>
              <a:gd name="connsiteY6" fmla="*/ 3275677 h 3390900"/>
              <a:gd name="connsiteX7" fmla="*/ 0 w 5429250"/>
              <a:gd name="connsiteY7" fmla="*/ 115223 h 3390900"/>
              <a:gd name="connsiteX8" fmla="*/ 115223 w 5429250"/>
              <a:gd name="connsiteY8" fmla="*/ 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9250" h="3390900">
                <a:moveTo>
                  <a:pt x="115223" y="0"/>
                </a:moveTo>
                <a:lnTo>
                  <a:pt x="5314027" y="0"/>
                </a:lnTo>
                <a:cubicBezTo>
                  <a:pt x="5377663" y="0"/>
                  <a:pt x="5429250" y="51587"/>
                  <a:pt x="5429250" y="115223"/>
                </a:cubicBezTo>
                <a:lnTo>
                  <a:pt x="5429250" y="3275677"/>
                </a:lnTo>
                <a:cubicBezTo>
                  <a:pt x="5429250" y="3339313"/>
                  <a:pt x="5377663" y="3390900"/>
                  <a:pt x="5314027" y="3390900"/>
                </a:cubicBezTo>
                <a:lnTo>
                  <a:pt x="115223" y="3390900"/>
                </a:lnTo>
                <a:cubicBezTo>
                  <a:pt x="51587" y="3390900"/>
                  <a:pt x="0" y="3339313"/>
                  <a:pt x="0" y="3275677"/>
                </a:cubicBezTo>
                <a:lnTo>
                  <a:pt x="0" y="115223"/>
                </a:lnTo>
                <a:cubicBezTo>
                  <a:pt x="0" y="51587"/>
                  <a:pt x="51587" y="0"/>
                  <a:pt x="11522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552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C564F3-29A3-496B-B0E7-111A2948B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360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D877CC-11C8-4994-A581-F3590403F8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89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689646C-6562-428F-9747-0C8B0FB600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008" y="3429001"/>
            <a:ext cx="3314606" cy="3015343"/>
          </a:xfrm>
          <a:custGeom>
            <a:avLst/>
            <a:gdLst>
              <a:gd name="connsiteX0" fmla="*/ 0 w 3314606"/>
              <a:gd name="connsiteY0" fmla="*/ 0 h 3015343"/>
              <a:gd name="connsiteX1" fmla="*/ 3314606 w 3314606"/>
              <a:gd name="connsiteY1" fmla="*/ 0 h 3015343"/>
              <a:gd name="connsiteX2" fmla="*/ 3314606 w 3314606"/>
              <a:gd name="connsiteY2" fmla="*/ 3015343 h 3015343"/>
              <a:gd name="connsiteX3" fmla="*/ 0 w 3314606"/>
              <a:gd name="connsiteY3" fmla="*/ 3015343 h 3015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015343">
                <a:moveTo>
                  <a:pt x="0" y="0"/>
                </a:moveTo>
                <a:lnTo>
                  <a:pt x="3314606" y="0"/>
                </a:lnTo>
                <a:lnTo>
                  <a:pt x="3314606" y="3015343"/>
                </a:lnTo>
                <a:lnTo>
                  <a:pt x="0" y="30153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B9CF383-B963-43DA-8095-007604B242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7319" y="3429001"/>
            <a:ext cx="3314606" cy="2159000"/>
          </a:xfrm>
          <a:custGeom>
            <a:avLst/>
            <a:gdLst>
              <a:gd name="connsiteX0" fmla="*/ 0 w 3314606"/>
              <a:gd name="connsiteY0" fmla="*/ 0 h 2159000"/>
              <a:gd name="connsiteX1" fmla="*/ 3314606 w 3314606"/>
              <a:gd name="connsiteY1" fmla="*/ 0 h 2159000"/>
              <a:gd name="connsiteX2" fmla="*/ 3314606 w 3314606"/>
              <a:gd name="connsiteY2" fmla="*/ 2159000 h 2159000"/>
              <a:gd name="connsiteX3" fmla="*/ 0 w 3314606"/>
              <a:gd name="connsiteY3" fmla="*/ 215900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159000">
                <a:moveTo>
                  <a:pt x="0" y="0"/>
                </a:moveTo>
                <a:lnTo>
                  <a:pt x="3314606" y="0"/>
                </a:lnTo>
                <a:lnTo>
                  <a:pt x="3314606" y="2159000"/>
                </a:lnTo>
                <a:lnTo>
                  <a:pt x="0" y="215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C7EBA86-8F1E-4436-AD48-8F0100ABBC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0240" y="3429001"/>
            <a:ext cx="3314606" cy="3708399"/>
          </a:xfrm>
          <a:custGeom>
            <a:avLst/>
            <a:gdLst>
              <a:gd name="connsiteX0" fmla="*/ 0 w 3314606"/>
              <a:gd name="connsiteY0" fmla="*/ 0 h 3708399"/>
              <a:gd name="connsiteX1" fmla="*/ 3314606 w 3314606"/>
              <a:gd name="connsiteY1" fmla="*/ 0 h 3708399"/>
              <a:gd name="connsiteX2" fmla="*/ 3314606 w 3314606"/>
              <a:gd name="connsiteY2" fmla="*/ 3708399 h 3708399"/>
              <a:gd name="connsiteX3" fmla="*/ 0 w 3314606"/>
              <a:gd name="connsiteY3" fmla="*/ 3708399 h 370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08399">
                <a:moveTo>
                  <a:pt x="0" y="0"/>
                </a:moveTo>
                <a:lnTo>
                  <a:pt x="3314606" y="0"/>
                </a:lnTo>
                <a:lnTo>
                  <a:pt x="3314606" y="3708399"/>
                </a:lnTo>
                <a:lnTo>
                  <a:pt x="0" y="37083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95A7E4D-6944-491F-8196-D1504B3AF6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67319" y="5749925"/>
            <a:ext cx="3314606" cy="2203450"/>
          </a:xfrm>
          <a:custGeom>
            <a:avLst/>
            <a:gdLst>
              <a:gd name="connsiteX0" fmla="*/ 0 w 3314606"/>
              <a:gd name="connsiteY0" fmla="*/ 0 h 2203450"/>
              <a:gd name="connsiteX1" fmla="*/ 3314606 w 3314606"/>
              <a:gd name="connsiteY1" fmla="*/ 0 h 2203450"/>
              <a:gd name="connsiteX2" fmla="*/ 3314606 w 3314606"/>
              <a:gd name="connsiteY2" fmla="*/ 2203450 h 2203450"/>
              <a:gd name="connsiteX3" fmla="*/ 0 w 3314606"/>
              <a:gd name="connsiteY3" fmla="*/ 2203450 h 220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203450">
                <a:moveTo>
                  <a:pt x="0" y="0"/>
                </a:moveTo>
                <a:lnTo>
                  <a:pt x="3314606" y="0"/>
                </a:lnTo>
                <a:lnTo>
                  <a:pt x="3314606" y="2203450"/>
                </a:lnTo>
                <a:lnTo>
                  <a:pt x="0" y="22034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9CDA618-A430-44F3-8DBE-7070718C30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30514" y="6601764"/>
            <a:ext cx="3314606" cy="3758551"/>
          </a:xfrm>
          <a:custGeom>
            <a:avLst/>
            <a:gdLst>
              <a:gd name="connsiteX0" fmla="*/ 0 w 3314606"/>
              <a:gd name="connsiteY0" fmla="*/ 0 h 3758551"/>
              <a:gd name="connsiteX1" fmla="*/ 3314606 w 3314606"/>
              <a:gd name="connsiteY1" fmla="*/ 0 h 3758551"/>
              <a:gd name="connsiteX2" fmla="*/ 3314606 w 3314606"/>
              <a:gd name="connsiteY2" fmla="*/ 3758551 h 3758551"/>
              <a:gd name="connsiteX3" fmla="*/ 0 w 3314606"/>
              <a:gd name="connsiteY3" fmla="*/ 3758551 h 375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58551">
                <a:moveTo>
                  <a:pt x="0" y="0"/>
                </a:moveTo>
                <a:lnTo>
                  <a:pt x="3314606" y="0"/>
                </a:lnTo>
                <a:lnTo>
                  <a:pt x="3314606" y="3758551"/>
                </a:lnTo>
                <a:lnTo>
                  <a:pt x="0" y="37585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53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03DDFA9-81DA-4F36-9FE4-746074B409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021138"/>
            <a:ext cx="12192000" cy="28368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56D7C34-3257-4E8F-BD88-96CD20382E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0514" y="-275770"/>
            <a:ext cx="3314606" cy="3758551"/>
          </a:xfrm>
          <a:custGeom>
            <a:avLst/>
            <a:gdLst>
              <a:gd name="connsiteX0" fmla="*/ 0 w 3314606"/>
              <a:gd name="connsiteY0" fmla="*/ 0 h 3758551"/>
              <a:gd name="connsiteX1" fmla="*/ 3314606 w 3314606"/>
              <a:gd name="connsiteY1" fmla="*/ 0 h 3758551"/>
              <a:gd name="connsiteX2" fmla="*/ 3314606 w 3314606"/>
              <a:gd name="connsiteY2" fmla="*/ 3758551 h 3758551"/>
              <a:gd name="connsiteX3" fmla="*/ 0 w 3314606"/>
              <a:gd name="connsiteY3" fmla="*/ 3758551 h 375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58551">
                <a:moveTo>
                  <a:pt x="0" y="0"/>
                </a:moveTo>
                <a:lnTo>
                  <a:pt x="3314606" y="0"/>
                </a:lnTo>
                <a:lnTo>
                  <a:pt x="3314606" y="3758551"/>
                </a:lnTo>
                <a:lnTo>
                  <a:pt x="0" y="37585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CD193CD-3943-41BE-8B7F-EF85B3FAD3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67319" y="-1101725"/>
            <a:ext cx="3314606" cy="2203450"/>
          </a:xfrm>
          <a:custGeom>
            <a:avLst/>
            <a:gdLst>
              <a:gd name="connsiteX0" fmla="*/ 0 w 3314606"/>
              <a:gd name="connsiteY0" fmla="*/ 0 h 2203450"/>
              <a:gd name="connsiteX1" fmla="*/ 3314606 w 3314606"/>
              <a:gd name="connsiteY1" fmla="*/ 0 h 2203450"/>
              <a:gd name="connsiteX2" fmla="*/ 3314606 w 3314606"/>
              <a:gd name="connsiteY2" fmla="*/ 2203450 h 2203450"/>
              <a:gd name="connsiteX3" fmla="*/ 0 w 3314606"/>
              <a:gd name="connsiteY3" fmla="*/ 2203450 h 220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203450">
                <a:moveTo>
                  <a:pt x="0" y="0"/>
                </a:moveTo>
                <a:lnTo>
                  <a:pt x="3314606" y="0"/>
                </a:lnTo>
                <a:lnTo>
                  <a:pt x="3314606" y="2203450"/>
                </a:lnTo>
                <a:lnTo>
                  <a:pt x="0" y="22034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1A7165E-9CC7-43A7-9F17-B4A065A45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67319" y="1243014"/>
            <a:ext cx="3314606" cy="2239767"/>
          </a:xfrm>
          <a:custGeom>
            <a:avLst/>
            <a:gdLst>
              <a:gd name="connsiteX0" fmla="*/ 0 w 3314606"/>
              <a:gd name="connsiteY0" fmla="*/ 0 h 2239767"/>
              <a:gd name="connsiteX1" fmla="*/ 3314606 w 3314606"/>
              <a:gd name="connsiteY1" fmla="*/ 0 h 2239767"/>
              <a:gd name="connsiteX2" fmla="*/ 3314606 w 3314606"/>
              <a:gd name="connsiteY2" fmla="*/ 2239767 h 2239767"/>
              <a:gd name="connsiteX3" fmla="*/ 0 w 3314606"/>
              <a:gd name="connsiteY3" fmla="*/ 2239767 h 223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239767">
                <a:moveTo>
                  <a:pt x="0" y="0"/>
                </a:moveTo>
                <a:lnTo>
                  <a:pt x="3314606" y="0"/>
                </a:lnTo>
                <a:lnTo>
                  <a:pt x="3314606" y="2239767"/>
                </a:lnTo>
                <a:lnTo>
                  <a:pt x="0" y="22397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886EDA8-0CFD-46C5-932F-8EB31E2FC3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5630" y="409576"/>
            <a:ext cx="3314606" cy="3073205"/>
          </a:xfrm>
          <a:custGeom>
            <a:avLst/>
            <a:gdLst>
              <a:gd name="connsiteX0" fmla="*/ 0 w 3314606"/>
              <a:gd name="connsiteY0" fmla="*/ 0 h 3073205"/>
              <a:gd name="connsiteX1" fmla="*/ 3314606 w 3314606"/>
              <a:gd name="connsiteY1" fmla="*/ 0 h 3073205"/>
              <a:gd name="connsiteX2" fmla="*/ 3314606 w 3314606"/>
              <a:gd name="connsiteY2" fmla="*/ 3073205 h 3073205"/>
              <a:gd name="connsiteX3" fmla="*/ 0 w 3314606"/>
              <a:gd name="connsiteY3" fmla="*/ 3073205 h 307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073205">
                <a:moveTo>
                  <a:pt x="0" y="0"/>
                </a:moveTo>
                <a:lnTo>
                  <a:pt x="3314606" y="0"/>
                </a:lnTo>
                <a:lnTo>
                  <a:pt x="3314606" y="3073205"/>
                </a:lnTo>
                <a:lnTo>
                  <a:pt x="0" y="307320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2F1570E-8F32-4375-8593-7BF27DB29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10240" y="-3460076"/>
            <a:ext cx="3314606" cy="3708399"/>
          </a:xfrm>
          <a:custGeom>
            <a:avLst/>
            <a:gdLst>
              <a:gd name="connsiteX0" fmla="*/ 0 w 3314606"/>
              <a:gd name="connsiteY0" fmla="*/ 0 h 3708399"/>
              <a:gd name="connsiteX1" fmla="*/ 3314606 w 3314606"/>
              <a:gd name="connsiteY1" fmla="*/ 0 h 3708399"/>
              <a:gd name="connsiteX2" fmla="*/ 3314606 w 3314606"/>
              <a:gd name="connsiteY2" fmla="*/ 3708399 h 3708399"/>
              <a:gd name="connsiteX3" fmla="*/ 0 w 3314606"/>
              <a:gd name="connsiteY3" fmla="*/ 3708399 h 370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08399">
                <a:moveTo>
                  <a:pt x="0" y="0"/>
                </a:moveTo>
                <a:lnTo>
                  <a:pt x="3314606" y="0"/>
                </a:lnTo>
                <a:lnTo>
                  <a:pt x="3314606" y="3708399"/>
                </a:lnTo>
                <a:lnTo>
                  <a:pt x="0" y="37083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57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 animBg="1"/>
      <p:bldP spid="21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3EC959-A2C2-423D-9B98-0BE2FB17AB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4516" y="2638879"/>
            <a:ext cx="10962968" cy="3213918"/>
          </a:xfrm>
          <a:custGeom>
            <a:avLst/>
            <a:gdLst>
              <a:gd name="connsiteX0" fmla="*/ 30243 w 10962968"/>
              <a:gd name="connsiteY0" fmla="*/ 0 h 3213918"/>
              <a:gd name="connsiteX1" fmla="*/ 10932725 w 10962968"/>
              <a:gd name="connsiteY1" fmla="*/ 0 h 3213918"/>
              <a:gd name="connsiteX2" fmla="*/ 10962968 w 10962968"/>
              <a:gd name="connsiteY2" fmla="*/ 30243 h 3213918"/>
              <a:gd name="connsiteX3" fmla="*/ 10962968 w 10962968"/>
              <a:gd name="connsiteY3" fmla="*/ 3183675 h 3213918"/>
              <a:gd name="connsiteX4" fmla="*/ 10932725 w 10962968"/>
              <a:gd name="connsiteY4" fmla="*/ 3213918 h 3213918"/>
              <a:gd name="connsiteX5" fmla="*/ 30243 w 10962968"/>
              <a:gd name="connsiteY5" fmla="*/ 3213918 h 3213918"/>
              <a:gd name="connsiteX6" fmla="*/ 0 w 10962968"/>
              <a:gd name="connsiteY6" fmla="*/ 3183675 h 3213918"/>
              <a:gd name="connsiteX7" fmla="*/ 0 w 10962968"/>
              <a:gd name="connsiteY7" fmla="*/ 30243 h 3213918"/>
              <a:gd name="connsiteX8" fmla="*/ 30243 w 10962968"/>
              <a:gd name="connsiteY8" fmla="*/ 0 h 32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2968" h="3213918">
                <a:moveTo>
                  <a:pt x="30243" y="0"/>
                </a:moveTo>
                <a:lnTo>
                  <a:pt x="10932725" y="0"/>
                </a:lnTo>
                <a:cubicBezTo>
                  <a:pt x="10949428" y="0"/>
                  <a:pt x="10962968" y="13540"/>
                  <a:pt x="10962968" y="30243"/>
                </a:cubicBezTo>
                <a:lnTo>
                  <a:pt x="10962968" y="3183675"/>
                </a:lnTo>
                <a:cubicBezTo>
                  <a:pt x="10962968" y="3200378"/>
                  <a:pt x="10949428" y="3213918"/>
                  <a:pt x="10932725" y="3213918"/>
                </a:cubicBezTo>
                <a:lnTo>
                  <a:pt x="30243" y="3213918"/>
                </a:lnTo>
                <a:cubicBezTo>
                  <a:pt x="13540" y="3213918"/>
                  <a:pt x="0" y="3200378"/>
                  <a:pt x="0" y="3183675"/>
                </a:cubicBezTo>
                <a:lnTo>
                  <a:pt x="0" y="30243"/>
                </a:lnTo>
                <a:cubicBezTo>
                  <a:pt x="0" y="13540"/>
                  <a:pt x="13540" y="0"/>
                  <a:pt x="30243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51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1E9C28A-6065-43CC-BD78-FBF4CFFCF1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10993" y="1112761"/>
            <a:ext cx="1650654" cy="3569977"/>
          </a:xfrm>
          <a:custGeom>
            <a:avLst/>
            <a:gdLst>
              <a:gd name="connsiteX0" fmla="*/ 154551 w 1650654"/>
              <a:gd name="connsiteY0" fmla="*/ 0 h 3569977"/>
              <a:gd name="connsiteX1" fmla="*/ 356414 w 1650654"/>
              <a:gd name="connsiteY1" fmla="*/ 0 h 3569977"/>
              <a:gd name="connsiteX2" fmla="*/ 356414 w 1650654"/>
              <a:gd name="connsiteY2" fmla="*/ 11429 h 3569977"/>
              <a:gd name="connsiteX3" fmla="*/ 479654 w 1650654"/>
              <a:gd name="connsiteY3" fmla="*/ 133666 h 3569977"/>
              <a:gd name="connsiteX4" fmla="*/ 1173242 w 1650654"/>
              <a:gd name="connsiteY4" fmla="*/ 133666 h 3569977"/>
              <a:gd name="connsiteX5" fmla="*/ 1296481 w 1650654"/>
              <a:gd name="connsiteY5" fmla="*/ 11429 h 3569977"/>
              <a:gd name="connsiteX6" fmla="*/ 1296481 w 1650654"/>
              <a:gd name="connsiteY6" fmla="*/ 0 h 3569977"/>
              <a:gd name="connsiteX7" fmla="*/ 1496104 w 1650654"/>
              <a:gd name="connsiteY7" fmla="*/ 0 h 3569977"/>
              <a:gd name="connsiteX8" fmla="*/ 1650654 w 1650654"/>
              <a:gd name="connsiteY8" fmla="*/ 153294 h 3569977"/>
              <a:gd name="connsiteX9" fmla="*/ 1650654 w 1650654"/>
              <a:gd name="connsiteY9" fmla="*/ 3416683 h 3569977"/>
              <a:gd name="connsiteX10" fmla="*/ 1496104 w 1650654"/>
              <a:gd name="connsiteY10" fmla="*/ 3569977 h 3569977"/>
              <a:gd name="connsiteX11" fmla="*/ 154551 w 1650654"/>
              <a:gd name="connsiteY11" fmla="*/ 3569977 h 3569977"/>
              <a:gd name="connsiteX12" fmla="*/ 0 w 1650654"/>
              <a:gd name="connsiteY12" fmla="*/ 3416683 h 3569977"/>
              <a:gd name="connsiteX13" fmla="*/ 0 w 1650654"/>
              <a:gd name="connsiteY13" fmla="*/ 153294 h 3569977"/>
              <a:gd name="connsiteX14" fmla="*/ 154551 w 1650654"/>
              <a:gd name="connsiteY14" fmla="*/ 0 h 3569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0654" h="3569977">
                <a:moveTo>
                  <a:pt x="154551" y="0"/>
                </a:moveTo>
                <a:lnTo>
                  <a:pt x="356414" y="0"/>
                </a:lnTo>
                <a:lnTo>
                  <a:pt x="356414" y="11429"/>
                </a:lnTo>
                <a:cubicBezTo>
                  <a:pt x="356414" y="78938"/>
                  <a:pt x="411590" y="133666"/>
                  <a:pt x="479654" y="133666"/>
                </a:cubicBezTo>
                <a:lnTo>
                  <a:pt x="1173242" y="133666"/>
                </a:lnTo>
                <a:cubicBezTo>
                  <a:pt x="1241305" y="133666"/>
                  <a:pt x="1296481" y="78938"/>
                  <a:pt x="1296481" y="11429"/>
                </a:cubicBezTo>
                <a:lnTo>
                  <a:pt x="1296481" y="0"/>
                </a:lnTo>
                <a:lnTo>
                  <a:pt x="1496104" y="0"/>
                </a:lnTo>
                <a:cubicBezTo>
                  <a:pt x="1581460" y="0"/>
                  <a:pt x="1650654" y="68632"/>
                  <a:pt x="1650654" y="153294"/>
                </a:cubicBezTo>
                <a:lnTo>
                  <a:pt x="1650654" y="3416683"/>
                </a:lnTo>
                <a:cubicBezTo>
                  <a:pt x="1650654" y="3501346"/>
                  <a:pt x="1581460" y="3569977"/>
                  <a:pt x="1496104" y="3569977"/>
                </a:cubicBezTo>
                <a:lnTo>
                  <a:pt x="154551" y="3569977"/>
                </a:lnTo>
                <a:cubicBezTo>
                  <a:pt x="69195" y="3569977"/>
                  <a:pt x="0" y="3501346"/>
                  <a:pt x="0" y="3416683"/>
                </a:cubicBezTo>
                <a:lnTo>
                  <a:pt x="0" y="153294"/>
                </a:lnTo>
                <a:cubicBezTo>
                  <a:pt x="0" y="68632"/>
                  <a:pt x="69195" y="0"/>
                  <a:pt x="15455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46603D-51E4-4CE6-AEBE-5124994469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2955" y="1473270"/>
            <a:ext cx="1658471" cy="2927135"/>
          </a:xfrm>
          <a:custGeom>
            <a:avLst/>
            <a:gdLst>
              <a:gd name="connsiteX0" fmla="*/ 0 w 1658471"/>
              <a:gd name="connsiteY0" fmla="*/ 0 h 2927135"/>
              <a:gd name="connsiteX1" fmla="*/ 1658471 w 1658471"/>
              <a:gd name="connsiteY1" fmla="*/ 0 h 2927135"/>
              <a:gd name="connsiteX2" fmla="*/ 1658471 w 1658471"/>
              <a:gd name="connsiteY2" fmla="*/ 2927135 h 2927135"/>
              <a:gd name="connsiteX3" fmla="*/ 0 w 1658471"/>
              <a:gd name="connsiteY3" fmla="*/ 2927135 h 292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8471" h="2927135">
                <a:moveTo>
                  <a:pt x="0" y="0"/>
                </a:moveTo>
                <a:lnTo>
                  <a:pt x="1658471" y="0"/>
                </a:lnTo>
                <a:lnTo>
                  <a:pt x="1658471" y="2927135"/>
                </a:lnTo>
                <a:lnTo>
                  <a:pt x="0" y="292713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85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77DFE-4F14-4913-901A-7B0F461226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67545" y="2496458"/>
            <a:ext cx="2714171" cy="3253174"/>
          </a:xfrm>
          <a:custGeom>
            <a:avLst/>
            <a:gdLst>
              <a:gd name="connsiteX0" fmla="*/ 56129 w 2714171"/>
              <a:gd name="connsiteY0" fmla="*/ 0 h 3253174"/>
              <a:gd name="connsiteX1" fmla="*/ 2658042 w 2714171"/>
              <a:gd name="connsiteY1" fmla="*/ 0 h 3253174"/>
              <a:gd name="connsiteX2" fmla="*/ 2714171 w 2714171"/>
              <a:gd name="connsiteY2" fmla="*/ 56129 h 3253174"/>
              <a:gd name="connsiteX3" fmla="*/ 2714171 w 2714171"/>
              <a:gd name="connsiteY3" fmla="*/ 3197045 h 3253174"/>
              <a:gd name="connsiteX4" fmla="*/ 2658042 w 2714171"/>
              <a:gd name="connsiteY4" fmla="*/ 3253174 h 3253174"/>
              <a:gd name="connsiteX5" fmla="*/ 56129 w 2714171"/>
              <a:gd name="connsiteY5" fmla="*/ 3253174 h 3253174"/>
              <a:gd name="connsiteX6" fmla="*/ 0 w 2714171"/>
              <a:gd name="connsiteY6" fmla="*/ 3197045 h 3253174"/>
              <a:gd name="connsiteX7" fmla="*/ 0 w 2714171"/>
              <a:gd name="connsiteY7" fmla="*/ 56129 h 3253174"/>
              <a:gd name="connsiteX8" fmla="*/ 56129 w 2714171"/>
              <a:gd name="connsiteY8" fmla="*/ 0 h 325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4171" h="3253174">
                <a:moveTo>
                  <a:pt x="56129" y="0"/>
                </a:moveTo>
                <a:lnTo>
                  <a:pt x="2658042" y="0"/>
                </a:lnTo>
                <a:cubicBezTo>
                  <a:pt x="2689041" y="0"/>
                  <a:pt x="2714171" y="25130"/>
                  <a:pt x="2714171" y="56129"/>
                </a:cubicBezTo>
                <a:lnTo>
                  <a:pt x="2714171" y="3197045"/>
                </a:lnTo>
                <a:cubicBezTo>
                  <a:pt x="2714171" y="3228044"/>
                  <a:pt x="2689041" y="3253174"/>
                  <a:pt x="2658042" y="3253174"/>
                </a:cubicBezTo>
                <a:lnTo>
                  <a:pt x="56129" y="3253174"/>
                </a:lnTo>
                <a:cubicBezTo>
                  <a:pt x="25130" y="3253174"/>
                  <a:pt x="0" y="3228044"/>
                  <a:pt x="0" y="3197045"/>
                </a:cubicBezTo>
                <a:lnTo>
                  <a:pt x="0" y="56129"/>
                </a:lnTo>
                <a:cubicBezTo>
                  <a:pt x="0" y="25130"/>
                  <a:pt x="25130" y="0"/>
                  <a:pt x="5612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81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3C48A4-492C-4030-A75A-D89D52D961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47235" y="3389698"/>
            <a:ext cx="2099940" cy="2544963"/>
          </a:xfrm>
          <a:prstGeom prst="roundRect">
            <a:avLst>
              <a:gd name="adj" fmla="val 169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7389E5-09D9-44AE-B791-8ECADEB82E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37041" y="3389698"/>
            <a:ext cx="2099940" cy="2544963"/>
          </a:xfrm>
          <a:prstGeom prst="roundRect">
            <a:avLst>
              <a:gd name="adj" fmla="val 1245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48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A0BDF9-8E36-49A1-A626-AF265E78DC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5688" y="2227306"/>
            <a:ext cx="2860519" cy="1620794"/>
          </a:xfrm>
          <a:custGeom>
            <a:avLst/>
            <a:gdLst>
              <a:gd name="connsiteX0" fmla="*/ 41541 w 2860519"/>
              <a:gd name="connsiteY0" fmla="*/ 0 h 1620794"/>
              <a:gd name="connsiteX1" fmla="*/ 2818978 w 2860519"/>
              <a:gd name="connsiteY1" fmla="*/ 0 h 1620794"/>
              <a:gd name="connsiteX2" fmla="*/ 2860519 w 2860519"/>
              <a:gd name="connsiteY2" fmla="*/ 41541 h 1620794"/>
              <a:gd name="connsiteX3" fmla="*/ 2860519 w 2860519"/>
              <a:gd name="connsiteY3" fmla="*/ 1579253 h 1620794"/>
              <a:gd name="connsiteX4" fmla="*/ 2818978 w 2860519"/>
              <a:gd name="connsiteY4" fmla="*/ 1620794 h 1620794"/>
              <a:gd name="connsiteX5" fmla="*/ 41541 w 2860519"/>
              <a:gd name="connsiteY5" fmla="*/ 1620794 h 1620794"/>
              <a:gd name="connsiteX6" fmla="*/ 0 w 2860519"/>
              <a:gd name="connsiteY6" fmla="*/ 1579253 h 1620794"/>
              <a:gd name="connsiteX7" fmla="*/ 0 w 2860519"/>
              <a:gd name="connsiteY7" fmla="*/ 41541 h 1620794"/>
              <a:gd name="connsiteX8" fmla="*/ 41541 w 2860519"/>
              <a:gd name="connsiteY8" fmla="*/ 0 h 162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0519" h="1620794">
                <a:moveTo>
                  <a:pt x="41541" y="0"/>
                </a:moveTo>
                <a:lnTo>
                  <a:pt x="2818978" y="0"/>
                </a:lnTo>
                <a:cubicBezTo>
                  <a:pt x="2841920" y="0"/>
                  <a:pt x="2860519" y="18599"/>
                  <a:pt x="2860519" y="41541"/>
                </a:cubicBezTo>
                <a:lnTo>
                  <a:pt x="2860519" y="1579253"/>
                </a:lnTo>
                <a:cubicBezTo>
                  <a:pt x="2860519" y="1602195"/>
                  <a:pt x="2841920" y="1620794"/>
                  <a:pt x="2818978" y="1620794"/>
                </a:cubicBezTo>
                <a:lnTo>
                  <a:pt x="41541" y="1620794"/>
                </a:lnTo>
                <a:cubicBezTo>
                  <a:pt x="18599" y="1620794"/>
                  <a:pt x="0" y="1602195"/>
                  <a:pt x="0" y="1579253"/>
                </a:cubicBezTo>
                <a:lnTo>
                  <a:pt x="0" y="41541"/>
                </a:lnTo>
                <a:cubicBezTo>
                  <a:pt x="0" y="18599"/>
                  <a:pt x="18599" y="0"/>
                  <a:pt x="41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20707F-833E-4636-B039-28BD3B5B82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5741" y="2227306"/>
            <a:ext cx="2860519" cy="1620794"/>
          </a:xfrm>
          <a:custGeom>
            <a:avLst/>
            <a:gdLst>
              <a:gd name="connsiteX0" fmla="*/ 45350 w 2860519"/>
              <a:gd name="connsiteY0" fmla="*/ 0 h 1620794"/>
              <a:gd name="connsiteX1" fmla="*/ 2815169 w 2860519"/>
              <a:gd name="connsiteY1" fmla="*/ 0 h 1620794"/>
              <a:gd name="connsiteX2" fmla="*/ 2860519 w 2860519"/>
              <a:gd name="connsiteY2" fmla="*/ 45350 h 1620794"/>
              <a:gd name="connsiteX3" fmla="*/ 2860519 w 2860519"/>
              <a:gd name="connsiteY3" fmla="*/ 1575444 h 1620794"/>
              <a:gd name="connsiteX4" fmla="*/ 2815169 w 2860519"/>
              <a:gd name="connsiteY4" fmla="*/ 1620794 h 1620794"/>
              <a:gd name="connsiteX5" fmla="*/ 45350 w 2860519"/>
              <a:gd name="connsiteY5" fmla="*/ 1620794 h 1620794"/>
              <a:gd name="connsiteX6" fmla="*/ 0 w 2860519"/>
              <a:gd name="connsiteY6" fmla="*/ 1575444 h 1620794"/>
              <a:gd name="connsiteX7" fmla="*/ 0 w 2860519"/>
              <a:gd name="connsiteY7" fmla="*/ 45350 h 1620794"/>
              <a:gd name="connsiteX8" fmla="*/ 45350 w 2860519"/>
              <a:gd name="connsiteY8" fmla="*/ 0 h 162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0519" h="1620794">
                <a:moveTo>
                  <a:pt x="45350" y="0"/>
                </a:moveTo>
                <a:lnTo>
                  <a:pt x="2815169" y="0"/>
                </a:lnTo>
                <a:cubicBezTo>
                  <a:pt x="2840215" y="0"/>
                  <a:pt x="2860519" y="20304"/>
                  <a:pt x="2860519" y="45350"/>
                </a:cubicBezTo>
                <a:lnTo>
                  <a:pt x="2860519" y="1575444"/>
                </a:lnTo>
                <a:cubicBezTo>
                  <a:pt x="2860519" y="1600490"/>
                  <a:pt x="2840215" y="1620794"/>
                  <a:pt x="2815169" y="1620794"/>
                </a:cubicBezTo>
                <a:lnTo>
                  <a:pt x="45350" y="1620794"/>
                </a:lnTo>
                <a:cubicBezTo>
                  <a:pt x="20304" y="1620794"/>
                  <a:pt x="0" y="1600490"/>
                  <a:pt x="0" y="1575444"/>
                </a:cubicBezTo>
                <a:lnTo>
                  <a:pt x="0" y="45350"/>
                </a:lnTo>
                <a:cubicBezTo>
                  <a:pt x="0" y="20304"/>
                  <a:pt x="20304" y="0"/>
                  <a:pt x="4535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2963E77-4A65-4692-89AE-965C46FE1A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5794" y="2227306"/>
            <a:ext cx="2860519" cy="1620794"/>
          </a:xfrm>
          <a:custGeom>
            <a:avLst/>
            <a:gdLst>
              <a:gd name="connsiteX0" fmla="*/ 32011 w 2860519"/>
              <a:gd name="connsiteY0" fmla="*/ 0 h 1620794"/>
              <a:gd name="connsiteX1" fmla="*/ 2828508 w 2860519"/>
              <a:gd name="connsiteY1" fmla="*/ 0 h 1620794"/>
              <a:gd name="connsiteX2" fmla="*/ 2860519 w 2860519"/>
              <a:gd name="connsiteY2" fmla="*/ 32011 h 1620794"/>
              <a:gd name="connsiteX3" fmla="*/ 2860519 w 2860519"/>
              <a:gd name="connsiteY3" fmla="*/ 1588783 h 1620794"/>
              <a:gd name="connsiteX4" fmla="*/ 2828508 w 2860519"/>
              <a:gd name="connsiteY4" fmla="*/ 1620794 h 1620794"/>
              <a:gd name="connsiteX5" fmla="*/ 32011 w 2860519"/>
              <a:gd name="connsiteY5" fmla="*/ 1620794 h 1620794"/>
              <a:gd name="connsiteX6" fmla="*/ 0 w 2860519"/>
              <a:gd name="connsiteY6" fmla="*/ 1588783 h 1620794"/>
              <a:gd name="connsiteX7" fmla="*/ 0 w 2860519"/>
              <a:gd name="connsiteY7" fmla="*/ 32011 h 1620794"/>
              <a:gd name="connsiteX8" fmla="*/ 32011 w 2860519"/>
              <a:gd name="connsiteY8" fmla="*/ 0 h 162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0519" h="1620794">
                <a:moveTo>
                  <a:pt x="32011" y="0"/>
                </a:moveTo>
                <a:lnTo>
                  <a:pt x="2828508" y="0"/>
                </a:lnTo>
                <a:cubicBezTo>
                  <a:pt x="2846187" y="0"/>
                  <a:pt x="2860519" y="14332"/>
                  <a:pt x="2860519" y="32011"/>
                </a:cubicBezTo>
                <a:lnTo>
                  <a:pt x="2860519" y="1588783"/>
                </a:lnTo>
                <a:cubicBezTo>
                  <a:pt x="2860519" y="1606462"/>
                  <a:pt x="2846187" y="1620794"/>
                  <a:pt x="2828508" y="1620794"/>
                </a:cubicBezTo>
                <a:lnTo>
                  <a:pt x="32011" y="1620794"/>
                </a:lnTo>
                <a:cubicBezTo>
                  <a:pt x="14332" y="1620794"/>
                  <a:pt x="0" y="1606462"/>
                  <a:pt x="0" y="1588783"/>
                </a:cubicBezTo>
                <a:lnTo>
                  <a:pt x="0" y="32011"/>
                </a:lnTo>
                <a:cubicBezTo>
                  <a:pt x="0" y="14332"/>
                  <a:pt x="14332" y="0"/>
                  <a:pt x="320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70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5E87205-2C93-40A5-B0BB-F3243F1527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70286" cy="6858000"/>
          </a:xfrm>
          <a:custGeom>
            <a:avLst/>
            <a:gdLst>
              <a:gd name="connsiteX0" fmla="*/ 0 w 5370286"/>
              <a:gd name="connsiteY0" fmla="*/ 0 h 6858000"/>
              <a:gd name="connsiteX1" fmla="*/ 5370286 w 5370286"/>
              <a:gd name="connsiteY1" fmla="*/ 0 h 6858000"/>
              <a:gd name="connsiteX2" fmla="*/ 5370286 w 5370286"/>
              <a:gd name="connsiteY2" fmla="*/ 6858000 h 6858000"/>
              <a:gd name="connsiteX3" fmla="*/ 0 w 5370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0286" h="6858000">
                <a:moveTo>
                  <a:pt x="0" y="0"/>
                </a:moveTo>
                <a:lnTo>
                  <a:pt x="5370286" y="0"/>
                </a:lnTo>
                <a:lnTo>
                  <a:pt x="537028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565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457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543EE4E-CC85-4D82-917A-142B570B3D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395045"/>
          </a:xfrm>
          <a:custGeom>
            <a:avLst/>
            <a:gdLst>
              <a:gd name="connsiteX0" fmla="*/ 0 w 12192000"/>
              <a:gd name="connsiteY0" fmla="*/ 0 h 3395045"/>
              <a:gd name="connsiteX1" fmla="*/ 12192000 w 12192000"/>
              <a:gd name="connsiteY1" fmla="*/ 0 h 3395045"/>
              <a:gd name="connsiteX2" fmla="*/ 12192000 w 12192000"/>
              <a:gd name="connsiteY2" fmla="*/ 2441228 h 3395045"/>
              <a:gd name="connsiteX3" fmla="*/ 11915084 w 12192000"/>
              <a:gd name="connsiteY3" fmla="*/ 2495942 h 3395045"/>
              <a:gd name="connsiteX4" fmla="*/ 7344697 w 12192000"/>
              <a:gd name="connsiteY4" fmla="*/ 3234799 h 3395045"/>
              <a:gd name="connsiteX5" fmla="*/ 3628103 w 12192000"/>
              <a:gd name="connsiteY5" fmla="*/ 2764282 h 3395045"/>
              <a:gd name="connsiteX6" fmla="*/ 353961 w 12192000"/>
              <a:gd name="connsiteY6" fmla="*/ 3372032 h 3395045"/>
              <a:gd name="connsiteX7" fmla="*/ 143044 w 12192000"/>
              <a:gd name="connsiteY7" fmla="*/ 3387967 h 3395045"/>
              <a:gd name="connsiteX8" fmla="*/ 0 w 12192000"/>
              <a:gd name="connsiteY8" fmla="*/ 3395045 h 339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95045">
                <a:moveTo>
                  <a:pt x="0" y="0"/>
                </a:moveTo>
                <a:lnTo>
                  <a:pt x="12192000" y="0"/>
                </a:lnTo>
                <a:lnTo>
                  <a:pt x="12192000" y="2441228"/>
                </a:lnTo>
                <a:lnTo>
                  <a:pt x="11915084" y="2495942"/>
                </a:lnTo>
                <a:cubicBezTo>
                  <a:pt x="10561689" y="2764283"/>
                  <a:pt x="8513507" y="3175985"/>
                  <a:pt x="7344697" y="3234799"/>
                </a:cubicBezTo>
                <a:cubicBezTo>
                  <a:pt x="5786286" y="3313218"/>
                  <a:pt x="4793227" y="2741410"/>
                  <a:pt x="3628103" y="2764282"/>
                </a:cubicBezTo>
                <a:cubicBezTo>
                  <a:pt x="2462980" y="2787155"/>
                  <a:pt x="1420761" y="3274008"/>
                  <a:pt x="353961" y="3372032"/>
                </a:cubicBezTo>
                <a:cubicBezTo>
                  <a:pt x="287286" y="3378159"/>
                  <a:pt x="216732" y="3383443"/>
                  <a:pt x="143044" y="3387967"/>
                </a:cubicBezTo>
                <a:lnTo>
                  <a:pt x="0" y="33950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0008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8CC0829-BB06-4FE6-B863-E9EBE0A383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7477431" cy="6858000"/>
          </a:xfrm>
          <a:custGeom>
            <a:avLst/>
            <a:gdLst>
              <a:gd name="connsiteX0" fmla="*/ 0 w 7477431"/>
              <a:gd name="connsiteY0" fmla="*/ 0 h 6858000"/>
              <a:gd name="connsiteX1" fmla="*/ 7477431 w 7477431"/>
              <a:gd name="connsiteY1" fmla="*/ 0 h 6858000"/>
              <a:gd name="connsiteX2" fmla="*/ 7477431 w 7477431"/>
              <a:gd name="connsiteY2" fmla="*/ 6858000 h 6858000"/>
              <a:gd name="connsiteX3" fmla="*/ 0 w 74774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7431" h="6858000">
                <a:moveTo>
                  <a:pt x="0" y="0"/>
                </a:moveTo>
                <a:lnTo>
                  <a:pt x="7477431" y="0"/>
                </a:lnTo>
                <a:lnTo>
                  <a:pt x="747743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046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C7B4BD8-95BF-46DA-A2EF-EAE41F475C41}"/>
              </a:ext>
            </a:extLst>
          </p:cNvPr>
          <p:cNvSpPr txBox="1"/>
          <p:nvPr userDrawn="1"/>
        </p:nvSpPr>
        <p:spPr>
          <a:xfrm rot="10800000" flipV="1">
            <a:off x="10433048" y="68129"/>
            <a:ext cx="175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7200" b="1" i="0" spc="-150" smtClean="0">
                <a:solidFill>
                  <a:schemeClr val="bg1">
                    <a:lumMod val="85000"/>
                    <a:alpha val="2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41300" b="1" i="0" spc="-150" dirty="0">
              <a:solidFill>
                <a:schemeClr val="bg1">
                  <a:lumMod val="85000"/>
                  <a:alpha val="25000"/>
                </a:schemeClr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7BAC8D-83C3-404F-9E2E-8343E2E268A9}"/>
              </a:ext>
            </a:extLst>
          </p:cNvPr>
          <p:cNvSpPr/>
          <p:nvPr userDrawn="1"/>
        </p:nvSpPr>
        <p:spPr>
          <a:xfrm>
            <a:off x="2797726" y="6355240"/>
            <a:ext cx="6326823" cy="142914"/>
          </a:xfrm>
          <a:prstGeom prst="roundRect">
            <a:avLst>
              <a:gd name="adj" fmla="val 50000"/>
            </a:avLst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5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7" r:id="rId2"/>
    <p:sldLayoutId id="2147483676" r:id="rId3"/>
    <p:sldLayoutId id="2147483675" r:id="rId4"/>
    <p:sldLayoutId id="2147483674" r:id="rId5"/>
    <p:sldLayoutId id="2147483673" r:id="rId6"/>
    <p:sldLayoutId id="2147483672" r:id="rId7"/>
    <p:sldLayoutId id="2147483671" r:id="rId8"/>
    <p:sldLayoutId id="2147483670" r:id="rId9"/>
    <p:sldLayoutId id="2147483669" r:id="rId10"/>
    <p:sldLayoutId id="2147483668" r:id="rId11"/>
    <p:sldLayoutId id="2147483666" r:id="rId12"/>
    <p:sldLayoutId id="2147483667" r:id="rId13"/>
    <p:sldLayoutId id="2147483665" r:id="rId14"/>
    <p:sldLayoutId id="2147483664" r:id="rId15"/>
    <p:sldLayoutId id="2147483661" r:id="rId16"/>
    <p:sldLayoutId id="2147483660" r:id="rId17"/>
    <p:sldLayoutId id="2147483650" r:id="rId18"/>
    <p:sldLayoutId id="2147483651" r:id="rId19"/>
    <p:sldLayoutId id="2147483652" r:id="rId20"/>
    <p:sldLayoutId id="2147483653" r:id="rId21"/>
    <p:sldLayoutId id="2147483654" r:id="rId22"/>
    <p:sldLayoutId id="2147483655" r:id="rId23"/>
    <p:sldLayoutId id="2147483656" r:id="rId24"/>
    <p:sldLayoutId id="2147483657" r:id="rId25"/>
    <p:sldLayoutId id="2147483658" r:id="rId26"/>
    <p:sldLayoutId id="2147483659" r:id="rId27"/>
    <p:sldLayoutId id="2147483662" r:id="rId28"/>
    <p:sldLayoutId id="2147483663" r:id="rId29"/>
    <p:sldLayoutId id="214748367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1E8F5A0-69CE-DBBE-056A-2BB38032054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" r="183"/>
          <a:stretch>
            <a:fillRect/>
          </a:stretch>
        </p:blipFill>
        <p:spPr/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02C36C9-3326-446A-A93C-F61B89DE08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20319">
                  <a:alpha val="85000"/>
                </a:srgbClr>
              </a:gs>
              <a:gs pos="89000">
                <a:srgbClr val="020319">
                  <a:alpha val="94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4302FB-2689-4EF8-8EFD-916D54305202}"/>
              </a:ext>
            </a:extLst>
          </p:cNvPr>
          <p:cNvSpPr txBox="1"/>
          <p:nvPr/>
        </p:nvSpPr>
        <p:spPr>
          <a:xfrm>
            <a:off x="3491089" y="2759586"/>
            <a:ext cx="560182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Nexa Light" panose="02000000000000000000" pitchFamily="50" charset="0"/>
              </a:rPr>
              <a:t>SOCIAL</a:t>
            </a:r>
            <a:r>
              <a:rPr lang="id-ID" sz="4800" dirty="0">
                <a:solidFill>
                  <a:schemeClr val="bg1"/>
                </a:solidFill>
                <a:latin typeface="Nexa Light" panose="02000000000000000000" pitchFamily="50" charset="0"/>
              </a:rPr>
              <a:t> MEDIA USE </a:t>
            </a:r>
            <a:endParaRPr lang="en-GB" sz="4800" dirty="0">
              <a:solidFill>
                <a:schemeClr val="bg1"/>
              </a:solidFill>
              <a:latin typeface="Nexa Light" panose="02000000000000000000" pitchFamily="50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24EDC6C-4038-44F4-8697-FE56D5CA0B97}"/>
              </a:ext>
            </a:extLst>
          </p:cNvPr>
          <p:cNvCxnSpPr>
            <a:cxnSpLocks/>
          </p:cNvCxnSpPr>
          <p:nvPr/>
        </p:nvCxnSpPr>
        <p:spPr>
          <a:xfrm flipH="1">
            <a:off x="710912" y="3205566"/>
            <a:ext cx="2388177" cy="0"/>
          </a:xfrm>
          <a:prstGeom prst="line">
            <a:avLst/>
          </a:prstGeom>
          <a:ln cap="rnd">
            <a:gradFill flip="none" rotWithShape="1">
              <a:gsLst>
                <a:gs pos="100000">
                  <a:schemeClr val="bg1">
                    <a:alpha val="50000"/>
                  </a:schemeClr>
                </a:gs>
                <a:gs pos="0">
                  <a:schemeClr val="bg1">
                    <a:alpha val="28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D4690D6-C495-4EE6-B21E-56A24E4DC49F}"/>
              </a:ext>
            </a:extLst>
          </p:cNvPr>
          <p:cNvCxnSpPr>
            <a:cxnSpLocks/>
          </p:cNvCxnSpPr>
          <p:nvPr/>
        </p:nvCxnSpPr>
        <p:spPr>
          <a:xfrm>
            <a:off x="9092912" y="3205566"/>
            <a:ext cx="2388177" cy="0"/>
          </a:xfrm>
          <a:prstGeom prst="line">
            <a:avLst/>
          </a:prstGeom>
          <a:ln cap="rnd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11E4D69-CAA8-4F2E-B9F5-46E2403D3A7A}"/>
              </a:ext>
            </a:extLst>
          </p:cNvPr>
          <p:cNvSpPr/>
          <p:nvPr/>
        </p:nvSpPr>
        <p:spPr>
          <a:xfrm>
            <a:off x="9597154" y="6120168"/>
            <a:ext cx="2138843" cy="4599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Nexa Light" panose="02000000000000000000" pitchFamily="50" charset="0"/>
              </a:rPr>
              <a:t>CAPSTONE PROJECT 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3A71C8-9D05-44E7-A786-2C23AE36131E}"/>
              </a:ext>
            </a:extLst>
          </p:cNvPr>
          <p:cNvSpPr txBox="1"/>
          <p:nvPr/>
        </p:nvSpPr>
        <p:spPr>
          <a:xfrm>
            <a:off x="3099089" y="3515276"/>
            <a:ext cx="63804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pc="8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&amp; MENTAL HEALTH INSIGHTS </a:t>
            </a:r>
          </a:p>
          <a:p>
            <a:r>
              <a:rPr lang="en-US" sz="2400" spc="8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AMONG CANADIANS (2022)</a:t>
            </a:r>
            <a:endParaRPr lang="en-GB" sz="2400" spc="8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797E7CB-4857-4A9B-98DB-30E5A83B0900}"/>
              </a:ext>
            </a:extLst>
          </p:cNvPr>
          <p:cNvSpPr/>
          <p:nvPr/>
        </p:nvSpPr>
        <p:spPr>
          <a:xfrm>
            <a:off x="120193" y="5699006"/>
            <a:ext cx="4427531" cy="101374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6B038-2821-794E-45BF-562054EB15B1}"/>
              </a:ext>
            </a:extLst>
          </p:cNvPr>
          <p:cNvSpPr txBox="1"/>
          <p:nvPr/>
        </p:nvSpPr>
        <p:spPr>
          <a:xfrm>
            <a:off x="235292" y="5750004"/>
            <a:ext cx="4085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Chinenye Onyedika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sq-AL" dirty="0">
                <a:solidFill>
                  <a:schemeClr val="bg1"/>
                </a:solidFill>
              </a:rPr>
              <a:t>Shivam Rana</a:t>
            </a:r>
            <a:r>
              <a:rPr lang="en-US" dirty="0">
                <a:solidFill>
                  <a:schemeClr val="bg1"/>
                </a:solidFill>
              </a:rPr>
              <a:t>, </a:t>
            </a:r>
            <a:endParaRPr lang="sq-AL" dirty="0">
              <a:solidFill>
                <a:schemeClr val="bg1"/>
              </a:solidFill>
            </a:endParaRPr>
          </a:p>
          <a:p>
            <a:pPr algn="ctr"/>
            <a:r>
              <a:rPr lang="sq-AL" dirty="0">
                <a:solidFill>
                  <a:schemeClr val="bg1"/>
                </a:solidFill>
              </a:rPr>
              <a:t>Nene Tenabe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sq-AL" dirty="0">
                <a:solidFill>
                  <a:schemeClr val="bg1"/>
                </a:solidFill>
              </a:rPr>
              <a:t>Rupinder Kaur</a:t>
            </a:r>
            <a:r>
              <a:rPr lang="en-US" dirty="0">
                <a:solidFill>
                  <a:schemeClr val="bg1"/>
                </a:solidFill>
              </a:rPr>
              <a:t>,</a:t>
            </a:r>
            <a:endParaRPr lang="sq-AL" dirty="0">
              <a:solidFill>
                <a:schemeClr val="bg1"/>
              </a:solidFill>
            </a:endParaRPr>
          </a:p>
          <a:p>
            <a:pPr algn="ctr"/>
            <a:r>
              <a:rPr lang="sq-AL" dirty="0">
                <a:solidFill>
                  <a:schemeClr val="bg1"/>
                </a:solidFill>
              </a:rPr>
              <a:t>Jobit James</a:t>
            </a:r>
          </a:p>
          <a:p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6249F-9001-2528-79CF-4F824D09F1D8}"/>
              </a:ext>
            </a:extLst>
          </p:cNvPr>
          <p:cNvSpPr txBox="1"/>
          <p:nvPr/>
        </p:nvSpPr>
        <p:spPr>
          <a:xfrm>
            <a:off x="-1051965" y="5288339"/>
            <a:ext cx="40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Group : 7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51014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2" grpId="0" animBg="1"/>
      <p:bldP spid="64" grpId="0"/>
      <p:bldP spid="67" grpId="0" animBg="1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DC6217C5-D2A8-C31C-6903-4AB845061D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>
            <a:fillRect/>
          </a:stretch>
        </p:blipFill>
        <p:spPr/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8B9739-C8BB-4A36-B6CF-53CE36A47FCF}"/>
              </a:ext>
            </a:extLst>
          </p:cNvPr>
          <p:cNvSpPr/>
          <p:nvPr/>
        </p:nvSpPr>
        <p:spPr>
          <a:xfrm>
            <a:off x="500875" y="863752"/>
            <a:ext cx="5369379" cy="3403599"/>
          </a:xfrm>
          <a:prstGeom prst="roundRect">
            <a:avLst>
              <a:gd name="adj" fmla="val 1844"/>
            </a:avLst>
          </a:prstGeom>
          <a:solidFill>
            <a:schemeClr val="bg1"/>
          </a:solidFill>
          <a:ln>
            <a:noFill/>
          </a:ln>
          <a:effectLst>
            <a:outerShdw blurRad="317500" sx="98000" sy="98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E385E-6E9A-4B3A-B64D-A7799576C3C9}"/>
              </a:ext>
            </a:extLst>
          </p:cNvPr>
          <p:cNvSpPr txBox="1"/>
          <p:nvPr/>
        </p:nvSpPr>
        <p:spPr>
          <a:xfrm>
            <a:off x="371402" y="155866"/>
            <a:ext cx="3876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Nexa Light" panose="02000000000000000000" pitchFamily="50" charset="0"/>
              </a:rPr>
              <a:t>Introduction </a:t>
            </a:r>
            <a:r>
              <a:rPr lang="id-ID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?</a:t>
            </a:r>
            <a:endParaRPr lang="en-GB" sz="4000" dirty="0">
              <a:solidFill>
                <a:schemeClr val="accent1"/>
              </a:solidFill>
              <a:latin typeface="Nexa Bold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42C2C-DDED-4C56-98F9-68DD2AD4E7EB}"/>
              </a:ext>
            </a:extLst>
          </p:cNvPr>
          <p:cNvSpPr txBox="1"/>
          <p:nvPr/>
        </p:nvSpPr>
        <p:spPr>
          <a:xfrm>
            <a:off x="580779" y="1178340"/>
            <a:ext cx="5124106" cy="272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Social media is a part of everyday life in Canada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Emotional well-being is increasingly influenced by online behavior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This project explores how digital activity, social media habits, and online interactions relate to mental health indicators</a:t>
            </a:r>
            <a:endParaRPr lang="en-US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1020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7F28-6EAB-F71D-A25D-2CE0C535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>
            <a:extLst>
              <a:ext uri="{FF2B5EF4-FFF2-40B4-BE49-F238E27FC236}">
                <a16:creationId xmlns:a16="http://schemas.microsoft.com/office/drawing/2014/main" id="{EF83A649-788F-031D-517A-98AE7160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4" r="2168" b="1461"/>
          <a:stretch>
            <a:fillRect/>
          </a:stretch>
        </p:blipFill>
        <p:spPr>
          <a:xfrm>
            <a:off x="1" y="2560"/>
            <a:ext cx="6534193" cy="6855440"/>
          </a:xfrm>
          <a:custGeom>
            <a:avLst/>
            <a:gdLst>
              <a:gd name="connsiteX0" fmla="*/ 0 w 6534193"/>
              <a:gd name="connsiteY0" fmla="*/ 0 h 6855440"/>
              <a:gd name="connsiteX1" fmla="*/ 5849012 w 6534193"/>
              <a:gd name="connsiteY1" fmla="*/ 0 h 6855440"/>
              <a:gd name="connsiteX2" fmla="*/ 5784725 w 6534193"/>
              <a:gd name="connsiteY2" fmla="*/ 164454 h 6855440"/>
              <a:gd name="connsiteX3" fmla="*/ 5467349 w 6534193"/>
              <a:gd name="connsiteY3" fmla="*/ 1616691 h 6855440"/>
              <a:gd name="connsiteX4" fmla="*/ 6534149 w 6534193"/>
              <a:gd name="connsiteY4" fmla="*/ 4969491 h 6855440"/>
              <a:gd name="connsiteX5" fmla="*/ 6179380 w 6534193"/>
              <a:gd name="connsiteY5" fmla="*/ 6585532 h 6855440"/>
              <a:gd name="connsiteX6" fmla="*/ 6078906 w 6534193"/>
              <a:gd name="connsiteY6" fmla="*/ 6855440 h 6855440"/>
              <a:gd name="connsiteX7" fmla="*/ 0 w 6534193"/>
              <a:gd name="connsiteY7" fmla="*/ 6855440 h 685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4193" h="6855440">
                <a:moveTo>
                  <a:pt x="0" y="0"/>
                </a:moveTo>
                <a:lnTo>
                  <a:pt x="5849012" y="0"/>
                </a:lnTo>
                <a:lnTo>
                  <a:pt x="5784725" y="164454"/>
                </a:lnTo>
                <a:cubicBezTo>
                  <a:pt x="5597388" y="671323"/>
                  <a:pt x="5468342" y="1175168"/>
                  <a:pt x="5467349" y="1616691"/>
                </a:cubicBezTo>
                <a:cubicBezTo>
                  <a:pt x="5464174" y="3029566"/>
                  <a:pt x="6524625" y="3531216"/>
                  <a:pt x="6534149" y="4969491"/>
                </a:cubicBezTo>
                <a:cubicBezTo>
                  <a:pt x="6537126" y="5418952"/>
                  <a:pt x="6390964" y="5989026"/>
                  <a:pt x="6179380" y="6585532"/>
                </a:cubicBezTo>
                <a:lnTo>
                  <a:pt x="6078906" y="6855440"/>
                </a:lnTo>
                <a:lnTo>
                  <a:pt x="0" y="6855440"/>
                </a:lnTo>
                <a:close/>
              </a:path>
            </a:pathLst>
          </a:custGeom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393DA1AA-F338-0549-F89E-A892D21742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38099" y="319090"/>
            <a:ext cx="5722938" cy="6535740"/>
            <a:chOff x="237" y="201"/>
            <a:chExt cx="3605" cy="4117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3FD37D0-3DE7-FB45-AED4-0386BC9A4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697"/>
              <a:ext cx="618" cy="136"/>
            </a:xfrm>
            <a:custGeom>
              <a:avLst/>
              <a:gdLst>
                <a:gd name="T0" fmla="*/ 281 w 291"/>
                <a:gd name="T1" fmla="*/ 59 h 64"/>
                <a:gd name="T2" fmla="*/ 279 w 291"/>
                <a:gd name="T3" fmla="*/ 59 h 64"/>
                <a:gd name="T4" fmla="*/ 270 w 291"/>
                <a:gd name="T5" fmla="*/ 56 h 64"/>
                <a:gd name="T6" fmla="*/ 269 w 291"/>
                <a:gd name="T7" fmla="*/ 56 h 64"/>
                <a:gd name="T8" fmla="*/ 269 w 291"/>
                <a:gd name="T9" fmla="*/ 54 h 64"/>
                <a:gd name="T10" fmla="*/ 258 w 291"/>
                <a:gd name="T11" fmla="*/ 47 h 64"/>
                <a:gd name="T12" fmla="*/ 256 w 291"/>
                <a:gd name="T13" fmla="*/ 48 h 64"/>
                <a:gd name="T14" fmla="*/ 239 w 291"/>
                <a:gd name="T15" fmla="*/ 39 h 64"/>
                <a:gd name="T16" fmla="*/ 230 w 291"/>
                <a:gd name="T17" fmla="*/ 41 h 64"/>
                <a:gd name="T18" fmla="*/ 216 w 291"/>
                <a:gd name="T19" fmla="*/ 34 h 64"/>
                <a:gd name="T20" fmla="*/ 212 w 291"/>
                <a:gd name="T21" fmla="*/ 35 h 64"/>
                <a:gd name="T22" fmla="*/ 213 w 291"/>
                <a:gd name="T23" fmla="*/ 32 h 64"/>
                <a:gd name="T24" fmla="*/ 194 w 291"/>
                <a:gd name="T25" fmla="*/ 18 h 64"/>
                <a:gd name="T26" fmla="*/ 190 w 291"/>
                <a:gd name="T27" fmla="*/ 19 h 64"/>
                <a:gd name="T28" fmla="*/ 161 w 291"/>
                <a:gd name="T29" fmla="*/ 0 h 64"/>
                <a:gd name="T30" fmla="*/ 132 w 291"/>
                <a:gd name="T31" fmla="*/ 18 h 64"/>
                <a:gd name="T32" fmla="*/ 128 w 291"/>
                <a:gd name="T33" fmla="*/ 17 h 64"/>
                <a:gd name="T34" fmla="*/ 114 w 291"/>
                <a:gd name="T35" fmla="*/ 23 h 64"/>
                <a:gd name="T36" fmla="*/ 106 w 291"/>
                <a:gd name="T37" fmla="*/ 22 h 64"/>
                <a:gd name="T38" fmla="*/ 89 w 291"/>
                <a:gd name="T39" fmla="*/ 32 h 64"/>
                <a:gd name="T40" fmla="*/ 88 w 291"/>
                <a:gd name="T41" fmla="*/ 32 h 64"/>
                <a:gd name="T42" fmla="*/ 74 w 291"/>
                <a:gd name="T43" fmla="*/ 41 h 64"/>
                <a:gd name="T44" fmla="*/ 61 w 291"/>
                <a:gd name="T45" fmla="*/ 37 h 64"/>
                <a:gd name="T46" fmla="*/ 44 w 291"/>
                <a:gd name="T47" fmla="*/ 47 h 64"/>
                <a:gd name="T48" fmla="*/ 39 w 291"/>
                <a:gd name="T49" fmla="*/ 46 h 64"/>
                <a:gd name="T50" fmla="*/ 30 w 291"/>
                <a:gd name="T51" fmla="*/ 53 h 64"/>
                <a:gd name="T52" fmla="*/ 27 w 291"/>
                <a:gd name="T53" fmla="*/ 52 h 64"/>
                <a:gd name="T54" fmla="*/ 20 w 291"/>
                <a:gd name="T55" fmla="*/ 59 h 64"/>
                <a:gd name="T56" fmla="*/ 20 w 291"/>
                <a:gd name="T57" fmla="*/ 60 h 64"/>
                <a:gd name="T58" fmla="*/ 13 w 291"/>
                <a:gd name="T59" fmla="*/ 59 h 64"/>
                <a:gd name="T60" fmla="*/ 0 w 291"/>
                <a:gd name="T61" fmla="*/ 64 h 64"/>
                <a:gd name="T62" fmla="*/ 21 w 291"/>
                <a:gd name="T63" fmla="*/ 64 h 64"/>
                <a:gd name="T64" fmla="*/ 25 w 291"/>
                <a:gd name="T65" fmla="*/ 64 h 64"/>
                <a:gd name="T66" fmla="*/ 33 w 291"/>
                <a:gd name="T67" fmla="*/ 64 h 64"/>
                <a:gd name="T68" fmla="*/ 263 w 291"/>
                <a:gd name="T69" fmla="*/ 64 h 64"/>
                <a:gd name="T70" fmla="*/ 272 w 291"/>
                <a:gd name="T71" fmla="*/ 64 h 64"/>
                <a:gd name="T72" fmla="*/ 278 w 291"/>
                <a:gd name="T73" fmla="*/ 64 h 64"/>
                <a:gd name="T74" fmla="*/ 290 w 291"/>
                <a:gd name="T75" fmla="*/ 64 h 64"/>
                <a:gd name="T76" fmla="*/ 291 w 291"/>
                <a:gd name="T77" fmla="*/ 64 h 64"/>
                <a:gd name="T78" fmla="*/ 281 w 291"/>
                <a:gd name="T79" fmla="*/ 5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91" h="64">
                  <a:moveTo>
                    <a:pt x="281" y="59"/>
                  </a:moveTo>
                  <a:cubicBezTo>
                    <a:pt x="280" y="59"/>
                    <a:pt x="280" y="59"/>
                    <a:pt x="279" y="59"/>
                  </a:cubicBezTo>
                  <a:cubicBezTo>
                    <a:pt x="278" y="57"/>
                    <a:pt x="275" y="56"/>
                    <a:pt x="270" y="56"/>
                  </a:cubicBezTo>
                  <a:cubicBezTo>
                    <a:pt x="270" y="56"/>
                    <a:pt x="269" y="56"/>
                    <a:pt x="269" y="56"/>
                  </a:cubicBezTo>
                  <a:cubicBezTo>
                    <a:pt x="269" y="55"/>
                    <a:pt x="269" y="55"/>
                    <a:pt x="269" y="54"/>
                  </a:cubicBezTo>
                  <a:cubicBezTo>
                    <a:pt x="269" y="50"/>
                    <a:pt x="264" y="47"/>
                    <a:pt x="258" y="47"/>
                  </a:cubicBezTo>
                  <a:cubicBezTo>
                    <a:pt x="257" y="47"/>
                    <a:pt x="257" y="47"/>
                    <a:pt x="256" y="48"/>
                  </a:cubicBezTo>
                  <a:cubicBezTo>
                    <a:pt x="254" y="43"/>
                    <a:pt x="247" y="39"/>
                    <a:pt x="239" y="39"/>
                  </a:cubicBezTo>
                  <a:cubicBezTo>
                    <a:pt x="236" y="39"/>
                    <a:pt x="233" y="40"/>
                    <a:pt x="230" y="41"/>
                  </a:cubicBezTo>
                  <a:cubicBezTo>
                    <a:pt x="228" y="37"/>
                    <a:pt x="223" y="34"/>
                    <a:pt x="216" y="34"/>
                  </a:cubicBezTo>
                  <a:cubicBezTo>
                    <a:pt x="215" y="34"/>
                    <a:pt x="214" y="35"/>
                    <a:pt x="212" y="35"/>
                  </a:cubicBezTo>
                  <a:cubicBezTo>
                    <a:pt x="213" y="34"/>
                    <a:pt x="213" y="33"/>
                    <a:pt x="213" y="32"/>
                  </a:cubicBezTo>
                  <a:cubicBezTo>
                    <a:pt x="213" y="25"/>
                    <a:pt x="204" y="18"/>
                    <a:pt x="194" y="18"/>
                  </a:cubicBezTo>
                  <a:cubicBezTo>
                    <a:pt x="192" y="18"/>
                    <a:pt x="191" y="18"/>
                    <a:pt x="190" y="19"/>
                  </a:cubicBezTo>
                  <a:cubicBezTo>
                    <a:pt x="189" y="8"/>
                    <a:pt x="176" y="0"/>
                    <a:pt x="161" y="0"/>
                  </a:cubicBezTo>
                  <a:cubicBezTo>
                    <a:pt x="146" y="0"/>
                    <a:pt x="134" y="7"/>
                    <a:pt x="132" y="18"/>
                  </a:cubicBezTo>
                  <a:cubicBezTo>
                    <a:pt x="130" y="17"/>
                    <a:pt x="129" y="17"/>
                    <a:pt x="128" y="17"/>
                  </a:cubicBezTo>
                  <a:cubicBezTo>
                    <a:pt x="122" y="17"/>
                    <a:pt x="117" y="20"/>
                    <a:pt x="114" y="23"/>
                  </a:cubicBezTo>
                  <a:cubicBezTo>
                    <a:pt x="112" y="22"/>
                    <a:pt x="109" y="22"/>
                    <a:pt x="106" y="22"/>
                  </a:cubicBezTo>
                  <a:cubicBezTo>
                    <a:pt x="97" y="22"/>
                    <a:pt x="90" y="26"/>
                    <a:pt x="89" y="32"/>
                  </a:cubicBezTo>
                  <a:cubicBezTo>
                    <a:pt x="88" y="32"/>
                    <a:pt x="88" y="32"/>
                    <a:pt x="88" y="32"/>
                  </a:cubicBezTo>
                  <a:cubicBezTo>
                    <a:pt x="81" y="32"/>
                    <a:pt x="75" y="36"/>
                    <a:pt x="74" y="41"/>
                  </a:cubicBezTo>
                  <a:cubicBezTo>
                    <a:pt x="71" y="39"/>
                    <a:pt x="67" y="37"/>
                    <a:pt x="61" y="37"/>
                  </a:cubicBezTo>
                  <a:cubicBezTo>
                    <a:pt x="52" y="37"/>
                    <a:pt x="45" y="41"/>
                    <a:pt x="44" y="47"/>
                  </a:cubicBezTo>
                  <a:cubicBezTo>
                    <a:pt x="43" y="46"/>
                    <a:pt x="41" y="46"/>
                    <a:pt x="39" y="46"/>
                  </a:cubicBezTo>
                  <a:cubicBezTo>
                    <a:pt x="35" y="46"/>
                    <a:pt x="31" y="49"/>
                    <a:pt x="30" y="53"/>
                  </a:cubicBezTo>
                  <a:cubicBezTo>
                    <a:pt x="29" y="52"/>
                    <a:pt x="28" y="52"/>
                    <a:pt x="27" y="52"/>
                  </a:cubicBezTo>
                  <a:cubicBezTo>
                    <a:pt x="23" y="52"/>
                    <a:pt x="20" y="55"/>
                    <a:pt x="20" y="59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8" y="59"/>
                    <a:pt x="15" y="59"/>
                    <a:pt x="13" y="59"/>
                  </a:cubicBezTo>
                  <a:cubicBezTo>
                    <a:pt x="6" y="59"/>
                    <a:pt x="1" y="61"/>
                    <a:pt x="0" y="64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263" y="64"/>
                    <a:pt x="263" y="64"/>
                    <a:pt x="263" y="64"/>
                  </a:cubicBezTo>
                  <a:cubicBezTo>
                    <a:pt x="272" y="64"/>
                    <a:pt x="272" y="64"/>
                    <a:pt x="272" y="64"/>
                  </a:cubicBezTo>
                  <a:cubicBezTo>
                    <a:pt x="278" y="64"/>
                    <a:pt x="278" y="64"/>
                    <a:pt x="278" y="64"/>
                  </a:cubicBezTo>
                  <a:cubicBezTo>
                    <a:pt x="290" y="64"/>
                    <a:pt x="290" y="64"/>
                    <a:pt x="290" y="64"/>
                  </a:cubicBezTo>
                  <a:cubicBezTo>
                    <a:pt x="291" y="64"/>
                    <a:pt x="291" y="64"/>
                    <a:pt x="291" y="64"/>
                  </a:cubicBezTo>
                  <a:cubicBezTo>
                    <a:pt x="291" y="61"/>
                    <a:pt x="286" y="59"/>
                    <a:pt x="281" y="59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71029CC-66A0-B77B-1D48-1B7D21BF2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950"/>
              <a:ext cx="367" cy="82"/>
            </a:xfrm>
            <a:custGeom>
              <a:avLst/>
              <a:gdLst>
                <a:gd name="T0" fmla="*/ 168 w 173"/>
                <a:gd name="T1" fmla="*/ 36 h 39"/>
                <a:gd name="T2" fmla="*/ 166 w 173"/>
                <a:gd name="T3" fmla="*/ 36 h 39"/>
                <a:gd name="T4" fmla="*/ 161 w 173"/>
                <a:gd name="T5" fmla="*/ 34 h 39"/>
                <a:gd name="T6" fmla="*/ 160 w 173"/>
                <a:gd name="T7" fmla="*/ 34 h 39"/>
                <a:gd name="T8" fmla="*/ 160 w 173"/>
                <a:gd name="T9" fmla="*/ 33 h 39"/>
                <a:gd name="T10" fmla="*/ 154 w 173"/>
                <a:gd name="T11" fmla="*/ 29 h 39"/>
                <a:gd name="T12" fmla="*/ 152 w 173"/>
                <a:gd name="T13" fmla="*/ 29 h 39"/>
                <a:gd name="T14" fmla="*/ 142 w 173"/>
                <a:gd name="T15" fmla="*/ 24 h 39"/>
                <a:gd name="T16" fmla="*/ 137 w 173"/>
                <a:gd name="T17" fmla="*/ 25 h 39"/>
                <a:gd name="T18" fmla="*/ 129 w 173"/>
                <a:gd name="T19" fmla="*/ 21 h 39"/>
                <a:gd name="T20" fmla="*/ 126 w 173"/>
                <a:gd name="T21" fmla="*/ 21 h 39"/>
                <a:gd name="T22" fmla="*/ 127 w 173"/>
                <a:gd name="T23" fmla="*/ 20 h 39"/>
                <a:gd name="T24" fmla="*/ 115 w 173"/>
                <a:gd name="T25" fmla="*/ 11 h 39"/>
                <a:gd name="T26" fmla="*/ 113 w 173"/>
                <a:gd name="T27" fmla="*/ 12 h 39"/>
                <a:gd name="T28" fmla="*/ 96 w 173"/>
                <a:gd name="T29" fmla="*/ 0 h 39"/>
                <a:gd name="T30" fmla="*/ 78 w 173"/>
                <a:gd name="T31" fmla="*/ 11 h 39"/>
                <a:gd name="T32" fmla="*/ 76 w 173"/>
                <a:gd name="T33" fmla="*/ 11 h 39"/>
                <a:gd name="T34" fmla="*/ 68 w 173"/>
                <a:gd name="T35" fmla="*/ 14 h 39"/>
                <a:gd name="T36" fmla="*/ 63 w 173"/>
                <a:gd name="T37" fmla="*/ 13 h 39"/>
                <a:gd name="T38" fmla="*/ 52 w 173"/>
                <a:gd name="T39" fmla="*/ 20 h 39"/>
                <a:gd name="T40" fmla="*/ 52 w 173"/>
                <a:gd name="T41" fmla="*/ 20 h 39"/>
                <a:gd name="T42" fmla="*/ 44 w 173"/>
                <a:gd name="T43" fmla="*/ 25 h 39"/>
                <a:gd name="T44" fmla="*/ 36 w 173"/>
                <a:gd name="T45" fmla="*/ 23 h 39"/>
                <a:gd name="T46" fmla="*/ 26 w 173"/>
                <a:gd name="T47" fmla="*/ 29 h 39"/>
                <a:gd name="T48" fmla="*/ 23 w 173"/>
                <a:gd name="T49" fmla="*/ 28 h 39"/>
                <a:gd name="T50" fmla="*/ 18 w 173"/>
                <a:gd name="T51" fmla="*/ 32 h 39"/>
                <a:gd name="T52" fmla="*/ 16 w 173"/>
                <a:gd name="T53" fmla="*/ 32 h 39"/>
                <a:gd name="T54" fmla="*/ 11 w 173"/>
                <a:gd name="T55" fmla="*/ 36 h 39"/>
                <a:gd name="T56" fmla="*/ 11 w 173"/>
                <a:gd name="T57" fmla="*/ 36 h 39"/>
                <a:gd name="T58" fmla="*/ 7 w 173"/>
                <a:gd name="T59" fmla="*/ 36 h 39"/>
                <a:gd name="T60" fmla="*/ 0 w 173"/>
                <a:gd name="T61" fmla="*/ 39 h 39"/>
                <a:gd name="T62" fmla="*/ 12 w 173"/>
                <a:gd name="T63" fmla="*/ 39 h 39"/>
                <a:gd name="T64" fmla="*/ 15 w 173"/>
                <a:gd name="T65" fmla="*/ 39 h 39"/>
                <a:gd name="T66" fmla="*/ 19 w 173"/>
                <a:gd name="T67" fmla="*/ 39 h 39"/>
                <a:gd name="T68" fmla="*/ 156 w 173"/>
                <a:gd name="T69" fmla="*/ 39 h 39"/>
                <a:gd name="T70" fmla="*/ 162 w 173"/>
                <a:gd name="T71" fmla="*/ 39 h 39"/>
                <a:gd name="T72" fmla="*/ 166 w 173"/>
                <a:gd name="T73" fmla="*/ 39 h 39"/>
                <a:gd name="T74" fmla="*/ 173 w 173"/>
                <a:gd name="T75" fmla="*/ 39 h 39"/>
                <a:gd name="T76" fmla="*/ 173 w 173"/>
                <a:gd name="T77" fmla="*/ 39 h 39"/>
                <a:gd name="T78" fmla="*/ 168 w 173"/>
                <a:gd name="T79" fmla="*/ 3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3" h="39">
                  <a:moveTo>
                    <a:pt x="168" y="36"/>
                  </a:moveTo>
                  <a:cubicBezTo>
                    <a:pt x="167" y="36"/>
                    <a:pt x="167" y="36"/>
                    <a:pt x="166" y="36"/>
                  </a:cubicBezTo>
                  <a:cubicBezTo>
                    <a:pt x="166" y="35"/>
                    <a:pt x="164" y="34"/>
                    <a:pt x="161" y="34"/>
                  </a:cubicBezTo>
                  <a:cubicBezTo>
                    <a:pt x="161" y="34"/>
                    <a:pt x="160" y="34"/>
                    <a:pt x="160" y="34"/>
                  </a:cubicBezTo>
                  <a:cubicBezTo>
                    <a:pt x="160" y="34"/>
                    <a:pt x="160" y="33"/>
                    <a:pt x="160" y="33"/>
                  </a:cubicBezTo>
                  <a:cubicBezTo>
                    <a:pt x="160" y="31"/>
                    <a:pt x="157" y="29"/>
                    <a:pt x="154" y="29"/>
                  </a:cubicBezTo>
                  <a:cubicBezTo>
                    <a:pt x="153" y="29"/>
                    <a:pt x="153" y="29"/>
                    <a:pt x="152" y="29"/>
                  </a:cubicBezTo>
                  <a:cubicBezTo>
                    <a:pt x="151" y="26"/>
                    <a:pt x="147" y="24"/>
                    <a:pt x="142" y="24"/>
                  </a:cubicBezTo>
                  <a:cubicBezTo>
                    <a:pt x="140" y="24"/>
                    <a:pt x="139" y="25"/>
                    <a:pt x="137" y="25"/>
                  </a:cubicBezTo>
                  <a:cubicBezTo>
                    <a:pt x="136" y="23"/>
                    <a:pt x="133" y="21"/>
                    <a:pt x="129" y="21"/>
                  </a:cubicBezTo>
                  <a:cubicBezTo>
                    <a:pt x="128" y="21"/>
                    <a:pt x="127" y="21"/>
                    <a:pt x="126" y="21"/>
                  </a:cubicBezTo>
                  <a:cubicBezTo>
                    <a:pt x="127" y="21"/>
                    <a:pt x="127" y="20"/>
                    <a:pt x="127" y="20"/>
                  </a:cubicBezTo>
                  <a:cubicBezTo>
                    <a:pt x="127" y="15"/>
                    <a:pt x="121" y="11"/>
                    <a:pt x="115" y="11"/>
                  </a:cubicBezTo>
                  <a:cubicBezTo>
                    <a:pt x="114" y="11"/>
                    <a:pt x="114" y="11"/>
                    <a:pt x="113" y="12"/>
                  </a:cubicBezTo>
                  <a:cubicBezTo>
                    <a:pt x="112" y="5"/>
                    <a:pt x="105" y="0"/>
                    <a:pt x="96" y="0"/>
                  </a:cubicBezTo>
                  <a:cubicBezTo>
                    <a:pt x="87" y="0"/>
                    <a:pt x="79" y="5"/>
                    <a:pt x="78" y="11"/>
                  </a:cubicBezTo>
                  <a:cubicBezTo>
                    <a:pt x="77" y="11"/>
                    <a:pt x="77" y="11"/>
                    <a:pt x="76" y="11"/>
                  </a:cubicBezTo>
                  <a:cubicBezTo>
                    <a:pt x="72" y="11"/>
                    <a:pt x="69" y="12"/>
                    <a:pt x="68" y="14"/>
                  </a:cubicBezTo>
                  <a:cubicBezTo>
                    <a:pt x="66" y="14"/>
                    <a:pt x="64" y="13"/>
                    <a:pt x="63" y="13"/>
                  </a:cubicBezTo>
                  <a:cubicBezTo>
                    <a:pt x="57" y="13"/>
                    <a:pt x="53" y="16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48" y="20"/>
                    <a:pt x="44" y="22"/>
                    <a:pt x="44" y="25"/>
                  </a:cubicBezTo>
                  <a:cubicBezTo>
                    <a:pt x="42" y="24"/>
                    <a:pt x="39" y="23"/>
                    <a:pt x="36" y="23"/>
                  </a:cubicBezTo>
                  <a:cubicBezTo>
                    <a:pt x="30" y="23"/>
                    <a:pt x="26" y="25"/>
                    <a:pt x="26" y="29"/>
                  </a:cubicBezTo>
                  <a:cubicBezTo>
                    <a:pt x="25" y="28"/>
                    <a:pt x="24" y="28"/>
                    <a:pt x="23" y="28"/>
                  </a:cubicBezTo>
                  <a:cubicBezTo>
                    <a:pt x="20" y="28"/>
                    <a:pt x="18" y="30"/>
                    <a:pt x="18" y="32"/>
                  </a:cubicBezTo>
                  <a:cubicBezTo>
                    <a:pt x="17" y="32"/>
                    <a:pt x="16" y="32"/>
                    <a:pt x="16" y="32"/>
                  </a:cubicBezTo>
                  <a:cubicBezTo>
                    <a:pt x="13" y="32"/>
                    <a:pt x="11" y="34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6"/>
                    <a:pt x="7" y="36"/>
                  </a:cubicBezTo>
                  <a:cubicBezTo>
                    <a:pt x="3" y="36"/>
                    <a:pt x="0" y="37"/>
                    <a:pt x="0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56" y="39"/>
                    <a:pt x="156" y="39"/>
                    <a:pt x="156" y="39"/>
                  </a:cubicBezTo>
                  <a:cubicBezTo>
                    <a:pt x="162" y="39"/>
                    <a:pt x="162" y="39"/>
                    <a:pt x="162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73" y="39"/>
                    <a:pt x="173" y="39"/>
                    <a:pt x="173" y="39"/>
                  </a:cubicBezTo>
                  <a:cubicBezTo>
                    <a:pt x="173" y="39"/>
                    <a:pt x="173" y="39"/>
                    <a:pt x="173" y="39"/>
                  </a:cubicBezTo>
                  <a:cubicBezTo>
                    <a:pt x="173" y="37"/>
                    <a:pt x="171" y="36"/>
                    <a:pt x="168" y="36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593B9967-E9DB-5F2D-FF24-09D9049E5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2716"/>
              <a:ext cx="803" cy="246"/>
            </a:xfrm>
            <a:custGeom>
              <a:avLst/>
              <a:gdLst>
                <a:gd name="T0" fmla="*/ 366 w 378"/>
                <a:gd name="T1" fmla="*/ 107 h 116"/>
                <a:gd name="T2" fmla="*/ 363 w 378"/>
                <a:gd name="T3" fmla="*/ 107 h 116"/>
                <a:gd name="T4" fmla="*/ 352 w 378"/>
                <a:gd name="T5" fmla="*/ 101 h 116"/>
                <a:gd name="T6" fmla="*/ 349 w 378"/>
                <a:gd name="T7" fmla="*/ 101 h 116"/>
                <a:gd name="T8" fmla="*/ 350 w 378"/>
                <a:gd name="T9" fmla="*/ 98 h 116"/>
                <a:gd name="T10" fmla="*/ 336 w 378"/>
                <a:gd name="T11" fmla="*/ 86 h 116"/>
                <a:gd name="T12" fmla="*/ 333 w 378"/>
                <a:gd name="T13" fmla="*/ 86 h 116"/>
                <a:gd name="T14" fmla="*/ 311 w 378"/>
                <a:gd name="T15" fmla="*/ 72 h 116"/>
                <a:gd name="T16" fmla="*/ 300 w 378"/>
                <a:gd name="T17" fmla="*/ 74 h 116"/>
                <a:gd name="T18" fmla="*/ 281 w 378"/>
                <a:gd name="T19" fmla="*/ 63 h 116"/>
                <a:gd name="T20" fmla="*/ 276 w 378"/>
                <a:gd name="T21" fmla="*/ 63 h 116"/>
                <a:gd name="T22" fmla="*/ 277 w 378"/>
                <a:gd name="T23" fmla="*/ 58 h 116"/>
                <a:gd name="T24" fmla="*/ 252 w 378"/>
                <a:gd name="T25" fmla="*/ 33 h 116"/>
                <a:gd name="T26" fmla="*/ 247 w 378"/>
                <a:gd name="T27" fmla="*/ 34 h 116"/>
                <a:gd name="T28" fmla="*/ 209 w 378"/>
                <a:gd name="T29" fmla="*/ 0 h 116"/>
                <a:gd name="T30" fmla="*/ 171 w 378"/>
                <a:gd name="T31" fmla="*/ 32 h 116"/>
                <a:gd name="T32" fmla="*/ 166 w 378"/>
                <a:gd name="T33" fmla="*/ 31 h 116"/>
                <a:gd name="T34" fmla="*/ 149 w 378"/>
                <a:gd name="T35" fmla="*/ 43 h 116"/>
                <a:gd name="T36" fmla="*/ 137 w 378"/>
                <a:gd name="T37" fmla="*/ 39 h 116"/>
                <a:gd name="T38" fmla="*/ 115 w 378"/>
                <a:gd name="T39" fmla="*/ 58 h 116"/>
                <a:gd name="T40" fmla="*/ 114 w 378"/>
                <a:gd name="T41" fmla="*/ 58 h 116"/>
                <a:gd name="T42" fmla="*/ 97 w 378"/>
                <a:gd name="T43" fmla="*/ 75 h 116"/>
                <a:gd name="T44" fmla="*/ 79 w 378"/>
                <a:gd name="T45" fmla="*/ 67 h 116"/>
                <a:gd name="T46" fmla="*/ 57 w 378"/>
                <a:gd name="T47" fmla="*/ 85 h 116"/>
                <a:gd name="T48" fmla="*/ 51 w 378"/>
                <a:gd name="T49" fmla="*/ 83 h 116"/>
                <a:gd name="T50" fmla="*/ 39 w 378"/>
                <a:gd name="T51" fmla="*/ 96 h 116"/>
                <a:gd name="T52" fmla="*/ 35 w 378"/>
                <a:gd name="T53" fmla="*/ 94 h 116"/>
                <a:gd name="T54" fmla="*/ 25 w 378"/>
                <a:gd name="T55" fmla="*/ 107 h 116"/>
                <a:gd name="T56" fmla="*/ 25 w 378"/>
                <a:gd name="T57" fmla="*/ 108 h 116"/>
                <a:gd name="T58" fmla="*/ 16 w 378"/>
                <a:gd name="T59" fmla="*/ 107 h 116"/>
                <a:gd name="T60" fmla="*/ 0 w 378"/>
                <a:gd name="T61" fmla="*/ 116 h 116"/>
                <a:gd name="T62" fmla="*/ 27 w 378"/>
                <a:gd name="T63" fmla="*/ 116 h 116"/>
                <a:gd name="T64" fmla="*/ 33 w 378"/>
                <a:gd name="T65" fmla="*/ 116 h 116"/>
                <a:gd name="T66" fmla="*/ 43 w 378"/>
                <a:gd name="T67" fmla="*/ 116 h 116"/>
                <a:gd name="T68" fmla="*/ 342 w 378"/>
                <a:gd name="T69" fmla="*/ 116 h 116"/>
                <a:gd name="T70" fmla="*/ 353 w 378"/>
                <a:gd name="T71" fmla="*/ 116 h 116"/>
                <a:gd name="T72" fmla="*/ 362 w 378"/>
                <a:gd name="T73" fmla="*/ 116 h 116"/>
                <a:gd name="T74" fmla="*/ 378 w 378"/>
                <a:gd name="T75" fmla="*/ 116 h 116"/>
                <a:gd name="T76" fmla="*/ 378 w 378"/>
                <a:gd name="T77" fmla="*/ 115 h 116"/>
                <a:gd name="T78" fmla="*/ 366 w 378"/>
                <a:gd name="T79" fmla="*/ 10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8" h="116">
                  <a:moveTo>
                    <a:pt x="366" y="107"/>
                  </a:moveTo>
                  <a:cubicBezTo>
                    <a:pt x="365" y="107"/>
                    <a:pt x="364" y="107"/>
                    <a:pt x="363" y="107"/>
                  </a:cubicBezTo>
                  <a:cubicBezTo>
                    <a:pt x="362" y="104"/>
                    <a:pt x="357" y="101"/>
                    <a:pt x="352" y="101"/>
                  </a:cubicBezTo>
                  <a:cubicBezTo>
                    <a:pt x="351" y="101"/>
                    <a:pt x="350" y="101"/>
                    <a:pt x="349" y="101"/>
                  </a:cubicBezTo>
                  <a:cubicBezTo>
                    <a:pt x="350" y="100"/>
                    <a:pt x="350" y="99"/>
                    <a:pt x="350" y="98"/>
                  </a:cubicBezTo>
                  <a:cubicBezTo>
                    <a:pt x="350" y="91"/>
                    <a:pt x="344" y="86"/>
                    <a:pt x="336" y="86"/>
                  </a:cubicBezTo>
                  <a:cubicBezTo>
                    <a:pt x="335" y="86"/>
                    <a:pt x="334" y="86"/>
                    <a:pt x="333" y="86"/>
                  </a:cubicBezTo>
                  <a:cubicBezTo>
                    <a:pt x="331" y="78"/>
                    <a:pt x="322" y="72"/>
                    <a:pt x="311" y="72"/>
                  </a:cubicBezTo>
                  <a:cubicBezTo>
                    <a:pt x="307" y="72"/>
                    <a:pt x="303" y="73"/>
                    <a:pt x="300" y="74"/>
                  </a:cubicBezTo>
                  <a:cubicBezTo>
                    <a:pt x="297" y="67"/>
                    <a:pt x="290" y="63"/>
                    <a:pt x="281" y="63"/>
                  </a:cubicBezTo>
                  <a:cubicBezTo>
                    <a:pt x="279" y="63"/>
                    <a:pt x="278" y="63"/>
                    <a:pt x="276" y="63"/>
                  </a:cubicBezTo>
                  <a:cubicBezTo>
                    <a:pt x="277" y="62"/>
                    <a:pt x="277" y="60"/>
                    <a:pt x="277" y="58"/>
                  </a:cubicBezTo>
                  <a:cubicBezTo>
                    <a:pt x="277" y="45"/>
                    <a:pt x="266" y="33"/>
                    <a:pt x="252" y="33"/>
                  </a:cubicBezTo>
                  <a:cubicBezTo>
                    <a:pt x="250" y="33"/>
                    <a:pt x="249" y="34"/>
                    <a:pt x="247" y="34"/>
                  </a:cubicBezTo>
                  <a:cubicBezTo>
                    <a:pt x="245" y="15"/>
                    <a:pt x="229" y="0"/>
                    <a:pt x="209" y="0"/>
                  </a:cubicBezTo>
                  <a:cubicBezTo>
                    <a:pt x="190" y="0"/>
                    <a:pt x="174" y="14"/>
                    <a:pt x="171" y="32"/>
                  </a:cubicBezTo>
                  <a:cubicBezTo>
                    <a:pt x="169" y="32"/>
                    <a:pt x="168" y="31"/>
                    <a:pt x="166" y="31"/>
                  </a:cubicBezTo>
                  <a:cubicBezTo>
                    <a:pt x="158" y="31"/>
                    <a:pt x="151" y="36"/>
                    <a:pt x="149" y="43"/>
                  </a:cubicBezTo>
                  <a:cubicBezTo>
                    <a:pt x="145" y="41"/>
                    <a:pt x="141" y="39"/>
                    <a:pt x="137" y="39"/>
                  </a:cubicBezTo>
                  <a:cubicBezTo>
                    <a:pt x="126" y="39"/>
                    <a:pt x="117" y="47"/>
                    <a:pt x="115" y="58"/>
                  </a:cubicBezTo>
                  <a:cubicBezTo>
                    <a:pt x="114" y="58"/>
                    <a:pt x="114" y="58"/>
                    <a:pt x="114" y="58"/>
                  </a:cubicBezTo>
                  <a:cubicBezTo>
                    <a:pt x="105" y="58"/>
                    <a:pt x="97" y="66"/>
                    <a:pt x="97" y="75"/>
                  </a:cubicBezTo>
                  <a:cubicBezTo>
                    <a:pt x="93" y="70"/>
                    <a:pt x="86" y="67"/>
                    <a:pt x="79" y="67"/>
                  </a:cubicBezTo>
                  <a:cubicBezTo>
                    <a:pt x="67" y="67"/>
                    <a:pt x="58" y="75"/>
                    <a:pt x="57" y="85"/>
                  </a:cubicBezTo>
                  <a:cubicBezTo>
                    <a:pt x="56" y="84"/>
                    <a:pt x="53" y="83"/>
                    <a:pt x="51" y="83"/>
                  </a:cubicBezTo>
                  <a:cubicBezTo>
                    <a:pt x="45" y="83"/>
                    <a:pt x="40" y="88"/>
                    <a:pt x="39" y="96"/>
                  </a:cubicBezTo>
                  <a:cubicBezTo>
                    <a:pt x="38" y="95"/>
                    <a:pt x="36" y="94"/>
                    <a:pt x="35" y="94"/>
                  </a:cubicBezTo>
                  <a:cubicBezTo>
                    <a:pt x="30" y="94"/>
                    <a:pt x="25" y="100"/>
                    <a:pt x="25" y="107"/>
                  </a:cubicBezTo>
                  <a:cubicBezTo>
                    <a:pt x="25" y="108"/>
                    <a:pt x="25" y="108"/>
                    <a:pt x="25" y="108"/>
                  </a:cubicBezTo>
                  <a:cubicBezTo>
                    <a:pt x="23" y="107"/>
                    <a:pt x="20" y="107"/>
                    <a:pt x="16" y="107"/>
                  </a:cubicBezTo>
                  <a:cubicBezTo>
                    <a:pt x="7" y="107"/>
                    <a:pt x="0" y="111"/>
                    <a:pt x="0" y="116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33" y="116"/>
                    <a:pt x="33" y="116"/>
                    <a:pt x="33" y="116"/>
                  </a:cubicBezTo>
                  <a:cubicBezTo>
                    <a:pt x="43" y="116"/>
                    <a:pt x="43" y="116"/>
                    <a:pt x="43" y="116"/>
                  </a:cubicBezTo>
                  <a:cubicBezTo>
                    <a:pt x="342" y="116"/>
                    <a:pt x="342" y="116"/>
                    <a:pt x="342" y="116"/>
                  </a:cubicBezTo>
                  <a:cubicBezTo>
                    <a:pt x="353" y="116"/>
                    <a:pt x="353" y="116"/>
                    <a:pt x="353" y="116"/>
                  </a:cubicBezTo>
                  <a:cubicBezTo>
                    <a:pt x="362" y="116"/>
                    <a:pt x="362" y="116"/>
                    <a:pt x="362" y="116"/>
                  </a:cubicBezTo>
                  <a:cubicBezTo>
                    <a:pt x="378" y="116"/>
                    <a:pt x="378" y="116"/>
                    <a:pt x="378" y="116"/>
                  </a:cubicBezTo>
                  <a:cubicBezTo>
                    <a:pt x="378" y="115"/>
                    <a:pt x="378" y="115"/>
                    <a:pt x="378" y="115"/>
                  </a:cubicBezTo>
                  <a:cubicBezTo>
                    <a:pt x="378" y="111"/>
                    <a:pt x="373" y="107"/>
                    <a:pt x="366" y="107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E254BC49-C0CB-027E-0F0B-EB975C404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2181"/>
              <a:ext cx="225" cy="70"/>
            </a:xfrm>
            <a:custGeom>
              <a:avLst/>
              <a:gdLst>
                <a:gd name="T0" fmla="*/ 103 w 106"/>
                <a:gd name="T1" fmla="*/ 31 h 33"/>
                <a:gd name="T2" fmla="*/ 102 w 106"/>
                <a:gd name="T3" fmla="*/ 31 h 33"/>
                <a:gd name="T4" fmla="*/ 99 w 106"/>
                <a:gd name="T5" fmla="*/ 29 h 33"/>
                <a:gd name="T6" fmla="*/ 98 w 106"/>
                <a:gd name="T7" fmla="*/ 29 h 33"/>
                <a:gd name="T8" fmla="*/ 98 w 106"/>
                <a:gd name="T9" fmla="*/ 28 h 33"/>
                <a:gd name="T10" fmla="*/ 94 w 106"/>
                <a:gd name="T11" fmla="*/ 25 h 33"/>
                <a:gd name="T12" fmla="*/ 93 w 106"/>
                <a:gd name="T13" fmla="*/ 25 h 33"/>
                <a:gd name="T14" fmla="*/ 87 w 106"/>
                <a:gd name="T15" fmla="*/ 21 h 33"/>
                <a:gd name="T16" fmla="*/ 84 w 106"/>
                <a:gd name="T17" fmla="*/ 21 h 33"/>
                <a:gd name="T18" fmla="*/ 79 w 106"/>
                <a:gd name="T19" fmla="*/ 18 h 33"/>
                <a:gd name="T20" fmla="*/ 77 w 106"/>
                <a:gd name="T21" fmla="*/ 18 h 33"/>
                <a:gd name="T22" fmla="*/ 78 w 106"/>
                <a:gd name="T23" fmla="*/ 17 h 33"/>
                <a:gd name="T24" fmla="*/ 70 w 106"/>
                <a:gd name="T25" fmla="*/ 10 h 33"/>
                <a:gd name="T26" fmla="*/ 69 w 106"/>
                <a:gd name="T27" fmla="*/ 10 h 33"/>
                <a:gd name="T28" fmla="*/ 58 w 106"/>
                <a:gd name="T29" fmla="*/ 0 h 33"/>
                <a:gd name="T30" fmla="*/ 48 w 106"/>
                <a:gd name="T31" fmla="*/ 10 h 33"/>
                <a:gd name="T32" fmla="*/ 46 w 106"/>
                <a:gd name="T33" fmla="*/ 9 h 33"/>
                <a:gd name="T34" fmla="*/ 41 w 106"/>
                <a:gd name="T35" fmla="*/ 13 h 33"/>
                <a:gd name="T36" fmla="*/ 38 w 106"/>
                <a:gd name="T37" fmla="*/ 12 h 33"/>
                <a:gd name="T38" fmla="*/ 32 w 106"/>
                <a:gd name="T39" fmla="*/ 17 h 33"/>
                <a:gd name="T40" fmla="*/ 32 w 106"/>
                <a:gd name="T41" fmla="*/ 17 h 33"/>
                <a:gd name="T42" fmla="*/ 27 w 106"/>
                <a:gd name="T43" fmla="*/ 22 h 33"/>
                <a:gd name="T44" fmla="*/ 22 w 106"/>
                <a:gd name="T45" fmla="*/ 19 h 33"/>
                <a:gd name="T46" fmla="*/ 16 w 106"/>
                <a:gd name="T47" fmla="*/ 25 h 33"/>
                <a:gd name="T48" fmla="*/ 14 w 106"/>
                <a:gd name="T49" fmla="*/ 24 h 33"/>
                <a:gd name="T50" fmla="*/ 11 w 106"/>
                <a:gd name="T51" fmla="*/ 27 h 33"/>
                <a:gd name="T52" fmla="*/ 9 w 106"/>
                <a:gd name="T53" fmla="*/ 27 h 33"/>
                <a:gd name="T54" fmla="*/ 7 w 106"/>
                <a:gd name="T55" fmla="*/ 31 h 33"/>
                <a:gd name="T56" fmla="*/ 7 w 106"/>
                <a:gd name="T57" fmla="*/ 31 h 33"/>
                <a:gd name="T58" fmla="*/ 4 w 106"/>
                <a:gd name="T59" fmla="*/ 31 h 33"/>
                <a:gd name="T60" fmla="*/ 0 w 106"/>
                <a:gd name="T61" fmla="*/ 33 h 33"/>
                <a:gd name="T62" fmla="*/ 7 w 106"/>
                <a:gd name="T63" fmla="*/ 33 h 33"/>
                <a:gd name="T64" fmla="*/ 9 w 106"/>
                <a:gd name="T65" fmla="*/ 33 h 33"/>
                <a:gd name="T66" fmla="*/ 12 w 106"/>
                <a:gd name="T67" fmla="*/ 33 h 33"/>
                <a:gd name="T68" fmla="*/ 96 w 106"/>
                <a:gd name="T69" fmla="*/ 33 h 33"/>
                <a:gd name="T70" fmla="*/ 99 w 106"/>
                <a:gd name="T71" fmla="*/ 33 h 33"/>
                <a:gd name="T72" fmla="*/ 102 w 106"/>
                <a:gd name="T73" fmla="*/ 33 h 33"/>
                <a:gd name="T74" fmla="*/ 106 w 106"/>
                <a:gd name="T75" fmla="*/ 33 h 33"/>
                <a:gd name="T76" fmla="*/ 106 w 106"/>
                <a:gd name="T77" fmla="*/ 33 h 33"/>
                <a:gd name="T78" fmla="*/ 103 w 106"/>
                <a:gd name="T7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6" h="33">
                  <a:moveTo>
                    <a:pt x="103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1" y="30"/>
                    <a:pt x="100" y="29"/>
                    <a:pt x="99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8" y="26"/>
                    <a:pt x="96" y="25"/>
                    <a:pt x="94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3" y="23"/>
                    <a:pt x="90" y="21"/>
                    <a:pt x="87" y="21"/>
                  </a:cubicBezTo>
                  <a:cubicBezTo>
                    <a:pt x="86" y="21"/>
                    <a:pt x="85" y="21"/>
                    <a:pt x="84" y="21"/>
                  </a:cubicBezTo>
                  <a:cubicBezTo>
                    <a:pt x="83" y="20"/>
                    <a:pt x="81" y="18"/>
                    <a:pt x="79" y="18"/>
                  </a:cubicBezTo>
                  <a:cubicBezTo>
                    <a:pt x="78" y="18"/>
                    <a:pt x="78" y="18"/>
                    <a:pt x="77" y="18"/>
                  </a:cubicBezTo>
                  <a:cubicBezTo>
                    <a:pt x="77" y="18"/>
                    <a:pt x="78" y="18"/>
                    <a:pt x="78" y="17"/>
                  </a:cubicBezTo>
                  <a:cubicBezTo>
                    <a:pt x="78" y="13"/>
                    <a:pt x="74" y="10"/>
                    <a:pt x="70" y="10"/>
                  </a:cubicBezTo>
                  <a:cubicBezTo>
                    <a:pt x="70" y="10"/>
                    <a:pt x="70" y="10"/>
                    <a:pt x="69" y="10"/>
                  </a:cubicBezTo>
                  <a:cubicBezTo>
                    <a:pt x="69" y="5"/>
                    <a:pt x="64" y="0"/>
                    <a:pt x="58" y="0"/>
                  </a:cubicBezTo>
                  <a:cubicBezTo>
                    <a:pt x="53" y="0"/>
                    <a:pt x="49" y="4"/>
                    <a:pt x="48" y="10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4" y="9"/>
                    <a:pt x="42" y="11"/>
                    <a:pt x="41" y="13"/>
                  </a:cubicBezTo>
                  <a:cubicBezTo>
                    <a:pt x="40" y="12"/>
                    <a:pt x="39" y="12"/>
                    <a:pt x="38" y="12"/>
                  </a:cubicBezTo>
                  <a:cubicBezTo>
                    <a:pt x="35" y="12"/>
                    <a:pt x="32" y="14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29" y="17"/>
                    <a:pt x="27" y="19"/>
                    <a:pt x="27" y="22"/>
                  </a:cubicBezTo>
                  <a:cubicBezTo>
                    <a:pt x="26" y="20"/>
                    <a:pt x="24" y="19"/>
                    <a:pt x="22" y="19"/>
                  </a:cubicBezTo>
                  <a:cubicBezTo>
                    <a:pt x="19" y="19"/>
                    <a:pt x="16" y="22"/>
                    <a:pt x="16" y="25"/>
                  </a:cubicBezTo>
                  <a:cubicBezTo>
                    <a:pt x="15" y="24"/>
                    <a:pt x="15" y="24"/>
                    <a:pt x="14" y="24"/>
                  </a:cubicBezTo>
                  <a:cubicBezTo>
                    <a:pt x="12" y="24"/>
                    <a:pt x="11" y="25"/>
                    <a:pt x="11" y="27"/>
                  </a:cubicBezTo>
                  <a:cubicBezTo>
                    <a:pt x="10" y="27"/>
                    <a:pt x="10" y="27"/>
                    <a:pt x="9" y="27"/>
                  </a:cubicBezTo>
                  <a:cubicBezTo>
                    <a:pt x="8" y="27"/>
                    <a:pt x="7" y="29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5" y="31"/>
                    <a:pt x="4" y="31"/>
                  </a:cubicBezTo>
                  <a:cubicBezTo>
                    <a:pt x="2" y="31"/>
                    <a:pt x="0" y="32"/>
                    <a:pt x="0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6" y="33"/>
                    <a:pt x="106" y="33"/>
                    <a:pt x="106" y="33"/>
                  </a:cubicBezTo>
                  <a:cubicBezTo>
                    <a:pt x="106" y="33"/>
                    <a:pt x="106" y="33"/>
                    <a:pt x="106" y="33"/>
                  </a:cubicBezTo>
                  <a:cubicBezTo>
                    <a:pt x="106" y="32"/>
                    <a:pt x="105" y="31"/>
                    <a:pt x="103" y="31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AD8CDBED-85E4-EDF6-4D15-C7B41FA03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" y="1559"/>
              <a:ext cx="320" cy="100"/>
            </a:xfrm>
            <a:custGeom>
              <a:avLst/>
              <a:gdLst>
                <a:gd name="T0" fmla="*/ 146 w 151"/>
                <a:gd name="T1" fmla="*/ 43 h 47"/>
                <a:gd name="T2" fmla="*/ 145 w 151"/>
                <a:gd name="T3" fmla="*/ 43 h 47"/>
                <a:gd name="T4" fmla="*/ 141 w 151"/>
                <a:gd name="T5" fmla="*/ 41 h 47"/>
                <a:gd name="T6" fmla="*/ 140 w 151"/>
                <a:gd name="T7" fmla="*/ 41 h 47"/>
                <a:gd name="T8" fmla="*/ 140 w 151"/>
                <a:gd name="T9" fmla="*/ 40 h 47"/>
                <a:gd name="T10" fmla="*/ 134 w 151"/>
                <a:gd name="T11" fmla="*/ 35 h 47"/>
                <a:gd name="T12" fmla="*/ 133 w 151"/>
                <a:gd name="T13" fmla="*/ 35 h 47"/>
                <a:gd name="T14" fmla="*/ 124 w 151"/>
                <a:gd name="T15" fmla="*/ 29 h 47"/>
                <a:gd name="T16" fmla="*/ 120 w 151"/>
                <a:gd name="T17" fmla="*/ 30 h 47"/>
                <a:gd name="T18" fmla="*/ 112 w 151"/>
                <a:gd name="T19" fmla="*/ 25 h 47"/>
                <a:gd name="T20" fmla="*/ 110 w 151"/>
                <a:gd name="T21" fmla="*/ 26 h 47"/>
                <a:gd name="T22" fmla="*/ 111 w 151"/>
                <a:gd name="T23" fmla="*/ 24 h 47"/>
                <a:gd name="T24" fmla="*/ 101 w 151"/>
                <a:gd name="T25" fmla="*/ 14 h 47"/>
                <a:gd name="T26" fmla="*/ 99 w 151"/>
                <a:gd name="T27" fmla="*/ 14 h 47"/>
                <a:gd name="T28" fmla="*/ 84 w 151"/>
                <a:gd name="T29" fmla="*/ 0 h 47"/>
                <a:gd name="T30" fmla="*/ 69 w 151"/>
                <a:gd name="T31" fmla="*/ 13 h 47"/>
                <a:gd name="T32" fmla="*/ 66 w 151"/>
                <a:gd name="T33" fmla="*/ 13 h 47"/>
                <a:gd name="T34" fmla="*/ 60 w 151"/>
                <a:gd name="T35" fmla="*/ 17 h 47"/>
                <a:gd name="T36" fmla="*/ 55 w 151"/>
                <a:gd name="T37" fmla="*/ 16 h 47"/>
                <a:gd name="T38" fmla="*/ 46 w 151"/>
                <a:gd name="T39" fmla="*/ 24 h 47"/>
                <a:gd name="T40" fmla="*/ 46 w 151"/>
                <a:gd name="T41" fmla="*/ 24 h 47"/>
                <a:gd name="T42" fmla="*/ 39 w 151"/>
                <a:gd name="T43" fmla="*/ 30 h 47"/>
                <a:gd name="T44" fmla="*/ 32 w 151"/>
                <a:gd name="T45" fmla="*/ 27 h 47"/>
                <a:gd name="T46" fmla="*/ 23 w 151"/>
                <a:gd name="T47" fmla="*/ 35 h 47"/>
                <a:gd name="T48" fmla="*/ 21 w 151"/>
                <a:gd name="T49" fmla="*/ 34 h 47"/>
                <a:gd name="T50" fmla="*/ 16 w 151"/>
                <a:gd name="T51" fmla="*/ 39 h 47"/>
                <a:gd name="T52" fmla="*/ 14 w 151"/>
                <a:gd name="T53" fmla="*/ 38 h 47"/>
                <a:gd name="T54" fmla="*/ 10 w 151"/>
                <a:gd name="T55" fmla="*/ 43 h 47"/>
                <a:gd name="T56" fmla="*/ 10 w 151"/>
                <a:gd name="T57" fmla="*/ 44 h 47"/>
                <a:gd name="T58" fmla="*/ 7 w 151"/>
                <a:gd name="T59" fmla="*/ 43 h 47"/>
                <a:gd name="T60" fmla="*/ 0 w 151"/>
                <a:gd name="T61" fmla="*/ 47 h 47"/>
                <a:gd name="T62" fmla="*/ 11 w 151"/>
                <a:gd name="T63" fmla="*/ 47 h 47"/>
                <a:gd name="T64" fmla="*/ 13 w 151"/>
                <a:gd name="T65" fmla="*/ 47 h 47"/>
                <a:gd name="T66" fmla="*/ 17 w 151"/>
                <a:gd name="T67" fmla="*/ 47 h 47"/>
                <a:gd name="T68" fmla="*/ 137 w 151"/>
                <a:gd name="T69" fmla="*/ 47 h 47"/>
                <a:gd name="T70" fmla="*/ 141 w 151"/>
                <a:gd name="T71" fmla="*/ 47 h 47"/>
                <a:gd name="T72" fmla="*/ 145 w 151"/>
                <a:gd name="T73" fmla="*/ 47 h 47"/>
                <a:gd name="T74" fmla="*/ 151 w 151"/>
                <a:gd name="T75" fmla="*/ 47 h 47"/>
                <a:gd name="T76" fmla="*/ 151 w 151"/>
                <a:gd name="T77" fmla="*/ 46 h 47"/>
                <a:gd name="T78" fmla="*/ 146 w 151"/>
                <a:gd name="T79" fmla="*/ 4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1" h="47">
                  <a:moveTo>
                    <a:pt x="146" y="43"/>
                  </a:moveTo>
                  <a:cubicBezTo>
                    <a:pt x="145" y="43"/>
                    <a:pt x="145" y="43"/>
                    <a:pt x="145" y="43"/>
                  </a:cubicBezTo>
                  <a:cubicBezTo>
                    <a:pt x="145" y="42"/>
                    <a:pt x="143" y="41"/>
                    <a:pt x="141" y="41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7"/>
                    <a:pt x="137" y="35"/>
                    <a:pt x="134" y="35"/>
                  </a:cubicBezTo>
                  <a:cubicBezTo>
                    <a:pt x="134" y="35"/>
                    <a:pt x="133" y="35"/>
                    <a:pt x="133" y="35"/>
                  </a:cubicBezTo>
                  <a:cubicBezTo>
                    <a:pt x="132" y="32"/>
                    <a:pt x="129" y="29"/>
                    <a:pt x="124" y="29"/>
                  </a:cubicBezTo>
                  <a:cubicBezTo>
                    <a:pt x="123" y="29"/>
                    <a:pt x="121" y="29"/>
                    <a:pt x="120" y="30"/>
                  </a:cubicBezTo>
                  <a:cubicBezTo>
                    <a:pt x="119" y="27"/>
                    <a:pt x="116" y="25"/>
                    <a:pt x="112" y="25"/>
                  </a:cubicBezTo>
                  <a:cubicBezTo>
                    <a:pt x="112" y="25"/>
                    <a:pt x="111" y="26"/>
                    <a:pt x="110" y="26"/>
                  </a:cubicBezTo>
                  <a:cubicBezTo>
                    <a:pt x="111" y="25"/>
                    <a:pt x="111" y="24"/>
                    <a:pt x="111" y="24"/>
                  </a:cubicBezTo>
                  <a:cubicBezTo>
                    <a:pt x="111" y="18"/>
                    <a:pt x="106" y="14"/>
                    <a:pt x="101" y="14"/>
                  </a:cubicBezTo>
                  <a:cubicBezTo>
                    <a:pt x="100" y="14"/>
                    <a:pt x="100" y="14"/>
                    <a:pt x="99" y="14"/>
                  </a:cubicBezTo>
                  <a:cubicBezTo>
                    <a:pt x="98" y="6"/>
                    <a:pt x="92" y="0"/>
                    <a:pt x="84" y="0"/>
                  </a:cubicBezTo>
                  <a:cubicBezTo>
                    <a:pt x="76" y="0"/>
                    <a:pt x="70" y="6"/>
                    <a:pt x="69" y="13"/>
                  </a:cubicBezTo>
                  <a:cubicBezTo>
                    <a:pt x="68" y="13"/>
                    <a:pt x="67" y="13"/>
                    <a:pt x="66" y="13"/>
                  </a:cubicBezTo>
                  <a:cubicBezTo>
                    <a:pt x="63" y="13"/>
                    <a:pt x="61" y="15"/>
                    <a:pt x="60" y="17"/>
                  </a:cubicBezTo>
                  <a:cubicBezTo>
                    <a:pt x="58" y="17"/>
                    <a:pt x="57" y="16"/>
                    <a:pt x="55" y="16"/>
                  </a:cubicBezTo>
                  <a:cubicBezTo>
                    <a:pt x="51" y="16"/>
                    <a:pt x="47" y="19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2" y="24"/>
                    <a:pt x="39" y="27"/>
                    <a:pt x="39" y="30"/>
                  </a:cubicBezTo>
                  <a:cubicBezTo>
                    <a:pt x="37" y="28"/>
                    <a:pt x="35" y="27"/>
                    <a:pt x="32" y="27"/>
                  </a:cubicBezTo>
                  <a:cubicBezTo>
                    <a:pt x="27" y="27"/>
                    <a:pt x="23" y="30"/>
                    <a:pt x="23" y="35"/>
                  </a:cubicBezTo>
                  <a:cubicBezTo>
                    <a:pt x="22" y="34"/>
                    <a:pt x="22" y="34"/>
                    <a:pt x="21" y="34"/>
                  </a:cubicBezTo>
                  <a:cubicBezTo>
                    <a:pt x="18" y="34"/>
                    <a:pt x="16" y="36"/>
                    <a:pt x="16" y="39"/>
                  </a:cubicBezTo>
                  <a:cubicBezTo>
                    <a:pt x="15" y="38"/>
                    <a:pt x="15" y="38"/>
                    <a:pt x="14" y="38"/>
                  </a:cubicBezTo>
                  <a:cubicBezTo>
                    <a:pt x="12" y="38"/>
                    <a:pt x="10" y="40"/>
                    <a:pt x="10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9" y="43"/>
                    <a:pt x="8" y="43"/>
                    <a:pt x="7" y="43"/>
                  </a:cubicBezTo>
                  <a:cubicBezTo>
                    <a:pt x="3" y="43"/>
                    <a:pt x="0" y="45"/>
                    <a:pt x="0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37" y="47"/>
                    <a:pt x="137" y="47"/>
                    <a:pt x="137" y="47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5"/>
                    <a:pt x="149" y="43"/>
                    <a:pt x="146" y="43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A7A28957-5E6C-2632-FCF0-84F6DC76E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921"/>
              <a:ext cx="607" cy="98"/>
            </a:xfrm>
            <a:custGeom>
              <a:avLst/>
              <a:gdLst>
                <a:gd name="T0" fmla="*/ 277 w 286"/>
                <a:gd name="T1" fmla="*/ 39 h 46"/>
                <a:gd name="T2" fmla="*/ 275 w 286"/>
                <a:gd name="T3" fmla="*/ 39 h 46"/>
                <a:gd name="T4" fmla="*/ 267 w 286"/>
                <a:gd name="T5" fmla="*/ 37 h 46"/>
                <a:gd name="T6" fmla="*/ 265 w 286"/>
                <a:gd name="T7" fmla="*/ 37 h 46"/>
                <a:gd name="T8" fmla="*/ 265 w 286"/>
                <a:gd name="T9" fmla="*/ 36 h 46"/>
                <a:gd name="T10" fmla="*/ 254 w 286"/>
                <a:gd name="T11" fmla="*/ 32 h 46"/>
                <a:gd name="T12" fmla="*/ 252 w 286"/>
                <a:gd name="T13" fmla="*/ 32 h 46"/>
                <a:gd name="T14" fmla="*/ 235 w 286"/>
                <a:gd name="T15" fmla="*/ 26 h 46"/>
                <a:gd name="T16" fmla="*/ 227 w 286"/>
                <a:gd name="T17" fmla="*/ 27 h 46"/>
                <a:gd name="T18" fmla="*/ 213 w 286"/>
                <a:gd name="T19" fmla="*/ 23 h 46"/>
                <a:gd name="T20" fmla="*/ 209 w 286"/>
                <a:gd name="T21" fmla="*/ 24 h 46"/>
                <a:gd name="T22" fmla="*/ 209 w 286"/>
                <a:gd name="T23" fmla="*/ 22 h 46"/>
                <a:gd name="T24" fmla="*/ 190 w 286"/>
                <a:gd name="T25" fmla="*/ 13 h 46"/>
                <a:gd name="T26" fmla="*/ 187 w 286"/>
                <a:gd name="T27" fmla="*/ 13 h 46"/>
                <a:gd name="T28" fmla="*/ 158 w 286"/>
                <a:gd name="T29" fmla="*/ 0 h 46"/>
                <a:gd name="T30" fmla="*/ 129 w 286"/>
                <a:gd name="T31" fmla="*/ 13 h 46"/>
                <a:gd name="T32" fmla="*/ 125 w 286"/>
                <a:gd name="T33" fmla="*/ 13 h 46"/>
                <a:gd name="T34" fmla="*/ 112 w 286"/>
                <a:gd name="T35" fmla="*/ 17 h 46"/>
                <a:gd name="T36" fmla="*/ 104 w 286"/>
                <a:gd name="T37" fmla="*/ 16 h 46"/>
                <a:gd name="T38" fmla="*/ 87 w 286"/>
                <a:gd name="T39" fmla="*/ 23 h 46"/>
                <a:gd name="T40" fmla="*/ 87 w 286"/>
                <a:gd name="T41" fmla="*/ 23 h 46"/>
                <a:gd name="T42" fmla="*/ 73 w 286"/>
                <a:gd name="T43" fmla="*/ 30 h 46"/>
                <a:gd name="T44" fmla="*/ 60 w 286"/>
                <a:gd name="T45" fmla="*/ 27 h 46"/>
                <a:gd name="T46" fmla="*/ 44 w 286"/>
                <a:gd name="T47" fmla="*/ 34 h 46"/>
                <a:gd name="T48" fmla="*/ 38 w 286"/>
                <a:gd name="T49" fmla="*/ 33 h 46"/>
                <a:gd name="T50" fmla="*/ 30 w 286"/>
                <a:gd name="T51" fmla="*/ 38 h 46"/>
                <a:gd name="T52" fmla="*/ 27 w 286"/>
                <a:gd name="T53" fmla="*/ 37 h 46"/>
                <a:gd name="T54" fmla="*/ 19 w 286"/>
                <a:gd name="T55" fmla="*/ 42 h 46"/>
                <a:gd name="T56" fmla="*/ 19 w 286"/>
                <a:gd name="T57" fmla="*/ 43 h 46"/>
                <a:gd name="T58" fmla="*/ 13 w 286"/>
                <a:gd name="T59" fmla="*/ 42 h 46"/>
                <a:gd name="T60" fmla="*/ 0 w 286"/>
                <a:gd name="T61" fmla="*/ 46 h 46"/>
                <a:gd name="T62" fmla="*/ 21 w 286"/>
                <a:gd name="T63" fmla="*/ 45 h 46"/>
                <a:gd name="T64" fmla="*/ 25 w 286"/>
                <a:gd name="T65" fmla="*/ 45 h 46"/>
                <a:gd name="T66" fmla="*/ 32 w 286"/>
                <a:gd name="T67" fmla="*/ 45 h 46"/>
                <a:gd name="T68" fmla="*/ 259 w 286"/>
                <a:gd name="T69" fmla="*/ 43 h 46"/>
                <a:gd name="T70" fmla="*/ 268 w 286"/>
                <a:gd name="T71" fmla="*/ 42 h 46"/>
                <a:gd name="T72" fmla="*/ 274 w 286"/>
                <a:gd name="T73" fmla="*/ 42 h 46"/>
                <a:gd name="T74" fmla="*/ 286 w 286"/>
                <a:gd name="T75" fmla="*/ 42 h 46"/>
                <a:gd name="T76" fmla="*/ 286 w 286"/>
                <a:gd name="T77" fmla="*/ 42 h 46"/>
                <a:gd name="T78" fmla="*/ 277 w 286"/>
                <a:gd name="T79" fmla="*/ 3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86" h="46">
                  <a:moveTo>
                    <a:pt x="277" y="39"/>
                  </a:moveTo>
                  <a:cubicBezTo>
                    <a:pt x="276" y="39"/>
                    <a:pt x="276" y="39"/>
                    <a:pt x="275" y="39"/>
                  </a:cubicBezTo>
                  <a:cubicBezTo>
                    <a:pt x="274" y="38"/>
                    <a:pt x="271" y="37"/>
                    <a:pt x="267" y="37"/>
                  </a:cubicBezTo>
                  <a:cubicBezTo>
                    <a:pt x="266" y="37"/>
                    <a:pt x="265" y="37"/>
                    <a:pt x="265" y="37"/>
                  </a:cubicBezTo>
                  <a:cubicBezTo>
                    <a:pt x="265" y="37"/>
                    <a:pt x="265" y="36"/>
                    <a:pt x="265" y="36"/>
                  </a:cubicBezTo>
                  <a:cubicBezTo>
                    <a:pt x="265" y="33"/>
                    <a:pt x="260" y="32"/>
                    <a:pt x="254" y="32"/>
                  </a:cubicBezTo>
                  <a:cubicBezTo>
                    <a:pt x="254" y="32"/>
                    <a:pt x="253" y="32"/>
                    <a:pt x="252" y="32"/>
                  </a:cubicBezTo>
                  <a:cubicBezTo>
                    <a:pt x="250" y="29"/>
                    <a:pt x="243" y="26"/>
                    <a:pt x="235" y="26"/>
                  </a:cubicBezTo>
                  <a:cubicBezTo>
                    <a:pt x="232" y="26"/>
                    <a:pt x="229" y="27"/>
                    <a:pt x="227" y="27"/>
                  </a:cubicBezTo>
                  <a:cubicBezTo>
                    <a:pt x="225" y="25"/>
                    <a:pt x="219" y="23"/>
                    <a:pt x="213" y="23"/>
                  </a:cubicBezTo>
                  <a:cubicBezTo>
                    <a:pt x="212" y="23"/>
                    <a:pt x="210" y="23"/>
                    <a:pt x="209" y="24"/>
                  </a:cubicBezTo>
                  <a:cubicBezTo>
                    <a:pt x="209" y="23"/>
                    <a:pt x="209" y="22"/>
                    <a:pt x="209" y="22"/>
                  </a:cubicBezTo>
                  <a:cubicBezTo>
                    <a:pt x="209" y="17"/>
                    <a:pt x="201" y="13"/>
                    <a:pt x="190" y="13"/>
                  </a:cubicBezTo>
                  <a:cubicBezTo>
                    <a:pt x="189" y="13"/>
                    <a:pt x="188" y="13"/>
                    <a:pt x="187" y="13"/>
                  </a:cubicBezTo>
                  <a:cubicBezTo>
                    <a:pt x="185" y="6"/>
                    <a:pt x="173" y="0"/>
                    <a:pt x="158" y="0"/>
                  </a:cubicBezTo>
                  <a:cubicBezTo>
                    <a:pt x="143" y="1"/>
                    <a:pt x="131" y="6"/>
                    <a:pt x="129" y="13"/>
                  </a:cubicBezTo>
                  <a:cubicBezTo>
                    <a:pt x="128" y="13"/>
                    <a:pt x="127" y="13"/>
                    <a:pt x="125" y="13"/>
                  </a:cubicBezTo>
                  <a:cubicBezTo>
                    <a:pt x="119" y="13"/>
                    <a:pt x="114" y="15"/>
                    <a:pt x="112" y="17"/>
                  </a:cubicBezTo>
                  <a:cubicBezTo>
                    <a:pt x="110" y="16"/>
                    <a:pt x="107" y="16"/>
                    <a:pt x="104" y="16"/>
                  </a:cubicBezTo>
                  <a:cubicBezTo>
                    <a:pt x="95" y="16"/>
                    <a:pt x="88" y="19"/>
                    <a:pt x="87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79" y="23"/>
                    <a:pt x="73" y="26"/>
                    <a:pt x="73" y="30"/>
                  </a:cubicBezTo>
                  <a:cubicBezTo>
                    <a:pt x="70" y="28"/>
                    <a:pt x="65" y="27"/>
                    <a:pt x="60" y="27"/>
                  </a:cubicBezTo>
                  <a:cubicBezTo>
                    <a:pt x="51" y="27"/>
                    <a:pt x="44" y="30"/>
                    <a:pt x="44" y="34"/>
                  </a:cubicBezTo>
                  <a:cubicBezTo>
                    <a:pt x="42" y="33"/>
                    <a:pt x="40" y="33"/>
                    <a:pt x="38" y="33"/>
                  </a:cubicBezTo>
                  <a:cubicBezTo>
                    <a:pt x="34" y="33"/>
                    <a:pt x="30" y="35"/>
                    <a:pt x="30" y="38"/>
                  </a:cubicBezTo>
                  <a:cubicBezTo>
                    <a:pt x="29" y="38"/>
                    <a:pt x="28" y="37"/>
                    <a:pt x="27" y="37"/>
                  </a:cubicBezTo>
                  <a:cubicBezTo>
                    <a:pt x="22" y="37"/>
                    <a:pt x="19" y="40"/>
                    <a:pt x="19" y="42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7" y="42"/>
                    <a:pt x="15" y="42"/>
                    <a:pt x="13" y="42"/>
                  </a:cubicBezTo>
                  <a:cubicBezTo>
                    <a:pt x="6" y="42"/>
                    <a:pt x="0" y="44"/>
                    <a:pt x="0" y="46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259" y="43"/>
                    <a:pt x="259" y="43"/>
                    <a:pt x="259" y="43"/>
                  </a:cubicBezTo>
                  <a:cubicBezTo>
                    <a:pt x="268" y="42"/>
                    <a:pt x="268" y="42"/>
                    <a:pt x="268" y="42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0"/>
                    <a:pt x="282" y="39"/>
                    <a:pt x="277" y="39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8EDC79DF-3B5A-013D-AE19-B40B21FAF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1952"/>
              <a:ext cx="2454" cy="2366"/>
            </a:xfrm>
            <a:custGeom>
              <a:avLst/>
              <a:gdLst>
                <a:gd name="T0" fmla="*/ 1156 w 1156"/>
                <a:gd name="T1" fmla="*/ 1115 h 1115"/>
                <a:gd name="T2" fmla="*/ 866 w 1156"/>
                <a:gd name="T3" fmla="*/ 487 h 1115"/>
                <a:gd name="T4" fmla="*/ 842 w 1156"/>
                <a:gd name="T5" fmla="*/ 476 h 1115"/>
                <a:gd name="T6" fmla="*/ 878 w 1156"/>
                <a:gd name="T7" fmla="*/ 250 h 1115"/>
                <a:gd name="T8" fmla="*/ 892 w 1156"/>
                <a:gd name="T9" fmla="*/ 35 h 1115"/>
                <a:gd name="T10" fmla="*/ 863 w 1156"/>
                <a:gd name="T11" fmla="*/ 0 h 1115"/>
                <a:gd name="T12" fmla="*/ 515 w 1156"/>
                <a:gd name="T13" fmla="*/ 57 h 1115"/>
                <a:gd name="T14" fmla="*/ 485 w 1156"/>
                <a:gd name="T15" fmla="*/ 86 h 1115"/>
                <a:gd name="T16" fmla="*/ 432 w 1156"/>
                <a:gd name="T17" fmla="*/ 229 h 1115"/>
                <a:gd name="T18" fmla="*/ 343 w 1156"/>
                <a:gd name="T19" fmla="*/ 197 h 1115"/>
                <a:gd name="T20" fmla="*/ 206 w 1156"/>
                <a:gd name="T21" fmla="*/ 431 h 1115"/>
                <a:gd name="T22" fmla="*/ 198 w 1156"/>
                <a:gd name="T23" fmla="*/ 481 h 1115"/>
                <a:gd name="T24" fmla="*/ 188 w 1156"/>
                <a:gd name="T25" fmla="*/ 477 h 1115"/>
                <a:gd name="T26" fmla="*/ 169 w 1156"/>
                <a:gd name="T27" fmla="*/ 490 h 1115"/>
                <a:gd name="T28" fmla="*/ 154 w 1156"/>
                <a:gd name="T29" fmla="*/ 846 h 1115"/>
                <a:gd name="T30" fmla="*/ 171 w 1156"/>
                <a:gd name="T31" fmla="*/ 858 h 1115"/>
                <a:gd name="T32" fmla="*/ 0 w 1156"/>
                <a:gd name="T33" fmla="*/ 1115 h 1115"/>
                <a:gd name="T34" fmla="*/ 1156 w 1156"/>
                <a:gd name="T35" fmla="*/ 1115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56" h="1115">
                  <a:moveTo>
                    <a:pt x="1156" y="1115"/>
                  </a:moveTo>
                  <a:cubicBezTo>
                    <a:pt x="866" y="487"/>
                    <a:pt x="866" y="487"/>
                    <a:pt x="866" y="487"/>
                  </a:cubicBezTo>
                  <a:cubicBezTo>
                    <a:pt x="842" y="476"/>
                    <a:pt x="842" y="476"/>
                    <a:pt x="842" y="476"/>
                  </a:cubicBezTo>
                  <a:cubicBezTo>
                    <a:pt x="878" y="250"/>
                    <a:pt x="878" y="250"/>
                    <a:pt x="878" y="250"/>
                  </a:cubicBezTo>
                  <a:cubicBezTo>
                    <a:pt x="892" y="35"/>
                    <a:pt x="892" y="35"/>
                    <a:pt x="892" y="35"/>
                  </a:cubicBezTo>
                  <a:cubicBezTo>
                    <a:pt x="863" y="0"/>
                    <a:pt x="863" y="0"/>
                    <a:pt x="863" y="0"/>
                  </a:cubicBezTo>
                  <a:cubicBezTo>
                    <a:pt x="515" y="57"/>
                    <a:pt x="515" y="57"/>
                    <a:pt x="515" y="57"/>
                  </a:cubicBezTo>
                  <a:cubicBezTo>
                    <a:pt x="485" y="86"/>
                    <a:pt x="485" y="86"/>
                    <a:pt x="485" y="86"/>
                  </a:cubicBezTo>
                  <a:cubicBezTo>
                    <a:pt x="432" y="229"/>
                    <a:pt x="432" y="229"/>
                    <a:pt x="432" y="229"/>
                  </a:cubicBezTo>
                  <a:cubicBezTo>
                    <a:pt x="343" y="197"/>
                    <a:pt x="343" y="197"/>
                    <a:pt x="343" y="197"/>
                  </a:cubicBezTo>
                  <a:cubicBezTo>
                    <a:pt x="206" y="431"/>
                    <a:pt x="206" y="431"/>
                    <a:pt x="206" y="431"/>
                  </a:cubicBezTo>
                  <a:cubicBezTo>
                    <a:pt x="198" y="481"/>
                    <a:pt x="198" y="481"/>
                    <a:pt x="198" y="481"/>
                  </a:cubicBezTo>
                  <a:cubicBezTo>
                    <a:pt x="188" y="477"/>
                    <a:pt x="188" y="477"/>
                    <a:pt x="188" y="477"/>
                  </a:cubicBezTo>
                  <a:cubicBezTo>
                    <a:pt x="179" y="473"/>
                    <a:pt x="169" y="480"/>
                    <a:pt x="169" y="490"/>
                  </a:cubicBezTo>
                  <a:cubicBezTo>
                    <a:pt x="154" y="846"/>
                    <a:pt x="154" y="846"/>
                    <a:pt x="154" y="846"/>
                  </a:cubicBezTo>
                  <a:cubicBezTo>
                    <a:pt x="171" y="858"/>
                    <a:pt x="171" y="858"/>
                    <a:pt x="171" y="858"/>
                  </a:cubicBezTo>
                  <a:cubicBezTo>
                    <a:pt x="0" y="1115"/>
                    <a:pt x="0" y="1115"/>
                    <a:pt x="0" y="1115"/>
                  </a:cubicBezTo>
                  <a:cubicBezTo>
                    <a:pt x="1156" y="1115"/>
                    <a:pt x="1156" y="1115"/>
                    <a:pt x="1156" y="1115"/>
                  </a:cubicBezTo>
                </a:path>
              </a:pathLst>
            </a:custGeom>
            <a:solidFill>
              <a:srgbClr val="3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592CE343-5170-702F-1DB4-B009646AC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1952"/>
              <a:ext cx="977" cy="1018"/>
            </a:xfrm>
            <a:custGeom>
              <a:avLst/>
              <a:gdLst>
                <a:gd name="T0" fmla="*/ 654 w 977"/>
                <a:gd name="T1" fmla="*/ 868 h 1018"/>
                <a:gd name="T2" fmla="*/ 565 w 977"/>
                <a:gd name="T3" fmla="*/ 825 h 1018"/>
                <a:gd name="T4" fmla="*/ 401 w 977"/>
                <a:gd name="T5" fmla="*/ 715 h 1018"/>
                <a:gd name="T6" fmla="*/ 359 w 977"/>
                <a:gd name="T7" fmla="*/ 706 h 1018"/>
                <a:gd name="T8" fmla="*/ 340 w 977"/>
                <a:gd name="T9" fmla="*/ 687 h 1018"/>
                <a:gd name="T10" fmla="*/ 15 w 977"/>
                <a:gd name="T11" fmla="*/ 509 h 1018"/>
                <a:gd name="T12" fmla="*/ 0 w 977"/>
                <a:gd name="T13" fmla="*/ 486 h 1018"/>
                <a:gd name="T14" fmla="*/ 112 w 977"/>
                <a:gd name="T15" fmla="*/ 182 h 1018"/>
                <a:gd name="T16" fmla="*/ 176 w 977"/>
                <a:gd name="T17" fmla="*/ 121 h 1018"/>
                <a:gd name="T18" fmla="*/ 915 w 977"/>
                <a:gd name="T19" fmla="*/ 0 h 1018"/>
                <a:gd name="T20" fmla="*/ 977 w 977"/>
                <a:gd name="T21" fmla="*/ 74 h 1018"/>
                <a:gd name="T22" fmla="*/ 947 w 977"/>
                <a:gd name="T23" fmla="*/ 530 h 1018"/>
                <a:gd name="T24" fmla="*/ 870 w 977"/>
                <a:gd name="T25" fmla="*/ 1010 h 1018"/>
                <a:gd name="T26" fmla="*/ 747 w 977"/>
                <a:gd name="T27" fmla="*/ 1018 h 1018"/>
                <a:gd name="T28" fmla="*/ 654 w 977"/>
                <a:gd name="T29" fmla="*/ 868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77" h="1018">
                  <a:moveTo>
                    <a:pt x="654" y="868"/>
                  </a:moveTo>
                  <a:lnTo>
                    <a:pt x="565" y="825"/>
                  </a:lnTo>
                  <a:lnTo>
                    <a:pt x="401" y="715"/>
                  </a:lnTo>
                  <a:lnTo>
                    <a:pt x="359" y="706"/>
                  </a:lnTo>
                  <a:lnTo>
                    <a:pt x="340" y="687"/>
                  </a:lnTo>
                  <a:lnTo>
                    <a:pt x="15" y="509"/>
                  </a:lnTo>
                  <a:lnTo>
                    <a:pt x="0" y="486"/>
                  </a:lnTo>
                  <a:lnTo>
                    <a:pt x="112" y="182"/>
                  </a:lnTo>
                  <a:lnTo>
                    <a:pt x="176" y="121"/>
                  </a:lnTo>
                  <a:lnTo>
                    <a:pt x="915" y="0"/>
                  </a:lnTo>
                  <a:lnTo>
                    <a:pt x="977" y="74"/>
                  </a:lnTo>
                  <a:lnTo>
                    <a:pt x="947" y="530"/>
                  </a:lnTo>
                  <a:lnTo>
                    <a:pt x="870" y="1010"/>
                  </a:lnTo>
                  <a:lnTo>
                    <a:pt x="747" y="1018"/>
                  </a:lnTo>
                  <a:lnTo>
                    <a:pt x="654" y="868"/>
                  </a:lnTo>
                  <a:close/>
                </a:path>
              </a:pathLst>
            </a:custGeom>
            <a:solidFill>
              <a:srgbClr val="3F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5384948-B0F6-8684-324C-69B78ECB5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1952"/>
              <a:ext cx="977" cy="1018"/>
            </a:xfrm>
            <a:custGeom>
              <a:avLst/>
              <a:gdLst>
                <a:gd name="T0" fmla="*/ 654 w 977"/>
                <a:gd name="T1" fmla="*/ 868 h 1018"/>
                <a:gd name="T2" fmla="*/ 565 w 977"/>
                <a:gd name="T3" fmla="*/ 825 h 1018"/>
                <a:gd name="T4" fmla="*/ 401 w 977"/>
                <a:gd name="T5" fmla="*/ 715 h 1018"/>
                <a:gd name="T6" fmla="*/ 359 w 977"/>
                <a:gd name="T7" fmla="*/ 706 h 1018"/>
                <a:gd name="T8" fmla="*/ 340 w 977"/>
                <a:gd name="T9" fmla="*/ 687 h 1018"/>
                <a:gd name="T10" fmla="*/ 15 w 977"/>
                <a:gd name="T11" fmla="*/ 509 h 1018"/>
                <a:gd name="T12" fmla="*/ 0 w 977"/>
                <a:gd name="T13" fmla="*/ 486 h 1018"/>
                <a:gd name="T14" fmla="*/ 112 w 977"/>
                <a:gd name="T15" fmla="*/ 182 h 1018"/>
                <a:gd name="T16" fmla="*/ 176 w 977"/>
                <a:gd name="T17" fmla="*/ 121 h 1018"/>
                <a:gd name="T18" fmla="*/ 915 w 977"/>
                <a:gd name="T19" fmla="*/ 0 h 1018"/>
                <a:gd name="T20" fmla="*/ 977 w 977"/>
                <a:gd name="T21" fmla="*/ 74 h 1018"/>
                <a:gd name="T22" fmla="*/ 947 w 977"/>
                <a:gd name="T23" fmla="*/ 530 h 1018"/>
                <a:gd name="T24" fmla="*/ 870 w 977"/>
                <a:gd name="T25" fmla="*/ 1010 h 1018"/>
                <a:gd name="T26" fmla="*/ 747 w 977"/>
                <a:gd name="T27" fmla="*/ 1018 h 1018"/>
                <a:gd name="T28" fmla="*/ 654 w 977"/>
                <a:gd name="T29" fmla="*/ 868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77" h="1018">
                  <a:moveTo>
                    <a:pt x="654" y="868"/>
                  </a:moveTo>
                  <a:lnTo>
                    <a:pt x="565" y="825"/>
                  </a:lnTo>
                  <a:lnTo>
                    <a:pt x="401" y="715"/>
                  </a:lnTo>
                  <a:lnTo>
                    <a:pt x="359" y="706"/>
                  </a:lnTo>
                  <a:lnTo>
                    <a:pt x="340" y="687"/>
                  </a:lnTo>
                  <a:lnTo>
                    <a:pt x="15" y="509"/>
                  </a:lnTo>
                  <a:lnTo>
                    <a:pt x="0" y="486"/>
                  </a:lnTo>
                  <a:lnTo>
                    <a:pt x="112" y="182"/>
                  </a:lnTo>
                  <a:lnTo>
                    <a:pt x="176" y="121"/>
                  </a:lnTo>
                  <a:lnTo>
                    <a:pt x="915" y="0"/>
                  </a:lnTo>
                  <a:lnTo>
                    <a:pt x="977" y="74"/>
                  </a:lnTo>
                  <a:lnTo>
                    <a:pt x="947" y="530"/>
                  </a:lnTo>
                  <a:lnTo>
                    <a:pt x="870" y="1010"/>
                  </a:lnTo>
                  <a:lnTo>
                    <a:pt x="747" y="1018"/>
                  </a:lnTo>
                  <a:lnTo>
                    <a:pt x="654" y="8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83235E03-A83F-2D12-FC0F-725CBECF9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1952"/>
              <a:ext cx="230" cy="1018"/>
            </a:xfrm>
            <a:custGeom>
              <a:avLst/>
              <a:gdLst>
                <a:gd name="T0" fmla="*/ 0 w 230"/>
                <a:gd name="T1" fmla="*/ 1018 h 1018"/>
                <a:gd name="T2" fmla="*/ 70 w 230"/>
                <a:gd name="T3" fmla="*/ 568 h 1018"/>
                <a:gd name="T4" fmla="*/ 170 w 230"/>
                <a:gd name="T5" fmla="*/ 282 h 1018"/>
                <a:gd name="T6" fmla="*/ 168 w 230"/>
                <a:gd name="T7" fmla="*/ 0 h 1018"/>
                <a:gd name="T8" fmla="*/ 230 w 230"/>
                <a:gd name="T9" fmla="*/ 74 h 1018"/>
                <a:gd name="T10" fmla="*/ 200 w 230"/>
                <a:gd name="T11" fmla="*/ 530 h 1018"/>
                <a:gd name="T12" fmla="*/ 123 w 230"/>
                <a:gd name="T13" fmla="*/ 1010 h 1018"/>
                <a:gd name="T14" fmla="*/ 0 w 230"/>
                <a:gd name="T15" fmla="*/ 1018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0" h="1018">
                  <a:moveTo>
                    <a:pt x="0" y="1018"/>
                  </a:moveTo>
                  <a:lnTo>
                    <a:pt x="70" y="568"/>
                  </a:lnTo>
                  <a:lnTo>
                    <a:pt x="170" y="282"/>
                  </a:lnTo>
                  <a:lnTo>
                    <a:pt x="168" y="0"/>
                  </a:lnTo>
                  <a:lnTo>
                    <a:pt x="230" y="74"/>
                  </a:lnTo>
                  <a:lnTo>
                    <a:pt x="200" y="530"/>
                  </a:lnTo>
                  <a:lnTo>
                    <a:pt x="123" y="1010"/>
                  </a:lnTo>
                  <a:lnTo>
                    <a:pt x="0" y="1018"/>
                  </a:lnTo>
                  <a:close/>
                </a:path>
              </a:pathLst>
            </a:custGeom>
            <a:solidFill>
              <a:srgbClr val="5B3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44BB57C1-D141-2181-6F0C-45B53362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234"/>
              <a:ext cx="429" cy="736"/>
            </a:xfrm>
            <a:custGeom>
              <a:avLst/>
              <a:gdLst>
                <a:gd name="T0" fmla="*/ 429 w 429"/>
                <a:gd name="T1" fmla="*/ 0 h 736"/>
                <a:gd name="T2" fmla="*/ 323 w 429"/>
                <a:gd name="T3" fmla="*/ 104 h 736"/>
                <a:gd name="T4" fmla="*/ 283 w 429"/>
                <a:gd name="T5" fmla="*/ 189 h 736"/>
                <a:gd name="T6" fmla="*/ 162 w 429"/>
                <a:gd name="T7" fmla="*/ 369 h 736"/>
                <a:gd name="T8" fmla="*/ 0 w 429"/>
                <a:gd name="T9" fmla="*/ 492 h 736"/>
                <a:gd name="T10" fmla="*/ 77 w 429"/>
                <a:gd name="T11" fmla="*/ 543 h 736"/>
                <a:gd name="T12" fmla="*/ 166 w 429"/>
                <a:gd name="T13" fmla="*/ 586 h 736"/>
                <a:gd name="T14" fmla="*/ 259 w 429"/>
                <a:gd name="T15" fmla="*/ 736 h 736"/>
                <a:gd name="T16" fmla="*/ 329 w 429"/>
                <a:gd name="T17" fmla="*/ 286 h 736"/>
                <a:gd name="T18" fmla="*/ 429 w 429"/>
                <a:gd name="T19" fmla="*/ 0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9" h="736">
                  <a:moveTo>
                    <a:pt x="429" y="0"/>
                  </a:moveTo>
                  <a:lnTo>
                    <a:pt x="323" y="104"/>
                  </a:lnTo>
                  <a:lnTo>
                    <a:pt x="283" y="189"/>
                  </a:lnTo>
                  <a:lnTo>
                    <a:pt x="162" y="369"/>
                  </a:lnTo>
                  <a:lnTo>
                    <a:pt x="0" y="492"/>
                  </a:lnTo>
                  <a:lnTo>
                    <a:pt x="77" y="543"/>
                  </a:lnTo>
                  <a:lnTo>
                    <a:pt x="166" y="586"/>
                  </a:lnTo>
                  <a:lnTo>
                    <a:pt x="259" y="736"/>
                  </a:lnTo>
                  <a:lnTo>
                    <a:pt x="329" y="286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rgbClr val="362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707136E6-19F1-72FA-DE31-FF8D75BD9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952"/>
              <a:ext cx="805" cy="537"/>
            </a:xfrm>
            <a:custGeom>
              <a:avLst/>
              <a:gdLst>
                <a:gd name="T0" fmla="*/ 30 w 379"/>
                <a:gd name="T1" fmla="*/ 57 h 253"/>
                <a:gd name="T2" fmla="*/ 378 w 379"/>
                <a:gd name="T3" fmla="*/ 0 h 253"/>
                <a:gd name="T4" fmla="*/ 379 w 379"/>
                <a:gd name="T5" fmla="*/ 133 h 253"/>
                <a:gd name="T6" fmla="*/ 351 w 379"/>
                <a:gd name="T7" fmla="*/ 213 h 253"/>
                <a:gd name="T8" fmla="*/ 351 w 379"/>
                <a:gd name="T9" fmla="*/ 213 h 253"/>
                <a:gd name="T10" fmla="*/ 342 w 379"/>
                <a:gd name="T11" fmla="*/ 169 h 253"/>
                <a:gd name="T12" fmla="*/ 318 w 379"/>
                <a:gd name="T13" fmla="*/ 124 h 253"/>
                <a:gd name="T14" fmla="*/ 266 w 379"/>
                <a:gd name="T15" fmla="*/ 190 h 253"/>
                <a:gd name="T16" fmla="*/ 248 w 379"/>
                <a:gd name="T17" fmla="*/ 174 h 253"/>
                <a:gd name="T18" fmla="*/ 232 w 379"/>
                <a:gd name="T19" fmla="*/ 218 h 253"/>
                <a:gd name="T20" fmla="*/ 212 w 379"/>
                <a:gd name="T21" fmla="*/ 191 h 253"/>
                <a:gd name="T22" fmla="*/ 177 w 379"/>
                <a:gd name="T23" fmla="*/ 253 h 253"/>
                <a:gd name="T24" fmla="*/ 167 w 379"/>
                <a:gd name="T25" fmla="*/ 180 h 253"/>
                <a:gd name="T26" fmla="*/ 147 w 379"/>
                <a:gd name="T27" fmla="*/ 145 h 253"/>
                <a:gd name="T28" fmla="*/ 138 w 379"/>
                <a:gd name="T29" fmla="*/ 101 h 253"/>
                <a:gd name="T30" fmla="*/ 104 w 379"/>
                <a:gd name="T31" fmla="*/ 116 h 253"/>
                <a:gd name="T32" fmla="*/ 58 w 379"/>
                <a:gd name="T33" fmla="*/ 81 h 253"/>
                <a:gd name="T34" fmla="*/ 0 w 379"/>
                <a:gd name="T35" fmla="*/ 86 h 253"/>
                <a:gd name="T36" fmla="*/ 30 w 379"/>
                <a:gd name="T37" fmla="*/ 57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9" h="253">
                  <a:moveTo>
                    <a:pt x="30" y="57"/>
                  </a:moveTo>
                  <a:cubicBezTo>
                    <a:pt x="378" y="0"/>
                    <a:pt x="378" y="0"/>
                    <a:pt x="378" y="0"/>
                  </a:cubicBezTo>
                  <a:cubicBezTo>
                    <a:pt x="379" y="133"/>
                    <a:pt x="379" y="133"/>
                    <a:pt x="379" y="133"/>
                  </a:cubicBezTo>
                  <a:cubicBezTo>
                    <a:pt x="351" y="213"/>
                    <a:pt x="351" y="213"/>
                    <a:pt x="351" y="213"/>
                  </a:cubicBezTo>
                  <a:cubicBezTo>
                    <a:pt x="351" y="213"/>
                    <a:pt x="351" y="213"/>
                    <a:pt x="351" y="213"/>
                  </a:cubicBezTo>
                  <a:cubicBezTo>
                    <a:pt x="336" y="202"/>
                    <a:pt x="357" y="179"/>
                    <a:pt x="342" y="169"/>
                  </a:cubicBezTo>
                  <a:cubicBezTo>
                    <a:pt x="327" y="159"/>
                    <a:pt x="340" y="132"/>
                    <a:pt x="318" y="124"/>
                  </a:cubicBezTo>
                  <a:cubicBezTo>
                    <a:pt x="296" y="116"/>
                    <a:pt x="284" y="190"/>
                    <a:pt x="266" y="190"/>
                  </a:cubicBezTo>
                  <a:cubicBezTo>
                    <a:pt x="248" y="190"/>
                    <a:pt x="256" y="177"/>
                    <a:pt x="248" y="174"/>
                  </a:cubicBezTo>
                  <a:cubicBezTo>
                    <a:pt x="241" y="172"/>
                    <a:pt x="248" y="218"/>
                    <a:pt x="232" y="218"/>
                  </a:cubicBezTo>
                  <a:cubicBezTo>
                    <a:pt x="216" y="218"/>
                    <a:pt x="225" y="191"/>
                    <a:pt x="212" y="191"/>
                  </a:cubicBezTo>
                  <a:cubicBezTo>
                    <a:pt x="200" y="191"/>
                    <a:pt x="192" y="253"/>
                    <a:pt x="177" y="253"/>
                  </a:cubicBezTo>
                  <a:cubicBezTo>
                    <a:pt x="162" y="253"/>
                    <a:pt x="178" y="188"/>
                    <a:pt x="167" y="180"/>
                  </a:cubicBezTo>
                  <a:cubicBezTo>
                    <a:pt x="156" y="173"/>
                    <a:pt x="147" y="169"/>
                    <a:pt x="147" y="145"/>
                  </a:cubicBezTo>
                  <a:cubicBezTo>
                    <a:pt x="147" y="121"/>
                    <a:pt x="152" y="101"/>
                    <a:pt x="138" y="101"/>
                  </a:cubicBezTo>
                  <a:cubicBezTo>
                    <a:pt x="124" y="101"/>
                    <a:pt x="124" y="119"/>
                    <a:pt x="104" y="116"/>
                  </a:cubicBezTo>
                  <a:cubicBezTo>
                    <a:pt x="84" y="113"/>
                    <a:pt x="75" y="81"/>
                    <a:pt x="58" y="81"/>
                  </a:cubicBezTo>
                  <a:cubicBezTo>
                    <a:pt x="42" y="81"/>
                    <a:pt x="24" y="116"/>
                    <a:pt x="0" y="86"/>
                  </a:cubicBezTo>
                  <a:cubicBezTo>
                    <a:pt x="30" y="57"/>
                    <a:pt x="30" y="57"/>
                    <a:pt x="30" y="57"/>
                  </a:cubicBezTo>
                </a:path>
              </a:pathLst>
            </a:custGeom>
            <a:solidFill>
              <a:srgbClr val="CAD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06757300-4048-B85C-D9A0-A005D54D3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952"/>
              <a:ext cx="739" cy="208"/>
            </a:xfrm>
            <a:custGeom>
              <a:avLst/>
              <a:gdLst>
                <a:gd name="T0" fmla="*/ 0 w 739"/>
                <a:gd name="T1" fmla="*/ 121 h 208"/>
                <a:gd name="T2" fmla="*/ 144 w 739"/>
                <a:gd name="T3" fmla="*/ 144 h 208"/>
                <a:gd name="T4" fmla="*/ 164 w 739"/>
                <a:gd name="T5" fmla="*/ 165 h 208"/>
                <a:gd name="T6" fmla="*/ 282 w 739"/>
                <a:gd name="T7" fmla="*/ 165 h 208"/>
                <a:gd name="T8" fmla="*/ 450 w 739"/>
                <a:gd name="T9" fmla="*/ 208 h 208"/>
                <a:gd name="T10" fmla="*/ 580 w 739"/>
                <a:gd name="T11" fmla="*/ 174 h 208"/>
                <a:gd name="T12" fmla="*/ 690 w 739"/>
                <a:gd name="T13" fmla="*/ 104 h 208"/>
                <a:gd name="T14" fmla="*/ 735 w 739"/>
                <a:gd name="T15" fmla="*/ 42 h 208"/>
                <a:gd name="T16" fmla="*/ 739 w 739"/>
                <a:gd name="T17" fmla="*/ 0 h 208"/>
                <a:gd name="T18" fmla="*/ 0 w 739"/>
                <a:gd name="T19" fmla="*/ 121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9" h="208">
                  <a:moveTo>
                    <a:pt x="0" y="121"/>
                  </a:moveTo>
                  <a:lnTo>
                    <a:pt x="144" y="144"/>
                  </a:lnTo>
                  <a:lnTo>
                    <a:pt x="164" y="165"/>
                  </a:lnTo>
                  <a:lnTo>
                    <a:pt x="282" y="165"/>
                  </a:lnTo>
                  <a:lnTo>
                    <a:pt x="450" y="208"/>
                  </a:lnTo>
                  <a:lnTo>
                    <a:pt x="580" y="174"/>
                  </a:lnTo>
                  <a:lnTo>
                    <a:pt x="690" y="104"/>
                  </a:lnTo>
                  <a:lnTo>
                    <a:pt x="735" y="42"/>
                  </a:lnTo>
                  <a:lnTo>
                    <a:pt x="739" y="0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E8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D5F9C440-E97A-2B7D-14D7-6C6557610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952"/>
              <a:ext cx="739" cy="208"/>
            </a:xfrm>
            <a:custGeom>
              <a:avLst/>
              <a:gdLst>
                <a:gd name="T0" fmla="*/ 0 w 739"/>
                <a:gd name="T1" fmla="*/ 121 h 208"/>
                <a:gd name="T2" fmla="*/ 144 w 739"/>
                <a:gd name="T3" fmla="*/ 144 h 208"/>
                <a:gd name="T4" fmla="*/ 164 w 739"/>
                <a:gd name="T5" fmla="*/ 165 h 208"/>
                <a:gd name="T6" fmla="*/ 282 w 739"/>
                <a:gd name="T7" fmla="*/ 165 h 208"/>
                <a:gd name="T8" fmla="*/ 450 w 739"/>
                <a:gd name="T9" fmla="*/ 208 h 208"/>
                <a:gd name="T10" fmla="*/ 580 w 739"/>
                <a:gd name="T11" fmla="*/ 174 h 208"/>
                <a:gd name="T12" fmla="*/ 690 w 739"/>
                <a:gd name="T13" fmla="*/ 104 h 208"/>
                <a:gd name="T14" fmla="*/ 735 w 739"/>
                <a:gd name="T15" fmla="*/ 42 h 208"/>
                <a:gd name="T16" fmla="*/ 739 w 739"/>
                <a:gd name="T17" fmla="*/ 0 h 208"/>
                <a:gd name="T18" fmla="*/ 0 w 739"/>
                <a:gd name="T19" fmla="*/ 121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9" h="208">
                  <a:moveTo>
                    <a:pt x="0" y="121"/>
                  </a:moveTo>
                  <a:lnTo>
                    <a:pt x="144" y="144"/>
                  </a:lnTo>
                  <a:lnTo>
                    <a:pt x="164" y="165"/>
                  </a:lnTo>
                  <a:lnTo>
                    <a:pt x="282" y="165"/>
                  </a:lnTo>
                  <a:lnTo>
                    <a:pt x="450" y="208"/>
                  </a:lnTo>
                  <a:lnTo>
                    <a:pt x="580" y="174"/>
                  </a:lnTo>
                  <a:lnTo>
                    <a:pt x="690" y="104"/>
                  </a:lnTo>
                  <a:lnTo>
                    <a:pt x="735" y="42"/>
                  </a:lnTo>
                  <a:lnTo>
                    <a:pt x="739" y="0"/>
                  </a:lnTo>
                  <a:lnTo>
                    <a:pt x="0" y="1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DCDCD0FC-BED2-0B57-BD51-C96CDCE68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1952"/>
              <a:ext cx="119" cy="530"/>
            </a:xfrm>
            <a:custGeom>
              <a:avLst/>
              <a:gdLst>
                <a:gd name="T0" fmla="*/ 27 w 56"/>
                <a:gd name="T1" fmla="*/ 0 h 250"/>
                <a:gd name="T2" fmla="*/ 56 w 56"/>
                <a:gd name="T3" fmla="*/ 35 h 250"/>
                <a:gd name="T4" fmla="*/ 42 w 56"/>
                <a:gd name="T5" fmla="*/ 250 h 250"/>
                <a:gd name="T6" fmla="*/ 30 w 56"/>
                <a:gd name="T7" fmla="*/ 213 h 250"/>
                <a:gd name="T8" fmla="*/ 0 w 56"/>
                <a:gd name="T9" fmla="*/ 213 h 250"/>
                <a:gd name="T10" fmla="*/ 28 w 56"/>
                <a:gd name="T11" fmla="*/ 133 h 250"/>
                <a:gd name="T12" fmla="*/ 27 w 56"/>
                <a:gd name="T1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250">
                  <a:moveTo>
                    <a:pt x="27" y="0"/>
                  </a:moveTo>
                  <a:cubicBezTo>
                    <a:pt x="56" y="35"/>
                    <a:pt x="56" y="35"/>
                    <a:pt x="56" y="35"/>
                  </a:cubicBezTo>
                  <a:cubicBezTo>
                    <a:pt x="42" y="250"/>
                    <a:pt x="42" y="250"/>
                    <a:pt x="42" y="250"/>
                  </a:cubicBezTo>
                  <a:cubicBezTo>
                    <a:pt x="42" y="250"/>
                    <a:pt x="41" y="217"/>
                    <a:pt x="30" y="213"/>
                  </a:cubicBezTo>
                  <a:cubicBezTo>
                    <a:pt x="18" y="208"/>
                    <a:pt x="15" y="224"/>
                    <a:pt x="0" y="213"/>
                  </a:cubicBezTo>
                  <a:cubicBezTo>
                    <a:pt x="28" y="133"/>
                    <a:pt x="28" y="133"/>
                    <a:pt x="28" y="133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E8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5643D2A-4F0E-490F-7FA6-C58CBAA49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370"/>
              <a:ext cx="1726" cy="1948"/>
            </a:xfrm>
            <a:custGeom>
              <a:avLst/>
              <a:gdLst>
                <a:gd name="T0" fmla="*/ 1354 w 1726"/>
                <a:gd name="T1" fmla="*/ 1948 h 1948"/>
                <a:gd name="T2" fmla="*/ 989 w 1726"/>
                <a:gd name="T3" fmla="*/ 670 h 1948"/>
                <a:gd name="T4" fmla="*/ 762 w 1726"/>
                <a:gd name="T5" fmla="*/ 433 h 1948"/>
                <a:gd name="T6" fmla="*/ 707 w 1726"/>
                <a:gd name="T7" fmla="*/ 433 h 1948"/>
                <a:gd name="T8" fmla="*/ 677 w 1726"/>
                <a:gd name="T9" fmla="*/ 390 h 1948"/>
                <a:gd name="T10" fmla="*/ 0 w 1726"/>
                <a:gd name="T11" fmla="*/ 0 h 1948"/>
                <a:gd name="T12" fmla="*/ 189 w 1726"/>
                <a:gd name="T13" fmla="*/ 68 h 1948"/>
                <a:gd name="T14" fmla="*/ 204 w 1726"/>
                <a:gd name="T15" fmla="*/ 91 h 1948"/>
                <a:gd name="T16" fmla="*/ 529 w 1726"/>
                <a:gd name="T17" fmla="*/ 269 h 1948"/>
                <a:gd name="T18" fmla="*/ 548 w 1726"/>
                <a:gd name="T19" fmla="*/ 288 h 1948"/>
                <a:gd name="T20" fmla="*/ 590 w 1726"/>
                <a:gd name="T21" fmla="*/ 297 h 1948"/>
                <a:gd name="T22" fmla="*/ 754 w 1726"/>
                <a:gd name="T23" fmla="*/ 407 h 1948"/>
                <a:gd name="T24" fmla="*/ 843 w 1726"/>
                <a:gd name="T25" fmla="*/ 450 h 1948"/>
                <a:gd name="T26" fmla="*/ 936 w 1726"/>
                <a:gd name="T27" fmla="*/ 600 h 1948"/>
                <a:gd name="T28" fmla="*/ 1059 w 1726"/>
                <a:gd name="T29" fmla="*/ 592 h 1948"/>
                <a:gd name="T30" fmla="*/ 1110 w 1726"/>
                <a:gd name="T31" fmla="*/ 615 h 1948"/>
                <a:gd name="T32" fmla="*/ 1726 w 1726"/>
                <a:gd name="T33" fmla="*/ 1948 h 1948"/>
                <a:gd name="T34" fmla="*/ 1354 w 1726"/>
                <a:gd name="T35" fmla="*/ 1948 h 1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26" h="1948">
                  <a:moveTo>
                    <a:pt x="1354" y="1948"/>
                  </a:moveTo>
                  <a:lnTo>
                    <a:pt x="989" y="670"/>
                  </a:lnTo>
                  <a:lnTo>
                    <a:pt x="762" y="433"/>
                  </a:lnTo>
                  <a:lnTo>
                    <a:pt x="707" y="433"/>
                  </a:lnTo>
                  <a:lnTo>
                    <a:pt x="677" y="390"/>
                  </a:lnTo>
                  <a:lnTo>
                    <a:pt x="0" y="0"/>
                  </a:lnTo>
                  <a:lnTo>
                    <a:pt x="189" y="68"/>
                  </a:lnTo>
                  <a:lnTo>
                    <a:pt x="204" y="91"/>
                  </a:lnTo>
                  <a:lnTo>
                    <a:pt x="529" y="269"/>
                  </a:lnTo>
                  <a:lnTo>
                    <a:pt x="548" y="288"/>
                  </a:lnTo>
                  <a:lnTo>
                    <a:pt x="590" y="297"/>
                  </a:lnTo>
                  <a:lnTo>
                    <a:pt x="754" y="407"/>
                  </a:lnTo>
                  <a:lnTo>
                    <a:pt x="843" y="450"/>
                  </a:lnTo>
                  <a:lnTo>
                    <a:pt x="936" y="600"/>
                  </a:lnTo>
                  <a:lnTo>
                    <a:pt x="1059" y="592"/>
                  </a:lnTo>
                  <a:lnTo>
                    <a:pt x="1110" y="615"/>
                  </a:lnTo>
                  <a:lnTo>
                    <a:pt x="1726" y="1948"/>
                  </a:lnTo>
                  <a:lnTo>
                    <a:pt x="1354" y="1948"/>
                  </a:lnTo>
                  <a:close/>
                </a:path>
              </a:pathLst>
            </a:custGeom>
            <a:solidFill>
              <a:srgbClr val="5B3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DABD605F-A7A8-84C5-5657-FB3E63FC4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370"/>
              <a:ext cx="1669" cy="1869"/>
            </a:xfrm>
            <a:custGeom>
              <a:avLst/>
              <a:gdLst>
                <a:gd name="T0" fmla="*/ 31 w 786"/>
                <a:gd name="T1" fmla="*/ 280 h 881"/>
                <a:gd name="T2" fmla="*/ 41 w 786"/>
                <a:gd name="T3" fmla="*/ 284 h 881"/>
                <a:gd name="T4" fmla="*/ 49 w 786"/>
                <a:gd name="T5" fmla="*/ 234 h 881"/>
                <a:gd name="T6" fmla="*/ 186 w 786"/>
                <a:gd name="T7" fmla="*/ 0 h 881"/>
                <a:gd name="T8" fmla="*/ 505 w 786"/>
                <a:gd name="T9" fmla="*/ 184 h 881"/>
                <a:gd name="T10" fmla="*/ 519 w 786"/>
                <a:gd name="T11" fmla="*/ 204 h 881"/>
                <a:gd name="T12" fmla="*/ 545 w 786"/>
                <a:gd name="T13" fmla="*/ 204 h 881"/>
                <a:gd name="T14" fmla="*/ 652 w 786"/>
                <a:gd name="T15" fmla="*/ 316 h 881"/>
                <a:gd name="T16" fmla="*/ 786 w 786"/>
                <a:gd name="T17" fmla="*/ 787 h 881"/>
                <a:gd name="T18" fmla="*/ 765 w 786"/>
                <a:gd name="T19" fmla="*/ 781 h 881"/>
                <a:gd name="T20" fmla="*/ 738 w 786"/>
                <a:gd name="T21" fmla="*/ 879 h 881"/>
                <a:gd name="T22" fmla="*/ 703 w 786"/>
                <a:gd name="T23" fmla="*/ 838 h 881"/>
                <a:gd name="T24" fmla="*/ 682 w 786"/>
                <a:gd name="T25" fmla="*/ 850 h 881"/>
                <a:gd name="T26" fmla="*/ 660 w 786"/>
                <a:gd name="T27" fmla="*/ 831 h 881"/>
                <a:gd name="T28" fmla="*/ 628 w 786"/>
                <a:gd name="T29" fmla="*/ 794 h 881"/>
                <a:gd name="T30" fmla="*/ 572 w 786"/>
                <a:gd name="T31" fmla="*/ 867 h 881"/>
                <a:gd name="T32" fmla="*/ 532 w 786"/>
                <a:gd name="T33" fmla="*/ 809 h 881"/>
                <a:gd name="T34" fmla="*/ 494 w 786"/>
                <a:gd name="T35" fmla="*/ 819 h 881"/>
                <a:gd name="T36" fmla="*/ 465 w 786"/>
                <a:gd name="T37" fmla="*/ 761 h 881"/>
                <a:gd name="T38" fmla="*/ 443 w 786"/>
                <a:gd name="T39" fmla="*/ 777 h 881"/>
                <a:gd name="T40" fmla="*/ 408 w 786"/>
                <a:gd name="T41" fmla="*/ 724 h 881"/>
                <a:gd name="T42" fmla="*/ 386 w 786"/>
                <a:gd name="T43" fmla="*/ 736 h 881"/>
                <a:gd name="T44" fmla="*/ 367 w 786"/>
                <a:gd name="T45" fmla="*/ 705 h 881"/>
                <a:gd name="T46" fmla="*/ 262 w 786"/>
                <a:gd name="T47" fmla="*/ 422 h 881"/>
                <a:gd name="T48" fmla="*/ 250 w 786"/>
                <a:gd name="T49" fmla="*/ 428 h 881"/>
                <a:gd name="T50" fmla="*/ 237 w 786"/>
                <a:gd name="T51" fmla="*/ 422 h 881"/>
                <a:gd name="T52" fmla="*/ 219 w 786"/>
                <a:gd name="T53" fmla="*/ 442 h 881"/>
                <a:gd name="T54" fmla="*/ 174 w 786"/>
                <a:gd name="T55" fmla="*/ 391 h 881"/>
                <a:gd name="T56" fmla="*/ 150 w 786"/>
                <a:gd name="T57" fmla="*/ 434 h 881"/>
                <a:gd name="T58" fmla="*/ 104 w 786"/>
                <a:gd name="T59" fmla="*/ 396 h 881"/>
                <a:gd name="T60" fmla="*/ 86 w 786"/>
                <a:gd name="T61" fmla="*/ 451 h 881"/>
                <a:gd name="T62" fmla="*/ 63 w 786"/>
                <a:gd name="T63" fmla="*/ 434 h 881"/>
                <a:gd name="T64" fmla="*/ 56 w 786"/>
                <a:gd name="T65" fmla="*/ 510 h 881"/>
                <a:gd name="T66" fmla="*/ 35 w 786"/>
                <a:gd name="T67" fmla="*/ 506 h 881"/>
                <a:gd name="T68" fmla="*/ 0 w 786"/>
                <a:gd name="T69" fmla="*/ 579 h 881"/>
                <a:gd name="T70" fmla="*/ 12 w 786"/>
                <a:gd name="T71" fmla="*/ 293 h 881"/>
                <a:gd name="T72" fmla="*/ 31 w 786"/>
                <a:gd name="T73" fmla="*/ 280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86" h="881">
                  <a:moveTo>
                    <a:pt x="31" y="280"/>
                  </a:moveTo>
                  <a:cubicBezTo>
                    <a:pt x="41" y="284"/>
                    <a:pt x="41" y="284"/>
                    <a:pt x="41" y="284"/>
                  </a:cubicBezTo>
                  <a:cubicBezTo>
                    <a:pt x="49" y="234"/>
                    <a:pt x="49" y="234"/>
                    <a:pt x="49" y="234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505" y="184"/>
                    <a:pt x="505" y="184"/>
                    <a:pt x="505" y="184"/>
                  </a:cubicBezTo>
                  <a:cubicBezTo>
                    <a:pt x="519" y="204"/>
                    <a:pt x="519" y="204"/>
                    <a:pt x="519" y="204"/>
                  </a:cubicBezTo>
                  <a:cubicBezTo>
                    <a:pt x="545" y="204"/>
                    <a:pt x="545" y="204"/>
                    <a:pt x="545" y="204"/>
                  </a:cubicBezTo>
                  <a:cubicBezTo>
                    <a:pt x="652" y="316"/>
                    <a:pt x="652" y="316"/>
                    <a:pt x="652" y="316"/>
                  </a:cubicBezTo>
                  <a:cubicBezTo>
                    <a:pt x="786" y="787"/>
                    <a:pt x="786" y="787"/>
                    <a:pt x="786" y="787"/>
                  </a:cubicBezTo>
                  <a:cubicBezTo>
                    <a:pt x="776" y="787"/>
                    <a:pt x="783" y="781"/>
                    <a:pt x="765" y="781"/>
                  </a:cubicBezTo>
                  <a:cubicBezTo>
                    <a:pt x="747" y="782"/>
                    <a:pt x="757" y="881"/>
                    <a:pt x="738" y="879"/>
                  </a:cubicBezTo>
                  <a:cubicBezTo>
                    <a:pt x="719" y="877"/>
                    <a:pt x="716" y="841"/>
                    <a:pt x="703" y="838"/>
                  </a:cubicBezTo>
                  <a:cubicBezTo>
                    <a:pt x="689" y="836"/>
                    <a:pt x="691" y="851"/>
                    <a:pt x="682" y="850"/>
                  </a:cubicBezTo>
                  <a:cubicBezTo>
                    <a:pt x="673" y="849"/>
                    <a:pt x="676" y="826"/>
                    <a:pt x="660" y="831"/>
                  </a:cubicBezTo>
                  <a:cubicBezTo>
                    <a:pt x="644" y="835"/>
                    <a:pt x="642" y="795"/>
                    <a:pt x="628" y="794"/>
                  </a:cubicBezTo>
                  <a:cubicBezTo>
                    <a:pt x="614" y="794"/>
                    <a:pt x="605" y="870"/>
                    <a:pt x="572" y="867"/>
                  </a:cubicBezTo>
                  <a:cubicBezTo>
                    <a:pt x="540" y="865"/>
                    <a:pt x="552" y="809"/>
                    <a:pt x="532" y="809"/>
                  </a:cubicBezTo>
                  <a:cubicBezTo>
                    <a:pt x="512" y="810"/>
                    <a:pt x="513" y="822"/>
                    <a:pt x="494" y="819"/>
                  </a:cubicBezTo>
                  <a:cubicBezTo>
                    <a:pt x="475" y="815"/>
                    <a:pt x="482" y="758"/>
                    <a:pt x="465" y="761"/>
                  </a:cubicBezTo>
                  <a:cubicBezTo>
                    <a:pt x="448" y="763"/>
                    <a:pt x="455" y="777"/>
                    <a:pt x="443" y="777"/>
                  </a:cubicBezTo>
                  <a:cubicBezTo>
                    <a:pt x="431" y="776"/>
                    <a:pt x="422" y="725"/>
                    <a:pt x="408" y="724"/>
                  </a:cubicBezTo>
                  <a:cubicBezTo>
                    <a:pt x="394" y="723"/>
                    <a:pt x="393" y="738"/>
                    <a:pt x="386" y="736"/>
                  </a:cubicBezTo>
                  <a:cubicBezTo>
                    <a:pt x="378" y="734"/>
                    <a:pt x="367" y="705"/>
                    <a:pt x="367" y="705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55" y="430"/>
                    <a:pt x="250" y="428"/>
                  </a:cubicBezTo>
                  <a:cubicBezTo>
                    <a:pt x="244" y="426"/>
                    <a:pt x="245" y="424"/>
                    <a:pt x="237" y="422"/>
                  </a:cubicBezTo>
                  <a:cubicBezTo>
                    <a:pt x="229" y="420"/>
                    <a:pt x="232" y="440"/>
                    <a:pt x="219" y="442"/>
                  </a:cubicBezTo>
                  <a:cubicBezTo>
                    <a:pt x="207" y="444"/>
                    <a:pt x="192" y="389"/>
                    <a:pt x="174" y="391"/>
                  </a:cubicBezTo>
                  <a:cubicBezTo>
                    <a:pt x="157" y="394"/>
                    <a:pt x="164" y="433"/>
                    <a:pt x="150" y="434"/>
                  </a:cubicBezTo>
                  <a:cubicBezTo>
                    <a:pt x="135" y="436"/>
                    <a:pt x="115" y="396"/>
                    <a:pt x="104" y="396"/>
                  </a:cubicBezTo>
                  <a:cubicBezTo>
                    <a:pt x="93" y="396"/>
                    <a:pt x="97" y="448"/>
                    <a:pt x="86" y="451"/>
                  </a:cubicBezTo>
                  <a:cubicBezTo>
                    <a:pt x="76" y="454"/>
                    <a:pt x="74" y="433"/>
                    <a:pt x="63" y="434"/>
                  </a:cubicBezTo>
                  <a:cubicBezTo>
                    <a:pt x="52" y="434"/>
                    <a:pt x="71" y="506"/>
                    <a:pt x="56" y="510"/>
                  </a:cubicBezTo>
                  <a:cubicBezTo>
                    <a:pt x="40" y="515"/>
                    <a:pt x="43" y="505"/>
                    <a:pt x="35" y="506"/>
                  </a:cubicBezTo>
                  <a:cubicBezTo>
                    <a:pt x="27" y="507"/>
                    <a:pt x="18" y="598"/>
                    <a:pt x="0" y="579"/>
                  </a:cubicBezTo>
                  <a:cubicBezTo>
                    <a:pt x="12" y="293"/>
                    <a:pt x="12" y="293"/>
                    <a:pt x="12" y="293"/>
                  </a:cubicBezTo>
                  <a:cubicBezTo>
                    <a:pt x="12" y="283"/>
                    <a:pt x="22" y="276"/>
                    <a:pt x="31" y="280"/>
                  </a:cubicBezTo>
                  <a:close/>
                </a:path>
              </a:pathLst>
            </a:custGeom>
            <a:solidFill>
              <a:srgbClr val="CAD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BEAA05BF-9522-F131-96AB-C2A9434BD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" y="2972"/>
              <a:ext cx="860" cy="1346"/>
            </a:xfrm>
            <a:custGeom>
              <a:avLst/>
              <a:gdLst>
                <a:gd name="T0" fmla="*/ 0 w 860"/>
                <a:gd name="T1" fmla="*/ 0 h 1346"/>
                <a:gd name="T2" fmla="*/ 440 w 860"/>
                <a:gd name="T3" fmla="*/ 215 h 1346"/>
                <a:gd name="T4" fmla="*/ 860 w 860"/>
                <a:gd name="T5" fmla="*/ 1346 h 1346"/>
                <a:gd name="T6" fmla="*/ 741 w 860"/>
                <a:gd name="T7" fmla="*/ 1346 h 1346"/>
                <a:gd name="T8" fmla="*/ 406 w 860"/>
                <a:gd name="T9" fmla="*/ 213 h 1346"/>
                <a:gd name="T10" fmla="*/ 0 w 860"/>
                <a:gd name="T11" fmla="*/ 0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0" h="1346">
                  <a:moveTo>
                    <a:pt x="0" y="0"/>
                  </a:moveTo>
                  <a:lnTo>
                    <a:pt x="440" y="215"/>
                  </a:lnTo>
                  <a:lnTo>
                    <a:pt x="860" y="1346"/>
                  </a:lnTo>
                  <a:lnTo>
                    <a:pt x="741" y="1346"/>
                  </a:lnTo>
                  <a:lnTo>
                    <a:pt x="406" y="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2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A2C98E6D-7E12-9732-97B5-266AB4A4A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370"/>
              <a:ext cx="1501" cy="1672"/>
            </a:xfrm>
            <a:custGeom>
              <a:avLst/>
              <a:gdLst>
                <a:gd name="T0" fmla="*/ 359 w 707"/>
                <a:gd name="T1" fmla="*/ 204 h 788"/>
                <a:gd name="T2" fmla="*/ 333 w 707"/>
                <a:gd name="T3" fmla="*/ 204 h 788"/>
                <a:gd name="T4" fmla="*/ 319 w 707"/>
                <a:gd name="T5" fmla="*/ 184 h 788"/>
                <a:gd name="T6" fmla="*/ 0 w 707"/>
                <a:gd name="T7" fmla="*/ 0 h 788"/>
                <a:gd name="T8" fmla="*/ 89 w 707"/>
                <a:gd name="T9" fmla="*/ 32 h 788"/>
                <a:gd name="T10" fmla="*/ 96 w 707"/>
                <a:gd name="T11" fmla="*/ 43 h 788"/>
                <a:gd name="T12" fmla="*/ 249 w 707"/>
                <a:gd name="T13" fmla="*/ 127 h 788"/>
                <a:gd name="T14" fmla="*/ 258 w 707"/>
                <a:gd name="T15" fmla="*/ 136 h 788"/>
                <a:gd name="T16" fmla="*/ 278 w 707"/>
                <a:gd name="T17" fmla="*/ 140 h 788"/>
                <a:gd name="T18" fmla="*/ 355 w 707"/>
                <a:gd name="T19" fmla="*/ 192 h 788"/>
                <a:gd name="T20" fmla="*/ 397 w 707"/>
                <a:gd name="T21" fmla="*/ 212 h 788"/>
                <a:gd name="T22" fmla="*/ 441 w 707"/>
                <a:gd name="T23" fmla="*/ 283 h 788"/>
                <a:gd name="T24" fmla="*/ 499 w 707"/>
                <a:gd name="T25" fmla="*/ 279 h 788"/>
                <a:gd name="T26" fmla="*/ 523 w 707"/>
                <a:gd name="T27" fmla="*/ 290 h 788"/>
                <a:gd name="T28" fmla="*/ 707 w 707"/>
                <a:gd name="T29" fmla="*/ 690 h 788"/>
                <a:gd name="T30" fmla="*/ 618 w 707"/>
                <a:gd name="T31" fmla="*/ 763 h 788"/>
                <a:gd name="T32" fmla="*/ 600 w 707"/>
                <a:gd name="T33" fmla="*/ 787 h 788"/>
                <a:gd name="T34" fmla="*/ 455 w 707"/>
                <a:gd name="T35" fmla="*/ 328 h 788"/>
                <a:gd name="T36" fmla="*/ 359 w 707"/>
                <a:gd name="T37" fmla="*/ 204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07" h="788">
                  <a:moveTo>
                    <a:pt x="359" y="204"/>
                  </a:moveTo>
                  <a:cubicBezTo>
                    <a:pt x="333" y="204"/>
                    <a:pt x="333" y="204"/>
                    <a:pt x="333" y="204"/>
                  </a:cubicBezTo>
                  <a:cubicBezTo>
                    <a:pt x="319" y="184"/>
                    <a:pt x="319" y="184"/>
                    <a:pt x="319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249" y="127"/>
                    <a:pt x="249" y="127"/>
                    <a:pt x="249" y="127"/>
                  </a:cubicBezTo>
                  <a:cubicBezTo>
                    <a:pt x="258" y="136"/>
                    <a:pt x="258" y="136"/>
                    <a:pt x="258" y="136"/>
                  </a:cubicBezTo>
                  <a:cubicBezTo>
                    <a:pt x="278" y="140"/>
                    <a:pt x="278" y="140"/>
                    <a:pt x="278" y="140"/>
                  </a:cubicBezTo>
                  <a:cubicBezTo>
                    <a:pt x="355" y="192"/>
                    <a:pt x="355" y="192"/>
                    <a:pt x="355" y="192"/>
                  </a:cubicBezTo>
                  <a:cubicBezTo>
                    <a:pt x="397" y="212"/>
                    <a:pt x="397" y="212"/>
                    <a:pt x="397" y="212"/>
                  </a:cubicBezTo>
                  <a:cubicBezTo>
                    <a:pt x="441" y="283"/>
                    <a:pt x="441" y="283"/>
                    <a:pt x="441" y="283"/>
                  </a:cubicBezTo>
                  <a:cubicBezTo>
                    <a:pt x="499" y="279"/>
                    <a:pt x="499" y="279"/>
                    <a:pt x="499" y="279"/>
                  </a:cubicBezTo>
                  <a:cubicBezTo>
                    <a:pt x="523" y="290"/>
                    <a:pt x="523" y="290"/>
                    <a:pt x="523" y="290"/>
                  </a:cubicBezTo>
                  <a:cubicBezTo>
                    <a:pt x="707" y="690"/>
                    <a:pt x="707" y="690"/>
                    <a:pt x="707" y="690"/>
                  </a:cubicBezTo>
                  <a:cubicBezTo>
                    <a:pt x="707" y="690"/>
                    <a:pt x="633" y="772"/>
                    <a:pt x="618" y="763"/>
                  </a:cubicBezTo>
                  <a:cubicBezTo>
                    <a:pt x="603" y="754"/>
                    <a:pt x="611" y="788"/>
                    <a:pt x="600" y="787"/>
                  </a:cubicBezTo>
                  <a:cubicBezTo>
                    <a:pt x="455" y="328"/>
                    <a:pt x="455" y="328"/>
                    <a:pt x="455" y="328"/>
                  </a:cubicBezTo>
                  <a:lnTo>
                    <a:pt x="359" y="204"/>
                  </a:lnTo>
                  <a:close/>
                </a:path>
              </a:pathLst>
            </a:custGeom>
            <a:solidFill>
              <a:srgbClr val="E8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84EF495A-1A12-3AD7-4C6D-BA297E8B1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3955"/>
              <a:ext cx="227" cy="363"/>
            </a:xfrm>
            <a:custGeom>
              <a:avLst/>
              <a:gdLst>
                <a:gd name="T0" fmla="*/ 39 w 107"/>
                <a:gd name="T1" fmla="*/ 7 h 171"/>
                <a:gd name="T2" fmla="*/ 67 w 107"/>
                <a:gd name="T3" fmla="*/ 24 h 171"/>
                <a:gd name="T4" fmla="*/ 107 w 107"/>
                <a:gd name="T5" fmla="*/ 171 h 171"/>
                <a:gd name="T6" fmla="*/ 0 w 107"/>
                <a:gd name="T7" fmla="*/ 171 h 171"/>
                <a:gd name="T8" fmla="*/ 39 w 107"/>
                <a:gd name="T9" fmla="*/ 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171">
                  <a:moveTo>
                    <a:pt x="39" y="7"/>
                  </a:moveTo>
                  <a:cubicBezTo>
                    <a:pt x="49" y="0"/>
                    <a:pt x="65" y="16"/>
                    <a:pt x="67" y="24"/>
                  </a:cubicBezTo>
                  <a:cubicBezTo>
                    <a:pt x="70" y="32"/>
                    <a:pt x="107" y="171"/>
                    <a:pt x="107" y="171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1"/>
                    <a:pt x="25" y="17"/>
                    <a:pt x="39" y="7"/>
                  </a:cubicBezTo>
                  <a:close/>
                </a:path>
              </a:pathLst>
            </a:custGeom>
            <a:solidFill>
              <a:srgbClr val="CAD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6C83E704-2E9C-A50F-F7BF-9264829FE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3772"/>
              <a:ext cx="1017" cy="546"/>
            </a:xfrm>
            <a:custGeom>
              <a:avLst/>
              <a:gdLst>
                <a:gd name="T0" fmla="*/ 171 w 479"/>
                <a:gd name="T1" fmla="*/ 0 h 257"/>
                <a:gd name="T2" fmla="*/ 232 w 479"/>
                <a:gd name="T3" fmla="*/ 22 h 257"/>
                <a:gd name="T4" fmla="*/ 474 w 479"/>
                <a:gd name="T5" fmla="*/ 101 h 257"/>
                <a:gd name="T6" fmla="*/ 455 w 479"/>
                <a:gd name="T7" fmla="*/ 152 h 257"/>
                <a:gd name="T8" fmla="*/ 435 w 479"/>
                <a:gd name="T9" fmla="*/ 142 h 257"/>
                <a:gd name="T10" fmla="*/ 418 w 479"/>
                <a:gd name="T11" fmla="*/ 166 h 257"/>
                <a:gd name="T12" fmla="*/ 389 w 479"/>
                <a:gd name="T13" fmla="*/ 148 h 257"/>
                <a:gd name="T14" fmla="*/ 351 w 479"/>
                <a:gd name="T15" fmla="*/ 197 h 257"/>
                <a:gd name="T16" fmla="*/ 329 w 479"/>
                <a:gd name="T17" fmla="*/ 189 h 257"/>
                <a:gd name="T18" fmla="*/ 314 w 479"/>
                <a:gd name="T19" fmla="*/ 234 h 257"/>
                <a:gd name="T20" fmla="*/ 292 w 479"/>
                <a:gd name="T21" fmla="*/ 257 h 257"/>
                <a:gd name="T22" fmla="*/ 0 w 479"/>
                <a:gd name="T23" fmla="*/ 257 h 257"/>
                <a:gd name="T24" fmla="*/ 171 w 479"/>
                <a:gd name="T25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9" h="257">
                  <a:moveTo>
                    <a:pt x="171" y="0"/>
                  </a:moveTo>
                  <a:cubicBezTo>
                    <a:pt x="171" y="0"/>
                    <a:pt x="214" y="18"/>
                    <a:pt x="232" y="22"/>
                  </a:cubicBezTo>
                  <a:cubicBezTo>
                    <a:pt x="251" y="26"/>
                    <a:pt x="469" y="93"/>
                    <a:pt x="474" y="101"/>
                  </a:cubicBezTo>
                  <a:cubicBezTo>
                    <a:pt x="479" y="109"/>
                    <a:pt x="465" y="150"/>
                    <a:pt x="455" y="152"/>
                  </a:cubicBezTo>
                  <a:cubicBezTo>
                    <a:pt x="444" y="154"/>
                    <a:pt x="443" y="142"/>
                    <a:pt x="435" y="142"/>
                  </a:cubicBezTo>
                  <a:cubicBezTo>
                    <a:pt x="427" y="143"/>
                    <a:pt x="427" y="166"/>
                    <a:pt x="418" y="166"/>
                  </a:cubicBezTo>
                  <a:cubicBezTo>
                    <a:pt x="408" y="166"/>
                    <a:pt x="406" y="148"/>
                    <a:pt x="389" y="148"/>
                  </a:cubicBezTo>
                  <a:cubicBezTo>
                    <a:pt x="373" y="148"/>
                    <a:pt x="363" y="198"/>
                    <a:pt x="351" y="197"/>
                  </a:cubicBezTo>
                  <a:cubicBezTo>
                    <a:pt x="338" y="197"/>
                    <a:pt x="339" y="190"/>
                    <a:pt x="329" y="189"/>
                  </a:cubicBezTo>
                  <a:cubicBezTo>
                    <a:pt x="319" y="189"/>
                    <a:pt x="332" y="234"/>
                    <a:pt x="314" y="234"/>
                  </a:cubicBezTo>
                  <a:cubicBezTo>
                    <a:pt x="297" y="234"/>
                    <a:pt x="292" y="234"/>
                    <a:pt x="292" y="257"/>
                  </a:cubicBezTo>
                  <a:cubicBezTo>
                    <a:pt x="0" y="257"/>
                    <a:pt x="0" y="257"/>
                    <a:pt x="0" y="257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rgbClr val="3422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5365FA18-9B45-5BEA-A5F6-38DCF361C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872"/>
              <a:ext cx="314" cy="316"/>
            </a:xfrm>
            <a:custGeom>
              <a:avLst/>
              <a:gdLst>
                <a:gd name="T0" fmla="*/ 75 w 148"/>
                <a:gd name="T1" fmla="*/ 14 h 149"/>
                <a:gd name="T2" fmla="*/ 101 w 148"/>
                <a:gd name="T3" fmla="*/ 8 h 149"/>
                <a:gd name="T4" fmla="*/ 142 w 148"/>
                <a:gd name="T5" fmla="*/ 112 h 149"/>
                <a:gd name="T6" fmla="*/ 106 w 148"/>
                <a:gd name="T7" fmla="*/ 82 h 149"/>
                <a:gd name="T8" fmla="*/ 89 w 148"/>
                <a:gd name="T9" fmla="*/ 132 h 149"/>
                <a:gd name="T10" fmla="*/ 67 w 148"/>
                <a:gd name="T11" fmla="*/ 103 h 149"/>
                <a:gd name="T12" fmla="*/ 53 w 148"/>
                <a:gd name="T13" fmla="*/ 104 h 149"/>
                <a:gd name="T14" fmla="*/ 32 w 148"/>
                <a:gd name="T15" fmla="*/ 120 h 149"/>
                <a:gd name="T16" fmla="*/ 21 w 148"/>
                <a:gd name="T17" fmla="*/ 116 h 149"/>
                <a:gd name="T18" fmla="*/ 8 w 148"/>
                <a:gd name="T19" fmla="*/ 143 h 149"/>
                <a:gd name="T20" fmla="*/ 2 w 148"/>
                <a:gd name="T21" fmla="*/ 124 h 149"/>
                <a:gd name="T22" fmla="*/ 75 w 148"/>
                <a:gd name="T23" fmla="*/ 1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8" h="149">
                  <a:moveTo>
                    <a:pt x="75" y="14"/>
                  </a:moveTo>
                  <a:cubicBezTo>
                    <a:pt x="75" y="14"/>
                    <a:pt x="84" y="0"/>
                    <a:pt x="101" y="8"/>
                  </a:cubicBezTo>
                  <a:cubicBezTo>
                    <a:pt x="120" y="17"/>
                    <a:pt x="148" y="107"/>
                    <a:pt x="142" y="112"/>
                  </a:cubicBezTo>
                  <a:cubicBezTo>
                    <a:pt x="137" y="117"/>
                    <a:pt x="116" y="82"/>
                    <a:pt x="106" y="82"/>
                  </a:cubicBezTo>
                  <a:cubicBezTo>
                    <a:pt x="96" y="82"/>
                    <a:pt x="100" y="127"/>
                    <a:pt x="89" y="132"/>
                  </a:cubicBezTo>
                  <a:cubicBezTo>
                    <a:pt x="78" y="137"/>
                    <a:pt x="74" y="106"/>
                    <a:pt x="67" y="103"/>
                  </a:cubicBezTo>
                  <a:cubicBezTo>
                    <a:pt x="60" y="100"/>
                    <a:pt x="62" y="109"/>
                    <a:pt x="53" y="104"/>
                  </a:cubicBezTo>
                  <a:cubicBezTo>
                    <a:pt x="44" y="100"/>
                    <a:pt x="32" y="104"/>
                    <a:pt x="32" y="120"/>
                  </a:cubicBezTo>
                  <a:cubicBezTo>
                    <a:pt x="32" y="135"/>
                    <a:pt x="25" y="119"/>
                    <a:pt x="21" y="116"/>
                  </a:cubicBezTo>
                  <a:cubicBezTo>
                    <a:pt x="16" y="113"/>
                    <a:pt x="16" y="137"/>
                    <a:pt x="8" y="143"/>
                  </a:cubicBezTo>
                  <a:cubicBezTo>
                    <a:pt x="0" y="149"/>
                    <a:pt x="2" y="124"/>
                    <a:pt x="2" y="124"/>
                  </a:cubicBezTo>
                  <a:lnTo>
                    <a:pt x="75" y="14"/>
                  </a:lnTo>
                  <a:close/>
                </a:path>
              </a:pathLst>
            </a:custGeom>
            <a:solidFill>
              <a:srgbClr val="AF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D901F3C9-E5EE-BCF7-B16C-B7391BDFF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" y="2866"/>
              <a:ext cx="679" cy="966"/>
            </a:xfrm>
            <a:custGeom>
              <a:avLst/>
              <a:gdLst>
                <a:gd name="T0" fmla="*/ 17 w 679"/>
                <a:gd name="T1" fmla="*/ 0 h 966"/>
                <a:gd name="T2" fmla="*/ 469 w 679"/>
                <a:gd name="T3" fmla="*/ 302 h 966"/>
                <a:gd name="T4" fmla="*/ 679 w 679"/>
                <a:gd name="T5" fmla="*/ 966 h 966"/>
                <a:gd name="T6" fmla="*/ 440 w 679"/>
                <a:gd name="T7" fmla="*/ 321 h 966"/>
                <a:gd name="T8" fmla="*/ 0 w 679"/>
                <a:gd name="T9" fmla="*/ 106 h 966"/>
                <a:gd name="T10" fmla="*/ 17 w 679"/>
                <a:gd name="T11" fmla="*/ 0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9" h="966">
                  <a:moveTo>
                    <a:pt x="17" y="0"/>
                  </a:moveTo>
                  <a:lnTo>
                    <a:pt x="469" y="302"/>
                  </a:lnTo>
                  <a:lnTo>
                    <a:pt x="679" y="966"/>
                  </a:lnTo>
                  <a:lnTo>
                    <a:pt x="440" y="321"/>
                  </a:lnTo>
                  <a:lnTo>
                    <a:pt x="0" y="10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AF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48714A5F-983F-B89D-9EF4-85E77AA1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274"/>
              <a:ext cx="453" cy="140"/>
            </a:xfrm>
            <a:custGeom>
              <a:avLst/>
              <a:gdLst>
                <a:gd name="T0" fmla="*/ 206 w 213"/>
                <a:gd name="T1" fmla="*/ 61 h 66"/>
                <a:gd name="T2" fmla="*/ 204 w 213"/>
                <a:gd name="T3" fmla="*/ 61 h 66"/>
                <a:gd name="T4" fmla="*/ 198 w 213"/>
                <a:gd name="T5" fmla="*/ 57 h 66"/>
                <a:gd name="T6" fmla="*/ 197 w 213"/>
                <a:gd name="T7" fmla="*/ 58 h 66"/>
                <a:gd name="T8" fmla="*/ 197 w 213"/>
                <a:gd name="T9" fmla="*/ 56 h 66"/>
                <a:gd name="T10" fmla="*/ 189 w 213"/>
                <a:gd name="T11" fmla="*/ 49 h 66"/>
                <a:gd name="T12" fmla="*/ 187 w 213"/>
                <a:gd name="T13" fmla="*/ 49 h 66"/>
                <a:gd name="T14" fmla="*/ 175 w 213"/>
                <a:gd name="T15" fmla="*/ 41 h 66"/>
                <a:gd name="T16" fmla="*/ 168 w 213"/>
                <a:gd name="T17" fmla="*/ 42 h 66"/>
                <a:gd name="T18" fmla="*/ 158 w 213"/>
                <a:gd name="T19" fmla="*/ 36 h 66"/>
                <a:gd name="T20" fmla="*/ 155 w 213"/>
                <a:gd name="T21" fmla="*/ 36 h 66"/>
                <a:gd name="T22" fmla="*/ 156 w 213"/>
                <a:gd name="T23" fmla="*/ 34 h 66"/>
                <a:gd name="T24" fmla="*/ 141 w 213"/>
                <a:gd name="T25" fmla="*/ 19 h 66"/>
                <a:gd name="T26" fmla="*/ 139 w 213"/>
                <a:gd name="T27" fmla="*/ 20 h 66"/>
                <a:gd name="T28" fmla="*/ 117 w 213"/>
                <a:gd name="T29" fmla="*/ 0 h 66"/>
                <a:gd name="T30" fmla="*/ 96 w 213"/>
                <a:gd name="T31" fmla="*/ 19 h 66"/>
                <a:gd name="T32" fmla="*/ 93 w 213"/>
                <a:gd name="T33" fmla="*/ 18 h 66"/>
                <a:gd name="T34" fmla="*/ 83 w 213"/>
                <a:gd name="T35" fmla="*/ 25 h 66"/>
                <a:gd name="T36" fmla="*/ 77 w 213"/>
                <a:gd name="T37" fmla="*/ 23 h 66"/>
                <a:gd name="T38" fmla="*/ 64 w 213"/>
                <a:gd name="T39" fmla="*/ 33 h 66"/>
                <a:gd name="T40" fmla="*/ 64 w 213"/>
                <a:gd name="T41" fmla="*/ 33 h 66"/>
                <a:gd name="T42" fmla="*/ 54 w 213"/>
                <a:gd name="T43" fmla="*/ 43 h 66"/>
                <a:gd name="T44" fmla="*/ 44 w 213"/>
                <a:gd name="T45" fmla="*/ 38 h 66"/>
                <a:gd name="T46" fmla="*/ 32 w 213"/>
                <a:gd name="T47" fmla="*/ 49 h 66"/>
                <a:gd name="T48" fmla="*/ 28 w 213"/>
                <a:gd name="T49" fmla="*/ 47 h 66"/>
                <a:gd name="T50" fmla="*/ 22 w 213"/>
                <a:gd name="T51" fmla="*/ 54 h 66"/>
                <a:gd name="T52" fmla="*/ 19 w 213"/>
                <a:gd name="T53" fmla="*/ 54 h 66"/>
                <a:gd name="T54" fmla="*/ 14 w 213"/>
                <a:gd name="T55" fmla="*/ 61 h 66"/>
                <a:gd name="T56" fmla="*/ 14 w 213"/>
                <a:gd name="T57" fmla="*/ 61 h 66"/>
                <a:gd name="T58" fmla="*/ 9 w 213"/>
                <a:gd name="T59" fmla="*/ 61 h 66"/>
                <a:gd name="T60" fmla="*/ 0 w 213"/>
                <a:gd name="T61" fmla="*/ 66 h 66"/>
                <a:gd name="T62" fmla="*/ 15 w 213"/>
                <a:gd name="T63" fmla="*/ 66 h 66"/>
                <a:gd name="T64" fmla="*/ 18 w 213"/>
                <a:gd name="T65" fmla="*/ 66 h 66"/>
                <a:gd name="T66" fmla="*/ 24 w 213"/>
                <a:gd name="T67" fmla="*/ 66 h 66"/>
                <a:gd name="T68" fmla="*/ 192 w 213"/>
                <a:gd name="T69" fmla="*/ 66 h 66"/>
                <a:gd name="T70" fmla="*/ 199 w 213"/>
                <a:gd name="T71" fmla="*/ 66 h 66"/>
                <a:gd name="T72" fmla="*/ 204 w 213"/>
                <a:gd name="T73" fmla="*/ 66 h 66"/>
                <a:gd name="T74" fmla="*/ 213 w 213"/>
                <a:gd name="T75" fmla="*/ 66 h 66"/>
                <a:gd name="T76" fmla="*/ 213 w 213"/>
                <a:gd name="T77" fmla="*/ 65 h 66"/>
                <a:gd name="T78" fmla="*/ 206 w 213"/>
                <a:gd name="T79" fmla="*/ 61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3" h="66">
                  <a:moveTo>
                    <a:pt x="206" y="61"/>
                  </a:moveTo>
                  <a:cubicBezTo>
                    <a:pt x="205" y="61"/>
                    <a:pt x="205" y="61"/>
                    <a:pt x="204" y="61"/>
                  </a:cubicBezTo>
                  <a:cubicBezTo>
                    <a:pt x="203" y="59"/>
                    <a:pt x="201" y="57"/>
                    <a:pt x="198" y="57"/>
                  </a:cubicBezTo>
                  <a:cubicBezTo>
                    <a:pt x="197" y="57"/>
                    <a:pt x="197" y="57"/>
                    <a:pt x="197" y="58"/>
                  </a:cubicBezTo>
                  <a:cubicBezTo>
                    <a:pt x="197" y="57"/>
                    <a:pt x="197" y="56"/>
                    <a:pt x="197" y="56"/>
                  </a:cubicBezTo>
                  <a:cubicBezTo>
                    <a:pt x="197" y="52"/>
                    <a:pt x="193" y="49"/>
                    <a:pt x="189" y="49"/>
                  </a:cubicBezTo>
                  <a:cubicBezTo>
                    <a:pt x="188" y="49"/>
                    <a:pt x="188" y="49"/>
                    <a:pt x="187" y="49"/>
                  </a:cubicBezTo>
                  <a:cubicBezTo>
                    <a:pt x="186" y="44"/>
                    <a:pt x="181" y="41"/>
                    <a:pt x="175" y="41"/>
                  </a:cubicBezTo>
                  <a:cubicBezTo>
                    <a:pt x="172" y="41"/>
                    <a:pt x="170" y="41"/>
                    <a:pt x="168" y="42"/>
                  </a:cubicBezTo>
                  <a:cubicBezTo>
                    <a:pt x="167" y="39"/>
                    <a:pt x="163" y="36"/>
                    <a:pt x="158" y="36"/>
                  </a:cubicBezTo>
                  <a:cubicBezTo>
                    <a:pt x="157" y="36"/>
                    <a:pt x="156" y="36"/>
                    <a:pt x="155" y="36"/>
                  </a:cubicBezTo>
                  <a:cubicBezTo>
                    <a:pt x="155" y="35"/>
                    <a:pt x="156" y="34"/>
                    <a:pt x="156" y="34"/>
                  </a:cubicBezTo>
                  <a:cubicBezTo>
                    <a:pt x="156" y="26"/>
                    <a:pt x="149" y="19"/>
                    <a:pt x="141" y="19"/>
                  </a:cubicBezTo>
                  <a:cubicBezTo>
                    <a:pt x="141" y="19"/>
                    <a:pt x="140" y="19"/>
                    <a:pt x="139" y="20"/>
                  </a:cubicBezTo>
                  <a:cubicBezTo>
                    <a:pt x="138" y="9"/>
                    <a:pt x="129" y="0"/>
                    <a:pt x="117" y="0"/>
                  </a:cubicBezTo>
                  <a:cubicBezTo>
                    <a:pt x="107" y="0"/>
                    <a:pt x="98" y="8"/>
                    <a:pt x="96" y="19"/>
                  </a:cubicBezTo>
                  <a:cubicBezTo>
                    <a:pt x="95" y="18"/>
                    <a:pt x="94" y="18"/>
                    <a:pt x="93" y="18"/>
                  </a:cubicBezTo>
                  <a:cubicBezTo>
                    <a:pt x="89" y="18"/>
                    <a:pt x="85" y="21"/>
                    <a:pt x="83" y="25"/>
                  </a:cubicBezTo>
                  <a:cubicBezTo>
                    <a:pt x="81" y="23"/>
                    <a:pt x="79" y="23"/>
                    <a:pt x="77" y="23"/>
                  </a:cubicBezTo>
                  <a:cubicBezTo>
                    <a:pt x="71" y="23"/>
                    <a:pt x="65" y="27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59" y="33"/>
                    <a:pt x="54" y="38"/>
                    <a:pt x="54" y="43"/>
                  </a:cubicBezTo>
                  <a:cubicBezTo>
                    <a:pt x="52" y="40"/>
                    <a:pt x="48" y="38"/>
                    <a:pt x="44" y="38"/>
                  </a:cubicBezTo>
                  <a:cubicBezTo>
                    <a:pt x="38" y="38"/>
                    <a:pt x="32" y="43"/>
                    <a:pt x="32" y="49"/>
                  </a:cubicBezTo>
                  <a:cubicBezTo>
                    <a:pt x="31" y="48"/>
                    <a:pt x="30" y="47"/>
                    <a:pt x="28" y="47"/>
                  </a:cubicBezTo>
                  <a:cubicBezTo>
                    <a:pt x="25" y="47"/>
                    <a:pt x="22" y="50"/>
                    <a:pt x="22" y="54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6" y="54"/>
                    <a:pt x="14" y="57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2" y="61"/>
                    <a:pt x="11" y="61"/>
                    <a:pt x="9" y="61"/>
                  </a:cubicBezTo>
                  <a:cubicBezTo>
                    <a:pt x="4" y="61"/>
                    <a:pt x="0" y="63"/>
                    <a:pt x="0" y="66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192" y="66"/>
                    <a:pt x="192" y="66"/>
                    <a:pt x="192" y="66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5"/>
                    <a:pt x="213" y="65"/>
                    <a:pt x="213" y="65"/>
                  </a:cubicBezTo>
                  <a:cubicBezTo>
                    <a:pt x="213" y="63"/>
                    <a:pt x="210" y="61"/>
                    <a:pt x="206" y="61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6049D560-DC59-192E-4887-02AAB4016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62"/>
              <a:ext cx="726" cy="134"/>
            </a:xfrm>
            <a:custGeom>
              <a:avLst/>
              <a:gdLst>
                <a:gd name="T0" fmla="*/ 324 w 342"/>
                <a:gd name="T1" fmla="*/ 0 h 63"/>
                <a:gd name="T2" fmla="*/ 304 w 342"/>
                <a:gd name="T3" fmla="*/ 3 h 63"/>
                <a:gd name="T4" fmla="*/ 37 w 342"/>
                <a:gd name="T5" fmla="*/ 46 h 63"/>
                <a:gd name="T6" fmla="*/ 72 w 342"/>
                <a:gd name="T7" fmla="*/ 62 h 63"/>
                <a:gd name="T8" fmla="*/ 100 w 342"/>
                <a:gd name="T9" fmla="*/ 63 h 63"/>
                <a:gd name="T10" fmla="*/ 180 w 342"/>
                <a:gd name="T11" fmla="*/ 43 h 63"/>
                <a:gd name="T12" fmla="*/ 229 w 342"/>
                <a:gd name="T13" fmla="*/ 29 h 63"/>
                <a:gd name="T14" fmla="*/ 233 w 342"/>
                <a:gd name="T15" fmla="*/ 29 h 63"/>
                <a:gd name="T16" fmla="*/ 238 w 342"/>
                <a:gd name="T17" fmla="*/ 29 h 63"/>
                <a:gd name="T18" fmla="*/ 322 w 342"/>
                <a:gd name="T19" fmla="*/ 13 h 63"/>
                <a:gd name="T20" fmla="*/ 324 w 342"/>
                <a:gd name="T2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2" h="63">
                  <a:moveTo>
                    <a:pt x="324" y="0"/>
                  </a:moveTo>
                  <a:cubicBezTo>
                    <a:pt x="320" y="0"/>
                    <a:pt x="313" y="1"/>
                    <a:pt x="304" y="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0" y="57"/>
                    <a:pt x="72" y="62"/>
                  </a:cubicBezTo>
                  <a:cubicBezTo>
                    <a:pt x="82" y="63"/>
                    <a:pt x="91" y="63"/>
                    <a:pt x="100" y="63"/>
                  </a:cubicBezTo>
                  <a:cubicBezTo>
                    <a:pt x="164" y="63"/>
                    <a:pt x="194" y="46"/>
                    <a:pt x="180" y="43"/>
                  </a:cubicBezTo>
                  <a:cubicBezTo>
                    <a:pt x="166" y="39"/>
                    <a:pt x="209" y="29"/>
                    <a:pt x="229" y="29"/>
                  </a:cubicBezTo>
                  <a:cubicBezTo>
                    <a:pt x="231" y="29"/>
                    <a:pt x="232" y="29"/>
                    <a:pt x="233" y="29"/>
                  </a:cubicBezTo>
                  <a:cubicBezTo>
                    <a:pt x="235" y="29"/>
                    <a:pt x="236" y="29"/>
                    <a:pt x="238" y="29"/>
                  </a:cubicBezTo>
                  <a:cubicBezTo>
                    <a:pt x="259" y="29"/>
                    <a:pt x="302" y="22"/>
                    <a:pt x="322" y="13"/>
                  </a:cubicBezTo>
                  <a:cubicBezTo>
                    <a:pt x="330" y="10"/>
                    <a:pt x="342" y="0"/>
                    <a:pt x="324" y="0"/>
                  </a:cubicBezTo>
                </a:path>
              </a:pathLst>
            </a:custGeom>
            <a:solidFill>
              <a:srgbClr val="B8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DC16C3F8-E1E0-DA70-D623-E2DF5C0FA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1922"/>
              <a:ext cx="163" cy="76"/>
            </a:xfrm>
            <a:custGeom>
              <a:avLst/>
              <a:gdLst>
                <a:gd name="T0" fmla="*/ 25 w 77"/>
                <a:gd name="T1" fmla="*/ 4 h 36"/>
                <a:gd name="T2" fmla="*/ 31 w 77"/>
                <a:gd name="T3" fmla="*/ 4 h 36"/>
                <a:gd name="T4" fmla="*/ 34 w 77"/>
                <a:gd name="T5" fmla="*/ 14 h 36"/>
                <a:gd name="T6" fmla="*/ 55 w 77"/>
                <a:gd name="T7" fmla="*/ 17 h 36"/>
                <a:gd name="T8" fmla="*/ 71 w 77"/>
                <a:gd name="T9" fmla="*/ 13 h 36"/>
                <a:gd name="T10" fmla="*/ 74 w 77"/>
                <a:gd name="T11" fmla="*/ 22 h 36"/>
                <a:gd name="T12" fmla="*/ 8 w 77"/>
                <a:gd name="T13" fmla="*/ 36 h 36"/>
                <a:gd name="T14" fmla="*/ 6 w 77"/>
                <a:gd name="T15" fmla="*/ 29 h 36"/>
                <a:gd name="T16" fmla="*/ 3 w 77"/>
                <a:gd name="T17" fmla="*/ 12 h 36"/>
                <a:gd name="T18" fmla="*/ 25 w 77"/>
                <a:gd name="T19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36">
                  <a:moveTo>
                    <a:pt x="25" y="4"/>
                  </a:moveTo>
                  <a:cubicBezTo>
                    <a:pt x="29" y="0"/>
                    <a:pt x="31" y="3"/>
                    <a:pt x="31" y="4"/>
                  </a:cubicBezTo>
                  <a:cubicBezTo>
                    <a:pt x="32" y="8"/>
                    <a:pt x="33" y="12"/>
                    <a:pt x="34" y="14"/>
                  </a:cubicBezTo>
                  <a:cubicBezTo>
                    <a:pt x="37" y="17"/>
                    <a:pt x="45" y="16"/>
                    <a:pt x="55" y="17"/>
                  </a:cubicBezTo>
                  <a:cubicBezTo>
                    <a:pt x="59" y="16"/>
                    <a:pt x="68" y="12"/>
                    <a:pt x="71" y="13"/>
                  </a:cubicBezTo>
                  <a:cubicBezTo>
                    <a:pt x="75" y="15"/>
                    <a:pt x="77" y="19"/>
                    <a:pt x="74" y="22"/>
                  </a:cubicBezTo>
                  <a:cubicBezTo>
                    <a:pt x="57" y="32"/>
                    <a:pt x="8" y="36"/>
                    <a:pt x="8" y="36"/>
                  </a:cubicBezTo>
                  <a:cubicBezTo>
                    <a:pt x="8" y="36"/>
                    <a:pt x="10" y="33"/>
                    <a:pt x="6" y="29"/>
                  </a:cubicBezTo>
                  <a:cubicBezTo>
                    <a:pt x="4" y="26"/>
                    <a:pt x="0" y="18"/>
                    <a:pt x="3" y="12"/>
                  </a:cubicBezTo>
                  <a:cubicBezTo>
                    <a:pt x="7" y="6"/>
                    <a:pt x="18" y="6"/>
                    <a:pt x="25" y="4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1D86C89C-79FD-E0F1-FEE5-FF5B5D916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892"/>
              <a:ext cx="53" cy="68"/>
            </a:xfrm>
            <a:custGeom>
              <a:avLst/>
              <a:gdLst>
                <a:gd name="T0" fmla="*/ 22 w 25"/>
                <a:gd name="T1" fmla="*/ 0 h 32"/>
                <a:gd name="T2" fmla="*/ 25 w 25"/>
                <a:gd name="T3" fmla="*/ 22 h 32"/>
                <a:gd name="T4" fmla="*/ 17 w 25"/>
                <a:gd name="T5" fmla="*/ 30 h 32"/>
                <a:gd name="T6" fmla="*/ 6 w 25"/>
                <a:gd name="T7" fmla="*/ 26 h 32"/>
                <a:gd name="T8" fmla="*/ 0 w 25"/>
                <a:gd name="T9" fmla="*/ 6 h 32"/>
                <a:gd name="T10" fmla="*/ 22 w 2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32">
                  <a:moveTo>
                    <a:pt x="22" y="0"/>
                  </a:moveTo>
                  <a:cubicBezTo>
                    <a:pt x="23" y="7"/>
                    <a:pt x="24" y="17"/>
                    <a:pt x="25" y="22"/>
                  </a:cubicBezTo>
                  <a:cubicBezTo>
                    <a:pt x="23" y="28"/>
                    <a:pt x="21" y="28"/>
                    <a:pt x="17" y="30"/>
                  </a:cubicBezTo>
                  <a:cubicBezTo>
                    <a:pt x="17" y="30"/>
                    <a:pt x="8" y="32"/>
                    <a:pt x="6" y="26"/>
                  </a:cubicBezTo>
                  <a:cubicBezTo>
                    <a:pt x="5" y="23"/>
                    <a:pt x="2" y="14"/>
                    <a:pt x="0" y="6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4DA7AB9B-07B0-485C-0897-73ACB503B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1415"/>
              <a:ext cx="274" cy="515"/>
            </a:xfrm>
            <a:custGeom>
              <a:avLst/>
              <a:gdLst>
                <a:gd name="T0" fmla="*/ 113 w 129"/>
                <a:gd name="T1" fmla="*/ 243 h 243"/>
                <a:gd name="T2" fmla="*/ 113 w 129"/>
                <a:gd name="T3" fmla="*/ 243 h 243"/>
                <a:gd name="T4" fmla="*/ 126 w 129"/>
                <a:gd name="T5" fmla="*/ 226 h 243"/>
                <a:gd name="T6" fmla="*/ 123 w 129"/>
                <a:gd name="T7" fmla="*/ 110 h 243"/>
                <a:gd name="T8" fmla="*/ 75 w 129"/>
                <a:gd name="T9" fmla="*/ 17 h 243"/>
                <a:gd name="T10" fmla="*/ 50 w 129"/>
                <a:gd name="T11" fmla="*/ 3 h 243"/>
                <a:gd name="T12" fmla="*/ 8 w 129"/>
                <a:gd name="T13" fmla="*/ 39 h 243"/>
                <a:gd name="T14" fmla="*/ 83 w 129"/>
                <a:gd name="T15" fmla="*/ 116 h 243"/>
                <a:gd name="T16" fmla="*/ 97 w 129"/>
                <a:gd name="T17" fmla="*/ 234 h 243"/>
                <a:gd name="T18" fmla="*/ 113 w 129"/>
                <a:gd name="T19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243">
                  <a:moveTo>
                    <a:pt x="113" y="243"/>
                  </a:moveTo>
                  <a:cubicBezTo>
                    <a:pt x="113" y="243"/>
                    <a:pt x="113" y="243"/>
                    <a:pt x="113" y="243"/>
                  </a:cubicBezTo>
                  <a:cubicBezTo>
                    <a:pt x="119" y="241"/>
                    <a:pt x="129" y="237"/>
                    <a:pt x="126" y="226"/>
                  </a:cubicBezTo>
                  <a:cubicBezTo>
                    <a:pt x="116" y="185"/>
                    <a:pt x="124" y="118"/>
                    <a:pt x="123" y="110"/>
                  </a:cubicBezTo>
                  <a:cubicBezTo>
                    <a:pt x="121" y="98"/>
                    <a:pt x="83" y="45"/>
                    <a:pt x="75" y="17"/>
                  </a:cubicBezTo>
                  <a:cubicBezTo>
                    <a:pt x="72" y="6"/>
                    <a:pt x="61" y="0"/>
                    <a:pt x="50" y="3"/>
                  </a:cubicBezTo>
                  <a:cubicBezTo>
                    <a:pt x="39" y="6"/>
                    <a:pt x="0" y="31"/>
                    <a:pt x="8" y="39"/>
                  </a:cubicBezTo>
                  <a:cubicBezTo>
                    <a:pt x="44" y="69"/>
                    <a:pt x="82" y="105"/>
                    <a:pt x="83" y="116"/>
                  </a:cubicBezTo>
                  <a:cubicBezTo>
                    <a:pt x="84" y="128"/>
                    <a:pt x="94" y="223"/>
                    <a:pt x="97" y="234"/>
                  </a:cubicBezTo>
                  <a:cubicBezTo>
                    <a:pt x="100" y="243"/>
                    <a:pt x="107" y="243"/>
                    <a:pt x="113" y="243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D5FF2453-0871-B22F-8504-C523F2C7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1415"/>
              <a:ext cx="176" cy="511"/>
            </a:xfrm>
            <a:custGeom>
              <a:avLst/>
              <a:gdLst>
                <a:gd name="T0" fmla="*/ 71 w 83"/>
                <a:gd name="T1" fmla="*/ 238 h 241"/>
                <a:gd name="T2" fmla="*/ 67 w 83"/>
                <a:gd name="T3" fmla="*/ 118 h 241"/>
                <a:gd name="T4" fmla="*/ 18 w 83"/>
                <a:gd name="T5" fmla="*/ 20 h 241"/>
                <a:gd name="T6" fmla="*/ 0 w 83"/>
                <a:gd name="T7" fmla="*/ 5 h 241"/>
                <a:gd name="T8" fmla="*/ 5 w 83"/>
                <a:gd name="T9" fmla="*/ 3 h 241"/>
                <a:gd name="T10" fmla="*/ 30 w 83"/>
                <a:gd name="T11" fmla="*/ 17 h 241"/>
                <a:gd name="T12" fmla="*/ 78 w 83"/>
                <a:gd name="T13" fmla="*/ 110 h 241"/>
                <a:gd name="T14" fmla="*/ 81 w 83"/>
                <a:gd name="T15" fmla="*/ 226 h 241"/>
                <a:gd name="T16" fmla="*/ 71 w 83"/>
                <a:gd name="T17" fmla="*/ 241 h 241"/>
                <a:gd name="T18" fmla="*/ 71 w 83"/>
                <a:gd name="T19" fmla="*/ 23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241">
                  <a:moveTo>
                    <a:pt x="71" y="238"/>
                  </a:moveTo>
                  <a:cubicBezTo>
                    <a:pt x="61" y="195"/>
                    <a:pt x="68" y="126"/>
                    <a:pt x="67" y="118"/>
                  </a:cubicBezTo>
                  <a:cubicBezTo>
                    <a:pt x="65" y="105"/>
                    <a:pt x="30" y="47"/>
                    <a:pt x="18" y="20"/>
                  </a:cubicBezTo>
                  <a:cubicBezTo>
                    <a:pt x="14" y="12"/>
                    <a:pt x="8" y="6"/>
                    <a:pt x="0" y="5"/>
                  </a:cubicBezTo>
                  <a:cubicBezTo>
                    <a:pt x="2" y="4"/>
                    <a:pt x="3" y="4"/>
                    <a:pt x="5" y="3"/>
                  </a:cubicBezTo>
                  <a:cubicBezTo>
                    <a:pt x="16" y="0"/>
                    <a:pt x="24" y="7"/>
                    <a:pt x="30" y="17"/>
                  </a:cubicBezTo>
                  <a:cubicBezTo>
                    <a:pt x="46" y="42"/>
                    <a:pt x="76" y="98"/>
                    <a:pt x="78" y="110"/>
                  </a:cubicBezTo>
                  <a:cubicBezTo>
                    <a:pt x="79" y="118"/>
                    <a:pt x="71" y="185"/>
                    <a:pt x="81" y="226"/>
                  </a:cubicBezTo>
                  <a:cubicBezTo>
                    <a:pt x="83" y="234"/>
                    <a:pt x="79" y="238"/>
                    <a:pt x="71" y="241"/>
                  </a:cubicBezTo>
                  <a:cubicBezTo>
                    <a:pt x="71" y="240"/>
                    <a:pt x="71" y="239"/>
                    <a:pt x="71" y="238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BE0FE182-9C98-D8DE-53F6-149F5236A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1962"/>
              <a:ext cx="147" cy="36"/>
            </a:xfrm>
            <a:custGeom>
              <a:avLst/>
              <a:gdLst>
                <a:gd name="T0" fmla="*/ 69 w 69"/>
                <a:gd name="T1" fmla="*/ 0 h 17"/>
                <a:gd name="T2" fmla="*/ 69 w 69"/>
                <a:gd name="T3" fmla="*/ 4 h 17"/>
                <a:gd name="T4" fmla="*/ 2 w 69"/>
                <a:gd name="T5" fmla="*/ 17 h 17"/>
                <a:gd name="T6" fmla="*/ 0 w 69"/>
                <a:gd name="T7" fmla="*/ 10 h 17"/>
                <a:gd name="T8" fmla="*/ 69 w 6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69" y="0"/>
                  </a:moveTo>
                  <a:cubicBezTo>
                    <a:pt x="69" y="1"/>
                    <a:pt x="69" y="3"/>
                    <a:pt x="69" y="4"/>
                  </a:cubicBezTo>
                  <a:cubicBezTo>
                    <a:pt x="47" y="12"/>
                    <a:pt x="2" y="17"/>
                    <a:pt x="2" y="17"/>
                  </a:cubicBezTo>
                  <a:cubicBezTo>
                    <a:pt x="2" y="17"/>
                    <a:pt x="1" y="15"/>
                    <a:pt x="0" y="10"/>
                  </a:cubicBezTo>
                  <a:cubicBezTo>
                    <a:pt x="17" y="16"/>
                    <a:pt x="62" y="2"/>
                    <a:pt x="69" y="0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539D58FE-411B-1A8E-2115-636778F15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2011"/>
              <a:ext cx="157" cy="81"/>
            </a:xfrm>
            <a:custGeom>
              <a:avLst/>
              <a:gdLst>
                <a:gd name="T0" fmla="*/ 28 w 74"/>
                <a:gd name="T1" fmla="*/ 4 h 38"/>
                <a:gd name="T2" fmla="*/ 33 w 74"/>
                <a:gd name="T3" fmla="*/ 5 h 38"/>
                <a:gd name="T4" fmla="*/ 34 w 74"/>
                <a:gd name="T5" fmla="*/ 16 h 38"/>
                <a:gd name="T6" fmla="*/ 53 w 74"/>
                <a:gd name="T7" fmla="*/ 23 h 38"/>
                <a:gd name="T8" fmla="*/ 70 w 74"/>
                <a:gd name="T9" fmla="*/ 24 h 38"/>
                <a:gd name="T10" fmla="*/ 71 w 74"/>
                <a:gd name="T11" fmla="*/ 33 h 38"/>
                <a:gd name="T12" fmla="*/ 3 w 74"/>
                <a:gd name="T13" fmla="*/ 30 h 38"/>
                <a:gd name="T14" fmla="*/ 3 w 74"/>
                <a:gd name="T15" fmla="*/ 23 h 38"/>
                <a:gd name="T16" fmla="*/ 4 w 74"/>
                <a:gd name="T17" fmla="*/ 5 h 38"/>
                <a:gd name="T18" fmla="*/ 28 w 74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" h="38">
                  <a:moveTo>
                    <a:pt x="28" y="4"/>
                  </a:moveTo>
                  <a:cubicBezTo>
                    <a:pt x="32" y="0"/>
                    <a:pt x="33" y="4"/>
                    <a:pt x="33" y="5"/>
                  </a:cubicBezTo>
                  <a:cubicBezTo>
                    <a:pt x="33" y="9"/>
                    <a:pt x="33" y="14"/>
                    <a:pt x="34" y="16"/>
                  </a:cubicBezTo>
                  <a:cubicBezTo>
                    <a:pt x="36" y="19"/>
                    <a:pt x="44" y="20"/>
                    <a:pt x="53" y="23"/>
                  </a:cubicBezTo>
                  <a:cubicBezTo>
                    <a:pt x="58" y="24"/>
                    <a:pt x="67" y="22"/>
                    <a:pt x="70" y="24"/>
                  </a:cubicBezTo>
                  <a:cubicBezTo>
                    <a:pt x="73" y="27"/>
                    <a:pt x="74" y="31"/>
                    <a:pt x="71" y="33"/>
                  </a:cubicBezTo>
                  <a:cubicBezTo>
                    <a:pt x="51" y="38"/>
                    <a:pt x="3" y="30"/>
                    <a:pt x="3" y="30"/>
                  </a:cubicBezTo>
                  <a:cubicBezTo>
                    <a:pt x="3" y="30"/>
                    <a:pt x="5" y="28"/>
                    <a:pt x="3" y="23"/>
                  </a:cubicBezTo>
                  <a:cubicBezTo>
                    <a:pt x="1" y="19"/>
                    <a:pt x="0" y="11"/>
                    <a:pt x="4" y="5"/>
                  </a:cubicBezTo>
                  <a:cubicBezTo>
                    <a:pt x="9" y="1"/>
                    <a:pt x="20" y="4"/>
                    <a:pt x="28" y="4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438FF622-BA6E-CF09-6794-5B43D20BC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1973"/>
              <a:ext cx="59" cy="66"/>
            </a:xfrm>
            <a:custGeom>
              <a:avLst/>
              <a:gdLst>
                <a:gd name="T0" fmla="*/ 28 w 28"/>
                <a:gd name="T1" fmla="*/ 7 h 31"/>
                <a:gd name="T2" fmla="*/ 20 w 28"/>
                <a:gd name="T3" fmla="*/ 27 h 31"/>
                <a:gd name="T4" fmla="*/ 9 w 28"/>
                <a:gd name="T5" fmla="*/ 29 h 31"/>
                <a:gd name="T6" fmla="*/ 1 w 28"/>
                <a:gd name="T7" fmla="*/ 21 h 31"/>
                <a:gd name="T8" fmla="*/ 6 w 28"/>
                <a:gd name="T9" fmla="*/ 0 h 31"/>
                <a:gd name="T10" fmla="*/ 28 w 28"/>
                <a:gd name="T11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31">
                  <a:moveTo>
                    <a:pt x="28" y="7"/>
                  </a:moveTo>
                  <a:cubicBezTo>
                    <a:pt x="25" y="13"/>
                    <a:pt x="21" y="22"/>
                    <a:pt x="20" y="27"/>
                  </a:cubicBezTo>
                  <a:cubicBezTo>
                    <a:pt x="15" y="31"/>
                    <a:pt x="13" y="30"/>
                    <a:pt x="9" y="29"/>
                  </a:cubicBezTo>
                  <a:cubicBezTo>
                    <a:pt x="9" y="29"/>
                    <a:pt x="0" y="27"/>
                    <a:pt x="1" y="21"/>
                  </a:cubicBezTo>
                  <a:cubicBezTo>
                    <a:pt x="2" y="18"/>
                    <a:pt x="4" y="9"/>
                    <a:pt x="6" y="0"/>
                  </a:cubicBezTo>
                  <a:lnTo>
                    <a:pt x="28" y="7"/>
                  </a:ln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50D92F2C-9FAE-1A00-F546-8ED3E642A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5" y="2060"/>
              <a:ext cx="147" cy="30"/>
            </a:xfrm>
            <a:custGeom>
              <a:avLst/>
              <a:gdLst>
                <a:gd name="T0" fmla="*/ 69 w 69"/>
                <a:gd name="T1" fmla="*/ 8 h 14"/>
                <a:gd name="T2" fmla="*/ 68 w 69"/>
                <a:gd name="T3" fmla="*/ 11 h 14"/>
                <a:gd name="T4" fmla="*/ 0 w 69"/>
                <a:gd name="T5" fmla="*/ 7 h 14"/>
                <a:gd name="T6" fmla="*/ 0 w 69"/>
                <a:gd name="T7" fmla="*/ 0 h 14"/>
                <a:gd name="T8" fmla="*/ 69 w 69"/>
                <a:gd name="T9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4">
                  <a:moveTo>
                    <a:pt x="69" y="8"/>
                  </a:moveTo>
                  <a:cubicBezTo>
                    <a:pt x="69" y="9"/>
                    <a:pt x="69" y="10"/>
                    <a:pt x="68" y="11"/>
                  </a:cubicBezTo>
                  <a:cubicBezTo>
                    <a:pt x="44" y="14"/>
                    <a:pt x="0" y="7"/>
                    <a:pt x="0" y="7"/>
                  </a:cubicBezTo>
                  <a:cubicBezTo>
                    <a:pt x="0" y="7"/>
                    <a:pt x="0" y="5"/>
                    <a:pt x="0" y="0"/>
                  </a:cubicBezTo>
                  <a:cubicBezTo>
                    <a:pt x="15" y="10"/>
                    <a:pt x="62" y="9"/>
                    <a:pt x="69" y="8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8F6D1335-1B9D-88B2-D5E6-53E47723F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1447"/>
              <a:ext cx="261" cy="114"/>
            </a:xfrm>
            <a:custGeom>
              <a:avLst/>
              <a:gdLst>
                <a:gd name="T0" fmla="*/ 92 w 123"/>
                <a:gd name="T1" fmla="*/ 49 h 54"/>
                <a:gd name="T2" fmla="*/ 33 w 123"/>
                <a:gd name="T3" fmla="*/ 51 h 54"/>
                <a:gd name="T4" fmla="*/ 35 w 123"/>
                <a:gd name="T5" fmla="*/ 0 h 54"/>
                <a:gd name="T6" fmla="*/ 87 w 123"/>
                <a:gd name="T7" fmla="*/ 4 h 54"/>
                <a:gd name="T8" fmla="*/ 92 w 123"/>
                <a:gd name="T9" fmla="*/ 4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54">
                  <a:moveTo>
                    <a:pt x="92" y="49"/>
                  </a:moveTo>
                  <a:cubicBezTo>
                    <a:pt x="92" y="49"/>
                    <a:pt x="56" y="37"/>
                    <a:pt x="33" y="51"/>
                  </a:cubicBezTo>
                  <a:cubicBezTo>
                    <a:pt x="0" y="54"/>
                    <a:pt x="35" y="0"/>
                    <a:pt x="35" y="0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4"/>
                    <a:pt x="123" y="38"/>
                    <a:pt x="92" y="49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813F6600-5422-4E75-2CA6-9955D7391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1436"/>
              <a:ext cx="219" cy="575"/>
            </a:xfrm>
            <a:custGeom>
              <a:avLst/>
              <a:gdLst>
                <a:gd name="T0" fmla="*/ 19 w 103"/>
                <a:gd name="T1" fmla="*/ 271 h 271"/>
                <a:gd name="T2" fmla="*/ 34 w 103"/>
                <a:gd name="T3" fmla="*/ 260 h 271"/>
                <a:gd name="T4" fmla="*/ 71 w 103"/>
                <a:gd name="T5" fmla="*/ 160 h 271"/>
                <a:gd name="T6" fmla="*/ 101 w 103"/>
                <a:gd name="T7" fmla="*/ 25 h 271"/>
                <a:gd name="T8" fmla="*/ 78 w 103"/>
                <a:gd name="T9" fmla="*/ 2 h 271"/>
                <a:gd name="T10" fmla="*/ 50 w 103"/>
                <a:gd name="T11" fmla="*/ 16 h 271"/>
                <a:gd name="T12" fmla="*/ 33 w 103"/>
                <a:gd name="T13" fmla="*/ 148 h 271"/>
                <a:gd name="T14" fmla="*/ 0 w 103"/>
                <a:gd name="T15" fmla="*/ 253 h 271"/>
                <a:gd name="T16" fmla="*/ 19 w 103"/>
                <a:gd name="T17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271">
                  <a:moveTo>
                    <a:pt x="19" y="271"/>
                  </a:moveTo>
                  <a:cubicBezTo>
                    <a:pt x="25" y="271"/>
                    <a:pt x="32" y="271"/>
                    <a:pt x="34" y="260"/>
                  </a:cubicBezTo>
                  <a:cubicBezTo>
                    <a:pt x="44" y="219"/>
                    <a:pt x="69" y="168"/>
                    <a:pt x="71" y="160"/>
                  </a:cubicBezTo>
                  <a:cubicBezTo>
                    <a:pt x="72" y="157"/>
                    <a:pt x="83" y="139"/>
                    <a:pt x="101" y="25"/>
                  </a:cubicBezTo>
                  <a:cubicBezTo>
                    <a:pt x="103" y="14"/>
                    <a:pt x="89" y="4"/>
                    <a:pt x="78" y="2"/>
                  </a:cubicBezTo>
                  <a:cubicBezTo>
                    <a:pt x="67" y="0"/>
                    <a:pt x="52" y="5"/>
                    <a:pt x="50" y="16"/>
                  </a:cubicBezTo>
                  <a:cubicBezTo>
                    <a:pt x="41" y="74"/>
                    <a:pt x="35" y="140"/>
                    <a:pt x="33" y="148"/>
                  </a:cubicBezTo>
                  <a:cubicBezTo>
                    <a:pt x="29" y="160"/>
                    <a:pt x="2" y="243"/>
                    <a:pt x="0" y="253"/>
                  </a:cubicBezTo>
                  <a:cubicBezTo>
                    <a:pt x="2" y="261"/>
                    <a:pt x="8" y="270"/>
                    <a:pt x="19" y="271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2EE723C7-55AC-F69F-86C3-902CB0C0D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1436"/>
              <a:ext cx="185" cy="575"/>
            </a:xfrm>
            <a:custGeom>
              <a:avLst/>
              <a:gdLst>
                <a:gd name="T0" fmla="*/ 83 w 87"/>
                <a:gd name="T1" fmla="*/ 20 h 271"/>
                <a:gd name="T2" fmla="*/ 57 w 87"/>
                <a:gd name="T3" fmla="*/ 157 h 271"/>
                <a:gd name="T4" fmla="*/ 18 w 87"/>
                <a:gd name="T5" fmla="*/ 271 h 271"/>
                <a:gd name="T6" fmla="*/ 0 w 87"/>
                <a:gd name="T7" fmla="*/ 253 h 271"/>
                <a:gd name="T8" fmla="*/ 33 w 87"/>
                <a:gd name="T9" fmla="*/ 148 h 271"/>
                <a:gd name="T10" fmla="*/ 50 w 87"/>
                <a:gd name="T11" fmla="*/ 16 h 271"/>
                <a:gd name="T12" fmla="*/ 78 w 87"/>
                <a:gd name="T13" fmla="*/ 2 h 271"/>
                <a:gd name="T14" fmla="*/ 87 w 87"/>
                <a:gd name="T15" fmla="*/ 6 h 271"/>
                <a:gd name="T16" fmla="*/ 83 w 87"/>
                <a:gd name="T17" fmla="*/ 2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271">
                  <a:moveTo>
                    <a:pt x="83" y="20"/>
                  </a:moveTo>
                  <a:cubicBezTo>
                    <a:pt x="73" y="82"/>
                    <a:pt x="59" y="148"/>
                    <a:pt x="57" y="157"/>
                  </a:cubicBezTo>
                  <a:cubicBezTo>
                    <a:pt x="54" y="166"/>
                    <a:pt x="29" y="229"/>
                    <a:pt x="18" y="271"/>
                  </a:cubicBezTo>
                  <a:cubicBezTo>
                    <a:pt x="7" y="269"/>
                    <a:pt x="2" y="260"/>
                    <a:pt x="0" y="253"/>
                  </a:cubicBezTo>
                  <a:cubicBezTo>
                    <a:pt x="2" y="243"/>
                    <a:pt x="29" y="160"/>
                    <a:pt x="33" y="148"/>
                  </a:cubicBezTo>
                  <a:cubicBezTo>
                    <a:pt x="35" y="140"/>
                    <a:pt x="41" y="74"/>
                    <a:pt x="50" y="16"/>
                  </a:cubicBezTo>
                  <a:cubicBezTo>
                    <a:pt x="52" y="5"/>
                    <a:pt x="67" y="0"/>
                    <a:pt x="78" y="2"/>
                  </a:cubicBezTo>
                  <a:cubicBezTo>
                    <a:pt x="81" y="3"/>
                    <a:pt x="85" y="4"/>
                    <a:pt x="87" y="6"/>
                  </a:cubicBezTo>
                  <a:cubicBezTo>
                    <a:pt x="81" y="9"/>
                    <a:pt x="84" y="12"/>
                    <a:pt x="83" y="20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3A6A6C7D-479A-B7C1-1C34-B9DCC79DE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423"/>
              <a:ext cx="276" cy="87"/>
            </a:xfrm>
            <a:custGeom>
              <a:avLst/>
              <a:gdLst>
                <a:gd name="T0" fmla="*/ 0 w 130"/>
                <a:gd name="T1" fmla="*/ 37 h 41"/>
                <a:gd name="T2" fmla="*/ 2 w 130"/>
                <a:gd name="T3" fmla="*/ 22 h 41"/>
                <a:gd name="T4" fmla="*/ 127 w 130"/>
                <a:gd name="T5" fmla="*/ 13 h 41"/>
                <a:gd name="T6" fmla="*/ 130 w 130"/>
                <a:gd name="T7" fmla="*/ 19 h 41"/>
                <a:gd name="T8" fmla="*/ 63 w 130"/>
                <a:gd name="T9" fmla="*/ 40 h 41"/>
                <a:gd name="T10" fmla="*/ 0 w 130"/>
                <a:gd name="T11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41">
                  <a:moveTo>
                    <a:pt x="0" y="37"/>
                  </a:moveTo>
                  <a:cubicBezTo>
                    <a:pt x="0" y="33"/>
                    <a:pt x="1" y="27"/>
                    <a:pt x="2" y="22"/>
                  </a:cubicBezTo>
                  <a:cubicBezTo>
                    <a:pt x="4" y="11"/>
                    <a:pt x="123" y="0"/>
                    <a:pt x="127" y="13"/>
                  </a:cubicBezTo>
                  <a:cubicBezTo>
                    <a:pt x="127" y="13"/>
                    <a:pt x="127" y="13"/>
                    <a:pt x="130" y="19"/>
                  </a:cubicBezTo>
                  <a:cubicBezTo>
                    <a:pt x="130" y="19"/>
                    <a:pt x="103" y="40"/>
                    <a:pt x="63" y="40"/>
                  </a:cubicBezTo>
                  <a:cubicBezTo>
                    <a:pt x="33" y="40"/>
                    <a:pt x="9" y="41"/>
                    <a:pt x="0" y="37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11CF9A83-BBCE-578E-9E47-D84FF6211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1010"/>
              <a:ext cx="382" cy="201"/>
            </a:xfrm>
            <a:custGeom>
              <a:avLst/>
              <a:gdLst>
                <a:gd name="T0" fmla="*/ 31 w 180"/>
                <a:gd name="T1" fmla="*/ 0 h 95"/>
                <a:gd name="T2" fmla="*/ 100 w 180"/>
                <a:gd name="T3" fmla="*/ 41 h 95"/>
                <a:gd name="T4" fmla="*/ 155 w 180"/>
                <a:gd name="T5" fmla="*/ 13 h 95"/>
                <a:gd name="T6" fmla="*/ 169 w 180"/>
                <a:gd name="T7" fmla="*/ 37 h 95"/>
                <a:gd name="T8" fmla="*/ 86 w 180"/>
                <a:gd name="T9" fmla="*/ 85 h 95"/>
                <a:gd name="T10" fmla="*/ 6 w 180"/>
                <a:gd name="T11" fmla="*/ 47 h 95"/>
                <a:gd name="T12" fmla="*/ 31 w 180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95">
                  <a:moveTo>
                    <a:pt x="31" y="0"/>
                  </a:moveTo>
                  <a:cubicBezTo>
                    <a:pt x="31" y="0"/>
                    <a:pt x="84" y="42"/>
                    <a:pt x="100" y="41"/>
                  </a:cubicBezTo>
                  <a:cubicBezTo>
                    <a:pt x="117" y="40"/>
                    <a:pt x="155" y="13"/>
                    <a:pt x="155" y="13"/>
                  </a:cubicBezTo>
                  <a:cubicBezTo>
                    <a:pt x="155" y="13"/>
                    <a:pt x="180" y="7"/>
                    <a:pt x="169" y="37"/>
                  </a:cubicBezTo>
                  <a:cubicBezTo>
                    <a:pt x="169" y="37"/>
                    <a:pt x="116" y="95"/>
                    <a:pt x="86" y="85"/>
                  </a:cubicBezTo>
                  <a:cubicBezTo>
                    <a:pt x="56" y="75"/>
                    <a:pt x="6" y="47"/>
                    <a:pt x="6" y="47"/>
                  </a:cubicBezTo>
                  <a:cubicBezTo>
                    <a:pt x="6" y="47"/>
                    <a:pt x="0" y="13"/>
                    <a:pt x="31" y="0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637DC911-CD15-C967-D57C-B24C430AC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1010"/>
              <a:ext cx="312" cy="110"/>
            </a:xfrm>
            <a:custGeom>
              <a:avLst/>
              <a:gdLst>
                <a:gd name="T0" fmla="*/ 72 w 147"/>
                <a:gd name="T1" fmla="*/ 41 h 52"/>
                <a:gd name="T2" fmla="*/ 71 w 147"/>
                <a:gd name="T3" fmla="*/ 41 h 52"/>
                <a:gd name="T4" fmla="*/ 68 w 147"/>
                <a:gd name="T5" fmla="*/ 40 h 52"/>
                <a:gd name="T6" fmla="*/ 68 w 147"/>
                <a:gd name="T7" fmla="*/ 40 h 52"/>
                <a:gd name="T8" fmla="*/ 64 w 147"/>
                <a:gd name="T9" fmla="*/ 38 h 52"/>
                <a:gd name="T10" fmla="*/ 64 w 147"/>
                <a:gd name="T11" fmla="*/ 38 h 52"/>
                <a:gd name="T12" fmla="*/ 60 w 147"/>
                <a:gd name="T13" fmla="*/ 37 h 52"/>
                <a:gd name="T14" fmla="*/ 60 w 147"/>
                <a:gd name="T15" fmla="*/ 36 h 52"/>
                <a:gd name="T16" fmla="*/ 56 w 147"/>
                <a:gd name="T17" fmla="*/ 34 h 52"/>
                <a:gd name="T18" fmla="*/ 55 w 147"/>
                <a:gd name="T19" fmla="*/ 34 h 52"/>
                <a:gd name="T20" fmla="*/ 51 w 147"/>
                <a:gd name="T21" fmla="*/ 32 h 52"/>
                <a:gd name="T22" fmla="*/ 50 w 147"/>
                <a:gd name="T23" fmla="*/ 31 h 52"/>
                <a:gd name="T24" fmla="*/ 46 w 147"/>
                <a:gd name="T25" fmla="*/ 29 h 52"/>
                <a:gd name="T26" fmla="*/ 46 w 147"/>
                <a:gd name="T27" fmla="*/ 29 h 52"/>
                <a:gd name="T28" fmla="*/ 41 w 147"/>
                <a:gd name="T29" fmla="*/ 26 h 52"/>
                <a:gd name="T30" fmla="*/ 40 w 147"/>
                <a:gd name="T31" fmla="*/ 25 h 52"/>
                <a:gd name="T32" fmla="*/ 36 w 147"/>
                <a:gd name="T33" fmla="*/ 22 h 52"/>
                <a:gd name="T34" fmla="*/ 35 w 147"/>
                <a:gd name="T35" fmla="*/ 22 h 52"/>
                <a:gd name="T36" fmla="*/ 31 w 147"/>
                <a:gd name="T37" fmla="*/ 19 h 52"/>
                <a:gd name="T38" fmla="*/ 31 w 147"/>
                <a:gd name="T39" fmla="*/ 19 h 52"/>
                <a:gd name="T40" fmla="*/ 27 w 147"/>
                <a:gd name="T41" fmla="*/ 16 h 52"/>
                <a:gd name="T42" fmla="*/ 26 w 147"/>
                <a:gd name="T43" fmla="*/ 15 h 52"/>
                <a:gd name="T44" fmla="*/ 22 w 147"/>
                <a:gd name="T45" fmla="*/ 13 h 52"/>
                <a:gd name="T46" fmla="*/ 22 w 147"/>
                <a:gd name="T47" fmla="*/ 12 h 52"/>
                <a:gd name="T48" fmla="*/ 18 w 147"/>
                <a:gd name="T49" fmla="*/ 10 h 52"/>
                <a:gd name="T50" fmla="*/ 18 w 147"/>
                <a:gd name="T51" fmla="*/ 9 h 52"/>
                <a:gd name="T52" fmla="*/ 15 w 147"/>
                <a:gd name="T53" fmla="*/ 7 h 52"/>
                <a:gd name="T54" fmla="*/ 14 w 147"/>
                <a:gd name="T55" fmla="*/ 7 h 52"/>
                <a:gd name="T56" fmla="*/ 11 w 147"/>
                <a:gd name="T57" fmla="*/ 5 h 52"/>
                <a:gd name="T58" fmla="*/ 11 w 147"/>
                <a:gd name="T59" fmla="*/ 4 h 52"/>
                <a:gd name="T60" fmla="*/ 9 w 147"/>
                <a:gd name="T61" fmla="*/ 3 h 52"/>
                <a:gd name="T62" fmla="*/ 9 w 147"/>
                <a:gd name="T63" fmla="*/ 2 h 52"/>
                <a:gd name="T64" fmla="*/ 5 w 147"/>
                <a:gd name="T65" fmla="*/ 0 h 52"/>
                <a:gd name="T66" fmla="*/ 0 w 147"/>
                <a:gd name="T67" fmla="*/ 2 h 52"/>
                <a:gd name="T68" fmla="*/ 6 w 147"/>
                <a:gd name="T69" fmla="*/ 12 h 52"/>
                <a:gd name="T70" fmla="*/ 6 w 147"/>
                <a:gd name="T71" fmla="*/ 13 h 52"/>
                <a:gd name="T72" fmla="*/ 72 w 147"/>
                <a:gd name="T73" fmla="*/ 51 h 52"/>
                <a:gd name="T74" fmla="*/ 126 w 147"/>
                <a:gd name="T75" fmla="*/ 23 h 52"/>
                <a:gd name="T76" fmla="*/ 143 w 147"/>
                <a:gd name="T77" fmla="*/ 38 h 52"/>
                <a:gd name="T78" fmla="*/ 143 w 147"/>
                <a:gd name="T79" fmla="*/ 37 h 52"/>
                <a:gd name="T80" fmla="*/ 145 w 147"/>
                <a:gd name="T81" fmla="*/ 18 h 52"/>
                <a:gd name="T82" fmla="*/ 129 w 147"/>
                <a:gd name="T83" fmla="*/ 13 h 52"/>
                <a:gd name="T84" fmla="*/ 116 w 147"/>
                <a:gd name="T85" fmla="*/ 22 h 52"/>
                <a:gd name="T86" fmla="*/ 108 w 147"/>
                <a:gd name="T87" fmla="*/ 27 h 52"/>
                <a:gd name="T88" fmla="*/ 99 w 147"/>
                <a:gd name="T89" fmla="*/ 32 h 52"/>
                <a:gd name="T90" fmla="*/ 90 w 147"/>
                <a:gd name="T91" fmla="*/ 36 h 52"/>
                <a:gd name="T92" fmla="*/ 74 w 147"/>
                <a:gd name="T93" fmla="*/ 41 h 52"/>
                <a:gd name="T94" fmla="*/ 72 w 147"/>
                <a:gd name="T95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7" h="52">
                  <a:moveTo>
                    <a:pt x="72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0" y="40"/>
                    <a:pt x="69" y="40"/>
                    <a:pt x="68" y="40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66" y="39"/>
                    <a:pt x="65" y="39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3" y="38"/>
                    <a:pt x="62" y="37"/>
                    <a:pt x="60" y="37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8" y="36"/>
                    <a:pt x="57" y="35"/>
                    <a:pt x="56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3" y="33"/>
                    <a:pt x="52" y="32"/>
                    <a:pt x="51" y="3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8" y="30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4" y="28"/>
                    <a:pt x="43" y="27"/>
                    <a:pt x="41" y="26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4"/>
                    <a:pt x="37" y="23"/>
                    <a:pt x="36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1"/>
                    <a:pt x="33" y="20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0" y="18"/>
                    <a:pt x="28" y="17"/>
                    <a:pt x="27" y="16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4"/>
                    <a:pt x="24" y="14"/>
                    <a:pt x="22" y="13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1"/>
                    <a:pt x="19" y="11"/>
                    <a:pt x="18" y="1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9"/>
                    <a:pt x="16" y="8"/>
                    <a:pt x="15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6"/>
                    <a:pt x="12" y="5"/>
                    <a:pt x="11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2" y="6"/>
                    <a:pt x="4" y="10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8" y="22"/>
                    <a:pt x="57" y="52"/>
                    <a:pt x="72" y="51"/>
                  </a:cubicBezTo>
                  <a:cubicBezTo>
                    <a:pt x="88" y="50"/>
                    <a:pt x="126" y="23"/>
                    <a:pt x="126" y="23"/>
                  </a:cubicBezTo>
                  <a:cubicBezTo>
                    <a:pt x="126" y="23"/>
                    <a:pt x="145" y="19"/>
                    <a:pt x="143" y="38"/>
                  </a:cubicBezTo>
                  <a:cubicBezTo>
                    <a:pt x="143" y="38"/>
                    <a:pt x="143" y="37"/>
                    <a:pt x="143" y="37"/>
                  </a:cubicBezTo>
                  <a:cubicBezTo>
                    <a:pt x="147" y="28"/>
                    <a:pt x="146" y="22"/>
                    <a:pt x="145" y="18"/>
                  </a:cubicBezTo>
                  <a:cubicBezTo>
                    <a:pt x="141" y="10"/>
                    <a:pt x="129" y="13"/>
                    <a:pt x="129" y="13"/>
                  </a:cubicBezTo>
                  <a:cubicBezTo>
                    <a:pt x="129" y="13"/>
                    <a:pt x="123" y="17"/>
                    <a:pt x="116" y="22"/>
                  </a:cubicBezTo>
                  <a:cubicBezTo>
                    <a:pt x="113" y="23"/>
                    <a:pt x="111" y="25"/>
                    <a:pt x="108" y="27"/>
                  </a:cubicBezTo>
                  <a:cubicBezTo>
                    <a:pt x="105" y="28"/>
                    <a:pt x="102" y="30"/>
                    <a:pt x="99" y="32"/>
                  </a:cubicBezTo>
                  <a:cubicBezTo>
                    <a:pt x="96" y="33"/>
                    <a:pt x="93" y="35"/>
                    <a:pt x="90" y="36"/>
                  </a:cubicBezTo>
                  <a:cubicBezTo>
                    <a:pt x="84" y="39"/>
                    <a:pt x="79" y="41"/>
                    <a:pt x="74" y="41"/>
                  </a:cubicBezTo>
                  <a:cubicBezTo>
                    <a:pt x="74" y="41"/>
                    <a:pt x="73" y="41"/>
                    <a:pt x="72" y="41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B77DDBD7-68C6-3E35-35C7-3C33D48F3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037"/>
              <a:ext cx="49" cy="51"/>
            </a:xfrm>
            <a:custGeom>
              <a:avLst/>
              <a:gdLst>
                <a:gd name="T0" fmla="*/ 20 w 23"/>
                <a:gd name="T1" fmla="*/ 19 h 24"/>
                <a:gd name="T2" fmla="*/ 6 w 23"/>
                <a:gd name="T3" fmla="*/ 20 h 24"/>
                <a:gd name="T4" fmla="*/ 0 w 23"/>
                <a:gd name="T5" fmla="*/ 11 h 24"/>
                <a:gd name="T6" fmla="*/ 4 w 23"/>
                <a:gd name="T7" fmla="*/ 3 h 24"/>
                <a:gd name="T8" fmla="*/ 19 w 23"/>
                <a:gd name="T9" fmla="*/ 4 h 24"/>
                <a:gd name="T10" fmla="*/ 20 w 23"/>
                <a:gd name="T11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4">
                  <a:moveTo>
                    <a:pt x="20" y="19"/>
                  </a:moveTo>
                  <a:cubicBezTo>
                    <a:pt x="14" y="22"/>
                    <a:pt x="10" y="24"/>
                    <a:pt x="6" y="20"/>
                  </a:cubicBezTo>
                  <a:cubicBezTo>
                    <a:pt x="4" y="18"/>
                    <a:pt x="0" y="14"/>
                    <a:pt x="0" y="11"/>
                  </a:cubicBezTo>
                  <a:cubicBezTo>
                    <a:pt x="1" y="8"/>
                    <a:pt x="2" y="6"/>
                    <a:pt x="4" y="3"/>
                  </a:cubicBezTo>
                  <a:cubicBezTo>
                    <a:pt x="8" y="0"/>
                    <a:pt x="14" y="0"/>
                    <a:pt x="19" y="4"/>
                  </a:cubicBezTo>
                  <a:cubicBezTo>
                    <a:pt x="23" y="9"/>
                    <a:pt x="23" y="15"/>
                    <a:pt x="20" y="19"/>
                  </a:cubicBez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FB86532F-972C-34C1-7089-72FB3AEE7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984"/>
              <a:ext cx="59" cy="87"/>
            </a:xfrm>
            <a:custGeom>
              <a:avLst/>
              <a:gdLst>
                <a:gd name="T0" fmla="*/ 7 w 28"/>
                <a:gd name="T1" fmla="*/ 25 h 41"/>
                <a:gd name="T2" fmla="*/ 24 w 28"/>
                <a:gd name="T3" fmla="*/ 1 h 41"/>
                <a:gd name="T4" fmla="*/ 28 w 28"/>
                <a:gd name="T5" fmla="*/ 3 h 41"/>
                <a:gd name="T6" fmla="*/ 19 w 28"/>
                <a:gd name="T7" fmla="*/ 22 h 41"/>
                <a:gd name="T8" fmla="*/ 15 w 28"/>
                <a:gd name="T9" fmla="*/ 40 h 41"/>
                <a:gd name="T10" fmla="*/ 13 w 28"/>
                <a:gd name="T11" fmla="*/ 41 h 41"/>
                <a:gd name="T12" fmla="*/ 7 w 28"/>
                <a:gd name="T13" fmla="*/ 2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41">
                  <a:moveTo>
                    <a:pt x="7" y="25"/>
                  </a:moveTo>
                  <a:cubicBezTo>
                    <a:pt x="7" y="25"/>
                    <a:pt x="10" y="7"/>
                    <a:pt x="24" y="1"/>
                  </a:cubicBezTo>
                  <a:cubicBezTo>
                    <a:pt x="24" y="1"/>
                    <a:pt x="28" y="0"/>
                    <a:pt x="28" y="3"/>
                  </a:cubicBezTo>
                  <a:cubicBezTo>
                    <a:pt x="27" y="9"/>
                    <a:pt x="18" y="14"/>
                    <a:pt x="19" y="22"/>
                  </a:cubicBezTo>
                  <a:cubicBezTo>
                    <a:pt x="20" y="28"/>
                    <a:pt x="27" y="40"/>
                    <a:pt x="15" y="40"/>
                  </a:cubicBezTo>
                  <a:cubicBezTo>
                    <a:pt x="14" y="41"/>
                    <a:pt x="14" y="41"/>
                    <a:pt x="13" y="41"/>
                  </a:cubicBezTo>
                  <a:cubicBezTo>
                    <a:pt x="0" y="38"/>
                    <a:pt x="5" y="29"/>
                    <a:pt x="7" y="25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6A1E36D9-E6FF-1B7C-AC75-3A557AE64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976"/>
              <a:ext cx="74" cy="97"/>
            </a:xfrm>
            <a:custGeom>
              <a:avLst/>
              <a:gdLst>
                <a:gd name="T0" fmla="*/ 9 w 35"/>
                <a:gd name="T1" fmla="*/ 15 h 46"/>
                <a:gd name="T2" fmla="*/ 35 w 35"/>
                <a:gd name="T3" fmla="*/ 10 h 46"/>
                <a:gd name="T4" fmla="*/ 35 w 35"/>
                <a:gd name="T5" fmla="*/ 31 h 46"/>
                <a:gd name="T6" fmla="*/ 26 w 35"/>
                <a:gd name="T7" fmla="*/ 40 h 46"/>
                <a:gd name="T8" fmla="*/ 9 w 35"/>
                <a:gd name="T9" fmla="*/ 1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6">
                  <a:moveTo>
                    <a:pt x="9" y="15"/>
                  </a:moveTo>
                  <a:cubicBezTo>
                    <a:pt x="9" y="15"/>
                    <a:pt x="20" y="0"/>
                    <a:pt x="35" y="10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5" y="31"/>
                    <a:pt x="31" y="39"/>
                    <a:pt x="26" y="40"/>
                  </a:cubicBezTo>
                  <a:cubicBezTo>
                    <a:pt x="17" y="46"/>
                    <a:pt x="0" y="28"/>
                    <a:pt x="9" y="15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FFAFCA92-96B1-E273-66DC-43A4F59F3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990"/>
              <a:ext cx="42" cy="56"/>
            </a:xfrm>
            <a:custGeom>
              <a:avLst/>
              <a:gdLst>
                <a:gd name="T0" fmla="*/ 20 w 20"/>
                <a:gd name="T1" fmla="*/ 24 h 26"/>
                <a:gd name="T2" fmla="*/ 20 w 20"/>
                <a:gd name="T3" fmla="*/ 3 h 26"/>
                <a:gd name="T4" fmla="*/ 17 w 20"/>
                <a:gd name="T5" fmla="*/ 1 h 26"/>
                <a:gd name="T6" fmla="*/ 15 w 20"/>
                <a:gd name="T7" fmla="*/ 2 h 26"/>
                <a:gd name="T8" fmla="*/ 15 w 20"/>
                <a:gd name="T9" fmla="*/ 2 h 26"/>
                <a:gd name="T10" fmla="*/ 15 w 20"/>
                <a:gd name="T11" fmla="*/ 0 h 26"/>
                <a:gd name="T12" fmla="*/ 8 w 20"/>
                <a:gd name="T13" fmla="*/ 0 h 26"/>
                <a:gd name="T14" fmla="*/ 8 w 20"/>
                <a:gd name="T15" fmla="*/ 1 h 26"/>
                <a:gd name="T16" fmla="*/ 3 w 20"/>
                <a:gd name="T17" fmla="*/ 11 h 26"/>
                <a:gd name="T18" fmla="*/ 1 w 20"/>
                <a:gd name="T19" fmla="*/ 15 h 26"/>
                <a:gd name="T20" fmla="*/ 5 w 20"/>
                <a:gd name="T21" fmla="*/ 16 h 26"/>
                <a:gd name="T22" fmla="*/ 5 w 20"/>
                <a:gd name="T23" fmla="*/ 18 h 26"/>
                <a:gd name="T24" fmla="*/ 8 w 20"/>
                <a:gd name="T25" fmla="*/ 20 h 26"/>
                <a:gd name="T26" fmla="*/ 8 w 20"/>
                <a:gd name="T27" fmla="*/ 21 h 26"/>
                <a:gd name="T28" fmla="*/ 12 w 20"/>
                <a:gd name="T29" fmla="*/ 23 h 26"/>
                <a:gd name="T30" fmla="*/ 12 w 20"/>
                <a:gd name="T31" fmla="*/ 24 h 26"/>
                <a:gd name="T32" fmla="*/ 16 w 20"/>
                <a:gd name="T33" fmla="*/ 26 h 26"/>
                <a:gd name="T34" fmla="*/ 19 w 20"/>
                <a:gd name="T35" fmla="*/ 26 h 26"/>
                <a:gd name="T36" fmla="*/ 20 w 20"/>
                <a:gd name="T37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6">
                  <a:moveTo>
                    <a:pt x="20" y="24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19" y="2"/>
                    <a:pt x="18" y="2"/>
                    <a:pt x="17" y="1"/>
                  </a:cubicBezTo>
                  <a:cubicBezTo>
                    <a:pt x="17" y="1"/>
                    <a:pt x="16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8" y="0"/>
                    <a:pt x="8" y="1"/>
                    <a:pt x="8" y="1"/>
                  </a:cubicBezTo>
                  <a:cubicBezTo>
                    <a:pt x="8" y="9"/>
                    <a:pt x="3" y="11"/>
                    <a:pt x="3" y="11"/>
                  </a:cubicBezTo>
                  <a:cubicBezTo>
                    <a:pt x="1" y="12"/>
                    <a:pt x="0" y="14"/>
                    <a:pt x="1" y="15"/>
                  </a:cubicBezTo>
                  <a:cubicBezTo>
                    <a:pt x="2" y="17"/>
                    <a:pt x="3" y="17"/>
                    <a:pt x="5" y="16"/>
                  </a:cubicBezTo>
                  <a:cubicBezTo>
                    <a:pt x="5" y="17"/>
                    <a:pt x="5" y="18"/>
                    <a:pt x="5" y="18"/>
                  </a:cubicBezTo>
                  <a:cubicBezTo>
                    <a:pt x="5" y="20"/>
                    <a:pt x="7" y="20"/>
                    <a:pt x="8" y="20"/>
                  </a:cubicBezTo>
                  <a:cubicBezTo>
                    <a:pt x="8" y="20"/>
                    <a:pt x="8" y="21"/>
                    <a:pt x="8" y="21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6"/>
                    <a:pt x="14" y="26"/>
                    <a:pt x="16" y="26"/>
                  </a:cubicBezTo>
                  <a:cubicBezTo>
                    <a:pt x="16" y="26"/>
                    <a:pt x="17" y="26"/>
                    <a:pt x="19" y="26"/>
                  </a:cubicBezTo>
                  <a:cubicBezTo>
                    <a:pt x="20" y="25"/>
                    <a:pt x="20" y="24"/>
                    <a:pt x="20" y="24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12E6EA7C-3D72-FDFB-D32C-4725E8947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700"/>
              <a:ext cx="545" cy="842"/>
            </a:xfrm>
            <a:custGeom>
              <a:avLst/>
              <a:gdLst>
                <a:gd name="T0" fmla="*/ 545 w 545"/>
                <a:gd name="T1" fmla="*/ 832 h 842"/>
                <a:gd name="T2" fmla="*/ 530 w 545"/>
                <a:gd name="T3" fmla="*/ 842 h 842"/>
                <a:gd name="T4" fmla="*/ 0 w 545"/>
                <a:gd name="T5" fmla="*/ 10 h 842"/>
                <a:gd name="T6" fmla="*/ 14 w 545"/>
                <a:gd name="T7" fmla="*/ 0 h 842"/>
                <a:gd name="T8" fmla="*/ 545 w 545"/>
                <a:gd name="T9" fmla="*/ 832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842">
                  <a:moveTo>
                    <a:pt x="545" y="832"/>
                  </a:moveTo>
                  <a:lnTo>
                    <a:pt x="530" y="842"/>
                  </a:lnTo>
                  <a:lnTo>
                    <a:pt x="0" y="10"/>
                  </a:lnTo>
                  <a:lnTo>
                    <a:pt x="14" y="0"/>
                  </a:lnTo>
                  <a:lnTo>
                    <a:pt x="545" y="832"/>
                  </a:ln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9AE387B0-5B65-4A39-1971-BA4086F2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1012"/>
              <a:ext cx="34" cy="31"/>
            </a:xfrm>
            <a:custGeom>
              <a:avLst/>
              <a:gdLst>
                <a:gd name="T0" fmla="*/ 16 w 16"/>
                <a:gd name="T1" fmla="*/ 1 h 15"/>
                <a:gd name="T2" fmla="*/ 15 w 16"/>
                <a:gd name="T3" fmla="*/ 0 h 15"/>
                <a:gd name="T4" fmla="*/ 11 w 16"/>
                <a:gd name="T5" fmla="*/ 2 h 15"/>
                <a:gd name="T6" fmla="*/ 3 w 16"/>
                <a:gd name="T7" fmla="*/ 9 h 15"/>
                <a:gd name="T8" fmla="*/ 0 w 16"/>
                <a:gd name="T9" fmla="*/ 12 h 15"/>
                <a:gd name="T10" fmla="*/ 4 w 16"/>
                <a:gd name="T11" fmla="*/ 14 h 15"/>
                <a:gd name="T12" fmla="*/ 16 w 16"/>
                <a:gd name="T13" fmla="*/ 5 h 15"/>
                <a:gd name="T14" fmla="*/ 16 w 16"/>
                <a:gd name="T1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6" y="1"/>
                  </a:moveTo>
                  <a:cubicBezTo>
                    <a:pt x="15" y="1"/>
                    <a:pt x="15" y="0"/>
                    <a:pt x="15" y="0"/>
                  </a:cubicBezTo>
                  <a:cubicBezTo>
                    <a:pt x="13" y="0"/>
                    <a:pt x="11" y="0"/>
                    <a:pt x="11" y="2"/>
                  </a:cubicBezTo>
                  <a:cubicBezTo>
                    <a:pt x="8" y="9"/>
                    <a:pt x="3" y="9"/>
                    <a:pt x="3" y="9"/>
                  </a:cubicBezTo>
                  <a:cubicBezTo>
                    <a:pt x="1" y="9"/>
                    <a:pt x="0" y="11"/>
                    <a:pt x="0" y="12"/>
                  </a:cubicBezTo>
                  <a:cubicBezTo>
                    <a:pt x="0" y="14"/>
                    <a:pt x="3" y="14"/>
                    <a:pt x="4" y="14"/>
                  </a:cubicBezTo>
                  <a:cubicBezTo>
                    <a:pt x="4" y="14"/>
                    <a:pt x="11" y="15"/>
                    <a:pt x="16" y="5"/>
                  </a:cubicBezTo>
                  <a:cubicBezTo>
                    <a:pt x="16" y="4"/>
                    <a:pt x="16" y="2"/>
                    <a:pt x="16" y="1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A66DA00C-092E-2006-DB38-BA480CA75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4" y="999"/>
              <a:ext cx="36" cy="38"/>
            </a:xfrm>
            <a:custGeom>
              <a:avLst/>
              <a:gdLst>
                <a:gd name="T0" fmla="*/ 16 w 17"/>
                <a:gd name="T1" fmla="*/ 1 h 18"/>
                <a:gd name="T2" fmla="*/ 15 w 17"/>
                <a:gd name="T3" fmla="*/ 1 h 18"/>
                <a:gd name="T4" fmla="*/ 11 w 17"/>
                <a:gd name="T5" fmla="*/ 3 h 18"/>
                <a:gd name="T6" fmla="*/ 3 w 17"/>
                <a:gd name="T7" fmla="*/ 12 h 18"/>
                <a:gd name="T8" fmla="*/ 1 w 17"/>
                <a:gd name="T9" fmla="*/ 16 h 18"/>
                <a:gd name="T10" fmla="*/ 5 w 17"/>
                <a:gd name="T11" fmla="*/ 18 h 18"/>
                <a:gd name="T12" fmla="*/ 17 w 17"/>
                <a:gd name="T13" fmla="*/ 6 h 18"/>
                <a:gd name="T14" fmla="*/ 16 w 17"/>
                <a:gd name="T15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8">
                  <a:moveTo>
                    <a:pt x="16" y="1"/>
                  </a:moveTo>
                  <a:cubicBezTo>
                    <a:pt x="16" y="1"/>
                    <a:pt x="15" y="1"/>
                    <a:pt x="15" y="1"/>
                  </a:cubicBezTo>
                  <a:cubicBezTo>
                    <a:pt x="13" y="0"/>
                    <a:pt x="11" y="1"/>
                    <a:pt x="11" y="3"/>
                  </a:cubicBezTo>
                  <a:cubicBezTo>
                    <a:pt x="9" y="11"/>
                    <a:pt x="4" y="12"/>
                    <a:pt x="3" y="12"/>
                  </a:cubicBezTo>
                  <a:cubicBezTo>
                    <a:pt x="1" y="12"/>
                    <a:pt x="0" y="14"/>
                    <a:pt x="1" y="16"/>
                  </a:cubicBezTo>
                  <a:cubicBezTo>
                    <a:pt x="1" y="17"/>
                    <a:pt x="3" y="18"/>
                    <a:pt x="5" y="18"/>
                  </a:cubicBezTo>
                  <a:cubicBezTo>
                    <a:pt x="5" y="17"/>
                    <a:pt x="14" y="18"/>
                    <a:pt x="17" y="6"/>
                  </a:cubicBezTo>
                  <a:cubicBezTo>
                    <a:pt x="17" y="5"/>
                    <a:pt x="17" y="2"/>
                    <a:pt x="16" y="1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A9DFD784-D0A0-36B6-2907-F81767A6F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990"/>
              <a:ext cx="36" cy="41"/>
            </a:xfrm>
            <a:custGeom>
              <a:avLst/>
              <a:gdLst>
                <a:gd name="T0" fmla="*/ 15 w 17"/>
                <a:gd name="T1" fmla="*/ 0 h 19"/>
                <a:gd name="T2" fmla="*/ 14 w 17"/>
                <a:gd name="T3" fmla="*/ 0 h 19"/>
                <a:gd name="T4" fmla="*/ 10 w 17"/>
                <a:gd name="T5" fmla="*/ 3 h 19"/>
                <a:gd name="T6" fmla="*/ 3 w 17"/>
                <a:gd name="T7" fmla="*/ 13 h 19"/>
                <a:gd name="T8" fmla="*/ 1 w 17"/>
                <a:gd name="T9" fmla="*/ 17 h 19"/>
                <a:gd name="T10" fmla="*/ 6 w 17"/>
                <a:gd name="T11" fmla="*/ 18 h 19"/>
                <a:gd name="T12" fmla="*/ 17 w 17"/>
                <a:gd name="T13" fmla="*/ 4 h 19"/>
                <a:gd name="T14" fmla="*/ 15 w 17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9">
                  <a:moveTo>
                    <a:pt x="15" y="0"/>
                  </a:moveTo>
                  <a:cubicBezTo>
                    <a:pt x="15" y="0"/>
                    <a:pt x="14" y="0"/>
                    <a:pt x="14" y="0"/>
                  </a:cubicBezTo>
                  <a:cubicBezTo>
                    <a:pt x="12" y="0"/>
                    <a:pt x="10" y="1"/>
                    <a:pt x="10" y="3"/>
                  </a:cubicBezTo>
                  <a:cubicBezTo>
                    <a:pt x="9" y="11"/>
                    <a:pt x="3" y="13"/>
                    <a:pt x="3" y="13"/>
                  </a:cubicBezTo>
                  <a:cubicBezTo>
                    <a:pt x="1" y="13"/>
                    <a:pt x="0" y="15"/>
                    <a:pt x="1" y="17"/>
                  </a:cubicBezTo>
                  <a:cubicBezTo>
                    <a:pt x="1" y="19"/>
                    <a:pt x="4" y="18"/>
                    <a:pt x="6" y="18"/>
                  </a:cubicBezTo>
                  <a:cubicBezTo>
                    <a:pt x="7" y="18"/>
                    <a:pt x="15" y="17"/>
                    <a:pt x="17" y="4"/>
                  </a:cubicBezTo>
                  <a:cubicBezTo>
                    <a:pt x="17" y="2"/>
                    <a:pt x="16" y="1"/>
                    <a:pt x="15" y="0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55465140-48EB-FE45-0023-43038A549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982"/>
              <a:ext cx="32" cy="42"/>
            </a:xfrm>
            <a:custGeom>
              <a:avLst/>
              <a:gdLst>
                <a:gd name="T0" fmla="*/ 13 w 15"/>
                <a:gd name="T1" fmla="*/ 1 h 20"/>
                <a:gd name="T2" fmla="*/ 12 w 15"/>
                <a:gd name="T3" fmla="*/ 1 h 20"/>
                <a:gd name="T4" fmla="*/ 8 w 15"/>
                <a:gd name="T5" fmla="*/ 4 h 20"/>
                <a:gd name="T6" fmla="*/ 3 w 15"/>
                <a:gd name="T7" fmla="*/ 14 h 20"/>
                <a:gd name="T8" fmla="*/ 1 w 15"/>
                <a:gd name="T9" fmla="*/ 18 h 20"/>
                <a:gd name="T10" fmla="*/ 7 w 15"/>
                <a:gd name="T11" fmla="*/ 18 h 20"/>
                <a:gd name="T12" fmla="*/ 15 w 15"/>
                <a:gd name="T13" fmla="*/ 4 h 20"/>
                <a:gd name="T14" fmla="*/ 13 w 15"/>
                <a:gd name="T15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0">
                  <a:moveTo>
                    <a:pt x="13" y="1"/>
                  </a:moveTo>
                  <a:cubicBezTo>
                    <a:pt x="13" y="1"/>
                    <a:pt x="12" y="1"/>
                    <a:pt x="12" y="1"/>
                  </a:cubicBezTo>
                  <a:cubicBezTo>
                    <a:pt x="10" y="0"/>
                    <a:pt x="8" y="2"/>
                    <a:pt x="8" y="4"/>
                  </a:cubicBezTo>
                  <a:cubicBezTo>
                    <a:pt x="8" y="12"/>
                    <a:pt x="3" y="14"/>
                    <a:pt x="3" y="14"/>
                  </a:cubicBezTo>
                  <a:cubicBezTo>
                    <a:pt x="1" y="14"/>
                    <a:pt x="0" y="16"/>
                    <a:pt x="1" y="18"/>
                  </a:cubicBezTo>
                  <a:cubicBezTo>
                    <a:pt x="2" y="20"/>
                    <a:pt x="5" y="19"/>
                    <a:pt x="7" y="18"/>
                  </a:cubicBezTo>
                  <a:cubicBezTo>
                    <a:pt x="7" y="18"/>
                    <a:pt x="15" y="16"/>
                    <a:pt x="15" y="4"/>
                  </a:cubicBezTo>
                  <a:cubicBezTo>
                    <a:pt x="15" y="3"/>
                    <a:pt x="14" y="2"/>
                    <a:pt x="13" y="1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E8E307B1-B0EF-78D7-B462-263B257AA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990"/>
              <a:ext cx="42" cy="34"/>
            </a:xfrm>
            <a:custGeom>
              <a:avLst/>
              <a:gdLst>
                <a:gd name="T0" fmla="*/ 11 w 20"/>
                <a:gd name="T1" fmla="*/ 1 h 16"/>
                <a:gd name="T2" fmla="*/ 8 w 20"/>
                <a:gd name="T3" fmla="*/ 0 h 16"/>
                <a:gd name="T4" fmla="*/ 8 w 20"/>
                <a:gd name="T5" fmla="*/ 1 h 16"/>
                <a:gd name="T6" fmla="*/ 3 w 20"/>
                <a:gd name="T7" fmla="*/ 11 h 16"/>
                <a:gd name="T8" fmla="*/ 1 w 20"/>
                <a:gd name="T9" fmla="*/ 15 h 16"/>
                <a:gd name="T10" fmla="*/ 5 w 20"/>
                <a:gd name="T11" fmla="*/ 16 h 16"/>
                <a:gd name="T12" fmla="*/ 3 w 20"/>
                <a:gd name="T13" fmla="*/ 13 h 16"/>
                <a:gd name="T14" fmla="*/ 6 w 20"/>
                <a:gd name="T15" fmla="*/ 12 h 16"/>
                <a:gd name="T16" fmla="*/ 14 w 20"/>
                <a:gd name="T17" fmla="*/ 10 h 16"/>
                <a:gd name="T18" fmla="*/ 19 w 20"/>
                <a:gd name="T19" fmla="*/ 8 h 16"/>
                <a:gd name="T20" fmla="*/ 11 w 20"/>
                <a:gd name="T21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16">
                  <a:moveTo>
                    <a:pt x="11" y="1"/>
                  </a:moveTo>
                  <a:cubicBezTo>
                    <a:pt x="10" y="0"/>
                    <a:pt x="9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9"/>
                    <a:pt x="3" y="11"/>
                    <a:pt x="3" y="11"/>
                  </a:cubicBezTo>
                  <a:cubicBezTo>
                    <a:pt x="1" y="12"/>
                    <a:pt x="0" y="13"/>
                    <a:pt x="1" y="15"/>
                  </a:cubicBezTo>
                  <a:cubicBezTo>
                    <a:pt x="2" y="16"/>
                    <a:pt x="3" y="16"/>
                    <a:pt x="5" y="16"/>
                  </a:cubicBezTo>
                  <a:cubicBezTo>
                    <a:pt x="4" y="15"/>
                    <a:pt x="4" y="14"/>
                    <a:pt x="3" y="13"/>
                  </a:cubicBezTo>
                  <a:cubicBezTo>
                    <a:pt x="4" y="12"/>
                    <a:pt x="7" y="13"/>
                    <a:pt x="6" y="12"/>
                  </a:cubicBezTo>
                  <a:cubicBezTo>
                    <a:pt x="6" y="10"/>
                    <a:pt x="12" y="9"/>
                    <a:pt x="14" y="10"/>
                  </a:cubicBezTo>
                  <a:cubicBezTo>
                    <a:pt x="20" y="14"/>
                    <a:pt x="19" y="8"/>
                    <a:pt x="19" y="8"/>
                  </a:cubicBezTo>
                  <a:cubicBezTo>
                    <a:pt x="19" y="8"/>
                    <a:pt x="18" y="2"/>
                    <a:pt x="11" y="1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E90FA05D-A7C1-40FA-8440-0CE0913BF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1012"/>
              <a:ext cx="9" cy="12"/>
            </a:xfrm>
            <a:custGeom>
              <a:avLst/>
              <a:gdLst>
                <a:gd name="T0" fmla="*/ 3 w 4"/>
                <a:gd name="T1" fmla="*/ 0 h 6"/>
                <a:gd name="T2" fmla="*/ 4 w 4"/>
                <a:gd name="T3" fmla="*/ 5 h 6"/>
                <a:gd name="T4" fmla="*/ 0 w 4"/>
                <a:gd name="T5" fmla="*/ 6 h 6"/>
                <a:gd name="T6" fmla="*/ 0 w 4"/>
                <a:gd name="T7" fmla="*/ 2 h 6"/>
                <a:gd name="T8" fmla="*/ 3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3" y="0"/>
                    <a:pt x="1" y="3"/>
                    <a:pt x="4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2BB89D7F-0B6A-7D86-B740-269A963B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986"/>
              <a:ext cx="66" cy="68"/>
            </a:xfrm>
            <a:custGeom>
              <a:avLst/>
              <a:gdLst>
                <a:gd name="T0" fmla="*/ 3 w 31"/>
                <a:gd name="T1" fmla="*/ 24 h 32"/>
                <a:gd name="T2" fmla="*/ 14 w 31"/>
                <a:gd name="T3" fmla="*/ 3 h 32"/>
                <a:gd name="T4" fmla="*/ 24 w 31"/>
                <a:gd name="T5" fmla="*/ 1 h 32"/>
                <a:gd name="T6" fmla="*/ 31 w 31"/>
                <a:gd name="T7" fmla="*/ 10 h 32"/>
                <a:gd name="T8" fmla="*/ 22 w 31"/>
                <a:gd name="T9" fmla="*/ 9 h 32"/>
                <a:gd name="T10" fmla="*/ 17 w 31"/>
                <a:gd name="T11" fmla="*/ 14 h 32"/>
                <a:gd name="T12" fmla="*/ 15 w 31"/>
                <a:gd name="T13" fmla="*/ 30 h 32"/>
                <a:gd name="T14" fmla="*/ 3 w 31"/>
                <a:gd name="T15" fmla="*/ 2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32">
                  <a:moveTo>
                    <a:pt x="3" y="24"/>
                  </a:moveTo>
                  <a:cubicBezTo>
                    <a:pt x="3" y="24"/>
                    <a:pt x="0" y="12"/>
                    <a:pt x="14" y="3"/>
                  </a:cubicBezTo>
                  <a:cubicBezTo>
                    <a:pt x="18" y="0"/>
                    <a:pt x="22" y="0"/>
                    <a:pt x="24" y="1"/>
                  </a:cubicBezTo>
                  <a:cubicBezTo>
                    <a:pt x="29" y="3"/>
                    <a:pt x="31" y="10"/>
                    <a:pt x="31" y="10"/>
                  </a:cubicBezTo>
                  <a:cubicBezTo>
                    <a:pt x="31" y="10"/>
                    <a:pt x="31" y="17"/>
                    <a:pt x="22" y="9"/>
                  </a:cubicBezTo>
                  <a:cubicBezTo>
                    <a:pt x="21" y="7"/>
                    <a:pt x="16" y="12"/>
                    <a:pt x="17" y="14"/>
                  </a:cubicBezTo>
                  <a:cubicBezTo>
                    <a:pt x="23" y="26"/>
                    <a:pt x="19" y="28"/>
                    <a:pt x="15" y="30"/>
                  </a:cubicBezTo>
                  <a:cubicBezTo>
                    <a:pt x="16" y="32"/>
                    <a:pt x="5" y="28"/>
                    <a:pt x="3" y="24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C9F7CD5A-642F-4EFE-31A1-FD1B1743A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01"/>
              <a:ext cx="667" cy="501"/>
            </a:xfrm>
            <a:custGeom>
              <a:avLst/>
              <a:gdLst>
                <a:gd name="T0" fmla="*/ 667 w 667"/>
                <a:gd name="T1" fmla="*/ 255 h 501"/>
                <a:gd name="T2" fmla="*/ 113 w 667"/>
                <a:gd name="T3" fmla="*/ 501 h 501"/>
                <a:gd name="T4" fmla="*/ 0 w 667"/>
                <a:gd name="T5" fmla="*/ 246 h 501"/>
                <a:gd name="T6" fmla="*/ 554 w 667"/>
                <a:gd name="T7" fmla="*/ 0 h 501"/>
                <a:gd name="T8" fmla="*/ 412 w 667"/>
                <a:gd name="T9" fmla="*/ 214 h 501"/>
                <a:gd name="T10" fmla="*/ 667 w 667"/>
                <a:gd name="T11" fmla="*/ 255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7" h="501">
                  <a:moveTo>
                    <a:pt x="667" y="255"/>
                  </a:moveTo>
                  <a:lnTo>
                    <a:pt x="113" y="501"/>
                  </a:lnTo>
                  <a:lnTo>
                    <a:pt x="0" y="246"/>
                  </a:lnTo>
                  <a:lnTo>
                    <a:pt x="554" y="0"/>
                  </a:lnTo>
                  <a:lnTo>
                    <a:pt x="412" y="214"/>
                  </a:lnTo>
                  <a:lnTo>
                    <a:pt x="667" y="255"/>
                  </a:lnTo>
                  <a:close/>
                </a:path>
              </a:pathLst>
            </a:custGeom>
            <a:solidFill>
              <a:srgbClr val="DA4D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30FD68B9-3BAA-1B5C-8D7B-8004DFE7D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307"/>
              <a:ext cx="822" cy="662"/>
            </a:xfrm>
            <a:custGeom>
              <a:avLst/>
              <a:gdLst>
                <a:gd name="T0" fmla="*/ 822 w 822"/>
                <a:gd name="T1" fmla="*/ 234 h 662"/>
                <a:gd name="T2" fmla="*/ 151 w 822"/>
                <a:gd name="T3" fmla="*/ 662 h 662"/>
                <a:gd name="T4" fmla="*/ 0 w 822"/>
                <a:gd name="T5" fmla="*/ 427 h 662"/>
                <a:gd name="T6" fmla="*/ 671 w 822"/>
                <a:gd name="T7" fmla="*/ 0 h 662"/>
                <a:gd name="T8" fmla="*/ 822 w 822"/>
                <a:gd name="T9" fmla="*/ 234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2" h="662">
                  <a:moveTo>
                    <a:pt x="822" y="234"/>
                  </a:moveTo>
                  <a:lnTo>
                    <a:pt x="151" y="662"/>
                  </a:lnTo>
                  <a:lnTo>
                    <a:pt x="0" y="427"/>
                  </a:lnTo>
                  <a:lnTo>
                    <a:pt x="671" y="0"/>
                  </a:lnTo>
                  <a:lnTo>
                    <a:pt x="822" y="234"/>
                  </a:ln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EDEA512B-C18D-7512-C8D2-40D0B42F7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541"/>
              <a:ext cx="129" cy="161"/>
            </a:xfrm>
            <a:custGeom>
              <a:avLst/>
              <a:gdLst>
                <a:gd name="T0" fmla="*/ 129 w 129"/>
                <a:gd name="T1" fmla="*/ 0 h 161"/>
                <a:gd name="T2" fmla="*/ 34 w 129"/>
                <a:gd name="T3" fmla="*/ 161 h 161"/>
                <a:gd name="T4" fmla="*/ 0 w 129"/>
                <a:gd name="T5" fmla="*/ 82 h 161"/>
                <a:gd name="T6" fmla="*/ 129 w 129"/>
                <a:gd name="T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61">
                  <a:moveTo>
                    <a:pt x="129" y="0"/>
                  </a:moveTo>
                  <a:lnTo>
                    <a:pt x="34" y="161"/>
                  </a:lnTo>
                  <a:lnTo>
                    <a:pt x="0" y="8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B740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D208EEB3-26F2-FAB1-FEDB-52024E1F5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976"/>
              <a:ext cx="323" cy="526"/>
            </a:xfrm>
            <a:custGeom>
              <a:avLst/>
              <a:gdLst>
                <a:gd name="T0" fmla="*/ 8 w 152"/>
                <a:gd name="T1" fmla="*/ 243 h 248"/>
                <a:gd name="T2" fmla="*/ 2 w 152"/>
                <a:gd name="T3" fmla="*/ 80 h 248"/>
                <a:gd name="T4" fmla="*/ 0 w 152"/>
                <a:gd name="T5" fmla="*/ 36 h 248"/>
                <a:gd name="T6" fmla="*/ 21 w 152"/>
                <a:gd name="T7" fmla="*/ 18 h 248"/>
                <a:gd name="T8" fmla="*/ 63 w 152"/>
                <a:gd name="T9" fmla="*/ 0 h 248"/>
                <a:gd name="T10" fmla="*/ 111 w 152"/>
                <a:gd name="T11" fmla="*/ 14 h 248"/>
                <a:gd name="T12" fmla="*/ 129 w 152"/>
                <a:gd name="T13" fmla="*/ 55 h 248"/>
                <a:gd name="T14" fmla="*/ 152 w 152"/>
                <a:gd name="T15" fmla="*/ 221 h 248"/>
                <a:gd name="T16" fmla="*/ 96 w 152"/>
                <a:gd name="T17" fmla="*/ 243 h 248"/>
                <a:gd name="T18" fmla="*/ 8 w 152"/>
                <a:gd name="T19" fmla="*/ 243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2" h="248">
                  <a:moveTo>
                    <a:pt x="8" y="243"/>
                  </a:moveTo>
                  <a:cubicBezTo>
                    <a:pt x="2" y="80"/>
                    <a:pt x="2" y="80"/>
                    <a:pt x="2" y="8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31"/>
                    <a:pt x="14" y="22"/>
                    <a:pt x="21" y="18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21" y="19"/>
                    <a:pt x="129" y="47"/>
                    <a:pt x="129" y="55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43" y="231"/>
                    <a:pt x="116" y="241"/>
                    <a:pt x="96" y="243"/>
                  </a:cubicBezTo>
                  <a:cubicBezTo>
                    <a:pt x="55" y="248"/>
                    <a:pt x="8" y="244"/>
                    <a:pt x="8" y="243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6E88DAEB-C942-00C8-54B8-D181DED7A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073"/>
              <a:ext cx="51" cy="422"/>
            </a:xfrm>
            <a:custGeom>
              <a:avLst/>
              <a:gdLst>
                <a:gd name="T0" fmla="*/ 7 w 24"/>
                <a:gd name="T1" fmla="*/ 0 h 199"/>
                <a:gd name="T2" fmla="*/ 0 w 24"/>
                <a:gd name="T3" fmla="*/ 1 h 199"/>
                <a:gd name="T4" fmla="*/ 1 w 24"/>
                <a:gd name="T5" fmla="*/ 34 h 199"/>
                <a:gd name="T6" fmla="*/ 7 w 24"/>
                <a:gd name="T7" fmla="*/ 197 h 199"/>
                <a:gd name="T8" fmla="*/ 24 w 24"/>
                <a:gd name="T9" fmla="*/ 199 h 199"/>
                <a:gd name="T10" fmla="*/ 17 w 24"/>
                <a:gd name="T11" fmla="*/ 34 h 199"/>
                <a:gd name="T12" fmla="*/ 7 w 24"/>
                <a:gd name="T13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99">
                  <a:moveTo>
                    <a:pt x="7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7" y="197"/>
                    <a:pt x="7" y="197"/>
                    <a:pt x="7" y="197"/>
                  </a:cubicBezTo>
                  <a:cubicBezTo>
                    <a:pt x="7" y="197"/>
                    <a:pt x="22" y="199"/>
                    <a:pt x="24" y="199"/>
                  </a:cubicBezTo>
                  <a:cubicBezTo>
                    <a:pt x="24" y="199"/>
                    <a:pt x="10" y="83"/>
                    <a:pt x="17" y="34"/>
                  </a:cubicBezTo>
                  <a:cubicBezTo>
                    <a:pt x="16" y="26"/>
                    <a:pt x="11" y="11"/>
                    <a:pt x="7" y="0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6AC01BCA-95BF-DB4B-ADAD-F4C324007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976"/>
              <a:ext cx="119" cy="269"/>
            </a:xfrm>
            <a:custGeom>
              <a:avLst/>
              <a:gdLst>
                <a:gd name="T0" fmla="*/ 85 w 119"/>
                <a:gd name="T1" fmla="*/ 269 h 269"/>
                <a:gd name="T2" fmla="*/ 45 w 119"/>
                <a:gd name="T3" fmla="*/ 133 h 269"/>
                <a:gd name="T4" fmla="*/ 0 w 119"/>
                <a:gd name="T5" fmla="*/ 25 h 269"/>
                <a:gd name="T6" fmla="*/ 58 w 119"/>
                <a:gd name="T7" fmla="*/ 0 h 269"/>
                <a:gd name="T8" fmla="*/ 119 w 119"/>
                <a:gd name="T9" fmla="*/ 12 h 269"/>
                <a:gd name="T10" fmla="*/ 115 w 119"/>
                <a:gd name="T11" fmla="*/ 152 h 269"/>
                <a:gd name="T12" fmla="*/ 85 w 119"/>
                <a:gd name="T13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269">
                  <a:moveTo>
                    <a:pt x="85" y="269"/>
                  </a:moveTo>
                  <a:lnTo>
                    <a:pt x="45" y="133"/>
                  </a:lnTo>
                  <a:lnTo>
                    <a:pt x="0" y="25"/>
                  </a:lnTo>
                  <a:lnTo>
                    <a:pt x="58" y="0"/>
                  </a:lnTo>
                  <a:lnTo>
                    <a:pt x="119" y="12"/>
                  </a:lnTo>
                  <a:lnTo>
                    <a:pt x="115" y="152"/>
                  </a:lnTo>
                  <a:lnTo>
                    <a:pt x="85" y="269"/>
                  </a:ln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269F3116-3A2F-3653-4501-89F633576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1054"/>
              <a:ext cx="45" cy="202"/>
            </a:xfrm>
            <a:custGeom>
              <a:avLst/>
              <a:gdLst>
                <a:gd name="T0" fmla="*/ 6 w 21"/>
                <a:gd name="T1" fmla="*/ 3 h 95"/>
                <a:gd name="T2" fmla="*/ 21 w 21"/>
                <a:gd name="T3" fmla="*/ 44 h 95"/>
                <a:gd name="T4" fmla="*/ 7 w 21"/>
                <a:gd name="T5" fmla="*/ 95 h 95"/>
                <a:gd name="T6" fmla="*/ 0 w 21"/>
                <a:gd name="T7" fmla="*/ 39 h 95"/>
                <a:gd name="T8" fmla="*/ 0 w 21"/>
                <a:gd name="T9" fmla="*/ 5 h 95"/>
                <a:gd name="T10" fmla="*/ 6 w 21"/>
                <a:gd name="T11" fmla="*/ 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95">
                  <a:moveTo>
                    <a:pt x="6" y="3"/>
                  </a:moveTo>
                  <a:cubicBezTo>
                    <a:pt x="6" y="3"/>
                    <a:pt x="13" y="20"/>
                    <a:pt x="21" y="44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1" y="16"/>
                    <a:pt x="0" y="5"/>
                  </a:cubicBezTo>
                  <a:cubicBezTo>
                    <a:pt x="6" y="0"/>
                    <a:pt x="4" y="2"/>
                    <a:pt x="6" y="3"/>
                  </a:cubicBez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9EB8B7CA-87EA-DD78-E720-E3C1F70AC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037"/>
              <a:ext cx="28" cy="36"/>
            </a:xfrm>
            <a:custGeom>
              <a:avLst/>
              <a:gdLst>
                <a:gd name="T0" fmla="*/ 0 w 13"/>
                <a:gd name="T1" fmla="*/ 12 h 17"/>
                <a:gd name="T2" fmla="*/ 6 w 13"/>
                <a:gd name="T3" fmla="*/ 16 h 17"/>
                <a:gd name="T4" fmla="*/ 10 w 13"/>
                <a:gd name="T5" fmla="*/ 16 h 17"/>
                <a:gd name="T6" fmla="*/ 13 w 13"/>
                <a:gd name="T7" fmla="*/ 9 h 17"/>
                <a:gd name="T8" fmla="*/ 10 w 13"/>
                <a:gd name="T9" fmla="*/ 2 h 17"/>
                <a:gd name="T10" fmla="*/ 7 w 13"/>
                <a:gd name="T11" fmla="*/ 0 h 17"/>
                <a:gd name="T12" fmla="*/ 2 w 13"/>
                <a:gd name="T13" fmla="*/ 1 h 17"/>
                <a:gd name="T14" fmla="*/ 1 w 13"/>
                <a:gd name="T15" fmla="*/ 4 h 17"/>
                <a:gd name="T16" fmla="*/ 0 w 13"/>
                <a:gd name="T17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7">
                  <a:moveTo>
                    <a:pt x="0" y="12"/>
                  </a:moveTo>
                  <a:cubicBezTo>
                    <a:pt x="0" y="13"/>
                    <a:pt x="4" y="17"/>
                    <a:pt x="6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3" y="10"/>
                    <a:pt x="13" y="9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2"/>
                    <a:pt x="1" y="4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0833A698-5EB9-FB28-1558-029E403C9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976"/>
              <a:ext cx="72" cy="320"/>
            </a:xfrm>
            <a:custGeom>
              <a:avLst/>
              <a:gdLst>
                <a:gd name="T0" fmla="*/ 9 w 34"/>
                <a:gd name="T1" fmla="*/ 142 h 151"/>
                <a:gd name="T2" fmla="*/ 5 w 34"/>
                <a:gd name="T3" fmla="*/ 141 h 151"/>
                <a:gd name="T4" fmla="*/ 16 w 34"/>
                <a:gd name="T5" fmla="*/ 37 h 151"/>
                <a:gd name="T6" fmla="*/ 0 w 34"/>
                <a:gd name="T7" fmla="*/ 0 h 151"/>
                <a:gd name="T8" fmla="*/ 27 w 34"/>
                <a:gd name="T9" fmla="*/ 22 h 151"/>
                <a:gd name="T10" fmla="*/ 32 w 34"/>
                <a:gd name="T11" fmla="*/ 46 h 151"/>
                <a:gd name="T12" fmla="*/ 20 w 34"/>
                <a:gd name="T13" fmla="*/ 50 h 151"/>
                <a:gd name="T14" fmla="*/ 28 w 34"/>
                <a:gd name="T15" fmla="*/ 67 h 151"/>
                <a:gd name="T16" fmla="*/ 9 w 34"/>
                <a:gd name="T17" fmla="*/ 14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151">
                  <a:moveTo>
                    <a:pt x="9" y="142"/>
                  </a:moveTo>
                  <a:cubicBezTo>
                    <a:pt x="8" y="151"/>
                    <a:pt x="10" y="139"/>
                    <a:pt x="5" y="141"/>
                  </a:cubicBezTo>
                  <a:cubicBezTo>
                    <a:pt x="5" y="141"/>
                    <a:pt x="16" y="43"/>
                    <a:pt x="16" y="37"/>
                  </a:cubicBezTo>
                  <a:cubicBezTo>
                    <a:pt x="14" y="14"/>
                    <a:pt x="0" y="0"/>
                    <a:pt x="0" y="0"/>
                  </a:cubicBezTo>
                  <a:cubicBezTo>
                    <a:pt x="19" y="3"/>
                    <a:pt x="23" y="13"/>
                    <a:pt x="27" y="22"/>
                  </a:cubicBezTo>
                  <a:cubicBezTo>
                    <a:pt x="27" y="22"/>
                    <a:pt x="34" y="44"/>
                    <a:pt x="32" y="46"/>
                  </a:cubicBezTo>
                  <a:cubicBezTo>
                    <a:pt x="30" y="49"/>
                    <a:pt x="20" y="50"/>
                    <a:pt x="20" y="50"/>
                  </a:cubicBezTo>
                  <a:cubicBezTo>
                    <a:pt x="20" y="50"/>
                    <a:pt x="27" y="62"/>
                    <a:pt x="28" y="67"/>
                  </a:cubicBezTo>
                  <a:cubicBezTo>
                    <a:pt x="25" y="90"/>
                    <a:pt x="9" y="142"/>
                    <a:pt x="9" y="142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CAEBF844-122A-9EEE-01E8-0C678AE84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986"/>
              <a:ext cx="129" cy="342"/>
            </a:xfrm>
            <a:custGeom>
              <a:avLst/>
              <a:gdLst>
                <a:gd name="T0" fmla="*/ 58 w 61"/>
                <a:gd name="T1" fmla="*/ 158 h 161"/>
                <a:gd name="T2" fmla="*/ 61 w 61"/>
                <a:gd name="T3" fmla="*/ 159 h 161"/>
                <a:gd name="T4" fmla="*/ 33 w 61"/>
                <a:gd name="T5" fmla="*/ 54 h 161"/>
                <a:gd name="T6" fmla="*/ 15 w 61"/>
                <a:gd name="T7" fmla="*/ 1 h 161"/>
                <a:gd name="T8" fmla="*/ 1 w 61"/>
                <a:gd name="T9" fmla="*/ 29 h 161"/>
                <a:gd name="T10" fmla="*/ 14 w 61"/>
                <a:gd name="T11" fmla="*/ 59 h 161"/>
                <a:gd name="T12" fmla="*/ 25 w 61"/>
                <a:gd name="T13" fmla="*/ 57 h 161"/>
                <a:gd name="T14" fmla="*/ 21 w 61"/>
                <a:gd name="T15" fmla="*/ 77 h 161"/>
                <a:gd name="T16" fmla="*/ 58 w 61"/>
                <a:gd name="T17" fmla="*/ 158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61">
                  <a:moveTo>
                    <a:pt x="58" y="158"/>
                  </a:moveTo>
                  <a:cubicBezTo>
                    <a:pt x="59" y="161"/>
                    <a:pt x="59" y="160"/>
                    <a:pt x="61" y="159"/>
                  </a:cubicBezTo>
                  <a:cubicBezTo>
                    <a:pt x="61" y="159"/>
                    <a:pt x="56" y="79"/>
                    <a:pt x="33" y="54"/>
                  </a:cubicBezTo>
                  <a:cubicBezTo>
                    <a:pt x="18" y="36"/>
                    <a:pt x="15" y="1"/>
                    <a:pt x="15" y="1"/>
                  </a:cubicBezTo>
                  <a:cubicBezTo>
                    <a:pt x="0" y="0"/>
                    <a:pt x="0" y="24"/>
                    <a:pt x="1" y="29"/>
                  </a:cubicBezTo>
                  <a:cubicBezTo>
                    <a:pt x="1" y="29"/>
                    <a:pt x="12" y="58"/>
                    <a:pt x="14" y="59"/>
                  </a:cubicBezTo>
                  <a:cubicBezTo>
                    <a:pt x="18" y="60"/>
                    <a:pt x="25" y="57"/>
                    <a:pt x="25" y="57"/>
                  </a:cubicBezTo>
                  <a:cubicBezTo>
                    <a:pt x="25" y="57"/>
                    <a:pt x="19" y="73"/>
                    <a:pt x="21" y="77"/>
                  </a:cubicBezTo>
                  <a:cubicBezTo>
                    <a:pt x="33" y="92"/>
                    <a:pt x="58" y="158"/>
                    <a:pt x="58" y="158"/>
                  </a:cubicBezTo>
                  <a:close/>
                </a:path>
              </a:pathLst>
            </a:custGeom>
            <a:solidFill>
              <a:srgbClr val="4940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F5C26D74-0DCA-F52B-5DAF-C578BEDB7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1192"/>
              <a:ext cx="11" cy="299"/>
            </a:xfrm>
            <a:custGeom>
              <a:avLst/>
              <a:gdLst>
                <a:gd name="T0" fmla="*/ 0 w 11"/>
                <a:gd name="T1" fmla="*/ 0 h 299"/>
                <a:gd name="T2" fmla="*/ 11 w 11"/>
                <a:gd name="T3" fmla="*/ 299 h 299"/>
                <a:gd name="T4" fmla="*/ 11 w 11"/>
                <a:gd name="T5" fmla="*/ 299 h 299"/>
                <a:gd name="T6" fmla="*/ 0 w 11"/>
                <a:gd name="T7" fmla="*/ 0 h 299"/>
                <a:gd name="T8" fmla="*/ 0 w 11"/>
                <a:gd name="T9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99">
                  <a:moveTo>
                    <a:pt x="0" y="0"/>
                  </a:moveTo>
                  <a:lnTo>
                    <a:pt x="11" y="299"/>
                  </a:lnTo>
                  <a:lnTo>
                    <a:pt x="11" y="29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F4EF4A16-17D9-FE70-FA61-CEB2D7C7D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914"/>
              <a:ext cx="121" cy="127"/>
            </a:xfrm>
            <a:custGeom>
              <a:avLst/>
              <a:gdLst>
                <a:gd name="T0" fmla="*/ 20 w 57"/>
                <a:gd name="T1" fmla="*/ 50 h 60"/>
                <a:gd name="T2" fmla="*/ 40 w 57"/>
                <a:gd name="T3" fmla="*/ 55 h 60"/>
                <a:gd name="T4" fmla="*/ 54 w 57"/>
                <a:gd name="T5" fmla="*/ 37 h 60"/>
                <a:gd name="T6" fmla="*/ 43 w 57"/>
                <a:gd name="T7" fmla="*/ 13 h 60"/>
                <a:gd name="T8" fmla="*/ 19 w 57"/>
                <a:gd name="T9" fmla="*/ 4 h 60"/>
                <a:gd name="T10" fmla="*/ 4 w 57"/>
                <a:gd name="T11" fmla="*/ 16 h 60"/>
                <a:gd name="T12" fmla="*/ 20 w 57"/>
                <a:gd name="T13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60">
                  <a:moveTo>
                    <a:pt x="20" y="50"/>
                  </a:moveTo>
                  <a:cubicBezTo>
                    <a:pt x="27" y="60"/>
                    <a:pt x="35" y="57"/>
                    <a:pt x="40" y="55"/>
                  </a:cubicBezTo>
                  <a:cubicBezTo>
                    <a:pt x="50" y="52"/>
                    <a:pt x="57" y="46"/>
                    <a:pt x="54" y="37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0" y="4"/>
                    <a:pt x="29" y="0"/>
                    <a:pt x="19" y="4"/>
                  </a:cubicBezTo>
                  <a:cubicBezTo>
                    <a:pt x="9" y="8"/>
                    <a:pt x="0" y="7"/>
                    <a:pt x="4" y="16"/>
                  </a:cubicBezTo>
                  <a:lnTo>
                    <a:pt x="20" y="50"/>
                  </a:lnTo>
                  <a:close/>
                </a:path>
              </a:pathLst>
            </a:custGeom>
            <a:solidFill>
              <a:srgbClr val="E88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id="{93DFC89E-E49E-5D90-0BA8-E1FD85969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674"/>
              <a:ext cx="228" cy="287"/>
            </a:xfrm>
            <a:custGeom>
              <a:avLst/>
              <a:gdLst>
                <a:gd name="T0" fmla="*/ 21 w 107"/>
                <a:gd name="T1" fmla="*/ 23 h 135"/>
                <a:gd name="T2" fmla="*/ 19 w 107"/>
                <a:gd name="T3" fmla="*/ 21 h 135"/>
                <a:gd name="T4" fmla="*/ 15 w 107"/>
                <a:gd name="T5" fmla="*/ 18 h 135"/>
                <a:gd name="T6" fmla="*/ 28 w 107"/>
                <a:gd name="T7" fmla="*/ 17 h 135"/>
                <a:gd name="T8" fmla="*/ 37 w 107"/>
                <a:gd name="T9" fmla="*/ 10 h 135"/>
                <a:gd name="T10" fmla="*/ 34 w 107"/>
                <a:gd name="T11" fmla="*/ 16 h 135"/>
                <a:gd name="T12" fmla="*/ 50 w 107"/>
                <a:gd name="T13" fmla="*/ 9 h 135"/>
                <a:gd name="T14" fmla="*/ 85 w 107"/>
                <a:gd name="T15" fmla="*/ 41 h 135"/>
                <a:gd name="T16" fmla="*/ 98 w 107"/>
                <a:gd name="T17" fmla="*/ 71 h 135"/>
                <a:gd name="T18" fmla="*/ 76 w 107"/>
                <a:gd name="T19" fmla="*/ 126 h 135"/>
                <a:gd name="T20" fmla="*/ 21 w 107"/>
                <a:gd name="T21" fmla="*/ 104 h 135"/>
                <a:gd name="T22" fmla="*/ 8 w 107"/>
                <a:gd name="T23" fmla="*/ 73 h 135"/>
                <a:gd name="T24" fmla="*/ 21 w 107"/>
                <a:gd name="T25" fmla="*/ 23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7" h="135">
                  <a:moveTo>
                    <a:pt x="21" y="23"/>
                  </a:moveTo>
                  <a:cubicBezTo>
                    <a:pt x="21" y="22"/>
                    <a:pt x="21" y="21"/>
                    <a:pt x="19" y="21"/>
                  </a:cubicBezTo>
                  <a:cubicBezTo>
                    <a:pt x="16" y="20"/>
                    <a:pt x="11" y="23"/>
                    <a:pt x="15" y="18"/>
                  </a:cubicBezTo>
                  <a:cubicBezTo>
                    <a:pt x="20" y="13"/>
                    <a:pt x="28" y="17"/>
                    <a:pt x="28" y="17"/>
                  </a:cubicBezTo>
                  <a:cubicBezTo>
                    <a:pt x="30" y="14"/>
                    <a:pt x="35" y="10"/>
                    <a:pt x="37" y="10"/>
                  </a:cubicBezTo>
                  <a:cubicBezTo>
                    <a:pt x="39" y="11"/>
                    <a:pt x="36" y="14"/>
                    <a:pt x="34" y="1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71" y="0"/>
                    <a:pt x="76" y="19"/>
                    <a:pt x="85" y="41"/>
                  </a:cubicBezTo>
                  <a:cubicBezTo>
                    <a:pt x="98" y="71"/>
                    <a:pt x="98" y="71"/>
                    <a:pt x="98" y="71"/>
                  </a:cubicBezTo>
                  <a:cubicBezTo>
                    <a:pt x="107" y="93"/>
                    <a:pt x="97" y="117"/>
                    <a:pt x="76" y="126"/>
                  </a:cubicBezTo>
                  <a:cubicBezTo>
                    <a:pt x="54" y="135"/>
                    <a:pt x="30" y="125"/>
                    <a:pt x="21" y="10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0" y="55"/>
                    <a:pt x="6" y="34"/>
                    <a:pt x="21" y="2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9858C140-B55F-D932-BCA9-75DA614DA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710"/>
              <a:ext cx="6" cy="9"/>
            </a:xfrm>
            <a:custGeom>
              <a:avLst/>
              <a:gdLst>
                <a:gd name="T0" fmla="*/ 1 w 3"/>
                <a:gd name="T1" fmla="*/ 4 h 4"/>
                <a:gd name="T2" fmla="*/ 2 w 3"/>
                <a:gd name="T3" fmla="*/ 1 h 4"/>
                <a:gd name="T4" fmla="*/ 3 w 3"/>
                <a:gd name="T5" fmla="*/ 0 h 4"/>
                <a:gd name="T6" fmla="*/ 1 w 3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0" y="4"/>
                    <a:pt x="0" y="3"/>
                    <a:pt x="2" y="1"/>
                  </a:cubicBezTo>
                  <a:cubicBezTo>
                    <a:pt x="2" y="1"/>
                    <a:pt x="3" y="0"/>
                    <a:pt x="3" y="0"/>
                  </a:cubicBezTo>
                  <a:cubicBezTo>
                    <a:pt x="2" y="1"/>
                    <a:pt x="2" y="3"/>
                    <a:pt x="1" y="4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FA0E72F2-21FA-516A-09D9-75A71F2B5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753"/>
              <a:ext cx="208" cy="208"/>
            </a:xfrm>
            <a:custGeom>
              <a:avLst/>
              <a:gdLst>
                <a:gd name="T0" fmla="*/ 6 w 98"/>
                <a:gd name="T1" fmla="*/ 0 h 98"/>
                <a:gd name="T2" fmla="*/ 10 w 98"/>
                <a:gd name="T3" fmla="*/ 19 h 98"/>
                <a:gd name="T4" fmla="*/ 22 w 98"/>
                <a:gd name="T5" fmla="*/ 50 h 98"/>
                <a:gd name="T6" fmla="*/ 77 w 98"/>
                <a:gd name="T7" fmla="*/ 72 h 98"/>
                <a:gd name="T8" fmla="*/ 98 w 98"/>
                <a:gd name="T9" fmla="*/ 53 h 98"/>
                <a:gd name="T10" fmla="*/ 73 w 98"/>
                <a:gd name="T11" fmla="*/ 89 h 98"/>
                <a:gd name="T12" fmla="*/ 18 w 98"/>
                <a:gd name="T13" fmla="*/ 67 h 98"/>
                <a:gd name="T14" fmla="*/ 5 w 98"/>
                <a:gd name="T15" fmla="*/ 36 h 98"/>
                <a:gd name="T16" fmla="*/ 6 w 98"/>
                <a:gd name="T1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98">
                  <a:moveTo>
                    <a:pt x="6" y="0"/>
                  </a:moveTo>
                  <a:cubicBezTo>
                    <a:pt x="6" y="6"/>
                    <a:pt x="7" y="13"/>
                    <a:pt x="10" y="19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31" y="71"/>
                    <a:pt x="56" y="81"/>
                    <a:pt x="77" y="72"/>
                  </a:cubicBezTo>
                  <a:cubicBezTo>
                    <a:pt x="87" y="68"/>
                    <a:pt x="94" y="62"/>
                    <a:pt x="98" y="53"/>
                  </a:cubicBezTo>
                  <a:cubicBezTo>
                    <a:pt x="97" y="69"/>
                    <a:pt x="88" y="83"/>
                    <a:pt x="73" y="89"/>
                  </a:cubicBezTo>
                  <a:cubicBezTo>
                    <a:pt x="51" y="98"/>
                    <a:pt x="27" y="88"/>
                    <a:pt x="18" y="67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0" y="24"/>
                    <a:pt x="1" y="11"/>
                    <a:pt x="6" y="0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74">
              <a:extLst>
                <a:ext uri="{FF2B5EF4-FFF2-40B4-BE49-F238E27FC236}">
                  <a16:creationId xmlns:a16="http://schemas.microsoft.com/office/drawing/2014/main" id="{FBB9DC84-3F42-78F4-4ADE-015F716D0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704"/>
              <a:ext cx="254" cy="295"/>
            </a:xfrm>
            <a:custGeom>
              <a:avLst/>
              <a:gdLst>
                <a:gd name="T0" fmla="*/ 11 w 120"/>
                <a:gd name="T1" fmla="*/ 64 h 139"/>
                <a:gd name="T2" fmla="*/ 14 w 120"/>
                <a:gd name="T3" fmla="*/ 63 h 139"/>
                <a:gd name="T4" fmla="*/ 41 w 120"/>
                <a:gd name="T5" fmla="*/ 9 h 139"/>
                <a:gd name="T6" fmla="*/ 96 w 120"/>
                <a:gd name="T7" fmla="*/ 32 h 139"/>
                <a:gd name="T8" fmla="*/ 115 w 120"/>
                <a:gd name="T9" fmla="*/ 87 h 139"/>
                <a:gd name="T10" fmla="*/ 93 w 120"/>
                <a:gd name="T11" fmla="*/ 133 h 139"/>
                <a:gd name="T12" fmla="*/ 41 w 120"/>
                <a:gd name="T13" fmla="*/ 118 h 139"/>
                <a:gd name="T14" fmla="*/ 29 w 120"/>
                <a:gd name="T15" fmla="*/ 100 h 139"/>
                <a:gd name="T16" fmla="*/ 26 w 120"/>
                <a:gd name="T17" fmla="*/ 102 h 139"/>
                <a:gd name="T18" fmla="*/ 5 w 120"/>
                <a:gd name="T19" fmla="*/ 89 h 139"/>
                <a:gd name="T20" fmla="*/ 11 w 120"/>
                <a:gd name="T21" fmla="*/ 64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" h="139">
                  <a:moveTo>
                    <a:pt x="11" y="64"/>
                  </a:moveTo>
                  <a:cubicBezTo>
                    <a:pt x="12" y="64"/>
                    <a:pt x="13" y="64"/>
                    <a:pt x="14" y="63"/>
                  </a:cubicBezTo>
                  <a:cubicBezTo>
                    <a:pt x="17" y="45"/>
                    <a:pt x="26" y="16"/>
                    <a:pt x="41" y="9"/>
                  </a:cubicBezTo>
                  <a:cubicBezTo>
                    <a:pt x="62" y="0"/>
                    <a:pt x="87" y="10"/>
                    <a:pt x="96" y="32"/>
                  </a:cubicBezTo>
                  <a:cubicBezTo>
                    <a:pt x="115" y="87"/>
                    <a:pt x="115" y="87"/>
                    <a:pt x="115" y="87"/>
                  </a:cubicBezTo>
                  <a:cubicBezTo>
                    <a:pt x="120" y="100"/>
                    <a:pt x="115" y="125"/>
                    <a:pt x="93" y="133"/>
                  </a:cubicBezTo>
                  <a:cubicBezTo>
                    <a:pt x="75" y="139"/>
                    <a:pt x="59" y="136"/>
                    <a:pt x="41" y="118"/>
                  </a:cubicBezTo>
                  <a:cubicBezTo>
                    <a:pt x="36" y="113"/>
                    <a:pt x="36" y="110"/>
                    <a:pt x="29" y="100"/>
                  </a:cubicBezTo>
                  <a:cubicBezTo>
                    <a:pt x="28" y="101"/>
                    <a:pt x="27" y="101"/>
                    <a:pt x="26" y="102"/>
                  </a:cubicBezTo>
                  <a:cubicBezTo>
                    <a:pt x="19" y="105"/>
                    <a:pt x="9" y="99"/>
                    <a:pt x="5" y="89"/>
                  </a:cubicBezTo>
                  <a:cubicBezTo>
                    <a:pt x="0" y="78"/>
                    <a:pt x="3" y="67"/>
                    <a:pt x="11" y="64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F6B15195-C0A5-E8B7-4F9B-C2AD1A856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708"/>
              <a:ext cx="214" cy="282"/>
            </a:xfrm>
            <a:custGeom>
              <a:avLst/>
              <a:gdLst>
                <a:gd name="T0" fmla="*/ 78 w 101"/>
                <a:gd name="T1" fmla="*/ 30 h 133"/>
                <a:gd name="T2" fmla="*/ 98 w 101"/>
                <a:gd name="T3" fmla="*/ 83 h 133"/>
                <a:gd name="T4" fmla="*/ 81 w 101"/>
                <a:gd name="T5" fmla="*/ 128 h 133"/>
                <a:gd name="T6" fmla="*/ 34 w 101"/>
                <a:gd name="T7" fmla="*/ 114 h 133"/>
                <a:gd name="T8" fmla="*/ 31 w 101"/>
                <a:gd name="T9" fmla="*/ 111 h 133"/>
                <a:gd name="T10" fmla="*/ 0 w 101"/>
                <a:gd name="T11" fmla="*/ 39 h 133"/>
                <a:gd name="T12" fmla="*/ 28 w 101"/>
                <a:gd name="T13" fmla="*/ 6 h 133"/>
                <a:gd name="T14" fmla="*/ 78 w 101"/>
                <a:gd name="T15" fmla="*/ 3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133">
                  <a:moveTo>
                    <a:pt x="78" y="30"/>
                  </a:moveTo>
                  <a:cubicBezTo>
                    <a:pt x="98" y="83"/>
                    <a:pt x="98" y="83"/>
                    <a:pt x="98" y="83"/>
                  </a:cubicBezTo>
                  <a:cubicBezTo>
                    <a:pt x="101" y="94"/>
                    <a:pt x="98" y="118"/>
                    <a:pt x="81" y="128"/>
                  </a:cubicBezTo>
                  <a:cubicBezTo>
                    <a:pt x="64" y="133"/>
                    <a:pt x="51" y="131"/>
                    <a:pt x="34" y="114"/>
                  </a:cubicBezTo>
                  <a:cubicBezTo>
                    <a:pt x="33" y="113"/>
                    <a:pt x="33" y="113"/>
                    <a:pt x="31" y="111"/>
                  </a:cubicBezTo>
                  <a:cubicBezTo>
                    <a:pt x="17" y="93"/>
                    <a:pt x="0" y="39"/>
                    <a:pt x="0" y="39"/>
                  </a:cubicBezTo>
                  <a:cubicBezTo>
                    <a:pt x="5" y="25"/>
                    <a:pt x="16" y="12"/>
                    <a:pt x="28" y="6"/>
                  </a:cubicBezTo>
                  <a:cubicBezTo>
                    <a:pt x="48" y="0"/>
                    <a:pt x="70" y="10"/>
                    <a:pt x="78" y="30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3763B2FD-B3BF-3F5B-108A-E320B85F8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844"/>
              <a:ext cx="30" cy="34"/>
            </a:xfrm>
            <a:custGeom>
              <a:avLst/>
              <a:gdLst>
                <a:gd name="T0" fmla="*/ 12 w 14"/>
                <a:gd name="T1" fmla="*/ 6 h 16"/>
                <a:gd name="T2" fmla="*/ 9 w 14"/>
                <a:gd name="T3" fmla="*/ 15 h 16"/>
                <a:gd name="T4" fmla="*/ 1 w 14"/>
                <a:gd name="T5" fmla="*/ 10 h 16"/>
                <a:gd name="T6" fmla="*/ 4 w 14"/>
                <a:gd name="T7" fmla="*/ 1 h 16"/>
                <a:gd name="T8" fmla="*/ 12 w 14"/>
                <a:gd name="T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6">
                  <a:moveTo>
                    <a:pt x="12" y="6"/>
                  </a:moveTo>
                  <a:cubicBezTo>
                    <a:pt x="14" y="10"/>
                    <a:pt x="12" y="14"/>
                    <a:pt x="9" y="15"/>
                  </a:cubicBezTo>
                  <a:cubicBezTo>
                    <a:pt x="6" y="16"/>
                    <a:pt x="3" y="14"/>
                    <a:pt x="1" y="10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2"/>
                    <a:pt x="12" y="6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id="{1A903328-143E-24D8-C198-A1946E857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850"/>
              <a:ext cx="12" cy="19"/>
            </a:xfrm>
            <a:custGeom>
              <a:avLst/>
              <a:gdLst>
                <a:gd name="T0" fmla="*/ 6 w 6"/>
                <a:gd name="T1" fmla="*/ 3 h 9"/>
                <a:gd name="T2" fmla="*/ 4 w 6"/>
                <a:gd name="T3" fmla="*/ 8 h 9"/>
                <a:gd name="T4" fmla="*/ 3 w 6"/>
                <a:gd name="T5" fmla="*/ 5 h 9"/>
                <a:gd name="T6" fmla="*/ 1 w 6"/>
                <a:gd name="T7" fmla="*/ 1 h 9"/>
                <a:gd name="T8" fmla="*/ 6 w 6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9">
                  <a:moveTo>
                    <a:pt x="6" y="3"/>
                  </a:moveTo>
                  <a:cubicBezTo>
                    <a:pt x="6" y="6"/>
                    <a:pt x="6" y="8"/>
                    <a:pt x="4" y="8"/>
                  </a:cubicBezTo>
                  <a:cubicBezTo>
                    <a:pt x="3" y="9"/>
                    <a:pt x="4" y="7"/>
                    <a:pt x="3" y="5"/>
                  </a:cubicBezTo>
                  <a:cubicBezTo>
                    <a:pt x="3" y="3"/>
                    <a:pt x="0" y="1"/>
                    <a:pt x="1" y="1"/>
                  </a:cubicBezTo>
                  <a:cubicBezTo>
                    <a:pt x="3" y="0"/>
                    <a:pt x="5" y="1"/>
                    <a:pt x="6" y="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9F2435FD-EAC8-977D-21CE-0497E0AFA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823"/>
              <a:ext cx="30" cy="36"/>
            </a:xfrm>
            <a:custGeom>
              <a:avLst/>
              <a:gdLst>
                <a:gd name="T0" fmla="*/ 12 w 14"/>
                <a:gd name="T1" fmla="*/ 6 h 17"/>
                <a:gd name="T2" fmla="*/ 9 w 14"/>
                <a:gd name="T3" fmla="*/ 16 h 17"/>
                <a:gd name="T4" fmla="*/ 1 w 14"/>
                <a:gd name="T5" fmla="*/ 11 h 17"/>
                <a:gd name="T6" fmla="*/ 4 w 14"/>
                <a:gd name="T7" fmla="*/ 1 h 17"/>
                <a:gd name="T8" fmla="*/ 12 w 14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12" y="6"/>
                  </a:moveTo>
                  <a:cubicBezTo>
                    <a:pt x="14" y="10"/>
                    <a:pt x="12" y="15"/>
                    <a:pt x="9" y="16"/>
                  </a:cubicBezTo>
                  <a:cubicBezTo>
                    <a:pt x="6" y="17"/>
                    <a:pt x="3" y="15"/>
                    <a:pt x="1" y="11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0"/>
                    <a:pt x="11" y="2"/>
                    <a:pt x="12" y="6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59F93537-711E-F12F-00BC-695372ACD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831"/>
              <a:ext cx="13" cy="19"/>
            </a:xfrm>
            <a:custGeom>
              <a:avLst/>
              <a:gdLst>
                <a:gd name="T0" fmla="*/ 6 w 6"/>
                <a:gd name="T1" fmla="*/ 3 h 9"/>
                <a:gd name="T2" fmla="*/ 4 w 6"/>
                <a:gd name="T3" fmla="*/ 8 h 9"/>
                <a:gd name="T4" fmla="*/ 3 w 6"/>
                <a:gd name="T5" fmla="*/ 4 h 9"/>
                <a:gd name="T6" fmla="*/ 1 w 6"/>
                <a:gd name="T7" fmla="*/ 0 h 9"/>
                <a:gd name="T8" fmla="*/ 6 w 6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9">
                  <a:moveTo>
                    <a:pt x="6" y="3"/>
                  </a:moveTo>
                  <a:cubicBezTo>
                    <a:pt x="6" y="5"/>
                    <a:pt x="6" y="7"/>
                    <a:pt x="4" y="8"/>
                  </a:cubicBezTo>
                  <a:cubicBezTo>
                    <a:pt x="3" y="9"/>
                    <a:pt x="4" y="7"/>
                    <a:pt x="3" y="4"/>
                  </a:cubicBezTo>
                  <a:cubicBezTo>
                    <a:pt x="3" y="2"/>
                    <a:pt x="0" y="1"/>
                    <a:pt x="1" y="0"/>
                  </a:cubicBezTo>
                  <a:cubicBezTo>
                    <a:pt x="3" y="0"/>
                    <a:pt x="5" y="1"/>
                    <a:pt x="6" y="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A572B866-846F-E32E-1096-3153774ED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825"/>
              <a:ext cx="34" cy="13"/>
            </a:xfrm>
            <a:custGeom>
              <a:avLst/>
              <a:gdLst>
                <a:gd name="T0" fmla="*/ 16 w 16"/>
                <a:gd name="T1" fmla="*/ 3 h 6"/>
                <a:gd name="T2" fmla="*/ 13 w 16"/>
                <a:gd name="T3" fmla="*/ 6 h 6"/>
                <a:gd name="T4" fmla="*/ 3 w 16"/>
                <a:gd name="T5" fmla="*/ 6 h 6"/>
                <a:gd name="T6" fmla="*/ 0 w 16"/>
                <a:gd name="T7" fmla="*/ 4 h 6"/>
                <a:gd name="T8" fmla="*/ 3 w 16"/>
                <a:gd name="T9" fmla="*/ 1 h 6"/>
                <a:gd name="T10" fmla="*/ 13 w 16"/>
                <a:gd name="T11" fmla="*/ 0 h 6"/>
                <a:gd name="T12" fmla="*/ 16 w 16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6" y="5"/>
                    <a:pt x="15" y="6"/>
                    <a:pt x="1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2"/>
                    <a:pt x="16" y="3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66148951-8B1A-042F-348E-75DA17FB7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797"/>
              <a:ext cx="30" cy="28"/>
            </a:xfrm>
            <a:custGeom>
              <a:avLst/>
              <a:gdLst>
                <a:gd name="T0" fmla="*/ 13 w 14"/>
                <a:gd name="T1" fmla="*/ 1 h 13"/>
                <a:gd name="T2" fmla="*/ 13 w 14"/>
                <a:gd name="T3" fmla="*/ 5 h 13"/>
                <a:gd name="T4" fmla="*/ 5 w 14"/>
                <a:gd name="T5" fmla="*/ 12 h 13"/>
                <a:gd name="T6" fmla="*/ 1 w 14"/>
                <a:gd name="T7" fmla="*/ 12 h 13"/>
                <a:gd name="T8" fmla="*/ 1 w 14"/>
                <a:gd name="T9" fmla="*/ 8 h 13"/>
                <a:gd name="T10" fmla="*/ 9 w 14"/>
                <a:gd name="T11" fmla="*/ 1 h 13"/>
                <a:gd name="T12" fmla="*/ 13 w 14"/>
                <a:gd name="T13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13" y="1"/>
                  </a:moveTo>
                  <a:cubicBezTo>
                    <a:pt x="14" y="2"/>
                    <a:pt x="14" y="4"/>
                    <a:pt x="13" y="5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9"/>
                    <a:pt x="1" y="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0"/>
                    <a:pt x="12" y="0"/>
                    <a:pt x="13" y="1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C1824C43-843C-F661-8744-050701D6E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901"/>
              <a:ext cx="76" cy="58"/>
            </a:xfrm>
            <a:custGeom>
              <a:avLst/>
              <a:gdLst>
                <a:gd name="T0" fmla="*/ 0 w 36"/>
                <a:gd name="T1" fmla="*/ 13 h 27"/>
                <a:gd name="T2" fmla="*/ 30 w 36"/>
                <a:gd name="T3" fmla="*/ 0 h 27"/>
                <a:gd name="T4" fmla="*/ 24 w 36"/>
                <a:gd name="T5" fmla="*/ 20 h 27"/>
                <a:gd name="T6" fmla="*/ 0 w 36"/>
                <a:gd name="T7" fmla="*/ 1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7">
                  <a:moveTo>
                    <a:pt x="0" y="13"/>
                  </a:moveTo>
                  <a:cubicBezTo>
                    <a:pt x="0" y="13"/>
                    <a:pt x="13" y="3"/>
                    <a:pt x="30" y="0"/>
                  </a:cubicBezTo>
                  <a:cubicBezTo>
                    <a:pt x="30" y="0"/>
                    <a:pt x="36" y="14"/>
                    <a:pt x="24" y="20"/>
                  </a:cubicBezTo>
                  <a:cubicBezTo>
                    <a:pt x="19" y="23"/>
                    <a:pt x="5" y="27"/>
                    <a:pt x="0" y="13"/>
                  </a:cubicBez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Freeform 83">
              <a:extLst>
                <a:ext uri="{FF2B5EF4-FFF2-40B4-BE49-F238E27FC236}">
                  <a16:creationId xmlns:a16="http://schemas.microsoft.com/office/drawing/2014/main" id="{A3ED370E-2017-A26E-69AC-98FC748BF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916"/>
              <a:ext cx="57" cy="43"/>
            </a:xfrm>
            <a:custGeom>
              <a:avLst/>
              <a:gdLst>
                <a:gd name="T0" fmla="*/ 7 w 27"/>
                <a:gd name="T1" fmla="*/ 3 h 20"/>
                <a:gd name="T2" fmla="*/ 0 w 27"/>
                <a:gd name="T3" fmla="*/ 8 h 20"/>
                <a:gd name="T4" fmla="*/ 23 w 27"/>
                <a:gd name="T5" fmla="*/ 13 h 20"/>
                <a:gd name="T6" fmla="*/ 27 w 27"/>
                <a:gd name="T7" fmla="*/ 11 h 20"/>
                <a:gd name="T8" fmla="*/ 27 w 27"/>
                <a:gd name="T9" fmla="*/ 9 h 20"/>
                <a:gd name="T10" fmla="*/ 7 w 27"/>
                <a:gd name="T11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20">
                  <a:moveTo>
                    <a:pt x="7" y="3"/>
                  </a:moveTo>
                  <a:cubicBezTo>
                    <a:pt x="4" y="4"/>
                    <a:pt x="2" y="6"/>
                    <a:pt x="0" y="8"/>
                  </a:cubicBezTo>
                  <a:cubicBezTo>
                    <a:pt x="6" y="20"/>
                    <a:pt x="18" y="16"/>
                    <a:pt x="23" y="13"/>
                  </a:cubicBezTo>
                  <a:cubicBezTo>
                    <a:pt x="25" y="12"/>
                    <a:pt x="26" y="12"/>
                    <a:pt x="27" y="11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4" y="2"/>
                    <a:pt x="16" y="0"/>
                    <a:pt x="7" y="3"/>
                  </a:cubicBezTo>
                  <a:close/>
                </a:path>
              </a:pathLst>
            </a:custGeom>
            <a:solidFill>
              <a:srgbClr val="D13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F53B98E3-2592-7894-7C38-77D483FB7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859"/>
              <a:ext cx="30" cy="38"/>
            </a:xfrm>
            <a:custGeom>
              <a:avLst/>
              <a:gdLst>
                <a:gd name="T0" fmla="*/ 13 w 14"/>
                <a:gd name="T1" fmla="*/ 12 h 18"/>
                <a:gd name="T2" fmla="*/ 11 w 14"/>
                <a:gd name="T3" fmla="*/ 17 h 18"/>
                <a:gd name="T4" fmla="*/ 10 w 14"/>
                <a:gd name="T5" fmla="*/ 17 h 18"/>
                <a:gd name="T6" fmla="*/ 5 w 14"/>
                <a:gd name="T7" fmla="*/ 15 h 18"/>
                <a:gd name="T8" fmla="*/ 1 w 14"/>
                <a:gd name="T9" fmla="*/ 4 h 18"/>
                <a:gd name="T10" fmla="*/ 2 w 14"/>
                <a:gd name="T11" fmla="*/ 1 h 18"/>
                <a:gd name="T12" fmla="*/ 13 w 14"/>
                <a:gd name="T13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3" y="12"/>
                  </a:moveTo>
                  <a:cubicBezTo>
                    <a:pt x="14" y="14"/>
                    <a:pt x="13" y="16"/>
                    <a:pt x="11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8" y="18"/>
                    <a:pt x="6" y="17"/>
                    <a:pt x="5" y="1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2"/>
                    <a:pt x="1" y="0"/>
                    <a:pt x="2" y="1"/>
                  </a:cubicBezTo>
                  <a:cubicBezTo>
                    <a:pt x="6" y="1"/>
                    <a:pt x="11" y="8"/>
                    <a:pt x="13" y="12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43210B4B-07BE-E6C4-05E4-906A24C6A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901"/>
              <a:ext cx="68" cy="36"/>
            </a:xfrm>
            <a:custGeom>
              <a:avLst/>
              <a:gdLst>
                <a:gd name="T0" fmla="*/ 0 w 32"/>
                <a:gd name="T1" fmla="*/ 13 h 17"/>
                <a:gd name="T2" fmla="*/ 2 w 32"/>
                <a:gd name="T3" fmla="*/ 17 h 17"/>
                <a:gd name="T4" fmla="*/ 32 w 32"/>
                <a:gd name="T5" fmla="*/ 6 h 17"/>
                <a:gd name="T6" fmla="*/ 30 w 32"/>
                <a:gd name="T7" fmla="*/ 0 h 17"/>
                <a:gd name="T8" fmla="*/ 0 w 32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7">
                  <a:moveTo>
                    <a:pt x="0" y="13"/>
                  </a:moveTo>
                  <a:cubicBezTo>
                    <a:pt x="1" y="14"/>
                    <a:pt x="2" y="16"/>
                    <a:pt x="2" y="17"/>
                  </a:cubicBezTo>
                  <a:cubicBezTo>
                    <a:pt x="5" y="15"/>
                    <a:pt x="14" y="9"/>
                    <a:pt x="32" y="6"/>
                  </a:cubicBezTo>
                  <a:cubicBezTo>
                    <a:pt x="31" y="3"/>
                    <a:pt x="30" y="0"/>
                    <a:pt x="30" y="0"/>
                  </a:cubicBezTo>
                  <a:cubicBezTo>
                    <a:pt x="13" y="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9" name="Freeform 86">
              <a:extLst>
                <a:ext uri="{FF2B5EF4-FFF2-40B4-BE49-F238E27FC236}">
                  <a16:creationId xmlns:a16="http://schemas.microsoft.com/office/drawing/2014/main" id="{B8832067-E031-DC9F-0DAC-4FFFB4C33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855"/>
              <a:ext cx="27" cy="40"/>
            </a:xfrm>
            <a:custGeom>
              <a:avLst/>
              <a:gdLst>
                <a:gd name="T0" fmla="*/ 12 w 13"/>
                <a:gd name="T1" fmla="*/ 12 h 19"/>
                <a:gd name="T2" fmla="*/ 2 w 13"/>
                <a:gd name="T3" fmla="*/ 1 h 19"/>
                <a:gd name="T4" fmla="*/ 0 w 13"/>
                <a:gd name="T5" fmla="*/ 1 h 19"/>
                <a:gd name="T6" fmla="*/ 10 w 13"/>
                <a:gd name="T7" fmla="*/ 13 h 19"/>
                <a:gd name="T8" fmla="*/ 5 w 13"/>
                <a:gd name="T9" fmla="*/ 19 h 19"/>
                <a:gd name="T10" fmla="*/ 11 w 13"/>
                <a:gd name="T11" fmla="*/ 17 h 19"/>
                <a:gd name="T12" fmla="*/ 12 w 13"/>
                <a:gd name="T13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9">
                  <a:moveTo>
                    <a:pt x="12" y="12"/>
                  </a:moveTo>
                  <a:cubicBezTo>
                    <a:pt x="10" y="8"/>
                    <a:pt x="5" y="1"/>
                    <a:pt x="2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4" y="2"/>
                    <a:pt x="8" y="9"/>
                    <a:pt x="10" y="13"/>
                  </a:cubicBezTo>
                  <a:cubicBezTo>
                    <a:pt x="2" y="14"/>
                    <a:pt x="6" y="18"/>
                    <a:pt x="5" y="19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6"/>
                    <a:pt x="13" y="14"/>
                    <a:pt x="12" y="12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F1CB76BB-91E6-C73A-CF44-B5B674434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668"/>
              <a:ext cx="211" cy="223"/>
            </a:xfrm>
            <a:custGeom>
              <a:avLst/>
              <a:gdLst>
                <a:gd name="T0" fmla="*/ 24 w 99"/>
                <a:gd name="T1" fmla="*/ 93 h 105"/>
                <a:gd name="T2" fmla="*/ 40 w 99"/>
                <a:gd name="T3" fmla="*/ 96 h 105"/>
                <a:gd name="T4" fmla="*/ 33 w 99"/>
                <a:gd name="T5" fmla="*/ 79 h 105"/>
                <a:gd name="T6" fmla="*/ 72 w 99"/>
                <a:gd name="T7" fmla="*/ 38 h 105"/>
                <a:gd name="T8" fmla="*/ 85 w 99"/>
                <a:gd name="T9" fmla="*/ 48 h 105"/>
                <a:gd name="T10" fmla="*/ 99 w 99"/>
                <a:gd name="T11" fmla="*/ 48 h 105"/>
                <a:gd name="T12" fmla="*/ 43 w 99"/>
                <a:gd name="T13" fmla="*/ 12 h 105"/>
                <a:gd name="T14" fmla="*/ 9 w 99"/>
                <a:gd name="T15" fmla="*/ 70 h 105"/>
                <a:gd name="T16" fmla="*/ 16 w 99"/>
                <a:gd name="T17" fmla="*/ 79 h 105"/>
                <a:gd name="T18" fmla="*/ 24 w 99"/>
                <a:gd name="T19" fmla="*/ 9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105">
                  <a:moveTo>
                    <a:pt x="24" y="93"/>
                  </a:moveTo>
                  <a:cubicBezTo>
                    <a:pt x="31" y="105"/>
                    <a:pt x="42" y="103"/>
                    <a:pt x="40" y="96"/>
                  </a:cubicBezTo>
                  <a:cubicBezTo>
                    <a:pt x="39" y="92"/>
                    <a:pt x="35" y="88"/>
                    <a:pt x="33" y="79"/>
                  </a:cubicBezTo>
                  <a:cubicBezTo>
                    <a:pt x="68" y="63"/>
                    <a:pt x="72" y="38"/>
                    <a:pt x="72" y="38"/>
                  </a:cubicBezTo>
                  <a:cubicBezTo>
                    <a:pt x="76" y="35"/>
                    <a:pt x="80" y="46"/>
                    <a:pt x="85" y="48"/>
                  </a:cubicBezTo>
                  <a:cubicBezTo>
                    <a:pt x="95" y="51"/>
                    <a:pt x="99" y="48"/>
                    <a:pt x="99" y="48"/>
                  </a:cubicBezTo>
                  <a:cubicBezTo>
                    <a:pt x="92" y="17"/>
                    <a:pt x="70" y="0"/>
                    <a:pt x="43" y="12"/>
                  </a:cubicBezTo>
                  <a:cubicBezTo>
                    <a:pt x="21" y="21"/>
                    <a:pt x="0" y="40"/>
                    <a:pt x="9" y="70"/>
                  </a:cubicBezTo>
                  <a:cubicBezTo>
                    <a:pt x="13" y="70"/>
                    <a:pt x="14" y="74"/>
                    <a:pt x="16" y="79"/>
                  </a:cubicBezTo>
                  <a:cubicBezTo>
                    <a:pt x="18" y="84"/>
                    <a:pt x="21" y="87"/>
                    <a:pt x="24" y="9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Freeform 88">
              <a:extLst>
                <a:ext uri="{FF2B5EF4-FFF2-40B4-BE49-F238E27FC236}">
                  <a16:creationId xmlns:a16="http://schemas.microsoft.com/office/drawing/2014/main" id="{31414DC3-EFAF-7739-0553-016B83169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944"/>
              <a:ext cx="355" cy="225"/>
            </a:xfrm>
            <a:custGeom>
              <a:avLst/>
              <a:gdLst>
                <a:gd name="T0" fmla="*/ 143 w 167"/>
                <a:gd name="T1" fmla="*/ 44 h 106"/>
                <a:gd name="T2" fmla="*/ 63 w 167"/>
                <a:gd name="T3" fmla="*/ 59 h 106"/>
                <a:gd name="T4" fmla="*/ 22 w 167"/>
                <a:gd name="T5" fmla="*/ 14 h 106"/>
                <a:gd name="T6" fmla="*/ 0 w 167"/>
                <a:gd name="T7" fmla="*/ 31 h 106"/>
                <a:gd name="T8" fmla="*/ 62 w 167"/>
                <a:gd name="T9" fmla="*/ 105 h 106"/>
                <a:gd name="T10" fmla="*/ 150 w 167"/>
                <a:gd name="T11" fmla="*/ 98 h 106"/>
                <a:gd name="T12" fmla="*/ 143 w 167"/>
                <a:gd name="T13" fmla="*/ 4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106">
                  <a:moveTo>
                    <a:pt x="143" y="44"/>
                  </a:moveTo>
                  <a:cubicBezTo>
                    <a:pt x="143" y="44"/>
                    <a:pt x="79" y="66"/>
                    <a:pt x="63" y="59"/>
                  </a:cubicBezTo>
                  <a:cubicBezTo>
                    <a:pt x="48" y="52"/>
                    <a:pt x="22" y="14"/>
                    <a:pt x="22" y="14"/>
                  </a:cubicBezTo>
                  <a:cubicBezTo>
                    <a:pt x="22" y="14"/>
                    <a:pt x="1" y="0"/>
                    <a:pt x="0" y="31"/>
                  </a:cubicBezTo>
                  <a:cubicBezTo>
                    <a:pt x="0" y="31"/>
                    <a:pt x="30" y="105"/>
                    <a:pt x="62" y="105"/>
                  </a:cubicBezTo>
                  <a:cubicBezTo>
                    <a:pt x="94" y="106"/>
                    <a:pt x="150" y="98"/>
                    <a:pt x="150" y="98"/>
                  </a:cubicBezTo>
                  <a:cubicBezTo>
                    <a:pt x="150" y="98"/>
                    <a:pt x="167" y="67"/>
                    <a:pt x="143" y="44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2" name="Freeform 89">
              <a:extLst>
                <a:ext uri="{FF2B5EF4-FFF2-40B4-BE49-F238E27FC236}">
                  <a16:creationId xmlns:a16="http://schemas.microsoft.com/office/drawing/2014/main" id="{A830EC46-FDAD-6912-DD9B-B2C7DF04B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944"/>
              <a:ext cx="376" cy="159"/>
            </a:xfrm>
            <a:custGeom>
              <a:avLst/>
              <a:gdLst>
                <a:gd name="T0" fmla="*/ 162 w 177"/>
                <a:gd name="T1" fmla="*/ 31 h 75"/>
                <a:gd name="T2" fmla="*/ 138 w 177"/>
                <a:gd name="T3" fmla="*/ 45 h 75"/>
                <a:gd name="T4" fmla="*/ 138 w 177"/>
                <a:gd name="T5" fmla="*/ 46 h 75"/>
                <a:gd name="T6" fmla="*/ 63 w 177"/>
                <a:gd name="T7" fmla="*/ 59 h 75"/>
                <a:gd name="T8" fmla="*/ 22 w 177"/>
                <a:gd name="T9" fmla="*/ 14 h 75"/>
                <a:gd name="T10" fmla="*/ 0 w 177"/>
                <a:gd name="T11" fmla="*/ 31 h 75"/>
                <a:gd name="T12" fmla="*/ 0 w 177"/>
                <a:gd name="T13" fmla="*/ 32 h 75"/>
                <a:gd name="T14" fmla="*/ 21 w 177"/>
                <a:gd name="T15" fmla="*/ 24 h 75"/>
                <a:gd name="T16" fmla="*/ 63 w 177"/>
                <a:gd name="T17" fmla="*/ 69 h 75"/>
                <a:gd name="T18" fmla="*/ 137 w 177"/>
                <a:gd name="T19" fmla="*/ 56 h 75"/>
                <a:gd name="T20" fmla="*/ 137 w 177"/>
                <a:gd name="T21" fmla="*/ 56 h 75"/>
                <a:gd name="T22" fmla="*/ 161 w 177"/>
                <a:gd name="T23" fmla="*/ 41 h 75"/>
                <a:gd name="T24" fmla="*/ 172 w 177"/>
                <a:gd name="T25" fmla="*/ 38 h 75"/>
                <a:gd name="T26" fmla="*/ 177 w 177"/>
                <a:gd name="T27" fmla="*/ 27 h 75"/>
                <a:gd name="T28" fmla="*/ 162 w 177"/>
                <a:gd name="T29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7" h="75">
                  <a:moveTo>
                    <a:pt x="162" y="31"/>
                  </a:moveTo>
                  <a:cubicBezTo>
                    <a:pt x="154" y="33"/>
                    <a:pt x="144" y="41"/>
                    <a:pt x="138" y="45"/>
                  </a:cubicBezTo>
                  <a:cubicBezTo>
                    <a:pt x="138" y="46"/>
                    <a:pt x="138" y="46"/>
                    <a:pt x="138" y="46"/>
                  </a:cubicBezTo>
                  <a:cubicBezTo>
                    <a:pt x="124" y="50"/>
                    <a:pt x="76" y="64"/>
                    <a:pt x="63" y="59"/>
                  </a:cubicBezTo>
                  <a:cubicBezTo>
                    <a:pt x="48" y="52"/>
                    <a:pt x="22" y="14"/>
                    <a:pt x="22" y="14"/>
                  </a:cubicBezTo>
                  <a:cubicBezTo>
                    <a:pt x="22" y="14"/>
                    <a:pt x="1" y="0"/>
                    <a:pt x="0" y="31"/>
                  </a:cubicBezTo>
                  <a:cubicBezTo>
                    <a:pt x="0" y="31"/>
                    <a:pt x="0" y="32"/>
                    <a:pt x="0" y="32"/>
                  </a:cubicBezTo>
                  <a:cubicBezTo>
                    <a:pt x="5" y="13"/>
                    <a:pt x="21" y="24"/>
                    <a:pt x="21" y="24"/>
                  </a:cubicBezTo>
                  <a:cubicBezTo>
                    <a:pt x="21" y="24"/>
                    <a:pt x="47" y="63"/>
                    <a:pt x="63" y="69"/>
                  </a:cubicBezTo>
                  <a:cubicBezTo>
                    <a:pt x="75" y="75"/>
                    <a:pt x="123" y="61"/>
                    <a:pt x="137" y="56"/>
                  </a:cubicBezTo>
                  <a:cubicBezTo>
                    <a:pt x="137" y="56"/>
                    <a:pt x="137" y="56"/>
                    <a:pt x="137" y="56"/>
                  </a:cubicBezTo>
                  <a:cubicBezTo>
                    <a:pt x="143" y="51"/>
                    <a:pt x="153" y="43"/>
                    <a:pt x="161" y="41"/>
                  </a:cubicBezTo>
                  <a:cubicBezTo>
                    <a:pt x="161" y="41"/>
                    <a:pt x="169" y="38"/>
                    <a:pt x="172" y="38"/>
                  </a:cubicBezTo>
                  <a:cubicBezTo>
                    <a:pt x="173" y="32"/>
                    <a:pt x="177" y="27"/>
                    <a:pt x="177" y="27"/>
                  </a:cubicBezTo>
                  <a:lnTo>
                    <a:pt x="162" y="31"/>
                  </a:ln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id="{9D1322CD-F0C5-5630-6616-103AF1A32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967"/>
              <a:ext cx="48" cy="51"/>
            </a:xfrm>
            <a:custGeom>
              <a:avLst/>
              <a:gdLst>
                <a:gd name="T0" fmla="*/ 2 w 23"/>
                <a:gd name="T1" fmla="*/ 15 h 24"/>
                <a:gd name="T2" fmla="*/ 14 w 23"/>
                <a:gd name="T3" fmla="*/ 21 h 24"/>
                <a:gd name="T4" fmla="*/ 22 w 23"/>
                <a:gd name="T5" fmla="*/ 15 h 24"/>
                <a:gd name="T6" fmla="*/ 21 w 23"/>
                <a:gd name="T7" fmla="*/ 6 h 24"/>
                <a:gd name="T8" fmla="*/ 8 w 23"/>
                <a:gd name="T9" fmla="*/ 2 h 24"/>
                <a:gd name="T10" fmla="*/ 2 w 23"/>
                <a:gd name="T11" fmla="*/ 1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4">
                  <a:moveTo>
                    <a:pt x="2" y="15"/>
                  </a:moveTo>
                  <a:cubicBezTo>
                    <a:pt x="5" y="21"/>
                    <a:pt x="9" y="24"/>
                    <a:pt x="14" y="21"/>
                  </a:cubicBezTo>
                  <a:cubicBezTo>
                    <a:pt x="16" y="21"/>
                    <a:pt x="22" y="18"/>
                    <a:pt x="22" y="15"/>
                  </a:cubicBezTo>
                  <a:cubicBezTo>
                    <a:pt x="23" y="12"/>
                    <a:pt x="23" y="10"/>
                    <a:pt x="21" y="6"/>
                  </a:cubicBezTo>
                  <a:cubicBezTo>
                    <a:pt x="19" y="2"/>
                    <a:pt x="13" y="0"/>
                    <a:pt x="8" y="2"/>
                  </a:cubicBezTo>
                  <a:cubicBezTo>
                    <a:pt x="2" y="5"/>
                    <a:pt x="0" y="11"/>
                    <a:pt x="2" y="15"/>
                  </a:cubicBez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id="{3D35FAD3-157F-D911-59E7-B768EF5E6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878"/>
              <a:ext cx="70" cy="117"/>
            </a:xfrm>
            <a:custGeom>
              <a:avLst/>
              <a:gdLst>
                <a:gd name="T0" fmla="*/ 21 w 33"/>
                <a:gd name="T1" fmla="*/ 15 h 55"/>
                <a:gd name="T2" fmla="*/ 21 w 33"/>
                <a:gd name="T3" fmla="*/ 16 h 55"/>
                <a:gd name="T4" fmla="*/ 12 w 33"/>
                <a:gd name="T5" fmla="*/ 7 h 55"/>
                <a:gd name="T6" fmla="*/ 6 w 33"/>
                <a:gd name="T7" fmla="*/ 8 h 55"/>
                <a:gd name="T8" fmla="*/ 3 w 33"/>
                <a:gd name="T9" fmla="*/ 14 h 55"/>
                <a:gd name="T10" fmla="*/ 1 w 33"/>
                <a:gd name="T11" fmla="*/ 20 h 55"/>
                <a:gd name="T12" fmla="*/ 21 w 33"/>
                <a:gd name="T13" fmla="*/ 55 h 55"/>
                <a:gd name="T14" fmla="*/ 21 w 33"/>
                <a:gd name="T15" fmla="*/ 1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55">
                  <a:moveTo>
                    <a:pt x="21" y="15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17" y="4"/>
                    <a:pt x="12" y="7"/>
                  </a:cubicBezTo>
                  <a:cubicBezTo>
                    <a:pt x="12" y="7"/>
                    <a:pt x="6" y="0"/>
                    <a:pt x="6" y="8"/>
                  </a:cubicBezTo>
                  <a:cubicBezTo>
                    <a:pt x="6" y="8"/>
                    <a:pt x="2" y="10"/>
                    <a:pt x="3" y="14"/>
                  </a:cubicBezTo>
                  <a:cubicBezTo>
                    <a:pt x="3" y="14"/>
                    <a:pt x="0" y="14"/>
                    <a:pt x="1" y="20"/>
                  </a:cubicBezTo>
                  <a:cubicBezTo>
                    <a:pt x="1" y="23"/>
                    <a:pt x="2" y="47"/>
                    <a:pt x="21" y="55"/>
                  </a:cubicBezTo>
                  <a:cubicBezTo>
                    <a:pt x="18" y="41"/>
                    <a:pt x="33" y="34"/>
                    <a:pt x="21" y="15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5" name="Freeform 92">
              <a:extLst>
                <a:ext uri="{FF2B5EF4-FFF2-40B4-BE49-F238E27FC236}">
                  <a16:creationId xmlns:a16="http://schemas.microsoft.com/office/drawing/2014/main" id="{9A4C76BD-3C50-A4FC-FCE9-A20E93DEB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903"/>
              <a:ext cx="57" cy="98"/>
            </a:xfrm>
            <a:custGeom>
              <a:avLst/>
              <a:gdLst>
                <a:gd name="T0" fmla="*/ 24 w 27"/>
                <a:gd name="T1" fmla="*/ 32 h 46"/>
                <a:gd name="T2" fmla="*/ 16 w 27"/>
                <a:gd name="T3" fmla="*/ 4 h 46"/>
                <a:gd name="T4" fmla="*/ 12 w 27"/>
                <a:gd name="T5" fmla="*/ 3 h 46"/>
                <a:gd name="T6" fmla="*/ 14 w 27"/>
                <a:gd name="T7" fmla="*/ 24 h 46"/>
                <a:gd name="T8" fmla="*/ 12 w 27"/>
                <a:gd name="T9" fmla="*/ 43 h 46"/>
                <a:gd name="T10" fmla="*/ 13 w 27"/>
                <a:gd name="T11" fmla="*/ 44 h 46"/>
                <a:gd name="T12" fmla="*/ 24 w 27"/>
                <a:gd name="T13" fmla="*/ 3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46">
                  <a:moveTo>
                    <a:pt x="24" y="32"/>
                  </a:moveTo>
                  <a:cubicBezTo>
                    <a:pt x="24" y="32"/>
                    <a:pt x="27" y="13"/>
                    <a:pt x="16" y="4"/>
                  </a:cubicBezTo>
                  <a:cubicBezTo>
                    <a:pt x="16" y="4"/>
                    <a:pt x="13" y="0"/>
                    <a:pt x="12" y="3"/>
                  </a:cubicBezTo>
                  <a:cubicBezTo>
                    <a:pt x="11" y="9"/>
                    <a:pt x="17" y="18"/>
                    <a:pt x="14" y="24"/>
                  </a:cubicBezTo>
                  <a:cubicBezTo>
                    <a:pt x="11" y="30"/>
                    <a:pt x="0" y="38"/>
                    <a:pt x="12" y="43"/>
                  </a:cubicBezTo>
                  <a:cubicBezTo>
                    <a:pt x="12" y="44"/>
                    <a:pt x="12" y="44"/>
                    <a:pt x="13" y="44"/>
                  </a:cubicBezTo>
                  <a:cubicBezTo>
                    <a:pt x="26" y="46"/>
                    <a:pt x="25" y="36"/>
                    <a:pt x="24" y="32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AFC65E22-EB90-87D6-A39D-116098023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" y="3221"/>
              <a:ext cx="550" cy="127"/>
            </a:xfrm>
            <a:custGeom>
              <a:avLst/>
              <a:gdLst>
                <a:gd name="T0" fmla="*/ 251 w 259"/>
                <a:gd name="T1" fmla="*/ 56 h 60"/>
                <a:gd name="T2" fmla="*/ 249 w 259"/>
                <a:gd name="T3" fmla="*/ 56 h 60"/>
                <a:gd name="T4" fmla="*/ 241 w 259"/>
                <a:gd name="T5" fmla="*/ 53 h 60"/>
                <a:gd name="T6" fmla="*/ 239 w 259"/>
                <a:gd name="T7" fmla="*/ 53 h 60"/>
                <a:gd name="T8" fmla="*/ 240 w 259"/>
                <a:gd name="T9" fmla="*/ 51 h 60"/>
                <a:gd name="T10" fmla="*/ 230 w 259"/>
                <a:gd name="T11" fmla="*/ 45 h 60"/>
                <a:gd name="T12" fmla="*/ 228 w 259"/>
                <a:gd name="T13" fmla="*/ 45 h 60"/>
                <a:gd name="T14" fmla="*/ 213 w 259"/>
                <a:gd name="T15" fmla="*/ 37 h 60"/>
                <a:gd name="T16" fmla="*/ 205 w 259"/>
                <a:gd name="T17" fmla="*/ 39 h 60"/>
                <a:gd name="T18" fmla="*/ 193 w 259"/>
                <a:gd name="T19" fmla="*/ 33 h 60"/>
                <a:gd name="T20" fmla="*/ 189 w 259"/>
                <a:gd name="T21" fmla="*/ 33 h 60"/>
                <a:gd name="T22" fmla="*/ 190 w 259"/>
                <a:gd name="T23" fmla="*/ 30 h 60"/>
                <a:gd name="T24" fmla="*/ 172 w 259"/>
                <a:gd name="T25" fmla="*/ 18 h 60"/>
                <a:gd name="T26" fmla="*/ 169 w 259"/>
                <a:gd name="T27" fmla="*/ 18 h 60"/>
                <a:gd name="T28" fmla="*/ 143 w 259"/>
                <a:gd name="T29" fmla="*/ 0 h 60"/>
                <a:gd name="T30" fmla="*/ 117 w 259"/>
                <a:gd name="T31" fmla="*/ 17 h 60"/>
                <a:gd name="T32" fmla="*/ 113 w 259"/>
                <a:gd name="T33" fmla="*/ 16 h 60"/>
                <a:gd name="T34" fmla="*/ 102 w 259"/>
                <a:gd name="T35" fmla="*/ 22 h 60"/>
                <a:gd name="T36" fmla="*/ 94 w 259"/>
                <a:gd name="T37" fmla="*/ 21 h 60"/>
                <a:gd name="T38" fmla="*/ 79 w 259"/>
                <a:gd name="T39" fmla="*/ 30 h 60"/>
                <a:gd name="T40" fmla="*/ 78 w 259"/>
                <a:gd name="T41" fmla="*/ 30 h 60"/>
                <a:gd name="T42" fmla="*/ 66 w 259"/>
                <a:gd name="T43" fmla="*/ 39 h 60"/>
                <a:gd name="T44" fmla="*/ 54 w 259"/>
                <a:gd name="T45" fmla="*/ 35 h 60"/>
                <a:gd name="T46" fmla="*/ 39 w 259"/>
                <a:gd name="T47" fmla="*/ 44 h 60"/>
                <a:gd name="T48" fmla="*/ 35 w 259"/>
                <a:gd name="T49" fmla="*/ 43 h 60"/>
                <a:gd name="T50" fmla="*/ 27 w 259"/>
                <a:gd name="T51" fmla="*/ 50 h 60"/>
                <a:gd name="T52" fmla="*/ 24 w 259"/>
                <a:gd name="T53" fmla="*/ 49 h 60"/>
                <a:gd name="T54" fmla="*/ 17 w 259"/>
                <a:gd name="T55" fmla="*/ 56 h 60"/>
                <a:gd name="T56" fmla="*/ 17 w 259"/>
                <a:gd name="T57" fmla="*/ 56 h 60"/>
                <a:gd name="T58" fmla="*/ 11 w 259"/>
                <a:gd name="T59" fmla="*/ 55 h 60"/>
                <a:gd name="T60" fmla="*/ 0 w 259"/>
                <a:gd name="T61" fmla="*/ 60 h 60"/>
                <a:gd name="T62" fmla="*/ 19 w 259"/>
                <a:gd name="T63" fmla="*/ 60 h 60"/>
                <a:gd name="T64" fmla="*/ 22 w 259"/>
                <a:gd name="T65" fmla="*/ 60 h 60"/>
                <a:gd name="T66" fmla="*/ 29 w 259"/>
                <a:gd name="T67" fmla="*/ 60 h 60"/>
                <a:gd name="T68" fmla="*/ 234 w 259"/>
                <a:gd name="T69" fmla="*/ 60 h 60"/>
                <a:gd name="T70" fmla="*/ 242 w 259"/>
                <a:gd name="T71" fmla="*/ 60 h 60"/>
                <a:gd name="T72" fmla="*/ 248 w 259"/>
                <a:gd name="T73" fmla="*/ 60 h 60"/>
                <a:gd name="T74" fmla="*/ 259 w 259"/>
                <a:gd name="T75" fmla="*/ 60 h 60"/>
                <a:gd name="T76" fmla="*/ 259 w 259"/>
                <a:gd name="T77" fmla="*/ 60 h 60"/>
                <a:gd name="T78" fmla="*/ 251 w 259"/>
                <a:gd name="T79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9" h="60">
                  <a:moveTo>
                    <a:pt x="251" y="56"/>
                  </a:moveTo>
                  <a:cubicBezTo>
                    <a:pt x="250" y="56"/>
                    <a:pt x="249" y="56"/>
                    <a:pt x="249" y="56"/>
                  </a:cubicBezTo>
                  <a:cubicBezTo>
                    <a:pt x="248" y="54"/>
                    <a:pt x="245" y="53"/>
                    <a:pt x="241" y="53"/>
                  </a:cubicBezTo>
                  <a:cubicBezTo>
                    <a:pt x="240" y="53"/>
                    <a:pt x="240" y="53"/>
                    <a:pt x="239" y="53"/>
                  </a:cubicBezTo>
                  <a:cubicBezTo>
                    <a:pt x="240" y="52"/>
                    <a:pt x="240" y="52"/>
                    <a:pt x="240" y="51"/>
                  </a:cubicBezTo>
                  <a:cubicBezTo>
                    <a:pt x="240" y="48"/>
                    <a:pt x="235" y="45"/>
                    <a:pt x="230" y="45"/>
                  </a:cubicBezTo>
                  <a:cubicBezTo>
                    <a:pt x="229" y="45"/>
                    <a:pt x="229" y="45"/>
                    <a:pt x="228" y="45"/>
                  </a:cubicBezTo>
                  <a:cubicBezTo>
                    <a:pt x="226" y="41"/>
                    <a:pt x="220" y="37"/>
                    <a:pt x="213" y="37"/>
                  </a:cubicBezTo>
                  <a:cubicBezTo>
                    <a:pt x="210" y="37"/>
                    <a:pt x="207" y="38"/>
                    <a:pt x="205" y="39"/>
                  </a:cubicBezTo>
                  <a:cubicBezTo>
                    <a:pt x="203" y="35"/>
                    <a:pt x="198" y="33"/>
                    <a:pt x="193" y="33"/>
                  </a:cubicBezTo>
                  <a:cubicBezTo>
                    <a:pt x="191" y="33"/>
                    <a:pt x="190" y="33"/>
                    <a:pt x="189" y="33"/>
                  </a:cubicBezTo>
                  <a:cubicBezTo>
                    <a:pt x="189" y="32"/>
                    <a:pt x="190" y="31"/>
                    <a:pt x="190" y="30"/>
                  </a:cubicBezTo>
                  <a:cubicBezTo>
                    <a:pt x="190" y="23"/>
                    <a:pt x="182" y="18"/>
                    <a:pt x="172" y="18"/>
                  </a:cubicBezTo>
                  <a:cubicBezTo>
                    <a:pt x="171" y="18"/>
                    <a:pt x="170" y="18"/>
                    <a:pt x="169" y="18"/>
                  </a:cubicBezTo>
                  <a:cubicBezTo>
                    <a:pt x="168" y="8"/>
                    <a:pt x="157" y="0"/>
                    <a:pt x="143" y="0"/>
                  </a:cubicBezTo>
                  <a:cubicBezTo>
                    <a:pt x="130" y="0"/>
                    <a:pt x="119" y="7"/>
                    <a:pt x="117" y="17"/>
                  </a:cubicBezTo>
                  <a:cubicBezTo>
                    <a:pt x="116" y="17"/>
                    <a:pt x="115" y="16"/>
                    <a:pt x="113" y="16"/>
                  </a:cubicBezTo>
                  <a:cubicBezTo>
                    <a:pt x="108" y="16"/>
                    <a:pt x="104" y="19"/>
                    <a:pt x="102" y="22"/>
                  </a:cubicBezTo>
                  <a:cubicBezTo>
                    <a:pt x="99" y="21"/>
                    <a:pt x="97" y="21"/>
                    <a:pt x="94" y="21"/>
                  </a:cubicBezTo>
                  <a:cubicBezTo>
                    <a:pt x="86" y="21"/>
                    <a:pt x="80" y="25"/>
                    <a:pt x="79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2" y="30"/>
                    <a:pt x="66" y="34"/>
                    <a:pt x="66" y="39"/>
                  </a:cubicBezTo>
                  <a:cubicBezTo>
                    <a:pt x="63" y="36"/>
                    <a:pt x="59" y="35"/>
                    <a:pt x="54" y="35"/>
                  </a:cubicBezTo>
                  <a:cubicBezTo>
                    <a:pt x="46" y="35"/>
                    <a:pt x="40" y="39"/>
                    <a:pt x="39" y="44"/>
                  </a:cubicBezTo>
                  <a:cubicBezTo>
                    <a:pt x="38" y="44"/>
                    <a:pt x="36" y="43"/>
                    <a:pt x="35" y="43"/>
                  </a:cubicBezTo>
                  <a:cubicBezTo>
                    <a:pt x="30" y="43"/>
                    <a:pt x="27" y="46"/>
                    <a:pt x="27" y="50"/>
                  </a:cubicBezTo>
                  <a:cubicBezTo>
                    <a:pt x="26" y="49"/>
                    <a:pt x="25" y="49"/>
                    <a:pt x="24" y="49"/>
                  </a:cubicBezTo>
                  <a:cubicBezTo>
                    <a:pt x="20" y="49"/>
                    <a:pt x="17" y="52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5" y="56"/>
                    <a:pt x="13" y="55"/>
                    <a:pt x="11" y="55"/>
                  </a:cubicBezTo>
                  <a:cubicBezTo>
                    <a:pt x="5" y="55"/>
                    <a:pt x="0" y="58"/>
                    <a:pt x="0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42" y="60"/>
                    <a:pt x="242" y="60"/>
                    <a:pt x="242" y="60"/>
                  </a:cubicBezTo>
                  <a:cubicBezTo>
                    <a:pt x="248" y="60"/>
                    <a:pt x="248" y="60"/>
                    <a:pt x="248" y="60"/>
                  </a:cubicBezTo>
                  <a:cubicBezTo>
                    <a:pt x="259" y="60"/>
                    <a:pt x="259" y="60"/>
                    <a:pt x="259" y="60"/>
                  </a:cubicBezTo>
                  <a:cubicBezTo>
                    <a:pt x="259" y="60"/>
                    <a:pt x="259" y="60"/>
                    <a:pt x="259" y="60"/>
                  </a:cubicBezTo>
                  <a:cubicBezTo>
                    <a:pt x="259" y="58"/>
                    <a:pt x="255" y="56"/>
                    <a:pt x="251" y="56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AED16E3D-0D1C-379B-3844-EDDC75D4E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667"/>
              <a:ext cx="607" cy="95"/>
            </a:xfrm>
            <a:custGeom>
              <a:avLst/>
              <a:gdLst>
                <a:gd name="T0" fmla="*/ 277 w 286"/>
                <a:gd name="T1" fmla="*/ 39 h 45"/>
                <a:gd name="T2" fmla="*/ 275 w 286"/>
                <a:gd name="T3" fmla="*/ 39 h 45"/>
                <a:gd name="T4" fmla="*/ 266 w 286"/>
                <a:gd name="T5" fmla="*/ 37 h 45"/>
                <a:gd name="T6" fmla="*/ 264 w 286"/>
                <a:gd name="T7" fmla="*/ 37 h 45"/>
                <a:gd name="T8" fmla="*/ 265 w 286"/>
                <a:gd name="T9" fmla="*/ 36 h 45"/>
                <a:gd name="T10" fmla="*/ 254 w 286"/>
                <a:gd name="T11" fmla="*/ 31 h 45"/>
                <a:gd name="T12" fmla="*/ 252 w 286"/>
                <a:gd name="T13" fmla="*/ 31 h 45"/>
                <a:gd name="T14" fmla="*/ 235 w 286"/>
                <a:gd name="T15" fmla="*/ 26 h 45"/>
                <a:gd name="T16" fmla="*/ 226 w 286"/>
                <a:gd name="T17" fmla="*/ 27 h 45"/>
                <a:gd name="T18" fmla="*/ 212 w 286"/>
                <a:gd name="T19" fmla="*/ 23 h 45"/>
                <a:gd name="T20" fmla="*/ 209 w 286"/>
                <a:gd name="T21" fmla="*/ 23 h 45"/>
                <a:gd name="T22" fmla="*/ 209 w 286"/>
                <a:gd name="T23" fmla="*/ 21 h 45"/>
                <a:gd name="T24" fmla="*/ 190 w 286"/>
                <a:gd name="T25" fmla="*/ 12 h 45"/>
                <a:gd name="T26" fmla="*/ 187 w 286"/>
                <a:gd name="T27" fmla="*/ 13 h 45"/>
                <a:gd name="T28" fmla="*/ 158 w 286"/>
                <a:gd name="T29" fmla="*/ 0 h 45"/>
                <a:gd name="T30" fmla="*/ 129 w 286"/>
                <a:gd name="T31" fmla="*/ 13 h 45"/>
                <a:gd name="T32" fmla="*/ 125 w 286"/>
                <a:gd name="T33" fmla="*/ 12 h 45"/>
                <a:gd name="T34" fmla="*/ 112 w 286"/>
                <a:gd name="T35" fmla="*/ 17 h 45"/>
                <a:gd name="T36" fmla="*/ 103 w 286"/>
                <a:gd name="T37" fmla="*/ 16 h 45"/>
                <a:gd name="T38" fmla="*/ 86 w 286"/>
                <a:gd name="T39" fmla="*/ 23 h 45"/>
                <a:gd name="T40" fmla="*/ 86 w 286"/>
                <a:gd name="T41" fmla="*/ 23 h 45"/>
                <a:gd name="T42" fmla="*/ 73 w 286"/>
                <a:gd name="T43" fmla="*/ 29 h 45"/>
                <a:gd name="T44" fmla="*/ 59 w 286"/>
                <a:gd name="T45" fmla="*/ 26 h 45"/>
                <a:gd name="T46" fmla="*/ 43 w 286"/>
                <a:gd name="T47" fmla="*/ 33 h 45"/>
                <a:gd name="T48" fmla="*/ 38 w 286"/>
                <a:gd name="T49" fmla="*/ 33 h 45"/>
                <a:gd name="T50" fmla="*/ 29 w 286"/>
                <a:gd name="T51" fmla="*/ 37 h 45"/>
                <a:gd name="T52" fmla="*/ 26 w 286"/>
                <a:gd name="T53" fmla="*/ 37 h 45"/>
                <a:gd name="T54" fmla="*/ 19 w 286"/>
                <a:gd name="T55" fmla="*/ 42 h 45"/>
                <a:gd name="T56" fmla="*/ 19 w 286"/>
                <a:gd name="T57" fmla="*/ 42 h 45"/>
                <a:gd name="T58" fmla="*/ 12 w 286"/>
                <a:gd name="T59" fmla="*/ 42 h 45"/>
                <a:gd name="T60" fmla="*/ 0 w 286"/>
                <a:gd name="T61" fmla="*/ 45 h 45"/>
                <a:gd name="T62" fmla="*/ 20 w 286"/>
                <a:gd name="T63" fmla="*/ 45 h 45"/>
                <a:gd name="T64" fmla="*/ 24 w 286"/>
                <a:gd name="T65" fmla="*/ 45 h 45"/>
                <a:gd name="T66" fmla="*/ 32 w 286"/>
                <a:gd name="T67" fmla="*/ 45 h 45"/>
                <a:gd name="T68" fmla="*/ 259 w 286"/>
                <a:gd name="T69" fmla="*/ 42 h 45"/>
                <a:gd name="T70" fmla="*/ 267 w 286"/>
                <a:gd name="T71" fmla="*/ 42 h 45"/>
                <a:gd name="T72" fmla="*/ 274 w 286"/>
                <a:gd name="T73" fmla="*/ 42 h 45"/>
                <a:gd name="T74" fmla="*/ 286 w 286"/>
                <a:gd name="T75" fmla="*/ 42 h 45"/>
                <a:gd name="T76" fmla="*/ 286 w 286"/>
                <a:gd name="T77" fmla="*/ 42 h 45"/>
                <a:gd name="T78" fmla="*/ 277 w 286"/>
                <a:gd name="T79" fmla="*/ 3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86" h="45">
                  <a:moveTo>
                    <a:pt x="277" y="39"/>
                  </a:moveTo>
                  <a:cubicBezTo>
                    <a:pt x="276" y="39"/>
                    <a:pt x="275" y="39"/>
                    <a:pt x="275" y="39"/>
                  </a:cubicBezTo>
                  <a:cubicBezTo>
                    <a:pt x="274" y="38"/>
                    <a:pt x="270" y="37"/>
                    <a:pt x="266" y="37"/>
                  </a:cubicBezTo>
                  <a:cubicBezTo>
                    <a:pt x="266" y="37"/>
                    <a:pt x="265" y="37"/>
                    <a:pt x="264" y="37"/>
                  </a:cubicBezTo>
                  <a:cubicBezTo>
                    <a:pt x="265" y="36"/>
                    <a:pt x="265" y="36"/>
                    <a:pt x="265" y="36"/>
                  </a:cubicBezTo>
                  <a:cubicBezTo>
                    <a:pt x="265" y="33"/>
                    <a:pt x="260" y="31"/>
                    <a:pt x="254" y="31"/>
                  </a:cubicBezTo>
                  <a:cubicBezTo>
                    <a:pt x="253" y="31"/>
                    <a:pt x="253" y="31"/>
                    <a:pt x="252" y="31"/>
                  </a:cubicBezTo>
                  <a:cubicBezTo>
                    <a:pt x="250" y="28"/>
                    <a:pt x="243" y="26"/>
                    <a:pt x="235" y="26"/>
                  </a:cubicBezTo>
                  <a:cubicBezTo>
                    <a:pt x="232" y="26"/>
                    <a:pt x="229" y="26"/>
                    <a:pt x="226" y="27"/>
                  </a:cubicBezTo>
                  <a:cubicBezTo>
                    <a:pt x="224" y="25"/>
                    <a:pt x="219" y="23"/>
                    <a:pt x="212" y="23"/>
                  </a:cubicBezTo>
                  <a:cubicBezTo>
                    <a:pt x="211" y="23"/>
                    <a:pt x="210" y="23"/>
                    <a:pt x="209" y="23"/>
                  </a:cubicBezTo>
                  <a:cubicBezTo>
                    <a:pt x="209" y="23"/>
                    <a:pt x="209" y="22"/>
                    <a:pt x="209" y="21"/>
                  </a:cubicBezTo>
                  <a:cubicBezTo>
                    <a:pt x="209" y="16"/>
                    <a:pt x="200" y="12"/>
                    <a:pt x="190" y="12"/>
                  </a:cubicBezTo>
                  <a:cubicBezTo>
                    <a:pt x="189" y="12"/>
                    <a:pt x="188" y="12"/>
                    <a:pt x="187" y="13"/>
                  </a:cubicBezTo>
                  <a:cubicBezTo>
                    <a:pt x="185" y="5"/>
                    <a:pt x="173" y="0"/>
                    <a:pt x="158" y="0"/>
                  </a:cubicBezTo>
                  <a:cubicBezTo>
                    <a:pt x="143" y="0"/>
                    <a:pt x="131" y="6"/>
                    <a:pt x="129" y="13"/>
                  </a:cubicBezTo>
                  <a:cubicBezTo>
                    <a:pt x="128" y="12"/>
                    <a:pt x="126" y="12"/>
                    <a:pt x="125" y="12"/>
                  </a:cubicBezTo>
                  <a:cubicBezTo>
                    <a:pt x="119" y="12"/>
                    <a:pt x="114" y="14"/>
                    <a:pt x="112" y="17"/>
                  </a:cubicBezTo>
                  <a:cubicBezTo>
                    <a:pt x="109" y="16"/>
                    <a:pt x="106" y="15"/>
                    <a:pt x="103" y="16"/>
                  </a:cubicBezTo>
                  <a:cubicBezTo>
                    <a:pt x="95" y="16"/>
                    <a:pt x="88" y="19"/>
                    <a:pt x="86" y="23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79" y="23"/>
                    <a:pt x="73" y="26"/>
                    <a:pt x="73" y="29"/>
                  </a:cubicBezTo>
                  <a:cubicBezTo>
                    <a:pt x="70" y="27"/>
                    <a:pt x="65" y="26"/>
                    <a:pt x="59" y="26"/>
                  </a:cubicBezTo>
                  <a:cubicBezTo>
                    <a:pt x="51" y="26"/>
                    <a:pt x="44" y="30"/>
                    <a:pt x="43" y="33"/>
                  </a:cubicBezTo>
                  <a:cubicBezTo>
                    <a:pt x="42" y="33"/>
                    <a:pt x="40" y="33"/>
                    <a:pt x="38" y="33"/>
                  </a:cubicBezTo>
                  <a:cubicBezTo>
                    <a:pt x="33" y="33"/>
                    <a:pt x="30" y="35"/>
                    <a:pt x="29" y="37"/>
                  </a:cubicBezTo>
                  <a:cubicBezTo>
                    <a:pt x="28" y="37"/>
                    <a:pt x="27" y="37"/>
                    <a:pt x="26" y="37"/>
                  </a:cubicBezTo>
                  <a:cubicBezTo>
                    <a:pt x="22" y="37"/>
                    <a:pt x="19" y="39"/>
                    <a:pt x="19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7" y="42"/>
                    <a:pt x="15" y="42"/>
                    <a:pt x="12" y="42"/>
                  </a:cubicBezTo>
                  <a:cubicBezTo>
                    <a:pt x="5" y="42"/>
                    <a:pt x="0" y="43"/>
                    <a:pt x="0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259" y="42"/>
                    <a:pt x="259" y="42"/>
                    <a:pt x="259" y="42"/>
                  </a:cubicBezTo>
                  <a:cubicBezTo>
                    <a:pt x="267" y="42"/>
                    <a:pt x="267" y="42"/>
                    <a:pt x="267" y="42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0"/>
                    <a:pt x="282" y="39"/>
                    <a:pt x="277" y="39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95">
              <a:extLst>
                <a:ext uri="{FF2B5EF4-FFF2-40B4-BE49-F238E27FC236}">
                  <a16:creationId xmlns:a16="http://schemas.microsoft.com/office/drawing/2014/main" id="{AAB9FCCF-0DED-D7A8-1EAB-1860EF77E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694"/>
              <a:ext cx="259" cy="68"/>
            </a:xfrm>
            <a:custGeom>
              <a:avLst/>
              <a:gdLst>
                <a:gd name="T0" fmla="*/ 118 w 122"/>
                <a:gd name="T1" fmla="*/ 28 h 32"/>
                <a:gd name="T2" fmla="*/ 117 w 122"/>
                <a:gd name="T3" fmla="*/ 28 h 32"/>
                <a:gd name="T4" fmla="*/ 113 w 122"/>
                <a:gd name="T5" fmla="*/ 27 h 32"/>
                <a:gd name="T6" fmla="*/ 113 w 122"/>
                <a:gd name="T7" fmla="*/ 27 h 32"/>
                <a:gd name="T8" fmla="*/ 113 w 122"/>
                <a:gd name="T9" fmla="*/ 26 h 32"/>
                <a:gd name="T10" fmla="*/ 108 w 122"/>
                <a:gd name="T11" fmla="*/ 23 h 32"/>
                <a:gd name="T12" fmla="*/ 107 w 122"/>
                <a:gd name="T13" fmla="*/ 23 h 32"/>
                <a:gd name="T14" fmla="*/ 100 w 122"/>
                <a:gd name="T15" fmla="*/ 19 h 32"/>
                <a:gd name="T16" fmla="*/ 96 w 122"/>
                <a:gd name="T17" fmla="*/ 20 h 32"/>
                <a:gd name="T18" fmla="*/ 90 w 122"/>
                <a:gd name="T19" fmla="*/ 17 h 32"/>
                <a:gd name="T20" fmla="*/ 89 w 122"/>
                <a:gd name="T21" fmla="*/ 17 h 32"/>
                <a:gd name="T22" fmla="*/ 89 w 122"/>
                <a:gd name="T23" fmla="*/ 16 h 32"/>
                <a:gd name="T24" fmla="*/ 81 w 122"/>
                <a:gd name="T25" fmla="*/ 9 h 32"/>
                <a:gd name="T26" fmla="*/ 79 w 122"/>
                <a:gd name="T27" fmla="*/ 9 h 32"/>
                <a:gd name="T28" fmla="*/ 67 w 122"/>
                <a:gd name="T29" fmla="*/ 0 h 32"/>
                <a:gd name="T30" fmla="*/ 55 w 122"/>
                <a:gd name="T31" fmla="*/ 9 h 32"/>
                <a:gd name="T32" fmla="*/ 53 w 122"/>
                <a:gd name="T33" fmla="*/ 9 h 32"/>
                <a:gd name="T34" fmla="*/ 47 w 122"/>
                <a:gd name="T35" fmla="*/ 12 h 32"/>
                <a:gd name="T36" fmla="*/ 44 w 122"/>
                <a:gd name="T37" fmla="*/ 11 h 32"/>
                <a:gd name="T38" fmla="*/ 37 w 122"/>
                <a:gd name="T39" fmla="*/ 16 h 32"/>
                <a:gd name="T40" fmla="*/ 36 w 122"/>
                <a:gd name="T41" fmla="*/ 16 h 32"/>
                <a:gd name="T42" fmla="*/ 31 w 122"/>
                <a:gd name="T43" fmla="*/ 21 h 32"/>
                <a:gd name="T44" fmla="*/ 25 w 122"/>
                <a:gd name="T45" fmla="*/ 18 h 32"/>
                <a:gd name="T46" fmla="*/ 18 w 122"/>
                <a:gd name="T47" fmla="*/ 24 h 32"/>
                <a:gd name="T48" fmla="*/ 16 w 122"/>
                <a:gd name="T49" fmla="*/ 23 h 32"/>
                <a:gd name="T50" fmla="*/ 12 w 122"/>
                <a:gd name="T51" fmla="*/ 26 h 32"/>
                <a:gd name="T52" fmla="*/ 11 w 122"/>
                <a:gd name="T53" fmla="*/ 26 h 32"/>
                <a:gd name="T54" fmla="*/ 8 w 122"/>
                <a:gd name="T55" fmla="*/ 30 h 32"/>
                <a:gd name="T56" fmla="*/ 8 w 122"/>
                <a:gd name="T57" fmla="*/ 30 h 32"/>
                <a:gd name="T58" fmla="*/ 5 w 122"/>
                <a:gd name="T59" fmla="*/ 29 h 32"/>
                <a:gd name="T60" fmla="*/ 0 w 122"/>
                <a:gd name="T61" fmla="*/ 32 h 32"/>
                <a:gd name="T62" fmla="*/ 8 w 122"/>
                <a:gd name="T63" fmla="*/ 32 h 32"/>
                <a:gd name="T64" fmla="*/ 10 w 122"/>
                <a:gd name="T65" fmla="*/ 32 h 32"/>
                <a:gd name="T66" fmla="*/ 13 w 122"/>
                <a:gd name="T67" fmla="*/ 32 h 32"/>
                <a:gd name="T68" fmla="*/ 110 w 122"/>
                <a:gd name="T69" fmla="*/ 31 h 32"/>
                <a:gd name="T70" fmla="*/ 114 w 122"/>
                <a:gd name="T71" fmla="*/ 31 h 32"/>
                <a:gd name="T72" fmla="*/ 117 w 122"/>
                <a:gd name="T73" fmla="*/ 30 h 32"/>
                <a:gd name="T74" fmla="*/ 122 w 122"/>
                <a:gd name="T75" fmla="*/ 30 h 32"/>
                <a:gd name="T76" fmla="*/ 122 w 122"/>
                <a:gd name="T77" fmla="*/ 30 h 32"/>
                <a:gd name="T78" fmla="*/ 118 w 122"/>
                <a:gd name="T79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2" h="32">
                  <a:moveTo>
                    <a:pt x="118" y="28"/>
                  </a:moveTo>
                  <a:cubicBezTo>
                    <a:pt x="117" y="28"/>
                    <a:pt x="117" y="28"/>
                    <a:pt x="117" y="28"/>
                  </a:cubicBezTo>
                  <a:cubicBezTo>
                    <a:pt x="116" y="27"/>
                    <a:pt x="115" y="27"/>
                    <a:pt x="113" y="27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3" y="24"/>
                    <a:pt x="111" y="23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6" y="21"/>
                    <a:pt x="103" y="19"/>
                    <a:pt x="100" y="19"/>
                  </a:cubicBezTo>
                  <a:cubicBezTo>
                    <a:pt x="99" y="19"/>
                    <a:pt x="97" y="19"/>
                    <a:pt x="96" y="20"/>
                  </a:cubicBezTo>
                  <a:cubicBezTo>
                    <a:pt x="95" y="18"/>
                    <a:pt x="93" y="17"/>
                    <a:pt x="90" y="17"/>
                  </a:cubicBezTo>
                  <a:cubicBezTo>
                    <a:pt x="90" y="17"/>
                    <a:pt x="89" y="17"/>
                    <a:pt x="89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9" y="12"/>
                    <a:pt x="85" y="9"/>
                    <a:pt x="81" y="9"/>
                  </a:cubicBezTo>
                  <a:cubicBezTo>
                    <a:pt x="80" y="9"/>
                    <a:pt x="80" y="9"/>
                    <a:pt x="79" y="9"/>
                  </a:cubicBezTo>
                  <a:cubicBezTo>
                    <a:pt x="79" y="4"/>
                    <a:pt x="73" y="0"/>
                    <a:pt x="67" y="0"/>
                  </a:cubicBezTo>
                  <a:cubicBezTo>
                    <a:pt x="61" y="0"/>
                    <a:pt x="56" y="4"/>
                    <a:pt x="55" y="9"/>
                  </a:cubicBezTo>
                  <a:cubicBezTo>
                    <a:pt x="54" y="9"/>
                    <a:pt x="54" y="9"/>
                    <a:pt x="53" y="9"/>
                  </a:cubicBezTo>
                  <a:cubicBezTo>
                    <a:pt x="50" y="9"/>
                    <a:pt x="48" y="10"/>
                    <a:pt x="47" y="12"/>
                  </a:cubicBezTo>
                  <a:cubicBezTo>
                    <a:pt x="46" y="11"/>
                    <a:pt x="45" y="11"/>
                    <a:pt x="44" y="11"/>
                  </a:cubicBezTo>
                  <a:cubicBezTo>
                    <a:pt x="40" y="11"/>
                    <a:pt x="37" y="13"/>
                    <a:pt x="37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3" y="16"/>
                    <a:pt x="31" y="18"/>
                    <a:pt x="31" y="21"/>
                  </a:cubicBezTo>
                  <a:cubicBezTo>
                    <a:pt x="29" y="19"/>
                    <a:pt x="27" y="18"/>
                    <a:pt x="25" y="18"/>
                  </a:cubicBezTo>
                  <a:cubicBezTo>
                    <a:pt x="21" y="19"/>
                    <a:pt x="18" y="21"/>
                    <a:pt x="18" y="24"/>
                  </a:cubicBezTo>
                  <a:cubicBezTo>
                    <a:pt x="17" y="23"/>
                    <a:pt x="17" y="23"/>
                    <a:pt x="16" y="23"/>
                  </a:cubicBezTo>
                  <a:cubicBezTo>
                    <a:pt x="14" y="23"/>
                    <a:pt x="12" y="24"/>
                    <a:pt x="12" y="26"/>
                  </a:cubicBezTo>
                  <a:cubicBezTo>
                    <a:pt x="12" y="26"/>
                    <a:pt x="11" y="26"/>
                    <a:pt x="11" y="26"/>
                  </a:cubicBezTo>
                  <a:cubicBezTo>
                    <a:pt x="9" y="26"/>
                    <a:pt x="8" y="28"/>
                    <a:pt x="8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30"/>
                    <a:pt x="6" y="29"/>
                    <a:pt x="5" y="29"/>
                  </a:cubicBezTo>
                  <a:cubicBezTo>
                    <a:pt x="2" y="29"/>
                    <a:pt x="0" y="31"/>
                    <a:pt x="0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29"/>
                    <a:pt x="120" y="28"/>
                    <a:pt x="118" y="28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Freeform 96">
              <a:extLst>
                <a:ext uri="{FF2B5EF4-FFF2-40B4-BE49-F238E27FC236}">
                  <a16:creationId xmlns:a16="http://schemas.microsoft.com/office/drawing/2014/main" id="{A5074F54-39C1-087D-EC4D-22FDCAC81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3178"/>
              <a:ext cx="452" cy="140"/>
            </a:xfrm>
            <a:custGeom>
              <a:avLst/>
              <a:gdLst>
                <a:gd name="T0" fmla="*/ 206 w 213"/>
                <a:gd name="T1" fmla="*/ 61 h 66"/>
                <a:gd name="T2" fmla="*/ 204 w 213"/>
                <a:gd name="T3" fmla="*/ 61 h 66"/>
                <a:gd name="T4" fmla="*/ 198 w 213"/>
                <a:gd name="T5" fmla="*/ 57 h 66"/>
                <a:gd name="T6" fmla="*/ 197 w 213"/>
                <a:gd name="T7" fmla="*/ 58 h 66"/>
                <a:gd name="T8" fmla="*/ 197 w 213"/>
                <a:gd name="T9" fmla="*/ 56 h 66"/>
                <a:gd name="T10" fmla="*/ 189 w 213"/>
                <a:gd name="T11" fmla="*/ 49 h 66"/>
                <a:gd name="T12" fmla="*/ 187 w 213"/>
                <a:gd name="T13" fmla="*/ 49 h 66"/>
                <a:gd name="T14" fmla="*/ 175 w 213"/>
                <a:gd name="T15" fmla="*/ 41 h 66"/>
                <a:gd name="T16" fmla="*/ 168 w 213"/>
                <a:gd name="T17" fmla="*/ 42 h 66"/>
                <a:gd name="T18" fmla="*/ 158 w 213"/>
                <a:gd name="T19" fmla="*/ 36 h 66"/>
                <a:gd name="T20" fmla="*/ 155 w 213"/>
                <a:gd name="T21" fmla="*/ 36 h 66"/>
                <a:gd name="T22" fmla="*/ 156 w 213"/>
                <a:gd name="T23" fmla="*/ 34 h 66"/>
                <a:gd name="T24" fmla="*/ 141 w 213"/>
                <a:gd name="T25" fmla="*/ 19 h 66"/>
                <a:gd name="T26" fmla="*/ 139 w 213"/>
                <a:gd name="T27" fmla="*/ 20 h 66"/>
                <a:gd name="T28" fmla="*/ 117 w 213"/>
                <a:gd name="T29" fmla="*/ 0 h 66"/>
                <a:gd name="T30" fmla="*/ 96 w 213"/>
                <a:gd name="T31" fmla="*/ 19 h 66"/>
                <a:gd name="T32" fmla="*/ 93 w 213"/>
                <a:gd name="T33" fmla="*/ 18 h 66"/>
                <a:gd name="T34" fmla="*/ 83 w 213"/>
                <a:gd name="T35" fmla="*/ 25 h 66"/>
                <a:gd name="T36" fmla="*/ 77 w 213"/>
                <a:gd name="T37" fmla="*/ 23 h 66"/>
                <a:gd name="T38" fmla="*/ 64 w 213"/>
                <a:gd name="T39" fmla="*/ 33 h 66"/>
                <a:gd name="T40" fmla="*/ 64 w 213"/>
                <a:gd name="T41" fmla="*/ 33 h 66"/>
                <a:gd name="T42" fmla="*/ 54 w 213"/>
                <a:gd name="T43" fmla="*/ 43 h 66"/>
                <a:gd name="T44" fmla="*/ 44 w 213"/>
                <a:gd name="T45" fmla="*/ 38 h 66"/>
                <a:gd name="T46" fmla="*/ 32 w 213"/>
                <a:gd name="T47" fmla="*/ 49 h 66"/>
                <a:gd name="T48" fmla="*/ 28 w 213"/>
                <a:gd name="T49" fmla="*/ 47 h 66"/>
                <a:gd name="T50" fmla="*/ 22 w 213"/>
                <a:gd name="T51" fmla="*/ 54 h 66"/>
                <a:gd name="T52" fmla="*/ 19 w 213"/>
                <a:gd name="T53" fmla="*/ 54 h 66"/>
                <a:gd name="T54" fmla="*/ 14 w 213"/>
                <a:gd name="T55" fmla="*/ 61 h 66"/>
                <a:gd name="T56" fmla="*/ 14 w 213"/>
                <a:gd name="T57" fmla="*/ 61 h 66"/>
                <a:gd name="T58" fmla="*/ 9 w 213"/>
                <a:gd name="T59" fmla="*/ 61 h 66"/>
                <a:gd name="T60" fmla="*/ 0 w 213"/>
                <a:gd name="T61" fmla="*/ 66 h 66"/>
                <a:gd name="T62" fmla="*/ 15 w 213"/>
                <a:gd name="T63" fmla="*/ 66 h 66"/>
                <a:gd name="T64" fmla="*/ 18 w 213"/>
                <a:gd name="T65" fmla="*/ 66 h 66"/>
                <a:gd name="T66" fmla="*/ 24 w 213"/>
                <a:gd name="T67" fmla="*/ 66 h 66"/>
                <a:gd name="T68" fmla="*/ 192 w 213"/>
                <a:gd name="T69" fmla="*/ 66 h 66"/>
                <a:gd name="T70" fmla="*/ 199 w 213"/>
                <a:gd name="T71" fmla="*/ 66 h 66"/>
                <a:gd name="T72" fmla="*/ 204 w 213"/>
                <a:gd name="T73" fmla="*/ 66 h 66"/>
                <a:gd name="T74" fmla="*/ 213 w 213"/>
                <a:gd name="T75" fmla="*/ 66 h 66"/>
                <a:gd name="T76" fmla="*/ 213 w 213"/>
                <a:gd name="T77" fmla="*/ 65 h 66"/>
                <a:gd name="T78" fmla="*/ 206 w 213"/>
                <a:gd name="T79" fmla="*/ 61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3" h="66">
                  <a:moveTo>
                    <a:pt x="206" y="61"/>
                  </a:moveTo>
                  <a:cubicBezTo>
                    <a:pt x="205" y="61"/>
                    <a:pt x="205" y="61"/>
                    <a:pt x="204" y="61"/>
                  </a:cubicBezTo>
                  <a:cubicBezTo>
                    <a:pt x="203" y="59"/>
                    <a:pt x="201" y="57"/>
                    <a:pt x="198" y="57"/>
                  </a:cubicBezTo>
                  <a:cubicBezTo>
                    <a:pt x="197" y="57"/>
                    <a:pt x="197" y="57"/>
                    <a:pt x="197" y="58"/>
                  </a:cubicBezTo>
                  <a:cubicBezTo>
                    <a:pt x="197" y="57"/>
                    <a:pt x="197" y="56"/>
                    <a:pt x="197" y="56"/>
                  </a:cubicBezTo>
                  <a:cubicBezTo>
                    <a:pt x="197" y="52"/>
                    <a:pt x="193" y="49"/>
                    <a:pt x="189" y="49"/>
                  </a:cubicBezTo>
                  <a:cubicBezTo>
                    <a:pt x="188" y="49"/>
                    <a:pt x="188" y="49"/>
                    <a:pt x="187" y="49"/>
                  </a:cubicBezTo>
                  <a:cubicBezTo>
                    <a:pt x="186" y="44"/>
                    <a:pt x="181" y="41"/>
                    <a:pt x="175" y="41"/>
                  </a:cubicBezTo>
                  <a:cubicBezTo>
                    <a:pt x="172" y="41"/>
                    <a:pt x="170" y="41"/>
                    <a:pt x="168" y="42"/>
                  </a:cubicBezTo>
                  <a:cubicBezTo>
                    <a:pt x="167" y="39"/>
                    <a:pt x="163" y="36"/>
                    <a:pt x="158" y="36"/>
                  </a:cubicBezTo>
                  <a:cubicBezTo>
                    <a:pt x="157" y="36"/>
                    <a:pt x="156" y="36"/>
                    <a:pt x="155" y="36"/>
                  </a:cubicBezTo>
                  <a:cubicBezTo>
                    <a:pt x="155" y="35"/>
                    <a:pt x="156" y="34"/>
                    <a:pt x="156" y="34"/>
                  </a:cubicBezTo>
                  <a:cubicBezTo>
                    <a:pt x="156" y="26"/>
                    <a:pt x="149" y="19"/>
                    <a:pt x="141" y="19"/>
                  </a:cubicBezTo>
                  <a:cubicBezTo>
                    <a:pt x="141" y="19"/>
                    <a:pt x="140" y="19"/>
                    <a:pt x="139" y="20"/>
                  </a:cubicBezTo>
                  <a:cubicBezTo>
                    <a:pt x="138" y="9"/>
                    <a:pt x="129" y="0"/>
                    <a:pt x="117" y="0"/>
                  </a:cubicBezTo>
                  <a:cubicBezTo>
                    <a:pt x="107" y="0"/>
                    <a:pt x="98" y="8"/>
                    <a:pt x="96" y="19"/>
                  </a:cubicBezTo>
                  <a:cubicBezTo>
                    <a:pt x="95" y="18"/>
                    <a:pt x="94" y="18"/>
                    <a:pt x="93" y="18"/>
                  </a:cubicBezTo>
                  <a:cubicBezTo>
                    <a:pt x="89" y="18"/>
                    <a:pt x="85" y="21"/>
                    <a:pt x="83" y="25"/>
                  </a:cubicBezTo>
                  <a:cubicBezTo>
                    <a:pt x="81" y="23"/>
                    <a:pt x="79" y="23"/>
                    <a:pt x="77" y="23"/>
                  </a:cubicBezTo>
                  <a:cubicBezTo>
                    <a:pt x="71" y="23"/>
                    <a:pt x="65" y="27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59" y="33"/>
                    <a:pt x="54" y="38"/>
                    <a:pt x="54" y="43"/>
                  </a:cubicBezTo>
                  <a:cubicBezTo>
                    <a:pt x="52" y="40"/>
                    <a:pt x="48" y="38"/>
                    <a:pt x="44" y="38"/>
                  </a:cubicBezTo>
                  <a:cubicBezTo>
                    <a:pt x="38" y="38"/>
                    <a:pt x="32" y="43"/>
                    <a:pt x="32" y="49"/>
                  </a:cubicBezTo>
                  <a:cubicBezTo>
                    <a:pt x="31" y="48"/>
                    <a:pt x="30" y="47"/>
                    <a:pt x="28" y="47"/>
                  </a:cubicBezTo>
                  <a:cubicBezTo>
                    <a:pt x="25" y="47"/>
                    <a:pt x="22" y="50"/>
                    <a:pt x="22" y="54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6" y="54"/>
                    <a:pt x="14" y="57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2" y="61"/>
                    <a:pt x="11" y="61"/>
                    <a:pt x="9" y="61"/>
                  </a:cubicBezTo>
                  <a:cubicBezTo>
                    <a:pt x="4" y="61"/>
                    <a:pt x="0" y="63"/>
                    <a:pt x="0" y="66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192" y="66"/>
                    <a:pt x="192" y="66"/>
                    <a:pt x="192" y="66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5"/>
                    <a:pt x="213" y="65"/>
                    <a:pt x="213" y="65"/>
                  </a:cubicBezTo>
                  <a:cubicBezTo>
                    <a:pt x="213" y="63"/>
                    <a:pt x="210" y="61"/>
                    <a:pt x="206" y="61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AB19F95-B930-941D-786E-79A08CECBD93}"/>
              </a:ext>
            </a:extLst>
          </p:cNvPr>
          <p:cNvGrpSpPr/>
          <p:nvPr/>
        </p:nvGrpSpPr>
        <p:grpSpPr>
          <a:xfrm>
            <a:off x="6175363" y="2359949"/>
            <a:ext cx="5687561" cy="780017"/>
            <a:chOff x="6677069" y="3557570"/>
            <a:chExt cx="5687561" cy="78001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A516C58-9EB3-7606-3946-877808704B84}"/>
                </a:ext>
              </a:extLst>
            </p:cNvPr>
            <p:cNvSpPr txBox="1"/>
            <p:nvPr/>
          </p:nvSpPr>
          <p:spPr>
            <a:xfrm>
              <a:off x="7237357" y="3602642"/>
              <a:ext cx="5127273" cy="734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/>
                <a:t>How does daily digital media use vary across age, household type, and province?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F3FB07E-BD78-D66C-BD0C-1A7D271B904A}"/>
                </a:ext>
              </a:extLst>
            </p:cNvPr>
            <p:cNvSpPr/>
            <p:nvPr/>
          </p:nvSpPr>
          <p:spPr>
            <a:xfrm>
              <a:off x="6677069" y="3557570"/>
              <a:ext cx="496202" cy="4962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67A6BAD-188A-1F0D-C609-0851BC505053}"/>
                </a:ext>
              </a:extLst>
            </p:cNvPr>
            <p:cNvSpPr txBox="1"/>
            <p:nvPr/>
          </p:nvSpPr>
          <p:spPr>
            <a:xfrm>
              <a:off x="6701918" y="3667172"/>
              <a:ext cx="44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  <a:cs typeface="Catamaran Bold" panose="00000800000000000000" pitchFamily="2" charset="0"/>
                </a:rPr>
                <a:t>01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F79439C-EAD1-9957-7FED-9CBDD418DE7D}"/>
              </a:ext>
            </a:extLst>
          </p:cNvPr>
          <p:cNvGrpSpPr/>
          <p:nvPr/>
        </p:nvGrpSpPr>
        <p:grpSpPr>
          <a:xfrm>
            <a:off x="6526993" y="3181477"/>
            <a:ext cx="5076986" cy="1067343"/>
            <a:chOff x="7028699" y="4379098"/>
            <a:chExt cx="5076986" cy="1067343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BE76C22-4E65-FACC-D31C-39D3B9E9B546}"/>
                </a:ext>
              </a:extLst>
            </p:cNvPr>
            <p:cNvSpPr txBox="1"/>
            <p:nvPr/>
          </p:nvSpPr>
          <p:spPr>
            <a:xfrm>
              <a:off x="7637540" y="4379098"/>
              <a:ext cx="4468145" cy="1067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/>
                <a:t>How often do Canadians experience emotional effects from online activity (anxiety, envy, stress)?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DF55075-76A2-FEA0-641E-1E473D8F0FC3}"/>
                </a:ext>
              </a:extLst>
            </p:cNvPr>
            <p:cNvSpPr/>
            <p:nvPr/>
          </p:nvSpPr>
          <p:spPr>
            <a:xfrm>
              <a:off x="7028699" y="4477401"/>
              <a:ext cx="496202" cy="4962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78BABF5-0728-5B14-A31B-AB169E0715BA}"/>
                </a:ext>
              </a:extLst>
            </p:cNvPr>
            <p:cNvSpPr txBox="1"/>
            <p:nvPr/>
          </p:nvSpPr>
          <p:spPr>
            <a:xfrm>
              <a:off x="7053548" y="4587003"/>
              <a:ext cx="44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  <a:cs typeface="Catamaran Bold" panose="00000800000000000000" pitchFamily="2" charset="0"/>
                </a:rPr>
                <a:t>02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E91BF2-A93C-D2FD-9C49-D3799CA9C7C9}"/>
              </a:ext>
            </a:extLst>
          </p:cNvPr>
          <p:cNvGrpSpPr/>
          <p:nvPr/>
        </p:nvGrpSpPr>
        <p:grpSpPr>
          <a:xfrm>
            <a:off x="6726345" y="4952170"/>
            <a:ext cx="4893818" cy="796201"/>
            <a:chOff x="6918369" y="5397232"/>
            <a:chExt cx="4893818" cy="796201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D3CA250-41BC-A459-FAB1-82C35CF56421}"/>
                </a:ext>
              </a:extLst>
            </p:cNvPr>
            <p:cNvSpPr txBox="1"/>
            <p:nvPr/>
          </p:nvSpPr>
          <p:spPr>
            <a:xfrm>
              <a:off x="7543394" y="5458488"/>
              <a:ext cx="4268793" cy="734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/>
                <a:t>Are Canadians aware of AI technologies in their digital environments?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F748FB4-12A8-34D9-96CA-B91F1F53677C}"/>
                </a:ext>
              </a:extLst>
            </p:cNvPr>
            <p:cNvSpPr/>
            <p:nvPr/>
          </p:nvSpPr>
          <p:spPr>
            <a:xfrm>
              <a:off x="6918369" y="5397232"/>
              <a:ext cx="496202" cy="49620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84C3704-6B45-9F3A-B4E8-562D2E9F25F1}"/>
                </a:ext>
              </a:extLst>
            </p:cNvPr>
            <p:cNvSpPr txBox="1"/>
            <p:nvPr/>
          </p:nvSpPr>
          <p:spPr>
            <a:xfrm>
              <a:off x="6943218" y="5506834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j-lt"/>
                  <a:cs typeface="Catamaran Bold" panose="00000800000000000000" pitchFamily="2" charset="0"/>
                </a:rPr>
                <a:t>04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0BC46321-CED5-F21A-49FC-92829BA70EFB}"/>
              </a:ext>
            </a:extLst>
          </p:cNvPr>
          <p:cNvSpPr txBox="1"/>
          <p:nvPr/>
        </p:nvSpPr>
        <p:spPr>
          <a:xfrm>
            <a:off x="5879303" y="418579"/>
            <a:ext cx="5740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Nexa Light" panose="02000000000000000000" pitchFamily="50" charset="0"/>
              </a:rPr>
              <a:t>Problem Statement/</a:t>
            </a:r>
          </a:p>
          <a:p>
            <a:r>
              <a:rPr lang="id-ID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Research Questions</a:t>
            </a:r>
            <a:endParaRPr lang="en-GB" sz="4000" dirty="0">
              <a:solidFill>
                <a:schemeClr val="accent1"/>
              </a:solidFill>
              <a:latin typeface="Nexa Bold" panose="02000000000000000000" pitchFamily="50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735881-4B9C-AED3-7C3E-786B433B963A}"/>
              </a:ext>
            </a:extLst>
          </p:cNvPr>
          <p:cNvSpPr txBox="1"/>
          <p:nvPr/>
        </p:nvSpPr>
        <p:spPr>
          <a:xfrm>
            <a:off x="5939680" y="1742018"/>
            <a:ext cx="4592708" cy="29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Questions We Answered: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BB60D0-5CD9-01A2-E05A-658AB2CC930F}"/>
              </a:ext>
            </a:extLst>
          </p:cNvPr>
          <p:cNvGrpSpPr/>
          <p:nvPr/>
        </p:nvGrpSpPr>
        <p:grpSpPr>
          <a:xfrm>
            <a:off x="6799173" y="4120579"/>
            <a:ext cx="4974738" cy="804293"/>
            <a:chOff x="6918369" y="5397232"/>
            <a:chExt cx="4974738" cy="8042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67E21D-652B-E221-FD80-48374FDCF160}"/>
                </a:ext>
              </a:extLst>
            </p:cNvPr>
            <p:cNvSpPr txBox="1"/>
            <p:nvPr/>
          </p:nvSpPr>
          <p:spPr>
            <a:xfrm>
              <a:off x="7494841" y="5466580"/>
              <a:ext cx="4398266" cy="734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/>
                <a:t>Which groups experience relationship or life interference due to online media?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1979C83-10D2-D860-76CC-C6AA3AFB0BFC}"/>
                </a:ext>
              </a:extLst>
            </p:cNvPr>
            <p:cNvSpPr/>
            <p:nvPr/>
          </p:nvSpPr>
          <p:spPr>
            <a:xfrm>
              <a:off x="6918369" y="5397232"/>
              <a:ext cx="496202" cy="4962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DC9EEC-DB46-24A5-2D92-CDED62FCB78E}"/>
                </a:ext>
              </a:extLst>
            </p:cNvPr>
            <p:cNvSpPr txBox="1"/>
            <p:nvPr/>
          </p:nvSpPr>
          <p:spPr>
            <a:xfrm>
              <a:off x="6943218" y="5506834"/>
              <a:ext cx="44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  <a:cs typeface="Catamaran Bold" panose="00000800000000000000" pitchFamily="2" charset="0"/>
                </a:rPr>
                <a:t>03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82B1DF5-3274-8F99-0C50-59797A6F517C}"/>
              </a:ext>
            </a:extLst>
          </p:cNvPr>
          <p:cNvGrpSpPr/>
          <p:nvPr/>
        </p:nvGrpSpPr>
        <p:grpSpPr>
          <a:xfrm>
            <a:off x="6466051" y="5794281"/>
            <a:ext cx="5332136" cy="812386"/>
            <a:chOff x="6918369" y="5397232"/>
            <a:chExt cx="5332136" cy="812386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9624AB1-AB42-D5CF-265F-77C5308B59B8}"/>
                </a:ext>
              </a:extLst>
            </p:cNvPr>
            <p:cNvSpPr txBox="1"/>
            <p:nvPr/>
          </p:nvSpPr>
          <p:spPr>
            <a:xfrm>
              <a:off x="7446289" y="5474673"/>
              <a:ext cx="4804216" cy="734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/>
                <a:t>What digital behavior patterns might connect to emotional strain?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00CDCFB-EDA2-1237-E000-B00231CF1935}"/>
                </a:ext>
              </a:extLst>
            </p:cNvPr>
            <p:cNvSpPr/>
            <p:nvPr/>
          </p:nvSpPr>
          <p:spPr>
            <a:xfrm>
              <a:off x="6918369" y="5397232"/>
              <a:ext cx="496202" cy="496202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B69F44D-DAE7-12DD-F977-2CE3C1819BD8}"/>
                </a:ext>
              </a:extLst>
            </p:cNvPr>
            <p:cNvSpPr txBox="1"/>
            <p:nvPr/>
          </p:nvSpPr>
          <p:spPr>
            <a:xfrm>
              <a:off x="6943218" y="5506834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j-lt"/>
                  <a:cs typeface="Catamaran Bold" panose="00000800000000000000" pitchFamily="2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46008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188AB3-D6D2-4423-8F55-B3B240CF0DE9}"/>
              </a:ext>
            </a:extLst>
          </p:cNvPr>
          <p:cNvSpPr/>
          <p:nvPr/>
        </p:nvSpPr>
        <p:spPr>
          <a:xfrm>
            <a:off x="1209675" y="1733550"/>
            <a:ext cx="9239250" cy="4114800"/>
          </a:xfrm>
          <a:prstGeom prst="roundRect">
            <a:avLst>
              <a:gd name="adj" fmla="val 2779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F9AC3AD-FB58-6CEE-4D2A-B0758F5B83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9337" t="-187973" r="-10465" b="-193676"/>
          <a:stretch>
            <a:fillRect/>
          </a:stretch>
        </p:blipFill>
        <p:spPr>
          <a:xfrm>
            <a:off x="542973" y="1459321"/>
            <a:ext cx="5593311" cy="2923532"/>
          </a:xfr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9D8D020-5295-49DB-B7A8-5E64D2000E42}"/>
              </a:ext>
            </a:extLst>
          </p:cNvPr>
          <p:cNvGrpSpPr/>
          <p:nvPr/>
        </p:nvGrpSpPr>
        <p:grpSpPr>
          <a:xfrm>
            <a:off x="756839" y="4106945"/>
            <a:ext cx="4336620" cy="1556975"/>
            <a:chOff x="6544458" y="2542780"/>
            <a:chExt cx="4336620" cy="155697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F0769DD-B2F2-45DB-8E46-51A29AD66469}"/>
                </a:ext>
              </a:extLst>
            </p:cNvPr>
            <p:cNvSpPr/>
            <p:nvPr/>
          </p:nvSpPr>
          <p:spPr>
            <a:xfrm>
              <a:off x="6544458" y="2542780"/>
              <a:ext cx="4336620" cy="1556975"/>
            </a:xfrm>
            <a:prstGeom prst="roundRect">
              <a:avLst>
                <a:gd name="adj" fmla="val 436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563B9A13-C234-414E-BFB7-50FDAE600C2D}"/>
                </a:ext>
              </a:extLst>
            </p:cNvPr>
            <p:cNvSpPr txBox="1">
              <a:spLocks/>
            </p:cNvSpPr>
            <p:nvPr/>
          </p:nvSpPr>
          <p:spPr>
            <a:xfrm>
              <a:off x="6687074" y="2627773"/>
              <a:ext cx="3904140" cy="64152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3200" dirty="0">
                  <a:solidFill>
                    <a:schemeClr val="bg1"/>
                  </a:solidFill>
                  <a:latin typeface="Nexa Bold" panose="02000000000000000000" pitchFamily="50" charset="0"/>
                </a:rPr>
                <a:t>Dataset: Canadian Internet Use Survey (CIUS) </a:t>
              </a:r>
              <a:r>
                <a:rPr lang="en-US" sz="2000" dirty="0">
                  <a:solidFill>
                    <a:schemeClr val="bg1"/>
                  </a:solidFill>
                  <a:latin typeface="Nexa Bold" panose="02000000000000000000" pitchFamily="50" charset="0"/>
                </a:rPr>
                <a:t>(Government of Canada)</a:t>
              </a:r>
              <a:endParaRPr lang="id-ID" sz="2000" dirty="0">
                <a:solidFill>
                  <a:schemeClr val="bg1"/>
                </a:solidFill>
                <a:latin typeface="Nexa Light" panose="02000000000000000000" pitchFamily="50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4567325-5EA3-470D-943F-F9F6EFC6FCA5}"/>
              </a:ext>
            </a:extLst>
          </p:cNvPr>
          <p:cNvSpPr/>
          <p:nvPr/>
        </p:nvSpPr>
        <p:spPr>
          <a:xfrm>
            <a:off x="6958414" y="2284578"/>
            <a:ext cx="2899538" cy="2396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Segoe UI Light" panose="020B0502040204020203" pitchFamily="34" charset="0"/>
              </a:rPr>
              <a:t>Age, province, household type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Segoe UI Light" panose="020B0502040204020203" pitchFamily="34" charset="0"/>
              </a:rPr>
              <a:t>Social media use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Segoe UI Light" panose="020B0502040204020203" pitchFamily="34" charset="0"/>
              </a:rPr>
              <a:t>Online emotional impact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Segoe UI Light" panose="020B0502040204020203" pitchFamily="34" charset="0"/>
              </a:rPr>
              <a:t>Relationship interference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Segoe UI Light" panose="020B0502040204020203" pitchFamily="34" charset="0"/>
              </a:rPr>
              <a:t>Online contact frequency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Segoe UI Light" panose="020B0502040204020203" pitchFamily="34" charset="0"/>
              </a:rPr>
              <a:t>Digital activity patterns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EAE952-C485-4DC5-A14B-631E28FF8CB1}"/>
              </a:ext>
            </a:extLst>
          </p:cNvPr>
          <p:cNvGrpSpPr/>
          <p:nvPr/>
        </p:nvGrpSpPr>
        <p:grpSpPr>
          <a:xfrm>
            <a:off x="6362702" y="1871882"/>
            <a:ext cx="3853014" cy="496468"/>
            <a:chOff x="1644604" y="1952802"/>
            <a:chExt cx="3853014" cy="496468"/>
          </a:xfrm>
        </p:grpSpPr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D45316F4-83CE-412A-99E3-28733AF0A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518" y="1952802"/>
              <a:ext cx="3268100" cy="412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88900">
                <a:defRPr/>
              </a:pPr>
              <a:r>
                <a:rPr lang="en-US" sz="2800" dirty="0">
                  <a:solidFill>
                    <a:schemeClr val="accent1"/>
                  </a:solidFill>
                  <a:latin typeface="Nexa Bold" panose="02000000000000000000"/>
                  <a:ea typeface="ＭＳ Ｐゴシック" charset="0"/>
                  <a:cs typeface="Segoe UI Light" panose="020B0502040204020203" pitchFamily="34" charset="0"/>
                  <a:sym typeface="Source Sans Pro Bold" charset="0"/>
                </a:rPr>
                <a:t>Includes variables for:</a:t>
              </a:r>
            </a:p>
          </p:txBody>
        </p:sp>
        <p:sp>
          <p:nvSpPr>
            <p:cNvPr id="19" name="AutoShape 117">
              <a:extLst>
                <a:ext uri="{FF2B5EF4-FFF2-40B4-BE49-F238E27FC236}">
                  <a16:creationId xmlns:a16="http://schemas.microsoft.com/office/drawing/2014/main" id="{E9BC1565-4338-4483-AEDF-C7C6F485E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04" y="2100814"/>
              <a:ext cx="464344" cy="348456"/>
            </a:xfrm>
            <a:custGeom>
              <a:avLst/>
              <a:gdLst>
                <a:gd name="T0" fmla="+- 0 10799 1"/>
                <a:gd name="T1" fmla="*/ T0 w 21596"/>
                <a:gd name="T2" fmla="*/ 10800 h 21600"/>
                <a:gd name="T3" fmla="+- 0 10799 1"/>
                <a:gd name="T4" fmla="*/ T3 w 21596"/>
                <a:gd name="T5" fmla="*/ 10800 h 21600"/>
                <a:gd name="T6" fmla="+- 0 10799 1"/>
                <a:gd name="T7" fmla="*/ T6 w 21596"/>
                <a:gd name="T8" fmla="*/ 10800 h 21600"/>
                <a:gd name="T9" fmla="+- 0 10799 1"/>
                <a:gd name="T10" fmla="*/ T9 w 215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96" h="21600">
                  <a:moveTo>
                    <a:pt x="4511" y="2151"/>
                  </a:moveTo>
                  <a:lnTo>
                    <a:pt x="6064" y="3877"/>
                  </a:lnTo>
                  <a:lnTo>
                    <a:pt x="4246" y="6302"/>
                  </a:lnTo>
                  <a:lnTo>
                    <a:pt x="1353" y="6302"/>
                  </a:lnTo>
                  <a:cubicBezTo>
                    <a:pt x="1353" y="6302"/>
                    <a:pt x="4511" y="2151"/>
                    <a:pt x="4511" y="2151"/>
                  </a:cubicBezTo>
                  <a:close/>
                  <a:moveTo>
                    <a:pt x="17348" y="6302"/>
                  </a:moveTo>
                  <a:lnTo>
                    <a:pt x="15531" y="3877"/>
                  </a:lnTo>
                  <a:lnTo>
                    <a:pt x="17082" y="2153"/>
                  </a:lnTo>
                  <a:lnTo>
                    <a:pt x="20191" y="6302"/>
                  </a:lnTo>
                  <a:cubicBezTo>
                    <a:pt x="20191" y="6302"/>
                    <a:pt x="17348" y="6302"/>
                    <a:pt x="17348" y="6302"/>
                  </a:cubicBezTo>
                  <a:close/>
                  <a:moveTo>
                    <a:pt x="17264" y="7202"/>
                  </a:moveTo>
                  <a:lnTo>
                    <a:pt x="19663" y="7202"/>
                  </a:lnTo>
                  <a:lnTo>
                    <a:pt x="13021" y="16638"/>
                  </a:lnTo>
                  <a:cubicBezTo>
                    <a:pt x="13021" y="16638"/>
                    <a:pt x="17264" y="7202"/>
                    <a:pt x="17264" y="7202"/>
                  </a:cubicBezTo>
                  <a:close/>
                  <a:moveTo>
                    <a:pt x="8574" y="16637"/>
                  </a:moveTo>
                  <a:lnTo>
                    <a:pt x="1933" y="7202"/>
                  </a:lnTo>
                  <a:lnTo>
                    <a:pt x="4330" y="7202"/>
                  </a:lnTo>
                  <a:cubicBezTo>
                    <a:pt x="4330" y="7202"/>
                    <a:pt x="8574" y="16637"/>
                    <a:pt x="8574" y="16637"/>
                  </a:cubicBezTo>
                  <a:close/>
                  <a:moveTo>
                    <a:pt x="8429" y="7202"/>
                  </a:moveTo>
                  <a:lnTo>
                    <a:pt x="10084" y="18249"/>
                  </a:lnTo>
                  <a:lnTo>
                    <a:pt x="5117" y="7202"/>
                  </a:lnTo>
                  <a:cubicBezTo>
                    <a:pt x="5117" y="7202"/>
                    <a:pt x="8429" y="7202"/>
                    <a:pt x="8429" y="7202"/>
                  </a:cubicBezTo>
                  <a:close/>
                  <a:moveTo>
                    <a:pt x="6584" y="4456"/>
                  </a:moveTo>
                  <a:lnTo>
                    <a:pt x="8246" y="6302"/>
                  </a:lnTo>
                  <a:lnTo>
                    <a:pt x="5200" y="6302"/>
                  </a:lnTo>
                  <a:cubicBezTo>
                    <a:pt x="5200" y="6302"/>
                    <a:pt x="6584" y="4456"/>
                    <a:pt x="6584" y="4456"/>
                  </a:cubicBezTo>
                  <a:close/>
                  <a:moveTo>
                    <a:pt x="6543" y="3238"/>
                  </a:moveTo>
                  <a:lnTo>
                    <a:pt x="5250" y="1800"/>
                  </a:lnTo>
                  <a:lnTo>
                    <a:pt x="7621" y="1800"/>
                  </a:lnTo>
                  <a:cubicBezTo>
                    <a:pt x="7621" y="1800"/>
                    <a:pt x="6543" y="3238"/>
                    <a:pt x="6543" y="3238"/>
                  </a:cubicBezTo>
                  <a:close/>
                  <a:moveTo>
                    <a:pt x="10797" y="3466"/>
                  </a:moveTo>
                  <a:lnTo>
                    <a:pt x="9299" y="1800"/>
                  </a:lnTo>
                  <a:lnTo>
                    <a:pt x="12296" y="1800"/>
                  </a:lnTo>
                  <a:cubicBezTo>
                    <a:pt x="12296" y="1800"/>
                    <a:pt x="10797" y="3466"/>
                    <a:pt x="10797" y="3466"/>
                  </a:cubicBezTo>
                  <a:close/>
                  <a:moveTo>
                    <a:pt x="13974" y="1800"/>
                  </a:moveTo>
                  <a:lnTo>
                    <a:pt x="16345" y="1800"/>
                  </a:lnTo>
                  <a:lnTo>
                    <a:pt x="15052" y="3238"/>
                  </a:lnTo>
                  <a:cubicBezTo>
                    <a:pt x="15052" y="3238"/>
                    <a:pt x="13974" y="1800"/>
                    <a:pt x="13974" y="1800"/>
                  </a:cubicBezTo>
                  <a:close/>
                  <a:moveTo>
                    <a:pt x="13349" y="6302"/>
                  </a:moveTo>
                  <a:lnTo>
                    <a:pt x="15011" y="4456"/>
                  </a:lnTo>
                  <a:lnTo>
                    <a:pt x="16394" y="6302"/>
                  </a:lnTo>
                  <a:cubicBezTo>
                    <a:pt x="16394" y="6302"/>
                    <a:pt x="13349" y="6302"/>
                    <a:pt x="13349" y="6302"/>
                  </a:cubicBezTo>
                  <a:close/>
                  <a:moveTo>
                    <a:pt x="13166" y="7202"/>
                  </a:moveTo>
                  <a:lnTo>
                    <a:pt x="16478" y="7202"/>
                  </a:lnTo>
                  <a:lnTo>
                    <a:pt x="11511" y="18249"/>
                  </a:lnTo>
                  <a:cubicBezTo>
                    <a:pt x="11511" y="18249"/>
                    <a:pt x="13166" y="7202"/>
                    <a:pt x="13166" y="7202"/>
                  </a:cubicBezTo>
                  <a:close/>
                  <a:moveTo>
                    <a:pt x="12478" y="7202"/>
                  </a:moveTo>
                  <a:lnTo>
                    <a:pt x="10797" y="18414"/>
                  </a:lnTo>
                  <a:lnTo>
                    <a:pt x="9117" y="7202"/>
                  </a:lnTo>
                  <a:cubicBezTo>
                    <a:pt x="9117" y="7202"/>
                    <a:pt x="12478" y="7202"/>
                    <a:pt x="12478" y="7202"/>
                  </a:cubicBezTo>
                  <a:close/>
                  <a:moveTo>
                    <a:pt x="8773" y="5716"/>
                  </a:moveTo>
                  <a:lnTo>
                    <a:pt x="7064" y="3817"/>
                  </a:lnTo>
                  <a:lnTo>
                    <a:pt x="8426" y="2000"/>
                  </a:lnTo>
                  <a:lnTo>
                    <a:pt x="10270" y="4051"/>
                  </a:lnTo>
                  <a:cubicBezTo>
                    <a:pt x="10270" y="4051"/>
                    <a:pt x="8773" y="5716"/>
                    <a:pt x="8773" y="5716"/>
                  </a:cubicBezTo>
                  <a:close/>
                  <a:moveTo>
                    <a:pt x="11325" y="4051"/>
                  </a:moveTo>
                  <a:lnTo>
                    <a:pt x="13169" y="2000"/>
                  </a:lnTo>
                  <a:lnTo>
                    <a:pt x="14531" y="3817"/>
                  </a:lnTo>
                  <a:lnTo>
                    <a:pt x="12822" y="5716"/>
                  </a:lnTo>
                  <a:cubicBezTo>
                    <a:pt x="12822" y="5716"/>
                    <a:pt x="11325" y="4051"/>
                    <a:pt x="11325" y="4051"/>
                  </a:cubicBezTo>
                  <a:close/>
                  <a:moveTo>
                    <a:pt x="12296" y="6302"/>
                  </a:moveTo>
                  <a:lnTo>
                    <a:pt x="9299" y="6302"/>
                  </a:lnTo>
                  <a:lnTo>
                    <a:pt x="10797" y="4638"/>
                  </a:lnTo>
                  <a:cubicBezTo>
                    <a:pt x="10797" y="4638"/>
                    <a:pt x="12296" y="6302"/>
                    <a:pt x="12296" y="6302"/>
                  </a:cubicBezTo>
                  <a:close/>
                  <a:moveTo>
                    <a:pt x="21200" y="5102"/>
                  </a:moveTo>
                  <a:lnTo>
                    <a:pt x="17771" y="527"/>
                  </a:lnTo>
                  <a:cubicBezTo>
                    <a:pt x="17518" y="189"/>
                    <a:pt x="17176" y="0"/>
                    <a:pt x="16817" y="0"/>
                  </a:cubicBezTo>
                  <a:lnTo>
                    <a:pt x="4779" y="0"/>
                  </a:lnTo>
                  <a:cubicBezTo>
                    <a:pt x="4420" y="0"/>
                    <a:pt x="4077" y="189"/>
                    <a:pt x="3824" y="527"/>
                  </a:cubicBezTo>
                  <a:lnTo>
                    <a:pt x="395" y="5102"/>
                  </a:lnTo>
                  <a:cubicBezTo>
                    <a:pt x="131" y="5455"/>
                    <a:pt x="-1" y="5921"/>
                    <a:pt x="-1" y="6387"/>
                  </a:cubicBezTo>
                  <a:cubicBezTo>
                    <a:pt x="1" y="6810"/>
                    <a:pt x="114" y="7233"/>
                    <a:pt x="341" y="7573"/>
                  </a:cubicBezTo>
                  <a:lnTo>
                    <a:pt x="9788" y="20995"/>
                  </a:lnTo>
                  <a:cubicBezTo>
                    <a:pt x="10045" y="21379"/>
                    <a:pt x="10412" y="21599"/>
                    <a:pt x="10797" y="21599"/>
                  </a:cubicBezTo>
                  <a:cubicBezTo>
                    <a:pt x="11183" y="21599"/>
                    <a:pt x="11550" y="21379"/>
                    <a:pt x="11807" y="20995"/>
                  </a:cubicBezTo>
                  <a:lnTo>
                    <a:pt x="21255" y="7573"/>
                  </a:lnTo>
                  <a:cubicBezTo>
                    <a:pt x="21485" y="7226"/>
                    <a:pt x="21598" y="6791"/>
                    <a:pt x="21595" y="6359"/>
                  </a:cubicBezTo>
                  <a:cubicBezTo>
                    <a:pt x="21593" y="5902"/>
                    <a:pt x="21459" y="5449"/>
                    <a:pt x="21200" y="510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4ABC0C-9E1A-4042-8DF2-A7F31C5CF8A9}"/>
              </a:ext>
            </a:extLst>
          </p:cNvPr>
          <p:cNvGrpSpPr/>
          <p:nvPr/>
        </p:nvGrpSpPr>
        <p:grpSpPr>
          <a:xfrm>
            <a:off x="6332221" y="4433428"/>
            <a:ext cx="3456989" cy="1315717"/>
            <a:chOff x="1614123" y="4514348"/>
            <a:chExt cx="3456989" cy="1315717"/>
          </a:xfrm>
        </p:grpSpPr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97807EAF-0B80-4B34-BEC4-56CD5DDF7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574" y="4514348"/>
              <a:ext cx="2232140" cy="322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88900">
                <a:defRPr/>
              </a:pPr>
              <a:endParaRPr lang="en-US" sz="1600" dirty="0">
                <a:solidFill>
                  <a:schemeClr val="accent1"/>
                </a:solidFill>
                <a:latin typeface="Nexa Light" panose="02000000000000000000" pitchFamily="50" charset="0"/>
                <a:ea typeface="ＭＳ Ｐゴシック" charset="0"/>
                <a:cs typeface="Segoe UI Light" panose="020B0502040204020203" pitchFamily="34" charset="0"/>
                <a:sym typeface="Source Sans Pro Bold" charset="0"/>
              </a:endParaRPr>
            </a:p>
            <a:p>
              <a:pPr marL="88900">
                <a:defRPr/>
              </a:pPr>
              <a:endParaRPr lang="en-US" sz="2400" dirty="0">
                <a:solidFill>
                  <a:schemeClr val="accent1"/>
                </a:solidFill>
                <a:latin typeface="Nexa Bold" panose="02000000000000000000"/>
                <a:ea typeface="ＭＳ Ｐゴシック" charset="0"/>
                <a:cs typeface="Segoe UI Light" panose="020B0502040204020203" pitchFamily="34" charset="0"/>
                <a:sym typeface="Source Sans Pro Bold" charset="0"/>
              </a:endParaRPr>
            </a:p>
            <a:p>
              <a:pPr marL="88900">
                <a:defRPr/>
              </a:pPr>
              <a:r>
                <a:rPr lang="en-US" sz="2400" dirty="0">
                  <a:solidFill>
                    <a:schemeClr val="accent1"/>
                  </a:solidFill>
                  <a:latin typeface="Nexa Bold" panose="02000000000000000000"/>
                  <a:ea typeface="ＭＳ Ｐゴシック" charset="0"/>
                  <a:cs typeface="Segoe UI Light" panose="020B0502040204020203" pitchFamily="34" charset="0"/>
                  <a:sym typeface="Source Sans Pro Bold" charset="0"/>
                </a:rPr>
                <a:t>Tools Used: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F04301A-EC19-46E8-B2E3-7B7873303168}"/>
                </a:ext>
              </a:extLst>
            </p:cNvPr>
            <p:cNvSpPr/>
            <p:nvPr/>
          </p:nvSpPr>
          <p:spPr>
            <a:xfrm>
              <a:off x="2171574" y="4836588"/>
              <a:ext cx="2899538" cy="9934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sz="1400" dirty="0">
                <a:latin typeface="+mj-lt"/>
                <a:cs typeface="Segoe UI Light" panose="020B0502040204020203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dirty="0">
                  <a:cs typeface="Segoe UI Light" panose="020B0502040204020203" pitchFamily="34" charset="0"/>
                </a:rPr>
                <a:t>Python (EDA), Tableau (Dashboards)</a:t>
              </a: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4FC422BD-2FAD-4C25-AE06-5221361CCB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4123" y="4592854"/>
              <a:ext cx="399416" cy="289100"/>
            </a:xfrm>
            <a:custGeom>
              <a:avLst/>
              <a:gdLst>
                <a:gd name="T0" fmla="*/ 195 w 210"/>
                <a:gd name="T1" fmla="*/ 73 h 152"/>
                <a:gd name="T2" fmla="*/ 197 w 210"/>
                <a:gd name="T3" fmla="*/ 72 h 152"/>
                <a:gd name="T4" fmla="*/ 71 w 210"/>
                <a:gd name="T5" fmla="*/ 0 h 152"/>
                <a:gd name="T6" fmla="*/ 16 w 210"/>
                <a:gd name="T7" fmla="*/ 24 h 152"/>
                <a:gd name="T8" fmla="*/ 16 w 210"/>
                <a:gd name="T9" fmla="*/ 24 h 152"/>
                <a:gd name="T10" fmla="*/ 0 w 210"/>
                <a:gd name="T11" fmla="*/ 60 h 152"/>
                <a:gd name="T12" fmla="*/ 140 w 210"/>
                <a:gd name="T13" fmla="*/ 152 h 152"/>
                <a:gd name="T14" fmla="*/ 210 w 210"/>
                <a:gd name="T15" fmla="*/ 95 h 152"/>
                <a:gd name="T16" fmla="*/ 195 w 210"/>
                <a:gd name="T17" fmla="*/ 73 h 152"/>
                <a:gd name="T18" fmla="*/ 70 w 210"/>
                <a:gd name="T19" fmla="*/ 8 h 152"/>
                <a:gd name="T20" fmla="*/ 183 w 210"/>
                <a:gd name="T21" fmla="*/ 72 h 152"/>
                <a:gd name="T22" fmla="*/ 147 w 210"/>
                <a:gd name="T23" fmla="*/ 96 h 152"/>
                <a:gd name="T24" fmla="*/ 31 w 210"/>
                <a:gd name="T25" fmla="*/ 24 h 152"/>
                <a:gd name="T26" fmla="*/ 70 w 210"/>
                <a:gd name="T27" fmla="*/ 8 h 152"/>
                <a:gd name="T28" fmla="*/ 10 w 210"/>
                <a:gd name="T29" fmla="*/ 57 h 152"/>
                <a:gd name="T30" fmla="*/ 22 w 210"/>
                <a:gd name="T31" fmla="*/ 28 h 152"/>
                <a:gd name="T32" fmla="*/ 144 w 210"/>
                <a:gd name="T33" fmla="*/ 103 h 152"/>
                <a:gd name="T34" fmla="*/ 140 w 210"/>
                <a:gd name="T35" fmla="*/ 144 h 152"/>
                <a:gd name="T36" fmla="*/ 10 w 210"/>
                <a:gd name="T37" fmla="*/ 57 h 152"/>
                <a:gd name="T38" fmla="*/ 151 w 210"/>
                <a:gd name="T39" fmla="*/ 103 h 152"/>
                <a:gd name="T40" fmla="*/ 188 w 210"/>
                <a:gd name="T41" fmla="*/ 76 h 152"/>
                <a:gd name="T42" fmla="*/ 200 w 210"/>
                <a:gd name="T43" fmla="*/ 95 h 152"/>
                <a:gd name="T44" fmla="*/ 147 w 210"/>
                <a:gd name="T45" fmla="*/ 137 h 152"/>
                <a:gd name="T46" fmla="*/ 151 w 210"/>
                <a:gd name="T47" fmla="*/ 10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0" h="152">
                  <a:moveTo>
                    <a:pt x="195" y="73"/>
                  </a:moveTo>
                  <a:lnTo>
                    <a:pt x="197" y="72"/>
                  </a:lnTo>
                  <a:lnTo>
                    <a:pt x="71" y="0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0" y="60"/>
                  </a:lnTo>
                  <a:lnTo>
                    <a:pt x="140" y="152"/>
                  </a:lnTo>
                  <a:lnTo>
                    <a:pt x="210" y="95"/>
                  </a:lnTo>
                  <a:lnTo>
                    <a:pt x="195" y="73"/>
                  </a:lnTo>
                  <a:close/>
                  <a:moveTo>
                    <a:pt x="70" y="8"/>
                  </a:moveTo>
                  <a:lnTo>
                    <a:pt x="183" y="72"/>
                  </a:lnTo>
                  <a:lnTo>
                    <a:pt x="147" y="96"/>
                  </a:lnTo>
                  <a:lnTo>
                    <a:pt x="31" y="24"/>
                  </a:lnTo>
                  <a:lnTo>
                    <a:pt x="70" y="8"/>
                  </a:lnTo>
                  <a:close/>
                  <a:moveTo>
                    <a:pt x="10" y="57"/>
                  </a:moveTo>
                  <a:lnTo>
                    <a:pt x="22" y="28"/>
                  </a:lnTo>
                  <a:lnTo>
                    <a:pt x="144" y="103"/>
                  </a:lnTo>
                  <a:lnTo>
                    <a:pt x="140" y="144"/>
                  </a:lnTo>
                  <a:lnTo>
                    <a:pt x="10" y="57"/>
                  </a:lnTo>
                  <a:close/>
                  <a:moveTo>
                    <a:pt x="151" y="103"/>
                  </a:moveTo>
                  <a:lnTo>
                    <a:pt x="188" y="76"/>
                  </a:lnTo>
                  <a:lnTo>
                    <a:pt x="200" y="95"/>
                  </a:lnTo>
                  <a:lnTo>
                    <a:pt x="147" y="137"/>
                  </a:lnTo>
                  <a:lnTo>
                    <a:pt x="151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65692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F7125C-C82D-4CD5-9475-239A5EFB86E0}"/>
              </a:ext>
            </a:extLst>
          </p:cNvPr>
          <p:cNvSpPr/>
          <p:nvPr/>
        </p:nvSpPr>
        <p:spPr>
          <a:xfrm>
            <a:off x="579156" y="1325911"/>
            <a:ext cx="10962968" cy="4902892"/>
          </a:xfrm>
          <a:prstGeom prst="roundRect">
            <a:avLst>
              <a:gd name="adj" fmla="val 941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BD51B6-876E-4ADA-A783-F011DF75751F}"/>
              </a:ext>
            </a:extLst>
          </p:cNvPr>
          <p:cNvSpPr txBox="1"/>
          <p:nvPr/>
        </p:nvSpPr>
        <p:spPr>
          <a:xfrm>
            <a:off x="3566300" y="1505082"/>
            <a:ext cx="24236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02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DC0547-0B05-4219-B13D-F8F016C57B04}"/>
              </a:ext>
            </a:extLst>
          </p:cNvPr>
          <p:cNvSpPr txBox="1"/>
          <p:nvPr/>
        </p:nvSpPr>
        <p:spPr>
          <a:xfrm>
            <a:off x="6189918" y="1505082"/>
            <a:ext cx="245939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03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CA8597-87A7-4339-A396-4C91875C91C7}"/>
              </a:ext>
            </a:extLst>
          </p:cNvPr>
          <p:cNvSpPr txBox="1"/>
          <p:nvPr/>
        </p:nvSpPr>
        <p:spPr>
          <a:xfrm>
            <a:off x="8847597" y="1505082"/>
            <a:ext cx="243848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04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667EC5-733E-4ADF-8022-8924FBC88EF9}"/>
              </a:ext>
            </a:extLst>
          </p:cNvPr>
          <p:cNvSpPr txBox="1"/>
          <p:nvPr/>
        </p:nvSpPr>
        <p:spPr>
          <a:xfrm>
            <a:off x="1225002" y="1505082"/>
            <a:ext cx="188865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01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F64BFF-4D64-4183-933F-D2207E4B4402}"/>
              </a:ext>
            </a:extLst>
          </p:cNvPr>
          <p:cNvSpPr txBox="1"/>
          <p:nvPr/>
        </p:nvSpPr>
        <p:spPr>
          <a:xfrm>
            <a:off x="4600814" y="507155"/>
            <a:ext cx="29903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Methodology</a:t>
            </a:r>
            <a:endParaRPr lang="en-GB" sz="4000" dirty="0">
              <a:solidFill>
                <a:schemeClr val="accent1"/>
              </a:solidFill>
              <a:latin typeface="Nexa Bold" panose="02000000000000000000" pitchFamily="50" charset="0"/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532A656-C6C5-4A28-B9AF-BE7A40C025AD}"/>
              </a:ext>
            </a:extLst>
          </p:cNvPr>
          <p:cNvSpPr/>
          <p:nvPr/>
        </p:nvSpPr>
        <p:spPr>
          <a:xfrm>
            <a:off x="2678065" y="1939444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EB898A3-F378-40A8-86BB-5686D024AA09}"/>
              </a:ext>
            </a:extLst>
          </p:cNvPr>
          <p:cNvSpPr/>
          <p:nvPr/>
        </p:nvSpPr>
        <p:spPr>
          <a:xfrm flipV="1">
            <a:off x="5325294" y="1939444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54FAE6A8-3BFC-41D3-BC1F-9F041F5BB2BC}"/>
              </a:ext>
            </a:extLst>
          </p:cNvPr>
          <p:cNvSpPr/>
          <p:nvPr/>
        </p:nvSpPr>
        <p:spPr>
          <a:xfrm>
            <a:off x="7972522" y="1939444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F07575-F01D-4254-ABE6-BC93E86F1F7C}"/>
              </a:ext>
            </a:extLst>
          </p:cNvPr>
          <p:cNvSpPr txBox="1"/>
          <p:nvPr/>
        </p:nvSpPr>
        <p:spPr>
          <a:xfrm>
            <a:off x="1018662" y="3330029"/>
            <a:ext cx="248301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Data Cleaning &amp; </a:t>
            </a: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Pre-Processing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91C784-D67A-494A-8977-A7F3ECC5D681}"/>
              </a:ext>
            </a:extLst>
          </p:cNvPr>
          <p:cNvSpPr txBox="1"/>
          <p:nvPr/>
        </p:nvSpPr>
        <p:spPr>
          <a:xfrm>
            <a:off x="3633197" y="3364099"/>
            <a:ext cx="2278378" cy="73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Exploratory Data Analysis (EDA)</a:t>
            </a:r>
            <a:endParaRPr 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FF0076-E6C9-496B-A7B1-02E4896F030B}"/>
              </a:ext>
            </a:extLst>
          </p:cNvPr>
          <p:cNvSpPr txBox="1"/>
          <p:nvPr/>
        </p:nvSpPr>
        <p:spPr>
          <a:xfrm>
            <a:off x="6280425" y="3460681"/>
            <a:ext cx="2278378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Feature Engineering</a:t>
            </a:r>
            <a:endParaRPr 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F2EA81-3FF8-4DE3-BCB0-BBA57E41A5BE}"/>
              </a:ext>
            </a:extLst>
          </p:cNvPr>
          <p:cNvSpPr txBox="1"/>
          <p:nvPr/>
        </p:nvSpPr>
        <p:spPr>
          <a:xfrm>
            <a:off x="8927653" y="3460681"/>
            <a:ext cx="2278378" cy="73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Building Visual Dashboards</a:t>
            </a:r>
            <a:endParaRPr 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888CA6-9B82-4D37-B3D2-CD0C0F7AF253}"/>
              </a:ext>
            </a:extLst>
          </p:cNvPr>
          <p:cNvGrpSpPr/>
          <p:nvPr/>
        </p:nvGrpSpPr>
        <p:grpSpPr>
          <a:xfrm>
            <a:off x="1572249" y="1939445"/>
            <a:ext cx="1105816" cy="1105815"/>
            <a:chOff x="1572249" y="3258441"/>
            <a:chExt cx="1105816" cy="110581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FC8DE2F-94F1-4073-BDCC-AC36E856B206}"/>
                </a:ext>
              </a:extLst>
            </p:cNvPr>
            <p:cNvSpPr/>
            <p:nvPr/>
          </p:nvSpPr>
          <p:spPr>
            <a:xfrm>
              <a:off x="1572249" y="3258441"/>
              <a:ext cx="1105816" cy="11058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60400" dist="571500" dir="5400000" sx="62000" sy="62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42">
              <a:extLst>
                <a:ext uri="{FF2B5EF4-FFF2-40B4-BE49-F238E27FC236}">
                  <a16:creationId xmlns:a16="http://schemas.microsoft.com/office/drawing/2014/main" id="{06EA33D1-2469-4A24-B5C5-C5F8EA62F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2417" y="3618610"/>
              <a:ext cx="385480" cy="385476"/>
            </a:xfrm>
            <a:custGeom>
              <a:avLst/>
              <a:gdLst>
                <a:gd name="T0" fmla="*/ 36 w 183"/>
                <a:gd name="T1" fmla="*/ 41 h 183"/>
                <a:gd name="T2" fmla="*/ 30 w 183"/>
                <a:gd name="T3" fmla="*/ 36 h 183"/>
                <a:gd name="T4" fmla="*/ 33 w 183"/>
                <a:gd name="T5" fmla="*/ 90 h 183"/>
                <a:gd name="T6" fmla="*/ 38 w 183"/>
                <a:gd name="T7" fmla="*/ 84 h 183"/>
                <a:gd name="T8" fmla="*/ 36 w 183"/>
                <a:gd name="T9" fmla="*/ 41 h 183"/>
                <a:gd name="T10" fmla="*/ 129 w 183"/>
                <a:gd name="T11" fmla="*/ 107 h 183"/>
                <a:gd name="T12" fmla="*/ 120 w 183"/>
                <a:gd name="T13" fmla="*/ 115 h 183"/>
                <a:gd name="T14" fmla="*/ 103 w 183"/>
                <a:gd name="T15" fmla="*/ 98 h 183"/>
                <a:gd name="T16" fmla="*/ 101 w 183"/>
                <a:gd name="T17" fmla="*/ 22 h 183"/>
                <a:gd name="T18" fmla="*/ 21 w 183"/>
                <a:gd name="T19" fmla="*/ 22 h 183"/>
                <a:gd name="T20" fmla="*/ 21 w 183"/>
                <a:gd name="T21" fmla="*/ 101 h 183"/>
                <a:gd name="T22" fmla="*/ 98 w 183"/>
                <a:gd name="T23" fmla="*/ 104 h 183"/>
                <a:gd name="T24" fmla="*/ 115 w 183"/>
                <a:gd name="T25" fmla="*/ 121 h 183"/>
                <a:gd name="T26" fmla="*/ 106 w 183"/>
                <a:gd name="T27" fmla="*/ 129 h 183"/>
                <a:gd name="T28" fmla="*/ 160 w 183"/>
                <a:gd name="T29" fmla="*/ 183 h 183"/>
                <a:gd name="T30" fmla="*/ 183 w 183"/>
                <a:gd name="T31" fmla="*/ 160 h 183"/>
                <a:gd name="T32" fmla="*/ 129 w 183"/>
                <a:gd name="T33" fmla="*/ 107 h 183"/>
                <a:gd name="T34" fmla="*/ 95 w 183"/>
                <a:gd name="T35" fmla="*/ 95 h 183"/>
                <a:gd name="T36" fmla="*/ 95 w 183"/>
                <a:gd name="T37" fmla="*/ 95 h 183"/>
                <a:gd name="T38" fmla="*/ 27 w 183"/>
                <a:gd name="T39" fmla="*/ 95 h 183"/>
                <a:gd name="T40" fmla="*/ 27 w 183"/>
                <a:gd name="T41" fmla="*/ 27 h 183"/>
                <a:gd name="T42" fmla="*/ 95 w 183"/>
                <a:gd name="T43" fmla="*/ 27 h 183"/>
                <a:gd name="T44" fmla="*/ 95 w 183"/>
                <a:gd name="T45" fmla="*/ 95 h 183"/>
                <a:gd name="T46" fmla="*/ 118 w 183"/>
                <a:gd name="T47" fmla="*/ 129 h 183"/>
                <a:gd name="T48" fmla="*/ 129 w 183"/>
                <a:gd name="T49" fmla="*/ 118 h 183"/>
                <a:gd name="T50" fmla="*/ 171 w 183"/>
                <a:gd name="T51" fmla="*/ 160 h 183"/>
                <a:gd name="T52" fmla="*/ 160 w 183"/>
                <a:gd name="T53" fmla="*/ 172 h 183"/>
                <a:gd name="T54" fmla="*/ 118 w 183"/>
                <a:gd name="T55" fmla="*/ 12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3" h="183">
                  <a:moveTo>
                    <a:pt x="36" y="41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17" y="52"/>
                    <a:pt x="18" y="75"/>
                    <a:pt x="33" y="90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27" y="72"/>
                    <a:pt x="26" y="54"/>
                    <a:pt x="36" y="41"/>
                  </a:cubicBezTo>
                  <a:close/>
                  <a:moveTo>
                    <a:pt x="129" y="107"/>
                  </a:moveTo>
                  <a:cubicBezTo>
                    <a:pt x="120" y="115"/>
                    <a:pt x="120" y="115"/>
                    <a:pt x="120" y="115"/>
                  </a:cubicBezTo>
                  <a:cubicBezTo>
                    <a:pt x="103" y="98"/>
                    <a:pt x="103" y="98"/>
                    <a:pt x="103" y="98"/>
                  </a:cubicBezTo>
                  <a:cubicBezTo>
                    <a:pt x="122" y="76"/>
                    <a:pt x="121" y="43"/>
                    <a:pt x="101" y="22"/>
                  </a:cubicBezTo>
                  <a:cubicBezTo>
                    <a:pt x="79" y="0"/>
                    <a:pt x="43" y="0"/>
                    <a:pt x="21" y="22"/>
                  </a:cubicBezTo>
                  <a:cubicBezTo>
                    <a:pt x="0" y="44"/>
                    <a:pt x="0" y="79"/>
                    <a:pt x="21" y="101"/>
                  </a:cubicBezTo>
                  <a:cubicBezTo>
                    <a:pt x="42" y="122"/>
                    <a:pt x="76" y="123"/>
                    <a:pt x="98" y="104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06" y="129"/>
                    <a:pt x="106" y="129"/>
                    <a:pt x="106" y="129"/>
                  </a:cubicBezTo>
                  <a:cubicBezTo>
                    <a:pt x="160" y="183"/>
                    <a:pt x="160" y="183"/>
                    <a:pt x="160" y="183"/>
                  </a:cubicBezTo>
                  <a:cubicBezTo>
                    <a:pt x="183" y="160"/>
                    <a:pt x="183" y="160"/>
                    <a:pt x="183" y="160"/>
                  </a:cubicBezTo>
                  <a:lnTo>
                    <a:pt x="129" y="107"/>
                  </a:lnTo>
                  <a:close/>
                  <a:moveTo>
                    <a:pt x="95" y="95"/>
                  </a:moveTo>
                  <a:cubicBezTo>
                    <a:pt x="95" y="95"/>
                    <a:pt x="95" y="95"/>
                    <a:pt x="95" y="95"/>
                  </a:cubicBezTo>
                  <a:cubicBezTo>
                    <a:pt x="76" y="114"/>
                    <a:pt x="46" y="114"/>
                    <a:pt x="27" y="95"/>
                  </a:cubicBezTo>
                  <a:cubicBezTo>
                    <a:pt x="8" y="77"/>
                    <a:pt x="8" y="46"/>
                    <a:pt x="27" y="27"/>
                  </a:cubicBezTo>
                  <a:cubicBezTo>
                    <a:pt x="46" y="9"/>
                    <a:pt x="76" y="9"/>
                    <a:pt x="95" y="27"/>
                  </a:cubicBezTo>
                  <a:cubicBezTo>
                    <a:pt x="114" y="46"/>
                    <a:pt x="114" y="77"/>
                    <a:pt x="95" y="95"/>
                  </a:cubicBezTo>
                  <a:close/>
                  <a:moveTo>
                    <a:pt x="118" y="129"/>
                  </a:moveTo>
                  <a:cubicBezTo>
                    <a:pt x="129" y="118"/>
                    <a:pt x="129" y="118"/>
                    <a:pt x="129" y="118"/>
                  </a:cubicBezTo>
                  <a:cubicBezTo>
                    <a:pt x="171" y="160"/>
                    <a:pt x="171" y="160"/>
                    <a:pt x="171" y="160"/>
                  </a:cubicBezTo>
                  <a:cubicBezTo>
                    <a:pt x="160" y="172"/>
                    <a:pt x="160" y="172"/>
                    <a:pt x="160" y="172"/>
                  </a:cubicBezTo>
                  <a:lnTo>
                    <a:pt x="118" y="1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1B50409C-2423-4738-B559-8CB8D86FD92A}"/>
              </a:ext>
            </a:extLst>
          </p:cNvPr>
          <p:cNvSpPr/>
          <p:nvPr/>
        </p:nvSpPr>
        <p:spPr>
          <a:xfrm>
            <a:off x="9513935" y="1939445"/>
            <a:ext cx="1105816" cy="11058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60400" dist="571500" dir="5400000" sx="62000" sy="62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6C71B60-660E-4700-9EEF-4EAE92498558}"/>
              </a:ext>
            </a:extLst>
          </p:cNvPr>
          <p:cNvGrpSpPr/>
          <p:nvPr/>
        </p:nvGrpSpPr>
        <p:grpSpPr>
          <a:xfrm>
            <a:off x="4219478" y="1939445"/>
            <a:ext cx="1105816" cy="1105815"/>
            <a:chOff x="4219478" y="3258441"/>
            <a:chExt cx="1105816" cy="110581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570FCE4-2824-4C19-9996-74A023B412C6}"/>
                </a:ext>
              </a:extLst>
            </p:cNvPr>
            <p:cNvSpPr/>
            <p:nvPr/>
          </p:nvSpPr>
          <p:spPr>
            <a:xfrm>
              <a:off x="4219478" y="3258441"/>
              <a:ext cx="1105816" cy="11058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60400" dist="571500" dir="5400000" sx="62000" sy="62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58">
              <a:extLst>
                <a:ext uri="{FF2B5EF4-FFF2-40B4-BE49-F238E27FC236}">
                  <a16:creationId xmlns:a16="http://schemas.microsoft.com/office/drawing/2014/main" id="{46490312-6DC1-4D61-8A32-03DA2B8075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6900" y="3618610"/>
              <a:ext cx="370972" cy="385476"/>
            </a:xfrm>
            <a:custGeom>
              <a:avLst/>
              <a:gdLst>
                <a:gd name="T0" fmla="*/ 16 w 196"/>
                <a:gd name="T1" fmla="*/ 0 h 204"/>
                <a:gd name="T2" fmla="*/ 24 w 196"/>
                <a:gd name="T3" fmla="*/ 44 h 204"/>
                <a:gd name="T4" fmla="*/ 16 w 196"/>
                <a:gd name="T5" fmla="*/ 164 h 204"/>
                <a:gd name="T6" fmla="*/ 24 w 196"/>
                <a:gd name="T7" fmla="*/ 124 h 204"/>
                <a:gd name="T8" fmla="*/ 16 w 196"/>
                <a:gd name="T9" fmla="*/ 164 h 204"/>
                <a:gd name="T10" fmla="*/ 12 w 196"/>
                <a:gd name="T11" fmla="*/ 52 h 204"/>
                <a:gd name="T12" fmla="*/ 0 w 196"/>
                <a:gd name="T13" fmla="*/ 104 h 204"/>
                <a:gd name="T14" fmla="*/ 28 w 196"/>
                <a:gd name="T15" fmla="*/ 116 h 204"/>
                <a:gd name="T16" fmla="*/ 40 w 196"/>
                <a:gd name="T17" fmla="*/ 64 h 204"/>
                <a:gd name="T18" fmla="*/ 32 w 196"/>
                <a:gd name="T19" fmla="*/ 104 h 204"/>
                <a:gd name="T20" fmla="*/ 12 w 196"/>
                <a:gd name="T21" fmla="*/ 108 h 204"/>
                <a:gd name="T22" fmla="*/ 8 w 196"/>
                <a:gd name="T23" fmla="*/ 64 h 204"/>
                <a:gd name="T24" fmla="*/ 28 w 196"/>
                <a:gd name="T25" fmla="*/ 60 h 204"/>
                <a:gd name="T26" fmla="*/ 32 w 196"/>
                <a:gd name="T27" fmla="*/ 104 h 204"/>
                <a:gd name="T28" fmla="*/ 68 w 196"/>
                <a:gd name="T29" fmla="*/ 40 h 204"/>
                <a:gd name="T30" fmla="*/ 76 w 196"/>
                <a:gd name="T31" fmla="*/ 84 h 204"/>
                <a:gd name="T32" fmla="*/ 68 w 196"/>
                <a:gd name="T33" fmla="*/ 204 h 204"/>
                <a:gd name="T34" fmla="*/ 76 w 196"/>
                <a:gd name="T35" fmla="*/ 164 h 204"/>
                <a:gd name="T36" fmla="*/ 68 w 196"/>
                <a:gd name="T37" fmla="*/ 204 h 204"/>
                <a:gd name="T38" fmla="*/ 64 w 196"/>
                <a:gd name="T39" fmla="*/ 92 h 204"/>
                <a:gd name="T40" fmla="*/ 52 w 196"/>
                <a:gd name="T41" fmla="*/ 144 h 204"/>
                <a:gd name="T42" fmla="*/ 80 w 196"/>
                <a:gd name="T43" fmla="*/ 156 h 204"/>
                <a:gd name="T44" fmla="*/ 92 w 196"/>
                <a:gd name="T45" fmla="*/ 104 h 204"/>
                <a:gd name="T46" fmla="*/ 84 w 196"/>
                <a:gd name="T47" fmla="*/ 144 h 204"/>
                <a:gd name="T48" fmla="*/ 64 w 196"/>
                <a:gd name="T49" fmla="*/ 148 h 204"/>
                <a:gd name="T50" fmla="*/ 60 w 196"/>
                <a:gd name="T51" fmla="*/ 104 h 204"/>
                <a:gd name="T52" fmla="*/ 80 w 196"/>
                <a:gd name="T53" fmla="*/ 100 h 204"/>
                <a:gd name="T54" fmla="*/ 84 w 196"/>
                <a:gd name="T55" fmla="*/ 144 h 204"/>
                <a:gd name="T56" fmla="*/ 120 w 196"/>
                <a:gd name="T57" fmla="*/ 0 h 204"/>
                <a:gd name="T58" fmla="*/ 128 w 196"/>
                <a:gd name="T59" fmla="*/ 44 h 204"/>
                <a:gd name="T60" fmla="*/ 120 w 196"/>
                <a:gd name="T61" fmla="*/ 164 h 204"/>
                <a:gd name="T62" fmla="*/ 128 w 196"/>
                <a:gd name="T63" fmla="*/ 124 h 204"/>
                <a:gd name="T64" fmla="*/ 120 w 196"/>
                <a:gd name="T65" fmla="*/ 164 h 204"/>
                <a:gd name="T66" fmla="*/ 116 w 196"/>
                <a:gd name="T67" fmla="*/ 52 h 204"/>
                <a:gd name="T68" fmla="*/ 104 w 196"/>
                <a:gd name="T69" fmla="*/ 104 h 204"/>
                <a:gd name="T70" fmla="*/ 132 w 196"/>
                <a:gd name="T71" fmla="*/ 116 h 204"/>
                <a:gd name="T72" fmla="*/ 144 w 196"/>
                <a:gd name="T73" fmla="*/ 64 h 204"/>
                <a:gd name="T74" fmla="*/ 136 w 196"/>
                <a:gd name="T75" fmla="*/ 104 h 204"/>
                <a:gd name="T76" fmla="*/ 116 w 196"/>
                <a:gd name="T77" fmla="*/ 108 h 204"/>
                <a:gd name="T78" fmla="*/ 112 w 196"/>
                <a:gd name="T79" fmla="*/ 64 h 204"/>
                <a:gd name="T80" fmla="*/ 132 w 196"/>
                <a:gd name="T81" fmla="*/ 60 h 204"/>
                <a:gd name="T82" fmla="*/ 136 w 196"/>
                <a:gd name="T83" fmla="*/ 104 h 204"/>
                <a:gd name="T84" fmla="*/ 172 w 196"/>
                <a:gd name="T85" fmla="*/ 40 h 204"/>
                <a:gd name="T86" fmla="*/ 180 w 196"/>
                <a:gd name="T87" fmla="*/ 84 h 204"/>
                <a:gd name="T88" fmla="*/ 172 w 196"/>
                <a:gd name="T89" fmla="*/ 204 h 204"/>
                <a:gd name="T90" fmla="*/ 180 w 196"/>
                <a:gd name="T91" fmla="*/ 164 h 204"/>
                <a:gd name="T92" fmla="*/ 172 w 196"/>
                <a:gd name="T93" fmla="*/ 204 h 204"/>
                <a:gd name="T94" fmla="*/ 168 w 196"/>
                <a:gd name="T95" fmla="*/ 92 h 204"/>
                <a:gd name="T96" fmla="*/ 156 w 196"/>
                <a:gd name="T97" fmla="*/ 144 h 204"/>
                <a:gd name="T98" fmla="*/ 184 w 196"/>
                <a:gd name="T99" fmla="*/ 156 h 204"/>
                <a:gd name="T100" fmla="*/ 196 w 196"/>
                <a:gd name="T101" fmla="*/ 104 h 204"/>
                <a:gd name="T102" fmla="*/ 188 w 196"/>
                <a:gd name="T103" fmla="*/ 144 h 204"/>
                <a:gd name="T104" fmla="*/ 168 w 196"/>
                <a:gd name="T105" fmla="*/ 148 h 204"/>
                <a:gd name="T106" fmla="*/ 164 w 196"/>
                <a:gd name="T107" fmla="*/ 104 h 204"/>
                <a:gd name="T108" fmla="*/ 184 w 196"/>
                <a:gd name="T109" fmla="*/ 100 h 204"/>
                <a:gd name="T110" fmla="*/ 188 w 196"/>
                <a:gd name="T111" fmla="*/ 14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6" h="204">
                  <a:moveTo>
                    <a:pt x="2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24" y="44"/>
                    <a:pt x="24" y="44"/>
                    <a:pt x="24" y="44"/>
                  </a:cubicBezTo>
                  <a:lnTo>
                    <a:pt x="24" y="0"/>
                  </a:lnTo>
                  <a:close/>
                  <a:moveTo>
                    <a:pt x="16" y="164"/>
                  </a:moveTo>
                  <a:cubicBezTo>
                    <a:pt x="24" y="164"/>
                    <a:pt x="24" y="164"/>
                    <a:pt x="24" y="16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16" y="124"/>
                    <a:pt x="16" y="124"/>
                    <a:pt x="16" y="124"/>
                  </a:cubicBezTo>
                  <a:lnTo>
                    <a:pt x="16" y="164"/>
                  </a:lnTo>
                  <a:close/>
                  <a:moveTo>
                    <a:pt x="28" y="52"/>
                  </a:moveTo>
                  <a:cubicBezTo>
                    <a:pt x="12" y="52"/>
                    <a:pt x="12" y="52"/>
                    <a:pt x="12" y="52"/>
                  </a:cubicBezTo>
                  <a:cubicBezTo>
                    <a:pt x="5" y="52"/>
                    <a:pt x="0" y="57"/>
                    <a:pt x="0" y="6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1"/>
                    <a:pt x="5" y="116"/>
                    <a:pt x="12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0" y="111"/>
                    <a:pt x="40" y="10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57"/>
                    <a:pt x="35" y="52"/>
                    <a:pt x="28" y="52"/>
                  </a:cubicBezTo>
                  <a:close/>
                  <a:moveTo>
                    <a:pt x="32" y="104"/>
                  </a:moveTo>
                  <a:cubicBezTo>
                    <a:pt x="32" y="106"/>
                    <a:pt x="30" y="108"/>
                    <a:pt x="28" y="108"/>
                  </a:cubicBezTo>
                  <a:cubicBezTo>
                    <a:pt x="12" y="108"/>
                    <a:pt x="12" y="108"/>
                    <a:pt x="12" y="108"/>
                  </a:cubicBezTo>
                  <a:cubicBezTo>
                    <a:pt x="10" y="108"/>
                    <a:pt x="8" y="106"/>
                    <a:pt x="8" y="10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60"/>
                    <a:pt x="12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0" y="60"/>
                    <a:pt x="32" y="62"/>
                    <a:pt x="32" y="64"/>
                  </a:cubicBezTo>
                  <a:lnTo>
                    <a:pt x="32" y="104"/>
                  </a:lnTo>
                  <a:close/>
                  <a:moveTo>
                    <a:pt x="7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76" y="84"/>
                    <a:pt x="76" y="84"/>
                    <a:pt x="76" y="84"/>
                  </a:cubicBezTo>
                  <a:lnTo>
                    <a:pt x="76" y="40"/>
                  </a:lnTo>
                  <a:close/>
                  <a:moveTo>
                    <a:pt x="68" y="204"/>
                  </a:moveTo>
                  <a:cubicBezTo>
                    <a:pt x="76" y="204"/>
                    <a:pt x="76" y="204"/>
                    <a:pt x="76" y="204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68" y="164"/>
                    <a:pt x="68" y="164"/>
                    <a:pt x="68" y="164"/>
                  </a:cubicBezTo>
                  <a:lnTo>
                    <a:pt x="68" y="204"/>
                  </a:lnTo>
                  <a:close/>
                  <a:moveTo>
                    <a:pt x="80" y="92"/>
                  </a:moveTo>
                  <a:cubicBezTo>
                    <a:pt x="64" y="92"/>
                    <a:pt x="64" y="92"/>
                    <a:pt x="64" y="92"/>
                  </a:cubicBezTo>
                  <a:cubicBezTo>
                    <a:pt x="57" y="92"/>
                    <a:pt x="52" y="97"/>
                    <a:pt x="52" y="104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52" y="151"/>
                    <a:pt x="57" y="156"/>
                    <a:pt x="64" y="156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87" y="156"/>
                    <a:pt x="92" y="151"/>
                    <a:pt x="92" y="14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2" y="97"/>
                    <a:pt x="87" y="92"/>
                    <a:pt x="80" y="92"/>
                  </a:cubicBezTo>
                  <a:close/>
                  <a:moveTo>
                    <a:pt x="84" y="144"/>
                  </a:moveTo>
                  <a:cubicBezTo>
                    <a:pt x="84" y="146"/>
                    <a:pt x="82" y="148"/>
                    <a:pt x="80" y="148"/>
                  </a:cubicBezTo>
                  <a:cubicBezTo>
                    <a:pt x="64" y="148"/>
                    <a:pt x="64" y="148"/>
                    <a:pt x="64" y="148"/>
                  </a:cubicBezTo>
                  <a:cubicBezTo>
                    <a:pt x="62" y="148"/>
                    <a:pt x="60" y="146"/>
                    <a:pt x="60" y="144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2" y="100"/>
                    <a:pt x="64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2" y="100"/>
                    <a:pt x="84" y="102"/>
                    <a:pt x="84" y="104"/>
                  </a:cubicBezTo>
                  <a:lnTo>
                    <a:pt x="84" y="144"/>
                  </a:lnTo>
                  <a:close/>
                  <a:moveTo>
                    <a:pt x="128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0"/>
                  </a:lnTo>
                  <a:close/>
                  <a:moveTo>
                    <a:pt x="120" y="164"/>
                  </a:moveTo>
                  <a:cubicBezTo>
                    <a:pt x="128" y="164"/>
                    <a:pt x="128" y="164"/>
                    <a:pt x="128" y="16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0" y="124"/>
                    <a:pt x="120" y="124"/>
                    <a:pt x="120" y="124"/>
                  </a:cubicBezTo>
                  <a:lnTo>
                    <a:pt x="120" y="164"/>
                  </a:lnTo>
                  <a:close/>
                  <a:moveTo>
                    <a:pt x="132" y="52"/>
                  </a:moveTo>
                  <a:cubicBezTo>
                    <a:pt x="116" y="52"/>
                    <a:pt x="116" y="52"/>
                    <a:pt x="116" y="52"/>
                  </a:cubicBezTo>
                  <a:cubicBezTo>
                    <a:pt x="109" y="52"/>
                    <a:pt x="104" y="57"/>
                    <a:pt x="104" y="64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11"/>
                    <a:pt x="109" y="116"/>
                    <a:pt x="116" y="116"/>
                  </a:cubicBezTo>
                  <a:cubicBezTo>
                    <a:pt x="132" y="116"/>
                    <a:pt x="132" y="116"/>
                    <a:pt x="132" y="116"/>
                  </a:cubicBezTo>
                  <a:cubicBezTo>
                    <a:pt x="139" y="116"/>
                    <a:pt x="144" y="111"/>
                    <a:pt x="144" y="104"/>
                  </a:cubicBezTo>
                  <a:cubicBezTo>
                    <a:pt x="144" y="64"/>
                    <a:pt x="144" y="64"/>
                    <a:pt x="144" y="64"/>
                  </a:cubicBezTo>
                  <a:cubicBezTo>
                    <a:pt x="144" y="57"/>
                    <a:pt x="139" y="52"/>
                    <a:pt x="132" y="52"/>
                  </a:cubicBezTo>
                  <a:close/>
                  <a:moveTo>
                    <a:pt x="136" y="104"/>
                  </a:moveTo>
                  <a:cubicBezTo>
                    <a:pt x="136" y="106"/>
                    <a:pt x="134" y="108"/>
                    <a:pt x="13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14" y="108"/>
                    <a:pt x="112" y="106"/>
                    <a:pt x="112" y="104"/>
                  </a:cubicBezTo>
                  <a:cubicBezTo>
                    <a:pt x="112" y="64"/>
                    <a:pt x="112" y="64"/>
                    <a:pt x="112" y="64"/>
                  </a:cubicBezTo>
                  <a:cubicBezTo>
                    <a:pt x="112" y="62"/>
                    <a:pt x="114" y="60"/>
                    <a:pt x="116" y="60"/>
                  </a:cubicBezTo>
                  <a:cubicBezTo>
                    <a:pt x="132" y="60"/>
                    <a:pt x="132" y="60"/>
                    <a:pt x="132" y="60"/>
                  </a:cubicBezTo>
                  <a:cubicBezTo>
                    <a:pt x="134" y="60"/>
                    <a:pt x="136" y="62"/>
                    <a:pt x="136" y="64"/>
                  </a:cubicBezTo>
                  <a:lnTo>
                    <a:pt x="136" y="104"/>
                  </a:lnTo>
                  <a:close/>
                  <a:moveTo>
                    <a:pt x="180" y="40"/>
                  </a:moveTo>
                  <a:cubicBezTo>
                    <a:pt x="172" y="40"/>
                    <a:pt x="172" y="40"/>
                    <a:pt x="172" y="40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80" y="84"/>
                    <a:pt x="180" y="84"/>
                    <a:pt x="180" y="84"/>
                  </a:cubicBezTo>
                  <a:lnTo>
                    <a:pt x="180" y="40"/>
                  </a:lnTo>
                  <a:close/>
                  <a:moveTo>
                    <a:pt x="172" y="204"/>
                  </a:moveTo>
                  <a:cubicBezTo>
                    <a:pt x="180" y="204"/>
                    <a:pt x="180" y="204"/>
                    <a:pt x="180" y="204"/>
                  </a:cubicBezTo>
                  <a:cubicBezTo>
                    <a:pt x="180" y="164"/>
                    <a:pt x="180" y="164"/>
                    <a:pt x="180" y="164"/>
                  </a:cubicBezTo>
                  <a:cubicBezTo>
                    <a:pt x="172" y="164"/>
                    <a:pt x="172" y="164"/>
                    <a:pt x="172" y="164"/>
                  </a:cubicBezTo>
                  <a:lnTo>
                    <a:pt x="172" y="204"/>
                  </a:lnTo>
                  <a:close/>
                  <a:moveTo>
                    <a:pt x="184" y="92"/>
                  </a:moveTo>
                  <a:cubicBezTo>
                    <a:pt x="168" y="92"/>
                    <a:pt x="168" y="92"/>
                    <a:pt x="168" y="92"/>
                  </a:cubicBezTo>
                  <a:cubicBezTo>
                    <a:pt x="161" y="92"/>
                    <a:pt x="156" y="97"/>
                    <a:pt x="156" y="104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56" y="151"/>
                    <a:pt x="161" y="156"/>
                    <a:pt x="168" y="156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191" y="156"/>
                    <a:pt x="196" y="151"/>
                    <a:pt x="196" y="144"/>
                  </a:cubicBezTo>
                  <a:cubicBezTo>
                    <a:pt x="196" y="104"/>
                    <a:pt x="196" y="104"/>
                    <a:pt x="196" y="104"/>
                  </a:cubicBezTo>
                  <a:cubicBezTo>
                    <a:pt x="196" y="97"/>
                    <a:pt x="191" y="92"/>
                    <a:pt x="184" y="92"/>
                  </a:cubicBezTo>
                  <a:close/>
                  <a:moveTo>
                    <a:pt x="188" y="144"/>
                  </a:moveTo>
                  <a:cubicBezTo>
                    <a:pt x="188" y="146"/>
                    <a:pt x="186" y="148"/>
                    <a:pt x="184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6" y="148"/>
                    <a:pt x="164" y="146"/>
                    <a:pt x="164" y="144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4" y="102"/>
                    <a:pt x="166" y="100"/>
                    <a:pt x="168" y="100"/>
                  </a:cubicBezTo>
                  <a:cubicBezTo>
                    <a:pt x="184" y="100"/>
                    <a:pt x="184" y="100"/>
                    <a:pt x="184" y="100"/>
                  </a:cubicBezTo>
                  <a:cubicBezTo>
                    <a:pt x="186" y="100"/>
                    <a:pt x="188" y="102"/>
                    <a:pt x="188" y="104"/>
                  </a:cubicBezTo>
                  <a:lnTo>
                    <a:pt x="188" y="1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4A7EB81A-2FBA-475B-A4AF-B219F13F6915}"/>
              </a:ext>
            </a:extLst>
          </p:cNvPr>
          <p:cNvSpPr/>
          <p:nvPr/>
        </p:nvSpPr>
        <p:spPr>
          <a:xfrm>
            <a:off x="6866706" y="1939445"/>
            <a:ext cx="1105816" cy="11058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60400" dist="571500" dir="5400000" sx="62000" sy="62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1D0936-00A6-DACD-40BB-E77CEC1BE771}"/>
              </a:ext>
            </a:extLst>
          </p:cNvPr>
          <p:cNvSpPr txBox="1"/>
          <p:nvPr/>
        </p:nvSpPr>
        <p:spPr>
          <a:xfrm>
            <a:off x="6678365" y="3679668"/>
            <a:ext cx="19800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</a:t>
            </a:r>
            <a:r>
              <a:rPr lang="en-US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5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F5B29-FA22-20D8-B836-700D8B560E74}"/>
              </a:ext>
            </a:extLst>
          </p:cNvPr>
          <p:cNvSpPr txBox="1"/>
          <p:nvPr/>
        </p:nvSpPr>
        <p:spPr>
          <a:xfrm>
            <a:off x="6529191" y="5635267"/>
            <a:ext cx="2278378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Insight Extraction</a:t>
            </a:r>
            <a:endParaRPr 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6D95D9-79DD-C7BA-4B30-606EEB46E59F}"/>
              </a:ext>
            </a:extLst>
          </p:cNvPr>
          <p:cNvSpPr/>
          <p:nvPr/>
        </p:nvSpPr>
        <p:spPr>
          <a:xfrm>
            <a:off x="7115473" y="4114031"/>
            <a:ext cx="1105816" cy="11058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60400" dist="571500" dir="5400000" sx="62000" sy="62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89BF8E-92A4-F702-51EC-7516B835DF87}"/>
              </a:ext>
            </a:extLst>
          </p:cNvPr>
          <p:cNvSpPr txBox="1"/>
          <p:nvPr/>
        </p:nvSpPr>
        <p:spPr>
          <a:xfrm>
            <a:off x="3333831" y="3624491"/>
            <a:ext cx="19800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</a:t>
            </a:r>
            <a:r>
              <a:rPr lang="en-US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6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B187CF-9FCF-B3E9-3604-C5ADACDF5D5A}"/>
              </a:ext>
            </a:extLst>
          </p:cNvPr>
          <p:cNvSpPr txBox="1"/>
          <p:nvPr/>
        </p:nvSpPr>
        <p:spPr>
          <a:xfrm>
            <a:off x="3184657" y="5580090"/>
            <a:ext cx="2278378" cy="73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Storytelling + Final Narrative</a:t>
            </a:r>
            <a:endParaRPr 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44E82C-9892-4519-1290-46E4607739C4}"/>
              </a:ext>
            </a:extLst>
          </p:cNvPr>
          <p:cNvGrpSpPr/>
          <p:nvPr/>
        </p:nvGrpSpPr>
        <p:grpSpPr>
          <a:xfrm>
            <a:off x="3770939" y="4058854"/>
            <a:ext cx="1105816" cy="1105815"/>
            <a:chOff x="9513935" y="3258441"/>
            <a:chExt cx="1105816" cy="110581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C6B249-E6CC-F8CC-9960-EB8AF978C922}"/>
                </a:ext>
              </a:extLst>
            </p:cNvPr>
            <p:cNvSpPr/>
            <p:nvPr/>
          </p:nvSpPr>
          <p:spPr>
            <a:xfrm>
              <a:off x="9513935" y="3258441"/>
              <a:ext cx="1105816" cy="11058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60400" dist="571500" dir="5400000" sx="62000" sy="62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57">
              <a:extLst>
                <a:ext uri="{FF2B5EF4-FFF2-40B4-BE49-F238E27FC236}">
                  <a16:creationId xmlns:a16="http://schemas.microsoft.com/office/drawing/2014/main" id="{CFC62862-46F7-6942-A1C8-66FACD45AB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3369" y="3656835"/>
              <a:ext cx="426948" cy="309026"/>
            </a:xfrm>
            <a:custGeom>
              <a:avLst/>
              <a:gdLst>
                <a:gd name="T0" fmla="*/ 195 w 210"/>
                <a:gd name="T1" fmla="*/ 73 h 152"/>
                <a:gd name="T2" fmla="*/ 197 w 210"/>
                <a:gd name="T3" fmla="*/ 72 h 152"/>
                <a:gd name="T4" fmla="*/ 71 w 210"/>
                <a:gd name="T5" fmla="*/ 0 h 152"/>
                <a:gd name="T6" fmla="*/ 16 w 210"/>
                <a:gd name="T7" fmla="*/ 24 h 152"/>
                <a:gd name="T8" fmla="*/ 16 w 210"/>
                <a:gd name="T9" fmla="*/ 24 h 152"/>
                <a:gd name="T10" fmla="*/ 0 w 210"/>
                <a:gd name="T11" fmla="*/ 60 h 152"/>
                <a:gd name="T12" fmla="*/ 140 w 210"/>
                <a:gd name="T13" fmla="*/ 152 h 152"/>
                <a:gd name="T14" fmla="*/ 210 w 210"/>
                <a:gd name="T15" fmla="*/ 95 h 152"/>
                <a:gd name="T16" fmla="*/ 195 w 210"/>
                <a:gd name="T17" fmla="*/ 73 h 152"/>
                <a:gd name="T18" fmla="*/ 70 w 210"/>
                <a:gd name="T19" fmla="*/ 8 h 152"/>
                <a:gd name="T20" fmla="*/ 183 w 210"/>
                <a:gd name="T21" fmla="*/ 72 h 152"/>
                <a:gd name="T22" fmla="*/ 147 w 210"/>
                <a:gd name="T23" fmla="*/ 96 h 152"/>
                <a:gd name="T24" fmla="*/ 31 w 210"/>
                <a:gd name="T25" fmla="*/ 24 h 152"/>
                <a:gd name="T26" fmla="*/ 70 w 210"/>
                <a:gd name="T27" fmla="*/ 8 h 152"/>
                <a:gd name="T28" fmla="*/ 10 w 210"/>
                <a:gd name="T29" fmla="*/ 57 h 152"/>
                <a:gd name="T30" fmla="*/ 22 w 210"/>
                <a:gd name="T31" fmla="*/ 28 h 152"/>
                <a:gd name="T32" fmla="*/ 144 w 210"/>
                <a:gd name="T33" fmla="*/ 103 h 152"/>
                <a:gd name="T34" fmla="*/ 140 w 210"/>
                <a:gd name="T35" fmla="*/ 144 h 152"/>
                <a:gd name="T36" fmla="*/ 10 w 210"/>
                <a:gd name="T37" fmla="*/ 57 h 152"/>
                <a:gd name="T38" fmla="*/ 151 w 210"/>
                <a:gd name="T39" fmla="*/ 103 h 152"/>
                <a:gd name="T40" fmla="*/ 188 w 210"/>
                <a:gd name="T41" fmla="*/ 76 h 152"/>
                <a:gd name="T42" fmla="*/ 200 w 210"/>
                <a:gd name="T43" fmla="*/ 95 h 152"/>
                <a:gd name="T44" fmla="*/ 147 w 210"/>
                <a:gd name="T45" fmla="*/ 137 h 152"/>
                <a:gd name="T46" fmla="*/ 151 w 210"/>
                <a:gd name="T47" fmla="*/ 10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0" h="152">
                  <a:moveTo>
                    <a:pt x="195" y="73"/>
                  </a:moveTo>
                  <a:lnTo>
                    <a:pt x="197" y="72"/>
                  </a:lnTo>
                  <a:lnTo>
                    <a:pt x="71" y="0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0" y="60"/>
                  </a:lnTo>
                  <a:lnTo>
                    <a:pt x="140" y="152"/>
                  </a:lnTo>
                  <a:lnTo>
                    <a:pt x="210" y="95"/>
                  </a:lnTo>
                  <a:lnTo>
                    <a:pt x="195" y="73"/>
                  </a:lnTo>
                  <a:close/>
                  <a:moveTo>
                    <a:pt x="70" y="8"/>
                  </a:moveTo>
                  <a:lnTo>
                    <a:pt x="183" y="72"/>
                  </a:lnTo>
                  <a:lnTo>
                    <a:pt x="147" y="96"/>
                  </a:lnTo>
                  <a:lnTo>
                    <a:pt x="31" y="24"/>
                  </a:lnTo>
                  <a:lnTo>
                    <a:pt x="70" y="8"/>
                  </a:lnTo>
                  <a:close/>
                  <a:moveTo>
                    <a:pt x="10" y="57"/>
                  </a:moveTo>
                  <a:lnTo>
                    <a:pt x="22" y="28"/>
                  </a:lnTo>
                  <a:lnTo>
                    <a:pt x="144" y="103"/>
                  </a:lnTo>
                  <a:lnTo>
                    <a:pt x="140" y="144"/>
                  </a:lnTo>
                  <a:lnTo>
                    <a:pt x="10" y="57"/>
                  </a:lnTo>
                  <a:close/>
                  <a:moveTo>
                    <a:pt x="151" y="103"/>
                  </a:moveTo>
                  <a:lnTo>
                    <a:pt x="188" y="76"/>
                  </a:lnTo>
                  <a:lnTo>
                    <a:pt x="200" y="95"/>
                  </a:lnTo>
                  <a:lnTo>
                    <a:pt x="147" y="137"/>
                  </a:lnTo>
                  <a:lnTo>
                    <a:pt x="151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Arc 17">
            <a:extLst>
              <a:ext uri="{FF2B5EF4-FFF2-40B4-BE49-F238E27FC236}">
                <a16:creationId xmlns:a16="http://schemas.microsoft.com/office/drawing/2014/main" id="{ECC594A5-D4B4-9BB1-DE21-DF61CEEC32E2}"/>
              </a:ext>
            </a:extLst>
          </p:cNvPr>
          <p:cNvSpPr/>
          <p:nvPr/>
        </p:nvSpPr>
        <p:spPr>
          <a:xfrm>
            <a:off x="8558803" y="2160574"/>
            <a:ext cx="2647228" cy="3124820"/>
          </a:xfrm>
          <a:prstGeom prst="arc">
            <a:avLst>
              <a:gd name="adj1" fmla="val 19403042"/>
              <a:gd name="adj2" fmla="val 7253187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46FA0538-7AC0-D10D-93FF-A85C62C6FB10}"/>
              </a:ext>
            </a:extLst>
          </p:cNvPr>
          <p:cNvSpPr/>
          <p:nvPr/>
        </p:nvSpPr>
        <p:spPr>
          <a:xfrm rot="11098145">
            <a:off x="5289935" y="4298725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9">
            <a:extLst>
              <a:ext uri="{FF2B5EF4-FFF2-40B4-BE49-F238E27FC236}">
                <a16:creationId xmlns:a16="http://schemas.microsoft.com/office/drawing/2014/main" id="{3854A94F-2248-2887-B6C8-CE163441E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718" y="4506989"/>
            <a:ext cx="310054" cy="31989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/>
          <a:p>
            <a:endParaRPr lang="en-US" dirty="0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FC72A009-8E59-3810-4955-8F2E5FF71BD8}"/>
              </a:ext>
            </a:extLst>
          </p:cNvPr>
          <p:cNvSpPr>
            <a:spLocks noEditPoints="1"/>
          </p:cNvSpPr>
          <p:nvPr/>
        </p:nvSpPr>
        <p:spPr bwMode="auto">
          <a:xfrm>
            <a:off x="7311706" y="2369319"/>
            <a:ext cx="282560" cy="260460"/>
          </a:xfrm>
          <a:custGeom>
            <a:avLst/>
            <a:gdLst>
              <a:gd name="T0" fmla="*/ 58 w 179"/>
              <a:gd name="T1" fmla="*/ 73 h 165"/>
              <a:gd name="T2" fmla="*/ 18 w 179"/>
              <a:gd name="T3" fmla="*/ 73 h 165"/>
              <a:gd name="T4" fmla="*/ 18 w 179"/>
              <a:gd name="T5" fmla="*/ 154 h 165"/>
              <a:gd name="T6" fmla="*/ 58 w 179"/>
              <a:gd name="T7" fmla="*/ 154 h 165"/>
              <a:gd name="T8" fmla="*/ 58 w 179"/>
              <a:gd name="T9" fmla="*/ 73 h 165"/>
              <a:gd name="T10" fmla="*/ 51 w 179"/>
              <a:gd name="T11" fmla="*/ 146 h 165"/>
              <a:gd name="T12" fmla="*/ 25 w 179"/>
              <a:gd name="T13" fmla="*/ 146 h 165"/>
              <a:gd name="T14" fmla="*/ 25 w 179"/>
              <a:gd name="T15" fmla="*/ 81 h 165"/>
              <a:gd name="T16" fmla="*/ 51 w 179"/>
              <a:gd name="T17" fmla="*/ 81 h 165"/>
              <a:gd name="T18" fmla="*/ 51 w 179"/>
              <a:gd name="T19" fmla="*/ 146 h 165"/>
              <a:gd name="T20" fmla="*/ 113 w 179"/>
              <a:gd name="T21" fmla="*/ 41 h 165"/>
              <a:gd name="T22" fmla="*/ 73 w 179"/>
              <a:gd name="T23" fmla="*/ 41 h 165"/>
              <a:gd name="T24" fmla="*/ 73 w 179"/>
              <a:gd name="T25" fmla="*/ 154 h 165"/>
              <a:gd name="T26" fmla="*/ 113 w 179"/>
              <a:gd name="T27" fmla="*/ 154 h 165"/>
              <a:gd name="T28" fmla="*/ 113 w 179"/>
              <a:gd name="T29" fmla="*/ 41 h 165"/>
              <a:gd name="T30" fmla="*/ 106 w 179"/>
              <a:gd name="T31" fmla="*/ 146 h 165"/>
              <a:gd name="T32" fmla="*/ 80 w 179"/>
              <a:gd name="T33" fmla="*/ 146 h 165"/>
              <a:gd name="T34" fmla="*/ 80 w 179"/>
              <a:gd name="T35" fmla="*/ 48 h 165"/>
              <a:gd name="T36" fmla="*/ 106 w 179"/>
              <a:gd name="T37" fmla="*/ 48 h 165"/>
              <a:gd name="T38" fmla="*/ 106 w 179"/>
              <a:gd name="T39" fmla="*/ 146 h 165"/>
              <a:gd name="T40" fmla="*/ 168 w 179"/>
              <a:gd name="T41" fmla="*/ 0 h 165"/>
              <a:gd name="T42" fmla="*/ 128 w 179"/>
              <a:gd name="T43" fmla="*/ 0 h 165"/>
              <a:gd name="T44" fmla="*/ 128 w 179"/>
              <a:gd name="T45" fmla="*/ 154 h 165"/>
              <a:gd name="T46" fmla="*/ 168 w 179"/>
              <a:gd name="T47" fmla="*/ 154 h 165"/>
              <a:gd name="T48" fmla="*/ 168 w 179"/>
              <a:gd name="T49" fmla="*/ 0 h 165"/>
              <a:gd name="T50" fmla="*/ 160 w 179"/>
              <a:gd name="T51" fmla="*/ 146 h 165"/>
              <a:gd name="T52" fmla="*/ 135 w 179"/>
              <a:gd name="T53" fmla="*/ 146 h 165"/>
              <a:gd name="T54" fmla="*/ 135 w 179"/>
              <a:gd name="T55" fmla="*/ 8 h 165"/>
              <a:gd name="T56" fmla="*/ 160 w 179"/>
              <a:gd name="T57" fmla="*/ 8 h 165"/>
              <a:gd name="T58" fmla="*/ 160 w 179"/>
              <a:gd name="T59" fmla="*/ 146 h 165"/>
              <a:gd name="T60" fmla="*/ 0 w 179"/>
              <a:gd name="T61" fmla="*/ 157 h 165"/>
              <a:gd name="T62" fmla="*/ 0 w 179"/>
              <a:gd name="T63" fmla="*/ 165 h 165"/>
              <a:gd name="T64" fmla="*/ 179 w 179"/>
              <a:gd name="T65" fmla="*/ 165 h 165"/>
              <a:gd name="T66" fmla="*/ 179 w 179"/>
              <a:gd name="T67" fmla="*/ 157 h 165"/>
              <a:gd name="T68" fmla="*/ 0 w 179"/>
              <a:gd name="T69" fmla="*/ 157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9" h="165">
                <a:moveTo>
                  <a:pt x="58" y="73"/>
                </a:moveTo>
                <a:lnTo>
                  <a:pt x="18" y="73"/>
                </a:lnTo>
                <a:lnTo>
                  <a:pt x="18" y="154"/>
                </a:lnTo>
                <a:lnTo>
                  <a:pt x="58" y="154"/>
                </a:lnTo>
                <a:lnTo>
                  <a:pt x="58" y="73"/>
                </a:lnTo>
                <a:close/>
                <a:moveTo>
                  <a:pt x="51" y="146"/>
                </a:moveTo>
                <a:lnTo>
                  <a:pt x="25" y="146"/>
                </a:lnTo>
                <a:lnTo>
                  <a:pt x="25" y="81"/>
                </a:lnTo>
                <a:lnTo>
                  <a:pt x="51" y="81"/>
                </a:lnTo>
                <a:lnTo>
                  <a:pt x="51" y="146"/>
                </a:lnTo>
                <a:close/>
                <a:moveTo>
                  <a:pt x="113" y="41"/>
                </a:moveTo>
                <a:lnTo>
                  <a:pt x="73" y="41"/>
                </a:lnTo>
                <a:lnTo>
                  <a:pt x="73" y="154"/>
                </a:lnTo>
                <a:lnTo>
                  <a:pt x="113" y="154"/>
                </a:lnTo>
                <a:lnTo>
                  <a:pt x="113" y="41"/>
                </a:lnTo>
                <a:close/>
                <a:moveTo>
                  <a:pt x="106" y="146"/>
                </a:moveTo>
                <a:lnTo>
                  <a:pt x="80" y="146"/>
                </a:lnTo>
                <a:lnTo>
                  <a:pt x="80" y="48"/>
                </a:lnTo>
                <a:lnTo>
                  <a:pt x="106" y="48"/>
                </a:lnTo>
                <a:lnTo>
                  <a:pt x="106" y="146"/>
                </a:lnTo>
                <a:close/>
                <a:moveTo>
                  <a:pt x="168" y="0"/>
                </a:moveTo>
                <a:lnTo>
                  <a:pt x="128" y="0"/>
                </a:lnTo>
                <a:lnTo>
                  <a:pt x="128" y="154"/>
                </a:lnTo>
                <a:lnTo>
                  <a:pt x="168" y="154"/>
                </a:lnTo>
                <a:lnTo>
                  <a:pt x="168" y="0"/>
                </a:lnTo>
                <a:close/>
                <a:moveTo>
                  <a:pt x="160" y="146"/>
                </a:moveTo>
                <a:lnTo>
                  <a:pt x="135" y="146"/>
                </a:lnTo>
                <a:lnTo>
                  <a:pt x="135" y="8"/>
                </a:lnTo>
                <a:lnTo>
                  <a:pt x="160" y="8"/>
                </a:lnTo>
                <a:lnTo>
                  <a:pt x="160" y="146"/>
                </a:lnTo>
                <a:close/>
                <a:moveTo>
                  <a:pt x="0" y="157"/>
                </a:moveTo>
                <a:lnTo>
                  <a:pt x="0" y="165"/>
                </a:lnTo>
                <a:lnTo>
                  <a:pt x="179" y="165"/>
                </a:lnTo>
                <a:lnTo>
                  <a:pt x="179" y="157"/>
                </a:lnTo>
                <a:lnTo>
                  <a:pt x="0" y="157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63">
            <a:extLst>
              <a:ext uri="{FF2B5EF4-FFF2-40B4-BE49-F238E27FC236}">
                <a16:creationId xmlns:a16="http://schemas.microsoft.com/office/drawing/2014/main" id="{2A173636-5135-E4B2-94DC-AEE952702180}"/>
              </a:ext>
            </a:extLst>
          </p:cNvPr>
          <p:cNvSpPr>
            <a:spLocks noEditPoints="1"/>
          </p:cNvSpPr>
          <p:nvPr/>
        </p:nvSpPr>
        <p:spPr bwMode="auto">
          <a:xfrm>
            <a:off x="9963151" y="2387444"/>
            <a:ext cx="247971" cy="242335"/>
          </a:xfrm>
          <a:custGeom>
            <a:avLst/>
            <a:gdLst>
              <a:gd name="T0" fmla="*/ 185 w 193"/>
              <a:gd name="T1" fmla="*/ 29 h 188"/>
              <a:gd name="T2" fmla="*/ 186 w 193"/>
              <a:gd name="T3" fmla="*/ 28 h 188"/>
              <a:gd name="T4" fmla="*/ 158 w 193"/>
              <a:gd name="T5" fmla="*/ 0 h 188"/>
              <a:gd name="T6" fmla="*/ 29 w 193"/>
              <a:gd name="T7" fmla="*/ 131 h 188"/>
              <a:gd name="T8" fmla="*/ 28 w 193"/>
              <a:gd name="T9" fmla="*/ 131 h 188"/>
              <a:gd name="T10" fmla="*/ 0 w 193"/>
              <a:gd name="T11" fmla="*/ 188 h 188"/>
              <a:gd name="T12" fmla="*/ 56 w 193"/>
              <a:gd name="T13" fmla="*/ 160 h 188"/>
              <a:gd name="T14" fmla="*/ 180 w 193"/>
              <a:gd name="T15" fmla="*/ 34 h 188"/>
              <a:gd name="T16" fmla="*/ 184 w 193"/>
              <a:gd name="T17" fmla="*/ 47 h 188"/>
              <a:gd name="T18" fmla="*/ 175 w 193"/>
              <a:gd name="T19" fmla="*/ 56 h 188"/>
              <a:gd name="T20" fmla="*/ 165 w 193"/>
              <a:gd name="T21" fmla="*/ 61 h 188"/>
              <a:gd name="T22" fmla="*/ 135 w 193"/>
              <a:gd name="T23" fmla="*/ 86 h 188"/>
              <a:gd name="T24" fmla="*/ 121 w 193"/>
              <a:gd name="T25" fmla="*/ 105 h 188"/>
              <a:gd name="T26" fmla="*/ 127 w 193"/>
              <a:gd name="T27" fmla="*/ 111 h 188"/>
              <a:gd name="T28" fmla="*/ 141 w 193"/>
              <a:gd name="T29" fmla="*/ 90 h 188"/>
              <a:gd name="T30" fmla="*/ 168 w 193"/>
              <a:gd name="T31" fmla="*/ 69 h 188"/>
              <a:gd name="T32" fmla="*/ 179 w 193"/>
              <a:gd name="T33" fmla="*/ 63 h 188"/>
              <a:gd name="T34" fmla="*/ 192 w 193"/>
              <a:gd name="T35" fmla="*/ 48 h 188"/>
              <a:gd name="T36" fmla="*/ 185 w 193"/>
              <a:gd name="T37" fmla="*/ 29 h 188"/>
              <a:gd name="T38" fmla="*/ 18 w 193"/>
              <a:gd name="T39" fmla="*/ 170 h 188"/>
              <a:gd name="T40" fmla="*/ 31 w 193"/>
              <a:gd name="T41" fmla="*/ 144 h 188"/>
              <a:gd name="T42" fmla="*/ 43 w 193"/>
              <a:gd name="T43" fmla="*/ 157 h 188"/>
              <a:gd name="T44" fmla="*/ 18 w 193"/>
              <a:gd name="T45" fmla="*/ 170 h 188"/>
              <a:gd name="T46" fmla="*/ 51 w 193"/>
              <a:gd name="T47" fmla="*/ 153 h 188"/>
              <a:gd name="T48" fmla="*/ 51 w 193"/>
              <a:gd name="T49" fmla="*/ 153 h 188"/>
              <a:gd name="T50" fmla="*/ 34 w 193"/>
              <a:gd name="T51" fmla="*/ 137 h 188"/>
              <a:gd name="T52" fmla="*/ 35 w 193"/>
              <a:gd name="T53" fmla="*/ 136 h 188"/>
              <a:gd name="T54" fmla="*/ 158 w 193"/>
              <a:gd name="T55" fmla="*/ 11 h 188"/>
              <a:gd name="T56" fmla="*/ 174 w 193"/>
              <a:gd name="T57" fmla="*/ 28 h 188"/>
              <a:gd name="T58" fmla="*/ 51 w 193"/>
              <a:gd name="T59" fmla="*/ 153 h 188"/>
              <a:gd name="T60" fmla="*/ 34 w 193"/>
              <a:gd name="T61" fmla="*/ 188 h 188"/>
              <a:gd name="T62" fmla="*/ 165 w 193"/>
              <a:gd name="T63" fmla="*/ 188 h 188"/>
              <a:gd name="T64" fmla="*/ 165 w 193"/>
              <a:gd name="T65" fmla="*/ 180 h 188"/>
              <a:gd name="T66" fmla="*/ 34 w 193"/>
              <a:gd name="T67" fmla="*/ 180 h 188"/>
              <a:gd name="T68" fmla="*/ 34 w 193"/>
              <a:gd name="T6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93" h="188">
                <a:moveTo>
                  <a:pt x="185" y="29"/>
                </a:moveTo>
                <a:cubicBezTo>
                  <a:pt x="186" y="28"/>
                  <a:pt x="186" y="28"/>
                  <a:pt x="186" y="28"/>
                </a:cubicBezTo>
                <a:cubicBezTo>
                  <a:pt x="158" y="0"/>
                  <a:pt x="158" y="0"/>
                  <a:pt x="158" y="0"/>
                </a:cubicBezTo>
                <a:cubicBezTo>
                  <a:pt x="29" y="131"/>
                  <a:pt x="29" y="131"/>
                  <a:pt x="29" y="131"/>
                </a:cubicBezTo>
                <a:cubicBezTo>
                  <a:pt x="28" y="131"/>
                  <a:pt x="28" y="131"/>
                  <a:pt x="28" y="131"/>
                </a:cubicBezTo>
                <a:cubicBezTo>
                  <a:pt x="0" y="188"/>
                  <a:pt x="0" y="188"/>
                  <a:pt x="0" y="188"/>
                </a:cubicBezTo>
                <a:cubicBezTo>
                  <a:pt x="56" y="160"/>
                  <a:pt x="56" y="160"/>
                  <a:pt x="56" y="160"/>
                </a:cubicBezTo>
                <a:cubicBezTo>
                  <a:pt x="180" y="34"/>
                  <a:pt x="180" y="34"/>
                  <a:pt x="180" y="34"/>
                </a:cubicBezTo>
                <a:cubicBezTo>
                  <a:pt x="182" y="37"/>
                  <a:pt x="185" y="42"/>
                  <a:pt x="184" y="47"/>
                </a:cubicBezTo>
                <a:cubicBezTo>
                  <a:pt x="183" y="50"/>
                  <a:pt x="181" y="54"/>
                  <a:pt x="175" y="56"/>
                </a:cubicBezTo>
                <a:cubicBezTo>
                  <a:pt x="171" y="58"/>
                  <a:pt x="168" y="60"/>
                  <a:pt x="165" y="61"/>
                </a:cubicBezTo>
                <a:cubicBezTo>
                  <a:pt x="151" y="68"/>
                  <a:pt x="144" y="71"/>
                  <a:pt x="135" y="86"/>
                </a:cubicBezTo>
                <a:cubicBezTo>
                  <a:pt x="124" y="102"/>
                  <a:pt x="121" y="105"/>
                  <a:pt x="121" y="105"/>
                </a:cubicBezTo>
                <a:cubicBezTo>
                  <a:pt x="127" y="111"/>
                  <a:pt x="127" y="111"/>
                  <a:pt x="127" y="111"/>
                </a:cubicBezTo>
                <a:cubicBezTo>
                  <a:pt x="127" y="111"/>
                  <a:pt x="130" y="107"/>
                  <a:pt x="141" y="90"/>
                </a:cubicBezTo>
                <a:cubicBezTo>
                  <a:pt x="150" y="77"/>
                  <a:pt x="154" y="75"/>
                  <a:pt x="168" y="69"/>
                </a:cubicBezTo>
                <a:cubicBezTo>
                  <a:pt x="171" y="67"/>
                  <a:pt x="175" y="65"/>
                  <a:pt x="179" y="63"/>
                </a:cubicBezTo>
                <a:cubicBezTo>
                  <a:pt x="186" y="60"/>
                  <a:pt x="191" y="54"/>
                  <a:pt x="192" y="48"/>
                </a:cubicBezTo>
                <a:cubicBezTo>
                  <a:pt x="193" y="40"/>
                  <a:pt x="189" y="33"/>
                  <a:pt x="185" y="29"/>
                </a:cubicBezTo>
                <a:close/>
                <a:moveTo>
                  <a:pt x="18" y="170"/>
                </a:moveTo>
                <a:cubicBezTo>
                  <a:pt x="31" y="144"/>
                  <a:pt x="31" y="144"/>
                  <a:pt x="31" y="144"/>
                </a:cubicBezTo>
                <a:cubicBezTo>
                  <a:pt x="43" y="157"/>
                  <a:pt x="43" y="157"/>
                  <a:pt x="43" y="157"/>
                </a:cubicBezTo>
                <a:lnTo>
                  <a:pt x="18" y="170"/>
                </a:lnTo>
                <a:close/>
                <a:moveTo>
                  <a:pt x="51" y="153"/>
                </a:moveTo>
                <a:cubicBezTo>
                  <a:pt x="51" y="153"/>
                  <a:pt x="51" y="153"/>
                  <a:pt x="51" y="153"/>
                </a:cubicBezTo>
                <a:cubicBezTo>
                  <a:pt x="34" y="137"/>
                  <a:pt x="34" y="137"/>
                  <a:pt x="34" y="137"/>
                </a:cubicBezTo>
                <a:cubicBezTo>
                  <a:pt x="35" y="136"/>
                  <a:pt x="35" y="136"/>
                  <a:pt x="35" y="136"/>
                </a:cubicBezTo>
                <a:cubicBezTo>
                  <a:pt x="158" y="11"/>
                  <a:pt x="158" y="11"/>
                  <a:pt x="158" y="11"/>
                </a:cubicBezTo>
                <a:cubicBezTo>
                  <a:pt x="174" y="28"/>
                  <a:pt x="174" y="28"/>
                  <a:pt x="174" y="28"/>
                </a:cubicBezTo>
                <a:lnTo>
                  <a:pt x="51" y="153"/>
                </a:lnTo>
                <a:close/>
                <a:moveTo>
                  <a:pt x="34" y="188"/>
                </a:moveTo>
                <a:cubicBezTo>
                  <a:pt x="165" y="188"/>
                  <a:pt x="165" y="188"/>
                  <a:pt x="165" y="188"/>
                </a:cubicBezTo>
                <a:cubicBezTo>
                  <a:pt x="165" y="180"/>
                  <a:pt x="165" y="180"/>
                  <a:pt x="165" y="180"/>
                </a:cubicBezTo>
                <a:cubicBezTo>
                  <a:pt x="34" y="180"/>
                  <a:pt x="34" y="180"/>
                  <a:pt x="34" y="180"/>
                </a:cubicBezTo>
                <a:lnTo>
                  <a:pt x="34" y="188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474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decel="10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decel="10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4" grpId="0"/>
      <p:bldP spid="65" grpId="0"/>
      <p:bldP spid="68" grpId="0"/>
      <p:bldP spid="63" grpId="0"/>
      <p:bldP spid="36" grpId="0"/>
      <p:bldP spid="37" grpId="0" animBg="1"/>
      <p:bldP spid="38" grpId="0" animBg="1"/>
      <p:bldP spid="49" grpId="0" animBg="1"/>
      <p:bldP spid="54" grpId="0"/>
      <p:bldP spid="55" grpId="0"/>
      <p:bldP spid="56" grpId="0"/>
      <p:bldP spid="59" grpId="0"/>
      <p:bldP spid="51" grpId="0" animBg="1"/>
      <p:bldP spid="43" grpId="0" animBg="1"/>
      <p:bldP spid="2" grpId="0"/>
      <p:bldP spid="8" grpId="0"/>
      <p:bldP spid="11" grpId="0" animBg="1"/>
      <p:bldP spid="13" grpId="0"/>
      <p:bldP spid="14" grpId="0"/>
      <p:bldP spid="18" grpId="0" animBg="1"/>
      <p:bldP spid="19" grpId="0" animBg="1"/>
      <p:bldP spid="20" grpId="0" animBg="1"/>
      <p:bldP spid="21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205A211-BE26-42BF-B4BD-6C61A4F00661}"/>
              </a:ext>
            </a:extLst>
          </p:cNvPr>
          <p:cNvSpPr txBox="1"/>
          <p:nvPr/>
        </p:nvSpPr>
        <p:spPr>
          <a:xfrm>
            <a:off x="167149" y="178873"/>
            <a:ext cx="33527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solidFill>
                  <a:schemeClr val="bg1"/>
                </a:solidFill>
                <a:latin typeface="Nexa Light" panose="02000000000000000000" pitchFamily="50" charset="0"/>
              </a:rPr>
              <a:t>EDA Visuals (Univariate)</a:t>
            </a:r>
            <a:endParaRPr lang="en-GB" sz="4000" dirty="0">
              <a:solidFill>
                <a:schemeClr val="bg1"/>
              </a:solidFill>
              <a:latin typeface="Nexa Bold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CC466-FD28-4D2D-B123-E923A01E49EA}"/>
              </a:ext>
            </a:extLst>
          </p:cNvPr>
          <p:cNvSpPr txBox="1"/>
          <p:nvPr/>
        </p:nvSpPr>
        <p:spPr>
          <a:xfrm>
            <a:off x="167149" y="1779639"/>
            <a:ext cx="4390747" cy="349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en-US" sz="20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Age distribution - </a:t>
            </a:r>
            <a:r>
              <a:rPr lang="en-US" dirty="0">
                <a:solidFill>
                  <a:schemeClr val="bg1"/>
                </a:solidFill>
              </a:rPr>
              <a:t>Individuals aged 55 and above comprise more than half of the dataset, highlighting their significant presence.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Online shopping frequency </a:t>
            </a:r>
            <a:r>
              <a:rPr lang="en-US" dirty="0">
                <a:solidFill>
                  <a:schemeClr val="bg1"/>
                </a:solidFill>
              </a:rPr>
              <a:t>- Regional and income differences influence patterns in online shopping and digital communication.	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7C19A04-59F5-F9B5-57B5-4378A6553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715" y="3251059"/>
            <a:ext cx="5669401" cy="324802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8884E73-6D56-7173-CA69-0E5716814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99" y="178873"/>
            <a:ext cx="5651917" cy="288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646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5650C-0CF3-6925-D445-D554CA60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F9C7AB-CBAE-95BD-9124-79F4D6977BFA}"/>
              </a:ext>
            </a:extLst>
          </p:cNvPr>
          <p:cNvSpPr txBox="1"/>
          <p:nvPr/>
        </p:nvSpPr>
        <p:spPr>
          <a:xfrm>
            <a:off x="235975" y="304801"/>
            <a:ext cx="42905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solidFill>
                  <a:schemeClr val="bg1"/>
                </a:solidFill>
                <a:latin typeface="Nexa Light" panose="02000000000000000000" pitchFamily="50" charset="0"/>
              </a:rPr>
              <a:t>EDA Visuals (Bivariate)</a:t>
            </a:r>
            <a:endParaRPr lang="en-GB" sz="4000" dirty="0">
              <a:solidFill>
                <a:schemeClr val="bg1"/>
              </a:solidFill>
              <a:latin typeface="Nexa Bold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A1350-2DAF-CBAF-4EE4-343462A9E67E}"/>
              </a:ext>
            </a:extLst>
          </p:cNvPr>
          <p:cNvSpPr txBox="1"/>
          <p:nvPr/>
        </p:nvSpPr>
        <p:spPr>
          <a:xfrm>
            <a:off x="235974" y="1986116"/>
            <a:ext cx="5496232" cy="3003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Age vs Online Contact Frequency</a:t>
            </a:r>
            <a:r>
              <a:rPr lang="en-US" sz="2000" b="1" dirty="0">
                <a:solidFill>
                  <a:schemeClr val="bg1"/>
                </a:solidFill>
              </a:rPr>
              <a:t> - </a:t>
            </a:r>
            <a:r>
              <a:rPr lang="en-US" dirty="0">
                <a:solidFill>
                  <a:schemeClr val="bg1"/>
                </a:solidFill>
              </a:rPr>
              <a:t>Everyday digital communication is most common among:</a:t>
            </a:r>
          </a:p>
          <a:p>
            <a:r>
              <a:rPr lang="en-US" dirty="0">
                <a:solidFill>
                  <a:schemeClr val="bg1"/>
                </a:solidFill>
              </a:rPr>
              <a:t>       25–34 years  </a:t>
            </a:r>
          </a:p>
          <a:p>
            <a:r>
              <a:rPr lang="en-US" dirty="0">
                <a:solidFill>
                  <a:schemeClr val="bg1"/>
                </a:solidFill>
              </a:rPr>
              <a:t>       35–44 years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Age vs Online Emotional Impact(Anxiety/Envy )- </a:t>
            </a:r>
            <a:r>
              <a:rPr lang="en-US" dirty="0">
                <a:solidFill>
                  <a:schemeClr val="bg1"/>
                </a:solidFill>
              </a:rPr>
              <a:t>Younger adults aged 15-34 report higher anxiety and envy from social media compared to older groups</a:t>
            </a:r>
            <a:r>
              <a:rPr lang="en-US" dirty="0"/>
              <a:t>. 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08BF3C2-DB38-C62D-BA40-B69D770FA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79" y="85398"/>
            <a:ext cx="5654306" cy="308568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B7F468A-CFDC-24A0-CF8F-54F0A597F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837" y="3383391"/>
            <a:ext cx="5663348" cy="309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393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20036-3574-C488-8D91-AE93C666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65D3B8B-CC81-D3EC-A8F1-1168FF2C7E2D}"/>
              </a:ext>
            </a:extLst>
          </p:cNvPr>
          <p:cNvSpPr txBox="1"/>
          <p:nvPr/>
        </p:nvSpPr>
        <p:spPr>
          <a:xfrm>
            <a:off x="448516" y="452285"/>
            <a:ext cx="4025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solidFill>
                  <a:schemeClr val="bg1"/>
                </a:solidFill>
                <a:latin typeface="Nexa Light" panose="02000000000000000000" pitchFamily="50" charset="0"/>
              </a:rPr>
              <a:t>EDA Visuals (Heatmap)</a:t>
            </a:r>
            <a:endParaRPr lang="en-GB" sz="4000" dirty="0">
              <a:solidFill>
                <a:schemeClr val="bg1"/>
              </a:solidFill>
              <a:latin typeface="Nexa Bold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7C47AE-2A56-B3C0-E7BD-25CC6B8AB4DA}"/>
              </a:ext>
            </a:extLst>
          </p:cNvPr>
          <p:cNvSpPr txBox="1"/>
          <p:nvPr/>
        </p:nvSpPr>
        <p:spPr>
          <a:xfrm>
            <a:off x="275303" y="2025445"/>
            <a:ext cx="431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</a:rPr>
              <a:t>Heatmaps: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Contact Frequency vs Relationship -</a:t>
            </a:r>
            <a:r>
              <a:rPr lang="en-US" sz="2000" b="1" dirty="0">
                <a:solidFill>
                  <a:schemeClr val="bg1"/>
                </a:solidFill>
              </a:rPr>
              <a:t>Satisfaction - </a:t>
            </a:r>
            <a:r>
              <a:rPr lang="en-US" dirty="0">
                <a:solidFill>
                  <a:schemeClr val="bg1"/>
                </a:solidFill>
              </a:rPr>
              <a:t>People who talk online everyday have a strong cluster in completely satisfied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Age vs Social Media Interference with Life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4329FDC-363E-2349-AD66-A024B0BA7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102" y="3802438"/>
            <a:ext cx="5368413" cy="283657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B35FBD6-9028-0A3A-47B1-253366018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102" y="136790"/>
            <a:ext cx="5368413" cy="34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353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D230-365C-5F8A-8B73-DC7640A2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C7EFC5-BFBA-DF2B-674D-AB87AD4CB067}"/>
              </a:ext>
            </a:extLst>
          </p:cNvPr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D01BBB-3DF0-807A-F363-7DEFA938D9A1}"/>
              </a:ext>
            </a:extLst>
          </p:cNvPr>
          <p:cNvSpPr txBox="1"/>
          <p:nvPr/>
        </p:nvSpPr>
        <p:spPr>
          <a:xfrm>
            <a:off x="211355" y="652737"/>
            <a:ext cx="407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Nexa Light" panose="02000000000000000000" pitchFamily="50" charset="0"/>
              </a:rPr>
              <a:t>Dashboard 1 Overview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A78BB3-AF7D-5ECF-E719-CB7704F391E5}"/>
              </a:ext>
            </a:extLst>
          </p:cNvPr>
          <p:cNvSpPr txBox="1"/>
          <p:nvPr/>
        </p:nvSpPr>
        <p:spPr>
          <a:xfrm>
            <a:off x="179948" y="2266124"/>
            <a:ext cx="3431932" cy="2729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6.26% whose online activity interferes with relationships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16.5% experiencing negative emotions due to online use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17.7 % whose online activity interferes with daily life</a:t>
            </a:r>
            <a:endParaRPr lang="en-GB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pic>
        <p:nvPicPr>
          <p:cNvPr id="2" name="slide2" descr="Dashboard_1">
            <a:extLst>
              <a:ext uri="{FF2B5EF4-FFF2-40B4-BE49-F238E27FC236}">
                <a16:creationId xmlns:a16="http://schemas.microsoft.com/office/drawing/2014/main" id="{392D155E-C9B8-45B0-BDB4-2D569DED4B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" t="-355"/>
          <a:stretch>
            <a:fillRect/>
          </a:stretch>
        </p:blipFill>
        <p:spPr>
          <a:xfrm>
            <a:off x="3703320" y="-15240"/>
            <a:ext cx="8488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766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A29D7-4253-057C-1AF5-EF4B61A9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92EE7-FB77-A4C1-2154-A0FC2E3FF623}"/>
              </a:ext>
            </a:extLst>
          </p:cNvPr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98130-B022-5838-D9A9-E3D5DF1ADD32}"/>
              </a:ext>
            </a:extLst>
          </p:cNvPr>
          <p:cNvSpPr txBox="1"/>
          <p:nvPr/>
        </p:nvSpPr>
        <p:spPr>
          <a:xfrm>
            <a:off x="211355" y="652737"/>
            <a:ext cx="407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Nexa Light" panose="02000000000000000000" pitchFamily="50" charset="0"/>
              </a:rPr>
              <a:t>Dashboard 2 Overview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2F1DC-DD6C-0B4A-3988-D1349D80411D}"/>
              </a:ext>
            </a:extLst>
          </p:cNvPr>
          <p:cNvSpPr txBox="1"/>
          <p:nvPr/>
        </p:nvSpPr>
        <p:spPr>
          <a:xfrm>
            <a:off x="179948" y="2266124"/>
            <a:ext cx="2837572" cy="3726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50.2% says they are aware of AI presence in Emails and chatbots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68.4% of Canadians have made at least one online purchase.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39.5% says that they try to keep in touch with friends online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5C00E0-3062-34F8-755A-3EAF313B2A23}"/>
              </a:ext>
            </a:extLst>
          </p:cNvPr>
          <p:cNvSpPr/>
          <p:nvPr/>
        </p:nvSpPr>
        <p:spPr>
          <a:xfrm>
            <a:off x="485675" y="4862480"/>
            <a:ext cx="1144015" cy="34032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>
                <a:latin typeface="Nexa Light" panose="02000000000000000000" pitchFamily="50" charset="0"/>
              </a:rPr>
              <a:t>Next</a:t>
            </a:r>
            <a:endParaRPr lang="en-GB" sz="1400" dirty="0">
              <a:latin typeface="Nexa Light" panose="02000000000000000000" pitchFamily="50" charset="0"/>
            </a:endParaRPr>
          </a:p>
        </p:txBody>
      </p:sp>
      <p:pic>
        <p:nvPicPr>
          <p:cNvPr id="5" name="slide2" descr="Dashboard_ 2">
            <a:extLst>
              <a:ext uri="{FF2B5EF4-FFF2-40B4-BE49-F238E27FC236}">
                <a16:creationId xmlns:a16="http://schemas.microsoft.com/office/drawing/2014/main" id="{74B3927B-896F-4940-9B5A-351BC16D1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" r="-1"/>
          <a:stretch>
            <a:fillRect/>
          </a:stretch>
        </p:blipFill>
        <p:spPr>
          <a:xfrm>
            <a:off x="3676650" y="0"/>
            <a:ext cx="851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25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49B1-3906-448D-23D0-893778DC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2EE466C-6A24-88DE-D8AA-4969EE218A70}"/>
              </a:ext>
            </a:extLst>
          </p:cNvPr>
          <p:cNvGrpSpPr/>
          <p:nvPr/>
        </p:nvGrpSpPr>
        <p:grpSpPr>
          <a:xfrm>
            <a:off x="6543605" y="1256071"/>
            <a:ext cx="4718755" cy="734945"/>
            <a:chOff x="6543605" y="3084871"/>
            <a:chExt cx="4718755" cy="73494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23859BA-3252-4DCC-23B6-DF39BCBAF09B}"/>
                </a:ext>
              </a:extLst>
            </p:cNvPr>
            <p:cNvSpPr txBox="1"/>
            <p:nvPr/>
          </p:nvSpPr>
          <p:spPr>
            <a:xfrm>
              <a:off x="7168630" y="3084871"/>
              <a:ext cx="4093730" cy="734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25–44 age group shows highest emotional impact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C733A1C-2303-C2B7-35BA-980510144DC2}"/>
                </a:ext>
              </a:extLst>
            </p:cNvPr>
            <p:cNvSpPr/>
            <p:nvPr/>
          </p:nvSpPr>
          <p:spPr>
            <a:xfrm>
              <a:off x="6543605" y="3104535"/>
              <a:ext cx="496202" cy="4962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+mj-lt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85C1694-6A68-28F6-7C64-4E1389BAB76B}"/>
                </a:ext>
              </a:extLst>
            </p:cNvPr>
            <p:cNvSpPr txBox="1"/>
            <p:nvPr/>
          </p:nvSpPr>
          <p:spPr>
            <a:xfrm>
              <a:off x="6568454" y="3214137"/>
              <a:ext cx="44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01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6147AD1-CD4A-29CF-0667-EF8619ECB82C}"/>
              </a:ext>
            </a:extLst>
          </p:cNvPr>
          <p:cNvGrpSpPr/>
          <p:nvPr/>
        </p:nvGrpSpPr>
        <p:grpSpPr>
          <a:xfrm>
            <a:off x="6543605" y="1969040"/>
            <a:ext cx="4985455" cy="734945"/>
            <a:chOff x="6543605" y="3797840"/>
            <a:chExt cx="4985455" cy="73494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3E0584E-7BD5-5D58-A3DD-AA404A92B087}"/>
                </a:ext>
              </a:extLst>
            </p:cNvPr>
            <p:cNvSpPr txBox="1"/>
            <p:nvPr/>
          </p:nvSpPr>
          <p:spPr>
            <a:xfrm>
              <a:off x="7168630" y="3797840"/>
              <a:ext cx="4360430" cy="734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Online interference with daily life peaks among mid-life adults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FF96893-D082-BAEC-FC53-E3E3735E280D}"/>
                </a:ext>
              </a:extLst>
            </p:cNvPr>
            <p:cNvSpPr/>
            <p:nvPr/>
          </p:nvSpPr>
          <p:spPr>
            <a:xfrm>
              <a:off x="6543605" y="3817504"/>
              <a:ext cx="496202" cy="4962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+mj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A8B8B73-8536-AAD0-D532-AEEB53A974D3}"/>
                </a:ext>
              </a:extLst>
            </p:cNvPr>
            <p:cNvSpPr txBox="1"/>
            <p:nvPr/>
          </p:nvSpPr>
          <p:spPr>
            <a:xfrm>
              <a:off x="6568454" y="3927106"/>
              <a:ext cx="44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02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4F5407D-B421-0F6F-1CD6-3C0A213E02F8}"/>
              </a:ext>
            </a:extLst>
          </p:cNvPr>
          <p:cNvGrpSpPr/>
          <p:nvPr/>
        </p:nvGrpSpPr>
        <p:grpSpPr>
          <a:xfrm>
            <a:off x="6543605" y="2682009"/>
            <a:ext cx="4985455" cy="1067343"/>
            <a:chOff x="6543605" y="4510809"/>
            <a:chExt cx="4985455" cy="1067343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4CDCDEF-51F8-8EC8-B072-CC2484D807CC}"/>
                </a:ext>
              </a:extLst>
            </p:cNvPr>
            <p:cNvSpPr txBox="1"/>
            <p:nvPr/>
          </p:nvSpPr>
          <p:spPr>
            <a:xfrm>
              <a:off x="7168630" y="4510809"/>
              <a:ext cx="4360430" cy="1067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6–17% of Canadians report emotional or life disruption</a:t>
              </a:r>
            </a:p>
            <a:p>
              <a:pPr>
                <a:lnSpc>
                  <a:spcPct val="120000"/>
                </a:lnSpc>
              </a:pP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7D7C7B0-F2E2-B186-062C-31E6A2E61DC0}"/>
                </a:ext>
              </a:extLst>
            </p:cNvPr>
            <p:cNvSpPr/>
            <p:nvPr/>
          </p:nvSpPr>
          <p:spPr>
            <a:xfrm>
              <a:off x="6543605" y="4530473"/>
              <a:ext cx="496202" cy="4962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+mj-lt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BA82434-7B0F-6610-E9F2-99EE758D39B7}"/>
                </a:ext>
              </a:extLst>
            </p:cNvPr>
            <p:cNvSpPr txBox="1"/>
            <p:nvPr/>
          </p:nvSpPr>
          <p:spPr>
            <a:xfrm>
              <a:off x="6568454" y="4640075"/>
              <a:ext cx="44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03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EAA9CF-9DD7-1FEA-0471-FE4CD4A80AE1}"/>
              </a:ext>
            </a:extLst>
          </p:cNvPr>
          <p:cNvGrpSpPr/>
          <p:nvPr/>
        </p:nvGrpSpPr>
        <p:grpSpPr>
          <a:xfrm>
            <a:off x="6543605" y="3380230"/>
            <a:ext cx="4635672" cy="849181"/>
            <a:chOff x="6543605" y="5209030"/>
            <a:chExt cx="4505395" cy="106734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4BE2CDA-8687-2762-F89C-A73F5A5B8D23}"/>
                </a:ext>
              </a:extLst>
            </p:cNvPr>
            <p:cNvSpPr txBox="1"/>
            <p:nvPr/>
          </p:nvSpPr>
          <p:spPr>
            <a:xfrm>
              <a:off x="7168630" y="5209030"/>
              <a:ext cx="3880370" cy="1067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Older adults use digital contact heavily — but feel less emotional strain</a:t>
              </a:r>
            </a:p>
            <a:p>
              <a:pPr>
                <a:lnSpc>
                  <a:spcPct val="120000"/>
                </a:lnSpc>
              </a:pP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6490237-1652-87A0-4EE1-F840CF6AB38A}"/>
                </a:ext>
              </a:extLst>
            </p:cNvPr>
            <p:cNvGrpSpPr/>
            <p:nvPr/>
          </p:nvGrpSpPr>
          <p:grpSpPr>
            <a:xfrm>
              <a:off x="6543605" y="5228694"/>
              <a:ext cx="496202" cy="496202"/>
              <a:chOff x="7648264" y="4451144"/>
              <a:chExt cx="496202" cy="496202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434250E-B5EC-F421-5CBE-2E79430A8750}"/>
                  </a:ext>
                </a:extLst>
              </p:cNvPr>
              <p:cNvSpPr/>
              <p:nvPr/>
            </p:nvSpPr>
            <p:spPr>
              <a:xfrm>
                <a:off x="7648264" y="4451144"/>
                <a:ext cx="496202" cy="49620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+mj-lt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7CEEFA0-F594-B87F-1139-58CAE8BB3165}"/>
                  </a:ext>
                </a:extLst>
              </p:cNvPr>
              <p:cNvSpPr txBox="1"/>
              <p:nvPr/>
            </p:nvSpPr>
            <p:spPr>
              <a:xfrm>
                <a:off x="7673113" y="4474734"/>
                <a:ext cx="433258" cy="42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+mj-lt"/>
                    <a:cs typeface="Catamaran Bold" panose="00000800000000000000" pitchFamily="2" charset="0"/>
                  </a:rPr>
                  <a:t>04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3B595E7-DC60-3CA8-BC4D-6BA47AF29594}"/>
              </a:ext>
            </a:extLst>
          </p:cNvPr>
          <p:cNvGrpSpPr/>
          <p:nvPr/>
        </p:nvGrpSpPr>
        <p:grpSpPr>
          <a:xfrm>
            <a:off x="1404216" y="1126714"/>
            <a:ext cx="4370200" cy="4542724"/>
            <a:chOff x="1404216" y="1126714"/>
            <a:chExt cx="4370200" cy="454272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0C54CA9-343E-D2CB-DE42-B1A5C46AF6A6}"/>
                </a:ext>
              </a:extLst>
            </p:cNvPr>
            <p:cNvSpPr/>
            <p:nvPr/>
          </p:nvSpPr>
          <p:spPr>
            <a:xfrm>
              <a:off x="2290137" y="1908723"/>
              <a:ext cx="2702268" cy="2702256"/>
            </a:xfrm>
            <a:prstGeom prst="ellipse">
              <a:avLst/>
            </a:prstGeom>
            <a:noFill/>
            <a:ln w="9525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EBC158C-189E-B9FA-AE7A-A3F1D98D9BA6}"/>
                </a:ext>
              </a:extLst>
            </p:cNvPr>
            <p:cNvSpPr/>
            <p:nvPr/>
          </p:nvSpPr>
          <p:spPr>
            <a:xfrm>
              <a:off x="1908294" y="1526883"/>
              <a:ext cx="3465954" cy="3465937"/>
            </a:xfrm>
            <a:prstGeom prst="ellipse">
              <a:avLst/>
            </a:prstGeom>
            <a:noFill/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D62F0EC-92AD-2BE8-12AF-89B0CAE1CF83}"/>
                </a:ext>
              </a:extLst>
            </p:cNvPr>
            <p:cNvSpPr/>
            <p:nvPr/>
          </p:nvSpPr>
          <p:spPr>
            <a:xfrm>
              <a:off x="1508126" y="1126714"/>
              <a:ext cx="4266290" cy="4266274"/>
            </a:xfrm>
            <a:prstGeom prst="ellipse">
              <a:avLst/>
            </a:prstGeom>
            <a:noFill/>
            <a:ln w="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7569C78-76AC-C65B-E86C-B3B7ABC6AA35}"/>
                </a:ext>
              </a:extLst>
            </p:cNvPr>
            <p:cNvSpPr/>
            <p:nvPr/>
          </p:nvSpPr>
          <p:spPr>
            <a:xfrm>
              <a:off x="5075723" y="3528524"/>
              <a:ext cx="554529" cy="55452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57C5FD8-86F5-041A-7F3D-7A4084212F52}"/>
                </a:ext>
              </a:extLst>
            </p:cNvPr>
            <p:cNvSpPr/>
            <p:nvPr/>
          </p:nvSpPr>
          <p:spPr>
            <a:xfrm>
              <a:off x="2326164" y="4400404"/>
              <a:ext cx="315308" cy="3153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1CB7AFE-786D-C306-3DE8-3B811D0434FF}"/>
                </a:ext>
              </a:extLst>
            </p:cNvPr>
            <p:cNvSpPr/>
            <p:nvPr/>
          </p:nvSpPr>
          <p:spPr>
            <a:xfrm>
              <a:off x="3776955" y="5060977"/>
              <a:ext cx="608461" cy="6084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D057527-2567-AABD-98FA-4181CC50B191}"/>
                </a:ext>
              </a:extLst>
            </p:cNvPr>
            <p:cNvSpPr/>
            <p:nvPr/>
          </p:nvSpPr>
          <p:spPr>
            <a:xfrm>
              <a:off x="1404216" y="1985833"/>
              <a:ext cx="680046" cy="68004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9306656-BE87-4BD1-16C3-C030FD9D57A3}"/>
                </a:ext>
              </a:extLst>
            </p:cNvPr>
            <p:cNvSpPr/>
            <p:nvPr/>
          </p:nvSpPr>
          <p:spPr>
            <a:xfrm>
              <a:off x="4696109" y="1242243"/>
              <a:ext cx="608461" cy="60846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B7F37CF-D261-9B97-3127-182CC7CD7D72}"/>
                </a:ext>
              </a:extLst>
            </p:cNvPr>
            <p:cNvSpPr/>
            <p:nvPr/>
          </p:nvSpPr>
          <p:spPr>
            <a:xfrm>
              <a:off x="3092078" y="1429784"/>
              <a:ext cx="376454" cy="3764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1EA92B1-EC3A-2B58-A4C5-8EAA36F4787B}"/>
                </a:ext>
              </a:extLst>
            </p:cNvPr>
            <p:cNvSpPr/>
            <p:nvPr/>
          </p:nvSpPr>
          <p:spPr>
            <a:xfrm>
              <a:off x="1701099" y="3384962"/>
              <a:ext cx="554529" cy="55452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5ED0178-66D0-5DF4-BC80-6115EC2B9B5C}"/>
                </a:ext>
              </a:extLst>
            </p:cNvPr>
            <p:cNvSpPr/>
            <p:nvPr/>
          </p:nvSpPr>
          <p:spPr>
            <a:xfrm>
              <a:off x="4677615" y="2443097"/>
              <a:ext cx="445561" cy="44556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085A838-92B0-E8DF-239F-7E5EBD8158AB}"/>
                </a:ext>
              </a:extLst>
            </p:cNvPr>
            <p:cNvSpPr/>
            <p:nvPr/>
          </p:nvSpPr>
          <p:spPr>
            <a:xfrm>
              <a:off x="2741439" y="2359851"/>
              <a:ext cx="1799664" cy="1800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>
              <a:outerShdw blurRad="914400" dist="419100" dir="2700000" sx="74000" sy="74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8B7BA57-8902-393F-B5BE-E7D3FEA34AC0}"/>
                </a:ext>
              </a:extLst>
            </p:cNvPr>
            <p:cNvSpPr txBox="1"/>
            <p:nvPr/>
          </p:nvSpPr>
          <p:spPr>
            <a:xfrm>
              <a:off x="2587947" y="2562961"/>
              <a:ext cx="1875107" cy="1421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3600" b="1" dirty="0">
                  <a:solidFill>
                    <a:schemeClr val="accent1"/>
                  </a:solidFill>
                  <a:latin typeface="+mj-lt"/>
                </a:rPr>
                <a:t>Key Insights</a:t>
              </a:r>
              <a:endPara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57BF500B-C1F6-464F-9DE3-86D8F145B6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1683" y="2193299"/>
              <a:ext cx="265113" cy="265113"/>
            </a:xfrm>
            <a:custGeom>
              <a:avLst/>
              <a:gdLst>
                <a:gd name="T0" fmla="*/ 36 w 183"/>
                <a:gd name="T1" fmla="*/ 41 h 183"/>
                <a:gd name="T2" fmla="*/ 30 w 183"/>
                <a:gd name="T3" fmla="*/ 36 h 183"/>
                <a:gd name="T4" fmla="*/ 33 w 183"/>
                <a:gd name="T5" fmla="*/ 90 h 183"/>
                <a:gd name="T6" fmla="*/ 38 w 183"/>
                <a:gd name="T7" fmla="*/ 84 h 183"/>
                <a:gd name="T8" fmla="*/ 36 w 183"/>
                <a:gd name="T9" fmla="*/ 41 h 183"/>
                <a:gd name="T10" fmla="*/ 129 w 183"/>
                <a:gd name="T11" fmla="*/ 107 h 183"/>
                <a:gd name="T12" fmla="*/ 120 w 183"/>
                <a:gd name="T13" fmla="*/ 115 h 183"/>
                <a:gd name="T14" fmla="*/ 103 w 183"/>
                <a:gd name="T15" fmla="*/ 98 h 183"/>
                <a:gd name="T16" fmla="*/ 101 w 183"/>
                <a:gd name="T17" fmla="*/ 22 h 183"/>
                <a:gd name="T18" fmla="*/ 21 w 183"/>
                <a:gd name="T19" fmla="*/ 22 h 183"/>
                <a:gd name="T20" fmla="*/ 21 w 183"/>
                <a:gd name="T21" fmla="*/ 101 h 183"/>
                <a:gd name="T22" fmla="*/ 98 w 183"/>
                <a:gd name="T23" fmla="*/ 104 h 183"/>
                <a:gd name="T24" fmla="*/ 115 w 183"/>
                <a:gd name="T25" fmla="*/ 121 h 183"/>
                <a:gd name="T26" fmla="*/ 106 w 183"/>
                <a:gd name="T27" fmla="*/ 129 h 183"/>
                <a:gd name="T28" fmla="*/ 160 w 183"/>
                <a:gd name="T29" fmla="*/ 183 h 183"/>
                <a:gd name="T30" fmla="*/ 183 w 183"/>
                <a:gd name="T31" fmla="*/ 160 h 183"/>
                <a:gd name="T32" fmla="*/ 129 w 183"/>
                <a:gd name="T33" fmla="*/ 107 h 183"/>
                <a:gd name="T34" fmla="*/ 95 w 183"/>
                <a:gd name="T35" fmla="*/ 95 h 183"/>
                <a:gd name="T36" fmla="*/ 95 w 183"/>
                <a:gd name="T37" fmla="*/ 95 h 183"/>
                <a:gd name="T38" fmla="*/ 27 w 183"/>
                <a:gd name="T39" fmla="*/ 95 h 183"/>
                <a:gd name="T40" fmla="*/ 27 w 183"/>
                <a:gd name="T41" fmla="*/ 27 h 183"/>
                <a:gd name="T42" fmla="*/ 95 w 183"/>
                <a:gd name="T43" fmla="*/ 27 h 183"/>
                <a:gd name="T44" fmla="*/ 95 w 183"/>
                <a:gd name="T45" fmla="*/ 95 h 183"/>
                <a:gd name="T46" fmla="*/ 118 w 183"/>
                <a:gd name="T47" fmla="*/ 129 h 183"/>
                <a:gd name="T48" fmla="*/ 129 w 183"/>
                <a:gd name="T49" fmla="*/ 118 h 183"/>
                <a:gd name="T50" fmla="*/ 171 w 183"/>
                <a:gd name="T51" fmla="*/ 160 h 183"/>
                <a:gd name="T52" fmla="*/ 160 w 183"/>
                <a:gd name="T53" fmla="*/ 172 h 183"/>
                <a:gd name="T54" fmla="*/ 118 w 183"/>
                <a:gd name="T55" fmla="*/ 12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3" h="183">
                  <a:moveTo>
                    <a:pt x="36" y="41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17" y="52"/>
                    <a:pt x="18" y="75"/>
                    <a:pt x="33" y="90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27" y="72"/>
                    <a:pt x="26" y="54"/>
                    <a:pt x="36" y="41"/>
                  </a:cubicBezTo>
                  <a:close/>
                  <a:moveTo>
                    <a:pt x="129" y="107"/>
                  </a:moveTo>
                  <a:cubicBezTo>
                    <a:pt x="120" y="115"/>
                    <a:pt x="120" y="115"/>
                    <a:pt x="120" y="115"/>
                  </a:cubicBezTo>
                  <a:cubicBezTo>
                    <a:pt x="103" y="98"/>
                    <a:pt x="103" y="98"/>
                    <a:pt x="103" y="98"/>
                  </a:cubicBezTo>
                  <a:cubicBezTo>
                    <a:pt x="122" y="76"/>
                    <a:pt x="121" y="43"/>
                    <a:pt x="101" y="22"/>
                  </a:cubicBezTo>
                  <a:cubicBezTo>
                    <a:pt x="79" y="0"/>
                    <a:pt x="43" y="0"/>
                    <a:pt x="21" y="22"/>
                  </a:cubicBezTo>
                  <a:cubicBezTo>
                    <a:pt x="0" y="44"/>
                    <a:pt x="0" y="79"/>
                    <a:pt x="21" y="101"/>
                  </a:cubicBezTo>
                  <a:cubicBezTo>
                    <a:pt x="42" y="122"/>
                    <a:pt x="76" y="123"/>
                    <a:pt x="98" y="104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06" y="129"/>
                    <a:pt x="106" y="129"/>
                    <a:pt x="106" y="129"/>
                  </a:cubicBezTo>
                  <a:cubicBezTo>
                    <a:pt x="160" y="183"/>
                    <a:pt x="160" y="183"/>
                    <a:pt x="160" y="183"/>
                  </a:cubicBezTo>
                  <a:cubicBezTo>
                    <a:pt x="183" y="160"/>
                    <a:pt x="183" y="160"/>
                    <a:pt x="183" y="160"/>
                  </a:cubicBezTo>
                  <a:lnTo>
                    <a:pt x="129" y="107"/>
                  </a:lnTo>
                  <a:close/>
                  <a:moveTo>
                    <a:pt x="95" y="95"/>
                  </a:moveTo>
                  <a:cubicBezTo>
                    <a:pt x="95" y="95"/>
                    <a:pt x="95" y="95"/>
                    <a:pt x="95" y="95"/>
                  </a:cubicBezTo>
                  <a:cubicBezTo>
                    <a:pt x="76" y="114"/>
                    <a:pt x="46" y="114"/>
                    <a:pt x="27" y="95"/>
                  </a:cubicBezTo>
                  <a:cubicBezTo>
                    <a:pt x="8" y="77"/>
                    <a:pt x="8" y="46"/>
                    <a:pt x="27" y="27"/>
                  </a:cubicBezTo>
                  <a:cubicBezTo>
                    <a:pt x="46" y="9"/>
                    <a:pt x="76" y="9"/>
                    <a:pt x="95" y="27"/>
                  </a:cubicBezTo>
                  <a:cubicBezTo>
                    <a:pt x="114" y="46"/>
                    <a:pt x="114" y="77"/>
                    <a:pt x="95" y="95"/>
                  </a:cubicBezTo>
                  <a:close/>
                  <a:moveTo>
                    <a:pt x="118" y="129"/>
                  </a:moveTo>
                  <a:cubicBezTo>
                    <a:pt x="129" y="118"/>
                    <a:pt x="129" y="118"/>
                    <a:pt x="129" y="118"/>
                  </a:cubicBezTo>
                  <a:cubicBezTo>
                    <a:pt x="171" y="160"/>
                    <a:pt x="171" y="160"/>
                    <a:pt x="171" y="160"/>
                  </a:cubicBezTo>
                  <a:cubicBezTo>
                    <a:pt x="160" y="172"/>
                    <a:pt x="160" y="172"/>
                    <a:pt x="160" y="172"/>
                  </a:cubicBezTo>
                  <a:lnTo>
                    <a:pt x="118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7DF38DB9-AF3A-2D50-7988-B27E352498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8826" y="3708681"/>
              <a:ext cx="268323" cy="194215"/>
            </a:xfrm>
            <a:custGeom>
              <a:avLst/>
              <a:gdLst>
                <a:gd name="T0" fmla="*/ 195 w 210"/>
                <a:gd name="T1" fmla="*/ 73 h 152"/>
                <a:gd name="T2" fmla="*/ 197 w 210"/>
                <a:gd name="T3" fmla="*/ 72 h 152"/>
                <a:gd name="T4" fmla="*/ 71 w 210"/>
                <a:gd name="T5" fmla="*/ 0 h 152"/>
                <a:gd name="T6" fmla="*/ 16 w 210"/>
                <a:gd name="T7" fmla="*/ 24 h 152"/>
                <a:gd name="T8" fmla="*/ 16 w 210"/>
                <a:gd name="T9" fmla="*/ 24 h 152"/>
                <a:gd name="T10" fmla="*/ 0 w 210"/>
                <a:gd name="T11" fmla="*/ 60 h 152"/>
                <a:gd name="T12" fmla="*/ 140 w 210"/>
                <a:gd name="T13" fmla="*/ 152 h 152"/>
                <a:gd name="T14" fmla="*/ 210 w 210"/>
                <a:gd name="T15" fmla="*/ 95 h 152"/>
                <a:gd name="T16" fmla="*/ 195 w 210"/>
                <a:gd name="T17" fmla="*/ 73 h 152"/>
                <a:gd name="T18" fmla="*/ 70 w 210"/>
                <a:gd name="T19" fmla="*/ 8 h 152"/>
                <a:gd name="T20" fmla="*/ 183 w 210"/>
                <a:gd name="T21" fmla="*/ 72 h 152"/>
                <a:gd name="T22" fmla="*/ 147 w 210"/>
                <a:gd name="T23" fmla="*/ 96 h 152"/>
                <a:gd name="T24" fmla="*/ 31 w 210"/>
                <a:gd name="T25" fmla="*/ 24 h 152"/>
                <a:gd name="T26" fmla="*/ 70 w 210"/>
                <a:gd name="T27" fmla="*/ 8 h 152"/>
                <a:gd name="T28" fmla="*/ 10 w 210"/>
                <a:gd name="T29" fmla="*/ 57 h 152"/>
                <a:gd name="T30" fmla="*/ 22 w 210"/>
                <a:gd name="T31" fmla="*/ 28 h 152"/>
                <a:gd name="T32" fmla="*/ 144 w 210"/>
                <a:gd name="T33" fmla="*/ 103 h 152"/>
                <a:gd name="T34" fmla="*/ 140 w 210"/>
                <a:gd name="T35" fmla="*/ 144 h 152"/>
                <a:gd name="T36" fmla="*/ 10 w 210"/>
                <a:gd name="T37" fmla="*/ 57 h 152"/>
                <a:gd name="T38" fmla="*/ 151 w 210"/>
                <a:gd name="T39" fmla="*/ 103 h 152"/>
                <a:gd name="T40" fmla="*/ 188 w 210"/>
                <a:gd name="T41" fmla="*/ 76 h 152"/>
                <a:gd name="T42" fmla="*/ 200 w 210"/>
                <a:gd name="T43" fmla="*/ 95 h 152"/>
                <a:gd name="T44" fmla="*/ 147 w 210"/>
                <a:gd name="T45" fmla="*/ 137 h 152"/>
                <a:gd name="T46" fmla="*/ 151 w 210"/>
                <a:gd name="T47" fmla="*/ 10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0" h="152">
                  <a:moveTo>
                    <a:pt x="195" y="73"/>
                  </a:moveTo>
                  <a:lnTo>
                    <a:pt x="197" y="72"/>
                  </a:lnTo>
                  <a:lnTo>
                    <a:pt x="71" y="0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0" y="60"/>
                  </a:lnTo>
                  <a:lnTo>
                    <a:pt x="140" y="152"/>
                  </a:lnTo>
                  <a:lnTo>
                    <a:pt x="210" y="95"/>
                  </a:lnTo>
                  <a:lnTo>
                    <a:pt x="195" y="73"/>
                  </a:lnTo>
                  <a:close/>
                  <a:moveTo>
                    <a:pt x="70" y="8"/>
                  </a:moveTo>
                  <a:lnTo>
                    <a:pt x="183" y="72"/>
                  </a:lnTo>
                  <a:lnTo>
                    <a:pt x="147" y="96"/>
                  </a:lnTo>
                  <a:lnTo>
                    <a:pt x="31" y="24"/>
                  </a:lnTo>
                  <a:lnTo>
                    <a:pt x="70" y="8"/>
                  </a:lnTo>
                  <a:close/>
                  <a:moveTo>
                    <a:pt x="10" y="57"/>
                  </a:moveTo>
                  <a:lnTo>
                    <a:pt x="22" y="28"/>
                  </a:lnTo>
                  <a:lnTo>
                    <a:pt x="144" y="103"/>
                  </a:lnTo>
                  <a:lnTo>
                    <a:pt x="140" y="144"/>
                  </a:lnTo>
                  <a:lnTo>
                    <a:pt x="10" y="57"/>
                  </a:lnTo>
                  <a:close/>
                  <a:moveTo>
                    <a:pt x="151" y="103"/>
                  </a:moveTo>
                  <a:lnTo>
                    <a:pt x="188" y="76"/>
                  </a:lnTo>
                  <a:lnTo>
                    <a:pt x="200" y="95"/>
                  </a:lnTo>
                  <a:lnTo>
                    <a:pt x="147" y="137"/>
                  </a:lnTo>
                  <a:lnTo>
                    <a:pt x="151" y="1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65D31BE4-B83E-63C6-EA84-993B11D132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8257" y="1398836"/>
              <a:ext cx="284164" cy="295274"/>
            </a:xfrm>
            <a:custGeom>
              <a:avLst/>
              <a:gdLst>
                <a:gd name="T0" fmla="*/ 16 w 196"/>
                <a:gd name="T1" fmla="*/ 0 h 204"/>
                <a:gd name="T2" fmla="*/ 24 w 196"/>
                <a:gd name="T3" fmla="*/ 44 h 204"/>
                <a:gd name="T4" fmla="*/ 16 w 196"/>
                <a:gd name="T5" fmla="*/ 164 h 204"/>
                <a:gd name="T6" fmla="*/ 24 w 196"/>
                <a:gd name="T7" fmla="*/ 124 h 204"/>
                <a:gd name="T8" fmla="*/ 16 w 196"/>
                <a:gd name="T9" fmla="*/ 164 h 204"/>
                <a:gd name="T10" fmla="*/ 12 w 196"/>
                <a:gd name="T11" fmla="*/ 52 h 204"/>
                <a:gd name="T12" fmla="*/ 0 w 196"/>
                <a:gd name="T13" fmla="*/ 104 h 204"/>
                <a:gd name="T14" fmla="*/ 28 w 196"/>
                <a:gd name="T15" fmla="*/ 116 h 204"/>
                <a:gd name="T16" fmla="*/ 40 w 196"/>
                <a:gd name="T17" fmla="*/ 64 h 204"/>
                <a:gd name="T18" fmla="*/ 32 w 196"/>
                <a:gd name="T19" fmla="*/ 104 h 204"/>
                <a:gd name="T20" fmla="*/ 12 w 196"/>
                <a:gd name="T21" fmla="*/ 108 h 204"/>
                <a:gd name="T22" fmla="*/ 8 w 196"/>
                <a:gd name="T23" fmla="*/ 64 h 204"/>
                <a:gd name="T24" fmla="*/ 28 w 196"/>
                <a:gd name="T25" fmla="*/ 60 h 204"/>
                <a:gd name="T26" fmla="*/ 32 w 196"/>
                <a:gd name="T27" fmla="*/ 104 h 204"/>
                <a:gd name="T28" fmla="*/ 68 w 196"/>
                <a:gd name="T29" fmla="*/ 40 h 204"/>
                <a:gd name="T30" fmla="*/ 76 w 196"/>
                <a:gd name="T31" fmla="*/ 84 h 204"/>
                <a:gd name="T32" fmla="*/ 68 w 196"/>
                <a:gd name="T33" fmla="*/ 204 h 204"/>
                <a:gd name="T34" fmla="*/ 76 w 196"/>
                <a:gd name="T35" fmla="*/ 164 h 204"/>
                <a:gd name="T36" fmla="*/ 68 w 196"/>
                <a:gd name="T37" fmla="*/ 204 h 204"/>
                <a:gd name="T38" fmla="*/ 64 w 196"/>
                <a:gd name="T39" fmla="*/ 92 h 204"/>
                <a:gd name="T40" fmla="*/ 52 w 196"/>
                <a:gd name="T41" fmla="*/ 144 h 204"/>
                <a:gd name="T42" fmla="*/ 80 w 196"/>
                <a:gd name="T43" fmla="*/ 156 h 204"/>
                <a:gd name="T44" fmla="*/ 92 w 196"/>
                <a:gd name="T45" fmla="*/ 104 h 204"/>
                <a:gd name="T46" fmla="*/ 84 w 196"/>
                <a:gd name="T47" fmla="*/ 144 h 204"/>
                <a:gd name="T48" fmla="*/ 64 w 196"/>
                <a:gd name="T49" fmla="*/ 148 h 204"/>
                <a:gd name="T50" fmla="*/ 60 w 196"/>
                <a:gd name="T51" fmla="*/ 104 h 204"/>
                <a:gd name="T52" fmla="*/ 80 w 196"/>
                <a:gd name="T53" fmla="*/ 100 h 204"/>
                <a:gd name="T54" fmla="*/ 84 w 196"/>
                <a:gd name="T55" fmla="*/ 144 h 204"/>
                <a:gd name="T56" fmla="*/ 120 w 196"/>
                <a:gd name="T57" fmla="*/ 0 h 204"/>
                <a:gd name="T58" fmla="*/ 128 w 196"/>
                <a:gd name="T59" fmla="*/ 44 h 204"/>
                <a:gd name="T60" fmla="*/ 120 w 196"/>
                <a:gd name="T61" fmla="*/ 164 h 204"/>
                <a:gd name="T62" fmla="*/ 128 w 196"/>
                <a:gd name="T63" fmla="*/ 124 h 204"/>
                <a:gd name="T64" fmla="*/ 120 w 196"/>
                <a:gd name="T65" fmla="*/ 164 h 204"/>
                <a:gd name="T66" fmla="*/ 116 w 196"/>
                <a:gd name="T67" fmla="*/ 52 h 204"/>
                <a:gd name="T68" fmla="*/ 104 w 196"/>
                <a:gd name="T69" fmla="*/ 104 h 204"/>
                <a:gd name="T70" fmla="*/ 132 w 196"/>
                <a:gd name="T71" fmla="*/ 116 h 204"/>
                <a:gd name="T72" fmla="*/ 144 w 196"/>
                <a:gd name="T73" fmla="*/ 64 h 204"/>
                <a:gd name="T74" fmla="*/ 136 w 196"/>
                <a:gd name="T75" fmla="*/ 104 h 204"/>
                <a:gd name="T76" fmla="*/ 116 w 196"/>
                <a:gd name="T77" fmla="*/ 108 h 204"/>
                <a:gd name="T78" fmla="*/ 112 w 196"/>
                <a:gd name="T79" fmla="*/ 64 h 204"/>
                <a:gd name="T80" fmla="*/ 132 w 196"/>
                <a:gd name="T81" fmla="*/ 60 h 204"/>
                <a:gd name="T82" fmla="*/ 136 w 196"/>
                <a:gd name="T83" fmla="*/ 104 h 204"/>
                <a:gd name="T84" fmla="*/ 172 w 196"/>
                <a:gd name="T85" fmla="*/ 40 h 204"/>
                <a:gd name="T86" fmla="*/ 180 w 196"/>
                <a:gd name="T87" fmla="*/ 84 h 204"/>
                <a:gd name="T88" fmla="*/ 172 w 196"/>
                <a:gd name="T89" fmla="*/ 204 h 204"/>
                <a:gd name="T90" fmla="*/ 180 w 196"/>
                <a:gd name="T91" fmla="*/ 164 h 204"/>
                <a:gd name="T92" fmla="*/ 172 w 196"/>
                <a:gd name="T93" fmla="*/ 204 h 204"/>
                <a:gd name="T94" fmla="*/ 168 w 196"/>
                <a:gd name="T95" fmla="*/ 92 h 204"/>
                <a:gd name="T96" fmla="*/ 156 w 196"/>
                <a:gd name="T97" fmla="*/ 144 h 204"/>
                <a:gd name="T98" fmla="*/ 184 w 196"/>
                <a:gd name="T99" fmla="*/ 156 h 204"/>
                <a:gd name="T100" fmla="*/ 196 w 196"/>
                <a:gd name="T101" fmla="*/ 104 h 204"/>
                <a:gd name="T102" fmla="*/ 188 w 196"/>
                <a:gd name="T103" fmla="*/ 144 h 204"/>
                <a:gd name="T104" fmla="*/ 168 w 196"/>
                <a:gd name="T105" fmla="*/ 148 h 204"/>
                <a:gd name="T106" fmla="*/ 164 w 196"/>
                <a:gd name="T107" fmla="*/ 104 h 204"/>
                <a:gd name="T108" fmla="*/ 184 w 196"/>
                <a:gd name="T109" fmla="*/ 100 h 204"/>
                <a:gd name="T110" fmla="*/ 188 w 196"/>
                <a:gd name="T111" fmla="*/ 14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6" h="204">
                  <a:moveTo>
                    <a:pt x="2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24" y="44"/>
                    <a:pt x="24" y="44"/>
                    <a:pt x="24" y="44"/>
                  </a:cubicBezTo>
                  <a:lnTo>
                    <a:pt x="24" y="0"/>
                  </a:lnTo>
                  <a:close/>
                  <a:moveTo>
                    <a:pt x="16" y="164"/>
                  </a:moveTo>
                  <a:cubicBezTo>
                    <a:pt x="24" y="164"/>
                    <a:pt x="24" y="164"/>
                    <a:pt x="24" y="16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16" y="124"/>
                    <a:pt x="16" y="124"/>
                    <a:pt x="16" y="124"/>
                  </a:cubicBezTo>
                  <a:lnTo>
                    <a:pt x="16" y="164"/>
                  </a:lnTo>
                  <a:close/>
                  <a:moveTo>
                    <a:pt x="28" y="52"/>
                  </a:moveTo>
                  <a:cubicBezTo>
                    <a:pt x="12" y="52"/>
                    <a:pt x="12" y="52"/>
                    <a:pt x="12" y="52"/>
                  </a:cubicBezTo>
                  <a:cubicBezTo>
                    <a:pt x="5" y="52"/>
                    <a:pt x="0" y="57"/>
                    <a:pt x="0" y="6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1"/>
                    <a:pt x="5" y="116"/>
                    <a:pt x="12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0" y="111"/>
                    <a:pt x="40" y="10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57"/>
                    <a:pt x="35" y="52"/>
                    <a:pt x="28" y="52"/>
                  </a:cubicBezTo>
                  <a:close/>
                  <a:moveTo>
                    <a:pt x="32" y="104"/>
                  </a:moveTo>
                  <a:cubicBezTo>
                    <a:pt x="32" y="106"/>
                    <a:pt x="30" y="108"/>
                    <a:pt x="28" y="108"/>
                  </a:cubicBezTo>
                  <a:cubicBezTo>
                    <a:pt x="12" y="108"/>
                    <a:pt x="12" y="108"/>
                    <a:pt x="12" y="108"/>
                  </a:cubicBezTo>
                  <a:cubicBezTo>
                    <a:pt x="10" y="108"/>
                    <a:pt x="8" y="106"/>
                    <a:pt x="8" y="10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60"/>
                    <a:pt x="12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0" y="60"/>
                    <a:pt x="32" y="62"/>
                    <a:pt x="32" y="64"/>
                  </a:cubicBezTo>
                  <a:lnTo>
                    <a:pt x="32" y="104"/>
                  </a:lnTo>
                  <a:close/>
                  <a:moveTo>
                    <a:pt x="7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76" y="84"/>
                    <a:pt x="76" y="84"/>
                    <a:pt x="76" y="84"/>
                  </a:cubicBezTo>
                  <a:lnTo>
                    <a:pt x="76" y="40"/>
                  </a:lnTo>
                  <a:close/>
                  <a:moveTo>
                    <a:pt x="68" y="204"/>
                  </a:moveTo>
                  <a:cubicBezTo>
                    <a:pt x="76" y="204"/>
                    <a:pt x="76" y="204"/>
                    <a:pt x="76" y="204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68" y="164"/>
                    <a:pt x="68" y="164"/>
                    <a:pt x="68" y="164"/>
                  </a:cubicBezTo>
                  <a:lnTo>
                    <a:pt x="68" y="204"/>
                  </a:lnTo>
                  <a:close/>
                  <a:moveTo>
                    <a:pt x="80" y="92"/>
                  </a:moveTo>
                  <a:cubicBezTo>
                    <a:pt x="64" y="92"/>
                    <a:pt x="64" y="92"/>
                    <a:pt x="64" y="92"/>
                  </a:cubicBezTo>
                  <a:cubicBezTo>
                    <a:pt x="57" y="92"/>
                    <a:pt x="52" y="97"/>
                    <a:pt x="52" y="104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52" y="151"/>
                    <a:pt x="57" y="156"/>
                    <a:pt x="64" y="156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87" y="156"/>
                    <a:pt x="92" y="151"/>
                    <a:pt x="92" y="14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2" y="97"/>
                    <a:pt x="87" y="92"/>
                    <a:pt x="80" y="92"/>
                  </a:cubicBezTo>
                  <a:close/>
                  <a:moveTo>
                    <a:pt x="84" y="144"/>
                  </a:moveTo>
                  <a:cubicBezTo>
                    <a:pt x="84" y="146"/>
                    <a:pt x="82" y="148"/>
                    <a:pt x="80" y="148"/>
                  </a:cubicBezTo>
                  <a:cubicBezTo>
                    <a:pt x="64" y="148"/>
                    <a:pt x="64" y="148"/>
                    <a:pt x="64" y="148"/>
                  </a:cubicBezTo>
                  <a:cubicBezTo>
                    <a:pt x="62" y="148"/>
                    <a:pt x="60" y="146"/>
                    <a:pt x="60" y="144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2" y="100"/>
                    <a:pt x="64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2" y="100"/>
                    <a:pt x="84" y="102"/>
                    <a:pt x="84" y="104"/>
                  </a:cubicBezTo>
                  <a:lnTo>
                    <a:pt x="84" y="144"/>
                  </a:lnTo>
                  <a:close/>
                  <a:moveTo>
                    <a:pt x="128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0"/>
                  </a:lnTo>
                  <a:close/>
                  <a:moveTo>
                    <a:pt x="120" y="164"/>
                  </a:moveTo>
                  <a:cubicBezTo>
                    <a:pt x="128" y="164"/>
                    <a:pt x="128" y="164"/>
                    <a:pt x="128" y="16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0" y="124"/>
                    <a:pt x="120" y="124"/>
                    <a:pt x="120" y="124"/>
                  </a:cubicBezTo>
                  <a:lnTo>
                    <a:pt x="120" y="164"/>
                  </a:lnTo>
                  <a:close/>
                  <a:moveTo>
                    <a:pt x="132" y="52"/>
                  </a:moveTo>
                  <a:cubicBezTo>
                    <a:pt x="116" y="52"/>
                    <a:pt x="116" y="52"/>
                    <a:pt x="116" y="52"/>
                  </a:cubicBezTo>
                  <a:cubicBezTo>
                    <a:pt x="109" y="52"/>
                    <a:pt x="104" y="57"/>
                    <a:pt x="104" y="64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11"/>
                    <a:pt x="109" y="116"/>
                    <a:pt x="116" y="116"/>
                  </a:cubicBezTo>
                  <a:cubicBezTo>
                    <a:pt x="132" y="116"/>
                    <a:pt x="132" y="116"/>
                    <a:pt x="132" y="116"/>
                  </a:cubicBezTo>
                  <a:cubicBezTo>
                    <a:pt x="139" y="116"/>
                    <a:pt x="144" y="111"/>
                    <a:pt x="144" y="104"/>
                  </a:cubicBezTo>
                  <a:cubicBezTo>
                    <a:pt x="144" y="64"/>
                    <a:pt x="144" y="64"/>
                    <a:pt x="144" y="64"/>
                  </a:cubicBezTo>
                  <a:cubicBezTo>
                    <a:pt x="144" y="57"/>
                    <a:pt x="139" y="52"/>
                    <a:pt x="132" y="52"/>
                  </a:cubicBezTo>
                  <a:close/>
                  <a:moveTo>
                    <a:pt x="136" y="104"/>
                  </a:moveTo>
                  <a:cubicBezTo>
                    <a:pt x="136" y="106"/>
                    <a:pt x="134" y="108"/>
                    <a:pt x="13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14" y="108"/>
                    <a:pt x="112" y="106"/>
                    <a:pt x="112" y="104"/>
                  </a:cubicBezTo>
                  <a:cubicBezTo>
                    <a:pt x="112" y="64"/>
                    <a:pt x="112" y="64"/>
                    <a:pt x="112" y="64"/>
                  </a:cubicBezTo>
                  <a:cubicBezTo>
                    <a:pt x="112" y="62"/>
                    <a:pt x="114" y="60"/>
                    <a:pt x="116" y="60"/>
                  </a:cubicBezTo>
                  <a:cubicBezTo>
                    <a:pt x="132" y="60"/>
                    <a:pt x="132" y="60"/>
                    <a:pt x="132" y="60"/>
                  </a:cubicBezTo>
                  <a:cubicBezTo>
                    <a:pt x="134" y="60"/>
                    <a:pt x="136" y="62"/>
                    <a:pt x="136" y="64"/>
                  </a:cubicBezTo>
                  <a:lnTo>
                    <a:pt x="136" y="104"/>
                  </a:lnTo>
                  <a:close/>
                  <a:moveTo>
                    <a:pt x="180" y="40"/>
                  </a:moveTo>
                  <a:cubicBezTo>
                    <a:pt x="172" y="40"/>
                    <a:pt x="172" y="40"/>
                    <a:pt x="172" y="40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80" y="84"/>
                    <a:pt x="180" y="84"/>
                    <a:pt x="180" y="84"/>
                  </a:cubicBezTo>
                  <a:lnTo>
                    <a:pt x="180" y="40"/>
                  </a:lnTo>
                  <a:close/>
                  <a:moveTo>
                    <a:pt x="172" y="204"/>
                  </a:moveTo>
                  <a:cubicBezTo>
                    <a:pt x="180" y="204"/>
                    <a:pt x="180" y="204"/>
                    <a:pt x="180" y="204"/>
                  </a:cubicBezTo>
                  <a:cubicBezTo>
                    <a:pt x="180" y="164"/>
                    <a:pt x="180" y="164"/>
                    <a:pt x="180" y="164"/>
                  </a:cubicBezTo>
                  <a:cubicBezTo>
                    <a:pt x="172" y="164"/>
                    <a:pt x="172" y="164"/>
                    <a:pt x="172" y="164"/>
                  </a:cubicBezTo>
                  <a:lnTo>
                    <a:pt x="172" y="204"/>
                  </a:lnTo>
                  <a:close/>
                  <a:moveTo>
                    <a:pt x="184" y="92"/>
                  </a:moveTo>
                  <a:cubicBezTo>
                    <a:pt x="168" y="92"/>
                    <a:pt x="168" y="92"/>
                    <a:pt x="168" y="92"/>
                  </a:cubicBezTo>
                  <a:cubicBezTo>
                    <a:pt x="161" y="92"/>
                    <a:pt x="156" y="97"/>
                    <a:pt x="156" y="104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56" y="151"/>
                    <a:pt x="161" y="156"/>
                    <a:pt x="168" y="156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191" y="156"/>
                    <a:pt x="196" y="151"/>
                    <a:pt x="196" y="144"/>
                  </a:cubicBezTo>
                  <a:cubicBezTo>
                    <a:pt x="196" y="104"/>
                    <a:pt x="196" y="104"/>
                    <a:pt x="196" y="104"/>
                  </a:cubicBezTo>
                  <a:cubicBezTo>
                    <a:pt x="196" y="97"/>
                    <a:pt x="191" y="92"/>
                    <a:pt x="184" y="92"/>
                  </a:cubicBezTo>
                  <a:close/>
                  <a:moveTo>
                    <a:pt x="188" y="144"/>
                  </a:moveTo>
                  <a:cubicBezTo>
                    <a:pt x="188" y="146"/>
                    <a:pt x="186" y="148"/>
                    <a:pt x="184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6" y="148"/>
                    <a:pt x="164" y="146"/>
                    <a:pt x="164" y="144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4" y="102"/>
                    <a:pt x="166" y="100"/>
                    <a:pt x="168" y="100"/>
                  </a:cubicBezTo>
                  <a:cubicBezTo>
                    <a:pt x="184" y="100"/>
                    <a:pt x="184" y="100"/>
                    <a:pt x="184" y="100"/>
                  </a:cubicBezTo>
                  <a:cubicBezTo>
                    <a:pt x="186" y="100"/>
                    <a:pt x="188" y="102"/>
                    <a:pt x="188" y="104"/>
                  </a:cubicBezTo>
                  <a:lnTo>
                    <a:pt x="188" y="1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3" name="Gruppieren 1107">
              <a:extLst>
                <a:ext uri="{FF2B5EF4-FFF2-40B4-BE49-F238E27FC236}">
                  <a16:creationId xmlns:a16="http://schemas.microsoft.com/office/drawing/2014/main" id="{C6F5A436-25A7-28AD-0D09-C45BEC6C2FE3}"/>
                </a:ext>
              </a:extLst>
            </p:cNvPr>
            <p:cNvGrpSpPr/>
            <p:nvPr/>
          </p:nvGrpSpPr>
          <p:grpSpPr>
            <a:xfrm>
              <a:off x="3920848" y="5208838"/>
              <a:ext cx="320675" cy="312738"/>
              <a:chOff x="7761288" y="5499100"/>
              <a:chExt cx="320675" cy="312738"/>
            </a:xfrm>
            <a:solidFill>
              <a:schemeClr val="bg1"/>
            </a:solidFill>
          </p:grpSpPr>
          <p:sp>
            <p:nvSpPr>
              <p:cNvPr id="64" name="Freeform 879">
                <a:extLst>
                  <a:ext uri="{FF2B5EF4-FFF2-40B4-BE49-F238E27FC236}">
                    <a16:creationId xmlns:a16="http://schemas.microsoft.com/office/drawing/2014/main" id="{D681F3C3-DBC8-3332-A040-99F47B2AF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8751" y="5499100"/>
                <a:ext cx="12700" cy="312738"/>
              </a:xfrm>
              <a:custGeom>
                <a:avLst/>
                <a:gdLst>
                  <a:gd name="T0" fmla="*/ 4 w 8"/>
                  <a:gd name="T1" fmla="*/ 216 h 216"/>
                  <a:gd name="T2" fmla="*/ 0 w 8"/>
                  <a:gd name="T3" fmla="*/ 212 h 216"/>
                  <a:gd name="T4" fmla="*/ 0 w 8"/>
                  <a:gd name="T5" fmla="*/ 4 h 216"/>
                  <a:gd name="T6" fmla="*/ 4 w 8"/>
                  <a:gd name="T7" fmla="*/ 0 h 216"/>
                  <a:gd name="T8" fmla="*/ 8 w 8"/>
                  <a:gd name="T9" fmla="*/ 4 h 216"/>
                  <a:gd name="T10" fmla="*/ 8 w 8"/>
                  <a:gd name="T11" fmla="*/ 212 h 216"/>
                  <a:gd name="T12" fmla="*/ 4 w 8"/>
                  <a:gd name="T13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16">
                    <a:moveTo>
                      <a:pt x="4" y="216"/>
                    </a:moveTo>
                    <a:cubicBezTo>
                      <a:pt x="2" y="216"/>
                      <a:pt x="0" y="214"/>
                      <a:pt x="0" y="21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8" y="2"/>
                      <a:pt x="8" y="4"/>
                    </a:cubicBezTo>
                    <a:cubicBezTo>
                      <a:pt x="8" y="212"/>
                      <a:pt x="8" y="212"/>
                      <a:pt x="8" y="212"/>
                    </a:cubicBezTo>
                    <a:cubicBezTo>
                      <a:pt x="8" y="214"/>
                      <a:pt x="6" y="216"/>
                      <a:pt x="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880">
                <a:extLst>
                  <a:ext uri="{FF2B5EF4-FFF2-40B4-BE49-F238E27FC236}">
                    <a16:creationId xmlns:a16="http://schemas.microsoft.com/office/drawing/2014/main" id="{F5437BBF-C2D2-9129-7F46-A129FBD3F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1288" y="5765800"/>
                <a:ext cx="312738" cy="11113"/>
              </a:xfrm>
              <a:custGeom>
                <a:avLst/>
                <a:gdLst>
                  <a:gd name="T0" fmla="*/ 212 w 216"/>
                  <a:gd name="T1" fmla="*/ 8 h 8"/>
                  <a:gd name="T2" fmla="*/ 4 w 216"/>
                  <a:gd name="T3" fmla="*/ 8 h 8"/>
                  <a:gd name="T4" fmla="*/ 0 w 216"/>
                  <a:gd name="T5" fmla="*/ 4 h 8"/>
                  <a:gd name="T6" fmla="*/ 4 w 216"/>
                  <a:gd name="T7" fmla="*/ 0 h 8"/>
                  <a:gd name="T8" fmla="*/ 212 w 216"/>
                  <a:gd name="T9" fmla="*/ 0 h 8"/>
                  <a:gd name="T10" fmla="*/ 216 w 216"/>
                  <a:gd name="T11" fmla="*/ 4 h 8"/>
                  <a:gd name="T12" fmla="*/ 212 w 2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6" h="8">
                    <a:moveTo>
                      <a:pt x="2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12" y="0"/>
                      <a:pt x="212" y="0"/>
                      <a:pt x="212" y="0"/>
                    </a:cubicBezTo>
                    <a:cubicBezTo>
                      <a:pt x="214" y="0"/>
                      <a:pt x="216" y="2"/>
                      <a:pt x="216" y="4"/>
                    </a:cubicBezTo>
                    <a:cubicBezTo>
                      <a:pt x="216" y="6"/>
                      <a:pt x="214" y="8"/>
                      <a:pt x="2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881">
                <a:extLst>
                  <a:ext uri="{FF2B5EF4-FFF2-40B4-BE49-F238E27FC236}">
                    <a16:creationId xmlns:a16="http://schemas.microsoft.com/office/drawing/2014/main" id="{FE024AF9-BED6-2AE4-8843-CB2DB3789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6713" y="5543550"/>
                <a:ext cx="95250" cy="123825"/>
              </a:xfrm>
              <a:custGeom>
                <a:avLst/>
                <a:gdLst>
                  <a:gd name="T0" fmla="*/ 5 w 66"/>
                  <a:gd name="T1" fmla="*/ 85 h 85"/>
                  <a:gd name="T2" fmla="*/ 3 w 66"/>
                  <a:gd name="T3" fmla="*/ 84 h 85"/>
                  <a:gd name="T4" fmla="*/ 2 w 66"/>
                  <a:gd name="T5" fmla="*/ 79 h 85"/>
                  <a:gd name="T6" fmla="*/ 58 w 66"/>
                  <a:gd name="T7" fmla="*/ 3 h 85"/>
                  <a:gd name="T8" fmla="*/ 63 w 66"/>
                  <a:gd name="T9" fmla="*/ 2 h 85"/>
                  <a:gd name="T10" fmla="*/ 64 w 66"/>
                  <a:gd name="T11" fmla="*/ 7 h 85"/>
                  <a:gd name="T12" fmla="*/ 8 w 66"/>
                  <a:gd name="T13" fmla="*/ 83 h 85"/>
                  <a:gd name="T14" fmla="*/ 5 w 66"/>
                  <a:gd name="T15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85">
                    <a:moveTo>
                      <a:pt x="5" y="85"/>
                    </a:moveTo>
                    <a:cubicBezTo>
                      <a:pt x="4" y="85"/>
                      <a:pt x="3" y="85"/>
                      <a:pt x="3" y="84"/>
                    </a:cubicBezTo>
                    <a:cubicBezTo>
                      <a:pt x="1" y="83"/>
                      <a:pt x="0" y="80"/>
                      <a:pt x="2" y="79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9" y="1"/>
                      <a:pt x="62" y="0"/>
                      <a:pt x="63" y="2"/>
                    </a:cubicBezTo>
                    <a:cubicBezTo>
                      <a:pt x="65" y="3"/>
                      <a:pt x="66" y="6"/>
                      <a:pt x="64" y="7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7" y="84"/>
                      <a:pt x="6" y="85"/>
                      <a:pt x="5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882">
                <a:extLst>
                  <a:ext uri="{FF2B5EF4-FFF2-40B4-BE49-F238E27FC236}">
                    <a16:creationId xmlns:a16="http://schemas.microsoft.com/office/drawing/2014/main" id="{684894DF-972B-7387-14E7-DFFAE8B46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8126" y="5613400"/>
                <a:ext cx="55563" cy="69850"/>
              </a:xfrm>
              <a:custGeom>
                <a:avLst/>
                <a:gdLst>
                  <a:gd name="T0" fmla="*/ 5 w 38"/>
                  <a:gd name="T1" fmla="*/ 49 h 49"/>
                  <a:gd name="T2" fmla="*/ 3 w 38"/>
                  <a:gd name="T3" fmla="*/ 48 h 49"/>
                  <a:gd name="T4" fmla="*/ 2 w 38"/>
                  <a:gd name="T5" fmla="*/ 43 h 49"/>
                  <a:gd name="T6" fmla="*/ 30 w 38"/>
                  <a:gd name="T7" fmla="*/ 3 h 49"/>
                  <a:gd name="T8" fmla="*/ 35 w 38"/>
                  <a:gd name="T9" fmla="*/ 2 h 49"/>
                  <a:gd name="T10" fmla="*/ 36 w 38"/>
                  <a:gd name="T11" fmla="*/ 7 h 49"/>
                  <a:gd name="T12" fmla="*/ 8 w 38"/>
                  <a:gd name="T13" fmla="*/ 47 h 49"/>
                  <a:gd name="T14" fmla="*/ 5 w 38"/>
                  <a:gd name="T15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49">
                    <a:moveTo>
                      <a:pt x="5" y="49"/>
                    </a:moveTo>
                    <a:cubicBezTo>
                      <a:pt x="4" y="49"/>
                      <a:pt x="3" y="49"/>
                      <a:pt x="3" y="48"/>
                    </a:cubicBezTo>
                    <a:cubicBezTo>
                      <a:pt x="1" y="47"/>
                      <a:pt x="0" y="45"/>
                      <a:pt x="2" y="4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1" y="1"/>
                      <a:pt x="33" y="0"/>
                      <a:pt x="35" y="2"/>
                    </a:cubicBezTo>
                    <a:cubicBezTo>
                      <a:pt x="37" y="3"/>
                      <a:pt x="38" y="5"/>
                      <a:pt x="36" y="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8"/>
                      <a:pt x="6" y="49"/>
                      <a:pt x="5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883">
                <a:extLst>
                  <a:ext uri="{FF2B5EF4-FFF2-40B4-BE49-F238E27FC236}">
                    <a16:creationId xmlns:a16="http://schemas.microsoft.com/office/drawing/2014/main" id="{CEF0323E-C1F3-6133-D7A4-916211898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8751" y="5689600"/>
                <a:ext cx="63500" cy="11113"/>
              </a:xfrm>
              <a:custGeom>
                <a:avLst/>
                <a:gdLst>
                  <a:gd name="T0" fmla="*/ 40 w 44"/>
                  <a:gd name="T1" fmla="*/ 8 h 8"/>
                  <a:gd name="T2" fmla="*/ 4 w 44"/>
                  <a:gd name="T3" fmla="*/ 8 h 8"/>
                  <a:gd name="T4" fmla="*/ 0 w 44"/>
                  <a:gd name="T5" fmla="*/ 4 h 8"/>
                  <a:gd name="T6" fmla="*/ 4 w 44"/>
                  <a:gd name="T7" fmla="*/ 0 h 8"/>
                  <a:gd name="T8" fmla="*/ 40 w 44"/>
                  <a:gd name="T9" fmla="*/ 0 h 8"/>
                  <a:gd name="T10" fmla="*/ 44 w 44"/>
                  <a:gd name="T11" fmla="*/ 4 h 8"/>
                  <a:gd name="T12" fmla="*/ 40 w 44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8">
                    <a:moveTo>
                      <a:pt x="40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2" y="0"/>
                      <a:pt x="44" y="2"/>
                      <a:pt x="44" y="4"/>
                    </a:cubicBezTo>
                    <a:cubicBezTo>
                      <a:pt x="44" y="6"/>
                      <a:pt x="42" y="8"/>
                      <a:pt x="4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884">
                <a:extLst>
                  <a:ext uri="{FF2B5EF4-FFF2-40B4-BE49-F238E27FC236}">
                    <a16:creationId xmlns:a16="http://schemas.microsoft.com/office/drawing/2014/main" id="{B1B840E0-E84F-4867-BF59-CD86B5809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7988" y="5654675"/>
                <a:ext cx="44450" cy="95250"/>
              </a:xfrm>
              <a:custGeom>
                <a:avLst/>
                <a:gdLst>
                  <a:gd name="T0" fmla="*/ 12 w 30"/>
                  <a:gd name="T1" fmla="*/ 66 h 66"/>
                  <a:gd name="T2" fmla="*/ 12 w 30"/>
                  <a:gd name="T3" fmla="*/ 58 h 66"/>
                  <a:gd name="T4" fmla="*/ 0 w 30"/>
                  <a:gd name="T5" fmla="*/ 55 h 66"/>
                  <a:gd name="T6" fmla="*/ 2 w 30"/>
                  <a:gd name="T7" fmla="*/ 49 h 66"/>
                  <a:gd name="T8" fmla="*/ 14 w 30"/>
                  <a:gd name="T9" fmla="*/ 53 h 66"/>
                  <a:gd name="T10" fmla="*/ 23 w 30"/>
                  <a:gd name="T11" fmla="*/ 45 h 66"/>
                  <a:gd name="T12" fmla="*/ 14 w 30"/>
                  <a:gd name="T13" fmla="*/ 35 h 66"/>
                  <a:gd name="T14" fmla="*/ 1 w 30"/>
                  <a:gd name="T15" fmla="*/ 21 h 66"/>
                  <a:gd name="T16" fmla="*/ 13 w 30"/>
                  <a:gd name="T17" fmla="*/ 8 h 66"/>
                  <a:gd name="T18" fmla="*/ 13 w 30"/>
                  <a:gd name="T19" fmla="*/ 0 h 66"/>
                  <a:gd name="T20" fmla="*/ 18 w 30"/>
                  <a:gd name="T21" fmla="*/ 0 h 66"/>
                  <a:gd name="T22" fmla="*/ 18 w 30"/>
                  <a:gd name="T23" fmla="*/ 8 h 66"/>
                  <a:gd name="T24" fmla="*/ 28 w 30"/>
                  <a:gd name="T25" fmla="*/ 11 h 66"/>
                  <a:gd name="T26" fmla="*/ 26 w 30"/>
                  <a:gd name="T27" fmla="*/ 16 h 66"/>
                  <a:gd name="T28" fmla="*/ 16 w 30"/>
                  <a:gd name="T29" fmla="*/ 13 h 66"/>
                  <a:gd name="T30" fmla="*/ 8 w 30"/>
                  <a:gd name="T31" fmla="*/ 20 h 66"/>
                  <a:gd name="T32" fmla="*/ 18 w 30"/>
                  <a:gd name="T33" fmla="*/ 29 h 66"/>
                  <a:gd name="T34" fmla="*/ 30 w 30"/>
                  <a:gd name="T35" fmla="*/ 44 h 66"/>
                  <a:gd name="T36" fmla="*/ 17 w 30"/>
                  <a:gd name="T37" fmla="*/ 58 h 66"/>
                  <a:gd name="T38" fmla="*/ 17 w 30"/>
                  <a:gd name="T39" fmla="*/ 66 h 66"/>
                  <a:gd name="T40" fmla="*/ 12 w 30"/>
                  <a:gd name="T41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66">
                    <a:moveTo>
                      <a:pt x="12" y="66"/>
                    </a:moveTo>
                    <a:cubicBezTo>
                      <a:pt x="12" y="58"/>
                      <a:pt x="12" y="58"/>
                      <a:pt x="12" y="58"/>
                    </a:cubicBezTo>
                    <a:cubicBezTo>
                      <a:pt x="8" y="58"/>
                      <a:pt x="3" y="57"/>
                      <a:pt x="0" y="55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5" y="51"/>
                      <a:pt x="9" y="53"/>
                      <a:pt x="14" y="53"/>
                    </a:cubicBezTo>
                    <a:cubicBezTo>
                      <a:pt x="19" y="53"/>
                      <a:pt x="23" y="49"/>
                      <a:pt x="23" y="45"/>
                    </a:cubicBezTo>
                    <a:cubicBezTo>
                      <a:pt x="23" y="40"/>
                      <a:pt x="20" y="38"/>
                      <a:pt x="14" y="35"/>
                    </a:cubicBezTo>
                    <a:cubicBezTo>
                      <a:pt x="6" y="32"/>
                      <a:pt x="1" y="28"/>
                      <a:pt x="1" y="21"/>
                    </a:cubicBezTo>
                    <a:cubicBezTo>
                      <a:pt x="1" y="14"/>
                      <a:pt x="5" y="9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3" y="8"/>
                      <a:pt x="26" y="9"/>
                      <a:pt x="28" y="11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5" y="15"/>
                      <a:pt x="21" y="13"/>
                      <a:pt x="16" y="13"/>
                    </a:cubicBezTo>
                    <a:cubicBezTo>
                      <a:pt x="10" y="13"/>
                      <a:pt x="8" y="17"/>
                      <a:pt x="8" y="20"/>
                    </a:cubicBezTo>
                    <a:cubicBezTo>
                      <a:pt x="8" y="24"/>
                      <a:pt x="11" y="26"/>
                      <a:pt x="18" y="29"/>
                    </a:cubicBezTo>
                    <a:cubicBezTo>
                      <a:pt x="26" y="33"/>
                      <a:pt x="30" y="37"/>
                      <a:pt x="30" y="44"/>
                    </a:cubicBezTo>
                    <a:cubicBezTo>
                      <a:pt x="30" y="51"/>
                      <a:pt x="26" y="57"/>
                      <a:pt x="17" y="58"/>
                    </a:cubicBezTo>
                    <a:cubicBezTo>
                      <a:pt x="17" y="66"/>
                      <a:pt x="17" y="66"/>
                      <a:pt x="17" y="66"/>
                    </a:cubicBezTo>
                    <a:lnTo>
                      <a:pt x="12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885">
                <a:extLst>
                  <a:ext uri="{FF2B5EF4-FFF2-40B4-BE49-F238E27FC236}">
                    <a16:creationId xmlns:a16="http://schemas.microsoft.com/office/drawing/2014/main" id="{4A8FEDBB-4634-FE36-A161-43DE2C7D13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31138" y="5672138"/>
                <a:ext cx="46038" cy="46038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886">
                <a:extLst>
                  <a:ext uri="{FF2B5EF4-FFF2-40B4-BE49-F238E27FC236}">
                    <a16:creationId xmlns:a16="http://schemas.microsoft.com/office/drawing/2014/main" id="{1153D7AC-B82D-4F67-7280-77F4B6F30D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4638" y="5580063"/>
                <a:ext cx="46038" cy="46038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887">
                <a:extLst>
                  <a:ext uri="{FF2B5EF4-FFF2-40B4-BE49-F238E27FC236}">
                    <a16:creationId xmlns:a16="http://schemas.microsoft.com/office/drawing/2014/main" id="{AF911D53-BA37-9296-72E0-2EFBBD4E5C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58138" y="5654675"/>
                <a:ext cx="47625" cy="46038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888">
                <a:extLst>
                  <a:ext uri="{FF2B5EF4-FFF2-40B4-BE49-F238E27FC236}">
                    <a16:creationId xmlns:a16="http://schemas.microsoft.com/office/drawing/2014/main" id="{58B25F2A-85EE-E71C-6132-AC77E7FD3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3213" y="5613400"/>
                <a:ext cx="49213" cy="58738"/>
              </a:xfrm>
              <a:custGeom>
                <a:avLst/>
                <a:gdLst>
                  <a:gd name="T0" fmla="*/ 29 w 34"/>
                  <a:gd name="T1" fmla="*/ 41 h 41"/>
                  <a:gd name="T2" fmla="*/ 26 w 34"/>
                  <a:gd name="T3" fmla="*/ 39 h 41"/>
                  <a:gd name="T4" fmla="*/ 2 w 34"/>
                  <a:gd name="T5" fmla="*/ 7 h 41"/>
                  <a:gd name="T6" fmla="*/ 3 w 34"/>
                  <a:gd name="T7" fmla="*/ 2 h 41"/>
                  <a:gd name="T8" fmla="*/ 8 w 34"/>
                  <a:gd name="T9" fmla="*/ 3 h 41"/>
                  <a:gd name="T10" fmla="*/ 32 w 34"/>
                  <a:gd name="T11" fmla="*/ 35 h 41"/>
                  <a:gd name="T12" fmla="*/ 31 w 34"/>
                  <a:gd name="T13" fmla="*/ 40 h 41"/>
                  <a:gd name="T14" fmla="*/ 29 w 34"/>
                  <a:gd name="T1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41">
                    <a:moveTo>
                      <a:pt x="29" y="41"/>
                    </a:moveTo>
                    <a:cubicBezTo>
                      <a:pt x="28" y="41"/>
                      <a:pt x="27" y="40"/>
                      <a:pt x="26" y="39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6"/>
                      <a:pt x="1" y="3"/>
                      <a:pt x="3" y="2"/>
                    </a:cubicBezTo>
                    <a:cubicBezTo>
                      <a:pt x="4" y="0"/>
                      <a:pt x="7" y="1"/>
                      <a:pt x="8" y="3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4" y="36"/>
                      <a:pt x="33" y="39"/>
                      <a:pt x="31" y="40"/>
                    </a:cubicBezTo>
                    <a:cubicBezTo>
                      <a:pt x="31" y="41"/>
                      <a:pt x="30" y="41"/>
                      <a:pt x="29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4" name="Freeform 43">
              <a:extLst>
                <a:ext uri="{FF2B5EF4-FFF2-40B4-BE49-F238E27FC236}">
                  <a16:creationId xmlns:a16="http://schemas.microsoft.com/office/drawing/2014/main" id="{246D148A-BB39-C4D0-72F9-6CB77331D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0081" y="3527568"/>
              <a:ext cx="316564" cy="269316"/>
            </a:xfrm>
            <a:custGeom>
              <a:avLst/>
              <a:gdLst>
                <a:gd name="T0" fmla="*/ 193 w 221"/>
                <a:gd name="T1" fmla="*/ 102 h 187"/>
                <a:gd name="T2" fmla="*/ 221 w 221"/>
                <a:gd name="T3" fmla="*/ 74 h 187"/>
                <a:gd name="T4" fmla="*/ 147 w 221"/>
                <a:gd name="T5" fmla="*/ 0 h 187"/>
                <a:gd name="T6" fmla="*/ 119 w 221"/>
                <a:gd name="T7" fmla="*/ 29 h 187"/>
                <a:gd name="T8" fmla="*/ 125 w 221"/>
                <a:gd name="T9" fmla="*/ 34 h 187"/>
                <a:gd name="T10" fmla="*/ 114 w 221"/>
                <a:gd name="T11" fmla="*/ 46 h 187"/>
                <a:gd name="T12" fmla="*/ 102 w 221"/>
                <a:gd name="T13" fmla="*/ 34 h 187"/>
                <a:gd name="T14" fmla="*/ 108 w 221"/>
                <a:gd name="T15" fmla="*/ 29 h 187"/>
                <a:gd name="T16" fmla="*/ 80 w 221"/>
                <a:gd name="T17" fmla="*/ 0 h 187"/>
                <a:gd name="T18" fmla="*/ 0 w 221"/>
                <a:gd name="T19" fmla="*/ 80 h 187"/>
                <a:gd name="T20" fmla="*/ 29 w 221"/>
                <a:gd name="T21" fmla="*/ 108 h 187"/>
                <a:gd name="T22" fmla="*/ 34 w 221"/>
                <a:gd name="T23" fmla="*/ 102 h 187"/>
                <a:gd name="T24" fmla="*/ 119 w 221"/>
                <a:gd name="T25" fmla="*/ 187 h 187"/>
                <a:gd name="T26" fmla="*/ 187 w 221"/>
                <a:gd name="T27" fmla="*/ 119 h 187"/>
                <a:gd name="T28" fmla="*/ 176 w 221"/>
                <a:gd name="T29" fmla="*/ 108 h 187"/>
                <a:gd name="T30" fmla="*/ 187 w 221"/>
                <a:gd name="T31" fmla="*/ 96 h 187"/>
                <a:gd name="T32" fmla="*/ 193 w 221"/>
                <a:gd name="T33" fmla="*/ 102 h 187"/>
                <a:gd name="T34" fmla="*/ 12 w 221"/>
                <a:gd name="T35" fmla="*/ 80 h 187"/>
                <a:gd name="T36" fmla="*/ 80 w 221"/>
                <a:gd name="T37" fmla="*/ 12 h 187"/>
                <a:gd name="T38" fmla="*/ 97 w 221"/>
                <a:gd name="T39" fmla="*/ 29 h 187"/>
                <a:gd name="T40" fmla="*/ 29 w 221"/>
                <a:gd name="T41" fmla="*/ 96 h 187"/>
                <a:gd name="T42" fmla="*/ 12 w 221"/>
                <a:gd name="T43" fmla="*/ 80 h 187"/>
                <a:gd name="T44" fmla="*/ 167 w 221"/>
                <a:gd name="T45" fmla="*/ 128 h 187"/>
                <a:gd name="T46" fmla="*/ 142 w 221"/>
                <a:gd name="T47" fmla="*/ 102 h 187"/>
                <a:gd name="T48" fmla="*/ 136 w 221"/>
                <a:gd name="T49" fmla="*/ 102 h 187"/>
                <a:gd name="T50" fmla="*/ 136 w 221"/>
                <a:gd name="T51" fmla="*/ 108 h 187"/>
                <a:gd name="T52" fmla="*/ 162 w 221"/>
                <a:gd name="T53" fmla="*/ 133 h 187"/>
                <a:gd name="T54" fmla="*/ 150 w 221"/>
                <a:gd name="T55" fmla="*/ 145 h 187"/>
                <a:gd name="T56" fmla="*/ 125 w 221"/>
                <a:gd name="T57" fmla="*/ 119 h 187"/>
                <a:gd name="T58" fmla="*/ 119 w 221"/>
                <a:gd name="T59" fmla="*/ 119 h 187"/>
                <a:gd name="T60" fmla="*/ 119 w 221"/>
                <a:gd name="T61" fmla="*/ 125 h 187"/>
                <a:gd name="T62" fmla="*/ 145 w 221"/>
                <a:gd name="T63" fmla="*/ 150 h 187"/>
                <a:gd name="T64" fmla="*/ 145 w 221"/>
                <a:gd name="T65" fmla="*/ 150 h 187"/>
                <a:gd name="T66" fmla="*/ 133 w 221"/>
                <a:gd name="T67" fmla="*/ 162 h 187"/>
                <a:gd name="T68" fmla="*/ 108 w 221"/>
                <a:gd name="T69" fmla="*/ 136 h 187"/>
                <a:gd name="T70" fmla="*/ 102 w 221"/>
                <a:gd name="T71" fmla="*/ 136 h 187"/>
                <a:gd name="T72" fmla="*/ 102 w 221"/>
                <a:gd name="T73" fmla="*/ 142 h 187"/>
                <a:gd name="T74" fmla="*/ 128 w 221"/>
                <a:gd name="T75" fmla="*/ 167 h 187"/>
                <a:gd name="T76" fmla="*/ 128 w 221"/>
                <a:gd name="T77" fmla="*/ 167 h 187"/>
                <a:gd name="T78" fmla="*/ 119 w 221"/>
                <a:gd name="T79" fmla="*/ 176 h 187"/>
                <a:gd name="T80" fmla="*/ 40 w 221"/>
                <a:gd name="T81" fmla="*/ 96 h 187"/>
                <a:gd name="T82" fmla="*/ 97 w 221"/>
                <a:gd name="T83" fmla="*/ 40 h 187"/>
                <a:gd name="T84" fmla="*/ 108 w 221"/>
                <a:gd name="T85" fmla="*/ 51 h 187"/>
                <a:gd name="T86" fmla="*/ 77 w 221"/>
                <a:gd name="T87" fmla="*/ 82 h 187"/>
                <a:gd name="T88" fmla="*/ 99 w 221"/>
                <a:gd name="T89" fmla="*/ 105 h 187"/>
                <a:gd name="T90" fmla="*/ 130 w 221"/>
                <a:gd name="T91" fmla="*/ 74 h 187"/>
                <a:gd name="T92" fmla="*/ 176 w 221"/>
                <a:gd name="T93" fmla="*/ 119 h 187"/>
                <a:gd name="T94" fmla="*/ 167 w 221"/>
                <a:gd name="T95" fmla="*/ 128 h 187"/>
                <a:gd name="T96" fmla="*/ 170 w 221"/>
                <a:gd name="T97" fmla="*/ 102 h 187"/>
                <a:gd name="T98" fmla="*/ 133 w 221"/>
                <a:gd name="T99" fmla="*/ 65 h 187"/>
                <a:gd name="T100" fmla="*/ 128 w 221"/>
                <a:gd name="T101" fmla="*/ 65 h 187"/>
                <a:gd name="T102" fmla="*/ 99 w 221"/>
                <a:gd name="T103" fmla="*/ 94 h 187"/>
                <a:gd name="T104" fmla="*/ 88 w 221"/>
                <a:gd name="T105" fmla="*/ 82 h 187"/>
                <a:gd name="T106" fmla="*/ 116 w 221"/>
                <a:gd name="T107" fmla="*/ 54 h 187"/>
                <a:gd name="T108" fmla="*/ 130 w 221"/>
                <a:gd name="T109" fmla="*/ 40 h 187"/>
                <a:gd name="T110" fmla="*/ 181 w 221"/>
                <a:gd name="T111" fmla="*/ 91 h 187"/>
                <a:gd name="T112" fmla="*/ 170 w 221"/>
                <a:gd name="T113" fmla="*/ 102 h 187"/>
                <a:gd name="T114" fmla="*/ 147 w 221"/>
                <a:gd name="T115" fmla="*/ 12 h 187"/>
                <a:gd name="T116" fmla="*/ 210 w 221"/>
                <a:gd name="T117" fmla="*/ 74 h 187"/>
                <a:gd name="T118" fmla="*/ 193 w 221"/>
                <a:gd name="T119" fmla="*/ 91 h 187"/>
                <a:gd name="T120" fmla="*/ 130 w 221"/>
                <a:gd name="T121" fmla="*/ 29 h 187"/>
                <a:gd name="T122" fmla="*/ 147 w 221"/>
                <a:gd name="T123" fmla="*/ 1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1" h="187">
                  <a:moveTo>
                    <a:pt x="193" y="102"/>
                  </a:moveTo>
                  <a:cubicBezTo>
                    <a:pt x="221" y="74"/>
                    <a:pt x="221" y="74"/>
                    <a:pt x="221" y="7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119" y="187"/>
                    <a:pt x="119" y="187"/>
                    <a:pt x="119" y="187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87" y="96"/>
                    <a:pt x="187" y="96"/>
                    <a:pt x="187" y="96"/>
                  </a:cubicBezTo>
                  <a:lnTo>
                    <a:pt x="193" y="102"/>
                  </a:lnTo>
                  <a:close/>
                  <a:moveTo>
                    <a:pt x="12" y="80"/>
                  </a:moveTo>
                  <a:cubicBezTo>
                    <a:pt x="80" y="12"/>
                    <a:pt x="80" y="12"/>
                    <a:pt x="80" y="12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29" y="96"/>
                    <a:pt x="29" y="96"/>
                    <a:pt x="29" y="96"/>
                  </a:cubicBezTo>
                  <a:lnTo>
                    <a:pt x="12" y="80"/>
                  </a:lnTo>
                  <a:close/>
                  <a:moveTo>
                    <a:pt x="167" y="128"/>
                  </a:moveTo>
                  <a:cubicBezTo>
                    <a:pt x="142" y="102"/>
                    <a:pt x="142" y="102"/>
                    <a:pt x="142" y="102"/>
                  </a:cubicBezTo>
                  <a:cubicBezTo>
                    <a:pt x="140" y="101"/>
                    <a:pt x="138" y="101"/>
                    <a:pt x="136" y="102"/>
                  </a:cubicBezTo>
                  <a:cubicBezTo>
                    <a:pt x="135" y="104"/>
                    <a:pt x="135" y="106"/>
                    <a:pt x="136" y="108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25" y="119"/>
                    <a:pt x="125" y="119"/>
                    <a:pt x="125" y="119"/>
                  </a:cubicBezTo>
                  <a:cubicBezTo>
                    <a:pt x="123" y="118"/>
                    <a:pt x="121" y="118"/>
                    <a:pt x="119" y="119"/>
                  </a:cubicBezTo>
                  <a:cubicBezTo>
                    <a:pt x="118" y="121"/>
                    <a:pt x="118" y="123"/>
                    <a:pt x="119" y="125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33" y="162"/>
                    <a:pt x="133" y="162"/>
                    <a:pt x="133" y="162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6" y="135"/>
                    <a:pt x="104" y="135"/>
                    <a:pt x="102" y="136"/>
                  </a:cubicBezTo>
                  <a:cubicBezTo>
                    <a:pt x="101" y="138"/>
                    <a:pt x="101" y="140"/>
                    <a:pt x="102" y="142"/>
                  </a:cubicBezTo>
                  <a:cubicBezTo>
                    <a:pt x="128" y="167"/>
                    <a:pt x="128" y="167"/>
                    <a:pt x="128" y="167"/>
                  </a:cubicBezTo>
                  <a:cubicBezTo>
                    <a:pt x="128" y="167"/>
                    <a:pt x="128" y="167"/>
                    <a:pt x="128" y="167"/>
                  </a:cubicBezTo>
                  <a:cubicBezTo>
                    <a:pt x="119" y="176"/>
                    <a:pt x="119" y="176"/>
                    <a:pt x="119" y="17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77" y="82"/>
                    <a:pt x="77" y="82"/>
                    <a:pt x="77" y="82"/>
                  </a:cubicBezTo>
                  <a:cubicBezTo>
                    <a:pt x="99" y="105"/>
                    <a:pt x="99" y="105"/>
                    <a:pt x="99" y="105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76" y="119"/>
                    <a:pt x="176" y="119"/>
                    <a:pt x="176" y="119"/>
                  </a:cubicBezTo>
                  <a:lnTo>
                    <a:pt x="167" y="128"/>
                  </a:lnTo>
                  <a:close/>
                  <a:moveTo>
                    <a:pt x="170" y="102"/>
                  </a:moveTo>
                  <a:cubicBezTo>
                    <a:pt x="133" y="65"/>
                    <a:pt x="133" y="65"/>
                    <a:pt x="133" y="65"/>
                  </a:cubicBezTo>
                  <a:cubicBezTo>
                    <a:pt x="132" y="64"/>
                    <a:pt x="129" y="64"/>
                    <a:pt x="128" y="65"/>
                  </a:cubicBezTo>
                  <a:cubicBezTo>
                    <a:pt x="99" y="94"/>
                    <a:pt x="99" y="94"/>
                    <a:pt x="99" y="94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116" y="54"/>
                    <a:pt x="116" y="54"/>
                    <a:pt x="116" y="54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81" y="91"/>
                    <a:pt x="181" y="91"/>
                    <a:pt x="181" y="91"/>
                  </a:cubicBezTo>
                  <a:lnTo>
                    <a:pt x="170" y="102"/>
                  </a:lnTo>
                  <a:close/>
                  <a:moveTo>
                    <a:pt x="147" y="12"/>
                  </a:moveTo>
                  <a:cubicBezTo>
                    <a:pt x="210" y="74"/>
                    <a:pt x="210" y="74"/>
                    <a:pt x="210" y="74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30" y="29"/>
                    <a:pt x="130" y="29"/>
                    <a:pt x="130" y="29"/>
                  </a:cubicBezTo>
                  <a:lnTo>
                    <a:pt x="147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9AD0BA92-BEAD-F34A-340C-03835C5D0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46" y="2562961"/>
              <a:ext cx="199499" cy="205832"/>
            </a:xfrm>
            <a:custGeom>
              <a:avLst/>
              <a:gdLst>
                <a:gd name="T0" fmla="*/ 111726 w 444"/>
                <a:gd name="T1" fmla="*/ 150538 h 462"/>
                <a:gd name="T2" fmla="*/ 111726 w 444"/>
                <a:gd name="T3" fmla="*/ 150538 h 462"/>
                <a:gd name="T4" fmla="*/ 144162 w 444"/>
                <a:gd name="T5" fmla="*/ 114802 h 462"/>
                <a:gd name="T6" fmla="*/ 199574 w 444"/>
                <a:gd name="T7" fmla="*/ 31716 h 462"/>
                <a:gd name="T8" fmla="*/ 191916 w 444"/>
                <a:gd name="T9" fmla="*/ 23675 h 462"/>
                <a:gd name="T10" fmla="*/ 155875 w 444"/>
                <a:gd name="T11" fmla="*/ 23675 h 462"/>
                <a:gd name="T12" fmla="*/ 100013 w 444"/>
                <a:gd name="T13" fmla="*/ 0 h 462"/>
                <a:gd name="T14" fmla="*/ 44150 w 444"/>
                <a:gd name="T15" fmla="*/ 23675 h 462"/>
                <a:gd name="T16" fmla="*/ 8109 w 444"/>
                <a:gd name="T17" fmla="*/ 23675 h 462"/>
                <a:gd name="T18" fmla="*/ 0 w 444"/>
                <a:gd name="T19" fmla="*/ 31716 h 462"/>
                <a:gd name="T20" fmla="*/ 55863 w 444"/>
                <a:gd name="T21" fmla="*/ 114802 h 462"/>
                <a:gd name="T22" fmla="*/ 87849 w 444"/>
                <a:gd name="T23" fmla="*/ 150538 h 462"/>
                <a:gd name="T24" fmla="*/ 87849 w 444"/>
                <a:gd name="T25" fmla="*/ 166172 h 462"/>
                <a:gd name="T26" fmla="*/ 48204 w 444"/>
                <a:gd name="T27" fmla="*/ 185827 h 462"/>
                <a:gd name="T28" fmla="*/ 100013 w 444"/>
                <a:gd name="T29" fmla="*/ 205928 h 462"/>
                <a:gd name="T30" fmla="*/ 147766 w 444"/>
                <a:gd name="T31" fmla="*/ 185827 h 462"/>
                <a:gd name="T32" fmla="*/ 111726 w 444"/>
                <a:gd name="T33" fmla="*/ 166172 h 462"/>
                <a:gd name="T34" fmla="*/ 111726 w 444"/>
                <a:gd name="T35" fmla="*/ 150538 h 462"/>
                <a:gd name="T36" fmla="*/ 144162 w 444"/>
                <a:gd name="T37" fmla="*/ 94700 h 462"/>
                <a:gd name="T38" fmla="*/ 144162 w 444"/>
                <a:gd name="T39" fmla="*/ 94700 h 462"/>
                <a:gd name="T40" fmla="*/ 155875 w 444"/>
                <a:gd name="T41" fmla="*/ 39756 h 462"/>
                <a:gd name="T42" fmla="*/ 183807 w 444"/>
                <a:gd name="T43" fmla="*/ 39756 h 462"/>
                <a:gd name="T44" fmla="*/ 144162 w 444"/>
                <a:gd name="T45" fmla="*/ 94700 h 462"/>
                <a:gd name="T46" fmla="*/ 100013 w 444"/>
                <a:gd name="T47" fmla="*/ 16081 h 462"/>
                <a:gd name="T48" fmla="*/ 100013 w 444"/>
                <a:gd name="T49" fmla="*/ 16081 h 462"/>
                <a:gd name="T50" fmla="*/ 144162 w 444"/>
                <a:gd name="T51" fmla="*/ 31716 h 462"/>
                <a:gd name="T52" fmla="*/ 100013 w 444"/>
                <a:gd name="T53" fmla="*/ 51370 h 462"/>
                <a:gd name="T54" fmla="*/ 55863 w 444"/>
                <a:gd name="T55" fmla="*/ 31716 h 462"/>
                <a:gd name="T56" fmla="*/ 100013 w 444"/>
                <a:gd name="T57" fmla="*/ 16081 h 462"/>
                <a:gd name="T58" fmla="*/ 16218 w 444"/>
                <a:gd name="T59" fmla="*/ 39756 h 462"/>
                <a:gd name="T60" fmla="*/ 16218 w 444"/>
                <a:gd name="T61" fmla="*/ 39756 h 462"/>
                <a:gd name="T62" fmla="*/ 44150 w 444"/>
                <a:gd name="T63" fmla="*/ 39756 h 462"/>
                <a:gd name="T64" fmla="*/ 55863 w 444"/>
                <a:gd name="T65" fmla="*/ 94700 h 462"/>
                <a:gd name="T66" fmla="*/ 16218 w 444"/>
                <a:gd name="T67" fmla="*/ 39756 h 46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44" h="462">
                  <a:moveTo>
                    <a:pt x="248" y="337"/>
                  </a:moveTo>
                  <a:lnTo>
                    <a:pt x="248" y="337"/>
                  </a:lnTo>
                  <a:cubicBezTo>
                    <a:pt x="248" y="302"/>
                    <a:pt x="275" y="283"/>
                    <a:pt x="320" y="257"/>
                  </a:cubicBezTo>
                  <a:cubicBezTo>
                    <a:pt x="373" y="221"/>
                    <a:pt x="443" y="177"/>
                    <a:pt x="443" y="71"/>
                  </a:cubicBezTo>
                  <a:cubicBezTo>
                    <a:pt x="443" y="62"/>
                    <a:pt x="434" y="53"/>
                    <a:pt x="426" y="53"/>
                  </a:cubicBezTo>
                  <a:cubicBezTo>
                    <a:pt x="346" y="53"/>
                    <a:pt x="346" y="53"/>
                    <a:pt x="346" y="53"/>
                  </a:cubicBezTo>
                  <a:cubicBezTo>
                    <a:pt x="328" y="27"/>
                    <a:pt x="293" y="0"/>
                    <a:pt x="222" y="0"/>
                  </a:cubicBezTo>
                  <a:cubicBezTo>
                    <a:pt x="151" y="0"/>
                    <a:pt x="116" y="27"/>
                    <a:pt x="9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9" y="53"/>
                    <a:pt x="0" y="62"/>
                    <a:pt x="0" y="71"/>
                  </a:cubicBezTo>
                  <a:cubicBezTo>
                    <a:pt x="0" y="177"/>
                    <a:pt x="62" y="221"/>
                    <a:pt x="124" y="257"/>
                  </a:cubicBezTo>
                  <a:cubicBezTo>
                    <a:pt x="169" y="283"/>
                    <a:pt x="195" y="302"/>
                    <a:pt x="195" y="337"/>
                  </a:cubicBezTo>
                  <a:cubicBezTo>
                    <a:pt x="195" y="372"/>
                    <a:pt x="195" y="372"/>
                    <a:pt x="195" y="372"/>
                  </a:cubicBezTo>
                  <a:cubicBezTo>
                    <a:pt x="142" y="381"/>
                    <a:pt x="107" y="399"/>
                    <a:pt x="107" y="416"/>
                  </a:cubicBezTo>
                  <a:cubicBezTo>
                    <a:pt x="107" y="443"/>
                    <a:pt x="160" y="461"/>
                    <a:pt x="222" y="461"/>
                  </a:cubicBezTo>
                  <a:cubicBezTo>
                    <a:pt x="283" y="461"/>
                    <a:pt x="328" y="443"/>
                    <a:pt x="328" y="416"/>
                  </a:cubicBezTo>
                  <a:cubicBezTo>
                    <a:pt x="328" y="399"/>
                    <a:pt x="302" y="381"/>
                    <a:pt x="248" y="372"/>
                  </a:cubicBezTo>
                  <a:lnTo>
                    <a:pt x="248" y="337"/>
                  </a:lnTo>
                  <a:close/>
                  <a:moveTo>
                    <a:pt x="320" y="212"/>
                  </a:moveTo>
                  <a:lnTo>
                    <a:pt x="320" y="212"/>
                  </a:lnTo>
                  <a:cubicBezTo>
                    <a:pt x="337" y="186"/>
                    <a:pt x="346" y="142"/>
                    <a:pt x="346" y="89"/>
                  </a:cubicBezTo>
                  <a:cubicBezTo>
                    <a:pt x="408" y="89"/>
                    <a:pt x="408" y="89"/>
                    <a:pt x="408" y="89"/>
                  </a:cubicBezTo>
                  <a:cubicBezTo>
                    <a:pt x="399" y="151"/>
                    <a:pt x="364" y="186"/>
                    <a:pt x="320" y="212"/>
                  </a:cubicBezTo>
                  <a:close/>
                  <a:moveTo>
                    <a:pt x="222" y="36"/>
                  </a:moveTo>
                  <a:lnTo>
                    <a:pt x="222" y="36"/>
                  </a:lnTo>
                  <a:cubicBezTo>
                    <a:pt x="293" y="36"/>
                    <a:pt x="320" y="62"/>
                    <a:pt x="320" y="71"/>
                  </a:cubicBezTo>
                  <a:cubicBezTo>
                    <a:pt x="320" y="80"/>
                    <a:pt x="293" y="106"/>
                    <a:pt x="222" y="115"/>
                  </a:cubicBezTo>
                  <a:cubicBezTo>
                    <a:pt x="151" y="106"/>
                    <a:pt x="124" y="80"/>
                    <a:pt x="124" y="71"/>
                  </a:cubicBezTo>
                  <a:cubicBezTo>
                    <a:pt x="124" y="62"/>
                    <a:pt x="151" y="36"/>
                    <a:pt x="222" y="36"/>
                  </a:cubicBezTo>
                  <a:close/>
                  <a:moveTo>
                    <a:pt x="36" y="89"/>
                  </a:moveTo>
                  <a:lnTo>
                    <a:pt x="36" y="89"/>
                  </a:lnTo>
                  <a:cubicBezTo>
                    <a:pt x="98" y="89"/>
                    <a:pt x="98" y="89"/>
                    <a:pt x="98" y="89"/>
                  </a:cubicBezTo>
                  <a:cubicBezTo>
                    <a:pt x="98" y="142"/>
                    <a:pt x="107" y="186"/>
                    <a:pt x="124" y="212"/>
                  </a:cubicBezTo>
                  <a:cubicBezTo>
                    <a:pt x="80" y="186"/>
                    <a:pt x="36" y="151"/>
                    <a:pt x="36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75" name="Freeform 36">
              <a:extLst>
                <a:ext uri="{FF2B5EF4-FFF2-40B4-BE49-F238E27FC236}">
                  <a16:creationId xmlns:a16="http://schemas.microsoft.com/office/drawing/2014/main" id="{D2EBBAD1-BC72-B957-9C9D-E550B0274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7454" y="1527037"/>
              <a:ext cx="165702" cy="181946"/>
            </a:xfrm>
            <a:custGeom>
              <a:avLst/>
              <a:gdLst>
                <a:gd name="T0" fmla="*/ 40 w 168"/>
                <a:gd name="T1" fmla="*/ 21 h 184"/>
                <a:gd name="T2" fmla="*/ 54 w 168"/>
                <a:gd name="T3" fmla="*/ 8 h 184"/>
                <a:gd name="T4" fmla="*/ 114 w 168"/>
                <a:gd name="T5" fmla="*/ 8 h 184"/>
                <a:gd name="T6" fmla="*/ 128 w 168"/>
                <a:gd name="T7" fmla="*/ 21 h 184"/>
                <a:gd name="T8" fmla="*/ 128 w 168"/>
                <a:gd name="T9" fmla="*/ 92 h 184"/>
                <a:gd name="T10" fmla="*/ 136 w 168"/>
                <a:gd name="T11" fmla="*/ 92 h 184"/>
                <a:gd name="T12" fmla="*/ 136 w 168"/>
                <a:gd name="T13" fmla="*/ 21 h 184"/>
                <a:gd name="T14" fmla="*/ 114 w 168"/>
                <a:gd name="T15" fmla="*/ 0 h 184"/>
                <a:gd name="T16" fmla="*/ 54 w 168"/>
                <a:gd name="T17" fmla="*/ 0 h 184"/>
                <a:gd name="T18" fmla="*/ 32 w 168"/>
                <a:gd name="T19" fmla="*/ 21 h 184"/>
                <a:gd name="T20" fmla="*/ 32 w 168"/>
                <a:gd name="T21" fmla="*/ 92 h 184"/>
                <a:gd name="T22" fmla="*/ 40 w 168"/>
                <a:gd name="T23" fmla="*/ 92 h 184"/>
                <a:gd name="T24" fmla="*/ 40 w 168"/>
                <a:gd name="T25" fmla="*/ 21 h 184"/>
                <a:gd name="T26" fmla="*/ 144 w 168"/>
                <a:gd name="T27" fmla="*/ 68 h 184"/>
                <a:gd name="T28" fmla="*/ 144 w 168"/>
                <a:gd name="T29" fmla="*/ 76 h 184"/>
                <a:gd name="T30" fmla="*/ 160 w 168"/>
                <a:gd name="T31" fmla="*/ 76 h 184"/>
                <a:gd name="T32" fmla="*/ 84 w 168"/>
                <a:gd name="T33" fmla="*/ 149 h 184"/>
                <a:gd name="T34" fmla="*/ 8 w 168"/>
                <a:gd name="T35" fmla="*/ 76 h 184"/>
                <a:gd name="T36" fmla="*/ 24 w 168"/>
                <a:gd name="T37" fmla="*/ 76 h 184"/>
                <a:gd name="T38" fmla="*/ 24 w 168"/>
                <a:gd name="T39" fmla="*/ 68 h 184"/>
                <a:gd name="T40" fmla="*/ 0 w 168"/>
                <a:gd name="T41" fmla="*/ 68 h 184"/>
                <a:gd name="T42" fmla="*/ 0 w 168"/>
                <a:gd name="T43" fmla="*/ 72 h 184"/>
                <a:gd name="T44" fmla="*/ 80 w 168"/>
                <a:gd name="T45" fmla="*/ 156 h 184"/>
                <a:gd name="T46" fmla="*/ 80 w 168"/>
                <a:gd name="T47" fmla="*/ 176 h 184"/>
                <a:gd name="T48" fmla="*/ 64 w 168"/>
                <a:gd name="T49" fmla="*/ 176 h 184"/>
                <a:gd name="T50" fmla="*/ 64 w 168"/>
                <a:gd name="T51" fmla="*/ 184 h 184"/>
                <a:gd name="T52" fmla="*/ 104 w 168"/>
                <a:gd name="T53" fmla="*/ 184 h 184"/>
                <a:gd name="T54" fmla="*/ 104 w 168"/>
                <a:gd name="T55" fmla="*/ 176 h 184"/>
                <a:gd name="T56" fmla="*/ 88 w 168"/>
                <a:gd name="T57" fmla="*/ 176 h 184"/>
                <a:gd name="T58" fmla="*/ 88 w 168"/>
                <a:gd name="T59" fmla="*/ 156 h 184"/>
                <a:gd name="T60" fmla="*/ 168 w 168"/>
                <a:gd name="T61" fmla="*/ 72 h 184"/>
                <a:gd name="T62" fmla="*/ 168 w 168"/>
                <a:gd name="T63" fmla="*/ 68 h 184"/>
                <a:gd name="T64" fmla="*/ 144 w 168"/>
                <a:gd name="T65" fmla="*/ 6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8" h="184">
                  <a:moveTo>
                    <a:pt x="40" y="21"/>
                  </a:moveTo>
                  <a:cubicBezTo>
                    <a:pt x="40" y="14"/>
                    <a:pt x="47" y="8"/>
                    <a:pt x="5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21" y="8"/>
                    <a:pt x="128" y="14"/>
                    <a:pt x="128" y="21"/>
                  </a:cubicBezTo>
                  <a:cubicBezTo>
                    <a:pt x="128" y="92"/>
                    <a:pt x="128" y="92"/>
                    <a:pt x="128" y="92"/>
                  </a:cubicBezTo>
                  <a:cubicBezTo>
                    <a:pt x="136" y="92"/>
                    <a:pt x="136" y="92"/>
                    <a:pt x="136" y="92"/>
                  </a:cubicBezTo>
                  <a:cubicBezTo>
                    <a:pt x="136" y="21"/>
                    <a:pt x="136" y="21"/>
                    <a:pt x="136" y="21"/>
                  </a:cubicBezTo>
                  <a:cubicBezTo>
                    <a:pt x="136" y="10"/>
                    <a:pt x="125" y="0"/>
                    <a:pt x="11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3" y="0"/>
                    <a:pt x="32" y="10"/>
                    <a:pt x="32" y="21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40" y="92"/>
                    <a:pt x="40" y="92"/>
                    <a:pt x="40" y="92"/>
                  </a:cubicBezTo>
                  <a:lnTo>
                    <a:pt x="40" y="21"/>
                  </a:lnTo>
                  <a:close/>
                  <a:moveTo>
                    <a:pt x="144" y="68"/>
                  </a:moveTo>
                  <a:cubicBezTo>
                    <a:pt x="144" y="76"/>
                    <a:pt x="144" y="76"/>
                    <a:pt x="144" y="76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58" y="116"/>
                    <a:pt x="125" y="149"/>
                    <a:pt x="84" y="149"/>
                  </a:cubicBezTo>
                  <a:cubicBezTo>
                    <a:pt x="43" y="149"/>
                    <a:pt x="10" y="116"/>
                    <a:pt x="8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17"/>
                    <a:pt x="35" y="154"/>
                    <a:pt x="80" y="156"/>
                  </a:cubicBezTo>
                  <a:cubicBezTo>
                    <a:pt x="80" y="176"/>
                    <a:pt x="80" y="176"/>
                    <a:pt x="80" y="176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104" y="184"/>
                    <a:pt x="104" y="184"/>
                    <a:pt x="104" y="184"/>
                  </a:cubicBezTo>
                  <a:cubicBezTo>
                    <a:pt x="104" y="176"/>
                    <a:pt x="104" y="176"/>
                    <a:pt x="104" y="176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133" y="154"/>
                    <a:pt x="168" y="117"/>
                    <a:pt x="168" y="72"/>
                  </a:cubicBezTo>
                  <a:cubicBezTo>
                    <a:pt x="168" y="68"/>
                    <a:pt x="168" y="68"/>
                    <a:pt x="168" y="68"/>
                  </a:cubicBezTo>
                  <a:lnTo>
                    <a:pt x="144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8">
              <a:extLst>
                <a:ext uri="{FF2B5EF4-FFF2-40B4-BE49-F238E27FC236}">
                  <a16:creationId xmlns:a16="http://schemas.microsoft.com/office/drawing/2014/main" id="{042D027A-559B-0969-B6D7-3EE787526A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6122" y="4486439"/>
              <a:ext cx="155393" cy="143239"/>
            </a:xfrm>
            <a:custGeom>
              <a:avLst/>
              <a:gdLst>
                <a:gd name="T0" fmla="*/ 58 w 179"/>
                <a:gd name="T1" fmla="*/ 73 h 165"/>
                <a:gd name="T2" fmla="*/ 18 w 179"/>
                <a:gd name="T3" fmla="*/ 73 h 165"/>
                <a:gd name="T4" fmla="*/ 18 w 179"/>
                <a:gd name="T5" fmla="*/ 154 h 165"/>
                <a:gd name="T6" fmla="*/ 58 w 179"/>
                <a:gd name="T7" fmla="*/ 154 h 165"/>
                <a:gd name="T8" fmla="*/ 58 w 179"/>
                <a:gd name="T9" fmla="*/ 73 h 165"/>
                <a:gd name="T10" fmla="*/ 51 w 179"/>
                <a:gd name="T11" fmla="*/ 146 h 165"/>
                <a:gd name="T12" fmla="*/ 25 w 179"/>
                <a:gd name="T13" fmla="*/ 146 h 165"/>
                <a:gd name="T14" fmla="*/ 25 w 179"/>
                <a:gd name="T15" fmla="*/ 81 h 165"/>
                <a:gd name="T16" fmla="*/ 51 w 179"/>
                <a:gd name="T17" fmla="*/ 81 h 165"/>
                <a:gd name="T18" fmla="*/ 51 w 179"/>
                <a:gd name="T19" fmla="*/ 146 h 165"/>
                <a:gd name="T20" fmla="*/ 113 w 179"/>
                <a:gd name="T21" fmla="*/ 41 h 165"/>
                <a:gd name="T22" fmla="*/ 73 w 179"/>
                <a:gd name="T23" fmla="*/ 41 h 165"/>
                <a:gd name="T24" fmla="*/ 73 w 179"/>
                <a:gd name="T25" fmla="*/ 154 h 165"/>
                <a:gd name="T26" fmla="*/ 113 w 179"/>
                <a:gd name="T27" fmla="*/ 154 h 165"/>
                <a:gd name="T28" fmla="*/ 113 w 179"/>
                <a:gd name="T29" fmla="*/ 41 h 165"/>
                <a:gd name="T30" fmla="*/ 106 w 179"/>
                <a:gd name="T31" fmla="*/ 146 h 165"/>
                <a:gd name="T32" fmla="*/ 80 w 179"/>
                <a:gd name="T33" fmla="*/ 146 h 165"/>
                <a:gd name="T34" fmla="*/ 80 w 179"/>
                <a:gd name="T35" fmla="*/ 48 h 165"/>
                <a:gd name="T36" fmla="*/ 106 w 179"/>
                <a:gd name="T37" fmla="*/ 48 h 165"/>
                <a:gd name="T38" fmla="*/ 106 w 179"/>
                <a:gd name="T39" fmla="*/ 146 h 165"/>
                <a:gd name="T40" fmla="*/ 168 w 179"/>
                <a:gd name="T41" fmla="*/ 0 h 165"/>
                <a:gd name="T42" fmla="*/ 128 w 179"/>
                <a:gd name="T43" fmla="*/ 0 h 165"/>
                <a:gd name="T44" fmla="*/ 128 w 179"/>
                <a:gd name="T45" fmla="*/ 154 h 165"/>
                <a:gd name="T46" fmla="*/ 168 w 179"/>
                <a:gd name="T47" fmla="*/ 154 h 165"/>
                <a:gd name="T48" fmla="*/ 168 w 179"/>
                <a:gd name="T49" fmla="*/ 0 h 165"/>
                <a:gd name="T50" fmla="*/ 160 w 179"/>
                <a:gd name="T51" fmla="*/ 146 h 165"/>
                <a:gd name="T52" fmla="*/ 135 w 179"/>
                <a:gd name="T53" fmla="*/ 146 h 165"/>
                <a:gd name="T54" fmla="*/ 135 w 179"/>
                <a:gd name="T55" fmla="*/ 8 h 165"/>
                <a:gd name="T56" fmla="*/ 160 w 179"/>
                <a:gd name="T57" fmla="*/ 8 h 165"/>
                <a:gd name="T58" fmla="*/ 160 w 179"/>
                <a:gd name="T59" fmla="*/ 146 h 165"/>
                <a:gd name="T60" fmla="*/ 0 w 179"/>
                <a:gd name="T61" fmla="*/ 157 h 165"/>
                <a:gd name="T62" fmla="*/ 0 w 179"/>
                <a:gd name="T63" fmla="*/ 165 h 165"/>
                <a:gd name="T64" fmla="*/ 179 w 179"/>
                <a:gd name="T65" fmla="*/ 165 h 165"/>
                <a:gd name="T66" fmla="*/ 179 w 179"/>
                <a:gd name="T67" fmla="*/ 157 h 165"/>
                <a:gd name="T68" fmla="*/ 0 w 179"/>
                <a:gd name="T69" fmla="*/ 157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65">
                  <a:moveTo>
                    <a:pt x="58" y="73"/>
                  </a:moveTo>
                  <a:lnTo>
                    <a:pt x="18" y="73"/>
                  </a:lnTo>
                  <a:lnTo>
                    <a:pt x="18" y="154"/>
                  </a:lnTo>
                  <a:lnTo>
                    <a:pt x="58" y="154"/>
                  </a:lnTo>
                  <a:lnTo>
                    <a:pt x="58" y="73"/>
                  </a:lnTo>
                  <a:close/>
                  <a:moveTo>
                    <a:pt x="51" y="146"/>
                  </a:moveTo>
                  <a:lnTo>
                    <a:pt x="25" y="146"/>
                  </a:lnTo>
                  <a:lnTo>
                    <a:pt x="25" y="81"/>
                  </a:lnTo>
                  <a:lnTo>
                    <a:pt x="51" y="81"/>
                  </a:lnTo>
                  <a:lnTo>
                    <a:pt x="51" y="146"/>
                  </a:lnTo>
                  <a:close/>
                  <a:moveTo>
                    <a:pt x="113" y="41"/>
                  </a:moveTo>
                  <a:lnTo>
                    <a:pt x="73" y="41"/>
                  </a:lnTo>
                  <a:lnTo>
                    <a:pt x="73" y="154"/>
                  </a:lnTo>
                  <a:lnTo>
                    <a:pt x="113" y="154"/>
                  </a:lnTo>
                  <a:lnTo>
                    <a:pt x="113" y="41"/>
                  </a:lnTo>
                  <a:close/>
                  <a:moveTo>
                    <a:pt x="106" y="146"/>
                  </a:moveTo>
                  <a:lnTo>
                    <a:pt x="80" y="146"/>
                  </a:lnTo>
                  <a:lnTo>
                    <a:pt x="80" y="48"/>
                  </a:lnTo>
                  <a:lnTo>
                    <a:pt x="106" y="48"/>
                  </a:lnTo>
                  <a:lnTo>
                    <a:pt x="106" y="146"/>
                  </a:lnTo>
                  <a:close/>
                  <a:moveTo>
                    <a:pt x="168" y="0"/>
                  </a:moveTo>
                  <a:lnTo>
                    <a:pt x="128" y="0"/>
                  </a:lnTo>
                  <a:lnTo>
                    <a:pt x="128" y="154"/>
                  </a:lnTo>
                  <a:lnTo>
                    <a:pt x="168" y="154"/>
                  </a:lnTo>
                  <a:lnTo>
                    <a:pt x="168" y="0"/>
                  </a:lnTo>
                  <a:close/>
                  <a:moveTo>
                    <a:pt x="160" y="146"/>
                  </a:moveTo>
                  <a:lnTo>
                    <a:pt x="135" y="146"/>
                  </a:lnTo>
                  <a:lnTo>
                    <a:pt x="135" y="8"/>
                  </a:lnTo>
                  <a:lnTo>
                    <a:pt x="160" y="8"/>
                  </a:lnTo>
                  <a:lnTo>
                    <a:pt x="160" y="146"/>
                  </a:lnTo>
                  <a:close/>
                  <a:moveTo>
                    <a:pt x="0" y="157"/>
                  </a:moveTo>
                  <a:lnTo>
                    <a:pt x="0" y="165"/>
                  </a:lnTo>
                  <a:lnTo>
                    <a:pt x="179" y="165"/>
                  </a:lnTo>
                  <a:lnTo>
                    <a:pt x="179" y="157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967BD1-30B2-05C3-E507-9C696D4CF78A}"/>
              </a:ext>
            </a:extLst>
          </p:cNvPr>
          <p:cNvGrpSpPr/>
          <p:nvPr/>
        </p:nvGrpSpPr>
        <p:grpSpPr>
          <a:xfrm>
            <a:off x="6567453" y="4160724"/>
            <a:ext cx="535496" cy="479359"/>
            <a:chOff x="7642068" y="4481271"/>
            <a:chExt cx="496202" cy="4962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AF04A2D-FD8F-81C7-52B5-8E7DADC8A44E}"/>
                </a:ext>
              </a:extLst>
            </p:cNvPr>
            <p:cNvSpPr/>
            <p:nvPr/>
          </p:nvSpPr>
          <p:spPr>
            <a:xfrm>
              <a:off x="7642068" y="4481271"/>
              <a:ext cx="496202" cy="496202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+mj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3B60ED-3245-114A-D258-4637EF4CDE40}"/>
                </a:ext>
              </a:extLst>
            </p:cNvPr>
            <p:cNvSpPr txBox="1"/>
            <p:nvPr/>
          </p:nvSpPr>
          <p:spPr>
            <a:xfrm>
              <a:off x="7673113" y="4560746"/>
              <a:ext cx="446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05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7F3EF28-E2D7-8AEB-3AB9-6FBC9C5DEC42}"/>
              </a:ext>
            </a:extLst>
          </p:cNvPr>
          <p:cNvSpPr txBox="1"/>
          <p:nvPr/>
        </p:nvSpPr>
        <p:spPr>
          <a:xfrm>
            <a:off x="7235497" y="4159852"/>
            <a:ext cx="4351822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Younger and mid-life users show more anxiety/envy from online content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76364CF-713F-C1B7-9321-BA15C485DFBB}"/>
              </a:ext>
            </a:extLst>
          </p:cNvPr>
          <p:cNvGrpSpPr/>
          <p:nvPr/>
        </p:nvGrpSpPr>
        <p:grpSpPr>
          <a:xfrm>
            <a:off x="6430297" y="4965290"/>
            <a:ext cx="5496232" cy="1757823"/>
            <a:chOff x="6490489" y="4193837"/>
            <a:chExt cx="5161654" cy="2514256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7F3EF28-E2D7-8AEB-3AB9-6FBC9C5DEC42}"/>
                </a:ext>
              </a:extLst>
            </p:cNvPr>
            <p:cNvSpPr txBox="1"/>
            <p:nvPr/>
          </p:nvSpPr>
          <p:spPr>
            <a:xfrm>
              <a:off x="7183018" y="4193837"/>
              <a:ext cx="4469125" cy="25142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Seniors 65+ have high online contact, mostly   for family connection</a:t>
              </a:r>
            </a:p>
            <a:p>
              <a:pPr>
                <a:lnSpc>
                  <a:spcPct val="120000"/>
                </a:lnSpc>
              </a:pP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>
                <a:lnSpc>
                  <a:spcPct val="120000"/>
                </a:lnSpc>
              </a:pP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E967BD1-30B2-05C3-E507-9C696D4CF78A}"/>
                </a:ext>
              </a:extLst>
            </p:cNvPr>
            <p:cNvGrpSpPr/>
            <p:nvPr/>
          </p:nvGrpSpPr>
          <p:grpSpPr>
            <a:xfrm>
              <a:off x="6490489" y="5039182"/>
              <a:ext cx="710360" cy="514289"/>
              <a:chOff x="7595148" y="4261632"/>
              <a:chExt cx="710360" cy="514289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AAF04A2D-FD8F-81C7-52B5-8E7DADC8A44E}"/>
                  </a:ext>
                </a:extLst>
              </p:cNvPr>
              <p:cNvSpPr/>
              <p:nvPr/>
            </p:nvSpPr>
            <p:spPr>
              <a:xfrm>
                <a:off x="7672260" y="4279719"/>
                <a:ext cx="496202" cy="496202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+mj-lt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E3B60ED-3245-114A-D258-4637EF4CDE40}"/>
                  </a:ext>
                </a:extLst>
              </p:cNvPr>
              <p:cNvSpPr txBox="1"/>
              <p:nvPr/>
            </p:nvSpPr>
            <p:spPr>
              <a:xfrm>
                <a:off x="7595148" y="4261632"/>
                <a:ext cx="710360" cy="484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+mj-lt"/>
                    <a:cs typeface="Catamaran Bold" panose="00000800000000000000" pitchFamily="2" charset="0"/>
                  </a:rPr>
                  <a:t>07</a:t>
                </a:r>
              </a:p>
            </p:txBody>
          </p:sp>
        </p:grp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76364CF-713F-C1B7-9321-BA15C485DFBB}"/>
              </a:ext>
            </a:extLst>
          </p:cNvPr>
          <p:cNvGrpSpPr/>
          <p:nvPr/>
        </p:nvGrpSpPr>
        <p:grpSpPr>
          <a:xfrm>
            <a:off x="6543605" y="5713346"/>
            <a:ext cx="4718755" cy="1116600"/>
            <a:chOff x="6543605" y="-1963361"/>
            <a:chExt cx="4535820" cy="12238617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7F3EF28-E2D7-8AEB-3AB9-6FBC9C5DEC42}"/>
                </a:ext>
              </a:extLst>
            </p:cNvPr>
            <p:cNvSpPr txBox="1"/>
            <p:nvPr/>
          </p:nvSpPr>
          <p:spPr>
            <a:xfrm>
              <a:off x="7168630" y="-1963361"/>
              <a:ext cx="3910795" cy="12238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Digital media is both a connector and a stressor!</a:t>
              </a:r>
            </a:p>
            <a:p>
              <a:pPr>
                <a:lnSpc>
                  <a:spcPct val="120000"/>
                </a:lnSpc>
              </a:pPr>
              <a:endParaRPr lang="en-US" b="1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E967BD1-30B2-05C3-E507-9C696D4CF78A}"/>
                </a:ext>
              </a:extLst>
            </p:cNvPr>
            <p:cNvGrpSpPr/>
            <p:nvPr/>
          </p:nvGrpSpPr>
          <p:grpSpPr>
            <a:xfrm>
              <a:off x="6543605" y="5228694"/>
              <a:ext cx="496202" cy="496202"/>
              <a:chOff x="7648264" y="4451144"/>
              <a:chExt cx="496202" cy="496202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AAF04A2D-FD8F-81C7-52B5-8E7DADC8A44E}"/>
                  </a:ext>
                </a:extLst>
              </p:cNvPr>
              <p:cNvSpPr/>
              <p:nvPr/>
            </p:nvSpPr>
            <p:spPr>
              <a:xfrm>
                <a:off x="7648264" y="4451144"/>
                <a:ext cx="496202" cy="496202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+mj-lt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E3B60ED-3245-114A-D258-4637EF4CDE40}"/>
                  </a:ext>
                </a:extLst>
              </p:cNvPr>
              <p:cNvSpPr txBox="1"/>
              <p:nvPr/>
            </p:nvSpPr>
            <p:spPr>
              <a:xfrm>
                <a:off x="7673113" y="4560746"/>
                <a:ext cx="4465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+mj-lt"/>
                    <a:cs typeface="Catamaran Bold" panose="00000800000000000000" pitchFamily="2" charset="0"/>
                  </a:rPr>
                  <a:t>05</a:t>
                </a:r>
              </a:p>
            </p:txBody>
          </p:sp>
        </p:grpSp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102" y="4778382"/>
            <a:ext cx="401857" cy="380425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509741" y="4901078"/>
            <a:ext cx="560601" cy="491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+mj-lt"/>
              </a:rPr>
              <a:t>06</a:t>
            </a:r>
            <a:endParaRPr lang="en-CA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97793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roup 1139">
            <a:extLst>
              <a:ext uri="{FF2B5EF4-FFF2-40B4-BE49-F238E27FC236}">
                <a16:creationId xmlns:a16="http://schemas.microsoft.com/office/drawing/2014/main" id="{A14CB5CF-7D07-4912-9F9A-7C7F81AC4635}"/>
              </a:ext>
            </a:extLst>
          </p:cNvPr>
          <p:cNvGrpSpPr/>
          <p:nvPr/>
        </p:nvGrpSpPr>
        <p:grpSpPr>
          <a:xfrm>
            <a:off x="2212258" y="2674374"/>
            <a:ext cx="4374015" cy="3795251"/>
            <a:chOff x="547689" y="1034081"/>
            <a:chExt cx="5942012" cy="4830144"/>
          </a:xfrm>
        </p:grpSpPr>
        <p:grpSp>
          <p:nvGrpSpPr>
            <p:cNvPr id="568" name="Group 567">
              <a:extLst>
                <a:ext uri="{FF2B5EF4-FFF2-40B4-BE49-F238E27FC236}">
                  <a16:creationId xmlns:a16="http://schemas.microsoft.com/office/drawing/2014/main" id="{36F47C8E-A4C0-4612-9815-E93437DBFC15}"/>
                </a:ext>
              </a:extLst>
            </p:cNvPr>
            <p:cNvGrpSpPr/>
            <p:nvPr/>
          </p:nvGrpSpPr>
          <p:grpSpPr>
            <a:xfrm>
              <a:off x="547689" y="1034081"/>
              <a:ext cx="5942012" cy="4830144"/>
              <a:chOff x="547688" y="774700"/>
              <a:chExt cx="6261101" cy="5089525"/>
            </a:xfrm>
          </p:grpSpPr>
          <p:sp>
            <p:nvSpPr>
              <p:cNvPr id="569" name="Freeform 7">
                <a:extLst>
                  <a:ext uri="{FF2B5EF4-FFF2-40B4-BE49-F238E27FC236}">
                    <a16:creationId xmlns:a16="http://schemas.microsoft.com/office/drawing/2014/main" id="{6B60A20A-5E40-4365-A5D3-3235E2A21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563" y="1514475"/>
                <a:ext cx="11113" cy="153988"/>
              </a:xfrm>
              <a:custGeom>
                <a:avLst/>
                <a:gdLst>
                  <a:gd name="T0" fmla="*/ 34 w 35"/>
                  <a:gd name="T1" fmla="*/ 10 h 388"/>
                  <a:gd name="T2" fmla="*/ 34 w 35"/>
                  <a:gd name="T3" fmla="*/ 19 h 388"/>
                  <a:gd name="T4" fmla="*/ 31 w 35"/>
                  <a:gd name="T5" fmla="*/ 29 h 388"/>
                  <a:gd name="T6" fmla="*/ 30 w 35"/>
                  <a:gd name="T7" fmla="*/ 33 h 388"/>
                  <a:gd name="T8" fmla="*/ 29 w 35"/>
                  <a:gd name="T9" fmla="*/ 38 h 388"/>
                  <a:gd name="T10" fmla="*/ 26 w 35"/>
                  <a:gd name="T11" fmla="*/ 48 h 388"/>
                  <a:gd name="T12" fmla="*/ 21 w 35"/>
                  <a:gd name="T13" fmla="*/ 59 h 388"/>
                  <a:gd name="T14" fmla="*/ 20 w 35"/>
                  <a:gd name="T15" fmla="*/ 63 h 388"/>
                  <a:gd name="T16" fmla="*/ 18 w 35"/>
                  <a:gd name="T17" fmla="*/ 67 h 388"/>
                  <a:gd name="T18" fmla="*/ 10 w 35"/>
                  <a:gd name="T19" fmla="*/ 81 h 388"/>
                  <a:gd name="T20" fmla="*/ 1 w 35"/>
                  <a:gd name="T21" fmla="*/ 96 h 388"/>
                  <a:gd name="T22" fmla="*/ 0 w 35"/>
                  <a:gd name="T23" fmla="*/ 388 h 388"/>
                  <a:gd name="T24" fmla="*/ 10 w 35"/>
                  <a:gd name="T25" fmla="*/ 374 h 388"/>
                  <a:gd name="T26" fmla="*/ 18 w 35"/>
                  <a:gd name="T27" fmla="*/ 360 h 388"/>
                  <a:gd name="T28" fmla="*/ 18 w 35"/>
                  <a:gd name="T29" fmla="*/ 358 h 388"/>
                  <a:gd name="T30" fmla="*/ 19 w 35"/>
                  <a:gd name="T31" fmla="*/ 357 h 388"/>
                  <a:gd name="T32" fmla="*/ 20 w 35"/>
                  <a:gd name="T33" fmla="*/ 354 h 388"/>
                  <a:gd name="T34" fmla="*/ 20 w 35"/>
                  <a:gd name="T35" fmla="*/ 351 h 388"/>
                  <a:gd name="T36" fmla="*/ 25 w 35"/>
                  <a:gd name="T37" fmla="*/ 341 h 388"/>
                  <a:gd name="T38" fmla="*/ 29 w 35"/>
                  <a:gd name="T39" fmla="*/ 330 h 388"/>
                  <a:gd name="T40" fmla="*/ 29 w 35"/>
                  <a:gd name="T41" fmla="*/ 328 h 388"/>
                  <a:gd name="T42" fmla="*/ 30 w 35"/>
                  <a:gd name="T43" fmla="*/ 325 h 388"/>
                  <a:gd name="T44" fmla="*/ 30 w 35"/>
                  <a:gd name="T45" fmla="*/ 323 h 388"/>
                  <a:gd name="T46" fmla="*/ 30 w 35"/>
                  <a:gd name="T47" fmla="*/ 321 h 388"/>
                  <a:gd name="T48" fmla="*/ 33 w 35"/>
                  <a:gd name="T49" fmla="*/ 312 h 388"/>
                  <a:gd name="T50" fmla="*/ 34 w 35"/>
                  <a:gd name="T51" fmla="*/ 303 h 388"/>
                  <a:gd name="T52" fmla="*/ 34 w 35"/>
                  <a:gd name="T53" fmla="*/ 300 h 388"/>
                  <a:gd name="T54" fmla="*/ 34 w 35"/>
                  <a:gd name="T55" fmla="*/ 297 h 388"/>
                  <a:gd name="T56" fmla="*/ 34 w 35"/>
                  <a:gd name="T57" fmla="*/ 295 h 388"/>
                  <a:gd name="T58" fmla="*/ 34 w 35"/>
                  <a:gd name="T59" fmla="*/ 293 h 388"/>
                  <a:gd name="T60" fmla="*/ 35 w 35"/>
                  <a:gd name="T61" fmla="*/ 0 h 388"/>
                  <a:gd name="T62" fmla="*/ 35 w 35"/>
                  <a:gd name="T63" fmla="*/ 5 h 388"/>
                  <a:gd name="T64" fmla="*/ 34 w 35"/>
                  <a:gd name="T65" fmla="*/ 1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5" h="388">
                    <a:moveTo>
                      <a:pt x="34" y="10"/>
                    </a:moveTo>
                    <a:lnTo>
                      <a:pt x="34" y="19"/>
                    </a:lnTo>
                    <a:lnTo>
                      <a:pt x="31" y="29"/>
                    </a:lnTo>
                    <a:lnTo>
                      <a:pt x="30" y="33"/>
                    </a:lnTo>
                    <a:lnTo>
                      <a:pt x="29" y="38"/>
                    </a:lnTo>
                    <a:lnTo>
                      <a:pt x="26" y="48"/>
                    </a:lnTo>
                    <a:lnTo>
                      <a:pt x="21" y="59"/>
                    </a:lnTo>
                    <a:lnTo>
                      <a:pt x="20" y="63"/>
                    </a:lnTo>
                    <a:lnTo>
                      <a:pt x="18" y="67"/>
                    </a:lnTo>
                    <a:lnTo>
                      <a:pt x="10" y="81"/>
                    </a:lnTo>
                    <a:lnTo>
                      <a:pt x="1" y="96"/>
                    </a:lnTo>
                    <a:lnTo>
                      <a:pt x="0" y="388"/>
                    </a:lnTo>
                    <a:lnTo>
                      <a:pt x="10" y="374"/>
                    </a:lnTo>
                    <a:lnTo>
                      <a:pt x="18" y="360"/>
                    </a:lnTo>
                    <a:lnTo>
                      <a:pt x="18" y="358"/>
                    </a:lnTo>
                    <a:lnTo>
                      <a:pt x="19" y="357"/>
                    </a:lnTo>
                    <a:lnTo>
                      <a:pt x="20" y="354"/>
                    </a:lnTo>
                    <a:lnTo>
                      <a:pt x="20" y="351"/>
                    </a:lnTo>
                    <a:lnTo>
                      <a:pt x="25" y="341"/>
                    </a:lnTo>
                    <a:lnTo>
                      <a:pt x="29" y="330"/>
                    </a:lnTo>
                    <a:lnTo>
                      <a:pt x="29" y="328"/>
                    </a:lnTo>
                    <a:lnTo>
                      <a:pt x="30" y="325"/>
                    </a:lnTo>
                    <a:lnTo>
                      <a:pt x="30" y="323"/>
                    </a:lnTo>
                    <a:lnTo>
                      <a:pt x="30" y="321"/>
                    </a:lnTo>
                    <a:lnTo>
                      <a:pt x="33" y="312"/>
                    </a:lnTo>
                    <a:lnTo>
                      <a:pt x="34" y="303"/>
                    </a:lnTo>
                    <a:lnTo>
                      <a:pt x="34" y="300"/>
                    </a:lnTo>
                    <a:lnTo>
                      <a:pt x="34" y="297"/>
                    </a:lnTo>
                    <a:lnTo>
                      <a:pt x="34" y="295"/>
                    </a:lnTo>
                    <a:lnTo>
                      <a:pt x="34" y="293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34" y="10"/>
                    </a:lnTo>
                    <a:close/>
                  </a:path>
                </a:pathLst>
              </a:custGeom>
              <a:solidFill>
                <a:srgbClr val="A84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0" name="Freeform 8">
                <a:extLst>
                  <a:ext uri="{FF2B5EF4-FFF2-40B4-BE49-F238E27FC236}">
                    <a16:creationId xmlns:a16="http://schemas.microsoft.com/office/drawing/2014/main" id="{350B664A-81B0-4112-9205-0A2A7A4BA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0976" y="1619250"/>
                <a:ext cx="60325" cy="152400"/>
              </a:xfrm>
              <a:custGeom>
                <a:avLst/>
                <a:gdLst>
                  <a:gd name="T0" fmla="*/ 0 w 191"/>
                  <a:gd name="T1" fmla="*/ 89 h 382"/>
                  <a:gd name="T2" fmla="*/ 0 w 191"/>
                  <a:gd name="T3" fmla="*/ 382 h 382"/>
                  <a:gd name="T4" fmla="*/ 190 w 191"/>
                  <a:gd name="T5" fmla="*/ 293 h 382"/>
                  <a:gd name="T6" fmla="*/ 191 w 191"/>
                  <a:gd name="T7" fmla="*/ 0 h 382"/>
                  <a:gd name="T8" fmla="*/ 0 w 191"/>
                  <a:gd name="T9" fmla="*/ 89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2">
                    <a:moveTo>
                      <a:pt x="0" y="89"/>
                    </a:moveTo>
                    <a:lnTo>
                      <a:pt x="0" y="382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0" y="89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1" name="Freeform 9">
                <a:extLst>
                  <a:ext uri="{FF2B5EF4-FFF2-40B4-BE49-F238E27FC236}">
                    <a16:creationId xmlns:a16="http://schemas.microsoft.com/office/drawing/2014/main" id="{2FD9A445-A5C6-4B78-88BF-FBF97EB0E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9401" y="1609725"/>
                <a:ext cx="195263" cy="190500"/>
              </a:xfrm>
              <a:custGeom>
                <a:avLst/>
                <a:gdLst>
                  <a:gd name="T0" fmla="*/ 569 w 619"/>
                  <a:gd name="T1" fmla="*/ 180 h 482"/>
                  <a:gd name="T2" fmla="*/ 512 w 619"/>
                  <a:gd name="T3" fmla="*/ 186 h 482"/>
                  <a:gd name="T4" fmla="*/ 477 w 619"/>
                  <a:gd name="T5" fmla="*/ 188 h 482"/>
                  <a:gd name="T6" fmla="*/ 449 w 619"/>
                  <a:gd name="T7" fmla="*/ 189 h 482"/>
                  <a:gd name="T8" fmla="*/ 419 w 619"/>
                  <a:gd name="T9" fmla="*/ 190 h 482"/>
                  <a:gd name="T10" fmla="*/ 381 w 619"/>
                  <a:gd name="T11" fmla="*/ 189 h 482"/>
                  <a:gd name="T12" fmla="*/ 339 w 619"/>
                  <a:gd name="T13" fmla="*/ 188 h 482"/>
                  <a:gd name="T14" fmla="*/ 321 w 619"/>
                  <a:gd name="T15" fmla="*/ 187 h 482"/>
                  <a:gd name="T16" fmla="*/ 280 w 619"/>
                  <a:gd name="T17" fmla="*/ 182 h 482"/>
                  <a:gd name="T18" fmla="*/ 255 w 619"/>
                  <a:gd name="T19" fmla="*/ 178 h 482"/>
                  <a:gd name="T20" fmla="*/ 223 w 619"/>
                  <a:gd name="T21" fmla="*/ 173 h 482"/>
                  <a:gd name="T22" fmla="*/ 199 w 619"/>
                  <a:gd name="T23" fmla="*/ 168 h 482"/>
                  <a:gd name="T24" fmla="*/ 163 w 619"/>
                  <a:gd name="T25" fmla="*/ 157 h 482"/>
                  <a:gd name="T26" fmla="*/ 125 w 619"/>
                  <a:gd name="T27" fmla="*/ 144 h 482"/>
                  <a:gd name="T28" fmla="*/ 86 w 619"/>
                  <a:gd name="T29" fmla="*/ 125 h 482"/>
                  <a:gd name="T30" fmla="*/ 54 w 619"/>
                  <a:gd name="T31" fmla="*/ 102 h 482"/>
                  <a:gd name="T32" fmla="*/ 29 w 619"/>
                  <a:gd name="T33" fmla="*/ 77 h 482"/>
                  <a:gd name="T34" fmla="*/ 11 w 619"/>
                  <a:gd name="T35" fmla="*/ 49 h 482"/>
                  <a:gd name="T36" fmla="*/ 3 w 619"/>
                  <a:gd name="T37" fmla="*/ 20 h 482"/>
                  <a:gd name="T38" fmla="*/ 0 w 619"/>
                  <a:gd name="T39" fmla="*/ 293 h 482"/>
                  <a:gd name="T40" fmla="*/ 4 w 619"/>
                  <a:gd name="T41" fmla="*/ 323 h 482"/>
                  <a:gd name="T42" fmla="*/ 15 w 619"/>
                  <a:gd name="T43" fmla="*/ 351 h 482"/>
                  <a:gd name="T44" fmla="*/ 35 w 619"/>
                  <a:gd name="T45" fmla="*/ 378 h 482"/>
                  <a:gd name="T46" fmla="*/ 63 w 619"/>
                  <a:gd name="T47" fmla="*/ 403 h 482"/>
                  <a:gd name="T48" fmla="*/ 99 w 619"/>
                  <a:gd name="T49" fmla="*/ 425 h 482"/>
                  <a:gd name="T50" fmla="*/ 136 w 619"/>
                  <a:gd name="T51" fmla="*/ 441 h 482"/>
                  <a:gd name="T52" fmla="*/ 163 w 619"/>
                  <a:gd name="T53" fmla="*/ 450 h 482"/>
                  <a:gd name="T54" fmla="*/ 185 w 619"/>
                  <a:gd name="T55" fmla="*/ 457 h 482"/>
                  <a:gd name="T56" fmla="*/ 209 w 619"/>
                  <a:gd name="T57" fmla="*/ 463 h 482"/>
                  <a:gd name="T58" fmla="*/ 221 w 619"/>
                  <a:gd name="T59" fmla="*/ 465 h 482"/>
                  <a:gd name="T60" fmla="*/ 256 w 619"/>
                  <a:gd name="T61" fmla="*/ 472 h 482"/>
                  <a:gd name="T62" fmla="*/ 279 w 619"/>
                  <a:gd name="T63" fmla="*/ 475 h 482"/>
                  <a:gd name="T64" fmla="*/ 301 w 619"/>
                  <a:gd name="T65" fmla="*/ 478 h 482"/>
                  <a:gd name="T66" fmla="*/ 335 w 619"/>
                  <a:gd name="T67" fmla="*/ 480 h 482"/>
                  <a:gd name="T68" fmla="*/ 336 w 619"/>
                  <a:gd name="T69" fmla="*/ 480 h 482"/>
                  <a:gd name="T70" fmla="*/ 361 w 619"/>
                  <a:gd name="T71" fmla="*/ 482 h 482"/>
                  <a:gd name="T72" fmla="*/ 390 w 619"/>
                  <a:gd name="T73" fmla="*/ 482 h 482"/>
                  <a:gd name="T74" fmla="*/ 417 w 619"/>
                  <a:gd name="T75" fmla="*/ 482 h 482"/>
                  <a:gd name="T76" fmla="*/ 450 w 619"/>
                  <a:gd name="T77" fmla="*/ 482 h 482"/>
                  <a:gd name="T78" fmla="*/ 495 w 619"/>
                  <a:gd name="T79" fmla="*/ 479 h 482"/>
                  <a:gd name="T80" fmla="*/ 521 w 619"/>
                  <a:gd name="T81" fmla="*/ 478 h 482"/>
                  <a:gd name="T82" fmla="*/ 567 w 619"/>
                  <a:gd name="T83" fmla="*/ 473 h 482"/>
                  <a:gd name="T84" fmla="*/ 612 w 619"/>
                  <a:gd name="T85" fmla="*/ 468 h 482"/>
                  <a:gd name="T86" fmla="*/ 617 w 619"/>
                  <a:gd name="T87" fmla="*/ 467 h 482"/>
                  <a:gd name="T88" fmla="*/ 610 w 619"/>
                  <a:gd name="T89" fmla="*/ 175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9" h="482">
                    <a:moveTo>
                      <a:pt x="610" y="175"/>
                    </a:moveTo>
                    <a:lnTo>
                      <a:pt x="589" y="178"/>
                    </a:lnTo>
                    <a:lnTo>
                      <a:pt x="569" y="180"/>
                    </a:lnTo>
                    <a:lnTo>
                      <a:pt x="549" y="182"/>
                    </a:lnTo>
                    <a:lnTo>
                      <a:pt x="527" y="184"/>
                    </a:lnTo>
                    <a:lnTo>
                      <a:pt x="512" y="186"/>
                    </a:lnTo>
                    <a:lnTo>
                      <a:pt x="496" y="187"/>
                    </a:lnTo>
                    <a:lnTo>
                      <a:pt x="486" y="187"/>
                    </a:lnTo>
                    <a:lnTo>
                      <a:pt x="477" y="188"/>
                    </a:lnTo>
                    <a:lnTo>
                      <a:pt x="467" y="188"/>
                    </a:lnTo>
                    <a:lnTo>
                      <a:pt x="459" y="189"/>
                    </a:lnTo>
                    <a:lnTo>
                      <a:pt x="449" y="189"/>
                    </a:lnTo>
                    <a:lnTo>
                      <a:pt x="439" y="189"/>
                    </a:lnTo>
                    <a:lnTo>
                      <a:pt x="429" y="189"/>
                    </a:lnTo>
                    <a:lnTo>
                      <a:pt x="419" y="190"/>
                    </a:lnTo>
                    <a:lnTo>
                      <a:pt x="407" y="190"/>
                    </a:lnTo>
                    <a:lnTo>
                      <a:pt x="395" y="190"/>
                    </a:lnTo>
                    <a:lnTo>
                      <a:pt x="381" y="189"/>
                    </a:lnTo>
                    <a:lnTo>
                      <a:pt x="366" y="189"/>
                    </a:lnTo>
                    <a:lnTo>
                      <a:pt x="352" y="188"/>
                    </a:lnTo>
                    <a:lnTo>
                      <a:pt x="339" y="188"/>
                    </a:lnTo>
                    <a:lnTo>
                      <a:pt x="338" y="188"/>
                    </a:lnTo>
                    <a:lnTo>
                      <a:pt x="336" y="188"/>
                    </a:lnTo>
                    <a:lnTo>
                      <a:pt x="321" y="187"/>
                    </a:lnTo>
                    <a:lnTo>
                      <a:pt x="308" y="185"/>
                    </a:lnTo>
                    <a:lnTo>
                      <a:pt x="294" y="184"/>
                    </a:lnTo>
                    <a:lnTo>
                      <a:pt x="280" y="182"/>
                    </a:lnTo>
                    <a:lnTo>
                      <a:pt x="273" y="181"/>
                    </a:lnTo>
                    <a:lnTo>
                      <a:pt x="265" y="180"/>
                    </a:lnTo>
                    <a:lnTo>
                      <a:pt x="255" y="178"/>
                    </a:lnTo>
                    <a:lnTo>
                      <a:pt x="244" y="177"/>
                    </a:lnTo>
                    <a:lnTo>
                      <a:pt x="233" y="175"/>
                    </a:lnTo>
                    <a:lnTo>
                      <a:pt x="223" y="173"/>
                    </a:lnTo>
                    <a:lnTo>
                      <a:pt x="218" y="172"/>
                    </a:lnTo>
                    <a:lnTo>
                      <a:pt x="213" y="171"/>
                    </a:lnTo>
                    <a:lnTo>
                      <a:pt x="199" y="168"/>
                    </a:lnTo>
                    <a:lnTo>
                      <a:pt x="186" y="164"/>
                    </a:lnTo>
                    <a:lnTo>
                      <a:pt x="175" y="161"/>
                    </a:lnTo>
                    <a:lnTo>
                      <a:pt x="163" y="157"/>
                    </a:lnTo>
                    <a:lnTo>
                      <a:pt x="150" y="153"/>
                    </a:lnTo>
                    <a:lnTo>
                      <a:pt x="138" y="149"/>
                    </a:lnTo>
                    <a:lnTo>
                      <a:pt x="125" y="144"/>
                    </a:lnTo>
                    <a:lnTo>
                      <a:pt x="114" y="139"/>
                    </a:lnTo>
                    <a:lnTo>
                      <a:pt x="100" y="132"/>
                    </a:lnTo>
                    <a:lnTo>
                      <a:pt x="86" y="125"/>
                    </a:lnTo>
                    <a:lnTo>
                      <a:pt x="75" y="117"/>
                    </a:lnTo>
                    <a:lnTo>
                      <a:pt x="64" y="110"/>
                    </a:lnTo>
                    <a:lnTo>
                      <a:pt x="54" y="102"/>
                    </a:lnTo>
                    <a:lnTo>
                      <a:pt x="45" y="94"/>
                    </a:lnTo>
                    <a:lnTo>
                      <a:pt x="36" y="85"/>
                    </a:lnTo>
                    <a:lnTo>
                      <a:pt x="29" y="77"/>
                    </a:lnTo>
                    <a:lnTo>
                      <a:pt x="23" y="68"/>
                    </a:lnTo>
                    <a:lnTo>
                      <a:pt x="16" y="59"/>
                    </a:lnTo>
                    <a:lnTo>
                      <a:pt x="11" y="49"/>
                    </a:lnTo>
                    <a:lnTo>
                      <a:pt x="8" y="40"/>
                    </a:lnTo>
                    <a:lnTo>
                      <a:pt x="5" y="30"/>
                    </a:lnTo>
                    <a:lnTo>
                      <a:pt x="3" y="20"/>
                    </a:lnTo>
                    <a:lnTo>
                      <a:pt x="1" y="10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0" y="303"/>
                    </a:lnTo>
                    <a:lnTo>
                      <a:pt x="1" y="313"/>
                    </a:lnTo>
                    <a:lnTo>
                      <a:pt x="4" y="323"/>
                    </a:lnTo>
                    <a:lnTo>
                      <a:pt x="8" y="333"/>
                    </a:lnTo>
                    <a:lnTo>
                      <a:pt x="11" y="342"/>
                    </a:lnTo>
                    <a:lnTo>
                      <a:pt x="15" y="351"/>
                    </a:lnTo>
                    <a:lnTo>
                      <a:pt x="21" y="361"/>
                    </a:lnTo>
                    <a:lnTo>
                      <a:pt x="28" y="369"/>
                    </a:lnTo>
                    <a:lnTo>
                      <a:pt x="35" y="378"/>
                    </a:lnTo>
                    <a:lnTo>
                      <a:pt x="44" y="386"/>
                    </a:lnTo>
                    <a:lnTo>
                      <a:pt x="53" y="395"/>
                    </a:lnTo>
                    <a:lnTo>
                      <a:pt x="63" y="403"/>
                    </a:lnTo>
                    <a:lnTo>
                      <a:pt x="74" y="410"/>
                    </a:lnTo>
                    <a:lnTo>
                      <a:pt x="86" y="418"/>
                    </a:lnTo>
                    <a:lnTo>
                      <a:pt x="99" y="425"/>
                    </a:lnTo>
                    <a:lnTo>
                      <a:pt x="113" y="431"/>
                    </a:lnTo>
                    <a:lnTo>
                      <a:pt x="124" y="436"/>
                    </a:lnTo>
                    <a:lnTo>
                      <a:pt x="136" y="441"/>
                    </a:lnTo>
                    <a:lnTo>
                      <a:pt x="149" y="446"/>
                    </a:lnTo>
                    <a:lnTo>
                      <a:pt x="161" y="450"/>
                    </a:lnTo>
                    <a:lnTo>
                      <a:pt x="163" y="450"/>
                    </a:lnTo>
                    <a:lnTo>
                      <a:pt x="163" y="451"/>
                    </a:lnTo>
                    <a:lnTo>
                      <a:pt x="174" y="454"/>
                    </a:lnTo>
                    <a:lnTo>
                      <a:pt x="185" y="457"/>
                    </a:lnTo>
                    <a:lnTo>
                      <a:pt x="196" y="460"/>
                    </a:lnTo>
                    <a:lnTo>
                      <a:pt x="208" y="463"/>
                    </a:lnTo>
                    <a:lnTo>
                      <a:pt x="209" y="463"/>
                    </a:lnTo>
                    <a:lnTo>
                      <a:pt x="211" y="463"/>
                    </a:lnTo>
                    <a:lnTo>
                      <a:pt x="216" y="464"/>
                    </a:lnTo>
                    <a:lnTo>
                      <a:pt x="221" y="465"/>
                    </a:lnTo>
                    <a:lnTo>
                      <a:pt x="235" y="468"/>
                    </a:lnTo>
                    <a:lnTo>
                      <a:pt x="248" y="471"/>
                    </a:lnTo>
                    <a:lnTo>
                      <a:pt x="256" y="472"/>
                    </a:lnTo>
                    <a:lnTo>
                      <a:pt x="265" y="473"/>
                    </a:lnTo>
                    <a:lnTo>
                      <a:pt x="271" y="474"/>
                    </a:lnTo>
                    <a:lnTo>
                      <a:pt x="279" y="475"/>
                    </a:lnTo>
                    <a:lnTo>
                      <a:pt x="284" y="476"/>
                    </a:lnTo>
                    <a:lnTo>
                      <a:pt x="290" y="476"/>
                    </a:lnTo>
                    <a:lnTo>
                      <a:pt x="301" y="478"/>
                    </a:lnTo>
                    <a:lnTo>
                      <a:pt x="311" y="479"/>
                    </a:lnTo>
                    <a:lnTo>
                      <a:pt x="323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6" y="480"/>
                    </a:lnTo>
                    <a:lnTo>
                      <a:pt x="338" y="480"/>
                    </a:lnTo>
                    <a:lnTo>
                      <a:pt x="349" y="481"/>
                    </a:lnTo>
                    <a:lnTo>
                      <a:pt x="361" y="482"/>
                    </a:lnTo>
                    <a:lnTo>
                      <a:pt x="372" y="482"/>
                    </a:lnTo>
                    <a:lnTo>
                      <a:pt x="385" y="482"/>
                    </a:lnTo>
                    <a:lnTo>
                      <a:pt x="390" y="482"/>
                    </a:lnTo>
                    <a:lnTo>
                      <a:pt x="394" y="482"/>
                    </a:lnTo>
                    <a:lnTo>
                      <a:pt x="406" y="482"/>
                    </a:lnTo>
                    <a:lnTo>
                      <a:pt x="417" y="482"/>
                    </a:lnTo>
                    <a:lnTo>
                      <a:pt x="430" y="482"/>
                    </a:lnTo>
                    <a:lnTo>
                      <a:pt x="444" y="482"/>
                    </a:lnTo>
                    <a:lnTo>
                      <a:pt x="450" y="482"/>
                    </a:lnTo>
                    <a:lnTo>
                      <a:pt x="457" y="481"/>
                    </a:lnTo>
                    <a:lnTo>
                      <a:pt x="476" y="481"/>
                    </a:lnTo>
                    <a:lnTo>
                      <a:pt x="495" y="479"/>
                    </a:lnTo>
                    <a:lnTo>
                      <a:pt x="505" y="479"/>
                    </a:lnTo>
                    <a:lnTo>
                      <a:pt x="516" y="478"/>
                    </a:lnTo>
                    <a:lnTo>
                      <a:pt x="521" y="478"/>
                    </a:lnTo>
                    <a:lnTo>
                      <a:pt x="527" y="477"/>
                    </a:lnTo>
                    <a:lnTo>
                      <a:pt x="547" y="475"/>
                    </a:lnTo>
                    <a:lnTo>
                      <a:pt x="567" y="473"/>
                    </a:lnTo>
                    <a:lnTo>
                      <a:pt x="589" y="471"/>
                    </a:lnTo>
                    <a:lnTo>
                      <a:pt x="609" y="468"/>
                    </a:lnTo>
                    <a:lnTo>
                      <a:pt x="612" y="468"/>
                    </a:lnTo>
                    <a:lnTo>
                      <a:pt x="615" y="467"/>
                    </a:lnTo>
                    <a:lnTo>
                      <a:pt x="616" y="467"/>
                    </a:lnTo>
                    <a:lnTo>
                      <a:pt x="617" y="467"/>
                    </a:lnTo>
                    <a:lnTo>
                      <a:pt x="619" y="174"/>
                    </a:lnTo>
                    <a:lnTo>
                      <a:pt x="614" y="175"/>
                    </a:lnTo>
                    <a:lnTo>
                      <a:pt x="610" y="175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2" name="Freeform 10">
                <a:extLst>
                  <a:ext uri="{FF2B5EF4-FFF2-40B4-BE49-F238E27FC236}">
                    <a16:creationId xmlns:a16="http://schemas.microsoft.com/office/drawing/2014/main" id="{D89CF635-E776-4CAA-9402-F3BBF0912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663" y="1677988"/>
                <a:ext cx="61913" cy="150813"/>
              </a:xfrm>
              <a:custGeom>
                <a:avLst/>
                <a:gdLst>
                  <a:gd name="T0" fmla="*/ 2 w 193"/>
                  <a:gd name="T1" fmla="*/ 0 h 381"/>
                  <a:gd name="T2" fmla="*/ 0 w 193"/>
                  <a:gd name="T3" fmla="*/ 293 h 381"/>
                  <a:gd name="T4" fmla="*/ 192 w 193"/>
                  <a:gd name="T5" fmla="*/ 381 h 381"/>
                  <a:gd name="T6" fmla="*/ 193 w 193"/>
                  <a:gd name="T7" fmla="*/ 89 h 381"/>
                  <a:gd name="T8" fmla="*/ 2 w 193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1">
                    <a:moveTo>
                      <a:pt x="2" y="0"/>
                    </a:moveTo>
                    <a:lnTo>
                      <a:pt x="0" y="293"/>
                    </a:lnTo>
                    <a:lnTo>
                      <a:pt x="192" y="381"/>
                    </a:lnTo>
                    <a:lnTo>
                      <a:pt x="193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84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3" name="Freeform 11">
                <a:extLst>
                  <a:ext uri="{FF2B5EF4-FFF2-40B4-BE49-F238E27FC236}">
                    <a16:creationId xmlns:a16="http://schemas.microsoft.com/office/drawing/2014/main" id="{259B1125-FC91-4D37-9CB4-91962FC64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5713" y="1649413"/>
                <a:ext cx="195263" cy="190500"/>
              </a:xfrm>
              <a:custGeom>
                <a:avLst/>
                <a:gdLst>
                  <a:gd name="T0" fmla="*/ 223 w 614"/>
                  <a:gd name="T1" fmla="*/ 309 h 480"/>
                  <a:gd name="T2" fmla="*/ 257 w 614"/>
                  <a:gd name="T3" fmla="*/ 303 h 480"/>
                  <a:gd name="T4" fmla="*/ 287 w 614"/>
                  <a:gd name="T5" fmla="*/ 300 h 480"/>
                  <a:gd name="T6" fmla="*/ 316 w 614"/>
                  <a:gd name="T7" fmla="*/ 297 h 480"/>
                  <a:gd name="T8" fmla="*/ 347 w 614"/>
                  <a:gd name="T9" fmla="*/ 295 h 480"/>
                  <a:gd name="T10" fmla="*/ 378 w 614"/>
                  <a:gd name="T11" fmla="*/ 293 h 480"/>
                  <a:gd name="T12" fmla="*/ 412 w 614"/>
                  <a:gd name="T13" fmla="*/ 293 h 480"/>
                  <a:gd name="T14" fmla="*/ 442 w 614"/>
                  <a:gd name="T15" fmla="*/ 294 h 480"/>
                  <a:gd name="T16" fmla="*/ 479 w 614"/>
                  <a:gd name="T17" fmla="*/ 295 h 480"/>
                  <a:gd name="T18" fmla="*/ 508 w 614"/>
                  <a:gd name="T19" fmla="*/ 297 h 480"/>
                  <a:gd name="T20" fmla="*/ 551 w 614"/>
                  <a:gd name="T21" fmla="*/ 301 h 480"/>
                  <a:gd name="T22" fmla="*/ 598 w 614"/>
                  <a:gd name="T23" fmla="*/ 307 h 480"/>
                  <a:gd name="T24" fmla="*/ 602 w 614"/>
                  <a:gd name="T25" fmla="*/ 14 h 480"/>
                  <a:gd name="T26" fmla="*/ 563 w 614"/>
                  <a:gd name="T27" fmla="*/ 9 h 480"/>
                  <a:gd name="T28" fmla="*/ 536 w 614"/>
                  <a:gd name="T29" fmla="*/ 7 h 480"/>
                  <a:gd name="T30" fmla="*/ 493 w 614"/>
                  <a:gd name="T31" fmla="*/ 3 h 480"/>
                  <a:gd name="T32" fmla="*/ 467 w 614"/>
                  <a:gd name="T33" fmla="*/ 2 h 480"/>
                  <a:gd name="T34" fmla="*/ 431 w 614"/>
                  <a:gd name="T35" fmla="*/ 0 h 480"/>
                  <a:gd name="T36" fmla="*/ 401 w 614"/>
                  <a:gd name="T37" fmla="*/ 0 h 480"/>
                  <a:gd name="T38" fmla="*/ 373 w 614"/>
                  <a:gd name="T39" fmla="*/ 1 h 480"/>
                  <a:gd name="T40" fmla="*/ 338 w 614"/>
                  <a:gd name="T41" fmla="*/ 2 h 480"/>
                  <a:gd name="T42" fmla="*/ 318 w 614"/>
                  <a:gd name="T43" fmla="*/ 3 h 480"/>
                  <a:gd name="T44" fmla="*/ 277 w 614"/>
                  <a:gd name="T45" fmla="*/ 8 h 480"/>
                  <a:gd name="T46" fmla="*/ 262 w 614"/>
                  <a:gd name="T47" fmla="*/ 10 h 480"/>
                  <a:gd name="T48" fmla="*/ 237 w 614"/>
                  <a:gd name="T49" fmla="*/ 14 h 480"/>
                  <a:gd name="T50" fmla="*/ 200 w 614"/>
                  <a:gd name="T51" fmla="*/ 22 h 480"/>
                  <a:gd name="T52" fmla="*/ 180 w 614"/>
                  <a:gd name="T53" fmla="*/ 27 h 480"/>
                  <a:gd name="T54" fmla="*/ 155 w 614"/>
                  <a:gd name="T55" fmla="*/ 35 h 480"/>
                  <a:gd name="T56" fmla="*/ 122 w 614"/>
                  <a:gd name="T57" fmla="*/ 47 h 480"/>
                  <a:gd name="T58" fmla="*/ 107 w 614"/>
                  <a:gd name="T59" fmla="*/ 53 h 480"/>
                  <a:gd name="T60" fmla="*/ 73 w 614"/>
                  <a:gd name="T61" fmla="*/ 72 h 480"/>
                  <a:gd name="T62" fmla="*/ 62 w 614"/>
                  <a:gd name="T63" fmla="*/ 80 h 480"/>
                  <a:gd name="T64" fmla="*/ 50 w 614"/>
                  <a:gd name="T65" fmla="*/ 90 h 480"/>
                  <a:gd name="T66" fmla="*/ 31 w 614"/>
                  <a:gd name="T67" fmla="*/ 110 h 480"/>
                  <a:gd name="T68" fmla="*/ 25 w 614"/>
                  <a:gd name="T69" fmla="*/ 117 h 480"/>
                  <a:gd name="T70" fmla="*/ 12 w 614"/>
                  <a:gd name="T71" fmla="*/ 138 h 480"/>
                  <a:gd name="T72" fmla="*/ 8 w 614"/>
                  <a:gd name="T73" fmla="*/ 149 h 480"/>
                  <a:gd name="T74" fmla="*/ 5 w 614"/>
                  <a:gd name="T75" fmla="*/ 160 h 480"/>
                  <a:gd name="T76" fmla="*/ 1 w 614"/>
                  <a:gd name="T77" fmla="*/ 186 h 480"/>
                  <a:gd name="T78" fmla="*/ 1 w 614"/>
                  <a:gd name="T79" fmla="*/ 471 h 480"/>
                  <a:gd name="T80" fmla="*/ 6 w 614"/>
                  <a:gd name="T81" fmla="*/ 444 h 480"/>
                  <a:gd name="T82" fmla="*/ 12 w 614"/>
                  <a:gd name="T83" fmla="*/ 430 h 480"/>
                  <a:gd name="T84" fmla="*/ 26 w 614"/>
                  <a:gd name="T85" fmla="*/ 407 h 480"/>
                  <a:gd name="T86" fmla="*/ 37 w 614"/>
                  <a:gd name="T87" fmla="*/ 395 h 480"/>
                  <a:gd name="T88" fmla="*/ 62 w 614"/>
                  <a:gd name="T89" fmla="*/ 373 h 480"/>
                  <a:gd name="T90" fmla="*/ 73 w 614"/>
                  <a:gd name="T91" fmla="*/ 364 h 480"/>
                  <a:gd name="T92" fmla="*/ 111 w 614"/>
                  <a:gd name="T93" fmla="*/ 344 h 480"/>
                  <a:gd name="T94" fmla="*/ 142 w 614"/>
                  <a:gd name="T95" fmla="*/ 331 h 480"/>
                  <a:gd name="T96" fmla="*/ 168 w 614"/>
                  <a:gd name="T97" fmla="*/ 323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4" h="480">
                    <a:moveTo>
                      <a:pt x="198" y="315"/>
                    </a:moveTo>
                    <a:lnTo>
                      <a:pt x="211" y="312"/>
                    </a:lnTo>
                    <a:lnTo>
                      <a:pt x="223" y="309"/>
                    </a:lnTo>
                    <a:lnTo>
                      <a:pt x="236" y="307"/>
                    </a:lnTo>
                    <a:lnTo>
                      <a:pt x="250" y="305"/>
                    </a:lnTo>
                    <a:lnTo>
                      <a:pt x="257" y="303"/>
                    </a:lnTo>
                    <a:lnTo>
                      <a:pt x="266" y="302"/>
                    </a:lnTo>
                    <a:lnTo>
                      <a:pt x="277" y="301"/>
                    </a:lnTo>
                    <a:lnTo>
                      <a:pt x="287" y="300"/>
                    </a:lnTo>
                    <a:lnTo>
                      <a:pt x="297" y="298"/>
                    </a:lnTo>
                    <a:lnTo>
                      <a:pt x="307" y="297"/>
                    </a:lnTo>
                    <a:lnTo>
                      <a:pt x="316" y="297"/>
                    </a:lnTo>
                    <a:lnTo>
                      <a:pt x="326" y="296"/>
                    </a:lnTo>
                    <a:lnTo>
                      <a:pt x="337" y="295"/>
                    </a:lnTo>
                    <a:lnTo>
                      <a:pt x="347" y="295"/>
                    </a:lnTo>
                    <a:lnTo>
                      <a:pt x="357" y="294"/>
                    </a:lnTo>
                    <a:lnTo>
                      <a:pt x="367" y="294"/>
                    </a:lnTo>
                    <a:lnTo>
                      <a:pt x="378" y="293"/>
                    </a:lnTo>
                    <a:lnTo>
                      <a:pt x="388" y="293"/>
                    </a:lnTo>
                    <a:lnTo>
                      <a:pt x="399" y="293"/>
                    </a:lnTo>
                    <a:lnTo>
                      <a:pt x="412" y="293"/>
                    </a:lnTo>
                    <a:lnTo>
                      <a:pt x="422" y="293"/>
                    </a:lnTo>
                    <a:lnTo>
                      <a:pt x="432" y="293"/>
                    </a:lnTo>
                    <a:lnTo>
                      <a:pt x="442" y="294"/>
                    </a:lnTo>
                    <a:lnTo>
                      <a:pt x="452" y="294"/>
                    </a:lnTo>
                    <a:lnTo>
                      <a:pt x="466" y="295"/>
                    </a:lnTo>
                    <a:lnTo>
                      <a:pt x="479" y="295"/>
                    </a:lnTo>
                    <a:lnTo>
                      <a:pt x="489" y="296"/>
                    </a:lnTo>
                    <a:lnTo>
                      <a:pt x="498" y="297"/>
                    </a:lnTo>
                    <a:lnTo>
                      <a:pt x="508" y="297"/>
                    </a:lnTo>
                    <a:lnTo>
                      <a:pt x="518" y="298"/>
                    </a:lnTo>
                    <a:lnTo>
                      <a:pt x="534" y="300"/>
                    </a:lnTo>
                    <a:lnTo>
                      <a:pt x="551" y="301"/>
                    </a:lnTo>
                    <a:lnTo>
                      <a:pt x="567" y="303"/>
                    </a:lnTo>
                    <a:lnTo>
                      <a:pt x="582" y="305"/>
                    </a:lnTo>
                    <a:lnTo>
                      <a:pt x="598" y="307"/>
                    </a:lnTo>
                    <a:lnTo>
                      <a:pt x="614" y="309"/>
                    </a:lnTo>
                    <a:lnTo>
                      <a:pt x="614" y="16"/>
                    </a:lnTo>
                    <a:lnTo>
                      <a:pt x="602" y="14"/>
                    </a:lnTo>
                    <a:lnTo>
                      <a:pt x="589" y="12"/>
                    </a:lnTo>
                    <a:lnTo>
                      <a:pt x="577" y="11"/>
                    </a:lnTo>
                    <a:lnTo>
                      <a:pt x="563" y="9"/>
                    </a:lnTo>
                    <a:lnTo>
                      <a:pt x="558" y="9"/>
                    </a:lnTo>
                    <a:lnTo>
                      <a:pt x="552" y="8"/>
                    </a:lnTo>
                    <a:lnTo>
                      <a:pt x="536" y="7"/>
                    </a:lnTo>
                    <a:lnTo>
                      <a:pt x="519" y="5"/>
                    </a:lnTo>
                    <a:lnTo>
                      <a:pt x="506" y="4"/>
                    </a:lnTo>
                    <a:lnTo>
                      <a:pt x="493" y="3"/>
                    </a:lnTo>
                    <a:lnTo>
                      <a:pt x="487" y="3"/>
                    </a:lnTo>
                    <a:lnTo>
                      <a:pt x="481" y="3"/>
                    </a:lnTo>
                    <a:lnTo>
                      <a:pt x="467" y="2"/>
                    </a:lnTo>
                    <a:lnTo>
                      <a:pt x="453" y="1"/>
                    </a:lnTo>
                    <a:lnTo>
                      <a:pt x="442" y="1"/>
                    </a:lnTo>
                    <a:lnTo>
                      <a:pt x="431" y="0"/>
                    </a:lnTo>
                    <a:lnTo>
                      <a:pt x="422" y="0"/>
                    </a:lnTo>
                    <a:lnTo>
                      <a:pt x="413" y="0"/>
                    </a:lnTo>
                    <a:lnTo>
                      <a:pt x="401" y="0"/>
                    </a:lnTo>
                    <a:lnTo>
                      <a:pt x="389" y="0"/>
                    </a:lnTo>
                    <a:lnTo>
                      <a:pt x="382" y="0"/>
                    </a:lnTo>
                    <a:lnTo>
                      <a:pt x="373" y="1"/>
                    </a:lnTo>
                    <a:lnTo>
                      <a:pt x="361" y="1"/>
                    </a:lnTo>
                    <a:lnTo>
                      <a:pt x="348" y="2"/>
                    </a:lnTo>
                    <a:lnTo>
                      <a:pt x="338" y="2"/>
                    </a:lnTo>
                    <a:lnTo>
                      <a:pt x="327" y="3"/>
                    </a:lnTo>
                    <a:lnTo>
                      <a:pt x="323" y="3"/>
                    </a:lnTo>
                    <a:lnTo>
                      <a:pt x="318" y="3"/>
                    </a:lnTo>
                    <a:lnTo>
                      <a:pt x="303" y="5"/>
                    </a:lnTo>
                    <a:lnTo>
                      <a:pt x="288" y="7"/>
                    </a:lnTo>
                    <a:lnTo>
                      <a:pt x="277" y="8"/>
                    </a:lnTo>
                    <a:lnTo>
                      <a:pt x="267" y="9"/>
                    </a:lnTo>
                    <a:lnTo>
                      <a:pt x="264" y="9"/>
                    </a:lnTo>
                    <a:lnTo>
                      <a:pt x="262" y="10"/>
                    </a:lnTo>
                    <a:lnTo>
                      <a:pt x="256" y="11"/>
                    </a:lnTo>
                    <a:lnTo>
                      <a:pt x="251" y="12"/>
                    </a:lnTo>
                    <a:lnTo>
                      <a:pt x="237" y="14"/>
                    </a:lnTo>
                    <a:lnTo>
                      <a:pt x="225" y="17"/>
                    </a:lnTo>
                    <a:lnTo>
                      <a:pt x="212" y="19"/>
                    </a:lnTo>
                    <a:lnTo>
                      <a:pt x="200" y="22"/>
                    </a:lnTo>
                    <a:lnTo>
                      <a:pt x="195" y="23"/>
                    </a:lnTo>
                    <a:lnTo>
                      <a:pt x="190" y="24"/>
                    </a:lnTo>
                    <a:lnTo>
                      <a:pt x="180" y="27"/>
                    </a:lnTo>
                    <a:lnTo>
                      <a:pt x="170" y="30"/>
                    </a:lnTo>
                    <a:lnTo>
                      <a:pt x="162" y="32"/>
                    </a:lnTo>
                    <a:lnTo>
                      <a:pt x="155" y="35"/>
                    </a:lnTo>
                    <a:lnTo>
                      <a:pt x="143" y="38"/>
                    </a:lnTo>
                    <a:lnTo>
                      <a:pt x="132" y="43"/>
                    </a:lnTo>
                    <a:lnTo>
                      <a:pt x="122" y="47"/>
                    </a:lnTo>
                    <a:lnTo>
                      <a:pt x="111" y="51"/>
                    </a:lnTo>
                    <a:lnTo>
                      <a:pt x="110" y="52"/>
                    </a:lnTo>
                    <a:lnTo>
                      <a:pt x="107" y="53"/>
                    </a:lnTo>
                    <a:lnTo>
                      <a:pt x="96" y="59"/>
                    </a:lnTo>
                    <a:lnTo>
                      <a:pt x="85" y="66"/>
                    </a:lnTo>
                    <a:lnTo>
                      <a:pt x="73" y="72"/>
                    </a:lnTo>
                    <a:lnTo>
                      <a:pt x="65" y="79"/>
                    </a:lnTo>
                    <a:lnTo>
                      <a:pt x="63" y="79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50" y="90"/>
                    </a:lnTo>
                    <a:lnTo>
                      <a:pt x="40" y="100"/>
                    </a:lnTo>
                    <a:lnTo>
                      <a:pt x="35" y="105"/>
                    </a:lnTo>
                    <a:lnTo>
                      <a:pt x="31" y="110"/>
                    </a:lnTo>
                    <a:lnTo>
                      <a:pt x="28" y="112"/>
                    </a:lnTo>
                    <a:lnTo>
                      <a:pt x="27" y="114"/>
                    </a:lnTo>
                    <a:lnTo>
                      <a:pt x="25" y="117"/>
                    </a:lnTo>
                    <a:lnTo>
                      <a:pt x="23" y="119"/>
                    </a:lnTo>
                    <a:lnTo>
                      <a:pt x="17" y="129"/>
                    </a:lnTo>
                    <a:lnTo>
                      <a:pt x="12" y="138"/>
                    </a:lnTo>
                    <a:lnTo>
                      <a:pt x="11" y="142"/>
                    </a:lnTo>
                    <a:lnTo>
                      <a:pt x="10" y="146"/>
                    </a:lnTo>
                    <a:lnTo>
                      <a:pt x="8" y="149"/>
                    </a:lnTo>
                    <a:lnTo>
                      <a:pt x="7" y="152"/>
                    </a:lnTo>
                    <a:lnTo>
                      <a:pt x="6" y="156"/>
                    </a:lnTo>
                    <a:lnTo>
                      <a:pt x="5" y="160"/>
                    </a:lnTo>
                    <a:lnTo>
                      <a:pt x="2" y="172"/>
                    </a:lnTo>
                    <a:lnTo>
                      <a:pt x="1" y="184"/>
                    </a:lnTo>
                    <a:lnTo>
                      <a:pt x="1" y="186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1"/>
                    </a:lnTo>
                    <a:lnTo>
                      <a:pt x="2" y="462"/>
                    </a:lnTo>
                    <a:lnTo>
                      <a:pt x="3" y="453"/>
                    </a:lnTo>
                    <a:lnTo>
                      <a:pt x="6" y="444"/>
                    </a:lnTo>
                    <a:lnTo>
                      <a:pt x="7" y="441"/>
                    </a:lnTo>
                    <a:lnTo>
                      <a:pt x="8" y="438"/>
                    </a:lnTo>
                    <a:lnTo>
                      <a:pt x="12" y="430"/>
                    </a:lnTo>
                    <a:lnTo>
                      <a:pt x="16" y="423"/>
                    </a:lnTo>
                    <a:lnTo>
                      <a:pt x="21" y="415"/>
                    </a:lnTo>
                    <a:lnTo>
                      <a:pt x="26" y="407"/>
                    </a:lnTo>
                    <a:lnTo>
                      <a:pt x="28" y="405"/>
                    </a:lnTo>
                    <a:lnTo>
                      <a:pt x="30" y="402"/>
                    </a:lnTo>
                    <a:lnTo>
                      <a:pt x="37" y="395"/>
                    </a:lnTo>
                    <a:lnTo>
                      <a:pt x="45" y="387"/>
                    </a:lnTo>
                    <a:lnTo>
                      <a:pt x="52" y="380"/>
                    </a:lnTo>
                    <a:lnTo>
                      <a:pt x="62" y="373"/>
                    </a:lnTo>
                    <a:lnTo>
                      <a:pt x="62" y="372"/>
                    </a:lnTo>
                    <a:lnTo>
                      <a:pt x="63" y="372"/>
                    </a:lnTo>
                    <a:lnTo>
                      <a:pt x="73" y="364"/>
                    </a:lnTo>
                    <a:lnTo>
                      <a:pt x="85" y="357"/>
                    </a:lnTo>
                    <a:lnTo>
                      <a:pt x="97" y="351"/>
                    </a:lnTo>
                    <a:lnTo>
                      <a:pt x="111" y="344"/>
                    </a:lnTo>
                    <a:lnTo>
                      <a:pt x="121" y="340"/>
                    </a:lnTo>
                    <a:lnTo>
                      <a:pt x="131" y="335"/>
                    </a:lnTo>
                    <a:lnTo>
                      <a:pt x="142" y="331"/>
                    </a:lnTo>
                    <a:lnTo>
                      <a:pt x="153" y="327"/>
                    </a:lnTo>
                    <a:lnTo>
                      <a:pt x="161" y="325"/>
                    </a:lnTo>
                    <a:lnTo>
                      <a:pt x="168" y="323"/>
                    </a:lnTo>
                    <a:lnTo>
                      <a:pt x="183" y="319"/>
                    </a:lnTo>
                    <a:lnTo>
                      <a:pt x="198" y="315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4" name="Freeform 12">
                <a:extLst>
                  <a:ext uri="{FF2B5EF4-FFF2-40B4-BE49-F238E27FC236}">
                    <a16:creationId xmlns:a16="http://schemas.microsoft.com/office/drawing/2014/main" id="{DE4D32ED-83BD-4D0F-90B0-153C38E47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463" y="1781175"/>
                <a:ext cx="11113" cy="155575"/>
              </a:xfrm>
              <a:custGeom>
                <a:avLst/>
                <a:gdLst>
                  <a:gd name="T0" fmla="*/ 1 w 36"/>
                  <a:gd name="T1" fmla="*/ 0 h 391"/>
                  <a:gd name="T2" fmla="*/ 0 w 36"/>
                  <a:gd name="T3" fmla="*/ 292 h 391"/>
                  <a:gd name="T4" fmla="*/ 9 w 36"/>
                  <a:gd name="T5" fmla="*/ 305 h 391"/>
                  <a:gd name="T6" fmla="*/ 15 w 36"/>
                  <a:gd name="T7" fmla="*/ 318 h 391"/>
                  <a:gd name="T8" fmla="*/ 21 w 36"/>
                  <a:gd name="T9" fmla="*/ 330 h 391"/>
                  <a:gd name="T10" fmla="*/ 26 w 36"/>
                  <a:gd name="T11" fmla="*/ 342 h 391"/>
                  <a:gd name="T12" fmla="*/ 30 w 36"/>
                  <a:gd name="T13" fmla="*/ 355 h 391"/>
                  <a:gd name="T14" fmla="*/ 32 w 36"/>
                  <a:gd name="T15" fmla="*/ 367 h 391"/>
                  <a:gd name="T16" fmla="*/ 35 w 36"/>
                  <a:gd name="T17" fmla="*/ 379 h 391"/>
                  <a:gd name="T18" fmla="*/ 35 w 36"/>
                  <a:gd name="T19" fmla="*/ 391 h 391"/>
                  <a:gd name="T20" fmla="*/ 36 w 36"/>
                  <a:gd name="T21" fmla="*/ 98 h 391"/>
                  <a:gd name="T22" fmla="*/ 36 w 36"/>
                  <a:gd name="T23" fmla="*/ 86 h 391"/>
                  <a:gd name="T24" fmla="*/ 34 w 36"/>
                  <a:gd name="T25" fmla="*/ 74 h 391"/>
                  <a:gd name="T26" fmla="*/ 31 w 36"/>
                  <a:gd name="T27" fmla="*/ 62 h 391"/>
                  <a:gd name="T28" fmla="*/ 27 w 36"/>
                  <a:gd name="T29" fmla="*/ 50 h 391"/>
                  <a:gd name="T30" fmla="*/ 22 w 36"/>
                  <a:gd name="T31" fmla="*/ 37 h 391"/>
                  <a:gd name="T32" fmla="*/ 16 w 36"/>
                  <a:gd name="T33" fmla="*/ 25 h 391"/>
                  <a:gd name="T34" fmla="*/ 9 w 36"/>
                  <a:gd name="T35" fmla="*/ 12 h 391"/>
                  <a:gd name="T36" fmla="*/ 1 w 36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1">
                    <a:moveTo>
                      <a:pt x="1" y="0"/>
                    </a:moveTo>
                    <a:lnTo>
                      <a:pt x="0" y="292"/>
                    </a:lnTo>
                    <a:lnTo>
                      <a:pt x="9" y="305"/>
                    </a:lnTo>
                    <a:lnTo>
                      <a:pt x="15" y="318"/>
                    </a:lnTo>
                    <a:lnTo>
                      <a:pt x="21" y="330"/>
                    </a:lnTo>
                    <a:lnTo>
                      <a:pt x="26" y="342"/>
                    </a:lnTo>
                    <a:lnTo>
                      <a:pt x="30" y="355"/>
                    </a:lnTo>
                    <a:lnTo>
                      <a:pt x="32" y="367"/>
                    </a:lnTo>
                    <a:lnTo>
                      <a:pt x="35" y="379"/>
                    </a:lnTo>
                    <a:lnTo>
                      <a:pt x="35" y="391"/>
                    </a:lnTo>
                    <a:lnTo>
                      <a:pt x="36" y="98"/>
                    </a:lnTo>
                    <a:lnTo>
                      <a:pt x="36" y="86"/>
                    </a:lnTo>
                    <a:lnTo>
                      <a:pt x="34" y="74"/>
                    </a:lnTo>
                    <a:lnTo>
                      <a:pt x="31" y="62"/>
                    </a:lnTo>
                    <a:lnTo>
                      <a:pt x="27" y="50"/>
                    </a:lnTo>
                    <a:lnTo>
                      <a:pt x="22" y="37"/>
                    </a:lnTo>
                    <a:lnTo>
                      <a:pt x="16" y="25"/>
                    </a:lnTo>
                    <a:lnTo>
                      <a:pt x="9" y="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26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5" name="Freeform 13">
                <a:extLst>
                  <a:ext uri="{FF2B5EF4-FFF2-40B4-BE49-F238E27FC236}">
                    <a16:creationId xmlns:a16="http://schemas.microsoft.com/office/drawing/2014/main" id="{ECCE8A22-0B94-4BA5-9391-B346E7FD1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938" y="2005013"/>
                <a:ext cx="423863" cy="287338"/>
              </a:xfrm>
              <a:custGeom>
                <a:avLst/>
                <a:gdLst>
                  <a:gd name="T0" fmla="*/ 981 w 1335"/>
                  <a:gd name="T1" fmla="*/ 115 h 724"/>
                  <a:gd name="T2" fmla="*/ 926 w 1335"/>
                  <a:gd name="T3" fmla="*/ 94 h 724"/>
                  <a:gd name="T4" fmla="*/ 874 w 1335"/>
                  <a:gd name="T5" fmla="*/ 76 h 724"/>
                  <a:gd name="T6" fmla="*/ 834 w 1335"/>
                  <a:gd name="T7" fmla="*/ 64 h 724"/>
                  <a:gd name="T8" fmla="*/ 744 w 1335"/>
                  <a:gd name="T9" fmla="*/ 41 h 724"/>
                  <a:gd name="T10" fmla="*/ 714 w 1335"/>
                  <a:gd name="T11" fmla="*/ 34 h 724"/>
                  <a:gd name="T12" fmla="*/ 647 w 1335"/>
                  <a:gd name="T13" fmla="*/ 21 h 724"/>
                  <a:gd name="T14" fmla="*/ 616 w 1335"/>
                  <a:gd name="T15" fmla="*/ 17 h 724"/>
                  <a:gd name="T16" fmla="*/ 570 w 1335"/>
                  <a:gd name="T17" fmla="*/ 10 h 724"/>
                  <a:gd name="T18" fmla="*/ 541 w 1335"/>
                  <a:gd name="T19" fmla="*/ 7 h 724"/>
                  <a:gd name="T20" fmla="*/ 502 w 1335"/>
                  <a:gd name="T21" fmla="*/ 4 h 724"/>
                  <a:gd name="T22" fmla="*/ 467 w 1335"/>
                  <a:gd name="T23" fmla="*/ 2 h 724"/>
                  <a:gd name="T24" fmla="*/ 426 w 1335"/>
                  <a:gd name="T25" fmla="*/ 0 h 724"/>
                  <a:gd name="T26" fmla="*/ 383 w 1335"/>
                  <a:gd name="T27" fmla="*/ 1 h 724"/>
                  <a:gd name="T28" fmla="*/ 350 w 1335"/>
                  <a:gd name="T29" fmla="*/ 2 h 724"/>
                  <a:gd name="T30" fmla="*/ 315 w 1335"/>
                  <a:gd name="T31" fmla="*/ 4 h 724"/>
                  <a:gd name="T32" fmla="*/ 271 w 1335"/>
                  <a:gd name="T33" fmla="*/ 9 h 724"/>
                  <a:gd name="T34" fmla="*/ 240 w 1335"/>
                  <a:gd name="T35" fmla="*/ 14 h 724"/>
                  <a:gd name="T36" fmla="*/ 190 w 1335"/>
                  <a:gd name="T37" fmla="*/ 24 h 724"/>
                  <a:gd name="T38" fmla="*/ 156 w 1335"/>
                  <a:gd name="T39" fmla="*/ 34 h 724"/>
                  <a:gd name="T40" fmla="*/ 120 w 1335"/>
                  <a:gd name="T41" fmla="*/ 48 h 724"/>
                  <a:gd name="T42" fmla="*/ 105 w 1335"/>
                  <a:gd name="T43" fmla="*/ 55 h 724"/>
                  <a:gd name="T44" fmla="*/ 71 w 1335"/>
                  <a:gd name="T45" fmla="*/ 74 h 724"/>
                  <a:gd name="T46" fmla="*/ 62 w 1335"/>
                  <a:gd name="T47" fmla="*/ 80 h 724"/>
                  <a:gd name="T48" fmla="*/ 40 w 1335"/>
                  <a:gd name="T49" fmla="*/ 99 h 724"/>
                  <a:gd name="T50" fmla="*/ 30 w 1335"/>
                  <a:gd name="T51" fmla="*/ 111 h 724"/>
                  <a:gd name="T52" fmla="*/ 22 w 1335"/>
                  <a:gd name="T53" fmla="*/ 121 h 724"/>
                  <a:gd name="T54" fmla="*/ 14 w 1335"/>
                  <a:gd name="T55" fmla="*/ 137 h 724"/>
                  <a:gd name="T56" fmla="*/ 9 w 1335"/>
                  <a:gd name="T57" fmla="*/ 149 h 724"/>
                  <a:gd name="T58" fmla="*/ 5 w 1335"/>
                  <a:gd name="T59" fmla="*/ 161 h 724"/>
                  <a:gd name="T60" fmla="*/ 1 w 1335"/>
                  <a:gd name="T61" fmla="*/ 181 h 724"/>
                  <a:gd name="T62" fmla="*/ 0 w 1335"/>
                  <a:gd name="T63" fmla="*/ 480 h 724"/>
                  <a:gd name="T64" fmla="*/ 4 w 1335"/>
                  <a:gd name="T65" fmla="*/ 456 h 724"/>
                  <a:gd name="T66" fmla="*/ 10 w 1335"/>
                  <a:gd name="T67" fmla="*/ 436 h 724"/>
                  <a:gd name="T68" fmla="*/ 20 w 1335"/>
                  <a:gd name="T69" fmla="*/ 417 h 724"/>
                  <a:gd name="T70" fmla="*/ 34 w 1335"/>
                  <a:gd name="T71" fmla="*/ 398 h 724"/>
                  <a:gd name="T72" fmla="*/ 61 w 1335"/>
                  <a:gd name="T73" fmla="*/ 373 h 724"/>
                  <a:gd name="T74" fmla="*/ 81 w 1335"/>
                  <a:gd name="T75" fmla="*/ 360 h 724"/>
                  <a:gd name="T76" fmla="*/ 110 w 1335"/>
                  <a:gd name="T77" fmla="*/ 345 h 724"/>
                  <a:gd name="T78" fmla="*/ 149 w 1335"/>
                  <a:gd name="T79" fmla="*/ 329 h 724"/>
                  <a:gd name="T80" fmla="*/ 190 w 1335"/>
                  <a:gd name="T81" fmla="*/ 317 h 724"/>
                  <a:gd name="T82" fmla="*/ 256 w 1335"/>
                  <a:gd name="T83" fmla="*/ 304 h 724"/>
                  <a:gd name="T84" fmla="*/ 308 w 1335"/>
                  <a:gd name="T85" fmla="*/ 297 h 724"/>
                  <a:gd name="T86" fmla="*/ 362 w 1335"/>
                  <a:gd name="T87" fmla="*/ 294 h 724"/>
                  <a:gd name="T88" fmla="*/ 420 w 1335"/>
                  <a:gd name="T89" fmla="*/ 293 h 724"/>
                  <a:gd name="T90" fmla="*/ 482 w 1335"/>
                  <a:gd name="T91" fmla="*/ 295 h 724"/>
                  <a:gd name="T92" fmla="*/ 530 w 1335"/>
                  <a:gd name="T93" fmla="*/ 299 h 724"/>
                  <a:gd name="T94" fmla="*/ 576 w 1335"/>
                  <a:gd name="T95" fmla="*/ 304 h 724"/>
                  <a:gd name="T96" fmla="*/ 627 w 1335"/>
                  <a:gd name="T97" fmla="*/ 311 h 724"/>
                  <a:gd name="T98" fmla="*/ 692 w 1335"/>
                  <a:gd name="T99" fmla="*/ 322 h 724"/>
                  <a:gd name="T100" fmla="*/ 748 w 1335"/>
                  <a:gd name="T101" fmla="*/ 335 h 724"/>
                  <a:gd name="T102" fmla="*/ 862 w 1335"/>
                  <a:gd name="T103" fmla="*/ 366 h 724"/>
                  <a:gd name="T104" fmla="*/ 909 w 1335"/>
                  <a:gd name="T105" fmla="*/ 382 h 724"/>
                  <a:gd name="T106" fmla="*/ 961 w 1335"/>
                  <a:gd name="T107" fmla="*/ 400 h 724"/>
                  <a:gd name="T108" fmla="*/ 1034 w 1335"/>
                  <a:gd name="T109" fmla="*/ 431 h 724"/>
                  <a:gd name="T110" fmla="*/ 1163 w 1335"/>
                  <a:gd name="T111" fmla="*/ 502 h 724"/>
                  <a:gd name="T112" fmla="*/ 1257 w 1335"/>
                  <a:gd name="T113" fmla="*/ 576 h 724"/>
                  <a:gd name="T114" fmla="*/ 1314 w 1335"/>
                  <a:gd name="T115" fmla="*/ 651 h 724"/>
                  <a:gd name="T116" fmla="*/ 1334 w 1335"/>
                  <a:gd name="T117" fmla="*/ 724 h 724"/>
                  <a:gd name="T118" fmla="*/ 1324 w 1335"/>
                  <a:gd name="T119" fmla="*/ 377 h 724"/>
                  <a:gd name="T120" fmla="*/ 1277 w 1335"/>
                  <a:gd name="T121" fmla="*/ 303 h 724"/>
                  <a:gd name="T122" fmla="*/ 1191 w 1335"/>
                  <a:gd name="T123" fmla="*/ 227 h 724"/>
                  <a:gd name="T124" fmla="*/ 1071 w 1335"/>
                  <a:gd name="T125" fmla="*/ 155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5" h="724">
                    <a:moveTo>
                      <a:pt x="1036" y="138"/>
                    </a:moveTo>
                    <a:lnTo>
                      <a:pt x="1017" y="130"/>
                    </a:lnTo>
                    <a:lnTo>
                      <a:pt x="999" y="122"/>
                    </a:lnTo>
                    <a:lnTo>
                      <a:pt x="981" y="115"/>
                    </a:lnTo>
                    <a:lnTo>
                      <a:pt x="962" y="108"/>
                    </a:lnTo>
                    <a:lnTo>
                      <a:pt x="951" y="103"/>
                    </a:lnTo>
                    <a:lnTo>
                      <a:pt x="941" y="99"/>
                    </a:lnTo>
                    <a:lnTo>
                      <a:pt x="926" y="94"/>
                    </a:lnTo>
                    <a:lnTo>
                      <a:pt x="911" y="89"/>
                    </a:lnTo>
                    <a:lnTo>
                      <a:pt x="896" y="84"/>
                    </a:lnTo>
                    <a:lnTo>
                      <a:pt x="881" y="79"/>
                    </a:lnTo>
                    <a:lnTo>
                      <a:pt x="874" y="76"/>
                    </a:lnTo>
                    <a:lnTo>
                      <a:pt x="868" y="74"/>
                    </a:lnTo>
                    <a:lnTo>
                      <a:pt x="866" y="74"/>
                    </a:lnTo>
                    <a:lnTo>
                      <a:pt x="863" y="73"/>
                    </a:lnTo>
                    <a:lnTo>
                      <a:pt x="834" y="64"/>
                    </a:lnTo>
                    <a:lnTo>
                      <a:pt x="807" y="56"/>
                    </a:lnTo>
                    <a:lnTo>
                      <a:pt x="778" y="49"/>
                    </a:lnTo>
                    <a:lnTo>
                      <a:pt x="749" y="42"/>
                    </a:lnTo>
                    <a:lnTo>
                      <a:pt x="744" y="41"/>
                    </a:lnTo>
                    <a:lnTo>
                      <a:pt x="741" y="40"/>
                    </a:lnTo>
                    <a:lnTo>
                      <a:pt x="738" y="39"/>
                    </a:lnTo>
                    <a:lnTo>
                      <a:pt x="734" y="39"/>
                    </a:lnTo>
                    <a:lnTo>
                      <a:pt x="714" y="34"/>
                    </a:lnTo>
                    <a:lnTo>
                      <a:pt x="693" y="30"/>
                    </a:lnTo>
                    <a:lnTo>
                      <a:pt x="672" y="26"/>
                    </a:lnTo>
                    <a:lnTo>
                      <a:pt x="651" y="22"/>
                    </a:lnTo>
                    <a:lnTo>
                      <a:pt x="647" y="21"/>
                    </a:lnTo>
                    <a:lnTo>
                      <a:pt x="645" y="21"/>
                    </a:lnTo>
                    <a:lnTo>
                      <a:pt x="636" y="20"/>
                    </a:lnTo>
                    <a:lnTo>
                      <a:pt x="628" y="18"/>
                    </a:lnTo>
                    <a:lnTo>
                      <a:pt x="616" y="17"/>
                    </a:lnTo>
                    <a:lnTo>
                      <a:pt x="602" y="15"/>
                    </a:lnTo>
                    <a:lnTo>
                      <a:pt x="590" y="13"/>
                    </a:lnTo>
                    <a:lnTo>
                      <a:pt x="577" y="11"/>
                    </a:lnTo>
                    <a:lnTo>
                      <a:pt x="570" y="10"/>
                    </a:lnTo>
                    <a:lnTo>
                      <a:pt x="563" y="9"/>
                    </a:lnTo>
                    <a:lnTo>
                      <a:pt x="557" y="9"/>
                    </a:lnTo>
                    <a:lnTo>
                      <a:pt x="550" y="8"/>
                    </a:lnTo>
                    <a:lnTo>
                      <a:pt x="541" y="7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5"/>
                    </a:lnTo>
                    <a:lnTo>
                      <a:pt x="502" y="4"/>
                    </a:lnTo>
                    <a:lnTo>
                      <a:pt x="493" y="3"/>
                    </a:lnTo>
                    <a:lnTo>
                      <a:pt x="488" y="3"/>
                    </a:lnTo>
                    <a:lnTo>
                      <a:pt x="483" y="3"/>
                    </a:lnTo>
                    <a:lnTo>
                      <a:pt x="467" y="2"/>
                    </a:lnTo>
                    <a:lnTo>
                      <a:pt x="451" y="1"/>
                    </a:lnTo>
                    <a:lnTo>
                      <a:pt x="441" y="1"/>
                    </a:lnTo>
                    <a:lnTo>
                      <a:pt x="431" y="0"/>
                    </a:lnTo>
                    <a:lnTo>
                      <a:pt x="426" y="0"/>
                    </a:lnTo>
                    <a:lnTo>
                      <a:pt x="421" y="0"/>
                    </a:lnTo>
                    <a:lnTo>
                      <a:pt x="407" y="0"/>
                    </a:lnTo>
                    <a:lnTo>
                      <a:pt x="393" y="1"/>
                    </a:lnTo>
                    <a:lnTo>
                      <a:pt x="383" y="1"/>
                    </a:lnTo>
                    <a:lnTo>
                      <a:pt x="375" y="1"/>
                    </a:lnTo>
                    <a:lnTo>
                      <a:pt x="368" y="1"/>
                    </a:lnTo>
                    <a:lnTo>
                      <a:pt x="363" y="1"/>
                    </a:lnTo>
                    <a:lnTo>
                      <a:pt x="350" y="2"/>
                    </a:lnTo>
                    <a:lnTo>
                      <a:pt x="337" y="3"/>
                    </a:lnTo>
                    <a:lnTo>
                      <a:pt x="328" y="3"/>
                    </a:lnTo>
                    <a:lnTo>
                      <a:pt x="320" y="4"/>
                    </a:lnTo>
                    <a:lnTo>
                      <a:pt x="315" y="4"/>
                    </a:lnTo>
                    <a:lnTo>
                      <a:pt x="310" y="5"/>
                    </a:lnTo>
                    <a:lnTo>
                      <a:pt x="293" y="6"/>
                    </a:lnTo>
                    <a:lnTo>
                      <a:pt x="280" y="8"/>
                    </a:lnTo>
                    <a:lnTo>
                      <a:pt x="271" y="9"/>
                    </a:lnTo>
                    <a:lnTo>
                      <a:pt x="262" y="10"/>
                    </a:lnTo>
                    <a:lnTo>
                      <a:pt x="260" y="10"/>
                    </a:lnTo>
                    <a:lnTo>
                      <a:pt x="257" y="11"/>
                    </a:lnTo>
                    <a:lnTo>
                      <a:pt x="240" y="14"/>
                    </a:lnTo>
                    <a:lnTo>
                      <a:pt x="223" y="17"/>
                    </a:lnTo>
                    <a:lnTo>
                      <a:pt x="207" y="20"/>
                    </a:lnTo>
                    <a:lnTo>
                      <a:pt x="191" y="24"/>
                    </a:lnTo>
                    <a:lnTo>
                      <a:pt x="190" y="24"/>
                    </a:lnTo>
                    <a:lnTo>
                      <a:pt x="187" y="25"/>
                    </a:lnTo>
                    <a:lnTo>
                      <a:pt x="176" y="28"/>
                    </a:lnTo>
                    <a:lnTo>
                      <a:pt x="164" y="32"/>
                    </a:lnTo>
                    <a:lnTo>
                      <a:pt x="156" y="34"/>
                    </a:lnTo>
                    <a:lnTo>
                      <a:pt x="150" y="36"/>
                    </a:lnTo>
                    <a:lnTo>
                      <a:pt x="140" y="40"/>
                    </a:lnTo>
                    <a:lnTo>
                      <a:pt x="130" y="44"/>
                    </a:lnTo>
                    <a:lnTo>
                      <a:pt x="120" y="48"/>
                    </a:lnTo>
                    <a:lnTo>
                      <a:pt x="111" y="52"/>
                    </a:lnTo>
                    <a:lnTo>
                      <a:pt x="109" y="53"/>
                    </a:lnTo>
                    <a:lnTo>
                      <a:pt x="106" y="54"/>
                    </a:lnTo>
                    <a:lnTo>
                      <a:pt x="105" y="55"/>
                    </a:lnTo>
                    <a:lnTo>
                      <a:pt x="104" y="55"/>
                    </a:lnTo>
                    <a:lnTo>
                      <a:pt x="92" y="61"/>
                    </a:lnTo>
                    <a:lnTo>
                      <a:pt x="82" y="67"/>
                    </a:lnTo>
                    <a:lnTo>
                      <a:pt x="71" y="74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1" y="81"/>
                    </a:lnTo>
                    <a:lnTo>
                      <a:pt x="51" y="89"/>
                    </a:lnTo>
                    <a:lnTo>
                      <a:pt x="41" y="98"/>
                    </a:lnTo>
                    <a:lnTo>
                      <a:pt x="40" y="99"/>
                    </a:lnTo>
                    <a:lnTo>
                      <a:pt x="40" y="100"/>
                    </a:lnTo>
                    <a:lnTo>
                      <a:pt x="37" y="103"/>
                    </a:lnTo>
                    <a:lnTo>
                      <a:pt x="35" y="105"/>
                    </a:lnTo>
                    <a:lnTo>
                      <a:pt x="30" y="111"/>
                    </a:lnTo>
                    <a:lnTo>
                      <a:pt x="26" y="116"/>
                    </a:lnTo>
                    <a:lnTo>
                      <a:pt x="25" y="117"/>
                    </a:lnTo>
                    <a:lnTo>
                      <a:pt x="24" y="119"/>
                    </a:lnTo>
                    <a:lnTo>
                      <a:pt x="22" y="121"/>
                    </a:lnTo>
                    <a:lnTo>
                      <a:pt x="21" y="124"/>
                    </a:lnTo>
                    <a:lnTo>
                      <a:pt x="17" y="129"/>
                    </a:lnTo>
                    <a:lnTo>
                      <a:pt x="15" y="135"/>
                    </a:lnTo>
                    <a:lnTo>
                      <a:pt x="14" y="137"/>
                    </a:lnTo>
                    <a:lnTo>
                      <a:pt x="12" y="138"/>
                    </a:lnTo>
                    <a:lnTo>
                      <a:pt x="11" y="141"/>
                    </a:lnTo>
                    <a:lnTo>
                      <a:pt x="10" y="143"/>
                    </a:lnTo>
                    <a:lnTo>
                      <a:pt x="9" y="149"/>
                    </a:lnTo>
                    <a:lnTo>
                      <a:pt x="6" y="155"/>
                    </a:lnTo>
                    <a:lnTo>
                      <a:pt x="5" y="157"/>
                    </a:lnTo>
                    <a:lnTo>
                      <a:pt x="5" y="160"/>
                    </a:lnTo>
                    <a:lnTo>
                      <a:pt x="5" y="161"/>
                    </a:lnTo>
                    <a:lnTo>
                      <a:pt x="4" y="163"/>
                    </a:lnTo>
                    <a:lnTo>
                      <a:pt x="2" y="171"/>
                    </a:lnTo>
                    <a:lnTo>
                      <a:pt x="2" y="179"/>
                    </a:lnTo>
                    <a:lnTo>
                      <a:pt x="1" y="181"/>
                    </a:lnTo>
                    <a:lnTo>
                      <a:pt x="1" y="184"/>
                    </a:lnTo>
                    <a:lnTo>
                      <a:pt x="1" y="186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0" y="476"/>
                    </a:lnTo>
                    <a:lnTo>
                      <a:pt x="1" y="471"/>
                    </a:lnTo>
                    <a:lnTo>
                      <a:pt x="1" y="464"/>
                    </a:lnTo>
                    <a:lnTo>
                      <a:pt x="4" y="456"/>
                    </a:lnTo>
                    <a:lnTo>
                      <a:pt x="4" y="452"/>
                    </a:lnTo>
                    <a:lnTo>
                      <a:pt x="5" y="448"/>
                    </a:lnTo>
                    <a:lnTo>
                      <a:pt x="7" y="442"/>
                    </a:lnTo>
                    <a:lnTo>
                      <a:pt x="10" y="436"/>
                    </a:lnTo>
                    <a:lnTo>
                      <a:pt x="11" y="432"/>
                    </a:lnTo>
                    <a:lnTo>
                      <a:pt x="14" y="427"/>
                    </a:lnTo>
                    <a:lnTo>
                      <a:pt x="16" y="422"/>
                    </a:lnTo>
                    <a:lnTo>
                      <a:pt x="20" y="417"/>
                    </a:lnTo>
                    <a:lnTo>
                      <a:pt x="22" y="413"/>
                    </a:lnTo>
                    <a:lnTo>
                      <a:pt x="25" y="409"/>
                    </a:lnTo>
                    <a:lnTo>
                      <a:pt x="29" y="403"/>
                    </a:lnTo>
                    <a:lnTo>
                      <a:pt x="34" y="398"/>
                    </a:lnTo>
                    <a:lnTo>
                      <a:pt x="37" y="394"/>
                    </a:lnTo>
                    <a:lnTo>
                      <a:pt x="40" y="391"/>
                    </a:lnTo>
                    <a:lnTo>
                      <a:pt x="50" y="382"/>
                    </a:lnTo>
                    <a:lnTo>
                      <a:pt x="61" y="373"/>
                    </a:lnTo>
                    <a:lnTo>
                      <a:pt x="61" y="373"/>
                    </a:lnTo>
                    <a:lnTo>
                      <a:pt x="61" y="373"/>
                    </a:lnTo>
                    <a:lnTo>
                      <a:pt x="71" y="366"/>
                    </a:lnTo>
                    <a:lnTo>
                      <a:pt x="81" y="360"/>
                    </a:lnTo>
                    <a:lnTo>
                      <a:pt x="91" y="354"/>
                    </a:lnTo>
                    <a:lnTo>
                      <a:pt x="102" y="348"/>
                    </a:lnTo>
                    <a:lnTo>
                      <a:pt x="106" y="346"/>
                    </a:lnTo>
                    <a:lnTo>
                      <a:pt x="110" y="345"/>
                    </a:lnTo>
                    <a:lnTo>
                      <a:pt x="119" y="340"/>
                    </a:lnTo>
                    <a:lnTo>
                      <a:pt x="129" y="336"/>
                    </a:lnTo>
                    <a:lnTo>
                      <a:pt x="139" y="333"/>
                    </a:lnTo>
                    <a:lnTo>
                      <a:pt x="149" y="329"/>
                    </a:lnTo>
                    <a:lnTo>
                      <a:pt x="156" y="327"/>
                    </a:lnTo>
                    <a:lnTo>
                      <a:pt x="162" y="325"/>
                    </a:lnTo>
                    <a:lnTo>
                      <a:pt x="176" y="321"/>
                    </a:lnTo>
                    <a:lnTo>
                      <a:pt x="190" y="317"/>
                    </a:lnTo>
                    <a:lnTo>
                      <a:pt x="206" y="313"/>
                    </a:lnTo>
                    <a:lnTo>
                      <a:pt x="222" y="310"/>
                    </a:lnTo>
                    <a:lnTo>
                      <a:pt x="238" y="307"/>
                    </a:lnTo>
                    <a:lnTo>
                      <a:pt x="256" y="304"/>
                    </a:lnTo>
                    <a:lnTo>
                      <a:pt x="267" y="302"/>
                    </a:lnTo>
                    <a:lnTo>
                      <a:pt x="278" y="301"/>
                    </a:lnTo>
                    <a:lnTo>
                      <a:pt x="293" y="299"/>
                    </a:lnTo>
                    <a:lnTo>
                      <a:pt x="308" y="297"/>
                    </a:lnTo>
                    <a:lnTo>
                      <a:pt x="322" y="296"/>
                    </a:lnTo>
                    <a:lnTo>
                      <a:pt x="336" y="295"/>
                    </a:lnTo>
                    <a:lnTo>
                      <a:pt x="350" y="295"/>
                    </a:lnTo>
                    <a:lnTo>
                      <a:pt x="362" y="294"/>
                    </a:lnTo>
                    <a:lnTo>
                      <a:pt x="377" y="294"/>
                    </a:lnTo>
                    <a:lnTo>
                      <a:pt x="392" y="293"/>
                    </a:lnTo>
                    <a:lnTo>
                      <a:pt x="406" y="293"/>
                    </a:lnTo>
                    <a:lnTo>
                      <a:pt x="420" y="293"/>
                    </a:lnTo>
                    <a:lnTo>
                      <a:pt x="435" y="294"/>
                    </a:lnTo>
                    <a:lnTo>
                      <a:pt x="450" y="294"/>
                    </a:lnTo>
                    <a:lnTo>
                      <a:pt x="466" y="295"/>
                    </a:lnTo>
                    <a:lnTo>
                      <a:pt x="482" y="295"/>
                    </a:lnTo>
                    <a:lnTo>
                      <a:pt x="496" y="296"/>
                    </a:lnTo>
                    <a:lnTo>
                      <a:pt x="510" y="297"/>
                    </a:lnTo>
                    <a:lnTo>
                      <a:pt x="520" y="298"/>
                    </a:lnTo>
                    <a:lnTo>
                      <a:pt x="530" y="299"/>
                    </a:lnTo>
                    <a:lnTo>
                      <a:pt x="540" y="300"/>
                    </a:lnTo>
                    <a:lnTo>
                      <a:pt x="550" y="301"/>
                    </a:lnTo>
                    <a:lnTo>
                      <a:pt x="562" y="302"/>
                    </a:lnTo>
                    <a:lnTo>
                      <a:pt x="576" y="304"/>
                    </a:lnTo>
                    <a:lnTo>
                      <a:pt x="588" y="306"/>
                    </a:lnTo>
                    <a:lnTo>
                      <a:pt x="602" y="307"/>
                    </a:lnTo>
                    <a:lnTo>
                      <a:pt x="615" y="309"/>
                    </a:lnTo>
                    <a:lnTo>
                      <a:pt x="627" y="311"/>
                    </a:lnTo>
                    <a:lnTo>
                      <a:pt x="638" y="313"/>
                    </a:lnTo>
                    <a:lnTo>
                      <a:pt x="650" y="315"/>
                    </a:lnTo>
                    <a:lnTo>
                      <a:pt x="671" y="318"/>
                    </a:lnTo>
                    <a:lnTo>
                      <a:pt x="692" y="322"/>
                    </a:lnTo>
                    <a:lnTo>
                      <a:pt x="713" y="327"/>
                    </a:lnTo>
                    <a:lnTo>
                      <a:pt x="734" y="331"/>
                    </a:lnTo>
                    <a:lnTo>
                      <a:pt x="741" y="333"/>
                    </a:lnTo>
                    <a:lnTo>
                      <a:pt x="748" y="335"/>
                    </a:lnTo>
                    <a:lnTo>
                      <a:pt x="777" y="342"/>
                    </a:lnTo>
                    <a:lnTo>
                      <a:pt x="806" y="349"/>
                    </a:lnTo>
                    <a:lnTo>
                      <a:pt x="834" y="357"/>
                    </a:lnTo>
                    <a:lnTo>
                      <a:pt x="862" y="366"/>
                    </a:lnTo>
                    <a:lnTo>
                      <a:pt x="871" y="369"/>
                    </a:lnTo>
                    <a:lnTo>
                      <a:pt x="879" y="371"/>
                    </a:lnTo>
                    <a:lnTo>
                      <a:pt x="894" y="376"/>
                    </a:lnTo>
                    <a:lnTo>
                      <a:pt x="909" y="382"/>
                    </a:lnTo>
                    <a:lnTo>
                      <a:pt x="924" y="387"/>
                    </a:lnTo>
                    <a:lnTo>
                      <a:pt x="939" y="392"/>
                    </a:lnTo>
                    <a:lnTo>
                      <a:pt x="951" y="396"/>
                    </a:lnTo>
                    <a:lnTo>
                      <a:pt x="961" y="400"/>
                    </a:lnTo>
                    <a:lnTo>
                      <a:pt x="979" y="408"/>
                    </a:lnTo>
                    <a:lnTo>
                      <a:pt x="998" y="415"/>
                    </a:lnTo>
                    <a:lnTo>
                      <a:pt x="1016" y="423"/>
                    </a:lnTo>
                    <a:lnTo>
                      <a:pt x="1034" y="431"/>
                    </a:lnTo>
                    <a:lnTo>
                      <a:pt x="1069" y="448"/>
                    </a:lnTo>
                    <a:lnTo>
                      <a:pt x="1103" y="466"/>
                    </a:lnTo>
                    <a:lnTo>
                      <a:pt x="1134" y="484"/>
                    </a:lnTo>
                    <a:lnTo>
                      <a:pt x="1163" y="502"/>
                    </a:lnTo>
                    <a:lnTo>
                      <a:pt x="1191" y="520"/>
                    </a:lnTo>
                    <a:lnTo>
                      <a:pt x="1214" y="539"/>
                    </a:lnTo>
                    <a:lnTo>
                      <a:pt x="1237" y="558"/>
                    </a:lnTo>
                    <a:lnTo>
                      <a:pt x="1257" y="576"/>
                    </a:lnTo>
                    <a:lnTo>
                      <a:pt x="1275" y="595"/>
                    </a:lnTo>
                    <a:lnTo>
                      <a:pt x="1290" y="614"/>
                    </a:lnTo>
                    <a:lnTo>
                      <a:pt x="1304" y="633"/>
                    </a:lnTo>
                    <a:lnTo>
                      <a:pt x="1314" y="651"/>
                    </a:lnTo>
                    <a:lnTo>
                      <a:pt x="1323" y="670"/>
                    </a:lnTo>
                    <a:lnTo>
                      <a:pt x="1329" y="688"/>
                    </a:lnTo>
                    <a:lnTo>
                      <a:pt x="1333" y="706"/>
                    </a:lnTo>
                    <a:lnTo>
                      <a:pt x="1334" y="724"/>
                    </a:lnTo>
                    <a:lnTo>
                      <a:pt x="1335" y="431"/>
                    </a:lnTo>
                    <a:lnTo>
                      <a:pt x="1334" y="413"/>
                    </a:lnTo>
                    <a:lnTo>
                      <a:pt x="1330" y="395"/>
                    </a:lnTo>
                    <a:lnTo>
                      <a:pt x="1324" y="377"/>
                    </a:lnTo>
                    <a:lnTo>
                      <a:pt x="1315" y="359"/>
                    </a:lnTo>
                    <a:lnTo>
                      <a:pt x="1305" y="340"/>
                    </a:lnTo>
                    <a:lnTo>
                      <a:pt x="1292" y="321"/>
                    </a:lnTo>
                    <a:lnTo>
                      <a:pt x="1277" y="303"/>
                    </a:lnTo>
                    <a:lnTo>
                      <a:pt x="1258" y="284"/>
                    </a:lnTo>
                    <a:lnTo>
                      <a:pt x="1238" y="265"/>
                    </a:lnTo>
                    <a:lnTo>
                      <a:pt x="1215" y="246"/>
                    </a:lnTo>
                    <a:lnTo>
                      <a:pt x="1191" y="227"/>
                    </a:lnTo>
                    <a:lnTo>
                      <a:pt x="1164" y="209"/>
                    </a:lnTo>
                    <a:lnTo>
                      <a:pt x="1136" y="191"/>
                    </a:lnTo>
                    <a:lnTo>
                      <a:pt x="1104" y="173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6" name="Freeform 14">
                <a:extLst>
                  <a:ext uri="{FF2B5EF4-FFF2-40B4-BE49-F238E27FC236}">
                    <a16:creationId xmlns:a16="http://schemas.microsoft.com/office/drawing/2014/main" id="{1A079958-A3E4-4B01-A2F3-76F907AA7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726" y="2119313"/>
                <a:ext cx="60325" cy="150813"/>
              </a:xfrm>
              <a:custGeom>
                <a:avLst/>
                <a:gdLst>
                  <a:gd name="T0" fmla="*/ 0 w 191"/>
                  <a:gd name="T1" fmla="*/ 88 h 381"/>
                  <a:gd name="T2" fmla="*/ 0 w 191"/>
                  <a:gd name="T3" fmla="*/ 381 h 381"/>
                  <a:gd name="T4" fmla="*/ 190 w 191"/>
                  <a:gd name="T5" fmla="*/ 292 h 381"/>
                  <a:gd name="T6" fmla="*/ 191 w 191"/>
                  <a:gd name="T7" fmla="*/ 0 h 381"/>
                  <a:gd name="T8" fmla="*/ 0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0" y="88"/>
                    </a:moveTo>
                    <a:lnTo>
                      <a:pt x="0" y="381"/>
                    </a:lnTo>
                    <a:lnTo>
                      <a:pt x="190" y="292"/>
                    </a:lnTo>
                    <a:lnTo>
                      <a:pt x="191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7" name="Freeform 15">
                <a:extLst>
                  <a:ext uri="{FF2B5EF4-FFF2-40B4-BE49-F238E27FC236}">
                    <a16:creationId xmlns:a16="http://schemas.microsoft.com/office/drawing/2014/main" id="{64C9CE1F-D723-46C6-96E6-3BA5B6014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151" y="1917700"/>
                <a:ext cx="409575" cy="352425"/>
              </a:xfrm>
              <a:custGeom>
                <a:avLst/>
                <a:gdLst>
                  <a:gd name="T0" fmla="*/ 1 w 1289"/>
                  <a:gd name="T1" fmla="*/ 0 h 889"/>
                  <a:gd name="T2" fmla="*/ 0 w 1289"/>
                  <a:gd name="T3" fmla="*/ 293 h 889"/>
                  <a:gd name="T4" fmla="*/ 1289 w 1289"/>
                  <a:gd name="T5" fmla="*/ 889 h 889"/>
                  <a:gd name="T6" fmla="*/ 1289 w 1289"/>
                  <a:gd name="T7" fmla="*/ 596 h 889"/>
                  <a:gd name="T8" fmla="*/ 1 w 1289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9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9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8" name="Freeform 16">
                <a:extLst>
                  <a:ext uri="{FF2B5EF4-FFF2-40B4-BE49-F238E27FC236}">
                    <a16:creationId xmlns:a16="http://schemas.microsoft.com/office/drawing/2014/main" id="{492125A8-9AC1-4E8E-A2C3-33571A12C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7526" y="1982788"/>
                <a:ext cx="350838" cy="319088"/>
              </a:xfrm>
              <a:custGeom>
                <a:avLst/>
                <a:gdLst>
                  <a:gd name="T0" fmla="*/ 1 w 1106"/>
                  <a:gd name="T1" fmla="*/ 514 h 807"/>
                  <a:gd name="T2" fmla="*/ 0 w 1106"/>
                  <a:gd name="T3" fmla="*/ 807 h 807"/>
                  <a:gd name="T4" fmla="*/ 1105 w 1106"/>
                  <a:gd name="T5" fmla="*/ 292 h 807"/>
                  <a:gd name="T6" fmla="*/ 1106 w 1106"/>
                  <a:gd name="T7" fmla="*/ 0 h 807"/>
                  <a:gd name="T8" fmla="*/ 1 w 1106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6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2"/>
                    </a:lnTo>
                    <a:lnTo>
                      <a:pt x="1106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9" name="Freeform 17">
                <a:extLst>
                  <a:ext uri="{FF2B5EF4-FFF2-40B4-BE49-F238E27FC236}">
                    <a16:creationId xmlns:a16="http://schemas.microsoft.com/office/drawing/2014/main" id="{3F7CC5BC-9790-4101-9D08-EFF364ED2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1626" y="2311400"/>
                <a:ext cx="60325" cy="152400"/>
              </a:xfrm>
              <a:custGeom>
                <a:avLst/>
                <a:gdLst>
                  <a:gd name="T0" fmla="*/ 1 w 193"/>
                  <a:gd name="T1" fmla="*/ 0 h 382"/>
                  <a:gd name="T2" fmla="*/ 0 w 193"/>
                  <a:gd name="T3" fmla="*/ 293 h 382"/>
                  <a:gd name="T4" fmla="*/ 192 w 193"/>
                  <a:gd name="T5" fmla="*/ 382 h 382"/>
                  <a:gd name="T6" fmla="*/ 193 w 193"/>
                  <a:gd name="T7" fmla="*/ 89 h 382"/>
                  <a:gd name="T8" fmla="*/ 1 w 193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2">
                    <a:moveTo>
                      <a:pt x="1" y="0"/>
                    </a:moveTo>
                    <a:lnTo>
                      <a:pt x="0" y="293"/>
                    </a:lnTo>
                    <a:lnTo>
                      <a:pt x="192" y="382"/>
                    </a:lnTo>
                    <a:lnTo>
                      <a:pt x="193" y="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0" name="Freeform 18">
                <a:extLst>
                  <a:ext uri="{FF2B5EF4-FFF2-40B4-BE49-F238E27FC236}">
                    <a16:creationId xmlns:a16="http://schemas.microsoft.com/office/drawing/2014/main" id="{4F89CA77-AC4C-48E1-8DBF-329187FFB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0838" y="2290763"/>
                <a:ext cx="423863" cy="285750"/>
              </a:xfrm>
              <a:custGeom>
                <a:avLst/>
                <a:gdLst>
                  <a:gd name="T0" fmla="*/ 1315 w 1332"/>
                  <a:gd name="T1" fmla="*/ 68 h 721"/>
                  <a:gd name="T2" fmla="*/ 1286 w 1332"/>
                  <a:gd name="T3" fmla="*/ 112 h 721"/>
                  <a:gd name="T4" fmla="*/ 1257 w 1332"/>
                  <a:gd name="T5" fmla="*/ 145 h 721"/>
                  <a:gd name="T6" fmla="*/ 1213 w 1332"/>
                  <a:gd name="T7" fmla="*/ 184 h 721"/>
                  <a:gd name="T8" fmla="*/ 1163 w 1332"/>
                  <a:gd name="T9" fmla="*/ 219 h 721"/>
                  <a:gd name="T10" fmla="*/ 1107 w 1332"/>
                  <a:gd name="T11" fmla="*/ 254 h 721"/>
                  <a:gd name="T12" fmla="*/ 1036 w 1332"/>
                  <a:gd name="T13" fmla="*/ 290 h 721"/>
                  <a:gd name="T14" fmla="*/ 914 w 1332"/>
                  <a:gd name="T15" fmla="*/ 340 h 721"/>
                  <a:gd name="T16" fmla="*/ 789 w 1332"/>
                  <a:gd name="T17" fmla="*/ 378 h 721"/>
                  <a:gd name="T18" fmla="*/ 727 w 1332"/>
                  <a:gd name="T19" fmla="*/ 392 h 721"/>
                  <a:gd name="T20" fmla="*/ 657 w 1332"/>
                  <a:gd name="T21" fmla="*/ 406 h 721"/>
                  <a:gd name="T22" fmla="*/ 588 w 1332"/>
                  <a:gd name="T23" fmla="*/ 416 h 721"/>
                  <a:gd name="T24" fmla="*/ 500 w 1332"/>
                  <a:gd name="T25" fmla="*/ 425 h 721"/>
                  <a:gd name="T26" fmla="*/ 444 w 1332"/>
                  <a:gd name="T27" fmla="*/ 428 h 721"/>
                  <a:gd name="T28" fmla="*/ 369 w 1332"/>
                  <a:gd name="T29" fmla="*/ 427 h 721"/>
                  <a:gd name="T30" fmla="*/ 304 w 1332"/>
                  <a:gd name="T31" fmla="*/ 423 h 721"/>
                  <a:gd name="T32" fmla="*/ 249 w 1332"/>
                  <a:gd name="T33" fmla="*/ 416 h 721"/>
                  <a:gd name="T34" fmla="*/ 213 w 1332"/>
                  <a:gd name="T35" fmla="*/ 409 h 721"/>
                  <a:gd name="T36" fmla="*/ 159 w 1332"/>
                  <a:gd name="T37" fmla="*/ 394 h 721"/>
                  <a:gd name="T38" fmla="*/ 99 w 1332"/>
                  <a:gd name="T39" fmla="*/ 370 h 721"/>
                  <a:gd name="T40" fmla="*/ 44 w 1332"/>
                  <a:gd name="T41" fmla="*/ 332 h 721"/>
                  <a:gd name="T42" fmla="*/ 12 w 1332"/>
                  <a:gd name="T43" fmla="*/ 288 h 721"/>
                  <a:gd name="T44" fmla="*/ 2 w 1332"/>
                  <a:gd name="T45" fmla="*/ 239 h 721"/>
                  <a:gd name="T46" fmla="*/ 7 w 1332"/>
                  <a:gd name="T47" fmla="*/ 571 h 721"/>
                  <a:gd name="T48" fmla="*/ 35 w 1332"/>
                  <a:gd name="T49" fmla="*/ 616 h 721"/>
                  <a:gd name="T50" fmla="*/ 85 w 1332"/>
                  <a:gd name="T51" fmla="*/ 656 h 721"/>
                  <a:gd name="T52" fmla="*/ 146 w 1332"/>
                  <a:gd name="T53" fmla="*/ 683 h 721"/>
                  <a:gd name="T54" fmla="*/ 181 w 1332"/>
                  <a:gd name="T55" fmla="*/ 694 h 721"/>
                  <a:gd name="T56" fmla="*/ 224 w 1332"/>
                  <a:gd name="T57" fmla="*/ 704 h 721"/>
                  <a:gd name="T58" fmla="*/ 248 w 1332"/>
                  <a:gd name="T59" fmla="*/ 709 h 721"/>
                  <a:gd name="T60" fmla="*/ 293 w 1332"/>
                  <a:gd name="T61" fmla="*/ 715 h 721"/>
                  <a:gd name="T62" fmla="*/ 335 w 1332"/>
                  <a:gd name="T63" fmla="*/ 719 h 721"/>
                  <a:gd name="T64" fmla="*/ 376 w 1332"/>
                  <a:gd name="T65" fmla="*/ 720 h 721"/>
                  <a:gd name="T66" fmla="*/ 428 w 1332"/>
                  <a:gd name="T67" fmla="*/ 721 h 721"/>
                  <a:gd name="T68" fmla="*/ 468 w 1332"/>
                  <a:gd name="T69" fmla="*/ 719 h 721"/>
                  <a:gd name="T70" fmla="*/ 516 w 1332"/>
                  <a:gd name="T71" fmla="*/ 717 h 721"/>
                  <a:gd name="T72" fmla="*/ 586 w 1332"/>
                  <a:gd name="T73" fmla="*/ 709 h 721"/>
                  <a:gd name="T74" fmla="*/ 627 w 1332"/>
                  <a:gd name="T75" fmla="*/ 703 h 721"/>
                  <a:gd name="T76" fmla="*/ 699 w 1332"/>
                  <a:gd name="T77" fmla="*/ 691 h 721"/>
                  <a:gd name="T78" fmla="*/ 776 w 1332"/>
                  <a:gd name="T79" fmla="*/ 673 h 721"/>
                  <a:gd name="T80" fmla="*/ 819 w 1332"/>
                  <a:gd name="T81" fmla="*/ 662 h 721"/>
                  <a:gd name="T82" fmla="*/ 915 w 1332"/>
                  <a:gd name="T83" fmla="*/ 632 h 721"/>
                  <a:gd name="T84" fmla="*/ 1044 w 1332"/>
                  <a:gd name="T85" fmla="*/ 579 h 721"/>
                  <a:gd name="T86" fmla="*/ 1094 w 1332"/>
                  <a:gd name="T87" fmla="*/ 553 h 721"/>
                  <a:gd name="T88" fmla="*/ 1152 w 1332"/>
                  <a:gd name="T89" fmla="*/ 519 h 721"/>
                  <a:gd name="T90" fmla="*/ 1195 w 1332"/>
                  <a:gd name="T91" fmla="*/ 490 h 721"/>
                  <a:gd name="T92" fmla="*/ 1235 w 1332"/>
                  <a:gd name="T93" fmla="*/ 458 h 721"/>
                  <a:gd name="T94" fmla="*/ 1258 w 1332"/>
                  <a:gd name="T95" fmla="*/ 436 h 721"/>
                  <a:gd name="T96" fmla="*/ 1285 w 1332"/>
                  <a:gd name="T97" fmla="*/ 405 h 721"/>
                  <a:gd name="T98" fmla="*/ 1303 w 1332"/>
                  <a:gd name="T99" fmla="*/ 378 h 721"/>
                  <a:gd name="T100" fmla="*/ 1320 w 1332"/>
                  <a:gd name="T101" fmla="*/ 347 h 721"/>
                  <a:gd name="T102" fmla="*/ 1327 w 1332"/>
                  <a:gd name="T103" fmla="*/ 326 h 721"/>
                  <a:gd name="T104" fmla="*/ 1332 w 1332"/>
                  <a:gd name="T10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1">
                    <a:moveTo>
                      <a:pt x="1327" y="34"/>
                    </a:moveTo>
                    <a:lnTo>
                      <a:pt x="1326" y="39"/>
                    </a:lnTo>
                    <a:lnTo>
                      <a:pt x="1325" y="44"/>
                    </a:lnTo>
                    <a:lnTo>
                      <a:pt x="1320" y="56"/>
                    </a:lnTo>
                    <a:lnTo>
                      <a:pt x="1315" y="68"/>
                    </a:lnTo>
                    <a:lnTo>
                      <a:pt x="1310" y="77"/>
                    </a:lnTo>
                    <a:lnTo>
                      <a:pt x="1305" y="85"/>
                    </a:lnTo>
                    <a:lnTo>
                      <a:pt x="1298" y="95"/>
                    </a:lnTo>
                    <a:lnTo>
                      <a:pt x="1292" y="104"/>
                    </a:lnTo>
                    <a:lnTo>
                      <a:pt x="1286" y="112"/>
                    </a:lnTo>
                    <a:lnTo>
                      <a:pt x="1280" y="119"/>
                    </a:lnTo>
                    <a:lnTo>
                      <a:pt x="1273" y="127"/>
                    </a:lnTo>
                    <a:lnTo>
                      <a:pt x="1266" y="135"/>
                    </a:lnTo>
                    <a:lnTo>
                      <a:pt x="1262" y="140"/>
                    </a:lnTo>
                    <a:lnTo>
                      <a:pt x="1257" y="145"/>
                    </a:lnTo>
                    <a:lnTo>
                      <a:pt x="1255" y="148"/>
                    </a:lnTo>
                    <a:lnTo>
                      <a:pt x="1251" y="151"/>
                    </a:lnTo>
                    <a:lnTo>
                      <a:pt x="1236" y="165"/>
                    </a:lnTo>
                    <a:lnTo>
                      <a:pt x="1220" y="179"/>
                    </a:lnTo>
                    <a:lnTo>
                      <a:pt x="1213" y="184"/>
                    </a:lnTo>
                    <a:lnTo>
                      <a:pt x="1207" y="189"/>
                    </a:lnTo>
                    <a:lnTo>
                      <a:pt x="1195" y="197"/>
                    </a:lnTo>
                    <a:lnTo>
                      <a:pt x="1182" y="206"/>
                    </a:lnTo>
                    <a:lnTo>
                      <a:pt x="1173" y="213"/>
                    </a:lnTo>
                    <a:lnTo>
                      <a:pt x="1163" y="219"/>
                    </a:lnTo>
                    <a:lnTo>
                      <a:pt x="1153" y="226"/>
                    </a:lnTo>
                    <a:lnTo>
                      <a:pt x="1143" y="232"/>
                    </a:lnTo>
                    <a:lnTo>
                      <a:pt x="1131" y="240"/>
                    </a:lnTo>
                    <a:lnTo>
                      <a:pt x="1118" y="247"/>
                    </a:lnTo>
                    <a:lnTo>
                      <a:pt x="1107" y="254"/>
                    </a:lnTo>
                    <a:lnTo>
                      <a:pt x="1095" y="260"/>
                    </a:lnTo>
                    <a:lnTo>
                      <a:pt x="1082" y="267"/>
                    </a:lnTo>
                    <a:lnTo>
                      <a:pt x="1070" y="273"/>
                    </a:lnTo>
                    <a:lnTo>
                      <a:pt x="1054" y="282"/>
                    </a:lnTo>
                    <a:lnTo>
                      <a:pt x="1036" y="290"/>
                    </a:lnTo>
                    <a:lnTo>
                      <a:pt x="1007" y="303"/>
                    </a:lnTo>
                    <a:lnTo>
                      <a:pt x="977" y="316"/>
                    </a:lnTo>
                    <a:lnTo>
                      <a:pt x="946" y="328"/>
                    </a:lnTo>
                    <a:lnTo>
                      <a:pt x="916" y="339"/>
                    </a:lnTo>
                    <a:lnTo>
                      <a:pt x="914" y="340"/>
                    </a:lnTo>
                    <a:lnTo>
                      <a:pt x="912" y="340"/>
                    </a:lnTo>
                    <a:lnTo>
                      <a:pt x="882" y="351"/>
                    </a:lnTo>
                    <a:lnTo>
                      <a:pt x="851" y="360"/>
                    </a:lnTo>
                    <a:lnTo>
                      <a:pt x="820" y="369"/>
                    </a:lnTo>
                    <a:lnTo>
                      <a:pt x="789" y="378"/>
                    </a:lnTo>
                    <a:lnTo>
                      <a:pt x="782" y="379"/>
                    </a:lnTo>
                    <a:lnTo>
                      <a:pt x="777" y="381"/>
                    </a:lnTo>
                    <a:lnTo>
                      <a:pt x="761" y="385"/>
                    </a:lnTo>
                    <a:lnTo>
                      <a:pt x="744" y="388"/>
                    </a:lnTo>
                    <a:lnTo>
                      <a:pt x="727" y="392"/>
                    </a:lnTo>
                    <a:lnTo>
                      <a:pt x="711" y="396"/>
                    </a:lnTo>
                    <a:lnTo>
                      <a:pt x="699" y="398"/>
                    </a:lnTo>
                    <a:lnTo>
                      <a:pt x="687" y="400"/>
                    </a:lnTo>
                    <a:lnTo>
                      <a:pt x="672" y="403"/>
                    </a:lnTo>
                    <a:lnTo>
                      <a:pt x="657" y="406"/>
                    </a:lnTo>
                    <a:lnTo>
                      <a:pt x="644" y="408"/>
                    </a:lnTo>
                    <a:lnTo>
                      <a:pt x="629" y="410"/>
                    </a:lnTo>
                    <a:lnTo>
                      <a:pt x="619" y="412"/>
                    </a:lnTo>
                    <a:lnTo>
                      <a:pt x="609" y="413"/>
                    </a:lnTo>
                    <a:lnTo>
                      <a:pt x="588" y="416"/>
                    </a:lnTo>
                    <a:lnTo>
                      <a:pt x="566" y="419"/>
                    </a:lnTo>
                    <a:lnTo>
                      <a:pt x="545" y="421"/>
                    </a:lnTo>
                    <a:lnTo>
                      <a:pt x="524" y="423"/>
                    </a:lnTo>
                    <a:lnTo>
                      <a:pt x="513" y="424"/>
                    </a:lnTo>
                    <a:lnTo>
                      <a:pt x="500" y="425"/>
                    </a:lnTo>
                    <a:lnTo>
                      <a:pt x="490" y="425"/>
                    </a:lnTo>
                    <a:lnTo>
                      <a:pt x="479" y="426"/>
                    </a:lnTo>
                    <a:lnTo>
                      <a:pt x="468" y="427"/>
                    </a:lnTo>
                    <a:lnTo>
                      <a:pt x="458" y="427"/>
                    </a:lnTo>
                    <a:lnTo>
                      <a:pt x="444" y="428"/>
                    </a:lnTo>
                    <a:lnTo>
                      <a:pt x="429" y="428"/>
                    </a:lnTo>
                    <a:lnTo>
                      <a:pt x="415" y="428"/>
                    </a:lnTo>
                    <a:lnTo>
                      <a:pt x="400" y="428"/>
                    </a:lnTo>
                    <a:lnTo>
                      <a:pt x="385" y="428"/>
                    </a:lnTo>
                    <a:lnTo>
                      <a:pt x="369" y="427"/>
                    </a:lnTo>
                    <a:lnTo>
                      <a:pt x="358" y="427"/>
                    </a:lnTo>
                    <a:lnTo>
                      <a:pt x="348" y="426"/>
                    </a:lnTo>
                    <a:lnTo>
                      <a:pt x="330" y="425"/>
                    </a:lnTo>
                    <a:lnTo>
                      <a:pt x="313" y="424"/>
                    </a:lnTo>
                    <a:lnTo>
                      <a:pt x="304" y="423"/>
                    </a:lnTo>
                    <a:lnTo>
                      <a:pt x="296" y="422"/>
                    </a:lnTo>
                    <a:lnTo>
                      <a:pt x="284" y="421"/>
                    </a:lnTo>
                    <a:lnTo>
                      <a:pt x="273" y="420"/>
                    </a:lnTo>
                    <a:lnTo>
                      <a:pt x="260" y="418"/>
                    </a:lnTo>
                    <a:lnTo>
                      <a:pt x="249" y="416"/>
                    </a:lnTo>
                    <a:lnTo>
                      <a:pt x="245" y="415"/>
                    </a:lnTo>
                    <a:lnTo>
                      <a:pt x="243" y="415"/>
                    </a:lnTo>
                    <a:lnTo>
                      <a:pt x="233" y="413"/>
                    </a:lnTo>
                    <a:lnTo>
                      <a:pt x="223" y="411"/>
                    </a:lnTo>
                    <a:lnTo>
                      <a:pt x="213" y="409"/>
                    </a:lnTo>
                    <a:lnTo>
                      <a:pt x="204" y="407"/>
                    </a:lnTo>
                    <a:lnTo>
                      <a:pt x="193" y="404"/>
                    </a:lnTo>
                    <a:lnTo>
                      <a:pt x="181" y="401"/>
                    </a:lnTo>
                    <a:lnTo>
                      <a:pt x="170" y="398"/>
                    </a:lnTo>
                    <a:lnTo>
                      <a:pt x="159" y="394"/>
                    </a:lnTo>
                    <a:lnTo>
                      <a:pt x="146" y="390"/>
                    </a:lnTo>
                    <a:lnTo>
                      <a:pt x="135" y="386"/>
                    </a:lnTo>
                    <a:lnTo>
                      <a:pt x="124" y="381"/>
                    </a:lnTo>
                    <a:lnTo>
                      <a:pt x="113" y="377"/>
                    </a:lnTo>
                    <a:lnTo>
                      <a:pt x="99" y="370"/>
                    </a:lnTo>
                    <a:lnTo>
                      <a:pt x="87" y="363"/>
                    </a:lnTo>
                    <a:lnTo>
                      <a:pt x="74" y="356"/>
                    </a:lnTo>
                    <a:lnTo>
                      <a:pt x="64" y="348"/>
                    </a:lnTo>
                    <a:lnTo>
                      <a:pt x="54" y="340"/>
                    </a:lnTo>
                    <a:lnTo>
                      <a:pt x="44" y="332"/>
                    </a:lnTo>
                    <a:lnTo>
                      <a:pt x="37" y="324"/>
                    </a:lnTo>
                    <a:lnTo>
                      <a:pt x="29" y="315"/>
                    </a:lnTo>
                    <a:lnTo>
                      <a:pt x="23" y="306"/>
                    </a:lnTo>
                    <a:lnTo>
                      <a:pt x="17" y="297"/>
                    </a:lnTo>
                    <a:lnTo>
                      <a:pt x="12" y="288"/>
                    </a:lnTo>
                    <a:lnTo>
                      <a:pt x="8" y="278"/>
                    </a:lnTo>
                    <a:lnTo>
                      <a:pt x="5" y="269"/>
                    </a:lnTo>
                    <a:lnTo>
                      <a:pt x="3" y="259"/>
                    </a:lnTo>
                    <a:lnTo>
                      <a:pt x="2" y="249"/>
                    </a:lnTo>
                    <a:lnTo>
                      <a:pt x="2" y="239"/>
                    </a:lnTo>
                    <a:lnTo>
                      <a:pt x="0" y="531"/>
                    </a:lnTo>
                    <a:lnTo>
                      <a:pt x="0" y="542"/>
                    </a:lnTo>
                    <a:lnTo>
                      <a:pt x="2" y="552"/>
                    </a:lnTo>
                    <a:lnTo>
                      <a:pt x="4" y="561"/>
                    </a:lnTo>
                    <a:lnTo>
                      <a:pt x="7" y="571"/>
                    </a:lnTo>
                    <a:lnTo>
                      <a:pt x="10" y="580"/>
                    </a:lnTo>
                    <a:lnTo>
                      <a:pt x="15" y="590"/>
                    </a:lnTo>
                    <a:lnTo>
                      <a:pt x="22" y="599"/>
                    </a:lnTo>
                    <a:lnTo>
                      <a:pt x="28" y="608"/>
                    </a:lnTo>
                    <a:lnTo>
                      <a:pt x="35" y="616"/>
                    </a:lnTo>
                    <a:lnTo>
                      <a:pt x="43" y="625"/>
                    </a:lnTo>
                    <a:lnTo>
                      <a:pt x="53" y="633"/>
                    </a:lnTo>
                    <a:lnTo>
                      <a:pt x="63" y="641"/>
                    </a:lnTo>
                    <a:lnTo>
                      <a:pt x="74" y="648"/>
                    </a:lnTo>
                    <a:lnTo>
                      <a:pt x="85" y="656"/>
                    </a:lnTo>
                    <a:lnTo>
                      <a:pt x="98" y="663"/>
                    </a:lnTo>
                    <a:lnTo>
                      <a:pt x="111" y="669"/>
                    </a:lnTo>
                    <a:lnTo>
                      <a:pt x="123" y="674"/>
                    </a:lnTo>
                    <a:lnTo>
                      <a:pt x="134" y="679"/>
                    </a:lnTo>
                    <a:lnTo>
                      <a:pt x="146" y="683"/>
                    </a:lnTo>
                    <a:lnTo>
                      <a:pt x="158" y="687"/>
                    </a:lnTo>
                    <a:lnTo>
                      <a:pt x="160" y="688"/>
                    </a:lnTo>
                    <a:lnTo>
                      <a:pt x="161" y="689"/>
                    </a:lnTo>
                    <a:lnTo>
                      <a:pt x="171" y="691"/>
                    </a:lnTo>
                    <a:lnTo>
                      <a:pt x="181" y="694"/>
                    </a:lnTo>
                    <a:lnTo>
                      <a:pt x="191" y="697"/>
                    </a:lnTo>
                    <a:lnTo>
                      <a:pt x="203" y="700"/>
                    </a:lnTo>
                    <a:lnTo>
                      <a:pt x="205" y="700"/>
                    </a:lnTo>
                    <a:lnTo>
                      <a:pt x="206" y="701"/>
                    </a:lnTo>
                    <a:lnTo>
                      <a:pt x="224" y="704"/>
                    </a:lnTo>
                    <a:lnTo>
                      <a:pt x="241" y="708"/>
                    </a:lnTo>
                    <a:lnTo>
                      <a:pt x="245" y="708"/>
                    </a:lnTo>
                    <a:lnTo>
                      <a:pt x="248" y="709"/>
                    </a:lnTo>
                    <a:lnTo>
                      <a:pt x="248" y="709"/>
                    </a:lnTo>
                    <a:lnTo>
                      <a:pt x="248" y="709"/>
                    </a:lnTo>
                    <a:lnTo>
                      <a:pt x="259" y="711"/>
                    </a:lnTo>
                    <a:lnTo>
                      <a:pt x="269" y="712"/>
                    </a:lnTo>
                    <a:lnTo>
                      <a:pt x="279" y="713"/>
                    </a:lnTo>
                    <a:lnTo>
                      <a:pt x="290" y="715"/>
                    </a:lnTo>
                    <a:lnTo>
                      <a:pt x="293" y="715"/>
                    </a:lnTo>
                    <a:lnTo>
                      <a:pt x="295" y="715"/>
                    </a:lnTo>
                    <a:lnTo>
                      <a:pt x="303" y="716"/>
                    </a:lnTo>
                    <a:lnTo>
                      <a:pt x="311" y="717"/>
                    </a:lnTo>
                    <a:lnTo>
                      <a:pt x="323" y="718"/>
                    </a:lnTo>
                    <a:lnTo>
                      <a:pt x="335" y="719"/>
                    </a:lnTo>
                    <a:lnTo>
                      <a:pt x="340" y="719"/>
                    </a:lnTo>
                    <a:lnTo>
                      <a:pt x="346" y="719"/>
                    </a:lnTo>
                    <a:lnTo>
                      <a:pt x="358" y="720"/>
                    </a:lnTo>
                    <a:lnTo>
                      <a:pt x="368" y="720"/>
                    </a:lnTo>
                    <a:lnTo>
                      <a:pt x="376" y="720"/>
                    </a:lnTo>
                    <a:lnTo>
                      <a:pt x="385" y="721"/>
                    </a:lnTo>
                    <a:lnTo>
                      <a:pt x="393" y="721"/>
                    </a:lnTo>
                    <a:lnTo>
                      <a:pt x="400" y="721"/>
                    </a:lnTo>
                    <a:lnTo>
                      <a:pt x="414" y="721"/>
                    </a:lnTo>
                    <a:lnTo>
                      <a:pt x="428" y="721"/>
                    </a:lnTo>
                    <a:lnTo>
                      <a:pt x="436" y="721"/>
                    </a:lnTo>
                    <a:lnTo>
                      <a:pt x="444" y="721"/>
                    </a:lnTo>
                    <a:lnTo>
                      <a:pt x="450" y="720"/>
                    </a:lnTo>
                    <a:lnTo>
                      <a:pt x="456" y="720"/>
                    </a:lnTo>
                    <a:lnTo>
                      <a:pt x="468" y="719"/>
                    </a:lnTo>
                    <a:lnTo>
                      <a:pt x="478" y="719"/>
                    </a:lnTo>
                    <a:lnTo>
                      <a:pt x="489" y="718"/>
                    </a:lnTo>
                    <a:lnTo>
                      <a:pt x="500" y="718"/>
                    </a:lnTo>
                    <a:lnTo>
                      <a:pt x="508" y="717"/>
                    </a:lnTo>
                    <a:lnTo>
                      <a:pt x="516" y="717"/>
                    </a:lnTo>
                    <a:lnTo>
                      <a:pt x="520" y="716"/>
                    </a:lnTo>
                    <a:lnTo>
                      <a:pt x="523" y="716"/>
                    </a:lnTo>
                    <a:lnTo>
                      <a:pt x="544" y="714"/>
                    </a:lnTo>
                    <a:lnTo>
                      <a:pt x="565" y="712"/>
                    </a:lnTo>
                    <a:lnTo>
                      <a:pt x="586" y="709"/>
                    </a:lnTo>
                    <a:lnTo>
                      <a:pt x="608" y="706"/>
                    </a:lnTo>
                    <a:lnTo>
                      <a:pt x="611" y="706"/>
                    </a:lnTo>
                    <a:lnTo>
                      <a:pt x="614" y="706"/>
                    </a:lnTo>
                    <a:lnTo>
                      <a:pt x="620" y="704"/>
                    </a:lnTo>
                    <a:lnTo>
                      <a:pt x="627" y="703"/>
                    </a:lnTo>
                    <a:lnTo>
                      <a:pt x="642" y="701"/>
                    </a:lnTo>
                    <a:lnTo>
                      <a:pt x="657" y="698"/>
                    </a:lnTo>
                    <a:lnTo>
                      <a:pt x="671" y="696"/>
                    </a:lnTo>
                    <a:lnTo>
                      <a:pt x="686" y="693"/>
                    </a:lnTo>
                    <a:lnTo>
                      <a:pt x="699" y="691"/>
                    </a:lnTo>
                    <a:lnTo>
                      <a:pt x="710" y="688"/>
                    </a:lnTo>
                    <a:lnTo>
                      <a:pt x="726" y="685"/>
                    </a:lnTo>
                    <a:lnTo>
                      <a:pt x="744" y="681"/>
                    </a:lnTo>
                    <a:lnTo>
                      <a:pt x="760" y="677"/>
                    </a:lnTo>
                    <a:lnTo>
                      <a:pt x="776" y="673"/>
                    </a:lnTo>
                    <a:lnTo>
                      <a:pt x="781" y="672"/>
                    </a:lnTo>
                    <a:lnTo>
                      <a:pt x="786" y="671"/>
                    </a:lnTo>
                    <a:lnTo>
                      <a:pt x="786" y="671"/>
                    </a:lnTo>
                    <a:lnTo>
                      <a:pt x="787" y="671"/>
                    </a:lnTo>
                    <a:lnTo>
                      <a:pt x="819" y="662"/>
                    </a:lnTo>
                    <a:lnTo>
                      <a:pt x="850" y="653"/>
                    </a:lnTo>
                    <a:lnTo>
                      <a:pt x="881" y="643"/>
                    </a:lnTo>
                    <a:lnTo>
                      <a:pt x="911" y="633"/>
                    </a:lnTo>
                    <a:lnTo>
                      <a:pt x="914" y="632"/>
                    </a:lnTo>
                    <a:lnTo>
                      <a:pt x="915" y="632"/>
                    </a:lnTo>
                    <a:lnTo>
                      <a:pt x="946" y="621"/>
                    </a:lnTo>
                    <a:lnTo>
                      <a:pt x="976" y="609"/>
                    </a:lnTo>
                    <a:lnTo>
                      <a:pt x="1006" y="596"/>
                    </a:lnTo>
                    <a:lnTo>
                      <a:pt x="1035" y="583"/>
                    </a:lnTo>
                    <a:lnTo>
                      <a:pt x="1044" y="579"/>
                    </a:lnTo>
                    <a:lnTo>
                      <a:pt x="1051" y="576"/>
                    </a:lnTo>
                    <a:lnTo>
                      <a:pt x="1060" y="571"/>
                    </a:lnTo>
                    <a:lnTo>
                      <a:pt x="1069" y="566"/>
                    </a:lnTo>
                    <a:lnTo>
                      <a:pt x="1081" y="560"/>
                    </a:lnTo>
                    <a:lnTo>
                      <a:pt x="1094" y="553"/>
                    </a:lnTo>
                    <a:lnTo>
                      <a:pt x="1106" y="547"/>
                    </a:lnTo>
                    <a:lnTo>
                      <a:pt x="1117" y="540"/>
                    </a:lnTo>
                    <a:lnTo>
                      <a:pt x="1130" y="533"/>
                    </a:lnTo>
                    <a:lnTo>
                      <a:pt x="1142" y="525"/>
                    </a:lnTo>
                    <a:lnTo>
                      <a:pt x="1152" y="519"/>
                    </a:lnTo>
                    <a:lnTo>
                      <a:pt x="1162" y="512"/>
                    </a:lnTo>
                    <a:lnTo>
                      <a:pt x="1172" y="506"/>
                    </a:lnTo>
                    <a:lnTo>
                      <a:pt x="1181" y="499"/>
                    </a:lnTo>
                    <a:lnTo>
                      <a:pt x="1188" y="495"/>
                    </a:lnTo>
                    <a:lnTo>
                      <a:pt x="1195" y="490"/>
                    </a:lnTo>
                    <a:lnTo>
                      <a:pt x="1201" y="486"/>
                    </a:lnTo>
                    <a:lnTo>
                      <a:pt x="1206" y="481"/>
                    </a:lnTo>
                    <a:lnTo>
                      <a:pt x="1212" y="476"/>
                    </a:lnTo>
                    <a:lnTo>
                      <a:pt x="1218" y="471"/>
                    </a:lnTo>
                    <a:lnTo>
                      <a:pt x="1235" y="458"/>
                    </a:lnTo>
                    <a:lnTo>
                      <a:pt x="1250" y="444"/>
                    </a:lnTo>
                    <a:lnTo>
                      <a:pt x="1253" y="441"/>
                    </a:lnTo>
                    <a:lnTo>
                      <a:pt x="1256" y="438"/>
                    </a:lnTo>
                    <a:lnTo>
                      <a:pt x="1257" y="437"/>
                    </a:lnTo>
                    <a:lnTo>
                      <a:pt x="1258" y="436"/>
                    </a:lnTo>
                    <a:lnTo>
                      <a:pt x="1262" y="432"/>
                    </a:lnTo>
                    <a:lnTo>
                      <a:pt x="1265" y="428"/>
                    </a:lnTo>
                    <a:lnTo>
                      <a:pt x="1272" y="420"/>
                    </a:lnTo>
                    <a:lnTo>
                      <a:pt x="1278" y="412"/>
                    </a:lnTo>
                    <a:lnTo>
                      <a:pt x="1285" y="405"/>
                    </a:lnTo>
                    <a:lnTo>
                      <a:pt x="1291" y="397"/>
                    </a:lnTo>
                    <a:lnTo>
                      <a:pt x="1292" y="395"/>
                    </a:lnTo>
                    <a:lnTo>
                      <a:pt x="1295" y="393"/>
                    </a:lnTo>
                    <a:lnTo>
                      <a:pt x="1298" y="386"/>
                    </a:lnTo>
                    <a:lnTo>
                      <a:pt x="1303" y="378"/>
                    </a:lnTo>
                    <a:lnTo>
                      <a:pt x="1308" y="370"/>
                    </a:lnTo>
                    <a:lnTo>
                      <a:pt x="1313" y="361"/>
                    </a:lnTo>
                    <a:lnTo>
                      <a:pt x="1315" y="359"/>
                    </a:lnTo>
                    <a:lnTo>
                      <a:pt x="1316" y="357"/>
                    </a:lnTo>
                    <a:lnTo>
                      <a:pt x="1320" y="347"/>
                    </a:lnTo>
                    <a:lnTo>
                      <a:pt x="1323" y="336"/>
                    </a:lnTo>
                    <a:lnTo>
                      <a:pt x="1325" y="332"/>
                    </a:lnTo>
                    <a:lnTo>
                      <a:pt x="1326" y="327"/>
                    </a:lnTo>
                    <a:lnTo>
                      <a:pt x="1327" y="326"/>
                    </a:lnTo>
                    <a:lnTo>
                      <a:pt x="1327" y="326"/>
                    </a:lnTo>
                    <a:lnTo>
                      <a:pt x="1330" y="311"/>
                    </a:lnTo>
                    <a:lnTo>
                      <a:pt x="1331" y="297"/>
                    </a:lnTo>
                    <a:lnTo>
                      <a:pt x="1331" y="295"/>
                    </a:lnTo>
                    <a:lnTo>
                      <a:pt x="1331" y="293"/>
                    </a:lnTo>
                    <a:lnTo>
                      <a:pt x="1332" y="0"/>
                    </a:lnTo>
                    <a:lnTo>
                      <a:pt x="1332" y="9"/>
                    </a:lnTo>
                    <a:lnTo>
                      <a:pt x="1331" y="17"/>
                    </a:lnTo>
                    <a:lnTo>
                      <a:pt x="1330" y="26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1" name="Freeform 19">
                <a:extLst>
                  <a:ext uri="{FF2B5EF4-FFF2-40B4-BE49-F238E27FC236}">
                    <a16:creationId xmlns:a16="http://schemas.microsoft.com/office/drawing/2014/main" id="{BBEA7F9B-D993-4A2E-A5BC-48074FAAC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788" y="2311400"/>
                <a:ext cx="350838" cy="320675"/>
              </a:xfrm>
              <a:custGeom>
                <a:avLst/>
                <a:gdLst>
                  <a:gd name="T0" fmla="*/ 0 w 1107"/>
                  <a:gd name="T1" fmla="*/ 515 h 808"/>
                  <a:gd name="T2" fmla="*/ 0 w 1107"/>
                  <a:gd name="T3" fmla="*/ 808 h 808"/>
                  <a:gd name="T4" fmla="*/ 1106 w 1107"/>
                  <a:gd name="T5" fmla="*/ 293 h 808"/>
                  <a:gd name="T6" fmla="*/ 1107 w 1107"/>
                  <a:gd name="T7" fmla="*/ 0 h 808"/>
                  <a:gd name="T8" fmla="*/ 0 w 1107"/>
                  <a:gd name="T9" fmla="*/ 515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8">
                    <a:moveTo>
                      <a:pt x="0" y="515"/>
                    </a:moveTo>
                    <a:lnTo>
                      <a:pt x="0" y="808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0" y="515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2" name="Freeform 20">
                <a:extLst>
                  <a:ext uri="{FF2B5EF4-FFF2-40B4-BE49-F238E27FC236}">
                    <a16:creationId xmlns:a16="http://schemas.microsoft.com/office/drawing/2014/main" id="{8B3274C4-8FEB-4B7B-977F-68275C34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213" y="227965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2 h 888"/>
                  <a:gd name="T4" fmla="*/ 1289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2"/>
                    </a:lnTo>
                    <a:lnTo>
                      <a:pt x="1289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3" name="Freeform 21">
                <a:extLst>
                  <a:ext uri="{FF2B5EF4-FFF2-40B4-BE49-F238E27FC236}">
                    <a16:creationId xmlns:a16="http://schemas.microsoft.com/office/drawing/2014/main" id="{189C6C8F-C2C5-4E19-936F-9960CE3FB4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151" y="1384300"/>
                <a:ext cx="1954213" cy="1131888"/>
              </a:xfrm>
              <a:custGeom>
                <a:avLst/>
                <a:gdLst>
                  <a:gd name="T0" fmla="*/ 5586 w 6155"/>
                  <a:gd name="T1" fmla="*/ 2103 h 2853"/>
                  <a:gd name="T2" fmla="*/ 5351 w 6155"/>
                  <a:gd name="T3" fmla="*/ 2098 h 2853"/>
                  <a:gd name="T4" fmla="*/ 4676 w 6155"/>
                  <a:gd name="T5" fmla="*/ 1001 h 2853"/>
                  <a:gd name="T6" fmla="*/ 4710 w 6155"/>
                  <a:gd name="T7" fmla="*/ 1116 h 2853"/>
                  <a:gd name="T8" fmla="*/ 4641 w 6155"/>
                  <a:gd name="T9" fmla="*/ 1212 h 2853"/>
                  <a:gd name="T10" fmla="*/ 4491 w 6155"/>
                  <a:gd name="T11" fmla="*/ 1269 h 2853"/>
                  <a:gd name="T12" fmla="*/ 4300 w 6155"/>
                  <a:gd name="T13" fmla="*/ 1286 h 2853"/>
                  <a:gd name="T14" fmla="*/ 4083 w 6155"/>
                  <a:gd name="T15" fmla="*/ 1268 h 2853"/>
                  <a:gd name="T16" fmla="*/ 3859 w 6155"/>
                  <a:gd name="T17" fmla="*/ 1217 h 2853"/>
                  <a:gd name="T18" fmla="*/ 3648 w 6155"/>
                  <a:gd name="T19" fmla="*/ 1134 h 2853"/>
                  <a:gd name="T20" fmla="*/ 3489 w 6155"/>
                  <a:gd name="T21" fmla="*/ 1034 h 2853"/>
                  <a:gd name="T22" fmla="*/ 3398 w 6155"/>
                  <a:gd name="T23" fmla="*/ 930 h 2853"/>
                  <a:gd name="T24" fmla="*/ 3379 w 6155"/>
                  <a:gd name="T25" fmla="*/ 832 h 2853"/>
                  <a:gd name="T26" fmla="*/ 3438 w 6155"/>
                  <a:gd name="T27" fmla="*/ 748 h 2853"/>
                  <a:gd name="T28" fmla="*/ 3588 w 6155"/>
                  <a:gd name="T29" fmla="*/ 687 h 2853"/>
                  <a:gd name="T30" fmla="*/ 3810 w 6155"/>
                  <a:gd name="T31" fmla="*/ 668 h 2853"/>
                  <a:gd name="T32" fmla="*/ 2892 w 6155"/>
                  <a:gd name="T33" fmla="*/ 0 h 2853"/>
                  <a:gd name="T34" fmla="*/ 1629 w 6155"/>
                  <a:gd name="T35" fmla="*/ 342 h 2853"/>
                  <a:gd name="T36" fmla="*/ 1588 w 6155"/>
                  <a:gd name="T37" fmla="*/ 238 h 2853"/>
                  <a:gd name="T38" fmla="*/ 1454 w 6155"/>
                  <a:gd name="T39" fmla="*/ 169 h 2853"/>
                  <a:gd name="T40" fmla="*/ 1274 w 6155"/>
                  <a:gd name="T41" fmla="*/ 141 h 2853"/>
                  <a:gd name="T42" fmla="*/ 1063 w 6155"/>
                  <a:gd name="T43" fmla="*/ 150 h 2853"/>
                  <a:gd name="T44" fmla="*/ 839 w 6155"/>
                  <a:gd name="T45" fmla="*/ 192 h 2853"/>
                  <a:gd name="T46" fmla="*/ 623 w 6155"/>
                  <a:gd name="T47" fmla="*/ 265 h 2853"/>
                  <a:gd name="T48" fmla="*/ 446 w 6155"/>
                  <a:gd name="T49" fmla="*/ 363 h 2853"/>
                  <a:gd name="T50" fmla="*/ 337 w 6155"/>
                  <a:gd name="T51" fmla="*/ 466 h 2853"/>
                  <a:gd name="T52" fmla="*/ 298 w 6155"/>
                  <a:gd name="T53" fmla="*/ 567 h 2853"/>
                  <a:gd name="T54" fmla="*/ 336 w 6155"/>
                  <a:gd name="T55" fmla="*/ 656 h 2853"/>
                  <a:gd name="T56" fmla="*/ 458 w 6155"/>
                  <a:gd name="T57" fmla="*/ 725 h 2853"/>
                  <a:gd name="T58" fmla="*/ 666 w 6155"/>
                  <a:gd name="T59" fmla="*/ 757 h 2853"/>
                  <a:gd name="T60" fmla="*/ 916 w 6155"/>
                  <a:gd name="T61" fmla="*/ 742 h 2853"/>
                  <a:gd name="T62" fmla="*/ 1453 w 6155"/>
                  <a:gd name="T63" fmla="*/ 1802 h 2853"/>
                  <a:gd name="T64" fmla="*/ 1462 w 6155"/>
                  <a:gd name="T65" fmla="*/ 1693 h 2853"/>
                  <a:gd name="T66" fmla="*/ 1574 w 6155"/>
                  <a:gd name="T67" fmla="*/ 1610 h 2853"/>
                  <a:gd name="T68" fmla="*/ 1740 w 6155"/>
                  <a:gd name="T69" fmla="*/ 1572 h 2853"/>
                  <a:gd name="T70" fmla="*/ 1945 w 6155"/>
                  <a:gd name="T71" fmla="*/ 1571 h 2853"/>
                  <a:gd name="T72" fmla="*/ 2169 w 6155"/>
                  <a:gd name="T73" fmla="*/ 1603 h 2853"/>
                  <a:gd name="T74" fmla="*/ 2389 w 6155"/>
                  <a:gd name="T75" fmla="*/ 1668 h 2853"/>
                  <a:gd name="T76" fmla="*/ 2582 w 6155"/>
                  <a:gd name="T77" fmla="*/ 1761 h 2853"/>
                  <a:gd name="T78" fmla="*/ 2713 w 6155"/>
                  <a:gd name="T79" fmla="*/ 1864 h 2853"/>
                  <a:gd name="T80" fmla="*/ 2775 w 6155"/>
                  <a:gd name="T81" fmla="*/ 1966 h 2853"/>
                  <a:gd name="T82" fmla="*/ 2761 w 6155"/>
                  <a:gd name="T83" fmla="*/ 2059 h 2853"/>
                  <a:gd name="T84" fmla="*/ 2668 w 6155"/>
                  <a:gd name="T85" fmla="*/ 2134 h 2853"/>
                  <a:gd name="T86" fmla="*/ 2479 w 6155"/>
                  <a:gd name="T87" fmla="*/ 2180 h 2853"/>
                  <a:gd name="T88" fmla="*/ 2237 w 6155"/>
                  <a:gd name="T89" fmla="*/ 2178 h 2853"/>
                  <a:gd name="T90" fmla="*/ 4550 w 6155"/>
                  <a:gd name="T91" fmla="*/ 2444 h 2853"/>
                  <a:gd name="T92" fmla="*/ 4533 w 6155"/>
                  <a:gd name="T93" fmla="*/ 2558 h 2853"/>
                  <a:gd name="T94" fmla="*/ 4618 w 6155"/>
                  <a:gd name="T95" fmla="*/ 2650 h 2853"/>
                  <a:gd name="T96" fmla="*/ 4774 w 6155"/>
                  <a:gd name="T97" fmla="*/ 2700 h 2853"/>
                  <a:gd name="T98" fmla="*/ 4970 w 6155"/>
                  <a:gd name="T99" fmla="*/ 2712 h 2853"/>
                  <a:gd name="T100" fmla="*/ 5190 w 6155"/>
                  <a:gd name="T101" fmla="*/ 2689 h 2853"/>
                  <a:gd name="T102" fmla="*/ 5412 w 6155"/>
                  <a:gd name="T103" fmla="*/ 2633 h 2853"/>
                  <a:gd name="T104" fmla="*/ 5617 w 6155"/>
                  <a:gd name="T105" fmla="*/ 2547 h 2853"/>
                  <a:gd name="T106" fmla="*/ 5766 w 6155"/>
                  <a:gd name="T107" fmla="*/ 2446 h 2853"/>
                  <a:gd name="T108" fmla="*/ 5846 w 6155"/>
                  <a:gd name="T109" fmla="*/ 2342 h 2853"/>
                  <a:gd name="T110" fmla="*/ 5852 w 6155"/>
                  <a:gd name="T111" fmla="*/ 2245 h 2853"/>
                  <a:gd name="T112" fmla="*/ 5781 w 6155"/>
                  <a:gd name="T113" fmla="*/ 2165 h 2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3">
                    <a:moveTo>
                      <a:pt x="5746" y="2146"/>
                    </a:moveTo>
                    <a:lnTo>
                      <a:pt x="5723" y="2136"/>
                    </a:lnTo>
                    <a:lnTo>
                      <a:pt x="5698" y="2127"/>
                    </a:lnTo>
                    <a:lnTo>
                      <a:pt x="5672" y="2120"/>
                    </a:lnTo>
                    <a:lnTo>
                      <a:pt x="5644" y="2113"/>
                    </a:lnTo>
                    <a:lnTo>
                      <a:pt x="5616" y="2108"/>
                    </a:lnTo>
                    <a:lnTo>
                      <a:pt x="5586" y="2103"/>
                    </a:lnTo>
                    <a:lnTo>
                      <a:pt x="5556" y="2099"/>
                    </a:lnTo>
                    <a:lnTo>
                      <a:pt x="5523" y="2097"/>
                    </a:lnTo>
                    <a:lnTo>
                      <a:pt x="5491" y="2095"/>
                    </a:lnTo>
                    <a:lnTo>
                      <a:pt x="5457" y="2094"/>
                    </a:lnTo>
                    <a:lnTo>
                      <a:pt x="5422" y="2095"/>
                    </a:lnTo>
                    <a:lnTo>
                      <a:pt x="5387" y="2096"/>
                    </a:lnTo>
                    <a:lnTo>
                      <a:pt x="5351" y="2098"/>
                    </a:lnTo>
                    <a:lnTo>
                      <a:pt x="5315" y="2101"/>
                    </a:lnTo>
                    <a:lnTo>
                      <a:pt x="5278" y="2105"/>
                    </a:lnTo>
                    <a:lnTo>
                      <a:pt x="5242" y="2110"/>
                    </a:lnTo>
                    <a:lnTo>
                      <a:pt x="5050" y="2022"/>
                    </a:lnTo>
                    <a:lnTo>
                      <a:pt x="6155" y="1508"/>
                    </a:lnTo>
                    <a:lnTo>
                      <a:pt x="4866" y="912"/>
                    </a:lnTo>
                    <a:lnTo>
                      <a:pt x="4676" y="1001"/>
                    </a:lnTo>
                    <a:lnTo>
                      <a:pt x="4686" y="1018"/>
                    </a:lnTo>
                    <a:lnTo>
                      <a:pt x="4696" y="1035"/>
                    </a:lnTo>
                    <a:lnTo>
                      <a:pt x="4702" y="1052"/>
                    </a:lnTo>
                    <a:lnTo>
                      <a:pt x="4707" y="1068"/>
                    </a:lnTo>
                    <a:lnTo>
                      <a:pt x="4710" y="1084"/>
                    </a:lnTo>
                    <a:lnTo>
                      <a:pt x="4711" y="1100"/>
                    </a:lnTo>
                    <a:lnTo>
                      <a:pt x="4710" y="1116"/>
                    </a:lnTo>
                    <a:lnTo>
                      <a:pt x="4706" y="1131"/>
                    </a:lnTo>
                    <a:lnTo>
                      <a:pt x="4701" y="1146"/>
                    </a:lnTo>
                    <a:lnTo>
                      <a:pt x="4694" y="1160"/>
                    </a:lnTo>
                    <a:lnTo>
                      <a:pt x="4684" y="1174"/>
                    </a:lnTo>
                    <a:lnTo>
                      <a:pt x="4671" y="1188"/>
                    </a:lnTo>
                    <a:lnTo>
                      <a:pt x="4657" y="1200"/>
                    </a:lnTo>
                    <a:lnTo>
                      <a:pt x="4641" y="1212"/>
                    </a:lnTo>
                    <a:lnTo>
                      <a:pt x="4623" y="1224"/>
                    </a:lnTo>
                    <a:lnTo>
                      <a:pt x="4601" y="1234"/>
                    </a:lnTo>
                    <a:lnTo>
                      <a:pt x="4581" y="1243"/>
                    </a:lnTo>
                    <a:lnTo>
                      <a:pt x="4561" y="1250"/>
                    </a:lnTo>
                    <a:lnTo>
                      <a:pt x="4539" y="1257"/>
                    </a:lnTo>
                    <a:lnTo>
                      <a:pt x="4516" y="1263"/>
                    </a:lnTo>
                    <a:lnTo>
                      <a:pt x="4491" y="1269"/>
                    </a:lnTo>
                    <a:lnTo>
                      <a:pt x="4468" y="1274"/>
                    </a:lnTo>
                    <a:lnTo>
                      <a:pt x="4441" y="1277"/>
                    </a:lnTo>
                    <a:lnTo>
                      <a:pt x="4415" y="1281"/>
                    </a:lnTo>
                    <a:lnTo>
                      <a:pt x="4388" y="1283"/>
                    </a:lnTo>
                    <a:lnTo>
                      <a:pt x="4359" y="1285"/>
                    </a:lnTo>
                    <a:lnTo>
                      <a:pt x="4330" y="1286"/>
                    </a:lnTo>
                    <a:lnTo>
                      <a:pt x="4300" y="1286"/>
                    </a:lnTo>
                    <a:lnTo>
                      <a:pt x="4270" y="1285"/>
                    </a:lnTo>
                    <a:lnTo>
                      <a:pt x="4240" y="1284"/>
                    </a:lnTo>
                    <a:lnTo>
                      <a:pt x="4209" y="1282"/>
                    </a:lnTo>
                    <a:lnTo>
                      <a:pt x="4178" y="1280"/>
                    </a:lnTo>
                    <a:lnTo>
                      <a:pt x="4146" y="1276"/>
                    </a:lnTo>
                    <a:lnTo>
                      <a:pt x="4115" y="1273"/>
                    </a:lnTo>
                    <a:lnTo>
                      <a:pt x="4083" y="1268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4" y="1243"/>
                    </a:lnTo>
                    <a:lnTo>
                      <a:pt x="3923" y="1235"/>
                    </a:lnTo>
                    <a:lnTo>
                      <a:pt x="3890" y="1226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6"/>
                    </a:lnTo>
                    <a:lnTo>
                      <a:pt x="3765" y="1185"/>
                    </a:lnTo>
                    <a:lnTo>
                      <a:pt x="3735" y="1173"/>
                    </a:lnTo>
                    <a:lnTo>
                      <a:pt x="3705" y="1161"/>
                    </a:lnTo>
                    <a:lnTo>
                      <a:pt x="3677" y="1148"/>
                    </a:lnTo>
                    <a:lnTo>
                      <a:pt x="3648" y="1134"/>
                    </a:lnTo>
                    <a:lnTo>
                      <a:pt x="3622" y="1121"/>
                    </a:lnTo>
                    <a:lnTo>
                      <a:pt x="3596" y="1107"/>
                    </a:lnTo>
                    <a:lnTo>
                      <a:pt x="3572" y="1092"/>
                    </a:lnTo>
                    <a:lnTo>
                      <a:pt x="3549" y="1078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89" y="1034"/>
                    </a:lnTo>
                    <a:lnTo>
                      <a:pt x="3472" y="1019"/>
                    </a:lnTo>
                    <a:lnTo>
                      <a:pt x="3456" y="1004"/>
                    </a:lnTo>
                    <a:lnTo>
                      <a:pt x="3441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5"/>
                    </a:lnTo>
                    <a:lnTo>
                      <a:pt x="3398" y="930"/>
                    </a:lnTo>
                    <a:lnTo>
                      <a:pt x="3391" y="916"/>
                    </a:lnTo>
                    <a:lnTo>
                      <a:pt x="3384" y="901"/>
                    </a:lnTo>
                    <a:lnTo>
                      <a:pt x="3381" y="887"/>
                    </a:lnTo>
                    <a:lnTo>
                      <a:pt x="3378" y="873"/>
                    </a:lnTo>
                    <a:lnTo>
                      <a:pt x="3377" y="859"/>
                    </a:lnTo>
                    <a:lnTo>
                      <a:pt x="3377" y="845"/>
                    </a:lnTo>
                    <a:lnTo>
                      <a:pt x="3379" y="832"/>
                    </a:lnTo>
                    <a:lnTo>
                      <a:pt x="3383" y="819"/>
                    </a:lnTo>
                    <a:lnTo>
                      <a:pt x="3388" y="806"/>
                    </a:lnTo>
                    <a:lnTo>
                      <a:pt x="3394" y="794"/>
                    </a:lnTo>
                    <a:lnTo>
                      <a:pt x="3403" y="782"/>
                    </a:lnTo>
                    <a:lnTo>
                      <a:pt x="3413" y="770"/>
                    </a:lnTo>
                    <a:lnTo>
                      <a:pt x="3424" y="759"/>
                    </a:lnTo>
                    <a:lnTo>
                      <a:pt x="3438" y="748"/>
                    </a:lnTo>
                    <a:lnTo>
                      <a:pt x="3453" y="738"/>
                    </a:lnTo>
                    <a:lnTo>
                      <a:pt x="3469" y="729"/>
                    </a:lnTo>
                    <a:lnTo>
                      <a:pt x="3487" y="719"/>
                    </a:lnTo>
                    <a:lnTo>
                      <a:pt x="3511" y="710"/>
                    </a:lnTo>
                    <a:lnTo>
                      <a:pt x="3534" y="701"/>
                    </a:lnTo>
                    <a:lnTo>
                      <a:pt x="3561" y="693"/>
                    </a:lnTo>
                    <a:lnTo>
                      <a:pt x="3588" y="687"/>
                    </a:lnTo>
                    <a:lnTo>
                      <a:pt x="3617" y="681"/>
                    </a:lnTo>
                    <a:lnTo>
                      <a:pt x="3647" y="677"/>
                    </a:lnTo>
                    <a:lnTo>
                      <a:pt x="3677" y="673"/>
                    </a:lnTo>
                    <a:lnTo>
                      <a:pt x="3709" y="670"/>
                    </a:lnTo>
                    <a:lnTo>
                      <a:pt x="3742" y="669"/>
                    </a:lnTo>
                    <a:lnTo>
                      <a:pt x="3775" y="668"/>
                    </a:lnTo>
                    <a:lnTo>
                      <a:pt x="3810" y="668"/>
                    </a:lnTo>
                    <a:lnTo>
                      <a:pt x="3845" y="670"/>
                    </a:lnTo>
                    <a:lnTo>
                      <a:pt x="3882" y="672"/>
                    </a:lnTo>
                    <a:lnTo>
                      <a:pt x="3918" y="675"/>
                    </a:lnTo>
                    <a:lnTo>
                      <a:pt x="3954" y="679"/>
                    </a:lnTo>
                    <a:lnTo>
                      <a:pt x="3990" y="684"/>
                    </a:lnTo>
                    <a:lnTo>
                      <a:pt x="4181" y="595"/>
                    </a:lnTo>
                    <a:lnTo>
                      <a:pt x="2892" y="0"/>
                    </a:lnTo>
                    <a:lnTo>
                      <a:pt x="1788" y="514"/>
                    </a:lnTo>
                    <a:lnTo>
                      <a:pt x="1595" y="426"/>
                    </a:lnTo>
                    <a:lnTo>
                      <a:pt x="1607" y="408"/>
                    </a:lnTo>
                    <a:lnTo>
                      <a:pt x="1615" y="391"/>
                    </a:lnTo>
                    <a:lnTo>
                      <a:pt x="1622" y="375"/>
                    </a:lnTo>
                    <a:lnTo>
                      <a:pt x="1627" y="358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0"/>
                    </a:lnTo>
                    <a:lnTo>
                      <a:pt x="1624" y="295"/>
                    </a:lnTo>
                    <a:lnTo>
                      <a:pt x="1618" y="280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8" y="238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8" y="202"/>
                    </a:lnTo>
                    <a:lnTo>
                      <a:pt x="1518" y="192"/>
                    </a:lnTo>
                    <a:lnTo>
                      <a:pt x="1498" y="183"/>
                    </a:lnTo>
                    <a:lnTo>
                      <a:pt x="1477" y="176"/>
                    </a:lnTo>
                    <a:lnTo>
                      <a:pt x="1454" y="169"/>
                    </a:lnTo>
                    <a:lnTo>
                      <a:pt x="1432" y="163"/>
                    </a:lnTo>
                    <a:lnTo>
                      <a:pt x="1408" y="157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0" y="145"/>
                    </a:lnTo>
                    <a:lnTo>
                      <a:pt x="1303" y="143"/>
                    </a:lnTo>
                    <a:lnTo>
                      <a:pt x="1274" y="141"/>
                    </a:lnTo>
                    <a:lnTo>
                      <a:pt x="1245" y="140"/>
                    </a:lnTo>
                    <a:lnTo>
                      <a:pt x="1217" y="140"/>
                    </a:lnTo>
                    <a:lnTo>
                      <a:pt x="1187" y="141"/>
                    </a:lnTo>
                    <a:lnTo>
                      <a:pt x="1155" y="142"/>
                    </a:lnTo>
                    <a:lnTo>
                      <a:pt x="1126" y="144"/>
                    </a:lnTo>
                    <a:lnTo>
                      <a:pt x="1094" y="146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8"/>
                    </a:lnTo>
                    <a:lnTo>
                      <a:pt x="967" y="164"/>
                    </a:lnTo>
                    <a:lnTo>
                      <a:pt x="934" y="170"/>
                    </a:lnTo>
                    <a:lnTo>
                      <a:pt x="903" y="176"/>
                    </a:lnTo>
                    <a:lnTo>
                      <a:pt x="871" y="184"/>
                    </a:lnTo>
                    <a:lnTo>
                      <a:pt x="839" y="192"/>
                    </a:lnTo>
                    <a:lnTo>
                      <a:pt x="807" y="200"/>
                    </a:lnTo>
                    <a:lnTo>
                      <a:pt x="776" y="209"/>
                    </a:lnTo>
                    <a:lnTo>
                      <a:pt x="744" y="219"/>
                    </a:lnTo>
                    <a:lnTo>
                      <a:pt x="713" y="230"/>
                    </a:lnTo>
                    <a:lnTo>
                      <a:pt x="683" y="241"/>
                    </a:lnTo>
                    <a:lnTo>
                      <a:pt x="653" y="253"/>
                    </a:lnTo>
                    <a:lnTo>
                      <a:pt x="623" y="265"/>
                    </a:lnTo>
                    <a:lnTo>
                      <a:pt x="595" y="278"/>
                    </a:lnTo>
                    <a:lnTo>
                      <a:pt x="566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7" y="348"/>
                    </a:lnTo>
                    <a:lnTo>
                      <a:pt x="446" y="363"/>
                    </a:lnTo>
                    <a:lnTo>
                      <a:pt x="427" y="377"/>
                    </a:lnTo>
                    <a:lnTo>
                      <a:pt x="408" y="392"/>
                    </a:lnTo>
                    <a:lnTo>
                      <a:pt x="391" y="407"/>
                    </a:lnTo>
                    <a:lnTo>
                      <a:pt x="375" y="422"/>
                    </a:lnTo>
                    <a:lnTo>
                      <a:pt x="361" y="437"/>
                    </a:lnTo>
                    <a:lnTo>
                      <a:pt x="348" y="451"/>
                    </a:lnTo>
                    <a:lnTo>
                      <a:pt x="337" y="466"/>
                    </a:lnTo>
                    <a:lnTo>
                      <a:pt x="327" y="481"/>
                    </a:lnTo>
                    <a:lnTo>
                      <a:pt x="318" y="496"/>
                    </a:lnTo>
                    <a:lnTo>
                      <a:pt x="311" y="510"/>
                    </a:lnTo>
                    <a:lnTo>
                      <a:pt x="306" y="525"/>
                    </a:lnTo>
                    <a:lnTo>
                      <a:pt x="302" y="539"/>
                    </a:lnTo>
                    <a:lnTo>
                      <a:pt x="300" y="553"/>
                    </a:lnTo>
                    <a:lnTo>
                      <a:pt x="298" y="567"/>
                    </a:lnTo>
                    <a:lnTo>
                      <a:pt x="298" y="581"/>
                    </a:lnTo>
                    <a:lnTo>
                      <a:pt x="301" y="594"/>
                    </a:lnTo>
                    <a:lnTo>
                      <a:pt x="305" y="607"/>
                    </a:lnTo>
                    <a:lnTo>
                      <a:pt x="310" y="620"/>
                    </a:lnTo>
                    <a:lnTo>
                      <a:pt x="317" y="632"/>
                    </a:lnTo>
                    <a:lnTo>
                      <a:pt x="326" y="644"/>
                    </a:lnTo>
                    <a:lnTo>
                      <a:pt x="336" y="656"/>
                    </a:lnTo>
                    <a:lnTo>
                      <a:pt x="347" y="667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7"/>
                    </a:lnTo>
                    <a:lnTo>
                      <a:pt x="411" y="707"/>
                    </a:lnTo>
                    <a:lnTo>
                      <a:pt x="433" y="716"/>
                    </a:lnTo>
                    <a:lnTo>
                      <a:pt x="458" y="725"/>
                    </a:lnTo>
                    <a:lnTo>
                      <a:pt x="485" y="733"/>
                    </a:lnTo>
                    <a:lnTo>
                      <a:pt x="512" y="739"/>
                    </a:lnTo>
                    <a:lnTo>
                      <a:pt x="541" y="745"/>
                    </a:lnTo>
                    <a:lnTo>
                      <a:pt x="571" y="749"/>
                    </a:lnTo>
                    <a:lnTo>
                      <a:pt x="601" y="753"/>
                    </a:lnTo>
                    <a:lnTo>
                      <a:pt x="633" y="756"/>
                    </a:lnTo>
                    <a:lnTo>
                      <a:pt x="666" y="757"/>
                    </a:lnTo>
                    <a:lnTo>
                      <a:pt x="699" y="758"/>
                    </a:lnTo>
                    <a:lnTo>
                      <a:pt x="734" y="758"/>
                    </a:lnTo>
                    <a:lnTo>
                      <a:pt x="769" y="756"/>
                    </a:lnTo>
                    <a:lnTo>
                      <a:pt x="806" y="754"/>
                    </a:lnTo>
                    <a:lnTo>
                      <a:pt x="842" y="751"/>
                    </a:lnTo>
                    <a:lnTo>
                      <a:pt x="878" y="747"/>
                    </a:lnTo>
                    <a:lnTo>
                      <a:pt x="916" y="742"/>
                    </a:lnTo>
                    <a:lnTo>
                      <a:pt x="1107" y="831"/>
                    </a:lnTo>
                    <a:lnTo>
                      <a:pt x="0" y="1345"/>
                    </a:lnTo>
                    <a:lnTo>
                      <a:pt x="1288" y="1941"/>
                    </a:lnTo>
                    <a:lnTo>
                      <a:pt x="1479" y="1853"/>
                    </a:lnTo>
                    <a:lnTo>
                      <a:pt x="1468" y="1835"/>
                    </a:lnTo>
                    <a:lnTo>
                      <a:pt x="1459" y="1818"/>
                    </a:lnTo>
                    <a:lnTo>
                      <a:pt x="1453" y="1802"/>
                    </a:lnTo>
                    <a:lnTo>
                      <a:pt x="1448" y="1785"/>
                    </a:lnTo>
                    <a:lnTo>
                      <a:pt x="1445" y="1769"/>
                    </a:lnTo>
                    <a:lnTo>
                      <a:pt x="1444" y="1753"/>
                    </a:lnTo>
                    <a:lnTo>
                      <a:pt x="1445" y="1737"/>
                    </a:lnTo>
                    <a:lnTo>
                      <a:pt x="1449" y="1722"/>
                    </a:lnTo>
                    <a:lnTo>
                      <a:pt x="1454" y="1707"/>
                    </a:lnTo>
                    <a:lnTo>
                      <a:pt x="1462" y="1693"/>
                    </a:lnTo>
                    <a:lnTo>
                      <a:pt x="1472" y="1679"/>
                    </a:lnTo>
                    <a:lnTo>
                      <a:pt x="1484" y="1665"/>
                    </a:lnTo>
                    <a:lnTo>
                      <a:pt x="1498" y="1653"/>
                    </a:lnTo>
                    <a:lnTo>
                      <a:pt x="1514" y="1641"/>
                    </a:lnTo>
                    <a:lnTo>
                      <a:pt x="1533" y="1629"/>
                    </a:lnTo>
                    <a:lnTo>
                      <a:pt x="1554" y="1619"/>
                    </a:lnTo>
                    <a:lnTo>
                      <a:pt x="1574" y="1610"/>
                    </a:lnTo>
                    <a:lnTo>
                      <a:pt x="1594" y="1603"/>
                    </a:lnTo>
                    <a:lnTo>
                      <a:pt x="1617" y="1596"/>
                    </a:lnTo>
                    <a:lnTo>
                      <a:pt x="1639" y="1590"/>
                    </a:lnTo>
                    <a:lnTo>
                      <a:pt x="1663" y="1584"/>
                    </a:lnTo>
                    <a:lnTo>
                      <a:pt x="1688" y="1580"/>
                    </a:lnTo>
                    <a:lnTo>
                      <a:pt x="1714" y="1576"/>
                    </a:lnTo>
                    <a:lnTo>
                      <a:pt x="1740" y="1572"/>
                    </a:lnTo>
                    <a:lnTo>
                      <a:pt x="1768" y="1570"/>
                    </a:lnTo>
                    <a:lnTo>
                      <a:pt x="1796" y="1568"/>
                    </a:lnTo>
                    <a:lnTo>
                      <a:pt x="1825" y="1567"/>
                    </a:lnTo>
                    <a:lnTo>
                      <a:pt x="1854" y="1567"/>
                    </a:lnTo>
                    <a:lnTo>
                      <a:pt x="1884" y="1568"/>
                    </a:lnTo>
                    <a:lnTo>
                      <a:pt x="1915" y="1569"/>
                    </a:lnTo>
                    <a:lnTo>
                      <a:pt x="1945" y="1571"/>
                    </a:lnTo>
                    <a:lnTo>
                      <a:pt x="1976" y="1573"/>
                    </a:lnTo>
                    <a:lnTo>
                      <a:pt x="2008" y="1577"/>
                    </a:lnTo>
                    <a:lnTo>
                      <a:pt x="2040" y="1581"/>
                    </a:lnTo>
                    <a:lnTo>
                      <a:pt x="2071" y="1585"/>
                    </a:lnTo>
                    <a:lnTo>
                      <a:pt x="2104" y="1591"/>
                    </a:lnTo>
                    <a:lnTo>
                      <a:pt x="2136" y="1597"/>
                    </a:lnTo>
                    <a:lnTo>
                      <a:pt x="2169" y="1603"/>
                    </a:lnTo>
                    <a:lnTo>
                      <a:pt x="2200" y="1611"/>
                    </a:lnTo>
                    <a:lnTo>
                      <a:pt x="2232" y="1619"/>
                    </a:lnTo>
                    <a:lnTo>
                      <a:pt x="2264" y="1627"/>
                    </a:lnTo>
                    <a:lnTo>
                      <a:pt x="2296" y="1636"/>
                    </a:lnTo>
                    <a:lnTo>
                      <a:pt x="2327" y="1646"/>
                    </a:lnTo>
                    <a:lnTo>
                      <a:pt x="2359" y="1657"/>
                    </a:lnTo>
                    <a:lnTo>
                      <a:pt x="2389" y="1668"/>
                    </a:lnTo>
                    <a:lnTo>
                      <a:pt x="2419" y="1680"/>
                    </a:lnTo>
                    <a:lnTo>
                      <a:pt x="2449" y="1692"/>
                    </a:lnTo>
                    <a:lnTo>
                      <a:pt x="2479" y="1705"/>
                    </a:lnTo>
                    <a:lnTo>
                      <a:pt x="2506" y="1719"/>
                    </a:lnTo>
                    <a:lnTo>
                      <a:pt x="2534" y="1733"/>
                    </a:lnTo>
                    <a:lnTo>
                      <a:pt x="2559" y="1747"/>
                    </a:lnTo>
                    <a:lnTo>
                      <a:pt x="2582" y="1761"/>
                    </a:lnTo>
                    <a:lnTo>
                      <a:pt x="2606" y="1775"/>
                    </a:lnTo>
                    <a:lnTo>
                      <a:pt x="2627" y="1790"/>
                    </a:lnTo>
                    <a:lnTo>
                      <a:pt x="2647" y="1804"/>
                    </a:lnTo>
                    <a:lnTo>
                      <a:pt x="2666" y="1819"/>
                    </a:lnTo>
                    <a:lnTo>
                      <a:pt x="2683" y="1834"/>
                    </a:lnTo>
                    <a:lnTo>
                      <a:pt x="2700" y="1849"/>
                    </a:lnTo>
                    <a:lnTo>
                      <a:pt x="2713" y="1864"/>
                    </a:lnTo>
                    <a:lnTo>
                      <a:pt x="2727" y="1878"/>
                    </a:lnTo>
                    <a:lnTo>
                      <a:pt x="2738" y="1893"/>
                    </a:lnTo>
                    <a:lnTo>
                      <a:pt x="2748" y="1908"/>
                    </a:lnTo>
                    <a:lnTo>
                      <a:pt x="2757" y="1923"/>
                    </a:lnTo>
                    <a:lnTo>
                      <a:pt x="2765" y="1937"/>
                    </a:lnTo>
                    <a:lnTo>
                      <a:pt x="2770" y="1952"/>
                    </a:lnTo>
                    <a:lnTo>
                      <a:pt x="2775" y="1966"/>
                    </a:lnTo>
                    <a:lnTo>
                      <a:pt x="2777" y="1980"/>
                    </a:lnTo>
                    <a:lnTo>
                      <a:pt x="2778" y="1994"/>
                    </a:lnTo>
                    <a:lnTo>
                      <a:pt x="2777" y="2008"/>
                    </a:lnTo>
                    <a:lnTo>
                      <a:pt x="2776" y="2021"/>
                    </a:lnTo>
                    <a:lnTo>
                      <a:pt x="2772" y="2034"/>
                    </a:lnTo>
                    <a:lnTo>
                      <a:pt x="2767" y="2047"/>
                    </a:lnTo>
                    <a:lnTo>
                      <a:pt x="2761" y="2059"/>
                    </a:lnTo>
                    <a:lnTo>
                      <a:pt x="2752" y="2071"/>
                    </a:lnTo>
                    <a:lnTo>
                      <a:pt x="2742" y="2083"/>
                    </a:lnTo>
                    <a:lnTo>
                      <a:pt x="2731" y="2094"/>
                    </a:lnTo>
                    <a:lnTo>
                      <a:pt x="2717" y="2105"/>
                    </a:lnTo>
                    <a:lnTo>
                      <a:pt x="2702" y="2115"/>
                    </a:lnTo>
                    <a:lnTo>
                      <a:pt x="2686" y="2124"/>
                    </a:lnTo>
                    <a:lnTo>
                      <a:pt x="2668" y="2134"/>
                    </a:lnTo>
                    <a:lnTo>
                      <a:pt x="2645" y="2143"/>
                    </a:lnTo>
                    <a:lnTo>
                      <a:pt x="2621" y="2152"/>
                    </a:lnTo>
                    <a:lnTo>
                      <a:pt x="2595" y="2160"/>
                    </a:lnTo>
                    <a:lnTo>
                      <a:pt x="2567" y="2166"/>
                    </a:lnTo>
                    <a:lnTo>
                      <a:pt x="2539" y="2172"/>
                    </a:lnTo>
                    <a:lnTo>
                      <a:pt x="2509" y="2176"/>
                    </a:lnTo>
                    <a:lnTo>
                      <a:pt x="2479" y="2180"/>
                    </a:lnTo>
                    <a:lnTo>
                      <a:pt x="2446" y="2183"/>
                    </a:lnTo>
                    <a:lnTo>
                      <a:pt x="2414" y="2184"/>
                    </a:lnTo>
                    <a:lnTo>
                      <a:pt x="2380" y="2185"/>
                    </a:lnTo>
                    <a:lnTo>
                      <a:pt x="2345" y="2185"/>
                    </a:lnTo>
                    <a:lnTo>
                      <a:pt x="2310" y="2183"/>
                    </a:lnTo>
                    <a:lnTo>
                      <a:pt x="2274" y="2181"/>
                    </a:lnTo>
                    <a:lnTo>
                      <a:pt x="2237" y="2178"/>
                    </a:lnTo>
                    <a:lnTo>
                      <a:pt x="2201" y="2174"/>
                    </a:lnTo>
                    <a:lnTo>
                      <a:pt x="2164" y="2169"/>
                    </a:lnTo>
                    <a:lnTo>
                      <a:pt x="1974" y="2258"/>
                    </a:lnTo>
                    <a:lnTo>
                      <a:pt x="3262" y="2853"/>
                    </a:lnTo>
                    <a:lnTo>
                      <a:pt x="4369" y="2338"/>
                    </a:lnTo>
                    <a:lnTo>
                      <a:pt x="4561" y="2427"/>
                    </a:lnTo>
                    <a:lnTo>
                      <a:pt x="4550" y="2444"/>
                    </a:lnTo>
                    <a:lnTo>
                      <a:pt x="4541" y="2461"/>
                    </a:lnTo>
                    <a:lnTo>
                      <a:pt x="4535" y="2478"/>
                    </a:lnTo>
                    <a:lnTo>
                      <a:pt x="4530" y="2494"/>
                    </a:lnTo>
                    <a:lnTo>
                      <a:pt x="4528" y="2511"/>
                    </a:lnTo>
                    <a:lnTo>
                      <a:pt x="4528" y="2527"/>
                    </a:lnTo>
                    <a:lnTo>
                      <a:pt x="4529" y="2542"/>
                    </a:lnTo>
                    <a:lnTo>
                      <a:pt x="4533" y="2558"/>
                    </a:lnTo>
                    <a:lnTo>
                      <a:pt x="4539" y="2572"/>
                    </a:lnTo>
                    <a:lnTo>
                      <a:pt x="4546" y="2587"/>
                    </a:lnTo>
                    <a:lnTo>
                      <a:pt x="4556" y="2601"/>
                    </a:lnTo>
                    <a:lnTo>
                      <a:pt x="4569" y="2614"/>
                    </a:lnTo>
                    <a:lnTo>
                      <a:pt x="4583" y="2627"/>
                    </a:lnTo>
                    <a:lnTo>
                      <a:pt x="4599" y="2639"/>
                    </a:lnTo>
                    <a:lnTo>
                      <a:pt x="4618" y="2650"/>
                    </a:lnTo>
                    <a:lnTo>
                      <a:pt x="4639" y="2661"/>
                    </a:lnTo>
                    <a:lnTo>
                      <a:pt x="4659" y="2669"/>
                    </a:lnTo>
                    <a:lnTo>
                      <a:pt x="4680" y="2677"/>
                    </a:lnTo>
                    <a:lnTo>
                      <a:pt x="4701" y="2684"/>
                    </a:lnTo>
                    <a:lnTo>
                      <a:pt x="4725" y="2690"/>
                    </a:lnTo>
                    <a:lnTo>
                      <a:pt x="4749" y="2695"/>
                    </a:lnTo>
                    <a:lnTo>
                      <a:pt x="4774" y="2700"/>
                    </a:lnTo>
                    <a:lnTo>
                      <a:pt x="4800" y="2704"/>
                    </a:lnTo>
                    <a:lnTo>
                      <a:pt x="4826" y="2707"/>
                    </a:lnTo>
                    <a:lnTo>
                      <a:pt x="4854" y="2709"/>
                    </a:lnTo>
                    <a:lnTo>
                      <a:pt x="4882" y="2711"/>
                    </a:lnTo>
                    <a:lnTo>
                      <a:pt x="4911" y="2712"/>
                    </a:lnTo>
                    <a:lnTo>
                      <a:pt x="4940" y="2712"/>
                    </a:lnTo>
                    <a:lnTo>
                      <a:pt x="4970" y="2712"/>
                    </a:lnTo>
                    <a:lnTo>
                      <a:pt x="5001" y="2711"/>
                    </a:lnTo>
                    <a:lnTo>
                      <a:pt x="5031" y="2709"/>
                    </a:lnTo>
                    <a:lnTo>
                      <a:pt x="5062" y="2706"/>
                    </a:lnTo>
                    <a:lnTo>
                      <a:pt x="5094" y="2703"/>
                    </a:lnTo>
                    <a:lnTo>
                      <a:pt x="5126" y="2699"/>
                    </a:lnTo>
                    <a:lnTo>
                      <a:pt x="5157" y="2694"/>
                    </a:lnTo>
                    <a:lnTo>
                      <a:pt x="5190" y="2689"/>
                    </a:lnTo>
                    <a:lnTo>
                      <a:pt x="5222" y="2683"/>
                    </a:lnTo>
                    <a:lnTo>
                      <a:pt x="5253" y="2676"/>
                    </a:lnTo>
                    <a:lnTo>
                      <a:pt x="5286" y="2669"/>
                    </a:lnTo>
                    <a:lnTo>
                      <a:pt x="5318" y="2661"/>
                    </a:lnTo>
                    <a:lnTo>
                      <a:pt x="5350" y="2652"/>
                    </a:lnTo>
                    <a:lnTo>
                      <a:pt x="5381" y="2643"/>
                    </a:lnTo>
                    <a:lnTo>
                      <a:pt x="5412" y="2633"/>
                    </a:lnTo>
                    <a:lnTo>
                      <a:pt x="5443" y="2623"/>
                    </a:lnTo>
                    <a:lnTo>
                      <a:pt x="5473" y="2611"/>
                    </a:lnTo>
                    <a:lnTo>
                      <a:pt x="5503" y="2600"/>
                    </a:lnTo>
                    <a:lnTo>
                      <a:pt x="5533" y="2587"/>
                    </a:lnTo>
                    <a:lnTo>
                      <a:pt x="5562" y="2574"/>
                    </a:lnTo>
                    <a:lnTo>
                      <a:pt x="5591" y="2561"/>
                    </a:lnTo>
                    <a:lnTo>
                      <a:pt x="5617" y="2547"/>
                    </a:lnTo>
                    <a:lnTo>
                      <a:pt x="5642" y="2533"/>
                    </a:lnTo>
                    <a:lnTo>
                      <a:pt x="5667" y="2519"/>
                    </a:lnTo>
                    <a:lnTo>
                      <a:pt x="5689" y="2504"/>
                    </a:lnTo>
                    <a:lnTo>
                      <a:pt x="5711" y="2490"/>
                    </a:lnTo>
                    <a:lnTo>
                      <a:pt x="5731" y="2475"/>
                    </a:lnTo>
                    <a:lnTo>
                      <a:pt x="5748" y="2461"/>
                    </a:lnTo>
                    <a:lnTo>
                      <a:pt x="5766" y="2446"/>
                    </a:lnTo>
                    <a:lnTo>
                      <a:pt x="5782" y="2431"/>
                    </a:lnTo>
                    <a:lnTo>
                      <a:pt x="5796" y="2416"/>
                    </a:lnTo>
                    <a:lnTo>
                      <a:pt x="5808" y="2401"/>
                    </a:lnTo>
                    <a:lnTo>
                      <a:pt x="5819" y="2386"/>
                    </a:lnTo>
                    <a:lnTo>
                      <a:pt x="5829" y="2371"/>
                    </a:lnTo>
                    <a:lnTo>
                      <a:pt x="5838" y="2357"/>
                    </a:lnTo>
                    <a:lnTo>
                      <a:pt x="5846" y="2342"/>
                    </a:lnTo>
                    <a:lnTo>
                      <a:pt x="5851" y="2328"/>
                    </a:lnTo>
                    <a:lnTo>
                      <a:pt x="5854" y="2313"/>
                    </a:lnTo>
                    <a:lnTo>
                      <a:pt x="5857" y="2299"/>
                    </a:lnTo>
                    <a:lnTo>
                      <a:pt x="5858" y="2285"/>
                    </a:lnTo>
                    <a:lnTo>
                      <a:pt x="5857" y="2272"/>
                    </a:lnTo>
                    <a:lnTo>
                      <a:pt x="5856" y="2258"/>
                    </a:lnTo>
                    <a:lnTo>
                      <a:pt x="5852" y="2245"/>
                    </a:lnTo>
                    <a:lnTo>
                      <a:pt x="5847" y="2233"/>
                    </a:lnTo>
                    <a:lnTo>
                      <a:pt x="5839" y="2220"/>
                    </a:lnTo>
                    <a:lnTo>
                      <a:pt x="5831" y="2208"/>
                    </a:lnTo>
                    <a:lnTo>
                      <a:pt x="5821" y="2197"/>
                    </a:lnTo>
                    <a:lnTo>
                      <a:pt x="5809" y="2186"/>
                    </a:lnTo>
                    <a:lnTo>
                      <a:pt x="5796" y="2175"/>
                    </a:lnTo>
                    <a:lnTo>
                      <a:pt x="5781" y="2165"/>
                    </a:lnTo>
                    <a:lnTo>
                      <a:pt x="5764" y="2155"/>
                    </a:lnTo>
                    <a:lnTo>
                      <a:pt x="5746" y="214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" name="Freeform 22">
                <a:extLst>
                  <a:ext uri="{FF2B5EF4-FFF2-40B4-BE49-F238E27FC236}">
                    <a16:creationId xmlns:a16="http://schemas.microsoft.com/office/drawing/2014/main" id="{6F1EBABC-E984-4135-87DC-4813B7F14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3213" y="1554163"/>
                <a:ext cx="165100" cy="214313"/>
              </a:xfrm>
              <a:custGeom>
                <a:avLst/>
                <a:gdLst>
                  <a:gd name="T0" fmla="*/ 416 w 521"/>
                  <a:gd name="T1" fmla="*/ 356 h 539"/>
                  <a:gd name="T2" fmla="*/ 387 w 521"/>
                  <a:gd name="T3" fmla="*/ 328 h 539"/>
                  <a:gd name="T4" fmla="*/ 319 w 521"/>
                  <a:gd name="T5" fmla="*/ 260 h 539"/>
                  <a:gd name="T6" fmla="*/ 241 w 521"/>
                  <a:gd name="T7" fmla="*/ 180 h 539"/>
                  <a:gd name="T8" fmla="*/ 178 w 521"/>
                  <a:gd name="T9" fmla="*/ 116 h 539"/>
                  <a:gd name="T10" fmla="*/ 172 w 521"/>
                  <a:gd name="T11" fmla="*/ 97 h 539"/>
                  <a:gd name="T12" fmla="*/ 152 w 521"/>
                  <a:gd name="T13" fmla="*/ 57 h 539"/>
                  <a:gd name="T14" fmla="*/ 136 w 521"/>
                  <a:gd name="T15" fmla="*/ 35 h 539"/>
                  <a:gd name="T16" fmla="*/ 116 w 521"/>
                  <a:gd name="T17" fmla="*/ 17 h 539"/>
                  <a:gd name="T18" fmla="*/ 92 w 521"/>
                  <a:gd name="T19" fmla="*/ 4 h 539"/>
                  <a:gd name="T20" fmla="*/ 78 w 521"/>
                  <a:gd name="T21" fmla="*/ 1 h 539"/>
                  <a:gd name="T22" fmla="*/ 63 w 521"/>
                  <a:gd name="T23" fmla="*/ 0 h 539"/>
                  <a:gd name="T24" fmla="*/ 48 w 521"/>
                  <a:gd name="T25" fmla="*/ 2 h 539"/>
                  <a:gd name="T26" fmla="*/ 35 w 521"/>
                  <a:gd name="T27" fmla="*/ 6 h 539"/>
                  <a:gd name="T28" fmla="*/ 25 w 521"/>
                  <a:gd name="T29" fmla="*/ 12 h 539"/>
                  <a:gd name="T30" fmla="*/ 15 w 521"/>
                  <a:gd name="T31" fmla="*/ 20 h 539"/>
                  <a:gd name="T32" fmla="*/ 7 w 521"/>
                  <a:gd name="T33" fmla="*/ 29 h 539"/>
                  <a:gd name="T34" fmla="*/ 2 w 521"/>
                  <a:gd name="T35" fmla="*/ 39 h 539"/>
                  <a:gd name="T36" fmla="*/ 0 w 521"/>
                  <a:gd name="T37" fmla="*/ 64 h 539"/>
                  <a:gd name="T38" fmla="*/ 6 w 521"/>
                  <a:gd name="T39" fmla="*/ 91 h 539"/>
                  <a:gd name="T40" fmla="*/ 22 w 521"/>
                  <a:gd name="T41" fmla="*/ 121 h 539"/>
                  <a:gd name="T42" fmla="*/ 50 w 521"/>
                  <a:gd name="T43" fmla="*/ 150 h 539"/>
                  <a:gd name="T44" fmla="*/ 67 w 521"/>
                  <a:gd name="T45" fmla="*/ 164 h 539"/>
                  <a:gd name="T46" fmla="*/ 88 w 521"/>
                  <a:gd name="T47" fmla="*/ 177 h 539"/>
                  <a:gd name="T48" fmla="*/ 107 w 521"/>
                  <a:gd name="T49" fmla="*/ 211 h 539"/>
                  <a:gd name="T50" fmla="*/ 153 w 521"/>
                  <a:gd name="T51" fmla="*/ 288 h 539"/>
                  <a:gd name="T52" fmla="*/ 211 w 521"/>
                  <a:gd name="T53" fmla="*/ 373 h 539"/>
                  <a:gd name="T54" fmla="*/ 238 w 521"/>
                  <a:gd name="T55" fmla="*/ 408 h 539"/>
                  <a:gd name="T56" fmla="*/ 264 w 521"/>
                  <a:gd name="T57" fmla="*/ 432 h 539"/>
                  <a:gd name="T58" fmla="*/ 322 w 521"/>
                  <a:gd name="T59" fmla="*/ 467 h 539"/>
                  <a:gd name="T60" fmla="*/ 388 w 521"/>
                  <a:gd name="T61" fmla="*/ 502 h 539"/>
                  <a:gd name="T62" fmla="*/ 444 w 521"/>
                  <a:gd name="T63" fmla="*/ 529 h 539"/>
                  <a:gd name="T64" fmla="*/ 467 w 521"/>
                  <a:gd name="T65" fmla="*/ 539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21" h="539">
                    <a:moveTo>
                      <a:pt x="521" y="375"/>
                    </a:moveTo>
                    <a:lnTo>
                      <a:pt x="416" y="356"/>
                    </a:lnTo>
                    <a:lnTo>
                      <a:pt x="407" y="349"/>
                    </a:lnTo>
                    <a:lnTo>
                      <a:pt x="387" y="328"/>
                    </a:lnTo>
                    <a:lnTo>
                      <a:pt x="356" y="297"/>
                    </a:lnTo>
                    <a:lnTo>
                      <a:pt x="319" y="260"/>
                    </a:lnTo>
                    <a:lnTo>
                      <a:pt x="279" y="220"/>
                    </a:lnTo>
                    <a:lnTo>
                      <a:pt x="241" y="180"/>
                    </a:lnTo>
                    <a:lnTo>
                      <a:pt x="206" y="144"/>
                    </a:lnTo>
                    <a:lnTo>
                      <a:pt x="178" y="116"/>
                    </a:lnTo>
                    <a:lnTo>
                      <a:pt x="177" y="110"/>
                    </a:lnTo>
                    <a:lnTo>
                      <a:pt x="172" y="97"/>
                    </a:lnTo>
                    <a:lnTo>
                      <a:pt x="165" y="78"/>
                    </a:lnTo>
                    <a:lnTo>
                      <a:pt x="152" y="57"/>
                    </a:lnTo>
                    <a:lnTo>
                      <a:pt x="145" y="46"/>
                    </a:lnTo>
                    <a:lnTo>
                      <a:pt x="136" y="35"/>
                    </a:lnTo>
                    <a:lnTo>
                      <a:pt x="127" y="26"/>
                    </a:lnTo>
                    <a:lnTo>
                      <a:pt x="116" y="17"/>
                    </a:lnTo>
                    <a:lnTo>
                      <a:pt x="105" y="10"/>
                    </a:lnTo>
                    <a:lnTo>
                      <a:pt x="92" y="4"/>
                    </a:lnTo>
                    <a:lnTo>
                      <a:pt x="85" y="3"/>
                    </a:lnTo>
                    <a:lnTo>
                      <a:pt x="78" y="1"/>
                    </a:lnTo>
                    <a:lnTo>
                      <a:pt x="71" y="0"/>
                    </a:lnTo>
                    <a:lnTo>
                      <a:pt x="63" y="0"/>
                    </a:lnTo>
                    <a:lnTo>
                      <a:pt x="56" y="1"/>
                    </a:lnTo>
                    <a:lnTo>
                      <a:pt x="48" y="2"/>
                    </a:lnTo>
                    <a:lnTo>
                      <a:pt x="42" y="4"/>
                    </a:lnTo>
                    <a:lnTo>
                      <a:pt x="35" y="6"/>
                    </a:lnTo>
                    <a:lnTo>
                      <a:pt x="30" y="9"/>
                    </a:lnTo>
                    <a:lnTo>
                      <a:pt x="25" y="12"/>
                    </a:lnTo>
                    <a:lnTo>
                      <a:pt x="20" y="16"/>
                    </a:lnTo>
                    <a:lnTo>
                      <a:pt x="15" y="20"/>
                    </a:lnTo>
                    <a:lnTo>
                      <a:pt x="11" y="24"/>
                    </a:lnTo>
                    <a:lnTo>
                      <a:pt x="7" y="29"/>
                    </a:lnTo>
                    <a:lnTo>
                      <a:pt x="5" y="34"/>
                    </a:lnTo>
                    <a:lnTo>
                      <a:pt x="2" y="39"/>
                    </a:lnTo>
                    <a:lnTo>
                      <a:pt x="0" y="51"/>
                    </a:lnTo>
                    <a:lnTo>
                      <a:pt x="0" y="64"/>
                    </a:lnTo>
                    <a:lnTo>
                      <a:pt x="1" y="77"/>
                    </a:lnTo>
                    <a:lnTo>
                      <a:pt x="6" y="91"/>
                    </a:lnTo>
                    <a:lnTo>
                      <a:pt x="12" y="106"/>
                    </a:lnTo>
                    <a:lnTo>
                      <a:pt x="22" y="121"/>
                    </a:lnTo>
                    <a:lnTo>
                      <a:pt x="35" y="135"/>
                    </a:lnTo>
                    <a:lnTo>
                      <a:pt x="50" y="150"/>
                    </a:lnTo>
                    <a:lnTo>
                      <a:pt x="58" y="157"/>
                    </a:lnTo>
                    <a:lnTo>
                      <a:pt x="67" y="164"/>
                    </a:lnTo>
                    <a:lnTo>
                      <a:pt x="77" y="170"/>
                    </a:lnTo>
                    <a:lnTo>
                      <a:pt x="88" y="177"/>
                    </a:lnTo>
                    <a:lnTo>
                      <a:pt x="93" y="186"/>
                    </a:lnTo>
                    <a:lnTo>
                      <a:pt x="107" y="211"/>
                    </a:lnTo>
                    <a:lnTo>
                      <a:pt x="127" y="246"/>
                    </a:lnTo>
                    <a:lnTo>
                      <a:pt x="153" y="288"/>
                    </a:lnTo>
                    <a:lnTo>
                      <a:pt x="181" y="332"/>
                    </a:lnTo>
                    <a:lnTo>
                      <a:pt x="211" y="373"/>
                    </a:lnTo>
                    <a:lnTo>
                      <a:pt x="225" y="392"/>
                    </a:lnTo>
                    <a:lnTo>
                      <a:pt x="238" y="408"/>
                    </a:lnTo>
                    <a:lnTo>
                      <a:pt x="252" y="422"/>
                    </a:lnTo>
                    <a:lnTo>
                      <a:pt x="264" y="432"/>
                    </a:lnTo>
                    <a:lnTo>
                      <a:pt x="291" y="449"/>
                    </a:lnTo>
                    <a:lnTo>
                      <a:pt x="322" y="467"/>
                    </a:lnTo>
                    <a:lnTo>
                      <a:pt x="356" y="485"/>
                    </a:lnTo>
                    <a:lnTo>
                      <a:pt x="388" y="502"/>
                    </a:lnTo>
                    <a:lnTo>
                      <a:pt x="419" y="517"/>
                    </a:lnTo>
                    <a:lnTo>
                      <a:pt x="444" y="529"/>
                    </a:lnTo>
                    <a:lnTo>
                      <a:pt x="461" y="536"/>
                    </a:lnTo>
                    <a:lnTo>
                      <a:pt x="467" y="539"/>
                    </a:lnTo>
                    <a:lnTo>
                      <a:pt x="521" y="375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5" name="Freeform 23">
                <a:extLst>
                  <a:ext uri="{FF2B5EF4-FFF2-40B4-BE49-F238E27FC236}">
                    <a16:creationId xmlns:a16="http://schemas.microsoft.com/office/drawing/2014/main" id="{4F892D69-4866-4869-911F-701277854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563" y="1693863"/>
                <a:ext cx="131763" cy="104775"/>
              </a:xfrm>
              <a:custGeom>
                <a:avLst/>
                <a:gdLst>
                  <a:gd name="T0" fmla="*/ 1 w 416"/>
                  <a:gd name="T1" fmla="*/ 191 h 264"/>
                  <a:gd name="T2" fmla="*/ 0 w 416"/>
                  <a:gd name="T3" fmla="*/ 182 h 264"/>
                  <a:gd name="T4" fmla="*/ 1 w 416"/>
                  <a:gd name="T5" fmla="*/ 157 h 264"/>
                  <a:gd name="T6" fmla="*/ 4 w 416"/>
                  <a:gd name="T7" fmla="*/ 141 h 264"/>
                  <a:gd name="T8" fmla="*/ 8 w 416"/>
                  <a:gd name="T9" fmla="*/ 122 h 264"/>
                  <a:gd name="T10" fmla="*/ 13 w 416"/>
                  <a:gd name="T11" fmla="*/ 101 h 264"/>
                  <a:gd name="T12" fmla="*/ 21 w 416"/>
                  <a:gd name="T13" fmla="*/ 79 h 264"/>
                  <a:gd name="T14" fmla="*/ 31 w 416"/>
                  <a:gd name="T15" fmla="*/ 58 h 264"/>
                  <a:gd name="T16" fmla="*/ 40 w 416"/>
                  <a:gd name="T17" fmla="*/ 42 h 264"/>
                  <a:gd name="T18" fmla="*/ 49 w 416"/>
                  <a:gd name="T19" fmla="*/ 28 h 264"/>
                  <a:gd name="T20" fmla="*/ 56 w 416"/>
                  <a:gd name="T21" fmla="*/ 17 h 264"/>
                  <a:gd name="T22" fmla="*/ 69 w 416"/>
                  <a:gd name="T23" fmla="*/ 4 h 264"/>
                  <a:gd name="T24" fmla="*/ 73 w 416"/>
                  <a:gd name="T25" fmla="*/ 0 h 264"/>
                  <a:gd name="T26" fmla="*/ 89 w 416"/>
                  <a:gd name="T27" fmla="*/ 3 h 264"/>
                  <a:gd name="T28" fmla="*/ 134 w 416"/>
                  <a:gd name="T29" fmla="*/ 13 h 264"/>
                  <a:gd name="T30" fmla="*/ 163 w 416"/>
                  <a:gd name="T31" fmla="*/ 21 h 264"/>
                  <a:gd name="T32" fmla="*/ 195 w 416"/>
                  <a:gd name="T33" fmla="*/ 30 h 264"/>
                  <a:gd name="T34" fmla="*/ 229 w 416"/>
                  <a:gd name="T35" fmla="*/ 40 h 264"/>
                  <a:gd name="T36" fmla="*/ 263 w 416"/>
                  <a:gd name="T37" fmla="*/ 53 h 264"/>
                  <a:gd name="T38" fmla="*/ 280 w 416"/>
                  <a:gd name="T39" fmla="*/ 59 h 264"/>
                  <a:gd name="T40" fmla="*/ 298 w 416"/>
                  <a:gd name="T41" fmla="*/ 66 h 264"/>
                  <a:gd name="T42" fmla="*/ 314 w 416"/>
                  <a:gd name="T43" fmla="*/ 74 h 264"/>
                  <a:gd name="T44" fmla="*/ 329 w 416"/>
                  <a:gd name="T45" fmla="*/ 82 h 264"/>
                  <a:gd name="T46" fmla="*/ 344 w 416"/>
                  <a:gd name="T47" fmla="*/ 90 h 264"/>
                  <a:gd name="T48" fmla="*/ 357 w 416"/>
                  <a:gd name="T49" fmla="*/ 99 h 264"/>
                  <a:gd name="T50" fmla="*/ 370 w 416"/>
                  <a:gd name="T51" fmla="*/ 108 h 264"/>
                  <a:gd name="T52" fmla="*/ 382 w 416"/>
                  <a:gd name="T53" fmla="*/ 117 h 264"/>
                  <a:gd name="T54" fmla="*/ 392 w 416"/>
                  <a:gd name="T55" fmla="*/ 127 h 264"/>
                  <a:gd name="T56" fmla="*/ 401 w 416"/>
                  <a:gd name="T57" fmla="*/ 138 h 264"/>
                  <a:gd name="T58" fmla="*/ 407 w 416"/>
                  <a:gd name="T59" fmla="*/ 148 h 264"/>
                  <a:gd name="T60" fmla="*/ 412 w 416"/>
                  <a:gd name="T61" fmla="*/ 159 h 264"/>
                  <a:gd name="T62" fmla="*/ 416 w 416"/>
                  <a:gd name="T63" fmla="*/ 171 h 264"/>
                  <a:gd name="T64" fmla="*/ 416 w 416"/>
                  <a:gd name="T65" fmla="*/ 183 h 264"/>
                  <a:gd name="T66" fmla="*/ 415 w 416"/>
                  <a:gd name="T67" fmla="*/ 195 h 264"/>
                  <a:gd name="T68" fmla="*/ 411 w 416"/>
                  <a:gd name="T69" fmla="*/ 207 h 264"/>
                  <a:gd name="T70" fmla="*/ 405 w 416"/>
                  <a:gd name="T71" fmla="*/ 219 h 264"/>
                  <a:gd name="T72" fmla="*/ 397 w 416"/>
                  <a:gd name="T73" fmla="*/ 230 h 264"/>
                  <a:gd name="T74" fmla="*/ 387 w 416"/>
                  <a:gd name="T75" fmla="*/ 239 h 264"/>
                  <a:gd name="T76" fmla="*/ 377 w 416"/>
                  <a:gd name="T77" fmla="*/ 246 h 264"/>
                  <a:gd name="T78" fmla="*/ 365 w 416"/>
                  <a:gd name="T79" fmla="*/ 252 h 264"/>
                  <a:gd name="T80" fmla="*/ 352 w 416"/>
                  <a:gd name="T81" fmla="*/ 257 h 264"/>
                  <a:gd name="T82" fmla="*/ 338 w 416"/>
                  <a:gd name="T83" fmla="*/ 260 h 264"/>
                  <a:gd name="T84" fmla="*/ 323 w 416"/>
                  <a:gd name="T85" fmla="*/ 263 h 264"/>
                  <a:gd name="T86" fmla="*/ 308 w 416"/>
                  <a:gd name="T87" fmla="*/ 264 h 264"/>
                  <a:gd name="T88" fmla="*/ 291 w 416"/>
                  <a:gd name="T89" fmla="*/ 264 h 264"/>
                  <a:gd name="T90" fmla="*/ 274 w 416"/>
                  <a:gd name="T91" fmla="*/ 264 h 264"/>
                  <a:gd name="T92" fmla="*/ 256 w 416"/>
                  <a:gd name="T93" fmla="*/ 262 h 264"/>
                  <a:gd name="T94" fmla="*/ 239 w 416"/>
                  <a:gd name="T95" fmla="*/ 260 h 264"/>
                  <a:gd name="T96" fmla="*/ 221 w 416"/>
                  <a:gd name="T97" fmla="*/ 258 h 264"/>
                  <a:gd name="T98" fmla="*/ 203 w 416"/>
                  <a:gd name="T99" fmla="*/ 254 h 264"/>
                  <a:gd name="T100" fmla="*/ 185 w 416"/>
                  <a:gd name="T101" fmla="*/ 250 h 264"/>
                  <a:gd name="T102" fmla="*/ 149 w 416"/>
                  <a:gd name="T103" fmla="*/ 242 h 264"/>
                  <a:gd name="T104" fmla="*/ 116 w 416"/>
                  <a:gd name="T105" fmla="*/ 232 h 264"/>
                  <a:gd name="T106" fmla="*/ 85 w 416"/>
                  <a:gd name="T107" fmla="*/ 222 h 264"/>
                  <a:gd name="T108" fmla="*/ 58 w 416"/>
                  <a:gd name="T109" fmla="*/ 213 h 264"/>
                  <a:gd name="T110" fmla="*/ 16 w 416"/>
                  <a:gd name="T111" fmla="*/ 197 h 264"/>
                  <a:gd name="T112" fmla="*/ 1 w 416"/>
                  <a:gd name="T113" fmla="*/ 191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16" h="264">
                    <a:moveTo>
                      <a:pt x="1" y="191"/>
                    </a:moveTo>
                    <a:lnTo>
                      <a:pt x="0" y="182"/>
                    </a:lnTo>
                    <a:lnTo>
                      <a:pt x="1" y="157"/>
                    </a:lnTo>
                    <a:lnTo>
                      <a:pt x="4" y="141"/>
                    </a:lnTo>
                    <a:lnTo>
                      <a:pt x="8" y="122"/>
                    </a:lnTo>
                    <a:lnTo>
                      <a:pt x="13" y="101"/>
                    </a:lnTo>
                    <a:lnTo>
                      <a:pt x="21" y="79"/>
                    </a:lnTo>
                    <a:lnTo>
                      <a:pt x="31" y="58"/>
                    </a:lnTo>
                    <a:lnTo>
                      <a:pt x="40" y="42"/>
                    </a:lnTo>
                    <a:lnTo>
                      <a:pt x="49" y="28"/>
                    </a:lnTo>
                    <a:lnTo>
                      <a:pt x="56" y="17"/>
                    </a:lnTo>
                    <a:lnTo>
                      <a:pt x="69" y="4"/>
                    </a:lnTo>
                    <a:lnTo>
                      <a:pt x="73" y="0"/>
                    </a:lnTo>
                    <a:lnTo>
                      <a:pt x="89" y="3"/>
                    </a:lnTo>
                    <a:lnTo>
                      <a:pt x="134" y="13"/>
                    </a:lnTo>
                    <a:lnTo>
                      <a:pt x="163" y="21"/>
                    </a:lnTo>
                    <a:lnTo>
                      <a:pt x="195" y="30"/>
                    </a:lnTo>
                    <a:lnTo>
                      <a:pt x="229" y="40"/>
                    </a:lnTo>
                    <a:lnTo>
                      <a:pt x="263" y="53"/>
                    </a:lnTo>
                    <a:lnTo>
                      <a:pt x="280" y="59"/>
                    </a:lnTo>
                    <a:lnTo>
                      <a:pt x="298" y="66"/>
                    </a:lnTo>
                    <a:lnTo>
                      <a:pt x="314" y="74"/>
                    </a:lnTo>
                    <a:lnTo>
                      <a:pt x="329" y="82"/>
                    </a:lnTo>
                    <a:lnTo>
                      <a:pt x="344" y="90"/>
                    </a:lnTo>
                    <a:lnTo>
                      <a:pt x="357" y="99"/>
                    </a:lnTo>
                    <a:lnTo>
                      <a:pt x="370" y="108"/>
                    </a:lnTo>
                    <a:lnTo>
                      <a:pt x="382" y="117"/>
                    </a:lnTo>
                    <a:lnTo>
                      <a:pt x="392" y="127"/>
                    </a:lnTo>
                    <a:lnTo>
                      <a:pt x="401" y="138"/>
                    </a:lnTo>
                    <a:lnTo>
                      <a:pt x="407" y="148"/>
                    </a:lnTo>
                    <a:lnTo>
                      <a:pt x="412" y="159"/>
                    </a:lnTo>
                    <a:lnTo>
                      <a:pt x="416" y="171"/>
                    </a:lnTo>
                    <a:lnTo>
                      <a:pt x="416" y="183"/>
                    </a:lnTo>
                    <a:lnTo>
                      <a:pt x="415" y="195"/>
                    </a:lnTo>
                    <a:lnTo>
                      <a:pt x="411" y="207"/>
                    </a:lnTo>
                    <a:lnTo>
                      <a:pt x="405" y="219"/>
                    </a:lnTo>
                    <a:lnTo>
                      <a:pt x="397" y="230"/>
                    </a:lnTo>
                    <a:lnTo>
                      <a:pt x="387" y="239"/>
                    </a:lnTo>
                    <a:lnTo>
                      <a:pt x="377" y="246"/>
                    </a:lnTo>
                    <a:lnTo>
                      <a:pt x="365" y="252"/>
                    </a:lnTo>
                    <a:lnTo>
                      <a:pt x="352" y="257"/>
                    </a:lnTo>
                    <a:lnTo>
                      <a:pt x="338" y="260"/>
                    </a:lnTo>
                    <a:lnTo>
                      <a:pt x="323" y="263"/>
                    </a:lnTo>
                    <a:lnTo>
                      <a:pt x="308" y="264"/>
                    </a:lnTo>
                    <a:lnTo>
                      <a:pt x="291" y="264"/>
                    </a:lnTo>
                    <a:lnTo>
                      <a:pt x="274" y="264"/>
                    </a:lnTo>
                    <a:lnTo>
                      <a:pt x="256" y="262"/>
                    </a:lnTo>
                    <a:lnTo>
                      <a:pt x="239" y="260"/>
                    </a:lnTo>
                    <a:lnTo>
                      <a:pt x="221" y="258"/>
                    </a:lnTo>
                    <a:lnTo>
                      <a:pt x="203" y="254"/>
                    </a:lnTo>
                    <a:lnTo>
                      <a:pt x="185" y="250"/>
                    </a:lnTo>
                    <a:lnTo>
                      <a:pt x="149" y="242"/>
                    </a:lnTo>
                    <a:lnTo>
                      <a:pt x="116" y="232"/>
                    </a:lnTo>
                    <a:lnTo>
                      <a:pt x="85" y="222"/>
                    </a:lnTo>
                    <a:lnTo>
                      <a:pt x="58" y="213"/>
                    </a:lnTo>
                    <a:lnTo>
                      <a:pt x="16" y="197"/>
                    </a:lnTo>
                    <a:lnTo>
                      <a:pt x="1" y="191"/>
                    </a:lnTo>
                    <a:close/>
                  </a:path>
                </a:pathLst>
              </a:custGeom>
              <a:solidFill>
                <a:srgbClr val="80C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6" name="Freeform 24">
                <a:extLst>
                  <a:ext uri="{FF2B5EF4-FFF2-40B4-BE49-F238E27FC236}">
                    <a16:creationId xmlns:a16="http://schemas.microsoft.com/office/drawing/2014/main" id="{F91DA22F-F3C9-4157-8F6D-FB07E1E04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776" y="2228850"/>
                <a:ext cx="120650" cy="92075"/>
              </a:xfrm>
              <a:custGeom>
                <a:avLst/>
                <a:gdLst>
                  <a:gd name="T0" fmla="*/ 373 w 378"/>
                  <a:gd name="T1" fmla="*/ 37 h 233"/>
                  <a:gd name="T2" fmla="*/ 378 w 378"/>
                  <a:gd name="T3" fmla="*/ 73 h 233"/>
                  <a:gd name="T4" fmla="*/ 377 w 378"/>
                  <a:gd name="T5" fmla="*/ 94 h 233"/>
                  <a:gd name="T6" fmla="*/ 373 w 378"/>
                  <a:gd name="T7" fmla="*/ 106 h 233"/>
                  <a:gd name="T8" fmla="*/ 367 w 378"/>
                  <a:gd name="T9" fmla="*/ 118 h 233"/>
                  <a:gd name="T10" fmla="*/ 350 w 378"/>
                  <a:gd name="T11" fmla="*/ 134 h 233"/>
                  <a:gd name="T12" fmla="*/ 325 w 378"/>
                  <a:gd name="T13" fmla="*/ 154 h 233"/>
                  <a:gd name="T14" fmla="*/ 292 w 378"/>
                  <a:gd name="T15" fmla="*/ 175 h 233"/>
                  <a:gd name="T16" fmla="*/ 256 w 378"/>
                  <a:gd name="T17" fmla="*/ 195 h 233"/>
                  <a:gd name="T18" fmla="*/ 218 w 378"/>
                  <a:gd name="T19" fmla="*/ 213 h 233"/>
                  <a:gd name="T20" fmla="*/ 181 w 378"/>
                  <a:gd name="T21" fmla="*/ 227 h 233"/>
                  <a:gd name="T22" fmla="*/ 155 w 378"/>
                  <a:gd name="T23" fmla="*/ 232 h 233"/>
                  <a:gd name="T24" fmla="*/ 140 w 378"/>
                  <a:gd name="T25" fmla="*/ 233 h 233"/>
                  <a:gd name="T26" fmla="*/ 117 w 378"/>
                  <a:gd name="T27" fmla="*/ 231 h 233"/>
                  <a:gd name="T28" fmla="*/ 90 w 378"/>
                  <a:gd name="T29" fmla="*/ 226 h 233"/>
                  <a:gd name="T30" fmla="*/ 65 w 378"/>
                  <a:gd name="T31" fmla="*/ 219 h 233"/>
                  <a:gd name="T32" fmla="*/ 42 w 378"/>
                  <a:gd name="T33" fmla="*/ 211 h 233"/>
                  <a:gd name="T34" fmla="*/ 25 w 378"/>
                  <a:gd name="T35" fmla="*/ 201 h 233"/>
                  <a:gd name="T36" fmla="*/ 11 w 378"/>
                  <a:gd name="T37" fmla="*/ 191 h 233"/>
                  <a:gd name="T38" fmla="*/ 2 w 378"/>
                  <a:gd name="T39" fmla="*/ 180 h 233"/>
                  <a:gd name="T40" fmla="*/ 0 w 378"/>
                  <a:gd name="T41" fmla="*/ 169 h 233"/>
                  <a:gd name="T42" fmla="*/ 3 w 378"/>
                  <a:gd name="T43" fmla="*/ 158 h 233"/>
                  <a:gd name="T44" fmla="*/ 15 w 378"/>
                  <a:gd name="T45" fmla="*/ 141 h 233"/>
                  <a:gd name="T46" fmla="*/ 43 w 378"/>
                  <a:gd name="T47" fmla="*/ 108 h 233"/>
                  <a:gd name="T48" fmla="*/ 83 w 378"/>
                  <a:gd name="T49" fmla="*/ 72 h 233"/>
                  <a:gd name="T50" fmla="*/ 113 w 378"/>
                  <a:gd name="T51" fmla="*/ 50 h 233"/>
                  <a:gd name="T52" fmla="*/ 145 w 378"/>
                  <a:gd name="T53" fmla="*/ 30 h 233"/>
                  <a:gd name="T54" fmla="*/ 175 w 378"/>
                  <a:gd name="T55" fmla="*/ 15 h 233"/>
                  <a:gd name="T56" fmla="*/ 203 w 378"/>
                  <a:gd name="T57" fmla="*/ 7 h 233"/>
                  <a:gd name="T58" fmla="*/ 233 w 378"/>
                  <a:gd name="T59" fmla="*/ 2 h 233"/>
                  <a:gd name="T60" fmla="*/ 263 w 378"/>
                  <a:gd name="T61" fmla="*/ 0 h 233"/>
                  <a:gd name="T62" fmla="*/ 293 w 378"/>
                  <a:gd name="T63" fmla="*/ 1 h 233"/>
                  <a:gd name="T64" fmla="*/ 320 w 378"/>
                  <a:gd name="T65" fmla="*/ 4 h 233"/>
                  <a:gd name="T66" fmla="*/ 342 w 378"/>
                  <a:gd name="T67" fmla="*/ 9 h 233"/>
                  <a:gd name="T68" fmla="*/ 360 w 378"/>
                  <a:gd name="T69" fmla="*/ 16 h 233"/>
                  <a:gd name="T70" fmla="*/ 370 w 378"/>
                  <a:gd name="T71" fmla="*/ 24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78" h="233">
                    <a:moveTo>
                      <a:pt x="371" y="28"/>
                    </a:moveTo>
                    <a:lnTo>
                      <a:pt x="373" y="37"/>
                    </a:lnTo>
                    <a:lnTo>
                      <a:pt x="377" y="59"/>
                    </a:lnTo>
                    <a:lnTo>
                      <a:pt x="378" y="73"/>
                    </a:lnTo>
                    <a:lnTo>
                      <a:pt x="378" y="87"/>
                    </a:lnTo>
                    <a:lnTo>
                      <a:pt x="377" y="94"/>
                    </a:lnTo>
                    <a:lnTo>
                      <a:pt x="376" y="100"/>
                    </a:lnTo>
                    <a:lnTo>
                      <a:pt x="373" y="106"/>
                    </a:lnTo>
                    <a:lnTo>
                      <a:pt x="371" y="112"/>
                    </a:lnTo>
                    <a:lnTo>
                      <a:pt x="367" y="118"/>
                    </a:lnTo>
                    <a:lnTo>
                      <a:pt x="360" y="125"/>
                    </a:lnTo>
                    <a:lnTo>
                      <a:pt x="350" y="134"/>
                    </a:lnTo>
                    <a:lnTo>
                      <a:pt x="338" y="144"/>
                    </a:lnTo>
                    <a:lnTo>
                      <a:pt x="325" y="154"/>
                    </a:lnTo>
                    <a:lnTo>
                      <a:pt x="308" y="164"/>
                    </a:lnTo>
                    <a:lnTo>
                      <a:pt x="292" y="175"/>
                    </a:lnTo>
                    <a:lnTo>
                      <a:pt x="275" y="185"/>
                    </a:lnTo>
                    <a:lnTo>
                      <a:pt x="256" y="195"/>
                    </a:lnTo>
                    <a:lnTo>
                      <a:pt x="237" y="205"/>
                    </a:lnTo>
                    <a:lnTo>
                      <a:pt x="218" y="213"/>
                    </a:lnTo>
                    <a:lnTo>
                      <a:pt x="200" y="221"/>
                    </a:lnTo>
                    <a:lnTo>
                      <a:pt x="181" y="227"/>
                    </a:lnTo>
                    <a:lnTo>
                      <a:pt x="163" y="231"/>
                    </a:lnTo>
                    <a:lnTo>
                      <a:pt x="155" y="232"/>
                    </a:lnTo>
                    <a:lnTo>
                      <a:pt x="147" y="233"/>
                    </a:lnTo>
                    <a:lnTo>
                      <a:pt x="140" y="233"/>
                    </a:lnTo>
                    <a:lnTo>
                      <a:pt x="131" y="233"/>
                    </a:lnTo>
                    <a:lnTo>
                      <a:pt x="117" y="231"/>
                    </a:lnTo>
                    <a:lnTo>
                      <a:pt x="103" y="229"/>
                    </a:lnTo>
                    <a:lnTo>
                      <a:pt x="90" y="226"/>
                    </a:lnTo>
                    <a:lnTo>
                      <a:pt x="77" y="223"/>
                    </a:lnTo>
                    <a:lnTo>
                      <a:pt x="65" y="219"/>
                    </a:lnTo>
                    <a:lnTo>
                      <a:pt x="53" y="215"/>
                    </a:lnTo>
                    <a:lnTo>
                      <a:pt x="42" y="211"/>
                    </a:lnTo>
                    <a:lnTo>
                      <a:pt x="33" y="206"/>
                    </a:lnTo>
                    <a:lnTo>
                      <a:pt x="25" y="201"/>
                    </a:lnTo>
                    <a:lnTo>
                      <a:pt x="17" y="196"/>
                    </a:lnTo>
                    <a:lnTo>
                      <a:pt x="11" y="191"/>
                    </a:lnTo>
                    <a:lnTo>
                      <a:pt x="6" y="185"/>
                    </a:lnTo>
                    <a:lnTo>
                      <a:pt x="2" y="180"/>
                    </a:lnTo>
                    <a:lnTo>
                      <a:pt x="1" y="174"/>
                    </a:lnTo>
                    <a:lnTo>
                      <a:pt x="0" y="169"/>
                    </a:lnTo>
                    <a:lnTo>
                      <a:pt x="1" y="164"/>
                    </a:lnTo>
                    <a:lnTo>
                      <a:pt x="3" y="158"/>
                    </a:lnTo>
                    <a:lnTo>
                      <a:pt x="8" y="150"/>
                    </a:lnTo>
                    <a:lnTo>
                      <a:pt x="15" y="141"/>
                    </a:lnTo>
                    <a:lnTo>
                      <a:pt x="23" y="131"/>
                    </a:lnTo>
                    <a:lnTo>
                      <a:pt x="43" y="108"/>
                    </a:lnTo>
                    <a:lnTo>
                      <a:pt x="70" y="84"/>
                    </a:lnTo>
                    <a:lnTo>
                      <a:pt x="83" y="72"/>
                    </a:lnTo>
                    <a:lnTo>
                      <a:pt x="98" y="61"/>
                    </a:lnTo>
                    <a:lnTo>
                      <a:pt x="113" y="50"/>
                    </a:lnTo>
                    <a:lnTo>
                      <a:pt x="128" y="39"/>
                    </a:lnTo>
                    <a:lnTo>
                      <a:pt x="145" y="30"/>
                    </a:lnTo>
                    <a:lnTo>
                      <a:pt x="160" y="22"/>
                    </a:lnTo>
                    <a:lnTo>
                      <a:pt x="175" y="15"/>
                    </a:lnTo>
                    <a:lnTo>
                      <a:pt x="188" y="10"/>
                    </a:lnTo>
                    <a:lnTo>
                      <a:pt x="203" y="7"/>
                    </a:lnTo>
                    <a:lnTo>
                      <a:pt x="218" y="4"/>
                    </a:lnTo>
                    <a:lnTo>
                      <a:pt x="233" y="2"/>
                    </a:lnTo>
                    <a:lnTo>
                      <a:pt x="248" y="1"/>
                    </a:lnTo>
                    <a:lnTo>
                      <a:pt x="263" y="0"/>
                    </a:lnTo>
                    <a:lnTo>
                      <a:pt x="278" y="0"/>
                    </a:lnTo>
                    <a:lnTo>
                      <a:pt x="293" y="1"/>
                    </a:lnTo>
                    <a:lnTo>
                      <a:pt x="307" y="2"/>
                    </a:lnTo>
                    <a:lnTo>
                      <a:pt x="320" y="4"/>
                    </a:lnTo>
                    <a:lnTo>
                      <a:pt x="331" y="7"/>
                    </a:lnTo>
                    <a:lnTo>
                      <a:pt x="342" y="9"/>
                    </a:lnTo>
                    <a:lnTo>
                      <a:pt x="351" y="12"/>
                    </a:lnTo>
                    <a:lnTo>
                      <a:pt x="360" y="16"/>
                    </a:lnTo>
                    <a:lnTo>
                      <a:pt x="365" y="20"/>
                    </a:lnTo>
                    <a:lnTo>
                      <a:pt x="370" y="24"/>
                    </a:lnTo>
                    <a:lnTo>
                      <a:pt x="371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7" name="Freeform 25">
                <a:extLst>
                  <a:ext uri="{FF2B5EF4-FFF2-40B4-BE49-F238E27FC236}">
                    <a16:creationId xmlns:a16="http://schemas.microsoft.com/office/drawing/2014/main" id="{4D7673E3-0A11-4F96-9514-88FB979F4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926" y="1936750"/>
                <a:ext cx="255588" cy="306388"/>
              </a:xfrm>
              <a:custGeom>
                <a:avLst/>
                <a:gdLst>
                  <a:gd name="T0" fmla="*/ 797 w 803"/>
                  <a:gd name="T1" fmla="*/ 52 h 770"/>
                  <a:gd name="T2" fmla="*/ 803 w 803"/>
                  <a:gd name="T3" fmla="*/ 74 h 770"/>
                  <a:gd name="T4" fmla="*/ 802 w 803"/>
                  <a:gd name="T5" fmla="*/ 97 h 770"/>
                  <a:gd name="T6" fmla="*/ 793 w 803"/>
                  <a:gd name="T7" fmla="*/ 126 h 770"/>
                  <a:gd name="T8" fmla="*/ 778 w 803"/>
                  <a:gd name="T9" fmla="*/ 151 h 770"/>
                  <a:gd name="T10" fmla="*/ 763 w 803"/>
                  <a:gd name="T11" fmla="*/ 169 h 770"/>
                  <a:gd name="T12" fmla="*/ 743 w 803"/>
                  <a:gd name="T13" fmla="*/ 188 h 770"/>
                  <a:gd name="T14" fmla="*/ 718 w 803"/>
                  <a:gd name="T15" fmla="*/ 208 h 770"/>
                  <a:gd name="T16" fmla="*/ 688 w 803"/>
                  <a:gd name="T17" fmla="*/ 230 h 770"/>
                  <a:gd name="T18" fmla="*/ 652 w 803"/>
                  <a:gd name="T19" fmla="*/ 251 h 770"/>
                  <a:gd name="T20" fmla="*/ 591 w 803"/>
                  <a:gd name="T21" fmla="*/ 283 h 770"/>
                  <a:gd name="T22" fmla="*/ 517 w 803"/>
                  <a:gd name="T23" fmla="*/ 318 h 770"/>
                  <a:gd name="T24" fmla="*/ 424 w 803"/>
                  <a:gd name="T25" fmla="*/ 357 h 770"/>
                  <a:gd name="T26" fmla="*/ 338 w 803"/>
                  <a:gd name="T27" fmla="*/ 389 h 770"/>
                  <a:gd name="T28" fmla="*/ 296 w 803"/>
                  <a:gd name="T29" fmla="*/ 402 h 770"/>
                  <a:gd name="T30" fmla="*/ 210 w 803"/>
                  <a:gd name="T31" fmla="*/ 759 h 770"/>
                  <a:gd name="T32" fmla="*/ 187 w 803"/>
                  <a:gd name="T33" fmla="*/ 764 h 770"/>
                  <a:gd name="T34" fmla="*/ 131 w 803"/>
                  <a:gd name="T35" fmla="*/ 770 h 770"/>
                  <a:gd name="T36" fmla="*/ 97 w 803"/>
                  <a:gd name="T37" fmla="*/ 770 h 770"/>
                  <a:gd name="T38" fmla="*/ 62 w 803"/>
                  <a:gd name="T39" fmla="*/ 766 h 770"/>
                  <a:gd name="T40" fmla="*/ 30 w 803"/>
                  <a:gd name="T41" fmla="*/ 756 h 770"/>
                  <a:gd name="T42" fmla="*/ 15 w 803"/>
                  <a:gd name="T43" fmla="*/ 748 h 770"/>
                  <a:gd name="T44" fmla="*/ 0 w 803"/>
                  <a:gd name="T45" fmla="*/ 739 h 770"/>
                  <a:gd name="T46" fmla="*/ 11 w 803"/>
                  <a:gd name="T47" fmla="*/ 679 h 770"/>
                  <a:gd name="T48" fmla="*/ 36 w 803"/>
                  <a:gd name="T49" fmla="*/ 544 h 770"/>
                  <a:gd name="T50" fmla="*/ 66 w 803"/>
                  <a:gd name="T51" fmla="*/ 397 h 770"/>
                  <a:gd name="T52" fmla="*/ 80 w 803"/>
                  <a:gd name="T53" fmla="*/ 340 h 770"/>
                  <a:gd name="T54" fmla="*/ 90 w 803"/>
                  <a:gd name="T55" fmla="*/ 304 h 770"/>
                  <a:gd name="T56" fmla="*/ 103 w 803"/>
                  <a:gd name="T57" fmla="*/ 280 h 770"/>
                  <a:gd name="T58" fmla="*/ 127 w 803"/>
                  <a:gd name="T59" fmla="*/ 254 h 770"/>
                  <a:gd name="T60" fmla="*/ 160 w 803"/>
                  <a:gd name="T61" fmla="*/ 225 h 770"/>
                  <a:gd name="T62" fmla="*/ 202 w 803"/>
                  <a:gd name="T63" fmla="*/ 194 h 770"/>
                  <a:gd name="T64" fmla="*/ 257 w 803"/>
                  <a:gd name="T65" fmla="*/ 160 h 770"/>
                  <a:gd name="T66" fmla="*/ 323 w 803"/>
                  <a:gd name="T67" fmla="*/ 125 h 770"/>
                  <a:gd name="T68" fmla="*/ 402 w 803"/>
                  <a:gd name="T69" fmla="*/ 87 h 770"/>
                  <a:gd name="T70" fmla="*/ 494 w 803"/>
                  <a:gd name="T71" fmla="*/ 48 h 770"/>
                  <a:gd name="T72" fmla="*/ 541 w 803"/>
                  <a:gd name="T73" fmla="*/ 30 h 770"/>
                  <a:gd name="T74" fmla="*/ 583 w 803"/>
                  <a:gd name="T75" fmla="*/ 17 h 770"/>
                  <a:gd name="T76" fmla="*/ 621 w 803"/>
                  <a:gd name="T77" fmla="*/ 8 h 770"/>
                  <a:gd name="T78" fmla="*/ 653 w 803"/>
                  <a:gd name="T79" fmla="*/ 2 h 770"/>
                  <a:gd name="T80" fmla="*/ 681 w 803"/>
                  <a:gd name="T81" fmla="*/ 0 h 770"/>
                  <a:gd name="T82" fmla="*/ 706 w 803"/>
                  <a:gd name="T83" fmla="*/ 1 h 770"/>
                  <a:gd name="T84" fmla="*/ 726 w 803"/>
                  <a:gd name="T85" fmla="*/ 3 h 770"/>
                  <a:gd name="T86" fmla="*/ 743 w 803"/>
                  <a:gd name="T87" fmla="*/ 8 h 770"/>
                  <a:gd name="T88" fmla="*/ 769 w 803"/>
                  <a:gd name="T89" fmla="*/ 20 h 770"/>
                  <a:gd name="T90" fmla="*/ 784 w 803"/>
                  <a:gd name="T91" fmla="*/ 33 h 770"/>
                  <a:gd name="T92" fmla="*/ 794 w 803"/>
                  <a:gd name="T93" fmla="*/ 48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03" h="770">
                    <a:moveTo>
                      <a:pt x="794" y="48"/>
                    </a:moveTo>
                    <a:lnTo>
                      <a:pt x="797" y="52"/>
                    </a:lnTo>
                    <a:lnTo>
                      <a:pt x="801" y="65"/>
                    </a:lnTo>
                    <a:lnTo>
                      <a:pt x="803" y="74"/>
                    </a:lnTo>
                    <a:lnTo>
                      <a:pt x="803" y="84"/>
                    </a:lnTo>
                    <a:lnTo>
                      <a:pt x="802" y="97"/>
                    </a:lnTo>
                    <a:lnTo>
                      <a:pt x="799" y="110"/>
                    </a:lnTo>
                    <a:lnTo>
                      <a:pt x="793" y="126"/>
                    </a:lnTo>
                    <a:lnTo>
                      <a:pt x="784" y="142"/>
                    </a:lnTo>
                    <a:lnTo>
                      <a:pt x="778" y="151"/>
                    </a:lnTo>
                    <a:lnTo>
                      <a:pt x="771" y="160"/>
                    </a:lnTo>
                    <a:lnTo>
                      <a:pt x="763" y="169"/>
                    </a:lnTo>
                    <a:lnTo>
                      <a:pt x="754" y="179"/>
                    </a:lnTo>
                    <a:lnTo>
                      <a:pt x="743" y="188"/>
                    </a:lnTo>
                    <a:lnTo>
                      <a:pt x="732" y="198"/>
                    </a:lnTo>
                    <a:lnTo>
                      <a:pt x="718" y="208"/>
                    </a:lnTo>
                    <a:lnTo>
                      <a:pt x="704" y="219"/>
                    </a:lnTo>
                    <a:lnTo>
                      <a:pt x="688" y="230"/>
                    </a:lnTo>
                    <a:lnTo>
                      <a:pt x="671" y="240"/>
                    </a:lnTo>
                    <a:lnTo>
                      <a:pt x="652" y="251"/>
                    </a:lnTo>
                    <a:lnTo>
                      <a:pt x="631" y="262"/>
                    </a:lnTo>
                    <a:lnTo>
                      <a:pt x="591" y="283"/>
                    </a:lnTo>
                    <a:lnTo>
                      <a:pt x="552" y="301"/>
                    </a:lnTo>
                    <a:lnTo>
                      <a:pt x="517" y="318"/>
                    </a:lnTo>
                    <a:lnTo>
                      <a:pt x="483" y="333"/>
                    </a:lnTo>
                    <a:lnTo>
                      <a:pt x="424" y="357"/>
                    </a:lnTo>
                    <a:lnTo>
                      <a:pt x="377" y="376"/>
                    </a:lnTo>
                    <a:lnTo>
                      <a:pt x="338" y="389"/>
                    </a:lnTo>
                    <a:lnTo>
                      <a:pt x="312" y="398"/>
                    </a:lnTo>
                    <a:lnTo>
                      <a:pt x="296" y="402"/>
                    </a:lnTo>
                    <a:lnTo>
                      <a:pt x="290" y="403"/>
                    </a:lnTo>
                    <a:lnTo>
                      <a:pt x="210" y="759"/>
                    </a:lnTo>
                    <a:lnTo>
                      <a:pt x="203" y="760"/>
                    </a:lnTo>
                    <a:lnTo>
                      <a:pt x="187" y="764"/>
                    </a:lnTo>
                    <a:lnTo>
                      <a:pt x="162" y="767"/>
                    </a:lnTo>
                    <a:lnTo>
                      <a:pt x="131" y="770"/>
                    </a:lnTo>
                    <a:lnTo>
                      <a:pt x="115" y="770"/>
                    </a:lnTo>
                    <a:lnTo>
                      <a:pt x="97" y="770"/>
                    </a:lnTo>
                    <a:lnTo>
                      <a:pt x="80" y="768"/>
                    </a:lnTo>
                    <a:lnTo>
                      <a:pt x="62" y="766"/>
                    </a:lnTo>
                    <a:lnTo>
                      <a:pt x="46" y="762"/>
                    </a:lnTo>
                    <a:lnTo>
                      <a:pt x="30" y="756"/>
                    </a:lnTo>
                    <a:lnTo>
                      <a:pt x="21" y="752"/>
                    </a:lnTo>
                    <a:lnTo>
                      <a:pt x="15" y="748"/>
                    </a:lnTo>
                    <a:lnTo>
                      <a:pt x="7" y="744"/>
                    </a:lnTo>
                    <a:lnTo>
                      <a:pt x="0" y="739"/>
                    </a:lnTo>
                    <a:lnTo>
                      <a:pt x="3" y="723"/>
                    </a:lnTo>
                    <a:lnTo>
                      <a:pt x="11" y="679"/>
                    </a:lnTo>
                    <a:lnTo>
                      <a:pt x="22" y="617"/>
                    </a:lnTo>
                    <a:lnTo>
                      <a:pt x="36" y="544"/>
                    </a:lnTo>
                    <a:lnTo>
                      <a:pt x="51" y="468"/>
                    </a:lnTo>
                    <a:lnTo>
                      <a:pt x="66" y="397"/>
                    </a:lnTo>
                    <a:lnTo>
                      <a:pt x="72" y="366"/>
                    </a:lnTo>
                    <a:lnTo>
                      <a:pt x="80" y="340"/>
                    </a:lnTo>
                    <a:lnTo>
                      <a:pt x="85" y="318"/>
                    </a:lnTo>
                    <a:lnTo>
                      <a:pt x="90" y="304"/>
                    </a:lnTo>
                    <a:lnTo>
                      <a:pt x="96" y="292"/>
                    </a:lnTo>
                    <a:lnTo>
                      <a:pt x="103" y="280"/>
                    </a:lnTo>
                    <a:lnTo>
                      <a:pt x="113" y="267"/>
                    </a:lnTo>
                    <a:lnTo>
                      <a:pt x="127" y="254"/>
                    </a:lnTo>
                    <a:lnTo>
                      <a:pt x="142" y="239"/>
                    </a:lnTo>
                    <a:lnTo>
                      <a:pt x="160" y="225"/>
                    </a:lnTo>
                    <a:lnTo>
                      <a:pt x="180" y="210"/>
                    </a:lnTo>
                    <a:lnTo>
                      <a:pt x="202" y="194"/>
                    </a:lnTo>
                    <a:lnTo>
                      <a:pt x="228" y="177"/>
                    </a:lnTo>
                    <a:lnTo>
                      <a:pt x="257" y="160"/>
                    </a:lnTo>
                    <a:lnTo>
                      <a:pt x="288" y="143"/>
                    </a:lnTo>
                    <a:lnTo>
                      <a:pt x="323" y="125"/>
                    </a:lnTo>
                    <a:lnTo>
                      <a:pt x="361" y="106"/>
                    </a:lnTo>
                    <a:lnTo>
                      <a:pt x="402" y="87"/>
                    </a:lnTo>
                    <a:lnTo>
                      <a:pt x="447" y="68"/>
                    </a:lnTo>
                    <a:lnTo>
                      <a:pt x="494" y="48"/>
                    </a:lnTo>
                    <a:lnTo>
                      <a:pt x="518" y="38"/>
                    </a:lnTo>
                    <a:lnTo>
                      <a:pt x="541" y="30"/>
                    </a:lnTo>
                    <a:lnTo>
                      <a:pt x="563" y="23"/>
                    </a:lnTo>
                    <a:lnTo>
                      <a:pt x="583" y="17"/>
                    </a:lnTo>
                    <a:lnTo>
                      <a:pt x="602" y="12"/>
                    </a:lnTo>
                    <a:lnTo>
                      <a:pt x="621" y="8"/>
                    </a:lnTo>
                    <a:lnTo>
                      <a:pt x="637" y="5"/>
                    </a:lnTo>
                    <a:lnTo>
                      <a:pt x="653" y="2"/>
                    </a:lnTo>
                    <a:lnTo>
                      <a:pt x="667" y="1"/>
                    </a:lnTo>
                    <a:lnTo>
                      <a:pt x="681" y="0"/>
                    </a:lnTo>
                    <a:lnTo>
                      <a:pt x="693" y="0"/>
                    </a:lnTo>
                    <a:lnTo>
                      <a:pt x="706" y="1"/>
                    </a:lnTo>
                    <a:lnTo>
                      <a:pt x="716" y="2"/>
                    </a:lnTo>
                    <a:lnTo>
                      <a:pt x="726" y="3"/>
                    </a:lnTo>
                    <a:lnTo>
                      <a:pt x="736" y="5"/>
                    </a:lnTo>
                    <a:lnTo>
                      <a:pt x="743" y="8"/>
                    </a:lnTo>
                    <a:lnTo>
                      <a:pt x="757" y="13"/>
                    </a:lnTo>
                    <a:lnTo>
                      <a:pt x="769" y="20"/>
                    </a:lnTo>
                    <a:lnTo>
                      <a:pt x="778" y="26"/>
                    </a:lnTo>
                    <a:lnTo>
                      <a:pt x="784" y="33"/>
                    </a:lnTo>
                    <a:lnTo>
                      <a:pt x="792" y="44"/>
                    </a:lnTo>
                    <a:lnTo>
                      <a:pt x="794" y="48"/>
                    </a:lnTo>
                    <a:close/>
                  </a:path>
                </a:pathLst>
              </a:custGeom>
              <a:solidFill>
                <a:srgbClr val="4444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8" name="Freeform 26">
                <a:extLst>
                  <a:ext uri="{FF2B5EF4-FFF2-40B4-BE49-F238E27FC236}">
                    <a16:creationId xmlns:a16="http://schemas.microsoft.com/office/drawing/2014/main" id="{B3AAA27D-010E-4CEB-870E-8D1AB1FCA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326" y="2255838"/>
                <a:ext cx="119063" cy="93663"/>
              </a:xfrm>
              <a:custGeom>
                <a:avLst/>
                <a:gdLst>
                  <a:gd name="T0" fmla="*/ 374 w 379"/>
                  <a:gd name="T1" fmla="*/ 37 h 233"/>
                  <a:gd name="T2" fmla="*/ 379 w 379"/>
                  <a:gd name="T3" fmla="*/ 73 h 233"/>
                  <a:gd name="T4" fmla="*/ 377 w 379"/>
                  <a:gd name="T5" fmla="*/ 93 h 233"/>
                  <a:gd name="T6" fmla="*/ 374 w 379"/>
                  <a:gd name="T7" fmla="*/ 106 h 233"/>
                  <a:gd name="T8" fmla="*/ 367 w 379"/>
                  <a:gd name="T9" fmla="*/ 118 h 233"/>
                  <a:gd name="T10" fmla="*/ 350 w 379"/>
                  <a:gd name="T11" fmla="*/ 134 h 233"/>
                  <a:gd name="T12" fmla="*/ 325 w 379"/>
                  <a:gd name="T13" fmla="*/ 153 h 233"/>
                  <a:gd name="T14" fmla="*/ 292 w 379"/>
                  <a:gd name="T15" fmla="*/ 174 h 233"/>
                  <a:gd name="T16" fmla="*/ 257 w 379"/>
                  <a:gd name="T17" fmla="*/ 195 h 233"/>
                  <a:gd name="T18" fmla="*/ 219 w 379"/>
                  <a:gd name="T19" fmla="*/ 213 h 233"/>
                  <a:gd name="T20" fmla="*/ 183 w 379"/>
                  <a:gd name="T21" fmla="*/ 226 h 233"/>
                  <a:gd name="T22" fmla="*/ 156 w 379"/>
                  <a:gd name="T23" fmla="*/ 232 h 233"/>
                  <a:gd name="T24" fmla="*/ 140 w 379"/>
                  <a:gd name="T25" fmla="*/ 233 h 233"/>
                  <a:gd name="T26" fmla="*/ 118 w 379"/>
                  <a:gd name="T27" fmla="*/ 231 h 233"/>
                  <a:gd name="T28" fmla="*/ 90 w 379"/>
                  <a:gd name="T29" fmla="*/ 226 h 233"/>
                  <a:gd name="T30" fmla="*/ 65 w 379"/>
                  <a:gd name="T31" fmla="*/ 219 h 233"/>
                  <a:gd name="T32" fmla="*/ 44 w 379"/>
                  <a:gd name="T33" fmla="*/ 210 h 233"/>
                  <a:gd name="T34" fmla="*/ 25 w 379"/>
                  <a:gd name="T35" fmla="*/ 201 h 233"/>
                  <a:gd name="T36" fmla="*/ 11 w 379"/>
                  <a:gd name="T37" fmla="*/ 190 h 233"/>
                  <a:gd name="T38" fmla="*/ 3 w 379"/>
                  <a:gd name="T39" fmla="*/ 180 h 233"/>
                  <a:gd name="T40" fmla="*/ 0 w 379"/>
                  <a:gd name="T41" fmla="*/ 169 h 233"/>
                  <a:gd name="T42" fmla="*/ 4 w 379"/>
                  <a:gd name="T43" fmla="*/ 157 h 233"/>
                  <a:gd name="T44" fmla="*/ 15 w 379"/>
                  <a:gd name="T45" fmla="*/ 141 h 233"/>
                  <a:gd name="T46" fmla="*/ 44 w 379"/>
                  <a:gd name="T47" fmla="*/ 108 h 233"/>
                  <a:gd name="T48" fmla="*/ 84 w 379"/>
                  <a:gd name="T49" fmla="*/ 72 h 233"/>
                  <a:gd name="T50" fmla="*/ 114 w 379"/>
                  <a:gd name="T51" fmla="*/ 49 h 233"/>
                  <a:gd name="T52" fmla="*/ 145 w 379"/>
                  <a:gd name="T53" fmla="*/ 29 h 233"/>
                  <a:gd name="T54" fmla="*/ 175 w 379"/>
                  <a:gd name="T55" fmla="*/ 15 h 233"/>
                  <a:gd name="T56" fmla="*/ 204 w 379"/>
                  <a:gd name="T57" fmla="*/ 6 h 233"/>
                  <a:gd name="T58" fmla="*/ 234 w 379"/>
                  <a:gd name="T59" fmla="*/ 2 h 233"/>
                  <a:gd name="T60" fmla="*/ 265 w 379"/>
                  <a:gd name="T61" fmla="*/ 0 h 233"/>
                  <a:gd name="T62" fmla="*/ 294 w 379"/>
                  <a:gd name="T63" fmla="*/ 1 h 233"/>
                  <a:gd name="T64" fmla="*/ 320 w 379"/>
                  <a:gd name="T65" fmla="*/ 4 h 233"/>
                  <a:gd name="T66" fmla="*/ 342 w 379"/>
                  <a:gd name="T67" fmla="*/ 9 h 233"/>
                  <a:gd name="T68" fmla="*/ 360 w 379"/>
                  <a:gd name="T69" fmla="*/ 16 h 233"/>
                  <a:gd name="T70" fmla="*/ 370 w 379"/>
                  <a:gd name="T71" fmla="*/ 2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79" h="233">
                    <a:moveTo>
                      <a:pt x="371" y="28"/>
                    </a:moveTo>
                    <a:lnTo>
                      <a:pt x="374" y="37"/>
                    </a:lnTo>
                    <a:lnTo>
                      <a:pt x="377" y="59"/>
                    </a:lnTo>
                    <a:lnTo>
                      <a:pt x="379" y="73"/>
                    </a:lnTo>
                    <a:lnTo>
                      <a:pt x="379" y="87"/>
                    </a:lnTo>
                    <a:lnTo>
                      <a:pt x="377" y="93"/>
                    </a:lnTo>
                    <a:lnTo>
                      <a:pt x="376" y="100"/>
                    </a:lnTo>
                    <a:lnTo>
                      <a:pt x="374" y="106"/>
                    </a:lnTo>
                    <a:lnTo>
                      <a:pt x="371" y="111"/>
                    </a:lnTo>
                    <a:lnTo>
                      <a:pt x="367" y="118"/>
                    </a:lnTo>
                    <a:lnTo>
                      <a:pt x="360" y="125"/>
                    </a:lnTo>
                    <a:lnTo>
                      <a:pt x="350" y="134"/>
                    </a:lnTo>
                    <a:lnTo>
                      <a:pt x="339" y="143"/>
                    </a:lnTo>
                    <a:lnTo>
                      <a:pt x="325" y="153"/>
                    </a:lnTo>
                    <a:lnTo>
                      <a:pt x="310" y="164"/>
                    </a:lnTo>
                    <a:lnTo>
                      <a:pt x="292" y="174"/>
                    </a:lnTo>
                    <a:lnTo>
                      <a:pt x="275" y="185"/>
                    </a:lnTo>
                    <a:lnTo>
                      <a:pt x="257" y="195"/>
                    </a:lnTo>
                    <a:lnTo>
                      <a:pt x="237" y="205"/>
                    </a:lnTo>
                    <a:lnTo>
                      <a:pt x="219" y="213"/>
                    </a:lnTo>
                    <a:lnTo>
                      <a:pt x="200" y="220"/>
                    </a:lnTo>
                    <a:lnTo>
                      <a:pt x="183" y="226"/>
                    </a:lnTo>
                    <a:lnTo>
                      <a:pt x="164" y="230"/>
                    </a:lnTo>
                    <a:lnTo>
                      <a:pt x="156" y="232"/>
                    </a:lnTo>
                    <a:lnTo>
                      <a:pt x="148" y="232"/>
                    </a:lnTo>
                    <a:lnTo>
                      <a:pt x="140" y="233"/>
                    </a:lnTo>
                    <a:lnTo>
                      <a:pt x="133" y="232"/>
                    </a:lnTo>
                    <a:lnTo>
                      <a:pt x="118" y="231"/>
                    </a:lnTo>
                    <a:lnTo>
                      <a:pt x="104" y="228"/>
                    </a:lnTo>
                    <a:lnTo>
                      <a:pt x="90" y="226"/>
                    </a:lnTo>
                    <a:lnTo>
                      <a:pt x="78" y="223"/>
                    </a:lnTo>
                    <a:lnTo>
                      <a:pt x="65" y="219"/>
                    </a:lnTo>
                    <a:lnTo>
                      <a:pt x="54" y="215"/>
                    </a:lnTo>
                    <a:lnTo>
                      <a:pt x="44" y="210"/>
                    </a:lnTo>
                    <a:lnTo>
                      <a:pt x="34" y="206"/>
                    </a:lnTo>
                    <a:lnTo>
                      <a:pt x="25" y="201"/>
                    </a:lnTo>
                    <a:lnTo>
                      <a:pt x="18" y="196"/>
                    </a:lnTo>
                    <a:lnTo>
                      <a:pt x="11" y="190"/>
                    </a:lnTo>
                    <a:lnTo>
                      <a:pt x="6" y="185"/>
                    </a:lnTo>
                    <a:lnTo>
                      <a:pt x="3" y="180"/>
                    </a:lnTo>
                    <a:lnTo>
                      <a:pt x="1" y="174"/>
                    </a:lnTo>
                    <a:lnTo>
                      <a:pt x="0" y="169"/>
                    </a:lnTo>
                    <a:lnTo>
                      <a:pt x="1" y="163"/>
                    </a:lnTo>
                    <a:lnTo>
                      <a:pt x="4" y="157"/>
                    </a:lnTo>
                    <a:lnTo>
                      <a:pt x="9" y="150"/>
                    </a:lnTo>
                    <a:lnTo>
                      <a:pt x="15" y="141"/>
                    </a:lnTo>
                    <a:lnTo>
                      <a:pt x="24" y="131"/>
                    </a:lnTo>
                    <a:lnTo>
                      <a:pt x="44" y="108"/>
                    </a:lnTo>
                    <a:lnTo>
                      <a:pt x="70" y="84"/>
                    </a:lnTo>
                    <a:lnTo>
                      <a:pt x="84" y="72"/>
                    </a:lnTo>
                    <a:lnTo>
                      <a:pt x="99" y="60"/>
                    </a:lnTo>
                    <a:lnTo>
                      <a:pt x="114" y="49"/>
                    </a:lnTo>
                    <a:lnTo>
                      <a:pt x="129" y="39"/>
                    </a:lnTo>
                    <a:lnTo>
                      <a:pt x="145" y="29"/>
                    </a:lnTo>
                    <a:lnTo>
                      <a:pt x="160" y="21"/>
                    </a:lnTo>
                    <a:lnTo>
                      <a:pt x="175" y="15"/>
                    </a:lnTo>
                    <a:lnTo>
                      <a:pt x="190" y="10"/>
                    </a:lnTo>
                    <a:lnTo>
                      <a:pt x="204" y="6"/>
                    </a:lnTo>
                    <a:lnTo>
                      <a:pt x="219" y="4"/>
                    </a:lnTo>
                    <a:lnTo>
                      <a:pt x="234" y="2"/>
                    </a:lnTo>
                    <a:lnTo>
                      <a:pt x="249" y="0"/>
                    </a:lnTo>
                    <a:lnTo>
                      <a:pt x="265" y="0"/>
                    </a:lnTo>
                    <a:lnTo>
                      <a:pt x="279" y="0"/>
                    </a:lnTo>
                    <a:lnTo>
                      <a:pt x="294" y="1"/>
                    </a:lnTo>
                    <a:lnTo>
                      <a:pt x="307" y="2"/>
                    </a:lnTo>
                    <a:lnTo>
                      <a:pt x="320" y="4"/>
                    </a:lnTo>
                    <a:lnTo>
                      <a:pt x="332" y="6"/>
                    </a:lnTo>
                    <a:lnTo>
                      <a:pt x="342" y="9"/>
                    </a:lnTo>
                    <a:lnTo>
                      <a:pt x="351" y="12"/>
                    </a:lnTo>
                    <a:lnTo>
                      <a:pt x="360" y="16"/>
                    </a:lnTo>
                    <a:lnTo>
                      <a:pt x="365" y="19"/>
                    </a:lnTo>
                    <a:lnTo>
                      <a:pt x="370" y="23"/>
                    </a:lnTo>
                    <a:lnTo>
                      <a:pt x="371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9" name="Freeform 27">
                <a:extLst>
                  <a:ext uri="{FF2B5EF4-FFF2-40B4-BE49-F238E27FC236}">
                    <a16:creationId xmlns:a16="http://schemas.microsoft.com/office/drawing/2014/main" id="{A2B642E3-FFA9-41C6-87E0-D9F0E4EAA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476" y="1965325"/>
                <a:ext cx="254000" cy="304800"/>
              </a:xfrm>
              <a:custGeom>
                <a:avLst/>
                <a:gdLst>
                  <a:gd name="T0" fmla="*/ 796 w 802"/>
                  <a:gd name="T1" fmla="*/ 52 h 770"/>
                  <a:gd name="T2" fmla="*/ 802 w 802"/>
                  <a:gd name="T3" fmla="*/ 73 h 770"/>
                  <a:gd name="T4" fmla="*/ 801 w 802"/>
                  <a:gd name="T5" fmla="*/ 96 h 770"/>
                  <a:gd name="T6" fmla="*/ 792 w 802"/>
                  <a:gd name="T7" fmla="*/ 125 h 770"/>
                  <a:gd name="T8" fmla="*/ 777 w 802"/>
                  <a:gd name="T9" fmla="*/ 150 h 770"/>
                  <a:gd name="T10" fmla="*/ 762 w 802"/>
                  <a:gd name="T11" fmla="*/ 169 h 770"/>
                  <a:gd name="T12" fmla="*/ 742 w 802"/>
                  <a:gd name="T13" fmla="*/ 188 h 770"/>
                  <a:gd name="T14" fmla="*/ 719 w 802"/>
                  <a:gd name="T15" fmla="*/ 208 h 770"/>
                  <a:gd name="T16" fmla="*/ 687 w 802"/>
                  <a:gd name="T17" fmla="*/ 229 h 770"/>
                  <a:gd name="T18" fmla="*/ 651 w 802"/>
                  <a:gd name="T19" fmla="*/ 251 h 770"/>
                  <a:gd name="T20" fmla="*/ 590 w 802"/>
                  <a:gd name="T21" fmla="*/ 282 h 770"/>
                  <a:gd name="T22" fmla="*/ 516 w 802"/>
                  <a:gd name="T23" fmla="*/ 318 h 770"/>
                  <a:gd name="T24" fmla="*/ 424 w 802"/>
                  <a:gd name="T25" fmla="*/ 357 h 770"/>
                  <a:gd name="T26" fmla="*/ 339 w 802"/>
                  <a:gd name="T27" fmla="*/ 389 h 770"/>
                  <a:gd name="T28" fmla="*/ 295 w 802"/>
                  <a:gd name="T29" fmla="*/ 402 h 770"/>
                  <a:gd name="T30" fmla="*/ 209 w 802"/>
                  <a:gd name="T31" fmla="*/ 759 h 770"/>
                  <a:gd name="T32" fmla="*/ 186 w 802"/>
                  <a:gd name="T33" fmla="*/ 763 h 770"/>
                  <a:gd name="T34" fmla="*/ 130 w 802"/>
                  <a:gd name="T35" fmla="*/ 770 h 770"/>
                  <a:gd name="T36" fmla="*/ 96 w 802"/>
                  <a:gd name="T37" fmla="*/ 769 h 770"/>
                  <a:gd name="T38" fmla="*/ 61 w 802"/>
                  <a:gd name="T39" fmla="*/ 765 h 770"/>
                  <a:gd name="T40" fmla="*/ 29 w 802"/>
                  <a:gd name="T41" fmla="*/ 756 h 770"/>
                  <a:gd name="T42" fmla="*/ 14 w 802"/>
                  <a:gd name="T43" fmla="*/ 748 h 770"/>
                  <a:gd name="T44" fmla="*/ 0 w 802"/>
                  <a:gd name="T45" fmla="*/ 739 h 770"/>
                  <a:gd name="T46" fmla="*/ 10 w 802"/>
                  <a:gd name="T47" fmla="*/ 679 h 770"/>
                  <a:gd name="T48" fmla="*/ 35 w 802"/>
                  <a:gd name="T49" fmla="*/ 543 h 770"/>
                  <a:gd name="T50" fmla="*/ 65 w 802"/>
                  <a:gd name="T51" fmla="*/ 397 h 770"/>
                  <a:gd name="T52" fmla="*/ 79 w 802"/>
                  <a:gd name="T53" fmla="*/ 339 h 770"/>
                  <a:gd name="T54" fmla="*/ 89 w 802"/>
                  <a:gd name="T55" fmla="*/ 303 h 770"/>
                  <a:gd name="T56" fmla="*/ 103 w 802"/>
                  <a:gd name="T57" fmla="*/ 279 h 770"/>
                  <a:gd name="T58" fmla="*/ 126 w 802"/>
                  <a:gd name="T59" fmla="*/ 253 h 770"/>
                  <a:gd name="T60" fmla="*/ 159 w 802"/>
                  <a:gd name="T61" fmla="*/ 224 h 770"/>
                  <a:gd name="T62" fmla="*/ 201 w 802"/>
                  <a:gd name="T63" fmla="*/ 193 h 770"/>
                  <a:gd name="T64" fmla="*/ 256 w 802"/>
                  <a:gd name="T65" fmla="*/ 160 h 770"/>
                  <a:gd name="T66" fmla="*/ 323 w 802"/>
                  <a:gd name="T67" fmla="*/ 125 h 770"/>
                  <a:gd name="T68" fmla="*/ 401 w 802"/>
                  <a:gd name="T69" fmla="*/ 87 h 770"/>
                  <a:gd name="T70" fmla="*/ 494 w 802"/>
                  <a:gd name="T71" fmla="*/ 48 h 770"/>
                  <a:gd name="T72" fmla="*/ 541 w 802"/>
                  <a:gd name="T73" fmla="*/ 30 h 770"/>
                  <a:gd name="T74" fmla="*/ 582 w 802"/>
                  <a:gd name="T75" fmla="*/ 17 h 770"/>
                  <a:gd name="T76" fmla="*/ 620 w 802"/>
                  <a:gd name="T77" fmla="*/ 8 h 770"/>
                  <a:gd name="T78" fmla="*/ 652 w 802"/>
                  <a:gd name="T79" fmla="*/ 2 h 770"/>
                  <a:gd name="T80" fmla="*/ 680 w 802"/>
                  <a:gd name="T81" fmla="*/ 0 h 770"/>
                  <a:gd name="T82" fmla="*/ 705 w 802"/>
                  <a:gd name="T83" fmla="*/ 0 h 770"/>
                  <a:gd name="T84" fmla="*/ 725 w 802"/>
                  <a:gd name="T85" fmla="*/ 3 h 770"/>
                  <a:gd name="T86" fmla="*/ 742 w 802"/>
                  <a:gd name="T87" fmla="*/ 7 h 770"/>
                  <a:gd name="T88" fmla="*/ 769 w 802"/>
                  <a:gd name="T89" fmla="*/ 19 h 770"/>
                  <a:gd name="T90" fmla="*/ 784 w 802"/>
                  <a:gd name="T91" fmla="*/ 32 h 770"/>
                  <a:gd name="T92" fmla="*/ 794 w 802"/>
                  <a:gd name="T93" fmla="*/ 48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02" h="770">
                    <a:moveTo>
                      <a:pt x="794" y="48"/>
                    </a:moveTo>
                    <a:lnTo>
                      <a:pt x="796" y="52"/>
                    </a:lnTo>
                    <a:lnTo>
                      <a:pt x="800" y="64"/>
                    </a:lnTo>
                    <a:lnTo>
                      <a:pt x="802" y="73"/>
                    </a:lnTo>
                    <a:lnTo>
                      <a:pt x="802" y="84"/>
                    </a:lnTo>
                    <a:lnTo>
                      <a:pt x="801" y="96"/>
                    </a:lnTo>
                    <a:lnTo>
                      <a:pt x="799" y="110"/>
                    </a:lnTo>
                    <a:lnTo>
                      <a:pt x="792" y="125"/>
                    </a:lnTo>
                    <a:lnTo>
                      <a:pt x="784" y="142"/>
                    </a:lnTo>
                    <a:lnTo>
                      <a:pt x="777" y="150"/>
                    </a:lnTo>
                    <a:lnTo>
                      <a:pt x="771" y="159"/>
                    </a:lnTo>
                    <a:lnTo>
                      <a:pt x="762" y="169"/>
                    </a:lnTo>
                    <a:lnTo>
                      <a:pt x="754" y="178"/>
                    </a:lnTo>
                    <a:lnTo>
                      <a:pt x="742" y="188"/>
                    </a:lnTo>
                    <a:lnTo>
                      <a:pt x="731" y="198"/>
                    </a:lnTo>
                    <a:lnTo>
                      <a:pt x="719" y="208"/>
                    </a:lnTo>
                    <a:lnTo>
                      <a:pt x="704" y="219"/>
                    </a:lnTo>
                    <a:lnTo>
                      <a:pt x="687" y="229"/>
                    </a:lnTo>
                    <a:lnTo>
                      <a:pt x="670" y="240"/>
                    </a:lnTo>
                    <a:lnTo>
                      <a:pt x="651" y="251"/>
                    </a:lnTo>
                    <a:lnTo>
                      <a:pt x="630" y="262"/>
                    </a:lnTo>
                    <a:lnTo>
                      <a:pt x="590" y="282"/>
                    </a:lnTo>
                    <a:lnTo>
                      <a:pt x="551" y="301"/>
                    </a:lnTo>
                    <a:lnTo>
                      <a:pt x="516" y="318"/>
                    </a:lnTo>
                    <a:lnTo>
                      <a:pt x="483" y="332"/>
                    </a:lnTo>
                    <a:lnTo>
                      <a:pt x="424" y="357"/>
                    </a:lnTo>
                    <a:lnTo>
                      <a:pt x="376" y="376"/>
                    </a:lnTo>
                    <a:lnTo>
                      <a:pt x="339" y="389"/>
                    </a:lnTo>
                    <a:lnTo>
                      <a:pt x="311" y="397"/>
                    </a:lnTo>
                    <a:lnTo>
                      <a:pt x="295" y="402"/>
                    </a:lnTo>
                    <a:lnTo>
                      <a:pt x="289" y="403"/>
                    </a:lnTo>
                    <a:lnTo>
                      <a:pt x="209" y="759"/>
                    </a:lnTo>
                    <a:lnTo>
                      <a:pt x="203" y="760"/>
                    </a:lnTo>
                    <a:lnTo>
                      <a:pt x="186" y="763"/>
                    </a:lnTo>
                    <a:lnTo>
                      <a:pt x="161" y="767"/>
                    </a:lnTo>
                    <a:lnTo>
                      <a:pt x="130" y="770"/>
                    </a:lnTo>
                    <a:lnTo>
                      <a:pt x="114" y="770"/>
                    </a:lnTo>
                    <a:lnTo>
                      <a:pt x="96" y="769"/>
                    </a:lnTo>
                    <a:lnTo>
                      <a:pt x="79" y="768"/>
                    </a:lnTo>
                    <a:lnTo>
                      <a:pt x="61" y="765"/>
                    </a:lnTo>
                    <a:lnTo>
                      <a:pt x="45" y="761"/>
                    </a:lnTo>
                    <a:lnTo>
                      <a:pt x="29" y="756"/>
                    </a:lnTo>
                    <a:lnTo>
                      <a:pt x="22" y="752"/>
                    </a:lnTo>
                    <a:lnTo>
                      <a:pt x="14" y="748"/>
                    </a:lnTo>
                    <a:lnTo>
                      <a:pt x="7" y="744"/>
                    </a:lnTo>
                    <a:lnTo>
                      <a:pt x="0" y="739"/>
                    </a:lnTo>
                    <a:lnTo>
                      <a:pt x="3" y="722"/>
                    </a:lnTo>
                    <a:lnTo>
                      <a:pt x="10" y="679"/>
                    </a:lnTo>
                    <a:lnTo>
                      <a:pt x="22" y="617"/>
                    </a:lnTo>
                    <a:lnTo>
                      <a:pt x="35" y="543"/>
                    </a:lnTo>
                    <a:lnTo>
                      <a:pt x="50" y="467"/>
                    </a:lnTo>
                    <a:lnTo>
                      <a:pt x="65" y="397"/>
                    </a:lnTo>
                    <a:lnTo>
                      <a:pt x="71" y="366"/>
                    </a:lnTo>
                    <a:lnTo>
                      <a:pt x="79" y="339"/>
                    </a:lnTo>
                    <a:lnTo>
                      <a:pt x="84" y="318"/>
                    </a:lnTo>
                    <a:lnTo>
                      <a:pt x="89" y="303"/>
                    </a:lnTo>
                    <a:lnTo>
                      <a:pt x="95" y="292"/>
                    </a:lnTo>
                    <a:lnTo>
                      <a:pt x="103" y="279"/>
                    </a:lnTo>
                    <a:lnTo>
                      <a:pt x="114" y="267"/>
                    </a:lnTo>
                    <a:lnTo>
                      <a:pt x="126" y="253"/>
                    </a:lnTo>
                    <a:lnTo>
                      <a:pt x="141" y="239"/>
                    </a:lnTo>
                    <a:lnTo>
                      <a:pt x="159" y="224"/>
                    </a:lnTo>
                    <a:lnTo>
                      <a:pt x="179" y="209"/>
                    </a:lnTo>
                    <a:lnTo>
                      <a:pt x="201" y="193"/>
                    </a:lnTo>
                    <a:lnTo>
                      <a:pt x="228" y="177"/>
                    </a:lnTo>
                    <a:lnTo>
                      <a:pt x="256" y="160"/>
                    </a:lnTo>
                    <a:lnTo>
                      <a:pt x="288" y="143"/>
                    </a:lnTo>
                    <a:lnTo>
                      <a:pt x="323" y="125"/>
                    </a:lnTo>
                    <a:lnTo>
                      <a:pt x="360" y="106"/>
                    </a:lnTo>
                    <a:lnTo>
                      <a:pt x="401" y="87"/>
                    </a:lnTo>
                    <a:lnTo>
                      <a:pt x="446" y="68"/>
                    </a:lnTo>
                    <a:lnTo>
                      <a:pt x="494" y="48"/>
                    </a:lnTo>
                    <a:lnTo>
                      <a:pt x="518" y="38"/>
                    </a:lnTo>
                    <a:lnTo>
                      <a:pt x="541" y="30"/>
                    </a:lnTo>
                    <a:lnTo>
                      <a:pt x="562" y="23"/>
                    </a:lnTo>
                    <a:lnTo>
                      <a:pt x="582" y="17"/>
                    </a:lnTo>
                    <a:lnTo>
                      <a:pt x="601" y="12"/>
                    </a:lnTo>
                    <a:lnTo>
                      <a:pt x="620" y="8"/>
                    </a:lnTo>
                    <a:lnTo>
                      <a:pt x="636" y="4"/>
                    </a:lnTo>
                    <a:lnTo>
                      <a:pt x="652" y="2"/>
                    </a:lnTo>
                    <a:lnTo>
                      <a:pt x="666" y="1"/>
                    </a:lnTo>
                    <a:lnTo>
                      <a:pt x="680" y="0"/>
                    </a:lnTo>
                    <a:lnTo>
                      <a:pt x="692" y="0"/>
                    </a:lnTo>
                    <a:lnTo>
                      <a:pt x="705" y="0"/>
                    </a:lnTo>
                    <a:lnTo>
                      <a:pt x="715" y="1"/>
                    </a:lnTo>
                    <a:lnTo>
                      <a:pt x="725" y="3"/>
                    </a:lnTo>
                    <a:lnTo>
                      <a:pt x="735" y="5"/>
                    </a:lnTo>
                    <a:lnTo>
                      <a:pt x="742" y="7"/>
                    </a:lnTo>
                    <a:lnTo>
                      <a:pt x="757" y="13"/>
                    </a:lnTo>
                    <a:lnTo>
                      <a:pt x="769" y="19"/>
                    </a:lnTo>
                    <a:lnTo>
                      <a:pt x="777" y="26"/>
                    </a:lnTo>
                    <a:lnTo>
                      <a:pt x="784" y="32"/>
                    </a:lnTo>
                    <a:lnTo>
                      <a:pt x="791" y="43"/>
                    </a:lnTo>
                    <a:lnTo>
                      <a:pt x="794" y="48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0" name="Freeform 28">
                <a:extLst>
                  <a:ext uri="{FF2B5EF4-FFF2-40B4-BE49-F238E27FC236}">
                    <a16:creationId xmlns:a16="http://schemas.microsoft.com/office/drawing/2014/main" id="{EA0664B5-B896-4384-BCF2-C0DEE632B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838" y="1536700"/>
                <a:ext cx="155575" cy="241300"/>
              </a:xfrm>
              <a:custGeom>
                <a:avLst/>
                <a:gdLst>
                  <a:gd name="T0" fmla="*/ 98 w 488"/>
                  <a:gd name="T1" fmla="*/ 124 h 610"/>
                  <a:gd name="T2" fmla="*/ 125 w 488"/>
                  <a:gd name="T3" fmla="*/ 148 h 610"/>
                  <a:gd name="T4" fmla="*/ 153 w 488"/>
                  <a:gd name="T5" fmla="*/ 161 h 610"/>
                  <a:gd name="T6" fmla="*/ 226 w 488"/>
                  <a:gd name="T7" fmla="*/ 192 h 610"/>
                  <a:gd name="T8" fmla="*/ 273 w 488"/>
                  <a:gd name="T9" fmla="*/ 221 h 610"/>
                  <a:gd name="T10" fmla="*/ 298 w 488"/>
                  <a:gd name="T11" fmla="*/ 244 h 610"/>
                  <a:gd name="T12" fmla="*/ 306 w 488"/>
                  <a:gd name="T13" fmla="*/ 266 h 610"/>
                  <a:gd name="T14" fmla="*/ 316 w 488"/>
                  <a:gd name="T15" fmla="*/ 246 h 610"/>
                  <a:gd name="T16" fmla="*/ 334 w 488"/>
                  <a:gd name="T17" fmla="*/ 227 h 610"/>
                  <a:gd name="T18" fmla="*/ 353 w 488"/>
                  <a:gd name="T19" fmla="*/ 221 h 610"/>
                  <a:gd name="T20" fmla="*/ 375 w 488"/>
                  <a:gd name="T21" fmla="*/ 230 h 610"/>
                  <a:gd name="T22" fmla="*/ 383 w 488"/>
                  <a:gd name="T23" fmla="*/ 245 h 610"/>
                  <a:gd name="T24" fmla="*/ 376 w 488"/>
                  <a:gd name="T25" fmla="*/ 263 h 610"/>
                  <a:gd name="T26" fmla="*/ 354 w 488"/>
                  <a:gd name="T27" fmla="*/ 289 h 610"/>
                  <a:gd name="T28" fmla="*/ 313 w 488"/>
                  <a:gd name="T29" fmla="*/ 317 h 610"/>
                  <a:gd name="T30" fmla="*/ 280 w 488"/>
                  <a:gd name="T31" fmla="*/ 334 h 610"/>
                  <a:gd name="T32" fmla="*/ 258 w 488"/>
                  <a:gd name="T33" fmla="*/ 353 h 610"/>
                  <a:gd name="T34" fmla="*/ 243 w 488"/>
                  <a:gd name="T35" fmla="*/ 373 h 610"/>
                  <a:gd name="T36" fmla="*/ 234 w 488"/>
                  <a:gd name="T37" fmla="*/ 394 h 610"/>
                  <a:gd name="T38" fmla="*/ 233 w 488"/>
                  <a:gd name="T39" fmla="*/ 434 h 610"/>
                  <a:gd name="T40" fmla="*/ 240 w 488"/>
                  <a:gd name="T41" fmla="*/ 465 h 610"/>
                  <a:gd name="T42" fmla="*/ 255 w 488"/>
                  <a:gd name="T43" fmla="*/ 490 h 610"/>
                  <a:gd name="T44" fmla="*/ 310 w 488"/>
                  <a:gd name="T45" fmla="*/ 554 h 610"/>
                  <a:gd name="T46" fmla="*/ 349 w 488"/>
                  <a:gd name="T47" fmla="*/ 588 h 610"/>
                  <a:gd name="T48" fmla="*/ 385 w 488"/>
                  <a:gd name="T49" fmla="*/ 608 h 610"/>
                  <a:gd name="T50" fmla="*/ 400 w 488"/>
                  <a:gd name="T51" fmla="*/ 609 h 610"/>
                  <a:gd name="T52" fmla="*/ 409 w 488"/>
                  <a:gd name="T53" fmla="*/ 603 h 610"/>
                  <a:gd name="T54" fmla="*/ 414 w 488"/>
                  <a:gd name="T55" fmla="*/ 588 h 610"/>
                  <a:gd name="T56" fmla="*/ 409 w 488"/>
                  <a:gd name="T57" fmla="*/ 522 h 610"/>
                  <a:gd name="T58" fmla="*/ 408 w 488"/>
                  <a:gd name="T59" fmla="*/ 474 h 610"/>
                  <a:gd name="T60" fmla="*/ 416 w 488"/>
                  <a:gd name="T61" fmla="*/ 426 h 610"/>
                  <a:gd name="T62" fmla="*/ 426 w 488"/>
                  <a:gd name="T63" fmla="*/ 404 h 610"/>
                  <a:gd name="T64" fmla="*/ 456 w 488"/>
                  <a:gd name="T65" fmla="*/ 361 h 610"/>
                  <a:gd name="T66" fmla="*/ 479 w 488"/>
                  <a:gd name="T67" fmla="*/ 300 h 610"/>
                  <a:gd name="T68" fmla="*/ 488 w 488"/>
                  <a:gd name="T69" fmla="*/ 235 h 610"/>
                  <a:gd name="T70" fmla="*/ 484 w 488"/>
                  <a:gd name="T71" fmla="*/ 173 h 610"/>
                  <a:gd name="T72" fmla="*/ 469 w 488"/>
                  <a:gd name="T73" fmla="*/ 119 h 610"/>
                  <a:gd name="T74" fmla="*/ 443 w 488"/>
                  <a:gd name="T75" fmla="*/ 77 h 610"/>
                  <a:gd name="T76" fmla="*/ 404 w 488"/>
                  <a:gd name="T77" fmla="*/ 45 h 610"/>
                  <a:gd name="T78" fmla="*/ 355 w 488"/>
                  <a:gd name="T79" fmla="*/ 21 h 610"/>
                  <a:gd name="T80" fmla="*/ 300 w 488"/>
                  <a:gd name="T81" fmla="*/ 6 h 610"/>
                  <a:gd name="T82" fmla="*/ 243 w 488"/>
                  <a:gd name="T83" fmla="*/ 0 h 610"/>
                  <a:gd name="T84" fmla="*/ 188 w 488"/>
                  <a:gd name="T85" fmla="*/ 4 h 610"/>
                  <a:gd name="T86" fmla="*/ 142 w 488"/>
                  <a:gd name="T87" fmla="*/ 14 h 610"/>
                  <a:gd name="T88" fmla="*/ 104 w 488"/>
                  <a:gd name="T89" fmla="*/ 31 h 610"/>
                  <a:gd name="T90" fmla="*/ 77 w 488"/>
                  <a:gd name="T91" fmla="*/ 54 h 610"/>
                  <a:gd name="T92" fmla="*/ 58 w 488"/>
                  <a:gd name="T93" fmla="*/ 83 h 610"/>
                  <a:gd name="T94" fmla="*/ 49 w 488"/>
                  <a:gd name="T95" fmla="*/ 120 h 610"/>
                  <a:gd name="T96" fmla="*/ 44 w 488"/>
                  <a:gd name="T97" fmla="*/ 210 h 610"/>
                  <a:gd name="T98" fmla="*/ 35 w 488"/>
                  <a:gd name="T99" fmla="*/ 327 h 610"/>
                  <a:gd name="T100" fmla="*/ 25 w 488"/>
                  <a:gd name="T101" fmla="*/ 387 h 610"/>
                  <a:gd name="T102" fmla="*/ 12 w 488"/>
                  <a:gd name="T103" fmla="*/ 420 h 610"/>
                  <a:gd name="T104" fmla="*/ 0 w 488"/>
                  <a:gd name="T105" fmla="*/ 430 h 610"/>
                  <a:gd name="T106" fmla="*/ 165 w 488"/>
                  <a:gd name="T107" fmla="*/ 410 h 610"/>
                  <a:gd name="T108" fmla="*/ 153 w 488"/>
                  <a:gd name="T109" fmla="*/ 349 h 610"/>
                  <a:gd name="T110" fmla="*/ 147 w 488"/>
                  <a:gd name="T111" fmla="*/ 286 h 610"/>
                  <a:gd name="T112" fmla="*/ 122 w 488"/>
                  <a:gd name="T113" fmla="*/ 221 h 610"/>
                  <a:gd name="T114" fmla="*/ 84 w 488"/>
                  <a:gd name="T115" fmla="*/ 139 h 610"/>
                  <a:gd name="T116" fmla="*/ 82 w 488"/>
                  <a:gd name="T117" fmla="*/ 113 h 610"/>
                  <a:gd name="T118" fmla="*/ 87 w 488"/>
                  <a:gd name="T119" fmla="*/ 101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88" h="610">
                    <a:moveTo>
                      <a:pt x="87" y="101"/>
                    </a:moveTo>
                    <a:lnTo>
                      <a:pt x="89" y="108"/>
                    </a:lnTo>
                    <a:lnTo>
                      <a:pt x="98" y="124"/>
                    </a:lnTo>
                    <a:lnTo>
                      <a:pt x="107" y="134"/>
                    </a:lnTo>
                    <a:lnTo>
                      <a:pt x="118" y="144"/>
                    </a:lnTo>
                    <a:lnTo>
                      <a:pt x="125" y="148"/>
                    </a:lnTo>
                    <a:lnTo>
                      <a:pt x="133" y="153"/>
                    </a:lnTo>
                    <a:lnTo>
                      <a:pt x="142" y="157"/>
                    </a:lnTo>
                    <a:lnTo>
                      <a:pt x="153" y="161"/>
                    </a:lnTo>
                    <a:lnTo>
                      <a:pt x="175" y="169"/>
                    </a:lnTo>
                    <a:lnTo>
                      <a:pt x="200" y="180"/>
                    </a:lnTo>
                    <a:lnTo>
                      <a:pt x="226" y="192"/>
                    </a:lnTo>
                    <a:lnTo>
                      <a:pt x="250" y="206"/>
                    </a:lnTo>
                    <a:lnTo>
                      <a:pt x="263" y="213"/>
                    </a:lnTo>
                    <a:lnTo>
                      <a:pt x="273" y="221"/>
                    </a:lnTo>
                    <a:lnTo>
                      <a:pt x="283" y="228"/>
                    </a:lnTo>
                    <a:lnTo>
                      <a:pt x="290" y="236"/>
                    </a:lnTo>
                    <a:lnTo>
                      <a:pt x="298" y="244"/>
                    </a:lnTo>
                    <a:lnTo>
                      <a:pt x="303" y="251"/>
                    </a:lnTo>
                    <a:lnTo>
                      <a:pt x="306" y="259"/>
                    </a:lnTo>
                    <a:lnTo>
                      <a:pt x="306" y="266"/>
                    </a:lnTo>
                    <a:lnTo>
                      <a:pt x="308" y="263"/>
                    </a:lnTo>
                    <a:lnTo>
                      <a:pt x="311" y="255"/>
                    </a:lnTo>
                    <a:lnTo>
                      <a:pt x="316" y="246"/>
                    </a:lnTo>
                    <a:lnTo>
                      <a:pt x="324" y="235"/>
                    </a:lnTo>
                    <a:lnTo>
                      <a:pt x="329" y="231"/>
                    </a:lnTo>
                    <a:lnTo>
                      <a:pt x="334" y="227"/>
                    </a:lnTo>
                    <a:lnTo>
                      <a:pt x="340" y="223"/>
                    </a:lnTo>
                    <a:lnTo>
                      <a:pt x="346" y="221"/>
                    </a:lnTo>
                    <a:lnTo>
                      <a:pt x="353" y="221"/>
                    </a:lnTo>
                    <a:lnTo>
                      <a:pt x="360" y="222"/>
                    </a:lnTo>
                    <a:lnTo>
                      <a:pt x="368" y="225"/>
                    </a:lnTo>
                    <a:lnTo>
                      <a:pt x="375" y="230"/>
                    </a:lnTo>
                    <a:lnTo>
                      <a:pt x="379" y="234"/>
                    </a:lnTo>
                    <a:lnTo>
                      <a:pt x="381" y="239"/>
                    </a:lnTo>
                    <a:lnTo>
                      <a:pt x="383" y="245"/>
                    </a:lnTo>
                    <a:lnTo>
                      <a:pt x="381" y="250"/>
                    </a:lnTo>
                    <a:lnTo>
                      <a:pt x="379" y="257"/>
                    </a:lnTo>
                    <a:lnTo>
                      <a:pt x="376" y="263"/>
                    </a:lnTo>
                    <a:lnTo>
                      <a:pt x="371" y="270"/>
                    </a:lnTo>
                    <a:lnTo>
                      <a:pt x="366" y="276"/>
                    </a:lnTo>
                    <a:lnTo>
                      <a:pt x="354" y="289"/>
                    </a:lnTo>
                    <a:lnTo>
                      <a:pt x="340" y="301"/>
                    </a:lnTo>
                    <a:lnTo>
                      <a:pt x="326" y="311"/>
                    </a:lnTo>
                    <a:lnTo>
                      <a:pt x="313" y="317"/>
                    </a:lnTo>
                    <a:lnTo>
                      <a:pt x="301" y="323"/>
                    </a:lnTo>
                    <a:lnTo>
                      <a:pt x="290" y="328"/>
                    </a:lnTo>
                    <a:lnTo>
                      <a:pt x="280" y="334"/>
                    </a:lnTo>
                    <a:lnTo>
                      <a:pt x="271" y="340"/>
                    </a:lnTo>
                    <a:lnTo>
                      <a:pt x="264" y="347"/>
                    </a:lnTo>
                    <a:lnTo>
                      <a:pt x="258" y="353"/>
                    </a:lnTo>
                    <a:lnTo>
                      <a:pt x="251" y="360"/>
                    </a:lnTo>
                    <a:lnTo>
                      <a:pt x="246" y="366"/>
                    </a:lnTo>
                    <a:lnTo>
                      <a:pt x="243" y="373"/>
                    </a:lnTo>
                    <a:lnTo>
                      <a:pt x="239" y="380"/>
                    </a:lnTo>
                    <a:lnTo>
                      <a:pt x="236" y="387"/>
                    </a:lnTo>
                    <a:lnTo>
                      <a:pt x="234" y="394"/>
                    </a:lnTo>
                    <a:lnTo>
                      <a:pt x="231" y="408"/>
                    </a:lnTo>
                    <a:lnTo>
                      <a:pt x="231" y="421"/>
                    </a:lnTo>
                    <a:lnTo>
                      <a:pt x="233" y="434"/>
                    </a:lnTo>
                    <a:lnTo>
                      <a:pt x="234" y="445"/>
                    </a:lnTo>
                    <a:lnTo>
                      <a:pt x="238" y="456"/>
                    </a:lnTo>
                    <a:lnTo>
                      <a:pt x="240" y="465"/>
                    </a:lnTo>
                    <a:lnTo>
                      <a:pt x="246" y="479"/>
                    </a:lnTo>
                    <a:lnTo>
                      <a:pt x="250" y="483"/>
                    </a:lnTo>
                    <a:lnTo>
                      <a:pt x="255" y="490"/>
                    </a:lnTo>
                    <a:lnTo>
                      <a:pt x="268" y="506"/>
                    </a:lnTo>
                    <a:lnTo>
                      <a:pt x="288" y="529"/>
                    </a:lnTo>
                    <a:lnTo>
                      <a:pt x="310" y="554"/>
                    </a:lnTo>
                    <a:lnTo>
                      <a:pt x="324" y="566"/>
                    </a:lnTo>
                    <a:lnTo>
                      <a:pt x="336" y="578"/>
                    </a:lnTo>
                    <a:lnTo>
                      <a:pt x="349" y="588"/>
                    </a:lnTo>
                    <a:lnTo>
                      <a:pt x="361" y="597"/>
                    </a:lnTo>
                    <a:lnTo>
                      <a:pt x="374" y="604"/>
                    </a:lnTo>
                    <a:lnTo>
                      <a:pt x="385" y="608"/>
                    </a:lnTo>
                    <a:lnTo>
                      <a:pt x="390" y="609"/>
                    </a:lnTo>
                    <a:lnTo>
                      <a:pt x="395" y="610"/>
                    </a:lnTo>
                    <a:lnTo>
                      <a:pt x="400" y="609"/>
                    </a:lnTo>
                    <a:lnTo>
                      <a:pt x="404" y="607"/>
                    </a:lnTo>
                    <a:lnTo>
                      <a:pt x="406" y="606"/>
                    </a:lnTo>
                    <a:lnTo>
                      <a:pt x="409" y="603"/>
                    </a:lnTo>
                    <a:lnTo>
                      <a:pt x="411" y="600"/>
                    </a:lnTo>
                    <a:lnTo>
                      <a:pt x="413" y="596"/>
                    </a:lnTo>
                    <a:lnTo>
                      <a:pt x="414" y="588"/>
                    </a:lnTo>
                    <a:lnTo>
                      <a:pt x="414" y="577"/>
                    </a:lnTo>
                    <a:lnTo>
                      <a:pt x="413" y="552"/>
                    </a:lnTo>
                    <a:lnTo>
                      <a:pt x="409" y="522"/>
                    </a:lnTo>
                    <a:lnTo>
                      <a:pt x="408" y="506"/>
                    </a:lnTo>
                    <a:lnTo>
                      <a:pt x="408" y="490"/>
                    </a:lnTo>
                    <a:lnTo>
                      <a:pt x="408" y="474"/>
                    </a:lnTo>
                    <a:lnTo>
                      <a:pt x="409" y="457"/>
                    </a:lnTo>
                    <a:lnTo>
                      <a:pt x="411" y="441"/>
                    </a:lnTo>
                    <a:lnTo>
                      <a:pt x="416" y="426"/>
                    </a:lnTo>
                    <a:lnTo>
                      <a:pt x="419" y="418"/>
                    </a:lnTo>
                    <a:lnTo>
                      <a:pt x="423" y="411"/>
                    </a:lnTo>
                    <a:lnTo>
                      <a:pt x="426" y="404"/>
                    </a:lnTo>
                    <a:lnTo>
                      <a:pt x="431" y="397"/>
                    </a:lnTo>
                    <a:lnTo>
                      <a:pt x="445" y="380"/>
                    </a:lnTo>
                    <a:lnTo>
                      <a:pt x="456" y="361"/>
                    </a:lnTo>
                    <a:lnTo>
                      <a:pt x="465" y="341"/>
                    </a:lnTo>
                    <a:lnTo>
                      <a:pt x="473" y="321"/>
                    </a:lnTo>
                    <a:lnTo>
                      <a:pt x="479" y="300"/>
                    </a:lnTo>
                    <a:lnTo>
                      <a:pt x="484" y="278"/>
                    </a:lnTo>
                    <a:lnTo>
                      <a:pt x="486" y="257"/>
                    </a:lnTo>
                    <a:lnTo>
                      <a:pt x="488" y="235"/>
                    </a:lnTo>
                    <a:lnTo>
                      <a:pt x="488" y="214"/>
                    </a:lnTo>
                    <a:lnTo>
                      <a:pt x="486" y="193"/>
                    </a:lnTo>
                    <a:lnTo>
                      <a:pt x="484" y="173"/>
                    </a:lnTo>
                    <a:lnTo>
                      <a:pt x="480" y="154"/>
                    </a:lnTo>
                    <a:lnTo>
                      <a:pt x="475" y="136"/>
                    </a:lnTo>
                    <a:lnTo>
                      <a:pt x="469" y="119"/>
                    </a:lnTo>
                    <a:lnTo>
                      <a:pt x="461" y="103"/>
                    </a:lnTo>
                    <a:lnTo>
                      <a:pt x="453" y="89"/>
                    </a:lnTo>
                    <a:lnTo>
                      <a:pt x="443" y="77"/>
                    </a:lnTo>
                    <a:lnTo>
                      <a:pt x="431" y="65"/>
                    </a:lnTo>
                    <a:lnTo>
                      <a:pt x="419" y="55"/>
                    </a:lnTo>
                    <a:lnTo>
                      <a:pt x="404" y="45"/>
                    </a:lnTo>
                    <a:lnTo>
                      <a:pt x="389" y="36"/>
                    </a:lnTo>
                    <a:lnTo>
                      <a:pt x="373" y="28"/>
                    </a:lnTo>
                    <a:lnTo>
                      <a:pt x="355" y="21"/>
                    </a:lnTo>
                    <a:lnTo>
                      <a:pt x="338" y="15"/>
                    </a:lnTo>
                    <a:lnTo>
                      <a:pt x="319" y="10"/>
                    </a:lnTo>
                    <a:lnTo>
                      <a:pt x="300" y="6"/>
                    </a:lnTo>
                    <a:lnTo>
                      <a:pt x="280" y="3"/>
                    </a:lnTo>
                    <a:lnTo>
                      <a:pt x="261" y="1"/>
                    </a:lnTo>
                    <a:lnTo>
                      <a:pt x="243" y="0"/>
                    </a:lnTo>
                    <a:lnTo>
                      <a:pt x="224" y="0"/>
                    </a:lnTo>
                    <a:lnTo>
                      <a:pt x="205" y="2"/>
                    </a:lnTo>
                    <a:lnTo>
                      <a:pt x="188" y="4"/>
                    </a:lnTo>
                    <a:lnTo>
                      <a:pt x="172" y="7"/>
                    </a:lnTo>
                    <a:lnTo>
                      <a:pt x="155" y="10"/>
                    </a:lnTo>
                    <a:lnTo>
                      <a:pt x="142" y="14"/>
                    </a:lnTo>
                    <a:lnTo>
                      <a:pt x="128" y="19"/>
                    </a:lnTo>
                    <a:lnTo>
                      <a:pt x="115" y="25"/>
                    </a:lnTo>
                    <a:lnTo>
                      <a:pt x="104" y="31"/>
                    </a:lnTo>
                    <a:lnTo>
                      <a:pt x="94" y="38"/>
                    </a:lnTo>
                    <a:lnTo>
                      <a:pt x="84" y="45"/>
                    </a:lnTo>
                    <a:lnTo>
                      <a:pt x="77" y="54"/>
                    </a:lnTo>
                    <a:lnTo>
                      <a:pt x="69" y="63"/>
                    </a:lnTo>
                    <a:lnTo>
                      <a:pt x="63" y="73"/>
                    </a:lnTo>
                    <a:lnTo>
                      <a:pt x="58" y="83"/>
                    </a:lnTo>
                    <a:lnTo>
                      <a:pt x="54" y="95"/>
                    </a:lnTo>
                    <a:lnTo>
                      <a:pt x="50" y="107"/>
                    </a:lnTo>
                    <a:lnTo>
                      <a:pt x="49" y="120"/>
                    </a:lnTo>
                    <a:lnTo>
                      <a:pt x="48" y="134"/>
                    </a:lnTo>
                    <a:lnTo>
                      <a:pt x="45" y="168"/>
                    </a:lnTo>
                    <a:lnTo>
                      <a:pt x="44" y="210"/>
                    </a:lnTo>
                    <a:lnTo>
                      <a:pt x="42" y="257"/>
                    </a:lnTo>
                    <a:lnTo>
                      <a:pt x="38" y="304"/>
                    </a:lnTo>
                    <a:lnTo>
                      <a:pt x="35" y="327"/>
                    </a:lnTo>
                    <a:lnTo>
                      <a:pt x="33" y="349"/>
                    </a:lnTo>
                    <a:lnTo>
                      <a:pt x="29" y="369"/>
                    </a:lnTo>
                    <a:lnTo>
                      <a:pt x="25" y="387"/>
                    </a:lnTo>
                    <a:lnTo>
                      <a:pt x="20" y="403"/>
                    </a:lnTo>
                    <a:lnTo>
                      <a:pt x="14" y="415"/>
                    </a:lnTo>
                    <a:lnTo>
                      <a:pt x="12" y="420"/>
                    </a:lnTo>
                    <a:lnTo>
                      <a:pt x="8" y="424"/>
                    </a:lnTo>
                    <a:lnTo>
                      <a:pt x="4" y="428"/>
                    </a:lnTo>
                    <a:lnTo>
                      <a:pt x="0" y="430"/>
                    </a:lnTo>
                    <a:lnTo>
                      <a:pt x="178" y="435"/>
                    </a:lnTo>
                    <a:lnTo>
                      <a:pt x="174" y="429"/>
                    </a:lnTo>
                    <a:lnTo>
                      <a:pt x="165" y="410"/>
                    </a:lnTo>
                    <a:lnTo>
                      <a:pt x="160" y="394"/>
                    </a:lnTo>
                    <a:lnTo>
                      <a:pt x="157" y="374"/>
                    </a:lnTo>
                    <a:lnTo>
                      <a:pt x="153" y="349"/>
                    </a:lnTo>
                    <a:lnTo>
                      <a:pt x="152" y="319"/>
                    </a:lnTo>
                    <a:lnTo>
                      <a:pt x="150" y="302"/>
                    </a:lnTo>
                    <a:lnTo>
                      <a:pt x="147" y="286"/>
                    </a:lnTo>
                    <a:lnTo>
                      <a:pt x="142" y="269"/>
                    </a:lnTo>
                    <a:lnTo>
                      <a:pt x="137" y="253"/>
                    </a:lnTo>
                    <a:lnTo>
                      <a:pt x="122" y="221"/>
                    </a:lnTo>
                    <a:lnTo>
                      <a:pt x="107" y="191"/>
                    </a:lnTo>
                    <a:lnTo>
                      <a:pt x="94" y="163"/>
                    </a:lnTo>
                    <a:lnTo>
                      <a:pt x="84" y="139"/>
                    </a:lnTo>
                    <a:lnTo>
                      <a:pt x="82" y="128"/>
                    </a:lnTo>
                    <a:lnTo>
                      <a:pt x="80" y="118"/>
                    </a:lnTo>
                    <a:lnTo>
                      <a:pt x="82" y="113"/>
                    </a:lnTo>
                    <a:lnTo>
                      <a:pt x="83" y="109"/>
                    </a:lnTo>
                    <a:lnTo>
                      <a:pt x="84" y="105"/>
                    </a:lnTo>
                    <a:lnTo>
                      <a:pt x="87" y="101"/>
                    </a:lnTo>
                    <a:close/>
                  </a:path>
                </a:pathLst>
              </a:custGeom>
              <a:solidFill>
                <a:srgbClr val="7438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1" name="Freeform 29">
                <a:extLst>
                  <a:ext uri="{FF2B5EF4-FFF2-40B4-BE49-F238E27FC236}">
                    <a16:creationId xmlns:a16="http://schemas.microsoft.com/office/drawing/2014/main" id="{241F056D-0F3E-4E70-BFF0-5812B9215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101" y="1695450"/>
                <a:ext cx="258763" cy="315913"/>
              </a:xfrm>
              <a:custGeom>
                <a:avLst/>
                <a:gdLst>
                  <a:gd name="T0" fmla="*/ 233 w 815"/>
                  <a:gd name="T1" fmla="*/ 8 h 798"/>
                  <a:gd name="T2" fmla="*/ 303 w 815"/>
                  <a:gd name="T3" fmla="*/ 1 h 798"/>
                  <a:gd name="T4" fmla="*/ 354 w 815"/>
                  <a:gd name="T5" fmla="*/ 2 h 798"/>
                  <a:gd name="T6" fmla="*/ 394 w 815"/>
                  <a:gd name="T7" fmla="*/ 8 h 798"/>
                  <a:gd name="T8" fmla="*/ 423 w 815"/>
                  <a:gd name="T9" fmla="*/ 14 h 798"/>
                  <a:gd name="T10" fmla="*/ 453 w 815"/>
                  <a:gd name="T11" fmla="*/ 24 h 798"/>
                  <a:gd name="T12" fmla="*/ 485 w 815"/>
                  <a:gd name="T13" fmla="*/ 36 h 798"/>
                  <a:gd name="T14" fmla="*/ 538 w 815"/>
                  <a:gd name="T15" fmla="*/ 61 h 798"/>
                  <a:gd name="T16" fmla="*/ 616 w 815"/>
                  <a:gd name="T17" fmla="*/ 107 h 798"/>
                  <a:gd name="T18" fmla="*/ 815 w 815"/>
                  <a:gd name="T19" fmla="*/ 337 h 798"/>
                  <a:gd name="T20" fmla="*/ 798 w 815"/>
                  <a:gd name="T21" fmla="*/ 346 h 798"/>
                  <a:gd name="T22" fmla="*/ 750 w 815"/>
                  <a:gd name="T23" fmla="*/ 366 h 798"/>
                  <a:gd name="T24" fmla="*/ 718 w 815"/>
                  <a:gd name="T25" fmla="*/ 375 h 798"/>
                  <a:gd name="T26" fmla="*/ 680 w 815"/>
                  <a:gd name="T27" fmla="*/ 382 h 798"/>
                  <a:gd name="T28" fmla="*/ 639 w 815"/>
                  <a:gd name="T29" fmla="*/ 384 h 798"/>
                  <a:gd name="T30" fmla="*/ 596 w 815"/>
                  <a:gd name="T31" fmla="*/ 379 h 798"/>
                  <a:gd name="T32" fmla="*/ 616 w 815"/>
                  <a:gd name="T33" fmla="*/ 778 h 798"/>
                  <a:gd name="T34" fmla="*/ 570 w 815"/>
                  <a:gd name="T35" fmla="*/ 771 h 798"/>
                  <a:gd name="T36" fmla="*/ 513 w 815"/>
                  <a:gd name="T37" fmla="*/ 768 h 798"/>
                  <a:gd name="T38" fmla="*/ 466 w 815"/>
                  <a:gd name="T39" fmla="*/ 768 h 798"/>
                  <a:gd name="T40" fmla="*/ 418 w 815"/>
                  <a:gd name="T41" fmla="*/ 773 h 798"/>
                  <a:gd name="T42" fmla="*/ 365 w 815"/>
                  <a:gd name="T43" fmla="*/ 783 h 798"/>
                  <a:gd name="T44" fmla="*/ 327 w 815"/>
                  <a:gd name="T45" fmla="*/ 793 h 798"/>
                  <a:gd name="T46" fmla="*/ 302 w 815"/>
                  <a:gd name="T47" fmla="*/ 798 h 798"/>
                  <a:gd name="T48" fmla="*/ 277 w 815"/>
                  <a:gd name="T49" fmla="*/ 798 h 798"/>
                  <a:gd name="T50" fmla="*/ 252 w 815"/>
                  <a:gd name="T51" fmla="*/ 796 h 798"/>
                  <a:gd name="T52" fmla="*/ 217 w 815"/>
                  <a:gd name="T53" fmla="*/ 789 h 798"/>
                  <a:gd name="T54" fmla="*/ 172 w 815"/>
                  <a:gd name="T55" fmla="*/ 772 h 798"/>
                  <a:gd name="T56" fmla="*/ 108 w 815"/>
                  <a:gd name="T57" fmla="*/ 740 h 798"/>
                  <a:gd name="T58" fmla="*/ 52 w 815"/>
                  <a:gd name="T59" fmla="*/ 711 h 798"/>
                  <a:gd name="T60" fmla="*/ 25 w 815"/>
                  <a:gd name="T61" fmla="*/ 701 h 798"/>
                  <a:gd name="T62" fmla="*/ 8 w 815"/>
                  <a:gd name="T63" fmla="*/ 696 h 798"/>
                  <a:gd name="T64" fmla="*/ 13 w 815"/>
                  <a:gd name="T65" fmla="*/ 677 h 798"/>
                  <a:gd name="T66" fmla="*/ 58 w 815"/>
                  <a:gd name="T67" fmla="*/ 608 h 798"/>
                  <a:gd name="T68" fmla="*/ 84 w 815"/>
                  <a:gd name="T69" fmla="*/ 562 h 798"/>
                  <a:gd name="T70" fmla="*/ 95 w 815"/>
                  <a:gd name="T71" fmla="*/ 520 h 798"/>
                  <a:gd name="T72" fmla="*/ 104 w 815"/>
                  <a:gd name="T73" fmla="*/ 464 h 798"/>
                  <a:gd name="T74" fmla="*/ 109 w 815"/>
                  <a:gd name="T75" fmla="*/ 374 h 798"/>
                  <a:gd name="T76" fmla="*/ 109 w 815"/>
                  <a:gd name="T77" fmla="*/ 264 h 798"/>
                  <a:gd name="T78" fmla="*/ 105 w 815"/>
                  <a:gd name="T79" fmla="*/ 193 h 798"/>
                  <a:gd name="T80" fmla="*/ 104 w 815"/>
                  <a:gd name="T81" fmla="*/ 176 h 798"/>
                  <a:gd name="T82" fmla="*/ 100 w 815"/>
                  <a:gd name="T83" fmla="*/ 148 h 798"/>
                  <a:gd name="T84" fmla="*/ 102 w 815"/>
                  <a:gd name="T85" fmla="*/ 121 h 798"/>
                  <a:gd name="T86" fmla="*/ 105 w 815"/>
                  <a:gd name="T87" fmla="*/ 92 h 798"/>
                  <a:gd name="T88" fmla="*/ 117 w 815"/>
                  <a:gd name="T89" fmla="*/ 63 h 798"/>
                  <a:gd name="T90" fmla="*/ 130 w 815"/>
                  <a:gd name="T91" fmla="*/ 44 h 798"/>
                  <a:gd name="T92" fmla="*/ 143 w 815"/>
                  <a:gd name="T93" fmla="*/ 33 h 798"/>
                  <a:gd name="T94" fmla="*/ 158 w 815"/>
                  <a:gd name="T95" fmla="*/ 24 h 798"/>
                  <a:gd name="T96" fmla="*/ 175 w 815"/>
                  <a:gd name="T97" fmla="*/ 18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5" h="798">
                    <a:moveTo>
                      <a:pt x="185" y="16"/>
                    </a:moveTo>
                    <a:lnTo>
                      <a:pt x="233" y="8"/>
                    </a:lnTo>
                    <a:lnTo>
                      <a:pt x="279" y="2"/>
                    </a:lnTo>
                    <a:lnTo>
                      <a:pt x="303" y="1"/>
                    </a:lnTo>
                    <a:lnTo>
                      <a:pt x="328" y="0"/>
                    </a:lnTo>
                    <a:lnTo>
                      <a:pt x="354" y="2"/>
                    </a:lnTo>
                    <a:lnTo>
                      <a:pt x="380" y="5"/>
                    </a:lnTo>
                    <a:lnTo>
                      <a:pt x="394" y="8"/>
                    </a:lnTo>
                    <a:lnTo>
                      <a:pt x="408" y="11"/>
                    </a:lnTo>
                    <a:lnTo>
                      <a:pt x="423" y="14"/>
                    </a:lnTo>
                    <a:lnTo>
                      <a:pt x="438" y="19"/>
                    </a:lnTo>
                    <a:lnTo>
                      <a:pt x="453" y="24"/>
                    </a:lnTo>
                    <a:lnTo>
                      <a:pt x="469" y="30"/>
                    </a:lnTo>
                    <a:lnTo>
                      <a:pt x="485" y="36"/>
                    </a:lnTo>
                    <a:lnTo>
                      <a:pt x="503" y="44"/>
                    </a:lnTo>
                    <a:lnTo>
                      <a:pt x="538" y="61"/>
                    </a:lnTo>
                    <a:lnTo>
                      <a:pt x="576" y="82"/>
                    </a:lnTo>
                    <a:lnTo>
                      <a:pt x="616" y="107"/>
                    </a:lnTo>
                    <a:lnTo>
                      <a:pt x="660" y="136"/>
                    </a:lnTo>
                    <a:lnTo>
                      <a:pt x="815" y="337"/>
                    </a:lnTo>
                    <a:lnTo>
                      <a:pt x="810" y="339"/>
                    </a:lnTo>
                    <a:lnTo>
                      <a:pt x="798" y="346"/>
                    </a:lnTo>
                    <a:lnTo>
                      <a:pt x="776" y="356"/>
                    </a:lnTo>
                    <a:lnTo>
                      <a:pt x="750" y="366"/>
                    </a:lnTo>
                    <a:lnTo>
                      <a:pt x="734" y="371"/>
                    </a:lnTo>
                    <a:lnTo>
                      <a:pt x="718" y="375"/>
                    </a:lnTo>
                    <a:lnTo>
                      <a:pt x="699" y="379"/>
                    </a:lnTo>
                    <a:lnTo>
                      <a:pt x="680" y="382"/>
                    </a:lnTo>
                    <a:lnTo>
                      <a:pt x="660" y="383"/>
                    </a:lnTo>
                    <a:lnTo>
                      <a:pt x="639" y="384"/>
                    </a:lnTo>
                    <a:lnTo>
                      <a:pt x="618" y="382"/>
                    </a:lnTo>
                    <a:lnTo>
                      <a:pt x="596" y="379"/>
                    </a:lnTo>
                    <a:lnTo>
                      <a:pt x="623" y="779"/>
                    </a:lnTo>
                    <a:lnTo>
                      <a:pt x="616" y="778"/>
                    </a:lnTo>
                    <a:lnTo>
                      <a:pt x="598" y="775"/>
                    </a:lnTo>
                    <a:lnTo>
                      <a:pt x="570" y="771"/>
                    </a:lnTo>
                    <a:lnTo>
                      <a:pt x="534" y="768"/>
                    </a:lnTo>
                    <a:lnTo>
                      <a:pt x="513" y="768"/>
                    </a:lnTo>
                    <a:lnTo>
                      <a:pt x="490" y="768"/>
                    </a:lnTo>
                    <a:lnTo>
                      <a:pt x="466" y="768"/>
                    </a:lnTo>
                    <a:lnTo>
                      <a:pt x="443" y="770"/>
                    </a:lnTo>
                    <a:lnTo>
                      <a:pt x="418" y="773"/>
                    </a:lnTo>
                    <a:lnTo>
                      <a:pt x="392" y="777"/>
                    </a:lnTo>
                    <a:lnTo>
                      <a:pt x="365" y="783"/>
                    </a:lnTo>
                    <a:lnTo>
                      <a:pt x="340" y="790"/>
                    </a:lnTo>
                    <a:lnTo>
                      <a:pt x="327" y="793"/>
                    </a:lnTo>
                    <a:lnTo>
                      <a:pt x="314" y="796"/>
                    </a:lnTo>
                    <a:lnTo>
                      <a:pt x="302" y="798"/>
                    </a:lnTo>
                    <a:lnTo>
                      <a:pt x="289" y="798"/>
                    </a:lnTo>
                    <a:lnTo>
                      <a:pt x="277" y="798"/>
                    </a:lnTo>
                    <a:lnTo>
                      <a:pt x="264" y="798"/>
                    </a:lnTo>
                    <a:lnTo>
                      <a:pt x="252" y="796"/>
                    </a:lnTo>
                    <a:lnTo>
                      <a:pt x="240" y="794"/>
                    </a:lnTo>
                    <a:lnTo>
                      <a:pt x="217" y="789"/>
                    </a:lnTo>
                    <a:lnTo>
                      <a:pt x="194" y="781"/>
                    </a:lnTo>
                    <a:lnTo>
                      <a:pt x="172" y="772"/>
                    </a:lnTo>
                    <a:lnTo>
                      <a:pt x="150" y="762"/>
                    </a:lnTo>
                    <a:lnTo>
                      <a:pt x="108" y="740"/>
                    </a:lnTo>
                    <a:lnTo>
                      <a:pt x="69" y="720"/>
                    </a:lnTo>
                    <a:lnTo>
                      <a:pt x="52" y="711"/>
                    </a:lnTo>
                    <a:lnTo>
                      <a:pt x="33" y="704"/>
                    </a:lnTo>
                    <a:lnTo>
                      <a:pt x="25" y="701"/>
                    </a:lnTo>
                    <a:lnTo>
                      <a:pt x="17" y="698"/>
                    </a:lnTo>
                    <a:lnTo>
                      <a:pt x="8" y="696"/>
                    </a:lnTo>
                    <a:lnTo>
                      <a:pt x="0" y="695"/>
                    </a:lnTo>
                    <a:lnTo>
                      <a:pt x="13" y="677"/>
                    </a:lnTo>
                    <a:lnTo>
                      <a:pt x="42" y="633"/>
                    </a:lnTo>
                    <a:lnTo>
                      <a:pt x="58" y="608"/>
                    </a:lnTo>
                    <a:lnTo>
                      <a:pt x="72" y="583"/>
                    </a:lnTo>
                    <a:lnTo>
                      <a:pt x="84" y="562"/>
                    </a:lnTo>
                    <a:lnTo>
                      <a:pt x="90" y="546"/>
                    </a:lnTo>
                    <a:lnTo>
                      <a:pt x="95" y="520"/>
                    </a:lnTo>
                    <a:lnTo>
                      <a:pt x="100" y="493"/>
                    </a:lnTo>
                    <a:lnTo>
                      <a:pt x="104" y="464"/>
                    </a:lnTo>
                    <a:lnTo>
                      <a:pt x="107" y="435"/>
                    </a:lnTo>
                    <a:lnTo>
                      <a:pt x="109" y="374"/>
                    </a:lnTo>
                    <a:lnTo>
                      <a:pt x="110" y="316"/>
                    </a:lnTo>
                    <a:lnTo>
                      <a:pt x="109" y="264"/>
                    </a:lnTo>
                    <a:lnTo>
                      <a:pt x="107" y="221"/>
                    </a:lnTo>
                    <a:lnTo>
                      <a:pt x="105" y="193"/>
                    </a:lnTo>
                    <a:lnTo>
                      <a:pt x="104" y="183"/>
                    </a:lnTo>
                    <a:lnTo>
                      <a:pt x="104" y="176"/>
                    </a:lnTo>
                    <a:lnTo>
                      <a:pt x="102" y="159"/>
                    </a:lnTo>
                    <a:lnTo>
                      <a:pt x="100" y="148"/>
                    </a:lnTo>
                    <a:lnTo>
                      <a:pt x="100" y="135"/>
                    </a:lnTo>
                    <a:lnTo>
                      <a:pt x="102" y="121"/>
                    </a:lnTo>
                    <a:lnTo>
                      <a:pt x="103" y="106"/>
                    </a:lnTo>
                    <a:lnTo>
                      <a:pt x="105" y="92"/>
                    </a:lnTo>
                    <a:lnTo>
                      <a:pt x="110" y="77"/>
                    </a:lnTo>
                    <a:lnTo>
                      <a:pt x="117" y="63"/>
                    </a:lnTo>
                    <a:lnTo>
                      <a:pt x="125" y="50"/>
                    </a:lnTo>
                    <a:lnTo>
                      <a:pt x="130" y="44"/>
                    </a:lnTo>
                    <a:lnTo>
                      <a:pt x="137" y="38"/>
                    </a:lnTo>
                    <a:lnTo>
                      <a:pt x="143" y="33"/>
                    </a:lnTo>
                    <a:lnTo>
                      <a:pt x="149" y="28"/>
                    </a:lnTo>
                    <a:lnTo>
                      <a:pt x="158" y="24"/>
                    </a:lnTo>
                    <a:lnTo>
                      <a:pt x="165" y="21"/>
                    </a:lnTo>
                    <a:lnTo>
                      <a:pt x="175" y="18"/>
                    </a:lnTo>
                    <a:lnTo>
                      <a:pt x="185" y="16"/>
                    </a:lnTo>
                    <a:close/>
                  </a:path>
                </a:pathLst>
              </a:custGeom>
              <a:solidFill>
                <a:srgbClr val="80C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2" name="Freeform 30">
                <a:extLst>
                  <a:ext uri="{FF2B5EF4-FFF2-40B4-BE49-F238E27FC236}">
                    <a16:creationId xmlns:a16="http://schemas.microsoft.com/office/drawing/2014/main" id="{CB031477-F3D8-407C-A4EC-1CBA136EA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738" y="1833563"/>
                <a:ext cx="114300" cy="193675"/>
              </a:xfrm>
              <a:custGeom>
                <a:avLst/>
                <a:gdLst>
                  <a:gd name="T0" fmla="*/ 331 w 360"/>
                  <a:gd name="T1" fmla="*/ 6 h 487"/>
                  <a:gd name="T2" fmla="*/ 345 w 360"/>
                  <a:gd name="T3" fmla="*/ 52 h 487"/>
                  <a:gd name="T4" fmla="*/ 356 w 360"/>
                  <a:gd name="T5" fmla="*/ 104 h 487"/>
                  <a:gd name="T6" fmla="*/ 360 w 360"/>
                  <a:gd name="T7" fmla="*/ 143 h 487"/>
                  <a:gd name="T8" fmla="*/ 359 w 360"/>
                  <a:gd name="T9" fmla="*/ 182 h 487"/>
                  <a:gd name="T10" fmla="*/ 350 w 360"/>
                  <a:gd name="T11" fmla="*/ 219 h 487"/>
                  <a:gd name="T12" fmla="*/ 334 w 360"/>
                  <a:gd name="T13" fmla="*/ 253 h 487"/>
                  <a:gd name="T14" fmla="*/ 307 w 360"/>
                  <a:gd name="T15" fmla="*/ 291 h 487"/>
                  <a:gd name="T16" fmla="*/ 257 w 360"/>
                  <a:gd name="T17" fmla="*/ 352 h 487"/>
                  <a:gd name="T18" fmla="*/ 189 w 360"/>
                  <a:gd name="T19" fmla="*/ 427 h 487"/>
                  <a:gd name="T20" fmla="*/ 141 w 360"/>
                  <a:gd name="T21" fmla="*/ 475 h 487"/>
                  <a:gd name="T22" fmla="*/ 126 w 360"/>
                  <a:gd name="T23" fmla="*/ 483 h 487"/>
                  <a:gd name="T24" fmla="*/ 94 w 360"/>
                  <a:gd name="T25" fmla="*/ 487 h 487"/>
                  <a:gd name="T26" fmla="*/ 66 w 360"/>
                  <a:gd name="T27" fmla="*/ 487 h 487"/>
                  <a:gd name="T28" fmla="*/ 45 w 360"/>
                  <a:gd name="T29" fmla="*/ 483 h 487"/>
                  <a:gd name="T30" fmla="*/ 31 w 360"/>
                  <a:gd name="T31" fmla="*/ 479 h 487"/>
                  <a:gd name="T32" fmla="*/ 16 w 360"/>
                  <a:gd name="T33" fmla="*/ 470 h 487"/>
                  <a:gd name="T34" fmla="*/ 1 w 360"/>
                  <a:gd name="T35" fmla="*/ 454 h 487"/>
                  <a:gd name="T36" fmla="*/ 6 w 360"/>
                  <a:gd name="T37" fmla="*/ 441 h 487"/>
                  <a:gd name="T38" fmla="*/ 51 w 360"/>
                  <a:gd name="T39" fmla="*/ 383 h 487"/>
                  <a:gd name="T40" fmla="*/ 115 w 360"/>
                  <a:gd name="T41" fmla="*/ 300 h 487"/>
                  <a:gd name="T42" fmla="*/ 172 w 360"/>
                  <a:gd name="T43" fmla="*/ 224 h 487"/>
                  <a:gd name="T44" fmla="*/ 194 w 360"/>
                  <a:gd name="T45" fmla="*/ 196 h 487"/>
                  <a:gd name="T46" fmla="*/ 199 w 360"/>
                  <a:gd name="T47" fmla="*/ 186 h 487"/>
                  <a:gd name="T48" fmla="*/ 201 w 360"/>
                  <a:gd name="T49" fmla="*/ 168 h 487"/>
                  <a:gd name="T50" fmla="*/ 199 w 360"/>
                  <a:gd name="T51" fmla="*/ 142 h 487"/>
                  <a:gd name="T52" fmla="*/ 192 w 360"/>
                  <a:gd name="T53" fmla="*/ 114 h 487"/>
                  <a:gd name="T54" fmla="*/ 179 w 360"/>
                  <a:gd name="T55" fmla="*/ 75 h 487"/>
                  <a:gd name="T56" fmla="*/ 161 w 360"/>
                  <a:gd name="T57" fmla="*/ 39 h 487"/>
                  <a:gd name="T58" fmla="*/ 166 w 360"/>
                  <a:gd name="T59" fmla="*/ 34 h 487"/>
                  <a:gd name="T60" fmla="*/ 196 w 360"/>
                  <a:gd name="T61" fmla="*/ 35 h 487"/>
                  <a:gd name="T62" fmla="*/ 224 w 360"/>
                  <a:gd name="T63" fmla="*/ 32 h 487"/>
                  <a:gd name="T64" fmla="*/ 262 w 360"/>
                  <a:gd name="T65" fmla="*/ 23 h 487"/>
                  <a:gd name="T66" fmla="*/ 317 w 360"/>
                  <a:gd name="T67" fmla="*/ 4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60" h="487">
                    <a:moveTo>
                      <a:pt x="329" y="0"/>
                    </a:moveTo>
                    <a:lnTo>
                      <a:pt x="331" y="6"/>
                    </a:lnTo>
                    <a:lnTo>
                      <a:pt x="337" y="24"/>
                    </a:lnTo>
                    <a:lnTo>
                      <a:pt x="345" y="52"/>
                    </a:lnTo>
                    <a:lnTo>
                      <a:pt x="352" y="85"/>
                    </a:lnTo>
                    <a:lnTo>
                      <a:pt x="356" y="104"/>
                    </a:lnTo>
                    <a:lnTo>
                      <a:pt x="357" y="123"/>
                    </a:lnTo>
                    <a:lnTo>
                      <a:pt x="360" y="143"/>
                    </a:lnTo>
                    <a:lnTo>
                      <a:pt x="360" y="162"/>
                    </a:lnTo>
                    <a:lnTo>
                      <a:pt x="359" y="182"/>
                    </a:lnTo>
                    <a:lnTo>
                      <a:pt x="355" y="201"/>
                    </a:lnTo>
                    <a:lnTo>
                      <a:pt x="350" y="219"/>
                    </a:lnTo>
                    <a:lnTo>
                      <a:pt x="344" y="236"/>
                    </a:lnTo>
                    <a:lnTo>
                      <a:pt x="334" y="253"/>
                    </a:lnTo>
                    <a:lnTo>
                      <a:pt x="321" y="271"/>
                    </a:lnTo>
                    <a:lnTo>
                      <a:pt x="307" y="291"/>
                    </a:lnTo>
                    <a:lnTo>
                      <a:pt x="292" y="311"/>
                    </a:lnTo>
                    <a:lnTo>
                      <a:pt x="257" y="352"/>
                    </a:lnTo>
                    <a:lnTo>
                      <a:pt x="222" y="391"/>
                    </a:lnTo>
                    <a:lnTo>
                      <a:pt x="189" y="427"/>
                    </a:lnTo>
                    <a:lnTo>
                      <a:pt x="161" y="456"/>
                    </a:lnTo>
                    <a:lnTo>
                      <a:pt x="141" y="475"/>
                    </a:lnTo>
                    <a:lnTo>
                      <a:pt x="134" y="482"/>
                    </a:lnTo>
                    <a:lnTo>
                      <a:pt x="126" y="483"/>
                    </a:lnTo>
                    <a:lnTo>
                      <a:pt x="106" y="486"/>
                    </a:lnTo>
                    <a:lnTo>
                      <a:pt x="94" y="487"/>
                    </a:lnTo>
                    <a:lnTo>
                      <a:pt x="80" y="487"/>
                    </a:lnTo>
                    <a:lnTo>
                      <a:pt x="66" y="487"/>
                    </a:lnTo>
                    <a:lnTo>
                      <a:pt x="52" y="485"/>
                    </a:lnTo>
                    <a:lnTo>
                      <a:pt x="45" y="483"/>
                    </a:lnTo>
                    <a:lnTo>
                      <a:pt x="37" y="481"/>
                    </a:lnTo>
                    <a:lnTo>
                      <a:pt x="31" y="479"/>
                    </a:lnTo>
                    <a:lnTo>
                      <a:pt x="25" y="476"/>
                    </a:lnTo>
                    <a:lnTo>
                      <a:pt x="16" y="470"/>
                    </a:lnTo>
                    <a:lnTo>
                      <a:pt x="9" y="464"/>
                    </a:lnTo>
                    <a:lnTo>
                      <a:pt x="1" y="454"/>
                    </a:lnTo>
                    <a:lnTo>
                      <a:pt x="0" y="449"/>
                    </a:lnTo>
                    <a:lnTo>
                      <a:pt x="6" y="441"/>
                    </a:lnTo>
                    <a:lnTo>
                      <a:pt x="25" y="417"/>
                    </a:lnTo>
                    <a:lnTo>
                      <a:pt x="51" y="383"/>
                    </a:lnTo>
                    <a:lnTo>
                      <a:pt x="82" y="342"/>
                    </a:lnTo>
                    <a:lnTo>
                      <a:pt x="115" y="300"/>
                    </a:lnTo>
                    <a:lnTo>
                      <a:pt x="146" y="259"/>
                    </a:lnTo>
                    <a:lnTo>
                      <a:pt x="172" y="224"/>
                    </a:lnTo>
                    <a:lnTo>
                      <a:pt x="191" y="200"/>
                    </a:lnTo>
                    <a:lnTo>
                      <a:pt x="194" y="196"/>
                    </a:lnTo>
                    <a:lnTo>
                      <a:pt x="196" y="191"/>
                    </a:lnTo>
                    <a:lnTo>
                      <a:pt x="199" y="186"/>
                    </a:lnTo>
                    <a:lnTo>
                      <a:pt x="200" y="180"/>
                    </a:lnTo>
                    <a:lnTo>
                      <a:pt x="201" y="168"/>
                    </a:lnTo>
                    <a:lnTo>
                      <a:pt x="200" y="155"/>
                    </a:lnTo>
                    <a:lnTo>
                      <a:pt x="199" y="142"/>
                    </a:lnTo>
                    <a:lnTo>
                      <a:pt x="196" y="128"/>
                    </a:lnTo>
                    <a:lnTo>
                      <a:pt x="192" y="114"/>
                    </a:lnTo>
                    <a:lnTo>
                      <a:pt x="187" y="100"/>
                    </a:lnTo>
                    <a:lnTo>
                      <a:pt x="179" y="75"/>
                    </a:lnTo>
                    <a:lnTo>
                      <a:pt x="169" y="54"/>
                    </a:lnTo>
                    <a:lnTo>
                      <a:pt x="161" y="39"/>
                    </a:lnTo>
                    <a:lnTo>
                      <a:pt x="159" y="34"/>
                    </a:lnTo>
                    <a:lnTo>
                      <a:pt x="166" y="34"/>
                    </a:lnTo>
                    <a:lnTo>
                      <a:pt x="184" y="35"/>
                    </a:lnTo>
                    <a:lnTo>
                      <a:pt x="196" y="35"/>
                    </a:lnTo>
                    <a:lnTo>
                      <a:pt x="210" y="34"/>
                    </a:lnTo>
                    <a:lnTo>
                      <a:pt x="224" y="32"/>
                    </a:lnTo>
                    <a:lnTo>
                      <a:pt x="237" y="30"/>
                    </a:lnTo>
                    <a:lnTo>
                      <a:pt x="262" y="23"/>
                    </a:lnTo>
                    <a:lnTo>
                      <a:pt x="292" y="13"/>
                    </a:lnTo>
                    <a:lnTo>
                      <a:pt x="317" y="4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3" name="Freeform 31">
                <a:extLst>
                  <a:ext uri="{FF2B5EF4-FFF2-40B4-BE49-F238E27FC236}">
                    <a16:creationId xmlns:a16="http://schemas.microsoft.com/office/drawing/2014/main" id="{08C48EF9-29C2-408E-B72E-EE4E7257C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62113"/>
                <a:ext cx="71438" cy="93663"/>
              </a:xfrm>
              <a:custGeom>
                <a:avLst/>
                <a:gdLst>
                  <a:gd name="T0" fmla="*/ 226 w 226"/>
                  <a:gd name="T1" fmla="*/ 0 h 234"/>
                  <a:gd name="T2" fmla="*/ 226 w 226"/>
                  <a:gd name="T3" fmla="*/ 114 h 234"/>
                  <a:gd name="T4" fmla="*/ 224 w 226"/>
                  <a:gd name="T5" fmla="*/ 120 h 234"/>
                  <a:gd name="T6" fmla="*/ 215 w 226"/>
                  <a:gd name="T7" fmla="*/ 136 h 234"/>
                  <a:gd name="T8" fmla="*/ 209 w 226"/>
                  <a:gd name="T9" fmla="*/ 147 h 234"/>
                  <a:gd name="T10" fmla="*/ 200 w 226"/>
                  <a:gd name="T11" fmla="*/ 159 h 234"/>
                  <a:gd name="T12" fmla="*/ 191 w 226"/>
                  <a:gd name="T13" fmla="*/ 171 h 234"/>
                  <a:gd name="T14" fmla="*/ 180 w 226"/>
                  <a:gd name="T15" fmla="*/ 184 h 234"/>
                  <a:gd name="T16" fmla="*/ 169 w 226"/>
                  <a:gd name="T17" fmla="*/ 196 h 234"/>
                  <a:gd name="T18" fmla="*/ 155 w 226"/>
                  <a:gd name="T19" fmla="*/ 207 h 234"/>
                  <a:gd name="T20" fmla="*/ 148 w 226"/>
                  <a:gd name="T21" fmla="*/ 212 h 234"/>
                  <a:gd name="T22" fmla="*/ 140 w 226"/>
                  <a:gd name="T23" fmla="*/ 217 h 234"/>
                  <a:gd name="T24" fmla="*/ 133 w 226"/>
                  <a:gd name="T25" fmla="*/ 221 h 234"/>
                  <a:gd name="T26" fmla="*/ 125 w 226"/>
                  <a:gd name="T27" fmla="*/ 225 h 234"/>
                  <a:gd name="T28" fmla="*/ 116 w 226"/>
                  <a:gd name="T29" fmla="*/ 228 h 234"/>
                  <a:gd name="T30" fmla="*/ 108 w 226"/>
                  <a:gd name="T31" fmla="*/ 231 h 234"/>
                  <a:gd name="T32" fmla="*/ 99 w 226"/>
                  <a:gd name="T33" fmla="*/ 233 h 234"/>
                  <a:gd name="T34" fmla="*/ 89 w 226"/>
                  <a:gd name="T35" fmla="*/ 234 h 234"/>
                  <a:gd name="T36" fmla="*/ 79 w 226"/>
                  <a:gd name="T37" fmla="*/ 234 h 234"/>
                  <a:gd name="T38" fmla="*/ 69 w 226"/>
                  <a:gd name="T39" fmla="*/ 233 h 234"/>
                  <a:gd name="T40" fmla="*/ 59 w 226"/>
                  <a:gd name="T41" fmla="*/ 232 h 234"/>
                  <a:gd name="T42" fmla="*/ 49 w 226"/>
                  <a:gd name="T43" fmla="*/ 229 h 234"/>
                  <a:gd name="T44" fmla="*/ 39 w 226"/>
                  <a:gd name="T45" fmla="*/ 225 h 234"/>
                  <a:gd name="T46" fmla="*/ 30 w 226"/>
                  <a:gd name="T47" fmla="*/ 221 h 234"/>
                  <a:gd name="T48" fmla="*/ 23 w 226"/>
                  <a:gd name="T49" fmla="*/ 217 h 234"/>
                  <a:gd name="T50" fmla="*/ 16 w 226"/>
                  <a:gd name="T51" fmla="*/ 212 h 234"/>
                  <a:gd name="T52" fmla="*/ 11 w 226"/>
                  <a:gd name="T53" fmla="*/ 207 h 234"/>
                  <a:gd name="T54" fmla="*/ 8 w 226"/>
                  <a:gd name="T55" fmla="*/ 201 h 234"/>
                  <a:gd name="T56" fmla="*/ 4 w 226"/>
                  <a:gd name="T57" fmla="*/ 195 h 234"/>
                  <a:gd name="T58" fmla="*/ 3 w 226"/>
                  <a:gd name="T59" fmla="*/ 188 h 234"/>
                  <a:gd name="T60" fmla="*/ 1 w 226"/>
                  <a:gd name="T61" fmla="*/ 182 h 234"/>
                  <a:gd name="T62" fmla="*/ 0 w 226"/>
                  <a:gd name="T63" fmla="*/ 175 h 234"/>
                  <a:gd name="T64" fmla="*/ 1 w 226"/>
                  <a:gd name="T65" fmla="*/ 168 h 234"/>
                  <a:gd name="T66" fmla="*/ 1 w 226"/>
                  <a:gd name="T67" fmla="*/ 161 h 234"/>
                  <a:gd name="T68" fmla="*/ 5 w 226"/>
                  <a:gd name="T69" fmla="*/ 146 h 234"/>
                  <a:gd name="T70" fmla="*/ 11 w 226"/>
                  <a:gd name="T71" fmla="*/ 132 h 234"/>
                  <a:gd name="T72" fmla="*/ 19 w 226"/>
                  <a:gd name="T73" fmla="*/ 118 h 234"/>
                  <a:gd name="T74" fmla="*/ 26 w 226"/>
                  <a:gd name="T75" fmla="*/ 104 h 234"/>
                  <a:gd name="T76" fmla="*/ 34 w 226"/>
                  <a:gd name="T77" fmla="*/ 92 h 234"/>
                  <a:gd name="T78" fmla="*/ 43 w 226"/>
                  <a:gd name="T79" fmla="*/ 82 h 234"/>
                  <a:gd name="T80" fmla="*/ 55 w 226"/>
                  <a:gd name="T81" fmla="*/ 66 h 234"/>
                  <a:gd name="T82" fmla="*/ 60 w 226"/>
                  <a:gd name="T83" fmla="*/ 60 h 234"/>
                  <a:gd name="T84" fmla="*/ 60 w 226"/>
                  <a:gd name="T85" fmla="*/ 0 h 234"/>
                  <a:gd name="T86" fmla="*/ 226 w 226"/>
                  <a:gd name="T87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26" h="234">
                    <a:moveTo>
                      <a:pt x="226" y="0"/>
                    </a:moveTo>
                    <a:lnTo>
                      <a:pt x="226" y="114"/>
                    </a:lnTo>
                    <a:lnTo>
                      <a:pt x="224" y="120"/>
                    </a:lnTo>
                    <a:lnTo>
                      <a:pt x="215" y="136"/>
                    </a:lnTo>
                    <a:lnTo>
                      <a:pt x="209" y="147"/>
                    </a:lnTo>
                    <a:lnTo>
                      <a:pt x="200" y="159"/>
                    </a:lnTo>
                    <a:lnTo>
                      <a:pt x="191" y="171"/>
                    </a:lnTo>
                    <a:lnTo>
                      <a:pt x="180" y="184"/>
                    </a:lnTo>
                    <a:lnTo>
                      <a:pt x="169" y="196"/>
                    </a:lnTo>
                    <a:lnTo>
                      <a:pt x="155" y="207"/>
                    </a:lnTo>
                    <a:lnTo>
                      <a:pt x="148" y="212"/>
                    </a:lnTo>
                    <a:lnTo>
                      <a:pt x="140" y="217"/>
                    </a:lnTo>
                    <a:lnTo>
                      <a:pt x="133" y="221"/>
                    </a:lnTo>
                    <a:lnTo>
                      <a:pt x="125" y="225"/>
                    </a:lnTo>
                    <a:lnTo>
                      <a:pt x="116" y="228"/>
                    </a:lnTo>
                    <a:lnTo>
                      <a:pt x="108" y="231"/>
                    </a:lnTo>
                    <a:lnTo>
                      <a:pt x="99" y="233"/>
                    </a:lnTo>
                    <a:lnTo>
                      <a:pt x="89" y="234"/>
                    </a:lnTo>
                    <a:lnTo>
                      <a:pt x="79" y="234"/>
                    </a:lnTo>
                    <a:lnTo>
                      <a:pt x="69" y="233"/>
                    </a:lnTo>
                    <a:lnTo>
                      <a:pt x="59" y="232"/>
                    </a:lnTo>
                    <a:lnTo>
                      <a:pt x="49" y="229"/>
                    </a:lnTo>
                    <a:lnTo>
                      <a:pt x="39" y="225"/>
                    </a:lnTo>
                    <a:lnTo>
                      <a:pt x="30" y="221"/>
                    </a:lnTo>
                    <a:lnTo>
                      <a:pt x="23" y="217"/>
                    </a:lnTo>
                    <a:lnTo>
                      <a:pt x="16" y="212"/>
                    </a:lnTo>
                    <a:lnTo>
                      <a:pt x="11" y="207"/>
                    </a:lnTo>
                    <a:lnTo>
                      <a:pt x="8" y="201"/>
                    </a:lnTo>
                    <a:lnTo>
                      <a:pt x="4" y="195"/>
                    </a:lnTo>
                    <a:lnTo>
                      <a:pt x="3" y="188"/>
                    </a:lnTo>
                    <a:lnTo>
                      <a:pt x="1" y="182"/>
                    </a:lnTo>
                    <a:lnTo>
                      <a:pt x="0" y="175"/>
                    </a:lnTo>
                    <a:lnTo>
                      <a:pt x="1" y="168"/>
                    </a:lnTo>
                    <a:lnTo>
                      <a:pt x="1" y="161"/>
                    </a:lnTo>
                    <a:lnTo>
                      <a:pt x="5" y="146"/>
                    </a:lnTo>
                    <a:lnTo>
                      <a:pt x="11" y="132"/>
                    </a:lnTo>
                    <a:lnTo>
                      <a:pt x="19" y="118"/>
                    </a:lnTo>
                    <a:lnTo>
                      <a:pt x="26" y="104"/>
                    </a:lnTo>
                    <a:lnTo>
                      <a:pt x="34" y="92"/>
                    </a:lnTo>
                    <a:lnTo>
                      <a:pt x="43" y="82"/>
                    </a:lnTo>
                    <a:lnTo>
                      <a:pt x="55" y="66"/>
                    </a:lnTo>
                    <a:lnTo>
                      <a:pt x="60" y="60"/>
                    </a:lnTo>
                    <a:lnTo>
                      <a:pt x="60" y="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4" name="Freeform 32">
                <a:extLst>
                  <a:ext uri="{FF2B5EF4-FFF2-40B4-BE49-F238E27FC236}">
                    <a16:creationId xmlns:a16="http://schemas.microsoft.com/office/drawing/2014/main" id="{04BB2442-A984-405A-867F-A63C35ADE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063" y="1576388"/>
                <a:ext cx="100013" cy="122238"/>
              </a:xfrm>
              <a:custGeom>
                <a:avLst/>
                <a:gdLst>
                  <a:gd name="T0" fmla="*/ 269 w 313"/>
                  <a:gd name="T1" fmla="*/ 218 h 310"/>
                  <a:gd name="T2" fmla="*/ 291 w 313"/>
                  <a:gd name="T3" fmla="*/ 193 h 310"/>
                  <a:gd name="T4" fmla="*/ 306 w 313"/>
                  <a:gd name="T5" fmla="*/ 171 h 310"/>
                  <a:gd name="T6" fmla="*/ 311 w 313"/>
                  <a:gd name="T7" fmla="*/ 157 h 310"/>
                  <a:gd name="T8" fmla="*/ 313 w 313"/>
                  <a:gd name="T9" fmla="*/ 144 h 310"/>
                  <a:gd name="T10" fmla="*/ 310 w 313"/>
                  <a:gd name="T11" fmla="*/ 133 h 310"/>
                  <a:gd name="T12" fmla="*/ 298 w 313"/>
                  <a:gd name="T13" fmla="*/ 124 h 310"/>
                  <a:gd name="T14" fmla="*/ 283 w 313"/>
                  <a:gd name="T15" fmla="*/ 120 h 310"/>
                  <a:gd name="T16" fmla="*/ 270 w 313"/>
                  <a:gd name="T17" fmla="*/ 122 h 310"/>
                  <a:gd name="T18" fmla="*/ 259 w 313"/>
                  <a:gd name="T19" fmla="*/ 130 h 310"/>
                  <a:gd name="T20" fmla="*/ 246 w 313"/>
                  <a:gd name="T21" fmla="*/ 145 h 310"/>
                  <a:gd name="T22" fmla="*/ 238 w 313"/>
                  <a:gd name="T23" fmla="*/ 162 h 310"/>
                  <a:gd name="T24" fmla="*/ 236 w 313"/>
                  <a:gd name="T25" fmla="*/ 158 h 310"/>
                  <a:gd name="T26" fmla="*/ 228 w 313"/>
                  <a:gd name="T27" fmla="*/ 143 h 310"/>
                  <a:gd name="T28" fmla="*/ 213 w 313"/>
                  <a:gd name="T29" fmla="*/ 127 h 310"/>
                  <a:gd name="T30" fmla="*/ 193 w 313"/>
                  <a:gd name="T31" fmla="*/ 112 h 310"/>
                  <a:gd name="T32" fmla="*/ 156 w 313"/>
                  <a:gd name="T33" fmla="*/ 91 h 310"/>
                  <a:gd name="T34" fmla="*/ 105 w 313"/>
                  <a:gd name="T35" fmla="*/ 68 h 310"/>
                  <a:gd name="T36" fmla="*/ 72 w 313"/>
                  <a:gd name="T37" fmla="*/ 56 h 310"/>
                  <a:gd name="T38" fmla="*/ 55 w 313"/>
                  <a:gd name="T39" fmla="*/ 47 h 310"/>
                  <a:gd name="T40" fmla="*/ 37 w 313"/>
                  <a:gd name="T41" fmla="*/ 33 h 310"/>
                  <a:gd name="T42" fmla="*/ 19 w 313"/>
                  <a:gd name="T43" fmla="*/ 7 h 310"/>
                  <a:gd name="T44" fmla="*/ 12 w 313"/>
                  <a:gd name="T45" fmla="*/ 8 h 310"/>
                  <a:gd name="T46" fmla="*/ 5 w 313"/>
                  <a:gd name="T47" fmla="*/ 25 h 310"/>
                  <a:gd name="T48" fmla="*/ 0 w 313"/>
                  <a:gd name="T49" fmla="*/ 58 h 310"/>
                  <a:gd name="T50" fmla="*/ 3 w 313"/>
                  <a:gd name="T51" fmla="*/ 110 h 310"/>
                  <a:gd name="T52" fmla="*/ 7 w 313"/>
                  <a:gd name="T53" fmla="*/ 171 h 310"/>
                  <a:gd name="T54" fmla="*/ 9 w 313"/>
                  <a:gd name="T55" fmla="*/ 220 h 310"/>
                  <a:gd name="T56" fmla="*/ 15 w 313"/>
                  <a:gd name="T57" fmla="*/ 248 h 310"/>
                  <a:gd name="T58" fmla="*/ 24 w 313"/>
                  <a:gd name="T59" fmla="*/ 271 h 310"/>
                  <a:gd name="T60" fmla="*/ 35 w 313"/>
                  <a:gd name="T61" fmla="*/ 288 h 310"/>
                  <a:gd name="T62" fmla="*/ 49 w 313"/>
                  <a:gd name="T63" fmla="*/ 299 h 310"/>
                  <a:gd name="T64" fmla="*/ 70 w 313"/>
                  <a:gd name="T65" fmla="*/ 306 h 310"/>
                  <a:gd name="T66" fmla="*/ 98 w 313"/>
                  <a:gd name="T67" fmla="*/ 310 h 310"/>
                  <a:gd name="T68" fmla="*/ 122 w 313"/>
                  <a:gd name="T69" fmla="*/ 308 h 310"/>
                  <a:gd name="T70" fmla="*/ 140 w 313"/>
                  <a:gd name="T71" fmla="*/ 303 h 310"/>
                  <a:gd name="T72" fmla="*/ 161 w 313"/>
                  <a:gd name="T73" fmla="*/ 295 h 310"/>
                  <a:gd name="T74" fmla="*/ 186 w 313"/>
                  <a:gd name="T75" fmla="*/ 282 h 310"/>
                  <a:gd name="T76" fmla="*/ 220 w 313"/>
                  <a:gd name="T77" fmla="*/ 262 h 310"/>
                  <a:gd name="T78" fmla="*/ 244 w 313"/>
                  <a:gd name="T79" fmla="*/ 242 h 310"/>
                  <a:gd name="T80" fmla="*/ 254 w 313"/>
                  <a:gd name="T81" fmla="*/ 231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13" h="310">
                    <a:moveTo>
                      <a:pt x="258" y="227"/>
                    </a:moveTo>
                    <a:lnTo>
                      <a:pt x="269" y="218"/>
                    </a:lnTo>
                    <a:lnTo>
                      <a:pt x="280" y="206"/>
                    </a:lnTo>
                    <a:lnTo>
                      <a:pt x="291" y="193"/>
                    </a:lnTo>
                    <a:lnTo>
                      <a:pt x="301" y="178"/>
                    </a:lnTo>
                    <a:lnTo>
                      <a:pt x="306" y="171"/>
                    </a:lnTo>
                    <a:lnTo>
                      <a:pt x="309" y="164"/>
                    </a:lnTo>
                    <a:lnTo>
                      <a:pt x="311" y="157"/>
                    </a:lnTo>
                    <a:lnTo>
                      <a:pt x="313" y="150"/>
                    </a:lnTo>
                    <a:lnTo>
                      <a:pt x="313" y="144"/>
                    </a:lnTo>
                    <a:lnTo>
                      <a:pt x="313" y="138"/>
                    </a:lnTo>
                    <a:lnTo>
                      <a:pt x="310" y="133"/>
                    </a:lnTo>
                    <a:lnTo>
                      <a:pt x="305" y="129"/>
                    </a:lnTo>
                    <a:lnTo>
                      <a:pt x="298" y="124"/>
                    </a:lnTo>
                    <a:lnTo>
                      <a:pt x="290" y="121"/>
                    </a:lnTo>
                    <a:lnTo>
                      <a:pt x="283" y="120"/>
                    </a:lnTo>
                    <a:lnTo>
                      <a:pt x="276" y="120"/>
                    </a:lnTo>
                    <a:lnTo>
                      <a:pt x="270" y="122"/>
                    </a:lnTo>
                    <a:lnTo>
                      <a:pt x="264" y="126"/>
                    </a:lnTo>
                    <a:lnTo>
                      <a:pt x="259" y="130"/>
                    </a:lnTo>
                    <a:lnTo>
                      <a:pt x="254" y="134"/>
                    </a:lnTo>
                    <a:lnTo>
                      <a:pt x="246" y="145"/>
                    </a:lnTo>
                    <a:lnTo>
                      <a:pt x="241" y="154"/>
                    </a:lnTo>
                    <a:lnTo>
                      <a:pt x="238" y="162"/>
                    </a:lnTo>
                    <a:lnTo>
                      <a:pt x="236" y="165"/>
                    </a:lnTo>
                    <a:lnTo>
                      <a:pt x="236" y="158"/>
                    </a:lnTo>
                    <a:lnTo>
                      <a:pt x="233" y="150"/>
                    </a:lnTo>
                    <a:lnTo>
                      <a:pt x="228" y="143"/>
                    </a:lnTo>
                    <a:lnTo>
                      <a:pt x="220" y="135"/>
                    </a:lnTo>
                    <a:lnTo>
                      <a:pt x="213" y="127"/>
                    </a:lnTo>
                    <a:lnTo>
                      <a:pt x="203" y="120"/>
                    </a:lnTo>
                    <a:lnTo>
                      <a:pt x="193" y="112"/>
                    </a:lnTo>
                    <a:lnTo>
                      <a:pt x="180" y="105"/>
                    </a:lnTo>
                    <a:lnTo>
                      <a:pt x="156" y="91"/>
                    </a:lnTo>
                    <a:lnTo>
                      <a:pt x="130" y="79"/>
                    </a:lnTo>
                    <a:lnTo>
                      <a:pt x="105" y="68"/>
                    </a:lnTo>
                    <a:lnTo>
                      <a:pt x="83" y="60"/>
                    </a:lnTo>
                    <a:lnTo>
                      <a:pt x="72" y="56"/>
                    </a:lnTo>
                    <a:lnTo>
                      <a:pt x="63" y="52"/>
                    </a:lnTo>
                    <a:lnTo>
                      <a:pt x="55" y="47"/>
                    </a:lnTo>
                    <a:lnTo>
                      <a:pt x="48" y="43"/>
                    </a:lnTo>
                    <a:lnTo>
                      <a:pt x="37" y="33"/>
                    </a:lnTo>
                    <a:lnTo>
                      <a:pt x="28" y="23"/>
                    </a:lnTo>
                    <a:lnTo>
                      <a:pt x="19" y="7"/>
                    </a:lnTo>
                    <a:lnTo>
                      <a:pt x="17" y="0"/>
                    </a:lnTo>
                    <a:lnTo>
                      <a:pt x="12" y="8"/>
                    </a:lnTo>
                    <a:lnTo>
                      <a:pt x="8" y="16"/>
                    </a:lnTo>
                    <a:lnTo>
                      <a:pt x="5" y="25"/>
                    </a:lnTo>
                    <a:lnTo>
                      <a:pt x="3" y="35"/>
                    </a:lnTo>
                    <a:lnTo>
                      <a:pt x="0" y="58"/>
                    </a:lnTo>
                    <a:lnTo>
                      <a:pt x="0" y="83"/>
                    </a:lnTo>
                    <a:lnTo>
                      <a:pt x="3" y="110"/>
                    </a:lnTo>
                    <a:lnTo>
                      <a:pt x="4" y="140"/>
                    </a:lnTo>
                    <a:lnTo>
                      <a:pt x="7" y="171"/>
                    </a:lnTo>
                    <a:lnTo>
                      <a:pt x="9" y="203"/>
                    </a:lnTo>
                    <a:lnTo>
                      <a:pt x="9" y="220"/>
                    </a:lnTo>
                    <a:lnTo>
                      <a:pt x="12" y="235"/>
                    </a:lnTo>
                    <a:lnTo>
                      <a:pt x="15" y="248"/>
                    </a:lnTo>
                    <a:lnTo>
                      <a:pt x="19" y="260"/>
                    </a:lnTo>
                    <a:lnTo>
                      <a:pt x="24" y="271"/>
                    </a:lnTo>
                    <a:lnTo>
                      <a:pt x="29" y="280"/>
                    </a:lnTo>
                    <a:lnTo>
                      <a:pt x="35" y="288"/>
                    </a:lnTo>
                    <a:lnTo>
                      <a:pt x="40" y="295"/>
                    </a:lnTo>
                    <a:lnTo>
                      <a:pt x="49" y="299"/>
                    </a:lnTo>
                    <a:lnTo>
                      <a:pt x="59" y="303"/>
                    </a:lnTo>
                    <a:lnTo>
                      <a:pt x="70" y="306"/>
                    </a:lnTo>
                    <a:lnTo>
                      <a:pt x="83" y="309"/>
                    </a:lnTo>
                    <a:lnTo>
                      <a:pt x="98" y="310"/>
                    </a:lnTo>
                    <a:lnTo>
                      <a:pt x="113" y="309"/>
                    </a:lnTo>
                    <a:lnTo>
                      <a:pt x="122" y="308"/>
                    </a:lnTo>
                    <a:lnTo>
                      <a:pt x="130" y="306"/>
                    </a:lnTo>
                    <a:lnTo>
                      <a:pt x="140" y="303"/>
                    </a:lnTo>
                    <a:lnTo>
                      <a:pt x="149" y="300"/>
                    </a:lnTo>
                    <a:lnTo>
                      <a:pt x="161" y="295"/>
                    </a:lnTo>
                    <a:lnTo>
                      <a:pt x="175" y="288"/>
                    </a:lnTo>
                    <a:lnTo>
                      <a:pt x="186" y="282"/>
                    </a:lnTo>
                    <a:lnTo>
                      <a:pt x="198" y="275"/>
                    </a:lnTo>
                    <a:lnTo>
                      <a:pt x="220" y="262"/>
                    </a:lnTo>
                    <a:lnTo>
                      <a:pt x="240" y="250"/>
                    </a:lnTo>
                    <a:lnTo>
                      <a:pt x="244" y="242"/>
                    </a:lnTo>
                    <a:lnTo>
                      <a:pt x="249" y="236"/>
                    </a:lnTo>
                    <a:lnTo>
                      <a:pt x="254" y="231"/>
                    </a:lnTo>
                    <a:lnTo>
                      <a:pt x="258" y="22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5" name="Freeform 46">
                <a:extLst>
                  <a:ext uri="{FF2B5EF4-FFF2-40B4-BE49-F238E27FC236}">
                    <a16:creationId xmlns:a16="http://schemas.microsoft.com/office/drawing/2014/main" id="{14350A8F-AE35-46A7-9405-32465EF06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601" y="1095375"/>
                <a:ext cx="180975" cy="188913"/>
              </a:xfrm>
              <a:custGeom>
                <a:avLst/>
                <a:gdLst>
                  <a:gd name="T0" fmla="*/ 357 w 568"/>
                  <a:gd name="T1" fmla="*/ 86 h 479"/>
                  <a:gd name="T2" fmla="*/ 328 w 568"/>
                  <a:gd name="T3" fmla="*/ 115 h 479"/>
                  <a:gd name="T4" fmla="*/ 261 w 568"/>
                  <a:gd name="T5" fmla="*/ 183 h 479"/>
                  <a:gd name="T6" fmla="*/ 181 w 568"/>
                  <a:gd name="T7" fmla="*/ 262 h 479"/>
                  <a:gd name="T8" fmla="*/ 117 w 568"/>
                  <a:gd name="T9" fmla="*/ 325 h 479"/>
                  <a:gd name="T10" fmla="*/ 96 w 568"/>
                  <a:gd name="T11" fmla="*/ 334 h 479"/>
                  <a:gd name="T12" fmla="*/ 51 w 568"/>
                  <a:gd name="T13" fmla="*/ 359 h 479"/>
                  <a:gd name="T14" fmla="*/ 28 w 568"/>
                  <a:gd name="T15" fmla="*/ 376 h 479"/>
                  <a:gd name="T16" fmla="*/ 11 w 568"/>
                  <a:gd name="T17" fmla="*/ 396 h 479"/>
                  <a:gd name="T18" fmla="*/ 1 w 568"/>
                  <a:gd name="T19" fmla="*/ 417 h 479"/>
                  <a:gd name="T20" fmla="*/ 0 w 568"/>
                  <a:gd name="T21" fmla="*/ 429 h 479"/>
                  <a:gd name="T22" fmla="*/ 2 w 568"/>
                  <a:gd name="T23" fmla="*/ 441 h 479"/>
                  <a:gd name="T24" fmla="*/ 7 w 568"/>
                  <a:gd name="T25" fmla="*/ 452 h 479"/>
                  <a:gd name="T26" fmla="*/ 16 w 568"/>
                  <a:gd name="T27" fmla="*/ 461 h 479"/>
                  <a:gd name="T28" fmla="*/ 25 w 568"/>
                  <a:gd name="T29" fmla="*/ 469 h 479"/>
                  <a:gd name="T30" fmla="*/ 36 w 568"/>
                  <a:gd name="T31" fmla="*/ 474 h 479"/>
                  <a:gd name="T32" fmla="*/ 50 w 568"/>
                  <a:gd name="T33" fmla="*/ 478 h 479"/>
                  <a:gd name="T34" fmla="*/ 63 w 568"/>
                  <a:gd name="T35" fmla="*/ 479 h 479"/>
                  <a:gd name="T36" fmla="*/ 93 w 568"/>
                  <a:gd name="T37" fmla="*/ 476 h 479"/>
                  <a:gd name="T38" fmla="*/ 126 w 568"/>
                  <a:gd name="T39" fmla="*/ 465 h 479"/>
                  <a:gd name="T40" fmla="*/ 158 w 568"/>
                  <a:gd name="T41" fmla="*/ 446 h 479"/>
                  <a:gd name="T42" fmla="*/ 187 w 568"/>
                  <a:gd name="T43" fmla="*/ 418 h 479"/>
                  <a:gd name="T44" fmla="*/ 199 w 568"/>
                  <a:gd name="T45" fmla="*/ 401 h 479"/>
                  <a:gd name="T46" fmla="*/ 212 w 568"/>
                  <a:gd name="T47" fmla="*/ 382 h 479"/>
                  <a:gd name="T48" fmla="*/ 248 w 568"/>
                  <a:gd name="T49" fmla="*/ 359 h 479"/>
                  <a:gd name="T50" fmla="*/ 332 w 568"/>
                  <a:gd name="T51" fmla="*/ 306 h 479"/>
                  <a:gd name="T52" fmla="*/ 423 w 568"/>
                  <a:gd name="T53" fmla="*/ 242 h 479"/>
                  <a:gd name="T54" fmla="*/ 459 w 568"/>
                  <a:gd name="T55" fmla="*/ 212 h 479"/>
                  <a:gd name="T56" fmla="*/ 482 w 568"/>
                  <a:gd name="T57" fmla="*/ 187 h 479"/>
                  <a:gd name="T58" fmla="*/ 513 w 568"/>
                  <a:gd name="T59" fmla="*/ 134 h 479"/>
                  <a:gd name="T60" fmla="*/ 541 w 568"/>
                  <a:gd name="T61" fmla="*/ 74 h 479"/>
                  <a:gd name="T62" fmla="*/ 561 w 568"/>
                  <a:gd name="T63" fmla="*/ 25 h 479"/>
                  <a:gd name="T64" fmla="*/ 568 w 568"/>
                  <a:gd name="T65" fmla="*/ 5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68" h="479">
                    <a:moveTo>
                      <a:pt x="354" y="0"/>
                    </a:moveTo>
                    <a:lnTo>
                      <a:pt x="357" y="86"/>
                    </a:lnTo>
                    <a:lnTo>
                      <a:pt x="349" y="94"/>
                    </a:lnTo>
                    <a:lnTo>
                      <a:pt x="328" y="115"/>
                    </a:lnTo>
                    <a:lnTo>
                      <a:pt x="298" y="146"/>
                    </a:lnTo>
                    <a:lnTo>
                      <a:pt x="261" y="183"/>
                    </a:lnTo>
                    <a:lnTo>
                      <a:pt x="221" y="222"/>
                    </a:lnTo>
                    <a:lnTo>
                      <a:pt x="181" y="262"/>
                    </a:lnTo>
                    <a:lnTo>
                      <a:pt x="146" y="297"/>
                    </a:lnTo>
                    <a:lnTo>
                      <a:pt x="117" y="325"/>
                    </a:lnTo>
                    <a:lnTo>
                      <a:pt x="111" y="327"/>
                    </a:lnTo>
                    <a:lnTo>
                      <a:pt x="96" y="334"/>
                    </a:lnTo>
                    <a:lnTo>
                      <a:pt x="75" y="345"/>
                    </a:lnTo>
                    <a:lnTo>
                      <a:pt x="51" y="359"/>
                    </a:lnTo>
                    <a:lnTo>
                      <a:pt x="40" y="367"/>
                    </a:lnTo>
                    <a:lnTo>
                      <a:pt x="28" y="376"/>
                    </a:lnTo>
                    <a:lnTo>
                      <a:pt x="18" y="385"/>
                    </a:lnTo>
                    <a:lnTo>
                      <a:pt x="11" y="396"/>
                    </a:lnTo>
                    <a:lnTo>
                      <a:pt x="5" y="406"/>
                    </a:lnTo>
                    <a:lnTo>
                      <a:pt x="1" y="417"/>
                    </a:lnTo>
                    <a:lnTo>
                      <a:pt x="0" y="423"/>
                    </a:lnTo>
                    <a:lnTo>
                      <a:pt x="0" y="429"/>
                    </a:lnTo>
                    <a:lnTo>
                      <a:pt x="1" y="435"/>
                    </a:lnTo>
                    <a:lnTo>
                      <a:pt x="2" y="441"/>
                    </a:lnTo>
                    <a:lnTo>
                      <a:pt x="5" y="447"/>
                    </a:lnTo>
                    <a:lnTo>
                      <a:pt x="7" y="452"/>
                    </a:lnTo>
                    <a:lnTo>
                      <a:pt x="11" y="457"/>
                    </a:lnTo>
                    <a:lnTo>
                      <a:pt x="16" y="461"/>
                    </a:lnTo>
                    <a:lnTo>
                      <a:pt x="20" y="465"/>
                    </a:lnTo>
                    <a:lnTo>
                      <a:pt x="25" y="469"/>
                    </a:lnTo>
                    <a:lnTo>
                      <a:pt x="31" y="472"/>
                    </a:lnTo>
                    <a:lnTo>
                      <a:pt x="36" y="474"/>
                    </a:lnTo>
                    <a:lnTo>
                      <a:pt x="42" y="476"/>
                    </a:lnTo>
                    <a:lnTo>
                      <a:pt x="50" y="478"/>
                    </a:lnTo>
                    <a:lnTo>
                      <a:pt x="56" y="479"/>
                    </a:lnTo>
                    <a:lnTo>
                      <a:pt x="63" y="479"/>
                    </a:lnTo>
                    <a:lnTo>
                      <a:pt x="78" y="479"/>
                    </a:lnTo>
                    <a:lnTo>
                      <a:pt x="93" y="476"/>
                    </a:lnTo>
                    <a:lnTo>
                      <a:pt x="110" y="472"/>
                    </a:lnTo>
                    <a:lnTo>
                      <a:pt x="126" y="465"/>
                    </a:lnTo>
                    <a:lnTo>
                      <a:pt x="142" y="457"/>
                    </a:lnTo>
                    <a:lnTo>
                      <a:pt x="158" y="446"/>
                    </a:lnTo>
                    <a:lnTo>
                      <a:pt x="173" y="433"/>
                    </a:lnTo>
                    <a:lnTo>
                      <a:pt x="187" y="418"/>
                    </a:lnTo>
                    <a:lnTo>
                      <a:pt x="193" y="410"/>
                    </a:lnTo>
                    <a:lnTo>
                      <a:pt x="199" y="401"/>
                    </a:lnTo>
                    <a:lnTo>
                      <a:pt x="206" y="392"/>
                    </a:lnTo>
                    <a:lnTo>
                      <a:pt x="212" y="382"/>
                    </a:lnTo>
                    <a:lnTo>
                      <a:pt x="222" y="376"/>
                    </a:lnTo>
                    <a:lnTo>
                      <a:pt x="248" y="359"/>
                    </a:lnTo>
                    <a:lnTo>
                      <a:pt x="287" y="335"/>
                    </a:lnTo>
                    <a:lnTo>
                      <a:pt x="332" y="306"/>
                    </a:lnTo>
                    <a:lnTo>
                      <a:pt x="379" y="274"/>
                    </a:lnTo>
                    <a:lnTo>
                      <a:pt x="423" y="242"/>
                    </a:lnTo>
                    <a:lnTo>
                      <a:pt x="442" y="227"/>
                    </a:lnTo>
                    <a:lnTo>
                      <a:pt x="459" y="212"/>
                    </a:lnTo>
                    <a:lnTo>
                      <a:pt x="473" y="199"/>
                    </a:lnTo>
                    <a:lnTo>
                      <a:pt x="482" y="187"/>
                    </a:lnTo>
                    <a:lnTo>
                      <a:pt x="498" y="163"/>
                    </a:lnTo>
                    <a:lnTo>
                      <a:pt x="513" y="134"/>
                    </a:lnTo>
                    <a:lnTo>
                      <a:pt x="527" y="104"/>
                    </a:lnTo>
                    <a:lnTo>
                      <a:pt x="541" y="74"/>
                    </a:lnTo>
                    <a:lnTo>
                      <a:pt x="552" y="47"/>
                    </a:lnTo>
                    <a:lnTo>
                      <a:pt x="561" y="25"/>
                    </a:lnTo>
                    <a:lnTo>
                      <a:pt x="566" y="10"/>
                    </a:lnTo>
                    <a:lnTo>
                      <a:pt x="568" y="5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6" name="Freeform 47">
                <a:extLst>
                  <a:ext uri="{FF2B5EF4-FFF2-40B4-BE49-F238E27FC236}">
                    <a16:creationId xmlns:a16="http://schemas.microsoft.com/office/drawing/2014/main" id="{17386A32-4FC0-4066-9DF9-E6E05E145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8963" y="982663"/>
                <a:ext cx="88900" cy="133350"/>
              </a:xfrm>
              <a:custGeom>
                <a:avLst/>
                <a:gdLst>
                  <a:gd name="T0" fmla="*/ 249 w 280"/>
                  <a:gd name="T1" fmla="*/ 324 h 335"/>
                  <a:gd name="T2" fmla="*/ 238 w 280"/>
                  <a:gd name="T3" fmla="*/ 326 h 335"/>
                  <a:gd name="T4" fmla="*/ 208 w 280"/>
                  <a:gd name="T5" fmla="*/ 331 h 335"/>
                  <a:gd name="T6" fmla="*/ 186 w 280"/>
                  <a:gd name="T7" fmla="*/ 333 h 335"/>
                  <a:gd name="T8" fmla="*/ 163 w 280"/>
                  <a:gd name="T9" fmla="*/ 334 h 335"/>
                  <a:gd name="T10" fmla="*/ 136 w 280"/>
                  <a:gd name="T11" fmla="*/ 335 h 335"/>
                  <a:gd name="T12" fmla="*/ 108 w 280"/>
                  <a:gd name="T13" fmla="*/ 333 h 335"/>
                  <a:gd name="T14" fmla="*/ 80 w 280"/>
                  <a:gd name="T15" fmla="*/ 330 h 335"/>
                  <a:gd name="T16" fmla="*/ 58 w 280"/>
                  <a:gd name="T17" fmla="*/ 326 h 335"/>
                  <a:gd name="T18" fmla="*/ 39 w 280"/>
                  <a:gd name="T19" fmla="*/ 323 h 335"/>
                  <a:gd name="T20" fmla="*/ 25 w 280"/>
                  <a:gd name="T21" fmla="*/ 319 h 335"/>
                  <a:gd name="T22" fmla="*/ 6 w 280"/>
                  <a:gd name="T23" fmla="*/ 313 h 335"/>
                  <a:gd name="T24" fmla="*/ 0 w 280"/>
                  <a:gd name="T25" fmla="*/ 311 h 335"/>
                  <a:gd name="T26" fmla="*/ 0 w 280"/>
                  <a:gd name="T27" fmla="*/ 297 h 335"/>
                  <a:gd name="T28" fmla="*/ 3 w 280"/>
                  <a:gd name="T29" fmla="*/ 260 h 335"/>
                  <a:gd name="T30" fmla="*/ 5 w 280"/>
                  <a:gd name="T31" fmla="*/ 236 h 335"/>
                  <a:gd name="T32" fmla="*/ 9 w 280"/>
                  <a:gd name="T33" fmla="*/ 209 h 335"/>
                  <a:gd name="T34" fmla="*/ 14 w 280"/>
                  <a:gd name="T35" fmla="*/ 180 h 335"/>
                  <a:gd name="T36" fmla="*/ 21 w 280"/>
                  <a:gd name="T37" fmla="*/ 150 h 335"/>
                  <a:gd name="T38" fmla="*/ 25 w 280"/>
                  <a:gd name="T39" fmla="*/ 135 h 335"/>
                  <a:gd name="T40" fmla="*/ 30 w 280"/>
                  <a:gd name="T41" fmla="*/ 121 h 335"/>
                  <a:gd name="T42" fmla="*/ 36 w 280"/>
                  <a:gd name="T43" fmla="*/ 106 h 335"/>
                  <a:gd name="T44" fmla="*/ 43 w 280"/>
                  <a:gd name="T45" fmla="*/ 92 h 335"/>
                  <a:gd name="T46" fmla="*/ 49 w 280"/>
                  <a:gd name="T47" fmla="*/ 79 h 335"/>
                  <a:gd name="T48" fmla="*/ 56 w 280"/>
                  <a:gd name="T49" fmla="*/ 66 h 335"/>
                  <a:gd name="T50" fmla="*/ 65 w 280"/>
                  <a:gd name="T51" fmla="*/ 54 h 335"/>
                  <a:gd name="T52" fmla="*/ 74 w 280"/>
                  <a:gd name="T53" fmla="*/ 43 h 335"/>
                  <a:gd name="T54" fmla="*/ 84 w 280"/>
                  <a:gd name="T55" fmla="*/ 33 h 335"/>
                  <a:gd name="T56" fmla="*/ 94 w 280"/>
                  <a:gd name="T57" fmla="*/ 24 h 335"/>
                  <a:gd name="T58" fmla="*/ 105 w 280"/>
                  <a:gd name="T59" fmla="*/ 16 h 335"/>
                  <a:gd name="T60" fmla="*/ 118 w 280"/>
                  <a:gd name="T61" fmla="*/ 10 h 335"/>
                  <a:gd name="T62" fmla="*/ 131 w 280"/>
                  <a:gd name="T63" fmla="*/ 5 h 335"/>
                  <a:gd name="T64" fmla="*/ 145 w 280"/>
                  <a:gd name="T65" fmla="*/ 1 h 335"/>
                  <a:gd name="T66" fmla="*/ 160 w 280"/>
                  <a:gd name="T67" fmla="*/ 0 h 335"/>
                  <a:gd name="T68" fmla="*/ 176 w 280"/>
                  <a:gd name="T69" fmla="*/ 0 h 335"/>
                  <a:gd name="T70" fmla="*/ 193 w 280"/>
                  <a:gd name="T71" fmla="*/ 2 h 335"/>
                  <a:gd name="T72" fmla="*/ 208 w 280"/>
                  <a:gd name="T73" fmla="*/ 6 h 335"/>
                  <a:gd name="T74" fmla="*/ 220 w 280"/>
                  <a:gd name="T75" fmla="*/ 11 h 335"/>
                  <a:gd name="T76" fmla="*/ 231 w 280"/>
                  <a:gd name="T77" fmla="*/ 18 h 335"/>
                  <a:gd name="T78" fmla="*/ 241 w 280"/>
                  <a:gd name="T79" fmla="*/ 26 h 335"/>
                  <a:gd name="T80" fmla="*/ 250 w 280"/>
                  <a:gd name="T81" fmla="*/ 35 h 335"/>
                  <a:gd name="T82" fmla="*/ 258 w 280"/>
                  <a:gd name="T83" fmla="*/ 45 h 335"/>
                  <a:gd name="T84" fmla="*/ 264 w 280"/>
                  <a:gd name="T85" fmla="*/ 56 h 335"/>
                  <a:gd name="T86" fmla="*/ 269 w 280"/>
                  <a:gd name="T87" fmla="*/ 68 h 335"/>
                  <a:gd name="T88" fmla="*/ 273 w 280"/>
                  <a:gd name="T89" fmla="*/ 81 h 335"/>
                  <a:gd name="T90" fmla="*/ 276 w 280"/>
                  <a:gd name="T91" fmla="*/ 95 h 335"/>
                  <a:gd name="T92" fmla="*/ 279 w 280"/>
                  <a:gd name="T93" fmla="*/ 108 h 335"/>
                  <a:gd name="T94" fmla="*/ 280 w 280"/>
                  <a:gd name="T95" fmla="*/ 123 h 335"/>
                  <a:gd name="T96" fmla="*/ 280 w 280"/>
                  <a:gd name="T97" fmla="*/ 137 h 335"/>
                  <a:gd name="T98" fmla="*/ 280 w 280"/>
                  <a:gd name="T99" fmla="*/ 152 h 335"/>
                  <a:gd name="T100" fmla="*/ 280 w 280"/>
                  <a:gd name="T101" fmla="*/ 167 h 335"/>
                  <a:gd name="T102" fmla="*/ 278 w 280"/>
                  <a:gd name="T103" fmla="*/ 196 h 335"/>
                  <a:gd name="T104" fmla="*/ 274 w 280"/>
                  <a:gd name="T105" fmla="*/ 225 h 335"/>
                  <a:gd name="T106" fmla="*/ 268 w 280"/>
                  <a:gd name="T107" fmla="*/ 251 h 335"/>
                  <a:gd name="T108" fmla="*/ 263 w 280"/>
                  <a:gd name="T109" fmla="*/ 275 h 335"/>
                  <a:gd name="T110" fmla="*/ 253 w 280"/>
                  <a:gd name="T111" fmla="*/ 310 h 335"/>
                  <a:gd name="T112" fmla="*/ 249 w 280"/>
                  <a:gd name="T113" fmla="*/ 324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0" h="335">
                    <a:moveTo>
                      <a:pt x="249" y="324"/>
                    </a:moveTo>
                    <a:lnTo>
                      <a:pt x="238" y="326"/>
                    </a:lnTo>
                    <a:lnTo>
                      <a:pt x="208" y="331"/>
                    </a:lnTo>
                    <a:lnTo>
                      <a:pt x="186" y="333"/>
                    </a:lnTo>
                    <a:lnTo>
                      <a:pt x="163" y="334"/>
                    </a:lnTo>
                    <a:lnTo>
                      <a:pt x="136" y="335"/>
                    </a:lnTo>
                    <a:lnTo>
                      <a:pt x="108" y="333"/>
                    </a:lnTo>
                    <a:lnTo>
                      <a:pt x="80" y="330"/>
                    </a:lnTo>
                    <a:lnTo>
                      <a:pt x="58" y="326"/>
                    </a:lnTo>
                    <a:lnTo>
                      <a:pt x="39" y="323"/>
                    </a:lnTo>
                    <a:lnTo>
                      <a:pt x="25" y="319"/>
                    </a:lnTo>
                    <a:lnTo>
                      <a:pt x="6" y="313"/>
                    </a:lnTo>
                    <a:lnTo>
                      <a:pt x="0" y="311"/>
                    </a:lnTo>
                    <a:lnTo>
                      <a:pt x="0" y="297"/>
                    </a:lnTo>
                    <a:lnTo>
                      <a:pt x="3" y="260"/>
                    </a:lnTo>
                    <a:lnTo>
                      <a:pt x="5" y="236"/>
                    </a:lnTo>
                    <a:lnTo>
                      <a:pt x="9" y="209"/>
                    </a:lnTo>
                    <a:lnTo>
                      <a:pt x="14" y="180"/>
                    </a:lnTo>
                    <a:lnTo>
                      <a:pt x="21" y="150"/>
                    </a:lnTo>
                    <a:lnTo>
                      <a:pt x="25" y="135"/>
                    </a:lnTo>
                    <a:lnTo>
                      <a:pt x="30" y="121"/>
                    </a:lnTo>
                    <a:lnTo>
                      <a:pt x="36" y="106"/>
                    </a:lnTo>
                    <a:lnTo>
                      <a:pt x="43" y="92"/>
                    </a:lnTo>
                    <a:lnTo>
                      <a:pt x="49" y="79"/>
                    </a:lnTo>
                    <a:lnTo>
                      <a:pt x="56" y="66"/>
                    </a:lnTo>
                    <a:lnTo>
                      <a:pt x="65" y="54"/>
                    </a:lnTo>
                    <a:lnTo>
                      <a:pt x="74" y="43"/>
                    </a:lnTo>
                    <a:lnTo>
                      <a:pt x="84" y="33"/>
                    </a:lnTo>
                    <a:lnTo>
                      <a:pt x="94" y="24"/>
                    </a:lnTo>
                    <a:lnTo>
                      <a:pt x="105" y="16"/>
                    </a:lnTo>
                    <a:lnTo>
                      <a:pt x="118" y="10"/>
                    </a:lnTo>
                    <a:lnTo>
                      <a:pt x="131" y="5"/>
                    </a:lnTo>
                    <a:lnTo>
                      <a:pt x="145" y="1"/>
                    </a:lnTo>
                    <a:lnTo>
                      <a:pt x="160" y="0"/>
                    </a:lnTo>
                    <a:lnTo>
                      <a:pt x="176" y="0"/>
                    </a:lnTo>
                    <a:lnTo>
                      <a:pt x="193" y="2"/>
                    </a:lnTo>
                    <a:lnTo>
                      <a:pt x="208" y="6"/>
                    </a:lnTo>
                    <a:lnTo>
                      <a:pt x="220" y="11"/>
                    </a:lnTo>
                    <a:lnTo>
                      <a:pt x="231" y="18"/>
                    </a:lnTo>
                    <a:lnTo>
                      <a:pt x="241" y="26"/>
                    </a:lnTo>
                    <a:lnTo>
                      <a:pt x="250" y="35"/>
                    </a:lnTo>
                    <a:lnTo>
                      <a:pt x="258" y="45"/>
                    </a:lnTo>
                    <a:lnTo>
                      <a:pt x="264" y="56"/>
                    </a:lnTo>
                    <a:lnTo>
                      <a:pt x="269" y="68"/>
                    </a:lnTo>
                    <a:lnTo>
                      <a:pt x="273" y="81"/>
                    </a:lnTo>
                    <a:lnTo>
                      <a:pt x="276" y="95"/>
                    </a:lnTo>
                    <a:lnTo>
                      <a:pt x="279" y="108"/>
                    </a:lnTo>
                    <a:lnTo>
                      <a:pt x="280" y="123"/>
                    </a:lnTo>
                    <a:lnTo>
                      <a:pt x="280" y="137"/>
                    </a:lnTo>
                    <a:lnTo>
                      <a:pt x="280" y="152"/>
                    </a:lnTo>
                    <a:lnTo>
                      <a:pt x="280" y="167"/>
                    </a:lnTo>
                    <a:lnTo>
                      <a:pt x="278" y="196"/>
                    </a:lnTo>
                    <a:lnTo>
                      <a:pt x="274" y="225"/>
                    </a:lnTo>
                    <a:lnTo>
                      <a:pt x="268" y="251"/>
                    </a:lnTo>
                    <a:lnTo>
                      <a:pt x="263" y="275"/>
                    </a:lnTo>
                    <a:lnTo>
                      <a:pt x="253" y="310"/>
                    </a:lnTo>
                    <a:lnTo>
                      <a:pt x="249" y="324"/>
                    </a:lnTo>
                    <a:close/>
                  </a:path>
                </a:pathLst>
              </a:custGeom>
              <a:solidFill>
                <a:srgbClr val="A8DD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7" name="Freeform 48">
                <a:extLst>
                  <a:ext uri="{FF2B5EF4-FFF2-40B4-BE49-F238E27FC236}">
                    <a16:creationId xmlns:a16="http://schemas.microsoft.com/office/drawing/2014/main" id="{E1413F03-BE3D-46CA-8E5C-E4A487AE1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6101" y="1628775"/>
                <a:ext cx="139700" cy="76200"/>
              </a:xfrm>
              <a:custGeom>
                <a:avLst/>
                <a:gdLst>
                  <a:gd name="T0" fmla="*/ 160 w 440"/>
                  <a:gd name="T1" fmla="*/ 35 h 193"/>
                  <a:gd name="T2" fmla="*/ 122 w 440"/>
                  <a:gd name="T3" fmla="*/ 60 h 193"/>
                  <a:gd name="T4" fmla="*/ 84 w 440"/>
                  <a:gd name="T5" fmla="*/ 82 h 193"/>
                  <a:gd name="T6" fmla="*/ 57 w 440"/>
                  <a:gd name="T7" fmla="*/ 100 h 193"/>
                  <a:gd name="T8" fmla="*/ 39 w 440"/>
                  <a:gd name="T9" fmla="*/ 115 h 193"/>
                  <a:gd name="T10" fmla="*/ 23 w 440"/>
                  <a:gd name="T11" fmla="*/ 131 h 193"/>
                  <a:gd name="T12" fmla="*/ 7 w 440"/>
                  <a:gd name="T13" fmla="*/ 147 h 193"/>
                  <a:gd name="T14" fmla="*/ 0 w 440"/>
                  <a:gd name="T15" fmla="*/ 156 h 193"/>
                  <a:gd name="T16" fmla="*/ 5 w 440"/>
                  <a:gd name="T17" fmla="*/ 166 h 193"/>
                  <a:gd name="T18" fmla="*/ 17 w 440"/>
                  <a:gd name="T19" fmla="*/ 175 h 193"/>
                  <a:gd name="T20" fmla="*/ 33 w 440"/>
                  <a:gd name="T21" fmla="*/ 182 h 193"/>
                  <a:gd name="T22" fmla="*/ 50 w 440"/>
                  <a:gd name="T23" fmla="*/ 187 h 193"/>
                  <a:gd name="T24" fmla="*/ 79 w 440"/>
                  <a:gd name="T25" fmla="*/ 192 h 193"/>
                  <a:gd name="T26" fmla="*/ 115 w 440"/>
                  <a:gd name="T27" fmla="*/ 192 h 193"/>
                  <a:gd name="T28" fmla="*/ 148 w 440"/>
                  <a:gd name="T29" fmla="*/ 186 h 193"/>
                  <a:gd name="T30" fmla="*/ 184 w 440"/>
                  <a:gd name="T31" fmla="*/ 174 h 193"/>
                  <a:gd name="T32" fmla="*/ 237 w 440"/>
                  <a:gd name="T33" fmla="*/ 156 h 193"/>
                  <a:gd name="T34" fmla="*/ 309 w 440"/>
                  <a:gd name="T35" fmla="*/ 136 h 193"/>
                  <a:gd name="T36" fmla="*/ 375 w 440"/>
                  <a:gd name="T37" fmla="*/ 122 h 193"/>
                  <a:gd name="T38" fmla="*/ 414 w 440"/>
                  <a:gd name="T39" fmla="*/ 110 h 193"/>
                  <a:gd name="T40" fmla="*/ 433 w 440"/>
                  <a:gd name="T41" fmla="*/ 101 h 193"/>
                  <a:gd name="T42" fmla="*/ 437 w 440"/>
                  <a:gd name="T43" fmla="*/ 95 h 193"/>
                  <a:gd name="T44" fmla="*/ 440 w 440"/>
                  <a:gd name="T45" fmla="*/ 82 h 193"/>
                  <a:gd name="T46" fmla="*/ 438 w 440"/>
                  <a:gd name="T47" fmla="*/ 62 h 193"/>
                  <a:gd name="T48" fmla="*/ 434 w 440"/>
                  <a:gd name="T49" fmla="*/ 42 h 193"/>
                  <a:gd name="T50" fmla="*/ 424 w 440"/>
                  <a:gd name="T51" fmla="*/ 26 h 193"/>
                  <a:gd name="T52" fmla="*/ 404 w 440"/>
                  <a:gd name="T53" fmla="*/ 10 h 193"/>
                  <a:gd name="T54" fmla="*/ 378 w 440"/>
                  <a:gd name="T55" fmla="*/ 15 h 193"/>
                  <a:gd name="T56" fmla="*/ 352 w 440"/>
                  <a:gd name="T57" fmla="*/ 28 h 193"/>
                  <a:gd name="T58" fmla="*/ 328 w 440"/>
                  <a:gd name="T59" fmla="*/ 33 h 193"/>
                  <a:gd name="T60" fmla="*/ 307 w 440"/>
                  <a:gd name="T61" fmla="*/ 31 h 193"/>
                  <a:gd name="T62" fmla="*/ 292 w 440"/>
                  <a:gd name="T63" fmla="*/ 31 h 193"/>
                  <a:gd name="T64" fmla="*/ 267 w 440"/>
                  <a:gd name="T65" fmla="*/ 23 h 193"/>
                  <a:gd name="T66" fmla="*/ 238 w 440"/>
                  <a:gd name="T67" fmla="*/ 8 h 193"/>
                  <a:gd name="T68" fmla="*/ 217 w 440"/>
                  <a:gd name="T69" fmla="*/ 1 h 193"/>
                  <a:gd name="T70" fmla="*/ 205 w 440"/>
                  <a:gd name="T71" fmla="*/ 0 h 193"/>
                  <a:gd name="T72" fmla="*/ 199 w 440"/>
                  <a:gd name="T73" fmla="*/ 1 h 193"/>
                  <a:gd name="T74" fmla="*/ 188 w 440"/>
                  <a:gd name="T75" fmla="*/ 11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0" h="193">
                    <a:moveTo>
                      <a:pt x="179" y="20"/>
                    </a:moveTo>
                    <a:lnTo>
                      <a:pt x="160" y="35"/>
                    </a:lnTo>
                    <a:lnTo>
                      <a:pt x="142" y="48"/>
                    </a:lnTo>
                    <a:lnTo>
                      <a:pt x="122" y="60"/>
                    </a:lnTo>
                    <a:lnTo>
                      <a:pt x="103" y="70"/>
                    </a:lnTo>
                    <a:lnTo>
                      <a:pt x="84" y="82"/>
                    </a:lnTo>
                    <a:lnTo>
                      <a:pt x="65" y="94"/>
                    </a:lnTo>
                    <a:lnTo>
                      <a:pt x="57" y="100"/>
                    </a:lnTo>
                    <a:lnTo>
                      <a:pt x="48" y="107"/>
                    </a:lnTo>
                    <a:lnTo>
                      <a:pt x="39" y="115"/>
                    </a:lnTo>
                    <a:lnTo>
                      <a:pt x="30" y="124"/>
                    </a:lnTo>
                    <a:lnTo>
                      <a:pt x="23" y="131"/>
                    </a:lnTo>
                    <a:lnTo>
                      <a:pt x="12" y="141"/>
                    </a:lnTo>
                    <a:lnTo>
                      <a:pt x="7" y="147"/>
                    </a:lnTo>
                    <a:lnTo>
                      <a:pt x="3" y="152"/>
                    </a:lnTo>
                    <a:lnTo>
                      <a:pt x="0" y="156"/>
                    </a:lnTo>
                    <a:lnTo>
                      <a:pt x="2" y="160"/>
                    </a:lnTo>
                    <a:lnTo>
                      <a:pt x="5" y="166"/>
                    </a:lnTo>
                    <a:lnTo>
                      <a:pt x="10" y="171"/>
                    </a:lnTo>
                    <a:lnTo>
                      <a:pt x="17" y="175"/>
                    </a:lnTo>
                    <a:lnTo>
                      <a:pt x="24" y="179"/>
                    </a:lnTo>
                    <a:lnTo>
                      <a:pt x="33" y="182"/>
                    </a:lnTo>
                    <a:lnTo>
                      <a:pt x="42" y="185"/>
                    </a:lnTo>
                    <a:lnTo>
                      <a:pt x="50" y="187"/>
                    </a:lnTo>
                    <a:lnTo>
                      <a:pt x="60" y="189"/>
                    </a:lnTo>
                    <a:lnTo>
                      <a:pt x="79" y="192"/>
                    </a:lnTo>
                    <a:lnTo>
                      <a:pt x="98" y="193"/>
                    </a:lnTo>
                    <a:lnTo>
                      <a:pt x="115" y="192"/>
                    </a:lnTo>
                    <a:lnTo>
                      <a:pt x="128" y="190"/>
                    </a:lnTo>
                    <a:lnTo>
                      <a:pt x="148" y="186"/>
                    </a:lnTo>
                    <a:lnTo>
                      <a:pt x="165" y="180"/>
                    </a:lnTo>
                    <a:lnTo>
                      <a:pt x="184" y="174"/>
                    </a:lnTo>
                    <a:lnTo>
                      <a:pt x="202" y="168"/>
                    </a:lnTo>
                    <a:lnTo>
                      <a:pt x="237" y="156"/>
                    </a:lnTo>
                    <a:lnTo>
                      <a:pt x="273" y="144"/>
                    </a:lnTo>
                    <a:lnTo>
                      <a:pt x="309" y="136"/>
                    </a:lnTo>
                    <a:lnTo>
                      <a:pt x="353" y="127"/>
                    </a:lnTo>
                    <a:lnTo>
                      <a:pt x="375" y="122"/>
                    </a:lnTo>
                    <a:lnTo>
                      <a:pt x="397" y="116"/>
                    </a:lnTo>
                    <a:lnTo>
                      <a:pt x="414" y="110"/>
                    </a:lnTo>
                    <a:lnTo>
                      <a:pt x="429" y="103"/>
                    </a:lnTo>
                    <a:lnTo>
                      <a:pt x="433" y="101"/>
                    </a:lnTo>
                    <a:lnTo>
                      <a:pt x="435" y="98"/>
                    </a:lnTo>
                    <a:lnTo>
                      <a:pt x="437" y="95"/>
                    </a:lnTo>
                    <a:lnTo>
                      <a:pt x="438" y="91"/>
                    </a:lnTo>
                    <a:lnTo>
                      <a:pt x="440" y="82"/>
                    </a:lnTo>
                    <a:lnTo>
                      <a:pt x="439" y="72"/>
                    </a:lnTo>
                    <a:lnTo>
                      <a:pt x="438" y="62"/>
                    </a:lnTo>
                    <a:lnTo>
                      <a:pt x="437" y="52"/>
                    </a:lnTo>
                    <a:lnTo>
                      <a:pt x="434" y="42"/>
                    </a:lnTo>
                    <a:lnTo>
                      <a:pt x="430" y="33"/>
                    </a:lnTo>
                    <a:lnTo>
                      <a:pt x="424" y="26"/>
                    </a:lnTo>
                    <a:lnTo>
                      <a:pt x="414" y="17"/>
                    </a:lnTo>
                    <a:lnTo>
                      <a:pt x="404" y="10"/>
                    </a:lnTo>
                    <a:lnTo>
                      <a:pt x="398" y="5"/>
                    </a:lnTo>
                    <a:lnTo>
                      <a:pt x="378" y="15"/>
                    </a:lnTo>
                    <a:lnTo>
                      <a:pt x="360" y="25"/>
                    </a:lnTo>
                    <a:lnTo>
                      <a:pt x="352" y="28"/>
                    </a:lnTo>
                    <a:lnTo>
                      <a:pt x="340" y="31"/>
                    </a:lnTo>
                    <a:lnTo>
                      <a:pt x="328" y="33"/>
                    </a:lnTo>
                    <a:lnTo>
                      <a:pt x="314" y="33"/>
                    </a:lnTo>
                    <a:lnTo>
                      <a:pt x="307" y="31"/>
                    </a:lnTo>
                    <a:lnTo>
                      <a:pt x="299" y="30"/>
                    </a:lnTo>
                    <a:lnTo>
                      <a:pt x="292" y="31"/>
                    </a:lnTo>
                    <a:lnTo>
                      <a:pt x="283" y="33"/>
                    </a:lnTo>
                    <a:lnTo>
                      <a:pt x="267" y="23"/>
                    </a:lnTo>
                    <a:lnTo>
                      <a:pt x="252" y="15"/>
                    </a:lnTo>
                    <a:lnTo>
                      <a:pt x="238" y="8"/>
                    </a:lnTo>
                    <a:lnTo>
                      <a:pt x="227" y="4"/>
                    </a:lnTo>
                    <a:lnTo>
                      <a:pt x="217" y="1"/>
                    </a:lnTo>
                    <a:lnTo>
                      <a:pt x="208" y="0"/>
                    </a:lnTo>
                    <a:lnTo>
                      <a:pt x="205" y="0"/>
                    </a:lnTo>
                    <a:lnTo>
                      <a:pt x="202" y="0"/>
                    </a:lnTo>
                    <a:lnTo>
                      <a:pt x="199" y="1"/>
                    </a:lnTo>
                    <a:lnTo>
                      <a:pt x="198" y="3"/>
                    </a:lnTo>
                    <a:lnTo>
                      <a:pt x="188" y="11"/>
                    </a:lnTo>
                    <a:lnTo>
                      <a:pt x="179" y="2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8" name="Freeform 49">
                <a:extLst>
                  <a:ext uri="{FF2B5EF4-FFF2-40B4-BE49-F238E27FC236}">
                    <a16:creationId xmlns:a16="http://schemas.microsoft.com/office/drawing/2014/main" id="{B4CF973A-2A7E-4B0E-9639-0134E9912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2151" y="1528763"/>
                <a:ext cx="133350" cy="79375"/>
              </a:xfrm>
              <a:custGeom>
                <a:avLst/>
                <a:gdLst>
                  <a:gd name="T0" fmla="*/ 141 w 421"/>
                  <a:gd name="T1" fmla="*/ 36 h 200"/>
                  <a:gd name="T2" fmla="*/ 104 w 421"/>
                  <a:gd name="T3" fmla="*/ 61 h 200"/>
                  <a:gd name="T4" fmla="*/ 65 w 421"/>
                  <a:gd name="T5" fmla="*/ 84 h 200"/>
                  <a:gd name="T6" fmla="*/ 39 w 421"/>
                  <a:gd name="T7" fmla="*/ 103 h 200"/>
                  <a:gd name="T8" fmla="*/ 22 w 421"/>
                  <a:gd name="T9" fmla="*/ 118 h 200"/>
                  <a:gd name="T10" fmla="*/ 8 w 421"/>
                  <a:gd name="T11" fmla="*/ 137 h 200"/>
                  <a:gd name="T12" fmla="*/ 2 w 421"/>
                  <a:gd name="T13" fmla="*/ 161 h 200"/>
                  <a:gd name="T14" fmla="*/ 0 w 421"/>
                  <a:gd name="T15" fmla="*/ 175 h 200"/>
                  <a:gd name="T16" fmla="*/ 5 w 421"/>
                  <a:gd name="T17" fmla="*/ 185 h 200"/>
                  <a:gd name="T18" fmla="*/ 15 w 421"/>
                  <a:gd name="T19" fmla="*/ 193 h 200"/>
                  <a:gd name="T20" fmla="*/ 29 w 421"/>
                  <a:gd name="T21" fmla="*/ 198 h 200"/>
                  <a:gd name="T22" fmla="*/ 45 w 421"/>
                  <a:gd name="T23" fmla="*/ 200 h 200"/>
                  <a:gd name="T24" fmla="*/ 70 w 421"/>
                  <a:gd name="T25" fmla="*/ 199 h 200"/>
                  <a:gd name="T26" fmla="*/ 100 w 421"/>
                  <a:gd name="T27" fmla="*/ 194 h 200"/>
                  <a:gd name="T28" fmla="*/ 133 w 421"/>
                  <a:gd name="T29" fmla="*/ 187 h 200"/>
                  <a:gd name="T30" fmla="*/ 168 w 421"/>
                  <a:gd name="T31" fmla="*/ 175 h 200"/>
                  <a:gd name="T32" fmla="*/ 220 w 421"/>
                  <a:gd name="T33" fmla="*/ 155 h 200"/>
                  <a:gd name="T34" fmla="*/ 293 w 421"/>
                  <a:gd name="T35" fmla="*/ 134 h 200"/>
                  <a:gd name="T36" fmla="*/ 359 w 421"/>
                  <a:gd name="T37" fmla="*/ 118 h 200"/>
                  <a:gd name="T38" fmla="*/ 398 w 421"/>
                  <a:gd name="T39" fmla="*/ 106 h 200"/>
                  <a:gd name="T40" fmla="*/ 415 w 421"/>
                  <a:gd name="T41" fmla="*/ 96 h 200"/>
                  <a:gd name="T42" fmla="*/ 419 w 421"/>
                  <a:gd name="T43" fmla="*/ 90 h 200"/>
                  <a:gd name="T44" fmla="*/ 421 w 421"/>
                  <a:gd name="T45" fmla="*/ 78 h 200"/>
                  <a:gd name="T46" fmla="*/ 420 w 421"/>
                  <a:gd name="T47" fmla="*/ 58 h 200"/>
                  <a:gd name="T48" fmla="*/ 414 w 421"/>
                  <a:gd name="T49" fmla="*/ 38 h 200"/>
                  <a:gd name="T50" fmla="*/ 405 w 421"/>
                  <a:gd name="T51" fmla="*/ 22 h 200"/>
                  <a:gd name="T52" fmla="*/ 384 w 421"/>
                  <a:gd name="T53" fmla="*/ 6 h 200"/>
                  <a:gd name="T54" fmla="*/ 359 w 421"/>
                  <a:gd name="T55" fmla="*/ 12 h 200"/>
                  <a:gd name="T56" fmla="*/ 331 w 421"/>
                  <a:gd name="T57" fmla="*/ 26 h 200"/>
                  <a:gd name="T58" fmla="*/ 309 w 421"/>
                  <a:gd name="T59" fmla="*/ 31 h 200"/>
                  <a:gd name="T60" fmla="*/ 288 w 421"/>
                  <a:gd name="T61" fmla="*/ 29 h 200"/>
                  <a:gd name="T62" fmla="*/ 271 w 421"/>
                  <a:gd name="T63" fmla="*/ 29 h 200"/>
                  <a:gd name="T64" fmla="*/ 246 w 421"/>
                  <a:gd name="T65" fmla="*/ 22 h 200"/>
                  <a:gd name="T66" fmla="*/ 218 w 421"/>
                  <a:gd name="T67" fmla="*/ 8 h 200"/>
                  <a:gd name="T68" fmla="*/ 196 w 421"/>
                  <a:gd name="T69" fmla="*/ 1 h 200"/>
                  <a:gd name="T70" fmla="*/ 185 w 421"/>
                  <a:gd name="T71" fmla="*/ 0 h 200"/>
                  <a:gd name="T72" fmla="*/ 179 w 421"/>
                  <a:gd name="T73" fmla="*/ 1 h 200"/>
                  <a:gd name="T74" fmla="*/ 169 w 421"/>
                  <a:gd name="T75" fmla="*/ 1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21" h="200">
                    <a:moveTo>
                      <a:pt x="160" y="20"/>
                    </a:moveTo>
                    <a:lnTo>
                      <a:pt x="141" y="36"/>
                    </a:lnTo>
                    <a:lnTo>
                      <a:pt x="123" y="49"/>
                    </a:lnTo>
                    <a:lnTo>
                      <a:pt x="104" y="61"/>
                    </a:lnTo>
                    <a:lnTo>
                      <a:pt x="84" y="72"/>
                    </a:lnTo>
                    <a:lnTo>
                      <a:pt x="65" y="84"/>
                    </a:lnTo>
                    <a:lnTo>
                      <a:pt x="48" y="96"/>
                    </a:lnTo>
                    <a:lnTo>
                      <a:pt x="39" y="103"/>
                    </a:lnTo>
                    <a:lnTo>
                      <a:pt x="30" y="110"/>
                    </a:lnTo>
                    <a:lnTo>
                      <a:pt x="22" y="118"/>
                    </a:lnTo>
                    <a:lnTo>
                      <a:pt x="14" y="127"/>
                    </a:lnTo>
                    <a:lnTo>
                      <a:pt x="8" y="137"/>
                    </a:lnTo>
                    <a:lnTo>
                      <a:pt x="3" y="153"/>
                    </a:lnTo>
                    <a:lnTo>
                      <a:pt x="2" y="161"/>
                    </a:lnTo>
                    <a:lnTo>
                      <a:pt x="0" y="169"/>
                    </a:lnTo>
                    <a:lnTo>
                      <a:pt x="0" y="175"/>
                    </a:lnTo>
                    <a:lnTo>
                      <a:pt x="2" y="180"/>
                    </a:lnTo>
                    <a:lnTo>
                      <a:pt x="5" y="185"/>
                    </a:lnTo>
                    <a:lnTo>
                      <a:pt x="10" y="190"/>
                    </a:lnTo>
                    <a:lnTo>
                      <a:pt x="15" y="193"/>
                    </a:lnTo>
                    <a:lnTo>
                      <a:pt x="23" y="196"/>
                    </a:lnTo>
                    <a:lnTo>
                      <a:pt x="29" y="198"/>
                    </a:lnTo>
                    <a:lnTo>
                      <a:pt x="37" y="199"/>
                    </a:lnTo>
                    <a:lnTo>
                      <a:pt x="45" y="200"/>
                    </a:lnTo>
                    <a:lnTo>
                      <a:pt x="53" y="200"/>
                    </a:lnTo>
                    <a:lnTo>
                      <a:pt x="70" y="199"/>
                    </a:lnTo>
                    <a:lnTo>
                      <a:pt x="86" y="197"/>
                    </a:lnTo>
                    <a:lnTo>
                      <a:pt x="100" y="194"/>
                    </a:lnTo>
                    <a:lnTo>
                      <a:pt x="114" y="192"/>
                    </a:lnTo>
                    <a:lnTo>
                      <a:pt x="133" y="187"/>
                    </a:lnTo>
                    <a:lnTo>
                      <a:pt x="150" y="181"/>
                    </a:lnTo>
                    <a:lnTo>
                      <a:pt x="168" y="175"/>
                    </a:lnTo>
                    <a:lnTo>
                      <a:pt x="185" y="168"/>
                    </a:lnTo>
                    <a:lnTo>
                      <a:pt x="220" y="155"/>
                    </a:lnTo>
                    <a:lnTo>
                      <a:pt x="256" y="143"/>
                    </a:lnTo>
                    <a:lnTo>
                      <a:pt x="293" y="134"/>
                    </a:lnTo>
                    <a:lnTo>
                      <a:pt x="336" y="124"/>
                    </a:lnTo>
                    <a:lnTo>
                      <a:pt x="359" y="118"/>
                    </a:lnTo>
                    <a:lnTo>
                      <a:pt x="379" y="112"/>
                    </a:lnTo>
                    <a:lnTo>
                      <a:pt x="398" y="106"/>
                    </a:lnTo>
                    <a:lnTo>
                      <a:pt x="413" y="99"/>
                    </a:lnTo>
                    <a:lnTo>
                      <a:pt x="415" y="96"/>
                    </a:lnTo>
                    <a:lnTo>
                      <a:pt x="418" y="94"/>
                    </a:lnTo>
                    <a:lnTo>
                      <a:pt x="419" y="90"/>
                    </a:lnTo>
                    <a:lnTo>
                      <a:pt x="420" y="87"/>
                    </a:lnTo>
                    <a:lnTo>
                      <a:pt x="421" y="78"/>
                    </a:lnTo>
                    <a:lnTo>
                      <a:pt x="421" y="68"/>
                    </a:lnTo>
                    <a:lnTo>
                      <a:pt x="420" y="58"/>
                    </a:lnTo>
                    <a:lnTo>
                      <a:pt x="418" y="47"/>
                    </a:lnTo>
                    <a:lnTo>
                      <a:pt x="414" y="38"/>
                    </a:lnTo>
                    <a:lnTo>
                      <a:pt x="411" y="29"/>
                    </a:lnTo>
                    <a:lnTo>
                      <a:pt x="405" y="22"/>
                    </a:lnTo>
                    <a:lnTo>
                      <a:pt x="394" y="14"/>
                    </a:lnTo>
                    <a:lnTo>
                      <a:pt x="384" y="6"/>
                    </a:lnTo>
                    <a:lnTo>
                      <a:pt x="378" y="1"/>
                    </a:lnTo>
                    <a:lnTo>
                      <a:pt x="359" y="12"/>
                    </a:lnTo>
                    <a:lnTo>
                      <a:pt x="341" y="22"/>
                    </a:lnTo>
                    <a:lnTo>
                      <a:pt x="331" y="26"/>
                    </a:lnTo>
                    <a:lnTo>
                      <a:pt x="321" y="29"/>
                    </a:lnTo>
                    <a:lnTo>
                      <a:pt x="309" y="31"/>
                    </a:lnTo>
                    <a:lnTo>
                      <a:pt x="294" y="31"/>
                    </a:lnTo>
                    <a:lnTo>
                      <a:pt x="288" y="29"/>
                    </a:lnTo>
                    <a:lnTo>
                      <a:pt x="280" y="29"/>
                    </a:lnTo>
                    <a:lnTo>
                      <a:pt x="271" y="29"/>
                    </a:lnTo>
                    <a:lnTo>
                      <a:pt x="264" y="31"/>
                    </a:lnTo>
                    <a:lnTo>
                      <a:pt x="246" y="22"/>
                    </a:lnTo>
                    <a:lnTo>
                      <a:pt x="231" y="14"/>
                    </a:lnTo>
                    <a:lnTo>
                      <a:pt x="218" y="8"/>
                    </a:lnTo>
                    <a:lnTo>
                      <a:pt x="206" y="3"/>
                    </a:lnTo>
                    <a:lnTo>
                      <a:pt x="196" y="1"/>
                    </a:lnTo>
                    <a:lnTo>
                      <a:pt x="188" y="0"/>
                    </a:lnTo>
                    <a:lnTo>
                      <a:pt x="185" y="0"/>
                    </a:lnTo>
                    <a:lnTo>
                      <a:pt x="181" y="0"/>
                    </a:lnTo>
                    <a:lnTo>
                      <a:pt x="179" y="1"/>
                    </a:lnTo>
                    <a:lnTo>
                      <a:pt x="178" y="3"/>
                    </a:lnTo>
                    <a:lnTo>
                      <a:pt x="169" y="11"/>
                    </a:lnTo>
                    <a:lnTo>
                      <a:pt x="160" y="2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9" name="Freeform 50">
                <a:extLst>
                  <a:ext uri="{FF2B5EF4-FFF2-40B4-BE49-F238E27FC236}">
                    <a16:creationId xmlns:a16="http://schemas.microsoft.com/office/drawing/2014/main" id="{6656756D-1387-4969-A1D4-19195C557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9763" y="1266825"/>
                <a:ext cx="177800" cy="290513"/>
              </a:xfrm>
              <a:custGeom>
                <a:avLst/>
                <a:gdLst>
                  <a:gd name="T0" fmla="*/ 6 w 561"/>
                  <a:gd name="T1" fmla="*/ 84 h 730"/>
                  <a:gd name="T2" fmla="*/ 50 w 561"/>
                  <a:gd name="T3" fmla="*/ 185 h 730"/>
                  <a:gd name="T4" fmla="*/ 115 w 561"/>
                  <a:gd name="T5" fmla="*/ 327 h 730"/>
                  <a:gd name="T6" fmla="*/ 163 w 561"/>
                  <a:gd name="T7" fmla="*/ 424 h 730"/>
                  <a:gd name="T8" fmla="*/ 188 w 561"/>
                  <a:gd name="T9" fmla="*/ 469 h 730"/>
                  <a:gd name="T10" fmla="*/ 219 w 561"/>
                  <a:gd name="T11" fmla="*/ 508 h 730"/>
                  <a:gd name="T12" fmla="*/ 272 w 561"/>
                  <a:gd name="T13" fmla="*/ 578 h 730"/>
                  <a:gd name="T14" fmla="*/ 327 w 561"/>
                  <a:gd name="T15" fmla="*/ 652 h 730"/>
                  <a:gd name="T16" fmla="*/ 364 w 561"/>
                  <a:gd name="T17" fmla="*/ 702 h 730"/>
                  <a:gd name="T18" fmla="*/ 376 w 561"/>
                  <a:gd name="T19" fmla="*/ 711 h 730"/>
                  <a:gd name="T20" fmla="*/ 419 w 561"/>
                  <a:gd name="T21" fmla="*/ 722 h 730"/>
                  <a:gd name="T22" fmla="*/ 466 w 561"/>
                  <a:gd name="T23" fmla="*/ 729 h 730"/>
                  <a:gd name="T24" fmla="*/ 499 w 561"/>
                  <a:gd name="T25" fmla="*/ 729 h 730"/>
                  <a:gd name="T26" fmla="*/ 521 w 561"/>
                  <a:gd name="T27" fmla="*/ 725 h 730"/>
                  <a:gd name="T28" fmla="*/ 535 w 561"/>
                  <a:gd name="T29" fmla="*/ 720 h 730"/>
                  <a:gd name="T30" fmla="*/ 547 w 561"/>
                  <a:gd name="T31" fmla="*/ 713 h 730"/>
                  <a:gd name="T32" fmla="*/ 556 w 561"/>
                  <a:gd name="T33" fmla="*/ 704 h 730"/>
                  <a:gd name="T34" fmla="*/ 559 w 561"/>
                  <a:gd name="T35" fmla="*/ 689 h 730"/>
                  <a:gd name="T36" fmla="*/ 544 w 561"/>
                  <a:gd name="T37" fmla="*/ 628 h 730"/>
                  <a:gd name="T38" fmla="*/ 522 w 561"/>
                  <a:gd name="T39" fmla="*/ 559 h 730"/>
                  <a:gd name="T40" fmla="*/ 502 w 561"/>
                  <a:gd name="T41" fmla="*/ 509 h 730"/>
                  <a:gd name="T42" fmla="*/ 479 w 561"/>
                  <a:gd name="T43" fmla="*/ 461 h 730"/>
                  <a:gd name="T44" fmla="*/ 456 w 561"/>
                  <a:gd name="T45" fmla="*/ 429 h 730"/>
                  <a:gd name="T46" fmla="*/ 441 w 561"/>
                  <a:gd name="T47" fmla="*/ 409 h 730"/>
                  <a:gd name="T48" fmla="*/ 429 w 561"/>
                  <a:gd name="T49" fmla="*/ 385 h 730"/>
                  <a:gd name="T50" fmla="*/ 405 w 561"/>
                  <a:gd name="T51" fmla="*/ 282 h 730"/>
                  <a:gd name="T52" fmla="*/ 377 w 561"/>
                  <a:gd name="T53" fmla="*/ 177 h 730"/>
                  <a:gd name="T54" fmla="*/ 356 w 561"/>
                  <a:gd name="T55" fmla="*/ 108 h 730"/>
                  <a:gd name="T56" fmla="*/ 334 w 561"/>
                  <a:gd name="T57" fmla="*/ 51 h 730"/>
                  <a:gd name="T58" fmla="*/ 317 w 561"/>
                  <a:gd name="T59" fmla="*/ 21 h 730"/>
                  <a:gd name="T60" fmla="*/ 307 w 561"/>
                  <a:gd name="T61" fmla="*/ 8 h 730"/>
                  <a:gd name="T62" fmla="*/ 296 w 561"/>
                  <a:gd name="T63" fmla="*/ 3 h 730"/>
                  <a:gd name="T64" fmla="*/ 282 w 561"/>
                  <a:gd name="T65" fmla="*/ 1 h 730"/>
                  <a:gd name="T66" fmla="*/ 254 w 561"/>
                  <a:gd name="T67" fmla="*/ 1 h 730"/>
                  <a:gd name="T68" fmla="*/ 207 w 561"/>
                  <a:gd name="T69" fmla="*/ 8 h 730"/>
                  <a:gd name="T70" fmla="*/ 156 w 561"/>
                  <a:gd name="T71" fmla="*/ 20 h 730"/>
                  <a:gd name="T72" fmla="*/ 81 w 561"/>
                  <a:gd name="T73" fmla="*/ 41 h 730"/>
                  <a:gd name="T74" fmla="*/ 10 w 561"/>
                  <a:gd name="T75" fmla="*/ 64 h 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30">
                    <a:moveTo>
                      <a:pt x="0" y="68"/>
                    </a:moveTo>
                    <a:lnTo>
                      <a:pt x="6" y="84"/>
                    </a:lnTo>
                    <a:lnTo>
                      <a:pt x="24" y="125"/>
                    </a:lnTo>
                    <a:lnTo>
                      <a:pt x="50" y="185"/>
                    </a:lnTo>
                    <a:lnTo>
                      <a:pt x="81" y="255"/>
                    </a:lnTo>
                    <a:lnTo>
                      <a:pt x="115" y="327"/>
                    </a:lnTo>
                    <a:lnTo>
                      <a:pt x="148" y="395"/>
                    </a:lnTo>
                    <a:lnTo>
                      <a:pt x="163" y="424"/>
                    </a:lnTo>
                    <a:lnTo>
                      <a:pt x="176" y="449"/>
                    </a:lnTo>
                    <a:lnTo>
                      <a:pt x="188" y="469"/>
                    </a:lnTo>
                    <a:lnTo>
                      <a:pt x="198" y="483"/>
                    </a:lnTo>
                    <a:lnTo>
                      <a:pt x="219" y="508"/>
                    </a:lnTo>
                    <a:lnTo>
                      <a:pt x="244" y="541"/>
                    </a:lnTo>
                    <a:lnTo>
                      <a:pt x="272" y="578"/>
                    </a:lnTo>
                    <a:lnTo>
                      <a:pt x="301" y="616"/>
                    </a:lnTo>
                    <a:lnTo>
                      <a:pt x="327" y="652"/>
                    </a:lnTo>
                    <a:lnTo>
                      <a:pt x="349" y="681"/>
                    </a:lnTo>
                    <a:lnTo>
                      <a:pt x="364" y="702"/>
                    </a:lnTo>
                    <a:lnTo>
                      <a:pt x="369" y="709"/>
                    </a:lnTo>
                    <a:lnTo>
                      <a:pt x="376" y="711"/>
                    </a:lnTo>
                    <a:lnTo>
                      <a:pt x="394" y="716"/>
                    </a:lnTo>
                    <a:lnTo>
                      <a:pt x="419" y="722"/>
                    </a:lnTo>
                    <a:lnTo>
                      <a:pt x="450" y="727"/>
                    </a:lnTo>
                    <a:lnTo>
                      <a:pt x="466" y="729"/>
                    </a:lnTo>
                    <a:lnTo>
                      <a:pt x="482" y="730"/>
                    </a:lnTo>
                    <a:lnTo>
                      <a:pt x="499" y="729"/>
                    </a:lnTo>
                    <a:lnTo>
                      <a:pt x="514" y="727"/>
                    </a:lnTo>
                    <a:lnTo>
                      <a:pt x="521" y="725"/>
                    </a:lnTo>
                    <a:lnTo>
                      <a:pt x="529" y="723"/>
                    </a:lnTo>
                    <a:lnTo>
                      <a:pt x="535" y="720"/>
                    </a:lnTo>
                    <a:lnTo>
                      <a:pt x="541" y="717"/>
                    </a:lnTo>
                    <a:lnTo>
                      <a:pt x="547" y="713"/>
                    </a:lnTo>
                    <a:lnTo>
                      <a:pt x="552" y="709"/>
                    </a:lnTo>
                    <a:lnTo>
                      <a:pt x="556" y="704"/>
                    </a:lnTo>
                    <a:lnTo>
                      <a:pt x="561" y="698"/>
                    </a:lnTo>
                    <a:lnTo>
                      <a:pt x="559" y="689"/>
                    </a:lnTo>
                    <a:lnTo>
                      <a:pt x="554" y="664"/>
                    </a:lnTo>
                    <a:lnTo>
                      <a:pt x="544" y="628"/>
                    </a:lnTo>
                    <a:lnTo>
                      <a:pt x="531" y="583"/>
                    </a:lnTo>
                    <a:lnTo>
                      <a:pt x="522" y="559"/>
                    </a:lnTo>
                    <a:lnTo>
                      <a:pt x="514" y="534"/>
                    </a:lnTo>
                    <a:lnTo>
                      <a:pt x="502" y="509"/>
                    </a:lnTo>
                    <a:lnTo>
                      <a:pt x="491" y="485"/>
                    </a:lnTo>
                    <a:lnTo>
                      <a:pt x="479" y="461"/>
                    </a:lnTo>
                    <a:lnTo>
                      <a:pt x="464" y="439"/>
                    </a:lnTo>
                    <a:lnTo>
                      <a:pt x="456" y="429"/>
                    </a:lnTo>
                    <a:lnTo>
                      <a:pt x="449" y="419"/>
                    </a:lnTo>
                    <a:lnTo>
                      <a:pt x="441" y="409"/>
                    </a:lnTo>
                    <a:lnTo>
                      <a:pt x="432" y="401"/>
                    </a:lnTo>
                    <a:lnTo>
                      <a:pt x="429" y="385"/>
                    </a:lnTo>
                    <a:lnTo>
                      <a:pt x="420" y="342"/>
                    </a:lnTo>
                    <a:lnTo>
                      <a:pt x="405" y="282"/>
                    </a:lnTo>
                    <a:lnTo>
                      <a:pt x="387" y="212"/>
                    </a:lnTo>
                    <a:lnTo>
                      <a:pt x="377" y="177"/>
                    </a:lnTo>
                    <a:lnTo>
                      <a:pt x="366" y="142"/>
                    </a:lnTo>
                    <a:lnTo>
                      <a:pt x="356" y="108"/>
                    </a:lnTo>
                    <a:lnTo>
                      <a:pt x="345" y="78"/>
                    </a:lnTo>
                    <a:lnTo>
                      <a:pt x="334" y="51"/>
                    </a:lnTo>
                    <a:lnTo>
                      <a:pt x="322" y="29"/>
                    </a:lnTo>
                    <a:lnTo>
                      <a:pt x="317" y="21"/>
                    </a:lnTo>
                    <a:lnTo>
                      <a:pt x="312" y="14"/>
                    </a:lnTo>
                    <a:lnTo>
                      <a:pt x="307" y="8"/>
                    </a:lnTo>
                    <a:lnTo>
                      <a:pt x="302" y="5"/>
                    </a:lnTo>
                    <a:lnTo>
                      <a:pt x="296" y="3"/>
                    </a:lnTo>
                    <a:lnTo>
                      <a:pt x="290" y="1"/>
                    </a:lnTo>
                    <a:lnTo>
                      <a:pt x="282" y="1"/>
                    </a:lnTo>
                    <a:lnTo>
                      <a:pt x="274" y="0"/>
                    </a:lnTo>
                    <a:lnTo>
                      <a:pt x="254" y="1"/>
                    </a:lnTo>
                    <a:lnTo>
                      <a:pt x="232" y="4"/>
                    </a:lnTo>
                    <a:lnTo>
                      <a:pt x="207" y="8"/>
                    </a:lnTo>
                    <a:lnTo>
                      <a:pt x="183" y="14"/>
                    </a:lnTo>
                    <a:lnTo>
                      <a:pt x="156" y="20"/>
                    </a:lnTo>
                    <a:lnTo>
                      <a:pt x="130" y="27"/>
                    </a:lnTo>
                    <a:lnTo>
                      <a:pt x="81" y="41"/>
                    </a:lnTo>
                    <a:lnTo>
                      <a:pt x="40" y="55"/>
                    </a:lnTo>
                    <a:lnTo>
                      <a:pt x="10" y="64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4444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0" name="Freeform 51">
                <a:extLst>
                  <a:ext uri="{FF2B5EF4-FFF2-40B4-BE49-F238E27FC236}">
                    <a16:creationId xmlns:a16="http://schemas.microsoft.com/office/drawing/2014/main" id="{06967385-A96B-4BB0-A959-C7E86CD3D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6426" y="1287463"/>
                <a:ext cx="169863" cy="368300"/>
              </a:xfrm>
              <a:custGeom>
                <a:avLst/>
                <a:gdLst>
                  <a:gd name="T0" fmla="*/ 533 w 535"/>
                  <a:gd name="T1" fmla="*/ 0 h 927"/>
                  <a:gd name="T2" fmla="*/ 533 w 535"/>
                  <a:gd name="T3" fmla="*/ 4 h 927"/>
                  <a:gd name="T4" fmla="*/ 535 w 535"/>
                  <a:gd name="T5" fmla="*/ 15 h 927"/>
                  <a:gd name="T6" fmla="*/ 535 w 535"/>
                  <a:gd name="T7" fmla="*/ 32 h 927"/>
                  <a:gd name="T8" fmla="*/ 533 w 535"/>
                  <a:gd name="T9" fmla="*/ 55 h 927"/>
                  <a:gd name="T10" fmla="*/ 532 w 535"/>
                  <a:gd name="T11" fmla="*/ 67 h 927"/>
                  <a:gd name="T12" fmla="*/ 530 w 535"/>
                  <a:gd name="T13" fmla="*/ 81 h 927"/>
                  <a:gd name="T14" fmla="*/ 527 w 535"/>
                  <a:gd name="T15" fmla="*/ 95 h 927"/>
                  <a:gd name="T16" fmla="*/ 523 w 535"/>
                  <a:gd name="T17" fmla="*/ 109 h 927"/>
                  <a:gd name="T18" fmla="*/ 518 w 535"/>
                  <a:gd name="T19" fmla="*/ 124 h 927"/>
                  <a:gd name="T20" fmla="*/ 512 w 535"/>
                  <a:gd name="T21" fmla="*/ 139 h 927"/>
                  <a:gd name="T22" fmla="*/ 505 w 535"/>
                  <a:gd name="T23" fmla="*/ 155 h 927"/>
                  <a:gd name="T24" fmla="*/ 496 w 535"/>
                  <a:gd name="T25" fmla="*/ 170 h 927"/>
                  <a:gd name="T26" fmla="*/ 475 w 535"/>
                  <a:gd name="T27" fmla="*/ 205 h 927"/>
                  <a:gd name="T28" fmla="*/ 448 w 535"/>
                  <a:gd name="T29" fmla="*/ 249 h 927"/>
                  <a:gd name="T30" fmla="*/ 420 w 535"/>
                  <a:gd name="T31" fmla="*/ 297 h 927"/>
                  <a:gd name="T32" fmla="*/ 391 w 535"/>
                  <a:gd name="T33" fmla="*/ 345 h 927"/>
                  <a:gd name="T34" fmla="*/ 365 w 535"/>
                  <a:gd name="T35" fmla="*/ 390 h 927"/>
                  <a:gd name="T36" fmla="*/ 343 w 535"/>
                  <a:gd name="T37" fmla="*/ 426 h 927"/>
                  <a:gd name="T38" fmla="*/ 328 w 535"/>
                  <a:gd name="T39" fmla="*/ 451 h 927"/>
                  <a:gd name="T40" fmla="*/ 323 w 535"/>
                  <a:gd name="T41" fmla="*/ 460 h 927"/>
                  <a:gd name="T42" fmla="*/ 216 w 535"/>
                  <a:gd name="T43" fmla="*/ 921 h 927"/>
                  <a:gd name="T44" fmla="*/ 211 w 535"/>
                  <a:gd name="T45" fmla="*/ 922 h 927"/>
                  <a:gd name="T46" fmla="*/ 196 w 535"/>
                  <a:gd name="T47" fmla="*/ 924 h 927"/>
                  <a:gd name="T48" fmla="*/ 175 w 535"/>
                  <a:gd name="T49" fmla="*/ 926 h 927"/>
                  <a:gd name="T50" fmla="*/ 146 w 535"/>
                  <a:gd name="T51" fmla="*/ 927 h 927"/>
                  <a:gd name="T52" fmla="*/ 130 w 535"/>
                  <a:gd name="T53" fmla="*/ 926 h 927"/>
                  <a:gd name="T54" fmla="*/ 112 w 535"/>
                  <a:gd name="T55" fmla="*/ 925 h 927"/>
                  <a:gd name="T56" fmla="*/ 95 w 535"/>
                  <a:gd name="T57" fmla="*/ 924 h 927"/>
                  <a:gd name="T58" fmla="*/ 76 w 535"/>
                  <a:gd name="T59" fmla="*/ 921 h 927"/>
                  <a:gd name="T60" fmla="*/ 57 w 535"/>
                  <a:gd name="T61" fmla="*/ 917 h 927"/>
                  <a:gd name="T62" fmla="*/ 39 w 535"/>
                  <a:gd name="T63" fmla="*/ 912 h 927"/>
                  <a:gd name="T64" fmla="*/ 19 w 535"/>
                  <a:gd name="T65" fmla="*/ 906 h 927"/>
                  <a:gd name="T66" fmla="*/ 0 w 535"/>
                  <a:gd name="T67" fmla="*/ 898 h 927"/>
                  <a:gd name="T68" fmla="*/ 2 w 535"/>
                  <a:gd name="T69" fmla="*/ 882 h 927"/>
                  <a:gd name="T70" fmla="*/ 7 w 535"/>
                  <a:gd name="T71" fmla="*/ 840 h 927"/>
                  <a:gd name="T72" fmla="*/ 15 w 535"/>
                  <a:gd name="T73" fmla="*/ 779 h 927"/>
                  <a:gd name="T74" fmla="*/ 24 w 535"/>
                  <a:gd name="T75" fmla="*/ 708 h 927"/>
                  <a:gd name="T76" fmla="*/ 34 w 535"/>
                  <a:gd name="T77" fmla="*/ 632 h 927"/>
                  <a:gd name="T78" fmla="*/ 44 w 535"/>
                  <a:gd name="T79" fmla="*/ 562 h 927"/>
                  <a:gd name="T80" fmla="*/ 54 w 535"/>
                  <a:gd name="T81" fmla="*/ 503 h 927"/>
                  <a:gd name="T82" fmla="*/ 61 w 535"/>
                  <a:gd name="T83" fmla="*/ 463 h 927"/>
                  <a:gd name="T84" fmla="*/ 72 w 535"/>
                  <a:gd name="T85" fmla="*/ 424 h 927"/>
                  <a:gd name="T86" fmla="*/ 90 w 535"/>
                  <a:gd name="T87" fmla="*/ 365 h 927"/>
                  <a:gd name="T88" fmla="*/ 111 w 535"/>
                  <a:gd name="T89" fmla="*/ 295 h 927"/>
                  <a:gd name="T90" fmla="*/ 134 w 535"/>
                  <a:gd name="T91" fmla="*/ 220 h 927"/>
                  <a:gd name="T92" fmla="*/ 156 w 535"/>
                  <a:gd name="T93" fmla="*/ 149 h 927"/>
                  <a:gd name="T94" fmla="*/ 175 w 535"/>
                  <a:gd name="T95" fmla="*/ 89 h 927"/>
                  <a:gd name="T96" fmla="*/ 189 w 535"/>
                  <a:gd name="T97" fmla="*/ 47 h 927"/>
                  <a:gd name="T98" fmla="*/ 194 w 535"/>
                  <a:gd name="T99" fmla="*/ 32 h 927"/>
                  <a:gd name="T100" fmla="*/ 533 w 535"/>
                  <a:gd name="T101" fmla="*/ 0 h 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5" h="927">
                    <a:moveTo>
                      <a:pt x="533" y="0"/>
                    </a:moveTo>
                    <a:lnTo>
                      <a:pt x="533" y="4"/>
                    </a:lnTo>
                    <a:lnTo>
                      <a:pt x="535" y="15"/>
                    </a:lnTo>
                    <a:lnTo>
                      <a:pt x="535" y="32"/>
                    </a:lnTo>
                    <a:lnTo>
                      <a:pt x="533" y="55"/>
                    </a:lnTo>
                    <a:lnTo>
                      <a:pt x="532" y="67"/>
                    </a:lnTo>
                    <a:lnTo>
                      <a:pt x="530" y="81"/>
                    </a:lnTo>
                    <a:lnTo>
                      <a:pt x="527" y="95"/>
                    </a:lnTo>
                    <a:lnTo>
                      <a:pt x="523" y="109"/>
                    </a:lnTo>
                    <a:lnTo>
                      <a:pt x="518" y="124"/>
                    </a:lnTo>
                    <a:lnTo>
                      <a:pt x="512" y="139"/>
                    </a:lnTo>
                    <a:lnTo>
                      <a:pt x="505" y="155"/>
                    </a:lnTo>
                    <a:lnTo>
                      <a:pt x="496" y="170"/>
                    </a:lnTo>
                    <a:lnTo>
                      <a:pt x="475" y="205"/>
                    </a:lnTo>
                    <a:lnTo>
                      <a:pt x="448" y="249"/>
                    </a:lnTo>
                    <a:lnTo>
                      <a:pt x="420" y="297"/>
                    </a:lnTo>
                    <a:lnTo>
                      <a:pt x="391" y="345"/>
                    </a:lnTo>
                    <a:lnTo>
                      <a:pt x="365" y="390"/>
                    </a:lnTo>
                    <a:lnTo>
                      <a:pt x="343" y="426"/>
                    </a:lnTo>
                    <a:lnTo>
                      <a:pt x="328" y="451"/>
                    </a:lnTo>
                    <a:lnTo>
                      <a:pt x="323" y="460"/>
                    </a:lnTo>
                    <a:lnTo>
                      <a:pt x="216" y="921"/>
                    </a:lnTo>
                    <a:lnTo>
                      <a:pt x="211" y="922"/>
                    </a:lnTo>
                    <a:lnTo>
                      <a:pt x="196" y="924"/>
                    </a:lnTo>
                    <a:lnTo>
                      <a:pt x="175" y="926"/>
                    </a:lnTo>
                    <a:lnTo>
                      <a:pt x="146" y="927"/>
                    </a:lnTo>
                    <a:lnTo>
                      <a:pt x="130" y="926"/>
                    </a:lnTo>
                    <a:lnTo>
                      <a:pt x="112" y="925"/>
                    </a:lnTo>
                    <a:lnTo>
                      <a:pt x="95" y="924"/>
                    </a:lnTo>
                    <a:lnTo>
                      <a:pt x="76" y="921"/>
                    </a:lnTo>
                    <a:lnTo>
                      <a:pt x="57" y="917"/>
                    </a:lnTo>
                    <a:lnTo>
                      <a:pt x="39" y="912"/>
                    </a:lnTo>
                    <a:lnTo>
                      <a:pt x="19" y="906"/>
                    </a:lnTo>
                    <a:lnTo>
                      <a:pt x="0" y="898"/>
                    </a:lnTo>
                    <a:lnTo>
                      <a:pt x="2" y="882"/>
                    </a:lnTo>
                    <a:lnTo>
                      <a:pt x="7" y="840"/>
                    </a:lnTo>
                    <a:lnTo>
                      <a:pt x="15" y="779"/>
                    </a:lnTo>
                    <a:lnTo>
                      <a:pt x="24" y="708"/>
                    </a:lnTo>
                    <a:lnTo>
                      <a:pt x="34" y="632"/>
                    </a:lnTo>
                    <a:lnTo>
                      <a:pt x="44" y="562"/>
                    </a:lnTo>
                    <a:lnTo>
                      <a:pt x="54" y="503"/>
                    </a:lnTo>
                    <a:lnTo>
                      <a:pt x="61" y="463"/>
                    </a:lnTo>
                    <a:lnTo>
                      <a:pt x="72" y="424"/>
                    </a:lnTo>
                    <a:lnTo>
                      <a:pt x="90" y="365"/>
                    </a:lnTo>
                    <a:lnTo>
                      <a:pt x="111" y="295"/>
                    </a:lnTo>
                    <a:lnTo>
                      <a:pt x="134" y="220"/>
                    </a:lnTo>
                    <a:lnTo>
                      <a:pt x="156" y="149"/>
                    </a:lnTo>
                    <a:lnTo>
                      <a:pt x="175" y="89"/>
                    </a:lnTo>
                    <a:lnTo>
                      <a:pt x="189" y="47"/>
                    </a:lnTo>
                    <a:lnTo>
                      <a:pt x="194" y="3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1" name="Freeform 52">
                <a:extLst>
                  <a:ext uri="{FF2B5EF4-FFF2-40B4-BE49-F238E27FC236}">
                    <a16:creationId xmlns:a16="http://schemas.microsoft.com/office/drawing/2014/main" id="{84B076AC-78C7-4125-A141-97BFEF2C1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6426" y="963613"/>
                <a:ext cx="179388" cy="350838"/>
              </a:xfrm>
              <a:custGeom>
                <a:avLst/>
                <a:gdLst>
                  <a:gd name="T0" fmla="*/ 72 w 563"/>
                  <a:gd name="T1" fmla="*/ 48 h 884"/>
                  <a:gd name="T2" fmla="*/ 85 w 563"/>
                  <a:gd name="T3" fmla="*/ 43 h 884"/>
                  <a:gd name="T4" fmla="*/ 120 w 563"/>
                  <a:gd name="T5" fmla="*/ 31 h 884"/>
                  <a:gd name="T6" fmla="*/ 144 w 563"/>
                  <a:gd name="T7" fmla="*/ 23 h 884"/>
                  <a:gd name="T8" fmla="*/ 172 w 563"/>
                  <a:gd name="T9" fmla="*/ 16 h 884"/>
                  <a:gd name="T10" fmla="*/ 204 w 563"/>
                  <a:gd name="T11" fmla="*/ 9 h 884"/>
                  <a:gd name="T12" fmla="*/ 239 w 563"/>
                  <a:gd name="T13" fmla="*/ 4 h 884"/>
                  <a:gd name="T14" fmla="*/ 257 w 563"/>
                  <a:gd name="T15" fmla="*/ 2 h 884"/>
                  <a:gd name="T16" fmla="*/ 276 w 563"/>
                  <a:gd name="T17" fmla="*/ 1 h 884"/>
                  <a:gd name="T18" fmla="*/ 296 w 563"/>
                  <a:gd name="T19" fmla="*/ 0 h 884"/>
                  <a:gd name="T20" fmla="*/ 315 w 563"/>
                  <a:gd name="T21" fmla="*/ 0 h 884"/>
                  <a:gd name="T22" fmla="*/ 336 w 563"/>
                  <a:gd name="T23" fmla="*/ 0 h 884"/>
                  <a:gd name="T24" fmla="*/ 356 w 563"/>
                  <a:gd name="T25" fmla="*/ 2 h 884"/>
                  <a:gd name="T26" fmla="*/ 377 w 563"/>
                  <a:gd name="T27" fmla="*/ 4 h 884"/>
                  <a:gd name="T28" fmla="*/ 397 w 563"/>
                  <a:gd name="T29" fmla="*/ 7 h 884"/>
                  <a:gd name="T30" fmla="*/ 418 w 563"/>
                  <a:gd name="T31" fmla="*/ 12 h 884"/>
                  <a:gd name="T32" fmla="*/ 440 w 563"/>
                  <a:gd name="T33" fmla="*/ 18 h 884"/>
                  <a:gd name="T34" fmla="*/ 461 w 563"/>
                  <a:gd name="T35" fmla="*/ 24 h 884"/>
                  <a:gd name="T36" fmla="*/ 481 w 563"/>
                  <a:gd name="T37" fmla="*/ 33 h 884"/>
                  <a:gd name="T38" fmla="*/ 502 w 563"/>
                  <a:gd name="T39" fmla="*/ 42 h 884"/>
                  <a:gd name="T40" fmla="*/ 522 w 563"/>
                  <a:gd name="T41" fmla="*/ 53 h 884"/>
                  <a:gd name="T42" fmla="*/ 543 w 563"/>
                  <a:gd name="T43" fmla="*/ 66 h 884"/>
                  <a:gd name="T44" fmla="*/ 563 w 563"/>
                  <a:gd name="T45" fmla="*/ 80 h 884"/>
                  <a:gd name="T46" fmla="*/ 563 w 563"/>
                  <a:gd name="T47" fmla="*/ 847 h 884"/>
                  <a:gd name="T48" fmla="*/ 551 w 563"/>
                  <a:gd name="T49" fmla="*/ 850 h 884"/>
                  <a:gd name="T50" fmla="*/ 515 w 563"/>
                  <a:gd name="T51" fmla="*/ 858 h 884"/>
                  <a:gd name="T52" fmla="*/ 491 w 563"/>
                  <a:gd name="T53" fmla="*/ 863 h 884"/>
                  <a:gd name="T54" fmla="*/ 461 w 563"/>
                  <a:gd name="T55" fmla="*/ 869 h 884"/>
                  <a:gd name="T56" fmla="*/ 428 w 563"/>
                  <a:gd name="T57" fmla="*/ 874 h 884"/>
                  <a:gd name="T58" fmla="*/ 393 w 563"/>
                  <a:gd name="T59" fmla="*/ 878 h 884"/>
                  <a:gd name="T60" fmla="*/ 355 w 563"/>
                  <a:gd name="T61" fmla="*/ 881 h 884"/>
                  <a:gd name="T62" fmla="*/ 313 w 563"/>
                  <a:gd name="T63" fmla="*/ 883 h 884"/>
                  <a:gd name="T64" fmla="*/ 292 w 563"/>
                  <a:gd name="T65" fmla="*/ 884 h 884"/>
                  <a:gd name="T66" fmla="*/ 271 w 563"/>
                  <a:gd name="T67" fmla="*/ 884 h 884"/>
                  <a:gd name="T68" fmla="*/ 250 w 563"/>
                  <a:gd name="T69" fmla="*/ 883 h 884"/>
                  <a:gd name="T70" fmla="*/ 227 w 563"/>
                  <a:gd name="T71" fmla="*/ 882 h 884"/>
                  <a:gd name="T72" fmla="*/ 206 w 563"/>
                  <a:gd name="T73" fmla="*/ 880 h 884"/>
                  <a:gd name="T74" fmla="*/ 184 w 563"/>
                  <a:gd name="T75" fmla="*/ 878 h 884"/>
                  <a:gd name="T76" fmla="*/ 161 w 563"/>
                  <a:gd name="T77" fmla="*/ 874 h 884"/>
                  <a:gd name="T78" fmla="*/ 139 w 563"/>
                  <a:gd name="T79" fmla="*/ 871 h 884"/>
                  <a:gd name="T80" fmla="*/ 116 w 563"/>
                  <a:gd name="T81" fmla="*/ 866 h 884"/>
                  <a:gd name="T82" fmla="*/ 94 w 563"/>
                  <a:gd name="T83" fmla="*/ 860 h 884"/>
                  <a:gd name="T84" fmla="*/ 72 w 563"/>
                  <a:gd name="T85" fmla="*/ 854 h 884"/>
                  <a:gd name="T86" fmla="*/ 51 w 563"/>
                  <a:gd name="T87" fmla="*/ 847 h 884"/>
                  <a:gd name="T88" fmla="*/ 0 w 563"/>
                  <a:gd name="T89" fmla="*/ 180 h 884"/>
                  <a:gd name="T90" fmla="*/ 1 w 563"/>
                  <a:gd name="T91" fmla="*/ 176 h 884"/>
                  <a:gd name="T92" fmla="*/ 2 w 563"/>
                  <a:gd name="T93" fmla="*/ 164 h 884"/>
                  <a:gd name="T94" fmla="*/ 6 w 563"/>
                  <a:gd name="T95" fmla="*/ 147 h 884"/>
                  <a:gd name="T96" fmla="*/ 12 w 563"/>
                  <a:gd name="T97" fmla="*/ 126 h 884"/>
                  <a:gd name="T98" fmla="*/ 16 w 563"/>
                  <a:gd name="T99" fmla="*/ 115 h 884"/>
                  <a:gd name="T100" fmla="*/ 21 w 563"/>
                  <a:gd name="T101" fmla="*/ 104 h 884"/>
                  <a:gd name="T102" fmla="*/ 27 w 563"/>
                  <a:gd name="T103" fmla="*/ 93 h 884"/>
                  <a:gd name="T104" fmla="*/ 34 w 563"/>
                  <a:gd name="T105" fmla="*/ 82 h 884"/>
                  <a:gd name="T106" fmla="*/ 42 w 563"/>
                  <a:gd name="T107" fmla="*/ 72 h 884"/>
                  <a:gd name="T108" fmla="*/ 51 w 563"/>
                  <a:gd name="T109" fmla="*/ 63 h 884"/>
                  <a:gd name="T110" fmla="*/ 61 w 563"/>
                  <a:gd name="T111" fmla="*/ 55 h 884"/>
                  <a:gd name="T112" fmla="*/ 72 w 563"/>
                  <a:gd name="T113" fmla="*/ 48 h 8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63" h="884">
                    <a:moveTo>
                      <a:pt x="72" y="48"/>
                    </a:moveTo>
                    <a:lnTo>
                      <a:pt x="85" y="43"/>
                    </a:lnTo>
                    <a:lnTo>
                      <a:pt x="120" y="31"/>
                    </a:lnTo>
                    <a:lnTo>
                      <a:pt x="144" y="23"/>
                    </a:lnTo>
                    <a:lnTo>
                      <a:pt x="172" y="16"/>
                    </a:lnTo>
                    <a:lnTo>
                      <a:pt x="204" y="9"/>
                    </a:lnTo>
                    <a:lnTo>
                      <a:pt x="239" y="4"/>
                    </a:lnTo>
                    <a:lnTo>
                      <a:pt x="257" y="2"/>
                    </a:lnTo>
                    <a:lnTo>
                      <a:pt x="276" y="1"/>
                    </a:lnTo>
                    <a:lnTo>
                      <a:pt x="296" y="0"/>
                    </a:lnTo>
                    <a:lnTo>
                      <a:pt x="315" y="0"/>
                    </a:lnTo>
                    <a:lnTo>
                      <a:pt x="336" y="0"/>
                    </a:lnTo>
                    <a:lnTo>
                      <a:pt x="356" y="2"/>
                    </a:lnTo>
                    <a:lnTo>
                      <a:pt x="377" y="4"/>
                    </a:lnTo>
                    <a:lnTo>
                      <a:pt x="397" y="7"/>
                    </a:lnTo>
                    <a:lnTo>
                      <a:pt x="418" y="12"/>
                    </a:lnTo>
                    <a:lnTo>
                      <a:pt x="440" y="18"/>
                    </a:lnTo>
                    <a:lnTo>
                      <a:pt x="461" y="24"/>
                    </a:lnTo>
                    <a:lnTo>
                      <a:pt x="481" y="33"/>
                    </a:lnTo>
                    <a:lnTo>
                      <a:pt x="502" y="42"/>
                    </a:lnTo>
                    <a:lnTo>
                      <a:pt x="522" y="53"/>
                    </a:lnTo>
                    <a:lnTo>
                      <a:pt x="543" y="66"/>
                    </a:lnTo>
                    <a:lnTo>
                      <a:pt x="563" y="80"/>
                    </a:lnTo>
                    <a:lnTo>
                      <a:pt x="563" y="847"/>
                    </a:lnTo>
                    <a:lnTo>
                      <a:pt x="551" y="850"/>
                    </a:lnTo>
                    <a:lnTo>
                      <a:pt x="515" y="858"/>
                    </a:lnTo>
                    <a:lnTo>
                      <a:pt x="491" y="863"/>
                    </a:lnTo>
                    <a:lnTo>
                      <a:pt x="461" y="869"/>
                    </a:lnTo>
                    <a:lnTo>
                      <a:pt x="428" y="874"/>
                    </a:lnTo>
                    <a:lnTo>
                      <a:pt x="393" y="878"/>
                    </a:lnTo>
                    <a:lnTo>
                      <a:pt x="355" y="881"/>
                    </a:lnTo>
                    <a:lnTo>
                      <a:pt x="313" y="883"/>
                    </a:lnTo>
                    <a:lnTo>
                      <a:pt x="292" y="884"/>
                    </a:lnTo>
                    <a:lnTo>
                      <a:pt x="271" y="884"/>
                    </a:lnTo>
                    <a:lnTo>
                      <a:pt x="250" y="883"/>
                    </a:lnTo>
                    <a:lnTo>
                      <a:pt x="227" y="882"/>
                    </a:lnTo>
                    <a:lnTo>
                      <a:pt x="206" y="880"/>
                    </a:lnTo>
                    <a:lnTo>
                      <a:pt x="184" y="878"/>
                    </a:lnTo>
                    <a:lnTo>
                      <a:pt x="161" y="874"/>
                    </a:lnTo>
                    <a:lnTo>
                      <a:pt x="139" y="871"/>
                    </a:lnTo>
                    <a:lnTo>
                      <a:pt x="116" y="866"/>
                    </a:lnTo>
                    <a:lnTo>
                      <a:pt x="94" y="860"/>
                    </a:lnTo>
                    <a:lnTo>
                      <a:pt x="72" y="854"/>
                    </a:lnTo>
                    <a:lnTo>
                      <a:pt x="51" y="847"/>
                    </a:lnTo>
                    <a:lnTo>
                      <a:pt x="0" y="180"/>
                    </a:lnTo>
                    <a:lnTo>
                      <a:pt x="1" y="176"/>
                    </a:lnTo>
                    <a:lnTo>
                      <a:pt x="2" y="164"/>
                    </a:lnTo>
                    <a:lnTo>
                      <a:pt x="6" y="147"/>
                    </a:lnTo>
                    <a:lnTo>
                      <a:pt x="12" y="126"/>
                    </a:lnTo>
                    <a:lnTo>
                      <a:pt x="16" y="115"/>
                    </a:lnTo>
                    <a:lnTo>
                      <a:pt x="21" y="104"/>
                    </a:lnTo>
                    <a:lnTo>
                      <a:pt x="27" y="93"/>
                    </a:lnTo>
                    <a:lnTo>
                      <a:pt x="34" y="82"/>
                    </a:lnTo>
                    <a:lnTo>
                      <a:pt x="42" y="72"/>
                    </a:lnTo>
                    <a:lnTo>
                      <a:pt x="51" y="63"/>
                    </a:lnTo>
                    <a:lnTo>
                      <a:pt x="61" y="55"/>
                    </a:lnTo>
                    <a:lnTo>
                      <a:pt x="72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2" name="Freeform 53">
                <a:extLst>
                  <a:ext uri="{FF2B5EF4-FFF2-40B4-BE49-F238E27FC236}">
                    <a16:creationId xmlns:a16="http://schemas.microsoft.com/office/drawing/2014/main" id="{D7AF4B58-C074-4F15-97A6-0C6A61A00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5163" y="928688"/>
                <a:ext cx="57150" cy="84138"/>
              </a:xfrm>
              <a:custGeom>
                <a:avLst/>
                <a:gdLst>
                  <a:gd name="T0" fmla="*/ 151 w 180"/>
                  <a:gd name="T1" fmla="*/ 33 h 210"/>
                  <a:gd name="T2" fmla="*/ 180 w 180"/>
                  <a:gd name="T3" fmla="*/ 102 h 210"/>
                  <a:gd name="T4" fmla="*/ 179 w 180"/>
                  <a:gd name="T5" fmla="*/ 108 h 210"/>
                  <a:gd name="T6" fmla="*/ 177 w 180"/>
                  <a:gd name="T7" fmla="*/ 123 h 210"/>
                  <a:gd name="T8" fmla="*/ 176 w 180"/>
                  <a:gd name="T9" fmla="*/ 133 h 210"/>
                  <a:gd name="T10" fmla="*/ 172 w 180"/>
                  <a:gd name="T11" fmla="*/ 144 h 210"/>
                  <a:gd name="T12" fmla="*/ 169 w 180"/>
                  <a:gd name="T13" fmla="*/ 156 h 210"/>
                  <a:gd name="T14" fmla="*/ 164 w 180"/>
                  <a:gd name="T15" fmla="*/ 167 h 210"/>
                  <a:gd name="T16" fmla="*/ 157 w 180"/>
                  <a:gd name="T17" fmla="*/ 178 h 210"/>
                  <a:gd name="T18" fmla="*/ 149 w 180"/>
                  <a:gd name="T19" fmla="*/ 188 h 210"/>
                  <a:gd name="T20" fmla="*/ 144 w 180"/>
                  <a:gd name="T21" fmla="*/ 193 h 210"/>
                  <a:gd name="T22" fmla="*/ 139 w 180"/>
                  <a:gd name="T23" fmla="*/ 197 h 210"/>
                  <a:gd name="T24" fmla="*/ 132 w 180"/>
                  <a:gd name="T25" fmla="*/ 200 h 210"/>
                  <a:gd name="T26" fmla="*/ 126 w 180"/>
                  <a:gd name="T27" fmla="*/ 204 h 210"/>
                  <a:gd name="T28" fmla="*/ 119 w 180"/>
                  <a:gd name="T29" fmla="*/ 206 h 210"/>
                  <a:gd name="T30" fmla="*/ 111 w 180"/>
                  <a:gd name="T31" fmla="*/ 208 h 210"/>
                  <a:gd name="T32" fmla="*/ 103 w 180"/>
                  <a:gd name="T33" fmla="*/ 210 h 210"/>
                  <a:gd name="T34" fmla="*/ 94 w 180"/>
                  <a:gd name="T35" fmla="*/ 210 h 210"/>
                  <a:gd name="T36" fmla="*/ 84 w 180"/>
                  <a:gd name="T37" fmla="*/ 210 h 210"/>
                  <a:gd name="T38" fmla="*/ 74 w 180"/>
                  <a:gd name="T39" fmla="*/ 209 h 210"/>
                  <a:gd name="T40" fmla="*/ 63 w 180"/>
                  <a:gd name="T41" fmla="*/ 207 h 210"/>
                  <a:gd name="T42" fmla="*/ 51 w 180"/>
                  <a:gd name="T43" fmla="*/ 204 h 210"/>
                  <a:gd name="T44" fmla="*/ 44 w 180"/>
                  <a:gd name="T45" fmla="*/ 202 h 210"/>
                  <a:gd name="T46" fmla="*/ 36 w 180"/>
                  <a:gd name="T47" fmla="*/ 199 h 210"/>
                  <a:gd name="T48" fmla="*/ 31 w 180"/>
                  <a:gd name="T49" fmla="*/ 196 h 210"/>
                  <a:gd name="T50" fmla="*/ 25 w 180"/>
                  <a:gd name="T51" fmla="*/ 193 h 210"/>
                  <a:gd name="T52" fmla="*/ 16 w 180"/>
                  <a:gd name="T53" fmla="*/ 186 h 210"/>
                  <a:gd name="T54" fmla="*/ 10 w 180"/>
                  <a:gd name="T55" fmla="*/ 178 h 210"/>
                  <a:gd name="T56" fmla="*/ 5 w 180"/>
                  <a:gd name="T57" fmla="*/ 170 h 210"/>
                  <a:gd name="T58" fmla="*/ 1 w 180"/>
                  <a:gd name="T59" fmla="*/ 161 h 210"/>
                  <a:gd name="T60" fmla="*/ 0 w 180"/>
                  <a:gd name="T61" fmla="*/ 152 h 210"/>
                  <a:gd name="T62" fmla="*/ 0 w 180"/>
                  <a:gd name="T63" fmla="*/ 143 h 210"/>
                  <a:gd name="T64" fmla="*/ 1 w 180"/>
                  <a:gd name="T65" fmla="*/ 126 h 210"/>
                  <a:gd name="T66" fmla="*/ 5 w 180"/>
                  <a:gd name="T67" fmla="*/ 112 h 210"/>
                  <a:gd name="T68" fmla="*/ 9 w 180"/>
                  <a:gd name="T69" fmla="*/ 102 h 210"/>
                  <a:gd name="T70" fmla="*/ 11 w 180"/>
                  <a:gd name="T71" fmla="*/ 99 h 210"/>
                  <a:gd name="T72" fmla="*/ 23 w 180"/>
                  <a:gd name="T73" fmla="*/ 0 h 210"/>
                  <a:gd name="T74" fmla="*/ 151 w 180"/>
                  <a:gd name="T75" fmla="*/ 33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0" h="210">
                    <a:moveTo>
                      <a:pt x="151" y="33"/>
                    </a:moveTo>
                    <a:lnTo>
                      <a:pt x="180" y="102"/>
                    </a:lnTo>
                    <a:lnTo>
                      <a:pt x="179" y="108"/>
                    </a:lnTo>
                    <a:lnTo>
                      <a:pt x="177" y="123"/>
                    </a:lnTo>
                    <a:lnTo>
                      <a:pt x="176" y="133"/>
                    </a:lnTo>
                    <a:lnTo>
                      <a:pt x="172" y="144"/>
                    </a:lnTo>
                    <a:lnTo>
                      <a:pt x="169" y="156"/>
                    </a:lnTo>
                    <a:lnTo>
                      <a:pt x="164" y="167"/>
                    </a:lnTo>
                    <a:lnTo>
                      <a:pt x="157" y="178"/>
                    </a:lnTo>
                    <a:lnTo>
                      <a:pt x="149" y="188"/>
                    </a:lnTo>
                    <a:lnTo>
                      <a:pt x="144" y="193"/>
                    </a:lnTo>
                    <a:lnTo>
                      <a:pt x="139" y="197"/>
                    </a:lnTo>
                    <a:lnTo>
                      <a:pt x="132" y="200"/>
                    </a:lnTo>
                    <a:lnTo>
                      <a:pt x="126" y="204"/>
                    </a:lnTo>
                    <a:lnTo>
                      <a:pt x="119" y="206"/>
                    </a:lnTo>
                    <a:lnTo>
                      <a:pt x="111" y="208"/>
                    </a:lnTo>
                    <a:lnTo>
                      <a:pt x="103" y="210"/>
                    </a:lnTo>
                    <a:lnTo>
                      <a:pt x="94" y="210"/>
                    </a:lnTo>
                    <a:lnTo>
                      <a:pt x="84" y="210"/>
                    </a:lnTo>
                    <a:lnTo>
                      <a:pt x="74" y="209"/>
                    </a:lnTo>
                    <a:lnTo>
                      <a:pt x="63" y="207"/>
                    </a:lnTo>
                    <a:lnTo>
                      <a:pt x="51" y="204"/>
                    </a:lnTo>
                    <a:lnTo>
                      <a:pt x="44" y="202"/>
                    </a:lnTo>
                    <a:lnTo>
                      <a:pt x="36" y="199"/>
                    </a:lnTo>
                    <a:lnTo>
                      <a:pt x="31" y="196"/>
                    </a:lnTo>
                    <a:lnTo>
                      <a:pt x="25" y="193"/>
                    </a:lnTo>
                    <a:lnTo>
                      <a:pt x="16" y="186"/>
                    </a:lnTo>
                    <a:lnTo>
                      <a:pt x="10" y="178"/>
                    </a:lnTo>
                    <a:lnTo>
                      <a:pt x="5" y="170"/>
                    </a:lnTo>
                    <a:lnTo>
                      <a:pt x="1" y="161"/>
                    </a:lnTo>
                    <a:lnTo>
                      <a:pt x="0" y="152"/>
                    </a:lnTo>
                    <a:lnTo>
                      <a:pt x="0" y="143"/>
                    </a:lnTo>
                    <a:lnTo>
                      <a:pt x="1" y="126"/>
                    </a:lnTo>
                    <a:lnTo>
                      <a:pt x="5" y="112"/>
                    </a:lnTo>
                    <a:lnTo>
                      <a:pt x="9" y="102"/>
                    </a:lnTo>
                    <a:lnTo>
                      <a:pt x="11" y="99"/>
                    </a:lnTo>
                    <a:lnTo>
                      <a:pt x="23" y="0"/>
                    </a:lnTo>
                    <a:lnTo>
                      <a:pt x="151" y="33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3" name="Freeform 54">
                <a:extLst>
                  <a:ext uri="{FF2B5EF4-FFF2-40B4-BE49-F238E27FC236}">
                    <a16:creationId xmlns:a16="http://schemas.microsoft.com/office/drawing/2014/main" id="{27739FAD-6E32-425B-9DFB-D9B7806CB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7876" y="1068388"/>
                <a:ext cx="77788" cy="250825"/>
              </a:xfrm>
              <a:custGeom>
                <a:avLst/>
                <a:gdLst>
                  <a:gd name="T0" fmla="*/ 66 w 244"/>
                  <a:gd name="T1" fmla="*/ 166 h 632"/>
                  <a:gd name="T2" fmla="*/ 65 w 244"/>
                  <a:gd name="T3" fmla="*/ 203 h 632"/>
                  <a:gd name="T4" fmla="*/ 61 w 244"/>
                  <a:gd name="T5" fmla="*/ 289 h 632"/>
                  <a:gd name="T6" fmla="*/ 56 w 244"/>
                  <a:gd name="T7" fmla="*/ 391 h 632"/>
                  <a:gd name="T8" fmla="*/ 51 w 244"/>
                  <a:gd name="T9" fmla="*/ 472 h 632"/>
                  <a:gd name="T10" fmla="*/ 41 w 244"/>
                  <a:gd name="T11" fmla="*/ 490 h 632"/>
                  <a:gd name="T12" fmla="*/ 24 w 244"/>
                  <a:gd name="T13" fmla="*/ 531 h 632"/>
                  <a:gd name="T14" fmla="*/ 19 w 244"/>
                  <a:gd name="T15" fmla="*/ 555 h 632"/>
                  <a:gd name="T16" fmla="*/ 19 w 244"/>
                  <a:gd name="T17" fmla="*/ 580 h 632"/>
                  <a:gd name="T18" fmla="*/ 28 w 244"/>
                  <a:gd name="T19" fmla="*/ 602 h 632"/>
                  <a:gd name="T20" fmla="*/ 35 w 244"/>
                  <a:gd name="T21" fmla="*/ 612 h 632"/>
                  <a:gd name="T22" fmla="*/ 46 w 244"/>
                  <a:gd name="T23" fmla="*/ 620 h 632"/>
                  <a:gd name="T24" fmla="*/ 59 w 244"/>
                  <a:gd name="T25" fmla="*/ 626 h 632"/>
                  <a:gd name="T26" fmla="*/ 73 w 244"/>
                  <a:gd name="T27" fmla="*/ 630 h 632"/>
                  <a:gd name="T28" fmla="*/ 85 w 244"/>
                  <a:gd name="T29" fmla="*/ 632 h 632"/>
                  <a:gd name="T30" fmla="*/ 99 w 244"/>
                  <a:gd name="T31" fmla="*/ 630 h 632"/>
                  <a:gd name="T32" fmla="*/ 111 w 244"/>
                  <a:gd name="T33" fmla="*/ 627 h 632"/>
                  <a:gd name="T34" fmla="*/ 124 w 244"/>
                  <a:gd name="T35" fmla="*/ 622 h 632"/>
                  <a:gd name="T36" fmla="*/ 146 w 244"/>
                  <a:gd name="T37" fmla="*/ 605 h 632"/>
                  <a:gd name="T38" fmla="*/ 164 w 244"/>
                  <a:gd name="T39" fmla="*/ 581 h 632"/>
                  <a:gd name="T40" fmla="*/ 175 w 244"/>
                  <a:gd name="T41" fmla="*/ 550 h 632"/>
                  <a:gd name="T42" fmla="*/ 178 w 244"/>
                  <a:gd name="T43" fmla="*/ 514 h 632"/>
                  <a:gd name="T44" fmla="*/ 175 w 244"/>
                  <a:gd name="T45" fmla="*/ 494 h 632"/>
                  <a:gd name="T46" fmla="*/ 170 w 244"/>
                  <a:gd name="T47" fmla="*/ 473 h 632"/>
                  <a:gd name="T48" fmla="*/ 183 w 244"/>
                  <a:gd name="T49" fmla="*/ 437 h 632"/>
                  <a:gd name="T50" fmla="*/ 210 w 244"/>
                  <a:gd name="T51" fmla="*/ 355 h 632"/>
                  <a:gd name="T52" fmla="*/ 236 w 244"/>
                  <a:gd name="T53" fmla="*/ 260 h 632"/>
                  <a:gd name="T54" fmla="*/ 243 w 244"/>
                  <a:gd name="T55" fmla="*/ 218 h 632"/>
                  <a:gd name="T56" fmla="*/ 243 w 244"/>
                  <a:gd name="T57" fmla="*/ 187 h 632"/>
                  <a:gd name="T58" fmla="*/ 228 w 244"/>
                  <a:gd name="T59" fmla="*/ 130 h 632"/>
                  <a:gd name="T60" fmla="*/ 205 w 244"/>
                  <a:gd name="T61" fmla="*/ 69 h 632"/>
                  <a:gd name="T62" fmla="*/ 184 w 244"/>
                  <a:gd name="T63" fmla="*/ 20 h 632"/>
                  <a:gd name="T64" fmla="*/ 175 w 244"/>
                  <a:gd name="T65" fmla="*/ 0 h 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632">
                    <a:moveTo>
                      <a:pt x="0" y="98"/>
                    </a:moveTo>
                    <a:lnTo>
                      <a:pt x="66" y="166"/>
                    </a:lnTo>
                    <a:lnTo>
                      <a:pt x="66" y="176"/>
                    </a:lnTo>
                    <a:lnTo>
                      <a:pt x="65" y="203"/>
                    </a:lnTo>
                    <a:lnTo>
                      <a:pt x="63" y="242"/>
                    </a:lnTo>
                    <a:lnTo>
                      <a:pt x="61" y="289"/>
                    </a:lnTo>
                    <a:lnTo>
                      <a:pt x="59" y="340"/>
                    </a:lnTo>
                    <a:lnTo>
                      <a:pt x="56" y="391"/>
                    </a:lnTo>
                    <a:lnTo>
                      <a:pt x="54" y="436"/>
                    </a:lnTo>
                    <a:lnTo>
                      <a:pt x="51" y="472"/>
                    </a:lnTo>
                    <a:lnTo>
                      <a:pt x="49" y="477"/>
                    </a:lnTo>
                    <a:lnTo>
                      <a:pt x="41" y="490"/>
                    </a:lnTo>
                    <a:lnTo>
                      <a:pt x="33" y="508"/>
                    </a:lnTo>
                    <a:lnTo>
                      <a:pt x="24" y="531"/>
                    </a:lnTo>
                    <a:lnTo>
                      <a:pt x="21" y="543"/>
                    </a:lnTo>
                    <a:lnTo>
                      <a:pt x="19" y="555"/>
                    </a:lnTo>
                    <a:lnTo>
                      <a:pt x="18" y="568"/>
                    </a:lnTo>
                    <a:lnTo>
                      <a:pt x="19" y="580"/>
                    </a:lnTo>
                    <a:lnTo>
                      <a:pt x="23" y="591"/>
                    </a:lnTo>
                    <a:lnTo>
                      <a:pt x="28" y="602"/>
                    </a:lnTo>
                    <a:lnTo>
                      <a:pt x="31" y="607"/>
                    </a:lnTo>
                    <a:lnTo>
                      <a:pt x="35" y="612"/>
                    </a:lnTo>
                    <a:lnTo>
                      <a:pt x="40" y="616"/>
                    </a:lnTo>
                    <a:lnTo>
                      <a:pt x="46" y="620"/>
                    </a:lnTo>
                    <a:lnTo>
                      <a:pt x="53" y="624"/>
                    </a:lnTo>
                    <a:lnTo>
                      <a:pt x="59" y="626"/>
                    </a:lnTo>
                    <a:lnTo>
                      <a:pt x="65" y="629"/>
                    </a:lnTo>
                    <a:lnTo>
                      <a:pt x="73" y="630"/>
                    </a:lnTo>
                    <a:lnTo>
                      <a:pt x="79" y="631"/>
                    </a:lnTo>
                    <a:lnTo>
                      <a:pt x="85" y="632"/>
                    </a:lnTo>
                    <a:lnTo>
                      <a:pt x="91" y="631"/>
                    </a:lnTo>
                    <a:lnTo>
                      <a:pt x="99" y="630"/>
                    </a:lnTo>
                    <a:lnTo>
                      <a:pt x="105" y="629"/>
                    </a:lnTo>
                    <a:lnTo>
                      <a:pt x="111" y="627"/>
                    </a:lnTo>
                    <a:lnTo>
                      <a:pt x="118" y="625"/>
                    </a:lnTo>
                    <a:lnTo>
                      <a:pt x="124" y="622"/>
                    </a:lnTo>
                    <a:lnTo>
                      <a:pt x="135" y="614"/>
                    </a:lnTo>
                    <a:lnTo>
                      <a:pt x="146" y="605"/>
                    </a:lnTo>
                    <a:lnTo>
                      <a:pt x="155" y="594"/>
                    </a:lnTo>
                    <a:lnTo>
                      <a:pt x="164" y="581"/>
                    </a:lnTo>
                    <a:lnTo>
                      <a:pt x="170" y="566"/>
                    </a:lnTo>
                    <a:lnTo>
                      <a:pt x="175" y="550"/>
                    </a:lnTo>
                    <a:lnTo>
                      <a:pt x="178" y="532"/>
                    </a:lnTo>
                    <a:lnTo>
                      <a:pt x="178" y="514"/>
                    </a:lnTo>
                    <a:lnTo>
                      <a:pt x="176" y="504"/>
                    </a:lnTo>
                    <a:lnTo>
                      <a:pt x="175" y="494"/>
                    </a:lnTo>
                    <a:lnTo>
                      <a:pt x="173" y="483"/>
                    </a:lnTo>
                    <a:lnTo>
                      <a:pt x="170" y="473"/>
                    </a:lnTo>
                    <a:lnTo>
                      <a:pt x="174" y="463"/>
                    </a:lnTo>
                    <a:lnTo>
                      <a:pt x="183" y="437"/>
                    </a:lnTo>
                    <a:lnTo>
                      <a:pt x="196" y="400"/>
                    </a:lnTo>
                    <a:lnTo>
                      <a:pt x="210" y="355"/>
                    </a:lnTo>
                    <a:lnTo>
                      <a:pt x="224" y="306"/>
                    </a:lnTo>
                    <a:lnTo>
                      <a:pt x="236" y="260"/>
                    </a:lnTo>
                    <a:lnTo>
                      <a:pt x="240" y="238"/>
                    </a:lnTo>
                    <a:lnTo>
                      <a:pt x="243" y="218"/>
                    </a:lnTo>
                    <a:lnTo>
                      <a:pt x="244" y="201"/>
                    </a:lnTo>
                    <a:lnTo>
                      <a:pt x="243" y="187"/>
                    </a:lnTo>
                    <a:lnTo>
                      <a:pt x="236" y="160"/>
                    </a:lnTo>
                    <a:lnTo>
                      <a:pt x="228" y="130"/>
                    </a:lnTo>
                    <a:lnTo>
                      <a:pt x="216" y="99"/>
                    </a:lnTo>
                    <a:lnTo>
                      <a:pt x="205" y="69"/>
                    </a:lnTo>
                    <a:lnTo>
                      <a:pt x="194" y="42"/>
                    </a:lnTo>
                    <a:lnTo>
                      <a:pt x="184" y="20"/>
                    </a:lnTo>
                    <a:lnTo>
                      <a:pt x="178" y="5"/>
                    </a:lnTo>
                    <a:lnTo>
                      <a:pt x="175" y="0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" name="Freeform 55">
                <a:extLst>
                  <a:ext uri="{FF2B5EF4-FFF2-40B4-BE49-F238E27FC236}">
                    <a16:creationId xmlns:a16="http://schemas.microsoft.com/office/drawing/2014/main" id="{DB42FD95-EA47-4B2F-A035-32CF706AC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5013" y="982663"/>
                <a:ext cx="111125" cy="136525"/>
              </a:xfrm>
              <a:custGeom>
                <a:avLst/>
                <a:gdLst>
                  <a:gd name="T0" fmla="*/ 350 w 350"/>
                  <a:gd name="T1" fmla="*/ 237 h 345"/>
                  <a:gd name="T2" fmla="*/ 342 w 350"/>
                  <a:gd name="T3" fmla="*/ 244 h 345"/>
                  <a:gd name="T4" fmla="*/ 322 w 350"/>
                  <a:gd name="T5" fmla="*/ 262 h 345"/>
                  <a:gd name="T6" fmla="*/ 307 w 350"/>
                  <a:gd name="T7" fmla="*/ 274 h 345"/>
                  <a:gd name="T8" fmla="*/ 289 w 350"/>
                  <a:gd name="T9" fmla="*/ 287 h 345"/>
                  <a:gd name="T10" fmla="*/ 267 w 350"/>
                  <a:gd name="T11" fmla="*/ 299 h 345"/>
                  <a:gd name="T12" fmla="*/ 244 w 350"/>
                  <a:gd name="T13" fmla="*/ 312 h 345"/>
                  <a:gd name="T14" fmla="*/ 220 w 350"/>
                  <a:gd name="T15" fmla="*/ 322 h 345"/>
                  <a:gd name="T16" fmla="*/ 199 w 350"/>
                  <a:gd name="T17" fmla="*/ 330 h 345"/>
                  <a:gd name="T18" fmla="*/ 181 w 350"/>
                  <a:gd name="T19" fmla="*/ 336 h 345"/>
                  <a:gd name="T20" fmla="*/ 166 w 350"/>
                  <a:gd name="T21" fmla="*/ 340 h 345"/>
                  <a:gd name="T22" fmla="*/ 147 w 350"/>
                  <a:gd name="T23" fmla="*/ 344 h 345"/>
                  <a:gd name="T24" fmla="*/ 141 w 350"/>
                  <a:gd name="T25" fmla="*/ 345 h 345"/>
                  <a:gd name="T26" fmla="*/ 131 w 350"/>
                  <a:gd name="T27" fmla="*/ 334 h 345"/>
                  <a:gd name="T28" fmla="*/ 105 w 350"/>
                  <a:gd name="T29" fmla="*/ 303 h 345"/>
                  <a:gd name="T30" fmla="*/ 89 w 350"/>
                  <a:gd name="T31" fmla="*/ 283 h 345"/>
                  <a:gd name="T32" fmla="*/ 71 w 350"/>
                  <a:gd name="T33" fmla="*/ 259 h 345"/>
                  <a:gd name="T34" fmla="*/ 55 w 350"/>
                  <a:gd name="T35" fmla="*/ 234 h 345"/>
                  <a:gd name="T36" fmla="*/ 39 w 350"/>
                  <a:gd name="T37" fmla="*/ 206 h 345"/>
                  <a:gd name="T38" fmla="*/ 30 w 350"/>
                  <a:gd name="T39" fmla="*/ 192 h 345"/>
                  <a:gd name="T40" fmla="*/ 24 w 350"/>
                  <a:gd name="T41" fmla="*/ 178 h 345"/>
                  <a:gd name="T42" fmla="*/ 17 w 350"/>
                  <a:gd name="T43" fmla="*/ 164 h 345"/>
                  <a:gd name="T44" fmla="*/ 11 w 350"/>
                  <a:gd name="T45" fmla="*/ 150 h 345"/>
                  <a:gd name="T46" fmla="*/ 7 w 350"/>
                  <a:gd name="T47" fmla="*/ 136 h 345"/>
                  <a:gd name="T48" fmla="*/ 4 w 350"/>
                  <a:gd name="T49" fmla="*/ 122 h 345"/>
                  <a:gd name="T50" fmla="*/ 1 w 350"/>
                  <a:gd name="T51" fmla="*/ 108 h 345"/>
                  <a:gd name="T52" fmla="*/ 0 w 350"/>
                  <a:gd name="T53" fmla="*/ 95 h 345"/>
                  <a:gd name="T54" fmla="*/ 0 w 350"/>
                  <a:gd name="T55" fmla="*/ 82 h 345"/>
                  <a:gd name="T56" fmla="*/ 2 w 350"/>
                  <a:gd name="T57" fmla="*/ 70 h 345"/>
                  <a:gd name="T58" fmla="*/ 5 w 350"/>
                  <a:gd name="T59" fmla="*/ 58 h 345"/>
                  <a:gd name="T60" fmla="*/ 10 w 350"/>
                  <a:gd name="T61" fmla="*/ 47 h 345"/>
                  <a:gd name="T62" fmla="*/ 17 w 350"/>
                  <a:gd name="T63" fmla="*/ 37 h 345"/>
                  <a:gd name="T64" fmla="*/ 26 w 350"/>
                  <a:gd name="T65" fmla="*/ 28 h 345"/>
                  <a:gd name="T66" fmla="*/ 37 w 350"/>
                  <a:gd name="T67" fmla="*/ 19 h 345"/>
                  <a:gd name="T68" fmla="*/ 51 w 350"/>
                  <a:gd name="T69" fmla="*/ 12 h 345"/>
                  <a:gd name="T70" fmla="*/ 65 w 350"/>
                  <a:gd name="T71" fmla="*/ 6 h 345"/>
                  <a:gd name="T72" fmla="*/ 80 w 350"/>
                  <a:gd name="T73" fmla="*/ 2 h 345"/>
                  <a:gd name="T74" fmla="*/ 94 w 350"/>
                  <a:gd name="T75" fmla="*/ 0 h 345"/>
                  <a:gd name="T76" fmla="*/ 107 w 350"/>
                  <a:gd name="T77" fmla="*/ 0 h 345"/>
                  <a:gd name="T78" fmla="*/ 122 w 350"/>
                  <a:gd name="T79" fmla="*/ 2 h 345"/>
                  <a:gd name="T80" fmla="*/ 136 w 350"/>
                  <a:gd name="T81" fmla="*/ 5 h 345"/>
                  <a:gd name="T82" fmla="*/ 149 w 350"/>
                  <a:gd name="T83" fmla="*/ 9 h 345"/>
                  <a:gd name="T84" fmla="*/ 162 w 350"/>
                  <a:gd name="T85" fmla="*/ 15 h 345"/>
                  <a:gd name="T86" fmla="*/ 176 w 350"/>
                  <a:gd name="T87" fmla="*/ 23 h 345"/>
                  <a:gd name="T88" fmla="*/ 189 w 350"/>
                  <a:gd name="T89" fmla="*/ 31 h 345"/>
                  <a:gd name="T90" fmla="*/ 201 w 350"/>
                  <a:gd name="T91" fmla="*/ 40 h 345"/>
                  <a:gd name="T92" fmla="*/ 214 w 350"/>
                  <a:gd name="T93" fmla="*/ 50 h 345"/>
                  <a:gd name="T94" fmla="*/ 225 w 350"/>
                  <a:gd name="T95" fmla="*/ 61 h 345"/>
                  <a:gd name="T96" fmla="*/ 236 w 350"/>
                  <a:gd name="T97" fmla="*/ 72 h 345"/>
                  <a:gd name="T98" fmla="*/ 247 w 350"/>
                  <a:gd name="T99" fmla="*/ 84 h 345"/>
                  <a:gd name="T100" fmla="*/ 259 w 350"/>
                  <a:gd name="T101" fmla="*/ 96 h 345"/>
                  <a:gd name="T102" fmla="*/ 279 w 350"/>
                  <a:gd name="T103" fmla="*/ 121 h 345"/>
                  <a:gd name="T104" fmla="*/ 296 w 350"/>
                  <a:gd name="T105" fmla="*/ 146 h 345"/>
                  <a:gd name="T106" fmla="*/ 311 w 350"/>
                  <a:gd name="T107" fmla="*/ 170 h 345"/>
                  <a:gd name="T108" fmla="*/ 325 w 350"/>
                  <a:gd name="T109" fmla="*/ 191 h 345"/>
                  <a:gd name="T110" fmla="*/ 344 w 350"/>
                  <a:gd name="T111" fmla="*/ 224 h 345"/>
                  <a:gd name="T112" fmla="*/ 350 w 350"/>
                  <a:gd name="T113" fmla="*/ 237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50" h="345">
                    <a:moveTo>
                      <a:pt x="350" y="237"/>
                    </a:moveTo>
                    <a:lnTo>
                      <a:pt x="342" y="244"/>
                    </a:lnTo>
                    <a:lnTo>
                      <a:pt x="322" y="262"/>
                    </a:lnTo>
                    <a:lnTo>
                      <a:pt x="307" y="274"/>
                    </a:lnTo>
                    <a:lnTo>
                      <a:pt x="289" y="287"/>
                    </a:lnTo>
                    <a:lnTo>
                      <a:pt x="267" y="299"/>
                    </a:lnTo>
                    <a:lnTo>
                      <a:pt x="244" y="312"/>
                    </a:lnTo>
                    <a:lnTo>
                      <a:pt x="220" y="322"/>
                    </a:lnTo>
                    <a:lnTo>
                      <a:pt x="199" y="330"/>
                    </a:lnTo>
                    <a:lnTo>
                      <a:pt x="181" y="336"/>
                    </a:lnTo>
                    <a:lnTo>
                      <a:pt x="166" y="340"/>
                    </a:lnTo>
                    <a:lnTo>
                      <a:pt x="147" y="344"/>
                    </a:lnTo>
                    <a:lnTo>
                      <a:pt x="141" y="345"/>
                    </a:lnTo>
                    <a:lnTo>
                      <a:pt x="131" y="334"/>
                    </a:lnTo>
                    <a:lnTo>
                      <a:pt x="105" y="303"/>
                    </a:lnTo>
                    <a:lnTo>
                      <a:pt x="89" y="283"/>
                    </a:lnTo>
                    <a:lnTo>
                      <a:pt x="71" y="259"/>
                    </a:lnTo>
                    <a:lnTo>
                      <a:pt x="55" y="234"/>
                    </a:lnTo>
                    <a:lnTo>
                      <a:pt x="39" y="206"/>
                    </a:lnTo>
                    <a:lnTo>
                      <a:pt x="30" y="192"/>
                    </a:lnTo>
                    <a:lnTo>
                      <a:pt x="24" y="178"/>
                    </a:lnTo>
                    <a:lnTo>
                      <a:pt x="17" y="164"/>
                    </a:lnTo>
                    <a:lnTo>
                      <a:pt x="11" y="150"/>
                    </a:lnTo>
                    <a:lnTo>
                      <a:pt x="7" y="136"/>
                    </a:lnTo>
                    <a:lnTo>
                      <a:pt x="4" y="122"/>
                    </a:lnTo>
                    <a:lnTo>
                      <a:pt x="1" y="108"/>
                    </a:lnTo>
                    <a:lnTo>
                      <a:pt x="0" y="95"/>
                    </a:lnTo>
                    <a:lnTo>
                      <a:pt x="0" y="82"/>
                    </a:lnTo>
                    <a:lnTo>
                      <a:pt x="2" y="70"/>
                    </a:lnTo>
                    <a:lnTo>
                      <a:pt x="5" y="58"/>
                    </a:lnTo>
                    <a:lnTo>
                      <a:pt x="10" y="47"/>
                    </a:lnTo>
                    <a:lnTo>
                      <a:pt x="17" y="37"/>
                    </a:lnTo>
                    <a:lnTo>
                      <a:pt x="26" y="28"/>
                    </a:lnTo>
                    <a:lnTo>
                      <a:pt x="37" y="19"/>
                    </a:lnTo>
                    <a:lnTo>
                      <a:pt x="51" y="12"/>
                    </a:lnTo>
                    <a:lnTo>
                      <a:pt x="65" y="6"/>
                    </a:lnTo>
                    <a:lnTo>
                      <a:pt x="80" y="2"/>
                    </a:lnTo>
                    <a:lnTo>
                      <a:pt x="94" y="0"/>
                    </a:lnTo>
                    <a:lnTo>
                      <a:pt x="107" y="0"/>
                    </a:lnTo>
                    <a:lnTo>
                      <a:pt x="122" y="2"/>
                    </a:lnTo>
                    <a:lnTo>
                      <a:pt x="136" y="5"/>
                    </a:lnTo>
                    <a:lnTo>
                      <a:pt x="149" y="9"/>
                    </a:lnTo>
                    <a:lnTo>
                      <a:pt x="162" y="15"/>
                    </a:lnTo>
                    <a:lnTo>
                      <a:pt x="176" y="23"/>
                    </a:lnTo>
                    <a:lnTo>
                      <a:pt x="189" y="31"/>
                    </a:lnTo>
                    <a:lnTo>
                      <a:pt x="201" y="40"/>
                    </a:lnTo>
                    <a:lnTo>
                      <a:pt x="214" y="50"/>
                    </a:lnTo>
                    <a:lnTo>
                      <a:pt x="225" y="61"/>
                    </a:lnTo>
                    <a:lnTo>
                      <a:pt x="236" y="72"/>
                    </a:lnTo>
                    <a:lnTo>
                      <a:pt x="247" y="84"/>
                    </a:lnTo>
                    <a:lnTo>
                      <a:pt x="259" y="96"/>
                    </a:lnTo>
                    <a:lnTo>
                      <a:pt x="279" y="121"/>
                    </a:lnTo>
                    <a:lnTo>
                      <a:pt x="296" y="146"/>
                    </a:lnTo>
                    <a:lnTo>
                      <a:pt x="311" y="170"/>
                    </a:lnTo>
                    <a:lnTo>
                      <a:pt x="325" y="191"/>
                    </a:lnTo>
                    <a:lnTo>
                      <a:pt x="344" y="224"/>
                    </a:lnTo>
                    <a:lnTo>
                      <a:pt x="350" y="237"/>
                    </a:lnTo>
                    <a:close/>
                  </a:path>
                </a:pathLst>
              </a:custGeom>
              <a:solidFill>
                <a:srgbClr val="A8DD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5" name="Freeform 56">
                <a:extLst>
                  <a:ext uri="{FF2B5EF4-FFF2-40B4-BE49-F238E27FC236}">
                    <a16:creationId xmlns:a16="http://schemas.microsoft.com/office/drawing/2014/main" id="{CF9E08B1-2AF3-4581-AB08-80068DAAE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9126" y="800100"/>
                <a:ext cx="147638" cy="150813"/>
              </a:xfrm>
              <a:custGeom>
                <a:avLst/>
                <a:gdLst>
                  <a:gd name="T0" fmla="*/ 4 w 466"/>
                  <a:gd name="T1" fmla="*/ 133 h 382"/>
                  <a:gd name="T2" fmla="*/ 0 w 466"/>
                  <a:gd name="T3" fmla="*/ 119 h 382"/>
                  <a:gd name="T4" fmla="*/ 0 w 466"/>
                  <a:gd name="T5" fmla="*/ 105 h 382"/>
                  <a:gd name="T6" fmla="*/ 5 w 466"/>
                  <a:gd name="T7" fmla="*/ 88 h 382"/>
                  <a:gd name="T8" fmla="*/ 16 w 466"/>
                  <a:gd name="T9" fmla="*/ 70 h 382"/>
                  <a:gd name="T10" fmla="*/ 38 w 466"/>
                  <a:gd name="T11" fmla="*/ 51 h 382"/>
                  <a:gd name="T12" fmla="*/ 71 w 466"/>
                  <a:gd name="T13" fmla="*/ 32 h 382"/>
                  <a:gd name="T14" fmla="*/ 116 w 466"/>
                  <a:gd name="T15" fmla="*/ 16 h 382"/>
                  <a:gd name="T16" fmla="*/ 169 w 466"/>
                  <a:gd name="T17" fmla="*/ 4 h 382"/>
                  <a:gd name="T18" fmla="*/ 224 w 466"/>
                  <a:gd name="T19" fmla="*/ 0 h 382"/>
                  <a:gd name="T20" fmla="*/ 279 w 466"/>
                  <a:gd name="T21" fmla="*/ 2 h 382"/>
                  <a:gd name="T22" fmla="*/ 319 w 466"/>
                  <a:gd name="T23" fmla="*/ 8 h 382"/>
                  <a:gd name="T24" fmla="*/ 344 w 466"/>
                  <a:gd name="T25" fmla="*/ 15 h 382"/>
                  <a:gd name="T26" fmla="*/ 366 w 466"/>
                  <a:gd name="T27" fmla="*/ 24 h 382"/>
                  <a:gd name="T28" fmla="*/ 389 w 466"/>
                  <a:gd name="T29" fmla="*/ 35 h 382"/>
                  <a:gd name="T30" fmla="*/ 407 w 466"/>
                  <a:gd name="T31" fmla="*/ 48 h 382"/>
                  <a:gd name="T32" fmla="*/ 425 w 466"/>
                  <a:gd name="T33" fmla="*/ 64 h 382"/>
                  <a:gd name="T34" fmla="*/ 439 w 466"/>
                  <a:gd name="T35" fmla="*/ 82 h 382"/>
                  <a:gd name="T36" fmla="*/ 450 w 466"/>
                  <a:gd name="T37" fmla="*/ 103 h 382"/>
                  <a:gd name="T38" fmla="*/ 461 w 466"/>
                  <a:gd name="T39" fmla="*/ 137 h 382"/>
                  <a:gd name="T40" fmla="*/ 466 w 466"/>
                  <a:gd name="T41" fmla="*/ 184 h 382"/>
                  <a:gd name="T42" fmla="*/ 464 w 466"/>
                  <a:gd name="T43" fmla="*/ 229 h 382"/>
                  <a:gd name="T44" fmla="*/ 451 w 466"/>
                  <a:gd name="T45" fmla="*/ 272 h 382"/>
                  <a:gd name="T46" fmla="*/ 437 w 466"/>
                  <a:gd name="T47" fmla="*/ 301 h 382"/>
                  <a:gd name="T48" fmla="*/ 426 w 466"/>
                  <a:gd name="T49" fmla="*/ 319 h 382"/>
                  <a:gd name="T50" fmla="*/ 412 w 466"/>
                  <a:gd name="T51" fmla="*/ 335 h 382"/>
                  <a:gd name="T52" fmla="*/ 397 w 466"/>
                  <a:gd name="T53" fmla="*/ 349 h 382"/>
                  <a:gd name="T54" fmla="*/ 380 w 466"/>
                  <a:gd name="T55" fmla="*/ 361 h 382"/>
                  <a:gd name="T56" fmla="*/ 362 w 466"/>
                  <a:gd name="T57" fmla="*/ 370 h 382"/>
                  <a:gd name="T58" fmla="*/ 342 w 466"/>
                  <a:gd name="T59" fmla="*/ 377 h 382"/>
                  <a:gd name="T60" fmla="*/ 321 w 466"/>
                  <a:gd name="T61" fmla="*/ 381 h 382"/>
                  <a:gd name="T62" fmla="*/ 299 w 466"/>
                  <a:gd name="T63" fmla="*/ 382 h 382"/>
                  <a:gd name="T64" fmla="*/ 274 w 466"/>
                  <a:gd name="T65" fmla="*/ 378 h 382"/>
                  <a:gd name="T66" fmla="*/ 250 w 466"/>
                  <a:gd name="T67" fmla="*/ 368 h 382"/>
                  <a:gd name="T68" fmla="*/ 224 w 466"/>
                  <a:gd name="T69" fmla="*/ 354 h 382"/>
                  <a:gd name="T70" fmla="*/ 186 w 466"/>
                  <a:gd name="T71" fmla="*/ 328 h 382"/>
                  <a:gd name="T72" fmla="*/ 136 w 466"/>
                  <a:gd name="T73" fmla="*/ 284 h 382"/>
                  <a:gd name="T74" fmla="*/ 90 w 466"/>
                  <a:gd name="T75" fmla="*/ 238 h 382"/>
                  <a:gd name="T76" fmla="*/ 53 w 466"/>
                  <a:gd name="T77" fmla="*/ 194 h 382"/>
                  <a:gd name="T78" fmla="*/ 14 w 466"/>
                  <a:gd name="T79" fmla="*/ 147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66" h="382">
                    <a:moveTo>
                      <a:pt x="6" y="136"/>
                    </a:moveTo>
                    <a:lnTo>
                      <a:pt x="4" y="133"/>
                    </a:lnTo>
                    <a:lnTo>
                      <a:pt x="1" y="125"/>
                    </a:lnTo>
                    <a:lnTo>
                      <a:pt x="0" y="119"/>
                    </a:lnTo>
                    <a:lnTo>
                      <a:pt x="0" y="112"/>
                    </a:lnTo>
                    <a:lnTo>
                      <a:pt x="0" y="105"/>
                    </a:lnTo>
                    <a:lnTo>
                      <a:pt x="1" y="97"/>
                    </a:lnTo>
                    <a:lnTo>
                      <a:pt x="5" y="88"/>
                    </a:lnTo>
                    <a:lnTo>
                      <a:pt x="10" y="79"/>
                    </a:lnTo>
                    <a:lnTo>
                      <a:pt x="16" y="70"/>
                    </a:lnTo>
                    <a:lnTo>
                      <a:pt x="26" y="60"/>
                    </a:lnTo>
                    <a:lnTo>
                      <a:pt x="38" y="51"/>
                    </a:lnTo>
                    <a:lnTo>
                      <a:pt x="53" y="41"/>
                    </a:lnTo>
                    <a:lnTo>
                      <a:pt x="71" y="32"/>
                    </a:lnTo>
                    <a:lnTo>
                      <a:pt x="93" y="24"/>
                    </a:lnTo>
                    <a:lnTo>
                      <a:pt x="116" y="16"/>
                    </a:lnTo>
                    <a:lnTo>
                      <a:pt x="143" y="9"/>
                    </a:lnTo>
                    <a:lnTo>
                      <a:pt x="169" y="4"/>
                    </a:lnTo>
                    <a:lnTo>
                      <a:pt x="196" y="1"/>
                    </a:lnTo>
                    <a:lnTo>
                      <a:pt x="224" y="0"/>
                    </a:lnTo>
                    <a:lnTo>
                      <a:pt x="251" y="0"/>
                    </a:lnTo>
                    <a:lnTo>
                      <a:pt x="279" y="2"/>
                    </a:lnTo>
                    <a:lnTo>
                      <a:pt x="305" y="5"/>
                    </a:lnTo>
                    <a:lnTo>
                      <a:pt x="319" y="8"/>
                    </a:lnTo>
                    <a:lnTo>
                      <a:pt x="331" y="11"/>
                    </a:lnTo>
                    <a:lnTo>
                      <a:pt x="344" y="15"/>
                    </a:lnTo>
                    <a:lnTo>
                      <a:pt x="355" y="19"/>
                    </a:lnTo>
                    <a:lnTo>
                      <a:pt x="366" y="24"/>
                    </a:lnTo>
                    <a:lnTo>
                      <a:pt x="377" y="29"/>
                    </a:lnTo>
                    <a:lnTo>
                      <a:pt x="389" y="35"/>
                    </a:lnTo>
                    <a:lnTo>
                      <a:pt x="399" y="41"/>
                    </a:lnTo>
                    <a:lnTo>
                      <a:pt x="407" y="48"/>
                    </a:lnTo>
                    <a:lnTo>
                      <a:pt x="416" y="56"/>
                    </a:lnTo>
                    <a:lnTo>
                      <a:pt x="425" y="64"/>
                    </a:lnTo>
                    <a:lnTo>
                      <a:pt x="432" y="73"/>
                    </a:lnTo>
                    <a:lnTo>
                      <a:pt x="439" y="82"/>
                    </a:lnTo>
                    <a:lnTo>
                      <a:pt x="445" y="92"/>
                    </a:lnTo>
                    <a:lnTo>
                      <a:pt x="450" y="103"/>
                    </a:lnTo>
                    <a:lnTo>
                      <a:pt x="455" y="114"/>
                    </a:lnTo>
                    <a:lnTo>
                      <a:pt x="461" y="137"/>
                    </a:lnTo>
                    <a:lnTo>
                      <a:pt x="465" y="160"/>
                    </a:lnTo>
                    <a:lnTo>
                      <a:pt x="466" y="184"/>
                    </a:lnTo>
                    <a:lnTo>
                      <a:pt x="466" y="207"/>
                    </a:lnTo>
                    <a:lnTo>
                      <a:pt x="464" y="229"/>
                    </a:lnTo>
                    <a:lnTo>
                      <a:pt x="459" y="251"/>
                    </a:lnTo>
                    <a:lnTo>
                      <a:pt x="451" y="272"/>
                    </a:lnTo>
                    <a:lnTo>
                      <a:pt x="442" y="292"/>
                    </a:lnTo>
                    <a:lnTo>
                      <a:pt x="437" y="301"/>
                    </a:lnTo>
                    <a:lnTo>
                      <a:pt x="431" y="310"/>
                    </a:lnTo>
                    <a:lnTo>
                      <a:pt x="426" y="319"/>
                    </a:lnTo>
                    <a:lnTo>
                      <a:pt x="419" y="327"/>
                    </a:lnTo>
                    <a:lnTo>
                      <a:pt x="412" y="335"/>
                    </a:lnTo>
                    <a:lnTo>
                      <a:pt x="405" y="342"/>
                    </a:lnTo>
                    <a:lnTo>
                      <a:pt x="397" y="349"/>
                    </a:lnTo>
                    <a:lnTo>
                      <a:pt x="389" y="355"/>
                    </a:lnTo>
                    <a:lnTo>
                      <a:pt x="380" y="361"/>
                    </a:lnTo>
                    <a:lnTo>
                      <a:pt x="371" y="366"/>
                    </a:lnTo>
                    <a:lnTo>
                      <a:pt x="362" y="370"/>
                    </a:lnTo>
                    <a:lnTo>
                      <a:pt x="352" y="374"/>
                    </a:lnTo>
                    <a:lnTo>
                      <a:pt x="342" y="377"/>
                    </a:lnTo>
                    <a:lnTo>
                      <a:pt x="331" y="380"/>
                    </a:lnTo>
                    <a:lnTo>
                      <a:pt x="321" y="381"/>
                    </a:lnTo>
                    <a:lnTo>
                      <a:pt x="310" y="382"/>
                    </a:lnTo>
                    <a:lnTo>
                      <a:pt x="299" y="382"/>
                    </a:lnTo>
                    <a:lnTo>
                      <a:pt x="286" y="381"/>
                    </a:lnTo>
                    <a:lnTo>
                      <a:pt x="274" y="378"/>
                    </a:lnTo>
                    <a:lnTo>
                      <a:pt x="263" y="373"/>
                    </a:lnTo>
                    <a:lnTo>
                      <a:pt x="250" y="368"/>
                    </a:lnTo>
                    <a:lnTo>
                      <a:pt x="236" y="362"/>
                    </a:lnTo>
                    <a:lnTo>
                      <a:pt x="224" y="354"/>
                    </a:lnTo>
                    <a:lnTo>
                      <a:pt x="211" y="346"/>
                    </a:lnTo>
                    <a:lnTo>
                      <a:pt x="186" y="328"/>
                    </a:lnTo>
                    <a:lnTo>
                      <a:pt x="160" y="307"/>
                    </a:lnTo>
                    <a:lnTo>
                      <a:pt x="136" y="284"/>
                    </a:lnTo>
                    <a:lnTo>
                      <a:pt x="113" y="261"/>
                    </a:lnTo>
                    <a:lnTo>
                      <a:pt x="90" y="238"/>
                    </a:lnTo>
                    <a:lnTo>
                      <a:pt x="70" y="215"/>
                    </a:lnTo>
                    <a:lnTo>
                      <a:pt x="53" y="194"/>
                    </a:lnTo>
                    <a:lnTo>
                      <a:pt x="36" y="175"/>
                    </a:lnTo>
                    <a:lnTo>
                      <a:pt x="14" y="147"/>
                    </a:lnTo>
                    <a:lnTo>
                      <a:pt x="6" y="136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6" name="Freeform 57">
                <a:extLst>
                  <a:ext uri="{FF2B5EF4-FFF2-40B4-BE49-F238E27FC236}">
                    <a16:creationId xmlns:a16="http://schemas.microsoft.com/office/drawing/2014/main" id="{72CDB88B-2489-4E14-AA09-095A0CA0F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0713" y="833438"/>
                <a:ext cx="120650" cy="139700"/>
              </a:xfrm>
              <a:custGeom>
                <a:avLst/>
                <a:gdLst>
                  <a:gd name="T0" fmla="*/ 339 w 379"/>
                  <a:gd name="T1" fmla="*/ 224 h 350"/>
                  <a:gd name="T2" fmla="*/ 362 w 379"/>
                  <a:gd name="T3" fmla="*/ 192 h 350"/>
                  <a:gd name="T4" fmla="*/ 374 w 379"/>
                  <a:gd name="T5" fmla="*/ 165 h 350"/>
                  <a:gd name="T6" fmla="*/ 379 w 379"/>
                  <a:gd name="T7" fmla="*/ 148 h 350"/>
                  <a:gd name="T8" fmla="*/ 378 w 379"/>
                  <a:gd name="T9" fmla="*/ 133 h 350"/>
                  <a:gd name="T10" fmla="*/ 373 w 379"/>
                  <a:gd name="T11" fmla="*/ 121 h 350"/>
                  <a:gd name="T12" fmla="*/ 357 w 379"/>
                  <a:gd name="T13" fmla="*/ 112 h 350"/>
                  <a:gd name="T14" fmla="*/ 339 w 379"/>
                  <a:gd name="T15" fmla="*/ 109 h 350"/>
                  <a:gd name="T16" fmla="*/ 324 w 379"/>
                  <a:gd name="T17" fmla="*/ 113 h 350"/>
                  <a:gd name="T18" fmla="*/ 313 w 379"/>
                  <a:gd name="T19" fmla="*/ 123 h 350"/>
                  <a:gd name="T20" fmla="*/ 302 w 379"/>
                  <a:gd name="T21" fmla="*/ 141 h 350"/>
                  <a:gd name="T22" fmla="*/ 294 w 379"/>
                  <a:gd name="T23" fmla="*/ 162 h 350"/>
                  <a:gd name="T24" fmla="*/ 291 w 379"/>
                  <a:gd name="T25" fmla="*/ 158 h 350"/>
                  <a:gd name="T26" fmla="*/ 279 w 379"/>
                  <a:gd name="T27" fmla="*/ 141 h 350"/>
                  <a:gd name="T28" fmla="*/ 260 w 379"/>
                  <a:gd name="T29" fmla="*/ 125 h 350"/>
                  <a:gd name="T30" fmla="*/ 233 w 379"/>
                  <a:gd name="T31" fmla="*/ 110 h 350"/>
                  <a:gd name="T32" fmla="*/ 187 w 379"/>
                  <a:gd name="T33" fmla="*/ 90 h 350"/>
                  <a:gd name="T34" fmla="*/ 125 w 379"/>
                  <a:gd name="T35" fmla="*/ 69 h 350"/>
                  <a:gd name="T36" fmla="*/ 83 w 379"/>
                  <a:gd name="T37" fmla="*/ 59 h 350"/>
                  <a:gd name="T38" fmla="*/ 62 w 379"/>
                  <a:gd name="T39" fmla="*/ 50 h 350"/>
                  <a:gd name="T40" fmla="*/ 46 w 379"/>
                  <a:gd name="T41" fmla="*/ 41 h 350"/>
                  <a:gd name="T42" fmla="*/ 32 w 379"/>
                  <a:gd name="T43" fmla="*/ 30 h 350"/>
                  <a:gd name="T44" fmla="*/ 13 w 379"/>
                  <a:gd name="T45" fmla="*/ 8 h 350"/>
                  <a:gd name="T46" fmla="*/ 5 w 379"/>
                  <a:gd name="T47" fmla="*/ 9 h 350"/>
                  <a:gd name="T48" fmla="*/ 0 w 379"/>
                  <a:gd name="T49" fmla="*/ 30 h 350"/>
                  <a:gd name="T50" fmla="*/ 0 w 379"/>
                  <a:gd name="T51" fmla="*/ 55 h 350"/>
                  <a:gd name="T52" fmla="*/ 3 w 379"/>
                  <a:gd name="T53" fmla="*/ 82 h 350"/>
                  <a:gd name="T54" fmla="*/ 12 w 379"/>
                  <a:gd name="T55" fmla="*/ 129 h 350"/>
                  <a:gd name="T56" fmla="*/ 28 w 379"/>
                  <a:gd name="T57" fmla="*/ 199 h 350"/>
                  <a:gd name="T58" fmla="*/ 40 w 379"/>
                  <a:gd name="T59" fmla="*/ 255 h 350"/>
                  <a:gd name="T60" fmla="*/ 51 w 379"/>
                  <a:gd name="T61" fmla="*/ 287 h 350"/>
                  <a:gd name="T62" fmla="*/ 66 w 379"/>
                  <a:gd name="T63" fmla="*/ 312 h 350"/>
                  <a:gd name="T64" fmla="*/ 82 w 379"/>
                  <a:gd name="T65" fmla="*/ 331 h 350"/>
                  <a:gd name="T66" fmla="*/ 100 w 379"/>
                  <a:gd name="T67" fmla="*/ 342 h 350"/>
                  <a:gd name="T68" fmla="*/ 126 w 379"/>
                  <a:gd name="T69" fmla="*/ 348 h 350"/>
                  <a:gd name="T70" fmla="*/ 150 w 379"/>
                  <a:gd name="T71" fmla="*/ 350 h 350"/>
                  <a:gd name="T72" fmla="*/ 167 w 379"/>
                  <a:gd name="T73" fmla="*/ 349 h 350"/>
                  <a:gd name="T74" fmla="*/ 186 w 379"/>
                  <a:gd name="T75" fmla="*/ 345 h 350"/>
                  <a:gd name="T76" fmla="*/ 206 w 379"/>
                  <a:gd name="T77" fmla="*/ 338 h 350"/>
                  <a:gd name="T78" fmla="*/ 230 w 379"/>
                  <a:gd name="T79" fmla="*/ 325 h 350"/>
                  <a:gd name="T80" fmla="*/ 256 w 379"/>
                  <a:gd name="T81" fmla="*/ 307 h 350"/>
                  <a:gd name="T82" fmla="*/ 291 w 379"/>
                  <a:gd name="T83" fmla="*/ 280 h 350"/>
                  <a:gd name="T84" fmla="*/ 316 w 379"/>
                  <a:gd name="T85" fmla="*/ 255 h 350"/>
                  <a:gd name="T86" fmla="*/ 324 w 379"/>
                  <a:gd name="T87" fmla="*/ 24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79" h="350">
                    <a:moveTo>
                      <a:pt x="329" y="235"/>
                    </a:moveTo>
                    <a:lnTo>
                      <a:pt x="339" y="224"/>
                    </a:lnTo>
                    <a:lnTo>
                      <a:pt x="352" y="209"/>
                    </a:lnTo>
                    <a:lnTo>
                      <a:pt x="362" y="192"/>
                    </a:lnTo>
                    <a:lnTo>
                      <a:pt x="372" y="174"/>
                    </a:lnTo>
                    <a:lnTo>
                      <a:pt x="374" y="165"/>
                    </a:lnTo>
                    <a:lnTo>
                      <a:pt x="377" y="157"/>
                    </a:lnTo>
                    <a:lnTo>
                      <a:pt x="379" y="148"/>
                    </a:lnTo>
                    <a:lnTo>
                      <a:pt x="379" y="140"/>
                    </a:lnTo>
                    <a:lnTo>
                      <a:pt x="378" y="133"/>
                    </a:lnTo>
                    <a:lnTo>
                      <a:pt x="377" y="127"/>
                    </a:lnTo>
                    <a:lnTo>
                      <a:pt x="373" y="121"/>
                    </a:lnTo>
                    <a:lnTo>
                      <a:pt x="367" y="117"/>
                    </a:lnTo>
                    <a:lnTo>
                      <a:pt x="357" y="112"/>
                    </a:lnTo>
                    <a:lnTo>
                      <a:pt x="347" y="109"/>
                    </a:lnTo>
                    <a:lnTo>
                      <a:pt x="339" y="109"/>
                    </a:lnTo>
                    <a:lnTo>
                      <a:pt x="331" y="110"/>
                    </a:lnTo>
                    <a:lnTo>
                      <a:pt x="324" y="113"/>
                    </a:lnTo>
                    <a:lnTo>
                      <a:pt x="318" y="117"/>
                    </a:lnTo>
                    <a:lnTo>
                      <a:pt x="313" y="123"/>
                    </a:lnTo>
                    <a:lnTo>
                      <a:pt x="308" y="129"/>
                    </a:lnTo>
                    <a:lnTo>
                      <a:pt x="302" y="141"/>
                    </a:lnTo>
                    <a:lnTo>
                      <a:pt x="297" y="154"/>
                    </a:lnTo>
                    <a:lnTo>
                      <a:pt x="294" y="162"/>
                    </a:lnTo>
                    <a:lnTo>
                      <a:pt x="294" y="166"/>
                    </a:lnTo>
                    <a:lnTo>
                      <a:pt x="291" y="158"/>
                    </a:lnTo>
                    <a:lnTo>
                      <a:pt x="286" y="149"/>
                    </a:lnTo>
                    <a:lnTo>
                      <a:pt x="279" y="141"/>
                    </a:lnTo>
                    <a:lnTo>
                      <a:pt x="269" y="133"/>
                    </a:lnTo>
                    <a:lnTo>
                      <a:pt x="260" y="125"/>
                    </a:lnTo>
                    <a:lnTo>
                      <a:pt x="247" y="118"/>
                    </a:lnTo>
                    <a:lnTo>
                      <a:pt x="233" y="110"/>
                    </a:lnTo>
                    <a:lnTo>
                      <a:pt x="218" y="103"/>
                    </a:lnTo>
                    <a:lnTo>
                      <a:pt x="187" y="90"/>
                    </a:lnTo>
                    <a:lnTo>
                      <a:pt x="155" y="79"/>
                    </a:lnTo>
                    <a:lnTo>
                      <a:pt x="125" y="69"/>
                    </a:lnTo>
                    <a:lnTo>
                      <a:pt x="96" y="62"/>
                    </a:lnTo>
                    <a:lnTo>
                      <a:pt x="83" y="59"/>
                    </a:lnTo>
                    <a:lnTo>
                      <a:pt x="72" y="55"/>
                    </a:lnTo>
                    <a:lnTo>
                      <a:pt x="62" y="50"/>
                    </a:lnTo>
                    <a:lnTo>
                      <a:pt x="53" y="46"/>
                    </a:lnTo>
                    <a:lnTo>
                      <a:pt x="46" y="41"/>
                    </a:lnTo>
                    <a:lnTo>
                      <a:pt x="38" y="35"/>
                    </a:lnTo>
                    <a:lnTo>
                      <a:pt x="32" y="30"/>
                    </a:lnTo>
                    <a:lnTo>
                      <a:pt x="27" y="25"/>
                    </a:lnTo>
                    <a:lnTo>
                      <a:pt x="13" y="8"/>
                    </a:lnTo>
                    <a:lnTo>
                      <a:pt x="10" y="0"/>
                    </a:lnTo>
                    <a:lnTo>
                      <a:pt x="5" y="9"/>
                    </a:lnTo>
                    <a:lnTo>
                      <a:pt x="2" y="19"/>
                    </a:lnTo>
                    <a:lnTo>
                      <a:pt x="0" y="30"/>
                    </a:lnTo>
                    <a:lnTo>
                      <a:pt x="0" y="42"/>
                    </a:lnTo>
                    <a:lnTo>
                      <a:pt x="0" y="55"/>
                    </a:lnTo>
                    <a:lnTo>
                      <a:pt x="1" y="68"/>
                    </a:lnTo>
                    <a:lnTo>
                      <a:pt x="3" y="82"/>
                    </a:lnTo>
                    <a:lnTo>
                      <a:pt x="6" y="97"/>
                    </a:lnTo>
                    <a:lnTo>
                      <a:pt x="12" y="129"/>
                    </a:lnTo>
                    <a:lnTo>
                      <a:pt x="20" y="163"/>
                    </a:lnTo>
                    <a:lnTo>
                      <a:pt x="28" y="199"/>
                    </a:lnTo>
                    <a:lnTo>
                      <a:pt x="36" y="236"/>
                    </a:lnTo>
                    <a:lnTo>
                      <a:pt x="40" y="255"/>
                    </a:lnTo>
                    <a:lnTo>
                      <a:pt x="45" y="272"/>
                    </a:lnTo>
                    <a:lnTo>
                      <a:pt x="51" y="287"/>
                    </a:lnTo>
                    <a:lnTo>
                      <a:pt x="58" y="301"/>
                    </a:lnTo>
                    <a:lnTo>
                      <a:pt x="66" y="312"/>
                    </a:lnTo>
                    <a:lnTo>
                      <a:pt x="73" y="323"/>
                    </a:lnTo>
                    <a:lnTo>
                      <a:pt x="82" y="331"/>
                    </a:lnTo>
                    <a:lnTo>
                      <a:pt x="90" y="339"/>
                    </a:lnTo>
                    <a:lnTo>
                      <a:pt x="100" y="342"/>
                    </a:lnTo>
                    <a:lnTo>
                      <a:pt x="112" y="346"/>
                    </a:lnTo>
                    <a:lnTo>
                      <a:pt x="126" y="348"/>
                    </a:lnTo>
                    <a:lnTo>
                      <a:pt x="141" y="350"/>
                    </a:lnTo>
                    <a:lnTo>
                      <a:pt x="150" y="350"/>
                    </a:lnTo>
                    <a:lnTo>
                      <a:pt x="158" y="350"/>
                    </a:lnTo>
                    <a:lnTo>
                      <a:pt x="167" y="349"/>
                    </a:lnTo>
                    <a:lnTo>
                      <a:pt x="176" y="347"/>
                    </a:lnTo>
                    <a:lnTo>
                      <a:pt x="186" y="345"/>
                    </a:lnTo>
                    <a:lnTo>
                      <a:pt x="196" y="342"/>
                    </a:lnTo>
                    <a:lnTo>
                      <a:pt x="206" y="338"/>
                    </a:lnTo>
                    <a:lnTo>
                      <a:pt x="216" y="333"/>
                    </a:lnTo>
                    <a:lnTo>
                      <a:pt x="230" y="325"/>
                    </a:lnTo>
                    <a:lnTo>
                      <a:pt x="243" y="316"/>
                    </a:lnTo>
                    <a:lnTo>
                      <a:pt x="256" y="307"/>
                    </a:lnTo>
                    <a:lnTo>
                      <a:pt x="268" y="298"/>
                    </a:lnTo>
                    <a:lnTo>
                      <a:pt x="291" y="280"/>
                    </a:lnTo>
                    <a:lnTo>
                      <a:pt x="312" y="264"/>
                    </a:lnTo>
                    <a:lnTo>
                      <a:pt x="316" y="255"/>
                    </a:lnTo>
                    <a:lnTo>
                      <a:pt x="321" y="247"/>
                    </a:lnTo>
                    <a:lnTo>
                      <a:pt x="324" y="240"/>
                    </a:lnTo>
                    <a:lnTo>
                      <a:pt x="329" y="235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7" name="Freeform 58">
                <a:extLst>
                  <a:ext uri="{FF2B5EF4-FFF2-40B4-BE49-F238E27FC236}">
                    <a16:creationId xmlns:a16="http://schemas.microsoft.com/office/drawing/2014/main" id="{A28FEC26-F4B4-4B5E-AF0A-B09ED8B8F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3901" y="774700"/>
                <a:ext cx="120650" cy="203200"/>
              </a:xfrm>
              <a:custGeom>
                <a:avLst/>
                <a:gdLst>
                  <a:gd name="T0" fmla="*/ 7 w 378"/>
                  <a:gd name="T1" fmla="*/ 67 h 510"/>
                  <a:gd name="T2" fmla="*/ 39 w 378"/>
                  <a:gd name="T3" fmla="*/ 35 h 510"/>
                  <a:gd name="T4" fmla="*/ 67 w 378"/>
                  <a:gd name="T5" fmla="*/ 19 h 510"/>
                  <a:gd name="T6" fmla="*/ 88 w 378"/>
                  <a:gd name="T7" fmla="*/ 10 h 510"/>
                  <a:gd name="T8" fmla="*/ 113 w 378"/>
                  <a:gd name="T9" fmla="*/ 4 h 510"/>
                  <a:gd name="T10" fmla="*/ 139 w 378"/>
                  <a:gd name="T11" fmla="*/ 0 h 510"/>
                  <a:gd name="T12" fmla="*/ 167 w 378"/>
                  <a:gd name="T13" fmla="*/ 1 h 510"/>
                  <a:gd name="T14" fmla="*/ 193 w 378"/>
                  <a:gd name="T15" fmla="*/ 5 h 510"/>
                  <a:gd name="T16" fmla="*/ 217 w 378"/>
                  <a:gd name="T17" fmla="*/ 14 h 510"/>
                  <a:gd name="T18" fmla="*/ 237 w 378"/>
                  <a:gd name="T19" fmla="*/ 29 h 510"/>
                  <a:gd name="T20" fmla="*/ 253 w 378"/>
                  <a:gd name="T21" fmla="*/ 50 h 510"/>
                  <a:gd name="T22" fmla="*/ 262 w 378"/>
                  <a:gd name="T23" fmla="*/ 77 h 510"/>
                  <a:gd name="T24" fmla="*/ 265 w 378"/>
                  <a:gd name="T25" fmla="*/ 133 h 510"/>
                  <a:gd name="T26" fmla="*/ 272 w 378"/>
                  <a:gd name="T27" fmla="*/ 208 h 510"/>
                  <a:gd name="T28" fmla="*/ 279 w 378"/>
                  <a:gd name="T29" fmla="*/ 263 h 510"/>
                  <a:gd name="T30" fmla="*/ 290 w 378"/>
                  <a:gd name="T31" fmla="*/ 317 h 510"/>
                  <a:gd name="T32" fmla="*/ 307 w 378"/>
                  <a:gd name="T33" fmla="*/ 367 h 510"/>
                  <a:gd name="T34" fmla="*/ 323 w 378"/>
                  <a:gd name="T35" fmla="*/ 399 h 510"/>
                  <a:gd name="T36" fmla="*/ 337 w 378"/>
                  <a:gd name="T37" fmla="*/ 417 h 510"/>
                  <a:gd name="T38" fmla="*/ 352 w 378"/>
                  <a:gd name="T39" fmla="*/ 432 h 510"/>
                  <a:gd name="T40" fmla="*/ 369 w 378"/>
                  <a:gd name="T41" fmla="*/ 444 h 510"/>
                  <a:gd name="T42" fmla="*/ 367 w 378"/>
                  <a:gd name="T43" fmla="*/ 446 h 510"/>
                  <a:gd name="T44" fmla="*/ 322 w 378"/>
                  <a:gd name="T45" fmla="*/ 433 h 510"/>
                  <a:gd name="T46" fmla="*/ 298 w 378"/>
                  <a:gd name="T47" fmla="*/ 421 h 510"/>
                  <a:gd name="T48" fmla="*/ 285 w 378"/>
                  <a:gd name="T49" fmla="*/ 410 h 510"/>
                  <a:gd name="T50" fmla="*/ 282 w 378"/>
                  <a:gd name="T51" fmla="*/ 415 h 510"/>
                  <a:gd name="T52" fmla="*/ 292 w 378"/>
                  <a:gd name="T53" fmla="*/ 448 h 510"/>
                  <a:gd name="T54" fmla="*/ 302 w 378"/>
                  <a:gd name="T55" fmla="*/ 465 h 510"/>
                  <a:gd name="T56" fmla="*/ 315 w 378"/>
                  <a:gd name="T57" fmla="*/ 484 h 510"/>
                  <a:gd name="T58" fmla="*/ 334 w 378"/>
                  <a:gd name="T59" fmla="*/ 502 h 510"/>
                  <a:gd name="T60" fmla="*/ 314 w 378"/>
                  <a:gd name="T61" fmla="*/ 494 h 510"/>
                  <a:gd name="T62" fmla="*/ 270 w 378"/>
                  <a:gd name="T63" fmla="*/ 469 h 510"/>
                  <a:gd name="T64" fmla="*/ 244 w 378"/>
                  <a:gd name="T65" fmla="*/ 450 h 510"/>
                  <a:gd name="T66" fmla="*/ 220 w 378"/>
                  <a:gd name="T67" fmla="*/ 430 h 510"/>
                  <a:gd name="T68" fmla="*/ 199 w 378"/>
                  <a:gd name="T69" fmla="*/ 408 h 510"/>
                  <a:gd name="T70" fmla="*/ 183 w 378"/>
                  <a:gd name="T71" fmla="*/ 383 h 510"/>
                  <a:gd name="T72" fmla="*/ 170 w 378"/>
                  <a:gd name="T73" fmla="*/ 355 h 510"/>
                  <a:gd name="T74" fmla="*/ 162 w 378"/>
                  <a:gd name="T75" fmla="*/ 316 h 510"/>
                  <a:gd name="T76" fmla="*/ 158 w 378"/>
                  <a:gd name="T77" fmla="*/ 266 h 510"/>
                  <a:gd name="T78" fmla="*/ 162 w 378"/>
                  <a:gd name="T79" fmla="*/ 227 h 510"/>
                  <a:gd name="T80" fmla="*/ 163 w 378"/>
                  <a:gd name="T81" fmla="*/ 199 h 510"/>
                  <a:gd name="T82" fmla="*/ 162 w 378"/>
                  <a:gd name="T83" fmla="*/ 171 h 510"/>
                  <a:gd name="T84" fmla="*/ 155 w 378"/>
                  <a:gd name="T85" fmla="*/ 151 h 510"/>
                  <a:gd name="T86" fmla="*/ 149 w 378"/>
                  <a:gd name="T87" fmla="*/ 138 h 510"/>
                  <a:gd name="T88" fmla="*/ 139 w 378"/>
                  <a:gd name="T89" fmla="*/ 126 h 510"/>
                  <a:gd name="T90" fmla="*/ 125 w 378"/>
                  <a:gd name="T91" fmla="*/ 116 h 510"/>
                  <a:gd name="T92" fmla="*/ 114 w 378"/>
                  <a:gd name="T93" fmla="*/ 112 h 510"/>
                  <a:gd name="T94" fmla="*/ 105 w 378"/>
                  <a:gd name="T95" fmla="*/ 111 h 510"/>
                  <a:gd name="T96" fmla="*/ 98 w 378"/>
                  <a:gd name="T97" fmla="*/ 113 h 510"/>
                  <a:gd name="T98" fmla="*/ 90 w 378"/>
                  <a:gd name="T99" fmla="*/ 118 h 510"/>
                  <a:gd name="T100" fmla="*/ 80 w 378"/>
                  <a:gd name="T101" fmla="*/ 127 h 510"/>
                  <a:gd name="T102" fmla="*/ 68 w 378"/>
                  <a:gd name="T103" fmla="*/ 134 h 510"/>
                  <a:gd name="T104" fmla="*/ 54 w 378"/>
                  <a:gd name="T105" fmla="*/ 134 h 510"/>
                  <a:gd name="T106" fmla="*/ 40 w 378"/>
                  <a:gd name="T107" fmla="*/ 129 h 510"/>
                  <a:gd name="T108" fmla="*/ 23 w 378"/>
                  <a:gd name="T109" fmla="*/ 118 h 510"/>
                  <a:gd name="T110" fmla="*/ 7 w 378"/>
                  <a:gd name="T111" fmla="*/ 104 h 510"/>
                  <a:gd name="T112" fmla="*/ 0 w 378"/>
                  <a:gd name="T113" fmla="*/ 75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78" h="510">
                    <a:moveTo>
                      <a:pt x="0" y="75"/>
                    </a:moveTo>
                    <a:lnTo>
                      <a:pt x="7" y="67"/>
                    </a:lnTo>
                    <a:lnTo>
                      <a:pt x="25" y="47"/>
                    </a:lnTo>
                    <a:lnTo>
                      <a:pt x="39" y="35"/>
                    </a:lnTo>
                    <a:lnTo>
                      <a:pt x="57" y="24"/>
                    </a:lnTo>
                    <a:lnTo>
                      <a:pt x="67" y="19"/>
                    </a:lnTo>
                    <a:lnTo>
                      <a:pt x="77" y="14"/>
                    </a:lnTo>
                    <a:lnTo>
                      <a:pt x="88" y="10"/>
                    </a:lnTo>
                    <a:lnTo>
                      <a:pt x="100" y="6"/>
                    </a:lnTo>
                    <a:lnTo>
                      <a:pt x="113" y="4"/>
                    </a:lnTo>
                    <a:lnTo>
                      <a:pt x="127" y="2"/>
                    </a:lnTo>
                    <a:lnTo>
                      <a:pt x="139" y="0"/>
                    </a:lnTo>
                    <a:lnTo>
                      <a:pt x="153" y="0"/>
                    </a:lnTo>
                    <a:lnTo>
                      <a:pt x="167" y="1"/>
                    </a:lnTo>
                    <a:lnTo>
                      <a:pt x="180" y="2"/>
                    </a:lnTo>
                    <a:lnTo>
                      <a:pt x="193" y="5"/>
                    </a:lnTo>
                    <a:lnTo>
                      <a:pt x="205" y="9"/>
                    </a:lnTo>
                    <a:lnTo>
                      <a:pt x="217" y="14"/>
                    </a:lnTo>
                    <a:lnTo>
                      <a:pt x="228" y="21"/>
                    </a:lnTo>
                    <a:lnTo>
                      <a:pt x="237" y="29"/>
                    </a:lnTo>
                    <a:lnTo>
                      <a:pt x="245" y="39"/>
                    </a:lnTo>
                    <a:lnTo>
                      <a:pt x="253" y="50"/>
                    </a:lnTo>
                    <a:lnTo>
                      <a:pt x="258" y="62"/>
                    </a:lnTo>
                    <a:lnTo>
                      <a:pt x="262" y="77"/>
                    </a:lnTo>
                    <a:lnTo>
                      <a:pt x="264" y="93"/>
                    </a:lnTo>
                    <a:lnTo>
                      <a:pt x="265" y="133"/>
                    </a:lnTo>
                    <a:lnTo>
                      <a:pt x="269" y="182"/>
                    </a:lnTo>
                    <a:lnTo>
                      <a:pt x="272" y="208"/>
                    </a:lnTo>
                    <a:lnTo>
                      <a:pt x="274" y="235"/>
                    </a:lnTo>
                    <a:lnTo>
                      <a:pt x="279" y="263"/>
                    </a:lnTo>
                    <a:lnTo>
                      <a:pt x="284" y="290"/>
                    </a:lnTo>
                    <a:lnTo>
                      <a:pt x="290" y="317"/>
                    </a:lnTo>
                    <a:lnTo>
                      <a:pt x="298" y="343"/>
                    </a:lnTo>
                    <a:lnTo>
                      <a:pt x="307" y="367"/>
                    </a:lnTo>
                    <a:lnTo>
                      <a:pt x="317" y="389"/>
                    </a:lnTo>
                    <a:lnTo>
                      <a:pt x="323" y="399"/>
                    </a:lnTo>
                    <a:lnTo>
                      <a:pt x="329" y="408"/>
                    </a:lnTo>
                    <a:lnTo>
                      <a:pt x="337" y="417"/>
                    </a:lnTo>
                    <a:lnTo>
                      <a:pt x="344" y="425"/>
                    </a:lnTo>
                    <a:lnTo>
                      <a:pt x="352" y="432"/>
                    </a:lnTo>
                    <a:lnTo>
                      <a:pt x="359" y="438"/>
                    </a:lnTo>
                    <a:lnTo>
                      <a:pt x="369" y="444"/>
                    </a:lnTo>
                    <a:lnTo>
                      <a:pt x="378" y="448"/>
                    </a:lnTo>
                    <a:lnTo>
                      <a:pt x="367" y="446"/>
                    </a:lnTo>
                    <a:lnTo>
                      <a:pt x="338" y="439"/>
                    </a:lnTo>
                    <a:lnTo>
                      <a:pt x="322" y="433"/>
                    </a:lnTo>
                    <a:lnTo>
                      <a:pt x="305" y="425"/>
                    </a:lnTo>
                    <a:lnTo>
                      <a:pt x="298" y="421"/>
                    </a:lnTo>
                    <a:lnTo>
                      <a:pt x="290" y="416"/>
                    </a:lnTo>
                    <a:lnTo>
                      <a:pt x="285" y="410"/>
                    </a:lnTo>
                    <a:lnTo>
                      <a:pt x="280" y="405"/>
                    </a:lnTo>
                    <a:lnTo>
                      <a:pt x="282" y="415"/>
                    </a:lnTo>
                    <a:lnTo>
                      <a:pt x="289" y="440"/>
                    </a:lnTo>
                    <a:lnTo>
                      <a:pt x="292" y="448"/>
                    </a:lnTo>
                    <a:lnTo>
                      <a:pt x="297" y="457"/>
                    </a:lnTo>
                    <a:lnTo>
                      <a:pt x="302" y="465"/>
                    </a:lnTo>
                    <a:lnTo>
                      <a:pt x="308" y="474"/>
                    </a:lnTo>
                    <a:lnTo>
                      <a:pt x="315" y="484"/>
                    </a:lnTo>
                    <a:lnTo>
                      <a:pt x="324" y="493"/>
                    </a:lnTo>
                    <a:lnTo>
                      <a:pt x="334" y="502"/>
                    </a:lnTo>
                    <a:lnTo>
                      <a:pt x="345" y="510"/>
                    </a:lnTo>
                    <a:lnTo>
                      <a:pt x="314" y="494"/>
                    </a:lnTo>
                    <a:lnTo>
                      <a:pt x="284" y="478"/>
                    </a:lnTo>
                    <a:lnTo>
                      <a:pt x="270" y="469"/>
                    </a:lnTo>
                    <a:lnTo>
                      <a:pt x="257" y="460"/>
                    </a:lnTo>
                    <a:lnTo>
                      <a:pt x="244" y="450"/>
                    </a:lnTo>
                    <a:lnTo>
                      <a:pt x="232" y="440"/>
                    </a:lnTo>
                    <a:lnTo>
                      <a:pt x="220" y="430"/>
                    </a:lnTo>
                    <a:lnTo>
                      <a:pt x="209" y="419"/>
                    </a:lnTo>
                    <a:lnTo>
                      <a:pt x="199" y="408"/>
                    </a:lnTo>
                    <a:lnTo>
                      <a:pt x="190" y="395"/>
                    </a:lnTo>
                    <a:lnTo>
                      <a:pt x="183" y="383"/>
                    </a:lnTo>
                    <a:lnTo>
                      <a:pt x="175" y="369"/>
                    </a:lnTo>
                    <a:lnTo>
                      <a:pt x="170" y="355"/>
                    </a:lnTo>
                    <a:lnTo>
                      <a:pt x="167" y="340"/>
                    </a:lnTo>
                    <a:lnTo>
                      <a:pt x="162" y="316"/>
                    </a:lnTo>
                    <a:lnTo>
                      <a:pt x="158" y="291"/>
                    </a:lnTo>
                    <a:lnTo>
                      <a:pt x="158" y="266"/>
                    </a:lnTo>
                    <a:lnTo>
                      <a:pt x="159" y="241"/>
                    </a:lnTo>
                    <a:lnTo>
                      <a:pt x="162" y="227"/>
                    </a:lnTo>
                    <a:lnTo>
                      <a:pt x="163" y="213"/>
                    </a:lnTo>
                    <a:lnTo>
                      <a:pt x="163" y="199"/>
                    </a:lnTo>
                    <a:lnTo>
                      <a:pt x="163" y="185"/>
                    </a:lnTo>
                    <a:lnTo>
                      <a:pt x="162" y="171"/>
                    </a:lnTo>
                    <a:lnTo>
                      <a:pt x="158" y="157"/>
                    </a:lnTo>
                    <a:lnTo>
                      <a:pt x="155" y="151"/>
                    </a:lnTo>
                    <a:lnTo>
                      <a:pt x="153" y="144"/>
                    </a:lnTo>
                    <a:lnTo>
                      <a:pt x="149" y="138"/>
                    </a:lnTo>
                    <a:lnTo>
                      <a:pt x="144" y="132"/>
                    </a:lnTo>
                    <a:lnTo>
                      <a:pt x="139" y="126"/>
                    </a:lnTo>
                    <a:lnTo>
                      <a:pt x="133" y="121"/>
                    </a:lnTo>
                    <a:lnTo>
                      <a:pt x="125" y="116"/>
                    </a:lnTo>
                    <a:lnTo>
                      <a:pt x="118" y="113"/>
                    </a:lnTo>
                    <a:lnTo>
                      <a:pt x="114" y="112"/>
                    </a:lnTo>
                    <a:lnTo>
                      <a:pt x="109" y="111"/>
                    </a:lnTo>
                    <a:lnTo>
                      <a:pt x="105" y="111"/>
                    </a:lnTo>
                    <a:lnTo>
                      <a:pt x="102" y="112"/>
                    </a:lnTo>
                    <a:lnTo>
                      <a:pt x="98" y="113"/>
                    </a:lnTo>
                    <a:lnTo>
                      <a:pt x="94" y="115"/>
                    </a:lnTo>
                    <a:lnTo>
                      <a:pt x="90" y="118"/>
                    </a:lnTo>
                    <a:lnTo>
                      <a:pt x="87" y="121"/>
                    </a:lnTo>
                    <a:lnTo>
                      <a:pt x="80" y="127"/>
                    </a:lnTo>
                    <a:lnTo>
                      <a:pt x="74" y="132"/>
                    </a:lnTo>
                    <a:lnTo>
                      <a:pt x="68" y="134"/>
                    </a:lnTo>
                    <a:lnTo>
                      <a:pt x="60" y="135"/>
                    </a:lnTo>
                    <a:lnTo>
                      <a:pt x="54" y="134"/>
                    </a:lnTo>
                    <a:lnTo>
                      <a:pt x="47" y="132"/>
                    </a:lnTo>
                    <a:lnTo>
                      <a:pt x="40" y="129"/>
                    </a:lnTo>
                    <a:lnTo>
                      <a:pt x="34" y="126"/>
                    </a:lnTo>
                    <a:lnTo>
                      <a:pt x="23" y="118"/>
                    </a:lnTo>
                    <a:lnTo>
                      <a:pt x="13" y="110"/>
                    </a:lnTo>
                    <a:lnTo>
                      <a:pt x="7" y="104"/>
                    </a:lnTo>
                    <a:lnTo>
                      <a:pt x="5" y="101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8" name="Freeform 59">
                <a:extLst>
                  <a:ext uri="{FF2B5EF4-FFF2-40B4-BE49-F238E27FC236}">
                    <a16:creationId xmlns:a16="http://schemas.microsoft.com/office/drawing/2014/main" id="{1A1A3D7E-1A3C-4505-ADB3-CCF618BC1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513" y="2693988"/>
                <a:ext cx="144463" cy="69850"/>
              </a:xfrm>
              <a:custGeom>
                <a:avLst/>
                <a:gdLst>
                  <a:gd name="T0" fmla="*/ 187 w 453"/>
                  <a:gd name="T1" fmla="*/ 27 h 174"/>
                  <a:gd name="T2" fmla="*/ 142 w 453"/>
                  <a:gd name="T3" fmla="*/ 45 h 174"/>
                  <a:gd name="T4" fmla="*/ 100 w 453"/>
                  <a:gd name="T5" fmla="*/ 61 h 174"/>
                  <a:gd name="T6" fmla="*/ 68 w 453"/>
                  <a:gd name="T7" fmla="*/ 75 h 174"/>
                  <a:gd name="T8" fmla="*/ 47 w 453"/>
                  <a:gd name="T9" fmla="*/ 87 h 174"/>
                  <a:gd name="T10" fmla="*/ 27 w 453"/>
                  <a:gd name="T11" fmla="*/ 100 h 174"/>
                  <a:gd name="T12" fmla="*/ 8 w 453"/>
                  <a:gd name="T13" fmla="*/ 112 h 174"/>
                  <a:gd name="T14" fmla="*/ 0 w 453"/>
                  <a:gd name="T15" fmla="*/ 121 h 174"/>
                  <a:gd name="T16" fmla="*/ 2 w 453"/>
                  <a:gd name="T17" fmla="*/ 131 h 174"/>
                  <a:gd name="T18" fmla="*/ 12 w 453"/>
                  <a:gd name="T19" fmla="*/ 142 h 174"/>
                  <a:gd name="T20" fmla="*/ 25 w 453"/>
                  <a:gd name="T21" fmla="*/ 151 h 174"/>
                  <a:gd name="T22" fmla="*/ 41 w 453"/>
                  <a:gd name="T23" fmla="*/ 159 h 174"/>
                  <a:gd name="T24" fmla="*/ 68 w 453"/>
                  <a:gd name="T25" fmla="*/ 168 h 174"/>
                  <a:gd name="T26" fmla="*/ 103 w 453"/>
                  <a:gd name="T27" fmla="*/ 174 h 174"/>
                  <a:gd name="T28" fmla="*/ 137 w 453"/>
                  <a:gd name="T29" fmla="*/ 173 h 174"/>
                  <a:gd name="T30" fmla="*/ 175 w 453"/>
                  <a:gd name="T31" fmla="*/ 167 h 174"/>
                  <a:gd name="T32" fmla="*/ 231 w 453"/>
                  <a:gd name="T33" fmla="*/ 157 h 174"/>
                  <a:gd name="T34" fmla="*/ 307 w 453"/>
                  <a:gd name="T35" fmla="*/ 149 h 174"/>
                  <a:gd name="T36" fmla="*/ 376 w 453"/>
                  <a:gd name="T37" fmla="*/ 146 h 174"/>
                  <a:gd name="T38" fmla="*/ 417 w 453"/>
                  <a:gd name="T39" fmla="*/ 140 h 174"/>
                  <a:gd name="T40" fmla="*/ 437 w 453"/>
                  <a:gd name="T41" fmla="*/ 134 h 174"/>
                  <a:gd name="T42" fmla="*/ 443 w 453"/>
                  <a:gd name="T43" fmla="*/ 129 h 174"/>
                  <a:gd name="T44" fmla="*/ 448 w 453"/>
                  <a:gd name="T45" fmla="*/ 117 h 174"/>
                  <a:gd name="T46" fmla="*/ 452 w 453"/>
                  <a:gd name="T47" fmla="*/ 97 h 174"/>
                  <a:gd name="T48" fmla="*/ 452 w 453"/>
                  <a:gd name="T49" fmla="*/ 76 h 174"/>
                  <a:gd name="T50" fmla="*/ 447 w 453"/>
                  <a:gd name="T51" fmla="*/ 59 h 174"/>
                  <a:gd name="T52" fmla="*/ 431 w 453"/>
                  <a:gd name="T53" fmla="*/ 40 h 174"/>
                  <a:gd name="T54" fmla="*/ 404 w 453"/>
                  <a:gd name="T55" fmla="*/ 42 h 174"/>
                  <a:gd name="T56" fmla="*/ 376 w 453"/>
                  <a:gd name="T57" fmla="*/ 50 h 174"/>
                  <a:gd name="T58" fmla="*/ 352 w 453"/>
                  <a:gd name="T59" fmla="*/ 51 h 174"/>
                  <a:gd name="T60" fmla="*/ 331 w 453"/>
                  <a:gd name="T61" fmla="*/ 46 h 174"/>
                  <a:gd name="T62" fmla="*/ 316 w 453"/>
                  <a:gd name="T63" fmla="*/ 43 h 174"/>
                  <a:gd name="T64" fmla="*/ 293 w 453"/>
                  <a:gd name="T65" fmla="*/ 32 h 174"/>
                  <a:gd name="T66" fmla="*/ 268 w 453"/>
                  <a:gd name="T67" fmla="*/ 13 h 174"/>
                  <a:gd name="T68" fmla="*/ 249 w 453"/>
                  <a:gd name="T69" fmla="*/ 2 h 174"/>
                  <a:gd name="T70" fmla="*/ 238 w 453"/>
                  <a:gd name="T71" fmla="*/ 0 h 174"/>
                  <a:gd name="T72" fmla="*/ 233 w 453"/>
                  <a:gd name="T73" fmla="*/ 0 h 174"/>
                  <a:gd name="T74" fmla="*/ 219 w 453"/>
                  <a:gd name="T75" fmla="*/ 8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3" h="174">
                    <a:moveTo>
                      <a:pt x="208" y="15"/>
                    </a:moveTo>
                    <a:lnTo>
                      <a:pt x="187" y="27"/>
                    </a:lnTo>
                    <a:lnTo>
                      <a:pt x="165" y="37"/>
                    </a:lnTo>
                    <a:lnTo>
                      <a:pt x="142" y="45"/>
                    </a:lnTo>
                    <a:lnTo>
                      <a:pt x="121" y="53"/>
                    </a:lnTo>
                    <a:lnTo>
                      <a:pt x="100" y="61"/>
                    </a:lnTo>
                    <a:lnTo>
                      <a:pt x="78" y="70"/>
                    </a:lnTo>
                    <a:lnTo>
                      <a:pt x="68" y="75"/>
                    </a:lnTo>
                    <a:lnTo>
                      <a:pt x="57" y="80"/>
                    </a:lnTo>
                    <a:lnTo>
                      <a:pt x="47" y="87"/>
                    </a:lnTo>
                    <a:lnTo>
                      <a:pt x="37" y="94"/>
                    </a:lnTo>
                    <a:lnTo>
                      <a:pt x="27" y="100"/>
                    </a:lnTo>
                    <a:lnTo>
                      <a:pt x="15" y="108"/>
                    </a:lnTo>
                    <a:lnTo>
                      <a:pt x="8" y="112"/>
                    </a:lnTo>
                    <a:lnTo>
                      <a:pt x="3" y="117"/>
                    </a:lnTo>
                    <a:lnTo>
                      <a:pt x="0" y="121"/>
                    </a:lnTo>
                    <a:lnTo>
                      <a:pt x="0" y="125"/>
                    </a:lnTo>
                    <a:lnTo>
                      <a:pt x="2" y="131"/>
                    </a:lnTo>
                    <a:lnTo>
                      <a:pt x="6" y="137"/>
                    </a:lnTo>
                    <a:lnTo>
                      <a:pt x="12" y="142"/>
                    </a:lnTo>
                    <a:lnTo>
                      <a:pt x="18" y="147"/>
                    </a:lnTo>
                    <a:lnTo>
                      <a:pt x="25" y="151"/>
                    </a:lnTo>
                    <a:lnTo>
                      <a:pt x="33" y="156"/>
                    </a:lnTo>
                    <a:lnTo>
                      <a:pt x="41" y="159"/>
                    </a:lnTo>
                    <a:lnTo>
                      <a:pt x="51" y="163"/>
                    </a:lnTo>
                    <a:lnTo>
                      <a:pt x="68" y="168"/>
                    </a:lnTo>
                    <a:lnTo>
                      <a:pt x="87" y="172"/>
                    </a:lnTo>
                    <a:lnTo>
                      <a:pt x="103" y="174"/>
                    </a:lnTo>
                    <a:lnTo>
                      <a:pt x="117" y="174"/>
                    </a:lnTo>
                    <a:lnTo>
                      <a:pt x="137" y="173"/>
                    </a:lnTo>
                    <a:lnTo>
                      <a:pt x="156" y="170"/>
                    </a:lnTo>
                    <a:lnTo>
                      <a:pt x="175" y="167"/>
                    </a:lnTo>
                    <a:lnTo>
                      <a:pt x="193" y="164"/>
                    </a:lnTo>
                    <a:lnTo>
                      <a:pt x="231" y="157"/>
                    </a:lnTo>
                    <a:lnTo>
                      <a:pt x="269" y="152"/>
                    </a:lnTo>
                    <a:lnTo>
                      <a:pt x="307" y="149"/>
                    </a:lnTo>
                    <a:lnTo>
                      <a:pt x="353" y="147"/>
                    </a:lnTo>
                    <a:lnTo>
                      <a:pt x="376" y="146"/>
                    </a:lnTo>
                    <a:lnTo>
                      <a:pt x="398" y="143"/>
                    </a:lnTo>
                    <a:lnTo>
                      <a:pt x="417" y="140"/>
                    </a:lnTo>
                    <a:lnTo>
                      <a:pt x="433" y="136"/>
                    </a:lnTo>
                    <a:lnTo>
                      <a:pt x="437" y="134"/>
                    </a:lnTo>
                    <a:lnTo>
                      <a:pt x="441" y="132"/>
                    </a:lnTo>
                    <a:lnTo>
                      <a:pt x="443" y="129"/>
                    </a:lnTo>
                    <a:lnTo>
                      <a:pt x="446" y="125"/>
                    </a:lnTo>
                    <a:lnTo>
                      <a:pt x="448" y="117"/>
                    </a:lnTo>
                    <a:lnTo>
                      <a:pt x="451" y="107"/>
                    </a:lnTo>
                    <a:lnTo>
                      <a:pt x="452" y="97"/>
                    </a:lnTo>
                    <a:lnTo>
                      <a:pt x="453" y="87"/>
                    </a:lnTo>
                    <a:lnTo>
                      <a:pt x="452" y="76"/>
                    </a:lnTo>
                    <a:lnTo>
                      <a:pt x="452" y="67"/>
                    </a:lnTo>
                    <a:lnTo>
                      <a:pt x="447" y="59"/>
                    </a:lnTo>
                    <a:lnTo>
                      <a:pt x="439" y="49"/>
                    </a:lnTo>
                    <a:lnTo>
                      <a:pt x="431" y="40"/>
                    </a:lnTo>
                    <a:lnTo>
                      <a:pt x="426" y="35"/>
                    </a:lnTo>
                    <a:lnTo>
                      <a:pt x="404" y="42"/>
                    </a:lnTo>
                    <a:lnTo>
                      <a:pt x="386" y="48"/>
                    </a:lnTo>
                    <a:lnTo>
                      <a:pt x="376" y="50"/>
                    </a:lnTo>
                    <a:lnTo>
                      <a:pt x="364" y="52"/>
                    </a:lnTo>
                    <a:lnTo>
                      <a:pt x="352" y="51"/>
                    </a:lnTo>
                    <a:lnTo>
                      <a:pt x="337" y="49"/>
                    </a:lnTo>
                    <a:lnTo>
                      <a:pt x="331" y="46"/>
                    </a:lnTo>
                    <a:lnTo>
                      <a:pt x="323" y="44"/>
                    </a:lnTo>
                    <a:lnTo>
                      <a:pt x="316" y="43"/>
                    </a:lnTo>
                    <a:lnTo>
                      <a:pt x="307" y="44"/>
                    </a:lnTo>
                    <a:lnTo>
                      <a:pt x="293" y="32"/>
                    </a:lnTo>
                    <a:lnTo>
                      <a:pt x="279" y="21"/>
                    </a:lnTo>
                    <a:lnTo>
                      <a:pt x="268" y="13"/>
                    </a:lnTo>
                    <a:lnTo>
                      <a:pt x="258" y="7"/>
                    </a:lnTo>
                    <a:lnTo>
                      <a:pt x="249" y="2"/>
                    </a:lnTo>
                    <a:lnTo>
                      <a:pt x="242" y="0"/>
                    </a:lnTo>
                    <a:lnTo>
                      <a:pt x="238" y="0"/>
                    </a:lnTo>
                    <a:lnTo>
                      <a:pt x="236" y="0"/>
                    </a:lnTo>
                    <a:lnTo>
                      <a:pt x="233" y="0"/>
                    </a:lnTo>
                    <a:lnTo>
                      <a:pt x="231" y="1"/>
                    </a:lnTo>
                    <a:lnTo>
                      <a:pt x="219" y="8"/>
                    </a:lnTo>
                    <a:lnTo>
                      <a:pt x="208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9" name="Freeform 60">
                <a:extLst>
                  <a:ext uri="{FF2B5EF4-FFF2-40B4-BE49-F238E27FC236}">
                    <a16:creationId xmlns:a16="http://schemas.microsoft.com/office/drawing/2014/main" id="{6AA28E01-A751-4F89-8949-B025217CB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7976" y="2593975"/>
                <a:ext cx="139700" cy="69850"/>
              </a:xfrm>
              <a:custGeom>
                <a:avLst/>
                <a:gdLst>
                  <a:gd name="T0" fmla="*/ 176 w 442"/>
                  <a:gd name="T1" fmla="*/ 28 h 176"/>
                  <a:gd name="T2" fmla="*/ 133 w 442"/>
                  <a:gd name="T3" fmla="*/ 46 h 176"/>
                  <a:gd name="T4" fmla="*/ 89 w 442"/>
                  <a:gd name="T5" fmla="*/ 61 h 176"/>
                  <a:gd name="T6" fmla="*/ 58 w 442"/>
                  <a:gd name="T7" fmla="*/ 75 h 176"/>
                  <a:gd name="T8" fmla="*/ 36 w 442"/>
                  <a:gd name="T9" fmla="*/ 88 h 176"/>
                  <a:gd name="T10" fmla="*/ 19 w 442"/>
                  <a:gd name="T11" fmla="*/ 104 h 176"/>
                  <a:gd name="T12" fmla="*/ 5 w 442"/>
                  <a:gd name="T13" fmla="*/ 126 h 176"/>
                  <a:gd name="T14" fmla="*/ 0 w 442"/>
                  <a:gd name="T15" fmla="*/ 139 h 176"/>
                  <a:gd name="T16" fmla="*/ 3 w 442"/>
                  <a:gd name="T17" fmla="*/ 150 h 176"/>
                  <a:gd name="T18" fmla="*/ 10 w 442"/>
                  <a:gd name="T19" fmla="*/ 159 h 176"/>
                  <a:gd name="T20" fmla="*/ 23 w 442"/>
                  <a:gd name="T21" fmla="*/ 166 h 176"/>
                  <a:gd name="T22" fmla="*/ 38 w 442"/>
                  <a:gd name="T23" fmla="*/ 171 h 176"/>
                  <a:gd name="T24" fmla="*/ 61 w 442"/>
                  <a:gd name="T25" fmla="*/ 175 h 176"/>
                  <a:gd name="T26" fmla="*/ 94 w 442"/>
                  <a:gd name="T27" fmla="*/ 176 h 176"/>
                  <a:gd name="T28" fmla="*/ 126 w 442"/>
                  <a:gd name="T29" fmla="*/ 173 h 176"/>
                  <a:gd name="T30" fmla="*/ 165 w 442"/>
                  <a:gd name="T31" fmla="*/ 168 h 176"/>
                  <a:gd name="T32" fmla="*/ 221 w 442"/>
                  <a:gd name="T33" fmla="*/ 158 h 176"/>
                  <a:gd name="T34" fmla="*/ 297 w 442"/>
                  <a:gd name="T35" fmla="*/ 150 h 176"/>
                  <a:gd name="T36" fmla="*/ 365 w 442"/>
                  <a:gd name="T37" fmla="*/ 146 h 176"/>
                  <a:gd name="T38" fmla="*/ 407 w 442"/>
                  <a:gd name="T39" fmla="*/ 141 h 176"/>
                  <a:gd name="T40" fmla="*/ 426 w 442"/>
                  <a:gd name="T41" fmla="*/ 135 h 176"/>
                  <a:gd name="T42" fmla="*/ 432 w 442"/>
                  <a:gd name="T43" fmla="*/ 129 h 176"/>
                  <a:gd name="T44" fmla="*/ 439 w 442"/>
                  <a:gd name="T45" fmla="*/ 118 h 176"/>
                  <a:gd name="T46" fmla="*/ 442 w 442"/>
                  <a:gd name="T47" fmla="*/ 98 h 176"/>
                  <a:gd name="T48" fmla="*/ 442 w 442"/>
                  <a:gd name="T49" fmla="*/ 77 h 176"/>
                  <a:gd name="T50" fmla="*/ 437 w 442"/>
                  <a:gd name="T51" fmla="*/ 60 h 176"/>
                  <a:gd name="T52" fmla="*/ 420 w 442"/>
                  <a:gd name="T53" fmla="*/ 41 h 176"/>
                  <a:gd name="T54" fmla="*/ 394 w 442"/>
                  <a:gd name="T55" fmla="*/ 42 h 176"/>
                  <a:gd name="T56" fmla="*/ 365 w 442"/>
                  <a:gd name="T57" fmla="*/ 51 h 176"/>
                  <a:gd name="T58" fmla="*/ 341 w 442"/>
                  <a:gd name="T59" fmla="*/ 52 h 176"/>
                  <a:gd name="T60" fmla="*/ 320 w 442"/>
                  <a:gd name="T61" fmla="*/ 47 h 176"/>
                  <a:gd name="T62" fmla="*/ 305 w 442"/>
                  <a:gd name="T63" fmla="*/ 44 h 176"/>
                  <a:gd name="T64" fmla="*/ 282 w 442"/>
                  <a:gd name="T65" fmla="*/ 32 h 176"/>
                  <a:gd name="T66" fmla="*/ 257 w 442"/>
                  <a:gd name="T67" fmla="*/ 14 h 176"/>
                  <a:gd name="T68" fmla="*/ 239 w 442"/>
                  <a:gd name="T69" fmla="*/ 3 h 176"/>
                  <a:gd name="T70" fmla="*/ 228 w 442"/>
                  <a:gd name="T71" fmla="*/ 0 h 176"/>
                  <a:gd name="T72" fmla="*/ 223 w 442"/>
                  <a:gd name="T73" fmla="*/ 1 h 176"/>
                  <a:gd name="T74" fmla="*/ 209 w 442"/>
                  <a:gd name="T75" fmla="*/ 9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2" h="176">
                    <a:moveTo>
                      <a:pt x="199" y="16"/>
                    </a:moveTo>
                    <a:lnTo>
                      <a:pt x="176" y="28"/>
                    </a:lnTo>
                    <a:lnTo>
                      <a:pt x="154" y="38"/>
                    </a:lnTo>
                    <a:lnTo>
                      <a:pt x="133" y="46"/>
                    </a:lnTo>
                    <a:lnTo>
                      <a:pt x="110" y="54"/>
                    </a:lnTo>
                    <a:lnTo>
                      <a:pt x="89" y="61"/>
                    </a:lnTo>
                    <a:lnTo>
                      <a:pt x="68" y="70"/>
                    </a:lnTo>
                    <a:lnTo>
                      <a:pt x="58" y="75"/>
                    </a:lnTo>
                    <a:lnTo>
                      <a:pt x="48" y="81"/>
                    </a:lnTo>
                    <a:lnTo>
                      <a:pt x="36" y="88"/>
                    </a:lnTo>
                    <a:lnTo>
                      <a:pt x="26" y="95"/>
                    </a:lnTo>
                    <a:lnTo>
                      <a:pt x="19" y="104"/>
                    </a:lnTo>
                    <a:lnTo>
                      <a:pt x="9" y="118"/>
                    </a:lnTo>
                    <a:lnTo>
                      <a:pt x="5" y="126"/>
                    </a:lnTo>
                    <a:lnTo>
                      <a:pt x="1" y="133"/>
                    </a:lnTo>
                    <a:lnTo>
                      <a:pt x="0" y="139"/>
                    </a:lnTo>
                    <a:lnTo>
                      <a:pt x="0" y="144"/>
                    </a:lnTo>
                    <a:lnTo>
                      <a:pt x="3" y="150"/>
                    </a:lnTo>
                    <a:lnTo>
                      <a:pt x="6" y="155"/>
                    </a:lnTo>
                    <a:lnTo>
                      <a:pt x="10" y="159"/>
                    </a:lnTo>
                    <a:lnTo>
                      <a:pt x="16" y="163"/>
                    </a:lnTo>
                    <a:lnTo>
                      <a:pt x="23" y="166"/>
                    </a:lnTo>
                    <a:lnTo>
                      <a:pt x="30" y="169"/>
                    </a:lnTo>
                    <a:lnTo>
                      <a:pt x="38" y="171"/>
                    </a:lnTo>
                    <a:lnTo>
                      <a:pt x="45" y="173"/>
                    </a:lnTo>
                    <a:lnTo>
                      <a:pt x="61" y="175"/>
                    </a:lnTo>
                    <a:lnTo>
                      <a:pt x="78" y="176"/>
                    </a:lnTo>
                    <a:lnTo>
                      <a:pt x="94" y="176"/>
                    </a:lnTo>
                    <a:lnTo>
                      <a:pt x="106" y="175"/>
                    </a:lnTo>
                    <a:lnTo>
                      <a:pt x="126" y="173"/>
                    </a:lnTo>
                    <a:lnTo>
                      <a:pt x="145" y="171"/>
                    </a:lnTo>
                    <a:lnTo>
                      <a:pt x="165" y="168"/>
                    </a:lnTo>
                    <a:lnTo>
                      <a:pt x="184" y="165"/>
                    </a:lnTo>
                    <a:lnTo>
                      <a:pt x="221" y="158"/>
                    </a:lnTo>
                    <a:lnTo>
                      <a:pt x="259" y="152"/>
                    </a:lnTo>
                    <a:lnTo>
                      <a:pt x="297" y="150"/>
                    </a:lnTo>
                    <a:lnTo>
                      <a:pt x="342" y="148"/>
                    </a:lnTo>
                    <a:lnTo>
                      <a:pt x="365" y="146"/>
                    </a:lnTo>
                    <a:lnTo>
                      <a:pt x="387" y="144"/>
                    </a:lnTo>
                    <a:lnTo>
                      <a:pt x="407" y="141"/>
                    </a:lnTo>
                    <a:lnTo>
                      <a:pt x="424" y="136"/>
                    </a:lnTo>
                    <a:lnTo>
                      <a:pt x="426" y="135"/>
                    </a:lnTo>
                    <a:lnTo>
                      <a:pt x="430" y="132"/>
                    </a:lnTo>
                    <a:lnTo>
                      <a:pt x="432" y="129"/>
                    </a:lnTo>
                    <a:lnTo>
                      <a:pt x="435" y="126"/>
                    </a:lnTo>
                    <a:lnTo>
                      <a:pt x="439" y="118"/>
                    </a:lnTo>
                    <a:lnTo>
                      <a:pt x="441" y="108"/>
                    </a:lnTo>
                    <a:lnTo>
                      <a:pt x="442" y="98"/>
                    </a:lnTo>
                    <a:lnTo>
                      <a:pt x="442" y="87"/>
                    </a:lnTo>
                    <a:lnTo>
                      <a:pt x="442" y="77"/>
                    </a:lnTo>
                    <a:lnTo>
                      <a:pt x="441" y="68"/>
                    </a:lnTo>
                    <a:lnTo>
                      <a:pt x="437" y="60"/>
                    </a:lnTo>
                    <a:lnTo>
                      <a:pt x="429" y="50"/>
                    </a:lnTo>
                    <a:lnTo>
                      <a:pt x="420" y="41"/>
                    </a:lnTo>
                    <a:lnTo>
                      <a:pt x="416" y="35"/>
                    </a:lnTo>
                    <a:lnTo>
                      <a:pt x="394" y="42"/>
                    </a:lnTo>
                    <a:lnTo>
                      <a:pt x="375" y="49"/>
                    </a:lnTo>
                    <a:lnTo>
                      <a:pt x="365" y="51"/>
                    </a:lnTo>
                    <a:lnTo>
                      <a:pt x="354" y="52"/>
                    </a:lnTo>
                    <a:lnTo>
                      <a:pt x="341" y="52"/>
                    </a:lnTo>
                    <a:lnTo>
                      <a:pt x="326" y="50"/>
                    </a:lnTo>
                    <a:lnTo>
                      <a:pt x="320" y="47"/>
                    </a:lnTo>
                    <a:lnTo>
                      <a:pt x="312" y="45"/>
                    </a:lnTo>
                    <a:lnTo>
                      <a:pt x="305" y="44"/>
                    </a:lnTo>
                    <a:lnTo>
                      <a:pt x="296" y="45"/>
                    </a:lnTo>
                    <a:lnTo>
                      <a:pt x="282" y="32"/>
                    </a:lnTo>
                    <a:lnTo>
                      <a:pt x="270" y="22"/>
                    </a:lnTo>
                    <a:lnTo>
                      <a:pt x="257" y="14"/>
                    </a:lnTo>
                    <a:lnTo>
                      <a:pt x="247" y="8"/>
                    </a:lnTo>
                    <a:lnTo>
                      <a:pt x="239" y="3"/>
                    </a:lnTo>
                    <a:lnTo>
                      <a:pt x="231" y="1"/>
                    </a:lnTo>
                    <a:lnTo>
                      <a:pt x="228" y="0"/>
                    </a:lnTo>
                    <a:lnTo>
                      <a:pt x="225" y="0"/>
                    </a:lnTo>
                    <a:lnTo>
                      <a:pt x="223" y="1"/>
                    </a:lnTo>
                    <a:lnTo>
                      <a:pt x="220" y="2"/>
                    </a:lnTo>
                    <a:lnTo>
                      <a:pt x="209" y="9"/>
                    </a:lnTo>
                    <a:lnTo>
                      <a:pt x="199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0" name="Freeform 61">
                <a:extLst>
                  <a:ext uri="{FF2B5EF4-FFF2-40B4-BE49-F238E27FC236}">
                    <a16:creationId xmlns:a16="http://schemas.microsoft.com/office/drawing/2014/main" id="{7E91C1A0-5890-4728-8143-C2F3F2B29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2863" y="2127250"/>
                <a:ext cx="215900" cy="165100"/>
              </a:xfrm>
              <a:custGeom>
                <a:avLst/>
                <a:gdLst>
                  <a:gd name="T0" fmla="*/ 451 w 679"/>
                  <a:gd name="T1" fmla="*/ 84 h 413"/>
                  <a:gd name="T2" fmla="*/ 414 w 679"/>
                  <a:gd name="T3" fmla="*/ 107 h 413"/>
                  <a:gd name="T4" fmla="*/ 328 w 679"/>
                  <a:gd name="T5" fmla="*/ 159 h 413"/>
                  <a:gd name="T6" fmla="*/ 227 w 679"/>
                  <a:gd name="T7" fmla="*/ 221 h 413"/>
                  <a:gd name="T8" fmla="*/ 146 w 679"/>
                  <a:gd name="T9" fmla="*/ 270 h 413"/>
                  <a:gd name="T10" fmla="*/ 122 w 679"/>
                  <a:gd name="T11" fmla="*/ 275 h 413"/>
                  <a:gd name="T12" fmla="*/ 72 w 679"/>
                  <a:gd name="T13" fmla="*/ 290 h 413"/>
                  <a:gd name="T14" fmla="*/ 45 w 679"/>
                  <a:gd name="T15" fmla="*/ 303 h 413"/>
                  <a:gd name="T16" fmla="*/ 22 w 679"/>
                  <a:gd name="T17" fmla="*/ 318 h 413"/>
                  <a:gd name="T18" fmla="*/ 6 w 679"/>
                  <a:gd name="T19" fmla="*/ 337 h 413"/>
                  <a:gd name="T20" fmla="*/ 1 w 679"/>
                  <a:gd name="T21" fmla="*/ 349 h 413"/>
                  <a:gd name="T22" fmla="*/ 0 w 679"/>
                  <a:gd name="T23" fmla="*/ 361 h 413"/>
                  <a:gd name="T24" fmla="*/ 2 w 679"/>
                  <a:gd name="T25" fmla="*/ 372 h 413"/>
                  <a:gd name="T26" fmla="*/ 7 w 679"/>
                  <a:gd name="T27" fmla="*/ 383 h 413"/>
                  <a:gd name="T28" fmla="*/ 13 w 679"/>
                  <a:gd name="T29" fmla="*/ 392 h 413"/>
                  <a:gd name="T30" fmla="*/ 23 w 679"/>
                  <a:gd name="T31" fmla="*/ 399 h 413"/>
                  <a:gd name="T32" fmla="*/ 35 w 679"/>
                  <a:gd name="T33" fmla="*/ 405 h 413"/>
                  <a:gd name="T34" fmla="*/ 48 w 679"/>
                  <a:gd name="T35" fmla="*/ 410 h 413"/>
                  <a:gd name="T36" fmla="*/ 78 w 679"/>
                  <a:gd name="T37" fmla="*/ 413 h 413"/>
                  <a:gd name="T38" fmla="*/ 113 w 679"/>
                  <a:gd name="T39" fmla="*/ 408 h 413"/>
                  <a:gd name="T40" fmla="*/ 149 w 679"/>
                  <a:gd name="T41" fmla="*/ 395 h 413"/>
                  <a:gd name="T42" fmla="*/ 186 w 679"/>
                  <a:gd name="T43" fmla="*/ 374 h 413"/>
                  <a:gd name="T44" fmla="*/ 204 w 679"/>
                  <a:gd name="T45" fmla="*/ 360 h 413"/>
                  <a:gd name="T46" fmla="*/ 221 w 679"/>
                  <a:gd name="T47" fmla="*/ 343 h 413"/>
                  <a:gd name="T48" fmla="*/ 263 w 679"/>
                  <a:gd name="T49" fmla="*/ 329 h 413"/>
                  <a:gd name="T50" fmla="*/ 361 w 679"/>
                  <a:gd name="T51" fmla="*/ 293 h 413"/>
                  <a:gd name="T52" fmla="*/ 468 w 679"/>
                  <a:gd name="T53" fmla="*/ 248 h 413"/>
                  <a:gd name="T54" fmla="*/ 512 w 679"/>
                  <a:gd name="T55" fmla="*/ 226 h 413"/>
                  <a:gd name="T56" fmla="*/ 542 w 679"/>
                  <a:gd name="T57" fmla="*/ 206 h 413"/>
                  <a:gd name="T58" fmla="*/ 588 w 679"/>
                  <a:gd name="T59" fmla="*/ 161 h 413"/>
                  <a:gd name="T60" fmla="*/ 632 w 679"/>
                  <a:gd name="T61" fmla="*/ 108 h 413"/>
                  <a:gd name="T62" fmla="*/ 665 w 679"/>
                  <a:gd name="T63" fmla="*/ 64 h 413"/>
                  <a:gd name="T64" fmla="*/ 679 w 679"/>
                  <a:gd name="T65" fmla="*/ 4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9" h="413">
                    <a:moveTo>
                      <a:pt x="474" y="0"/>
                    </a:moveTo>
                    <a:lnTo>
                      <a:pt x="451" y="84"/>
                    </a:lnTo>
                    <a:lnTo>
                      <a:pt x="441" y="90"/>
                    </a:lnTo>
                    <a:lnTo>
                      <a:pt x="414" y="107"/>
                    </a:lnTo>
                    <a:lnTo>
                      <a:pt x="376" y="131"/>
                    </a:lnTo>
                    <a:lnTo>
                      <a:pt x="328" y="159"/>
                    </a:lnTo>
                    <a:lnTo>
                      <a:pt x="278" y="190"/>
                    </a:lnTo>
                    <a:lnTo>
                      <a:pt x="227" y="221"/>
                    </a:lnTo>
                    <a:lnTo>
                      <a:pt x="182" y="248"/>
                    </a:lnTo>
                    <a:lnTo>
                      <a:pt x="146" y="270"/>
                    </a:lnTo>
                    <a:lnTo>
                      <a:pt x="139" y="271"/>
                    </a:lnTo>
                    <a:lnTo>
                      <a:pt x="122" y="275"/>
                    </a:lnTo>
                    <a:lnTo>
                      <a:pt x="99" y="281"/>
                    </a:lnTo>
                    <a:lnTo>
                      <a:pt x="72" y="290"/>
                    </a:lnTo>
                    <a:lnTo>
                      <a:pt x="58" y="296"/>
                    </a:lnTo>
                    <a:lnTo>
                      <a:pt x="45" y="303"/>
                    </a:lnTo>
                    <a:lnTo>
                      <a:pt x="33" y="310"/>
                    </a:lnTo>
                    <a:lnTo>
                      <a:pt x="22" y="318"/>
                    </a:lnTo>
                    <a:lnTo>
                      <a:pt x="12" y="327"/>
                    </a:lnTo>
                    <a:lnTo>
                      <a:pt x="6" y="337"/>
                    </a:lnTo>
                    <a:lnTo>
                      <a:pt x="3" y="343"/>
                    </a:lnTo>
                    <a:lnTo>
                      <a:pt x="1" y="349"/>
                    </a:lnTo>
                    <a:lnTo>
                      <a:pt x="1" y="354"/>
                    </a:lnTo>
                    <a:lnTo>
                      <a:pt x="0" y="361"/>
                    </a:lnTo>
                    <a:lnTo>
                      <a:pt x="1" y="367"/>
                    </a:lnTo>
                    <a:lnTo>
                      <a:pt x="2" y="372"/>
                    </a:lnTo>
                    <a:lnTo>
                      <a:pt x="5" y="378"/>
                    </a:lnTo>
                    <a:lnTo>
                      <a:pt x="7" y="383"/>
                    </a:lnTo>
                    <a:lnTo>
                      <a:pt x="10" y="388"/>
                    </a:lnTo>
                    <a:lnTo>
                      <a:pt x="13" y="392"/>
                    </a:lnTo>
                    <a:lnTo>
                      <a:pt x="18" y="396"/>
                    </a:lnTo>
                    <a:lnTo>
                      <a:pt x="23" y="399"/>
                    </a:lnTo>
                    <a:lnTo>
                      <a:pt x="28" y="403"/>
                    </a:lnTo>
                    <a:lnTo>
                      <a:pt x="35" y="405"/>
                    </a:lnTo>
                    <a:lnTo>
                      <a:pt x="41" y="408"/>
                    </a:lnTo>
                    <a:lnTo>
                      <a:pt x="48" y="410"/>
                    </a:lnTo>
                    <a:lnTo>
                      <a:pt x="62" y="412"/>
                    </a:lnTo>
                    <a:lnTo>
                      <a:pt x="78" y="413"/>
                    </a:lnTo>
                    <a:lnTo>
                      <a:pt x="96" y="411"/>
                    </a:lnTo>
                    <a:lnTo>
                      <a:pt x="113" y="408"/>
                    </a:lnTo>
                    <a:lnTo>
                      <a:pt x="131" y="403"/>
                    </a:lnTo>
                    <a:lnTo>
                      <a:pt x="149" y="395"/>
                    </a:lnTo>
                    <a:lnTo>
                      <a:pt x="168" y="386"/>
                    </a:lnTo>
                    <a:lnTo>
                      <a:pt x="186" y="374"/>
                    </a:lnTo>
                    <a:lnTo>
                      <a:pt x="196" y="367"/>
                    </a:lnTo>
                    <a:lnTo>
                      <a:pt x="204" y="360"/>
                    </a:lnTo>
                    <a:lnTo>
                      <a:pt x="213" y="352"/>
                    </a:lnTo>
                    <a:lnTo>
                      <a:pt x="221" y="343"/>
                    </a:lnTo>
                    <a:lnTo>
                      <a:pt x="233" y="339"/>
                    </a:lnTo>
                    <a:lnTo>
                      <a:pt x="263" y="329"/>
                    </a:lnTo>
                    <a:lnTo>
                      <a:pt x="308" y="313"/>
                    </a:lnTo>
                    <a:lnTo>
                      <a:pt x="361" y="293"/>
                    </a:lnTo>
                    <a:lnTo>
                      <a:pt x="416" y="271"/>
                    </a:lnTo>
                    <a:lnTo>
                      <a:pt x="468" y="248"/>
                    </a:lnTo>
                    <a:lnTo>
                      <a:pt x="492" y="237"/>
                    </a:lnTo>
                    <a:lnTo>
                      <a:pt x="512" y="226"/>
                    </a:lnTo>
                    <a:lnTo>
                      <a:pt x="529" y="216"/>
                    </a:lnTo>
                    <a:lnTo>
                      <a:pt x="542" y="206"/>
                    </a:lnTo>
                    <a:lnTo>
                      <a:pt x="564" y="186"/>
                    </a:lnTo>
                    <a:lnTo>
                      <a:pt x="588" y="161"/>
                    </a:lnTo>
                    <a:lnTo>
                      <a:pt x="610" y="134"/>
                    </a:lnTo>
                    <a:lnTo>
                      <a:pt x="632" y="108"/>
                    </a:lnTo>
                    <a:lnTo>
                      <a:pt x="650" y="84"/>
                    </a:lnTo>
                    <a:lnTo>
                      <a:pt x="665" y="64"/>
                    </a:lnTo>
                    <a:lnTo>
                      <a:pt x="675" y="51"/>
                    </a:lnTo>
                    <a:lnTo>
                      <a:pt x="679" y="46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1" name="Freeform 62">
                <a:extLst>
                  <a:ext uri="{FF2B5EF4-FFF2-40B4-BE49-F238E27FC236}">
                    <a16:creationId xmlns:a16="http://schemas.microsoft.com/office/drawing/2014/main" id="{BE89C918-5766-4055-9504-A2CABC3CC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4151" y="2028825"/>
                <a:ext cx="106363" cy="133350"/>
              </a:xfrm>
              <a:custGeom>
                <a:avLst/>
                <a:gdLst>
                  <a:gd name="T0" fmla="*/ 236 w 332"/>
                  <a:gd name="T1" fmla="*/ 333 h 334"/>
                  <a:gd name="T2" fmla="*/ 224 w 332"/>
                  <a:gd name="T3" fmla="*/ 334 h 334"/>
                  <a:gd name="T4" fmla="*/ 194 w 332"/>
                  <a:gd name="T5" fmla="*/ 332 h 334"/>
                  <a:gd name="T6" fmla="*/ 173 w 332"/>
                  <a:gd name="T7" fmla="*/ 330 h 334"/>
                  <a:gd name="T8" fmla="*/ 149 w 332"/>
                  <a:gd name="T9" fmla="*/ 327 h 334"/>
                  <a:gd name="T10" fmla="*/ 123 w 332"/>
                  <a:gd name="T11" fmla="*/ 322 h 334"/>
                  <a:gd name="T12" fmla="*/ 96 w 332"/>
                  <a:gd name="T13" fmla="*/ 315 h 334"/>
                  <a:gd name="T14" fmla="*/ 71 w 332"/>
                  <a:gd name="T15" fmla="*/ 307 h 334"/>
                  <a:gd name="T16" fmla="*/ 50 w 332"/>
                  <a:gd name="T17" fmla="*/ 299 h 334"/>
                  <a:gd name="T18" fmla="*/ 33 w 332"/>
                  <a:gd name="T19" fmla="*/ 292 h 334"/>
                  <a:gd name="T20" fmla="*/ 21 w 332"/>
                  <a:gd name="T21" fmla="*/ 286 h 334"/>
                  <a:gd name="T22" fmla="*/ 3 w 332"/>
                  <a:gd name="T23" fmla="*/ 276 h 334"/>
                  <a:gd name="T24" fmla="*/ 0 w 332"/>
                  <a:gd name="T25" fmla="*/ 273 h 334"/>
                  <a:gd name="T26" fmla="*/ 3 w 332"/>
                  <a:gd name="T27" fmla="*/ 259 h 334"/>
                  <a:gd name="T28" fmla="*/ 16 w 332"/>
                  <a:gd name="T29" fmla="*/ 224 h 334"/>
                  <a:gd name="T30" fmla="*/ 26 w 332"/>
                  <a:gd name="T31" fmla="*/ 201 h 334"/>
                  <a:gd name="T32" fmla="*/ 38 w 332"/>
                  <a:gd name="T33" fmla="*/ 176 h 334"/>
                  <a:gd name="T34" fmla="*/ 52 w 332"/>
                  <a:gd name="T35" fmla="*/ 149 h 334"/>
                  <a:gd name="T36" fmla="*/ 67 w 332"/>
                  <a:gd name="T37" fmla="*/ 121 h 334"/>
                  <a:gd name="T38" fmla="*/ 76 w 332"/>
                  <a:gd name="T39" fmla="*/ 108 h 334"/>
                  <a:gd name="T40" fmla="*/ 86 w 332"/>
                  <a:gd name="T41" fmla="*/ 94 h 334"/>
                  <a:gd name="T42" fmla="*/ 95 w 332"/>
                  <a:gd name="T43" fmla="*/ 81 h 334"/>
                  <a:gd name="T44" fmla="*/ 105 w 332"/>
                  <a:gd name="T45" fmla="*/ 69 h 334"/>
                  <a:gd name="T46" fmla="*/ 116 w 332"/>
                  <a:gd name="T47" fmla="*/ 57 h 334"/>
                  <a:gd name="T48" fmla="*/ 127 w 332"/>
                  <a:gd name="T49" fmla="*/ 46 h 334"/>
                  <a:gd name="T50" fmla="*/ 138 w 332"/>
                  <a:gd name="T51" fmla="*/ 36 h 334"/>
                  <a:gd name="T52" fmla="*/ 151 w 332"/>
                  <a:gd name="T53" fmla="*/ 27 h 334"/>
                  <a:gd name="T54" fmla="*/ 163 w 332"/>
                  <a:gd name="T55" fmla="*/ 19 h 334"/>
                  <a:gd name="T56" fmla="*/ 176 w 332"/>
                  <a:gd name="T57" fmla="*/ 12 h 334"/>
                  <a:gd name="T58" fmla="*/ 189 w 332"/>
                  <a:gd name="T59" fmla="*/ 7 h 334"/>
                  <a:gd name="T60" fmla="*/ 203 w 332"/>
                  <a:gd name="T61" fmla="*/ 3 h 334"/>
                  <a:gd name="T62" fmla="*/ 217 w 332"/>
                  <a:gd name="T63" fmla="*/ 1 h 334"/>
                  <a:gd name="T64" fmla="*/ 232 w 332"/>
                  <a:gd name="T65" fmla="*/ 0 h 334"/>
                  <a:gd name="T66" fmla="*/ 247 w 332"/>
                  <a:gd name="T67" fmla="*/ 2 h 334"/>
                  <a:gd name="T68" fmla="*/ 263 w 332"/>
                  <a:gd name="T69" fmla="*/ 5 h 334"/>
                  <a:gd name="T70" fmla="*/ 278 w 332"/>
                  <a:gd name="T71" fmla="*/ 10 h 334"/>
                  <a:gd name="T72" fmla="*/ 291 w 332"/>
                  <a:gd name="T73" fmla="*/ 17 h 334"/>
                  <a:gd name="T74" fmla="*/ 302 w 332"/>
                  <a:gd name="T75" fmla="*/ 24 h 334"/>
                  <a:gd name="T76" fmla="*/ 311 w 332"/>
                  <a:gd name="T77" fmla="*/ 33 h 334"/>
                  <a:gd name="T78" fmla="*/ 318 w 332"/>
                  <a:gd name="T79" fmla="*/ 43 h 334"/>
                  <a:gd name="T80" fmla="*/ 324 w 332"/>
                  <a:gd name="T81" fmla="*/ 53 h 334"/>
                  <a:gd name="T82" fmla="*/ 328 w 332"/>
                  <a:gd name="T83" fmla="*/ 65 h 334"/>
                  <a:gd name="T84" fmla="*/ 331 w 332"/>
                  <a:gd name="T85" fmla="*/ 77 h 334"/>
                  <a:gd name="T86" fmla="*/ 332 w 332"/>
                  <a:gd name="T87" fmla="*/ 89 h 334"/>
                  <a:gd name="T88" fmla="*/ 332 w 332"/>
                  <a:gd name="T89" fmla="*/ 102 h 334"/>
                  <a:gd name="T90" fmla="*/ 332 w 332"/>
                  <a:gd name="T91" fmla="*/ 116 h 334"/>
                  <a:gd name="T92" fmla="*/ 329 w 332"/>
                  <a:gd name="T93" fmla="*/ 130 h 334"/>
                  <a:gd name="T94" fmla="*/ 327 w 332"/>
                  <a:gd name="T95" fmla="*/ 144 h 334"/>
                  <a:gd name="T96" fmla="*/ 323 w 332"/>
                  <a:gd name="T97" fmla="*/ 158 h 334"/>
                  <a:gd name="T98" fmla="*/ 318 w 332"/>
                  <a:gd name="T99" fmla="*/ 173 h 334"/>
                  <a:gd name="T100" fmla="*/ 313 w 332"/>
                  <a:gd name="T101" fmla="*/ 187 h 334"/>
                  <a:gd name="T102" fmla="*/ 302 w 332"/>
                  <a:gd name="T103" fmla="*/ 215 h 334"/>
                  <a:gd name="T104" fmla="*/ 289 w 332"/>
                  <a:gd name="T105" fmla="*/ 242 h 334"/>
                  <a:gd name="T106" fmla="*/ 277 w 332"/>
                  <a:gd name="T107" fmla="*/ 267 h 334"/>
                  <a:gd name="T108" fmla="*/ 264 w 332"/>
                  <a:gd name="T109" fmla="*/ 289 h 334"/>
                  <a:gd name="T110" fmla="*/ 244 w 332"/>
                  <a:gd name="T111" fmla="*/ 321 h 334"/>
                  <a:gd name="T112" fmla="*/ 236 w 332"/>
                  <a:gd name="T113" fmla="*/ 333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2" h="334">
                    <a:moveTo>
                      <a:pt x="236" y="333"/>
                    </a:moveTo>
                    <a:lnTo>
                      <a:pt x="224" y="334"/>
                    </a:lnTo>
                    <a:lnTo>
                      <a:pt x="194" y="332"/>
                    </a:lnTo>
                    <a:lnTo>
                      <a:pt x="173" y="330"/>
                    </a:lnTo>
                    <a:lnTo>
                      <a:pt x="149" y="327"/>
                    </a:lnTo>
                    <a:lnTo>
                      <a:pt x="123" y="322"/>
                    </a:lnTo>
                    <a:lnTo>
                      <a:pt x="96" y="315"/>
                    </a:lnTo>
                    <a:lnTo>
                      <a:pt x="71" y="307"/>
                    </a:lnTo>
                    <a:lnTo>
                      <a:pt x="50" y="299"/>
                    </a:lnTo>
                    <a:lnTo>
                      <a:pt x="33" y="292"/>
                    </a:lnTo>
                    <a:lnTo>
                      <a:pt x="21" y="286"/>
                    </a:lnTo>
                    <a:lnTo>
                      <a:pt x="3" y="276"/>
                    </a:lnTo>
                    <a:lnTo>
                      <a:pt x="0" y="273"/>
                    </a:lnTo>
                    <a:lnTo>
                      <a:pt x="3" y="259"/>
                    </a:lnTo>
                    <a:lnTo>
                      <a:pt x="16" y="224"/>
                    </a:lnTo>
                    <a:lnTo>
                      <a:pt x="26" y="201"/>
                    </a:lnTo>
                    <a:lnTo>
                      <a:pt x="38" y="176"/>
                    </a:lnTo>
                    <a:lnTo>
                      <a:pt x="52" y="149"/>
                    </a:lnTo>
                    <a:lnTo>
                      <a:pt x="67" y="121"/>
                    </a:lnTo>
                    <a:lnTo>
                      <a:pt x="76" y="108"/>
                    </a:lnTo>
                    <a:lnTo>
                      <a:pt x="86" y="94"/>
                    </a:lnTo>
                    <a:lnTo>
                      <a:pt x="95" y="81"/>
                    </a:lnTo>
                    <a:lnTo>
                      <a:pt x="105" y="69"/>
                    </a:lnTo>
                    <a:lnTo>
                      <a:pt x="116" y="57"/>
                    </a:lnTo>
                    <a:lnTo>
                      <a:pt x="127" y="46"/>
                    </a:lnTo>
                    <a:lnTo>
                      <a:pt x="138" y="36"/>
                    </a:lnTo>
                    <a:lnTo>
                      <a:pt x="151" y="27"/>
                    </a:lnTo>
                    <a:lnTo>
                      <a:pt x="163" y="19"/>
                    </a:lnTo>
                    <a:lnTo>
                      <a:pt x="176" y="12"/>
                    </a:lnTo>
                    <a:lnTo>
                      <a:pt x="189" y="7"/>
                    </a:lnTo>
                    <a:lnTo>
                      <a:pt x="203" y="3"/>
                    </a:lnTo>
                    <a:lnTo>
                      <a:pt x="217" y="1"/>
                    </a:lnTo>
                    <a:lnTo>
                      <a:pt x="232" y="0"/>
                    </a:lnTo>
                    <a:lnTo>
                      <a:pt x="247" y="2"/>
                    </a:lnTo>
                    <a:lnTo>
                      <a:pt x="263" y="5"/>
                    </a:lnTo>
                    <a:lnTo>
                      <a:pt x="278" y="10"/>
                    </a:lnTo>
                    <a:lnTo>
                      <a:pt x="291" y="17"/>
                    </a:lnTo>
                    <a:lnTo>
                      <a:pt x="302" y="24"/>
                    </a:lnTo>
                    <a:lnTo>
                      <a:pt x="311" y="33"/>
                    </a:lnTo>
                    <a:lnTo>
                      <a:pt x="318" y="43"/>
                    </a:lnTo>
                    <a:lnTo>
                      <a:pt x="324" y="53"/>
                    </a:lnTo>
                    <a:lnTo>
                      <a:pt x="328" y="65"/>
                    </a:lnTo>
                    <a:lnTo>
                      <a:pt x="331" y="77"/>
                    </a:lnTo>
                    <a:lnTo>
                      <a:pt x="332" y="89"/>
                    </a:lnTo>
                    <a:lnTo>
                      <a:pt x="332" y="102"/>
                    </a:lnTo>
                    <a:lnTo>
                      <a:pt x="332" y="116"/>
                    </a:lnTo>
                    <a:lnTo>
                      <a:pt x="329" y="130"/>
                    </a:lnTo>
                    <a:lnTo>
                      <a:pt x="327" y="144"/>
                    </a:lnTo>
                    <a:lnTo>
                      <a:pt x="323" y="158"/>
                    </a:lnTo>
                    <a:lnTo>
                      <a:pt x="318" y="173"/>
                    </a:lnTo>
                    <a:lnTo>
                      <a:pt x="313" y="187"/>
                    </a:lnTo>
                    <a:lnTo>
                      <a:pt x="302" y="215"/>
                    </a:lnTo>
                    <a:lnTo>
                      <a:pt x="289" y="242"/>
                    </a:lnTo>
                    <a:lnTo>
                      <a:pt x="277" y="267"/>
                    </a:lnTo>
                    <a:lnTo>
                      <a:pt x="264" y="289"/>
                    </a:lnTo>
                    <a:lnTo>
                      <a:pt x="244" y="321"/>
                    </a:lnTo>
                    <a:lnTo>
                      <a:pt x="236" y="333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2" name="Freeform 63">
                <a:extLst>
                  <a:ext uri="{FF2B5EF4-FFF2-40B4-BE49-F238E27FC236}">
                    <a16:creationId xmlns:a16="http://schemas.microsoft.com/office/drawing/2014/main" id="{4D338160-E6D9-476B-84E2-0F107A27A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0351" y="2333625"/>
                <a:ext cx="177800" cy="288925"/>
              </a:xfrm>
              <a:custGeom>
                <a:avLst/>
                <a:gdLst>
                  <a:gd name="T0" fmla="*/ 8 w 561"/>
                  <a:gd name="T1" fmla="*/ 84 h 730"/>
                  <a:gd name="T2" fmla="*/ 50 w 561"/>
                  <a:gd name="T3" fmla="*/ 185 h 730"/>
                  <a:gd name="T4" fmla="*/ 115 w 561"/>
                  <a:gd name="T5" fmla="*/ 327 h 730"/>
                  <a:gd name="T6" fmla="*/ 163 w 561"/>
                  <a:gd name="T7" fmla="*/ 424 h 730"/>
                  <a:gd name="T8" fmla="*/ 189 w 561"/>
                  <a:gd name="T9" fmla="*/ 469 h 730"/>
                  <a:gd name="T10" fmla="*/ 219 w 561"/>
                  <a:gd name="T11" fmla="*/ 508 h 730"/>
                  <a:gd name="T12" fmla="*/ 273 w 561"/>
                  <a:gd name="T13" fmla="*/ 578 h 730"/>
                  <a:gd name="T14" fmla="*/ 328 w 561"/>
                  <a:gd name="T15" fmla="*/ 652 h 730"/>
                  <a:gd name="T16" fmla="*/ 364 w 561"/>
                  <a:gd name="T17" fmla="*/ 701 h 730"/>
                  <a:gd name="T18" fmla="*/ 377 w 561"/>
                  <a:gd name="T19" fmla="*/ 711 h 730"/>
                  <a:gd name="T20" fmla="*/ 420 w 561"/>
                  <a:gd name="T21" fmla="*/ 722 h 730"/>
                  <a:gd name="T22" fmla="*/ 468 w 561"/>
                  <a:gd name="T23" fmla="*/ 729 h 730"/>
                  <a:gd name="T24" fmla="*/ 500 w 561"/>
                  <a:gd name="T25" fmla="*/ 729 h 730"/>
                  <a:gd name="T26" fmla="*/ 523 w 561"/>
                  <a:gd name="T27" fmla="*/ 725 h 730"/>
                  <a:gd name="T28" fmla="*/ 536 w 561"/>
                  <a:gd name="T29" fmla="*/ 720 h 730"/>
                  <a:gd name="T30" fmla="*/ 548 w 561"/>
                  <a:gd name="T31" fmla="*/ 713 h 730"/>
                  <a:gd name="T32" fmla="*/ 558 w 561"/>
                  <a:gd name="T33" fmla="*/ 704 h 730"/>
                  <a:gd name="T34" fmla="*/ 560 w 561"/>
                  <a:gd name="T35" fmla="*/ 689 h 730"/>
                  <a:gd name="T36" fmla="*/ 545 w 561"/>
                  <a:gd name="T37" fmla="*/ 628 h 730"/>
                  <a:gd name="T38" fmla="*/ 524 w 561"/>
                  <a:gd name="T39" fmla="*/ 559 h 730"/>
                  <a:gd name="T40" fmla="*/ 504 w 561"/>
                  <a:gd name="T41" fmla="*/ 509 h 730"/>
                  <a:gd name="T42" fmla="*/ 479 w 561"/>
                  <a:gd name="T43" fmla="*/ 461 h 730"/>
                  <a:gd name="T44" fmla="*/ 458 w 561"/>
                  <a:gd name="T45" fmla="*/ 429 h 730"/>
                  <a:gd name="T46" fmla="*/ 441 w 561"/>
                  <a:gd name="T47" fmla="*/ 409 h 730"/>
                  <a:gd name="T48" fmla="*/ 430 w 561"/>
                  <a:gd name="T49" fmla="*/ 385 h 730"/>
                  <a:gd name="T50" fmla="*/ 406 w 561"/>
                  <a:gd name="T51" fmla="*/ 282 h 730"/>
                  <a:gd name="T52" fmla="*/ 378 w 561"/>
                  <a:gd name="T53" fmla="*/ 177 h 730"/>
                  <a:gd name="T54" fmla="*/ 357 w 561"/>
                  <a:gd name="T55" fmla="*/ 108 h 730"/>
                  <a:gd name="T56" fmla="*/ 335 w 561"/>
                  <a:gd name="T57" fmla="*/ 51 h 730"/>
                  <a:gd name="T58" fmla="*/ 319 w 561"/>
                  <a:gd name="T59" fmla="*/ 21 h 730"/>
                  <a:gd name="T60" fmla="*/ 308 w 561"/>
                  <a:gd name="T61" fmla="*/ 8 h 730"/>
                  <a:gd name="T62" fmla="*/ 297 w 561"/>
                  <a:gd name="T63" fmla="*/ 3 h 730"/>
                  <a:gd name="T64" fmla="*/ 283 w 561"/>
                  <a:gd name="T65" fmla="*/ 0 h 730"/>
                  <a:gd name="T66" fmla="*/ 255 w 561"/>
                  <a:gd name="T67" fmla="*/ 1 h 730"/>
                  <a:gd name="T68" fmla="*/ 209 w 561"/>
                  <a:gd name="T69" fmla="*/ 8 h 730"/>
                  <a:gd name="T70" fmla="*/ 158 w 561"/>
                  <a:gd name="T71" fmla="*/ 20 h 730"/>
                  <a:gd name="T72" fmla="*/ 82 w 561"/>
                  <a:gd name="T73" fmla="*/ 41 h 730"/>
                  <a:gd name="T74" fmla="*/ 12 w 561"/>
                  <a:gd name="T75" fmla="*/ 64 h 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30">
                    <a:moveTo>
                      <a:pt x="0" y="68"/>
                    </a:moveTo>
                    <a:lnTo>
                      <a:pt x="8" y="84"/>
                    </a:lnTo>
                    <a:lnTo>
                      <a:pt x="25" y="125"/>
                    </a:lnTo>
                    <a:lnTo>
                      <a:pt x="50" y="185"/>
                    </a:lnTo>
                    <a:lnTo>
                      <a:pt x="82" y="255"/>
                    </a:lnTo>
                    <a:lnTo>
                      <a:pt x="115" y="327"/>
                    </a:lnTo>
                    <a:lnTo>
                      <a:pt x="148" y="395"/>
                    </a:lnTo>
                    <a:lnTo>
                      <a:pt x="163" y="424"/>
                    </a:lnTo>
                    <a:lnTo>
                      <a:pt x="177" y="449"/>
                    </a:lnTo>
                    <a:lnTo>
                      <a:pt x="189" y="469"/>
                    </a:lnTo>
                    <a:lnTo>
                      <a:pt x="199" y="483"/>
                    </a:lnTo>
                    <a:lnTo>
                      <a:pt x="219" y="508"/>
                    </a:lnTo>
                    <a:lnTo>
                      <a:pt x="245" y="541"/>
                    </a:lnTo>
                    <a:lnTo>
                      <a:pt x="273" y="578"/>
                    </a:lnTo>
                    <a:lnTo>
                      <a:pt x="302" y="616"/>
                    </a:lnTo>
                    <a:lnTo>
                      <a:pt x="328" y="652"/>
                    </a:lnTo>
                    <a:lnTo>
                      <a:pt x="350" y="681"/>
                    </a:lnTo>
                    <a:lnTo>
                      <a:pt x="364" y="701"/>
                    </a:lnTo>
                    <a:lnTo>
                      <a:pt x="370" y="709"/>
                    </a:lnTo>
                    <a:lnTo>
                      <a:pt x="377" y="711"/>
                    </a:lnTo>
                    <a:lnTo>
                      <a:pt x="394" y="716"/>
                    </a:lnTo>
                    <a:lnTo>
                      <a:pt x="420" y="722"/>
                    </a:lnTo>
                    <a:lnTo>
                      <a:pt x="451" y="727"/>
                    </a:lnTo>
                    <a:lnTo>
                      <a:pt x="468" y="729"/>
                    </a:lnTo>
                    <a:lnTo>
                      <a:pt x="484" y="730"/>
                    </a:lnTo>
                    <a:lnTo>
                      <a:pt x="500" y="729"/>
                    </a:lnTo>
                    <a:lnTo>
                      <a:pt x="515" y="727"/>
                    </a:lnTo>
                    <a:lnTo>
                      <a:pt x="523" y="725"/>
                    </a:lnTo>
                    <a:lnTo>
                      <a:pt x="529" y="723"/>
                    </a:lnTo>
                    <a:lnTo>
                      <a:pt x="536" y="720"/>
                    </a:lnTo>
                    <a:lnTo>
                      <a:pt x="541" y="717"/>
                    </a:lnTo>
                    <a:lnTo>
                      <a:pt x="548" y="713"/>
                    </a:lnTo>
                    <a:lnTo>
                      <a:pt x="553" y="709"/>
                    </a:lnTo>
                    <a:lnTo>
                      <a:pt x="558" y="704"/>
                    </a:lnTo>
                    <a:lnTo>
                      <a:pt x="561" y="698"/>
                    </a:lnTo>
                    <a:lnTo>
                      <a:pt x="560" y="689"/>
                    </a:lnTo>
                    <a:lnTo>
                      <a:pt x="554" y="664"/>
                    </a:lnTo>
                    <a:lnTo>
                      <a:pt x="545" y="628"/>
                    </a:lnTo>
                    <a:lnTo>
                      <a:pt x="531" y="583"/>
                    </a:lnTo>
                    <a:lnTo>
                      <a:pt x="524" y="559"/>
                    </a:lnTo>
                    <a:lnTo>
                      <a:pt x="514" y="534"/>
                    </a:lnTo>
                    <a:lnTo>
                      <a:pt x="504" y="509"/>
                    </a:lnTo>
                    <a:lnTo>
                      <a:pt x="491" y="485"/>
                    </a:lnTo>
                    <a:lnTo>
                      <a:pt x="479" y="461"/>
                    </a:lnTo>
                    <a:lnTo>
                      <a:pt x="465" y="439"/>
                    </a:lnTo>
                    <a:lnTo>
                      <a:pt x="458" y="429"/>
                    </a:lnTo>
                    <a:lnTo>
                      <a:pt x="450" y="419"/>
                    </a:lnTo>
                    <a:lnTo>
                      <a:pt x="441" y="409"/>
                    </a:lnTo>
                    <a:lnTo>
                      <a:pt x="433" y="401"/>
                    </a:lnTo>
                    <a:lnTo>
                      <a:pt x="430" y="385"/>
                    </a:lnTo>
                    <a:lnTo>
                      <a:pt x="420" y="342"/>
                    </a:lnTo>
                    <a:lnTo>
                      <a:pt x="406" y="282"/>
                    </a:lnTo>
                    <a:lnTo>
                      <a:pt x="388" y="212"/>
                    </a:lnTo>
                    <a:lnTo>
                      <a:pt x="378" y="177"/>
                    </a:lnTo>
                    <a:lnTo>
                      <a:pt x="368" y="141"/>
                    </a:lnTo>
                    <a:lnTo>
                      <a:pt x="357" y="108"/>
                    </a:lnTo>
                    <a:lnTo>
                      <a:pt x="345" y="78"/>
                    </a:lnTo>
                    <a:lnTo>
                      <a:pt x="335" y="51"/>
                    </a:lnTo>
                    <a:lnTo>
                      <a:pt x="324" y="29"/>
                    </a:lnTo>
                    <a:lnTo>
                      <a:pt x="319" y="21"/>
                    </a:lnTo>
                    <a:lnTo>
                      <a:pt x="313" y="14"/>
                    </a:lnTo>
                    <a:lnTo>
                      <a:pt x="308" y="8"/>
                    </a:lnTo>
                    <a:lnTo>
                      <a:pt x="303" y="5"/>
                    </a:lnTo>
                    <a:lnTo>
                      <a:pt x="297" y="3"/>
                    </a:lnTo>
                    <a:lnTo>
                      <a:pt x="290" y="1"/>
                    </a:lnTo>
                    <a:lnTo>
                      <a:pt x="283" y="0"/>
                    </a:lnTo>
                    <a:lnTo>
                      <a:pt x="274" y="0"/>
                    </a:lnTo>
                    <a:lnTo>
                      <a:pt x="255" y="1"/>
                    </a:lnTo>
                    <a:lnTo>
                      <a:pt x="233" y="4"/>
                    </a:lnTo>
                    <a:lnTo>
                      <a:pt x="209" y="8"/>
                    </a:lnTo>
                    <a:lnTo>
                      <a:pt x="184" y="13"/>
                    </a:lnTo>
                    <a:lnTo>
                      <a:pt x="158" y="20"/>
                    </a:lnTo>
                    <a:lnTo>
                      <a:pt x="132" y="27"/>
                    </a:lnTo>
                    <a:lnTo>
                      <a:pt x="82" y="41"/>
                    </a:lnTo>
                    <a:lnTo>
                      <a:pt x="40" y="55"/>
                    </a:lnTo>
                    <a:lnTo>
                      <a:pt x="12" y="64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3" name="Freeform 64">
                <a:extLst>
                  <a:ext uri="{FF2B5EF4-FFF2-40B4-BE49-F238E27FC236}">
                    <a16:creationId xmlns:a16="http://schemas.microsoft.com/office/drawing/2014/main" id="{63B749A3-74EA-4E10-AD25-6E1B3F343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8601" y="2352675"/>
                <a:ext cx="169863" cy="368300"/>
              </a:xfrm>
              <a:custGeom>
                <a:avLst/>
                <a:gdLst>
                  <a:gd name="T0" fmla="*/ 533 w 535"/>
                  <a:gd name="T1" fmla="*/ 0 h 926"/>
                  <a:gd name="T2" fmla="*/ 534 w 535"/>
                  <a:gd name="T3" fmla="*/ 4 h 926"/>
                  <a:gd name="T4" fmla="*/ 534 w 535"/>
                  <a:gd name="T5" fmla="*/ 15 h 926"/>
                  <a:gd name="T6" fmla="*/ 535 w 535"/>
                  <a:gd name="T7" fmla="*/ 32 h 926"/>
                  <a:gd name="T8" fmla="*/ 534 w 535"/>
                  <a:gd name="T9" fmla="*/ 55 h 926"/>
                  <a:gd name="T10" fmla="*/ 533 w 535"/>
                  <a:gd name="T11" fmla="*/ 67 h 926"/>
                  <a:gd name="T12" fmla="*/ 530 w 535"/>
                  <a:gd name="T13" fmla="*/ 81 h 926"/>
                  <a:gd name="T14" fmla="*/ 526 w 535"/>
                  <a:gd name="T15" fmla="*/ 95 h 926"/>
                  <a:gd name="T16" fmla="*/ 523 w 535"/>
                  <a:gd name="T17" fmla="*/ 109 h 926"/>
                  <a:gd name="T18" fmla="*/ 518 w 535"/>
                  <a:gd name="T19" fmla="*/ 124 h 926"/>
                  <a:gd name="T20" fmla="*/ 513 w 535"/>
                  <a:gd name="T21" fmla="*/ 139 h 926"/>
                  <a:gd name="T22" fmla="*/ 505 w 535"/>
                  <a:gd name="T23" fmla="*/ 154 h 926"/>
                  <a:gd name="T24" fmla="*/ 496 w 535"/>
                  <a:gd name="T25" fmla="*/ 170 h 926"/>
                  <a:gd name="T26" fmla="*/ 474 w 535"/>
                  <a:gd name="T27" fmla="*/ 205 h 926"/>
                  <a:gd name="T28" fmla="*/ 448 w 535"/>
                  <a:gd name="T29" fmla="*/ 249 h 926"/>
                  <a:gd name="T30" fmla="*/ 419 w 535"/>
                  <a:gd name="T31" fmla="*/ 297 h 926"/>
                  <a:gd name="T32" fmla="*/ 392 w 535"/>
                  <a:gd name="T33" fmla="*/ 345 h 926"/>
                  <a:gd name="T34" fmla="*/ 365 w 535"/>
                  <a:gd name="T35" fmla="*/ 390 h 926"/>
                  <a:gd name="T36" fmla="*/ 344 w 535"/>
                  <a:gd name="T37" fmla="*/ 426 h 926"/>
                  <a:gd name="T38" fmla="*/ 329 w 535"/>
                  <a:gd name="T39" fmla="*/ 451 h 926"/>
                  <a:gd name="T40" fmla="*/ 324 w 535"/>
                  <a:gd name="T41" fmla="*/ 460 h 926"/>
                  <a:gd name="T42" fmla="*/ 215 w 535"/>
                  <a:gd name="T43" fmla="*/ 921 h 926"/>
                  <a:gd name="T44" fmla="*/ 210 w 535"/>
                  <a:gd name="T45" fmla="*/ 922 h 926"/>
                  <a:gd name="T46" fmla="*/ 197 w 535"/>
                  <a:gd name="T47" fmla="*/ 924 h 926"/>
                  <a:gd name="T48" fmla="*/ 174 w 535"/>
                  <a:gd name="T49" fmla="*/ 926 h 926"/>
                  <a:gd name="T50" fmla="*/ 145 w 535"/>
                  <a:gd name="T51" fmla="*/ 926 h 926"/>
                  <a:gd name="T52" fmla="*/ 129 w 535"/>
                  <a:gd name="T53" fmla="*/ 926 h 926"/>
                  <a:gd name="T54" fmla="*/ 113 w 535"/>
                  <a:gd name="T55" fmla="*/ 925 h 926"/>
                  <a:gd name="T56" fmla="*/ 94 w 535"/>
                  <a:gd name="T57" fmla="*/ 923 h 926"/>
                  <a:gd name="T58" fmla="*/ 77 w 535"/>
                  <a:gd name="T59" fmla="*/ 921 h 926"/>
                  <a:gd name="T60" fmla="*/ 58 w 535"/>
                  <a:gd name="T61" fmla="*/ 917 h 926"/>
                  <a:gd name="T62" fmla="*/ 38 w 535"/>
                  <a:gd name="T63" fmla="*/ 912 h 926"/>
                  <a:gd name="T64" fmla="*/ 19 w 535"/>
                  <a:gd name="T65" fmla="*/ 906 h 926"/>
                  <a:gd name="T66" fmla="*/ 0 w 535"/>
                  <a:gd name="T67" fmla="*/ 898 h 926"/>
                  <a:gd name="T68" fmla="*/ 2 w 535"/>
                  <a:gd name="T69" fmla="*/ 882 h 926"/>
                  <a:gd name="T70" fmla="*/ 7 w 535"/>
                  <a:gd name="T71" fmla="*/ 840 h 926"/>
                  <a:gd name="T72" fmla="*/ 14 w 535"/>
                  <a:gd name="T73" fmla="*/ 779 h 926"/>
                  <a:gd name="T74" fmla="*/ 24 w 535"/>
                  <a:gd name="T75" fmla="*/ 707 h 926"/>
                  <a:gd name="T76" fmla="*/ 34 w 535"/>
                  <a:gd name="T77" fmla="*/ 632 h 926"/>
                  <a:gd name="T78" fmla="*/ 44 w 535"/>
                  <a:gd name="T79" fmla="*/ 561 h 926"/>
                  <a:gd name="T80" fmla="*/ 53 w 535"/>
                  <a:gd name="T81" fmla="*/ 503 h 926"/>
                  <a:gd name="T82" fmla="*/ 62 w 535"/>
                  <a:gd name="T83" fmla="*/ 463 h 926"/>
                  <a:gd name="T84" fmla="*/ 72 w 535"/>
                  <a:gd name="T85" fmla="*/ 424 h 926"/>
                  <a:gd name="T86" fmla="*/ 89 w 535"/>
                  <a:gd name="T87" fmla="*/ 365 h 926"/>
                  <a:gd name="T88" fmla="*/ 110 w 535"/>
                  <a:gd name="T89" fmla="*/ 295 h 926"/>
                  <a:gd name="T90" fmla="*/ 134 w 535"/>
                  <a:gd name="T91" fmla="*/ 220 h 926"/>
                  <a:gd name="T92" fmla="*/ 157 w 535"/>
                  <a:gd name="T93" fmla="*/ 149 h 926"/>
                  <a:gd name="T94" fmla="*/ 175 w 535"/>
                  <a:gd name="T95" fmla="*/ 89 h 926"/>
                  <a:gd name="T96" fmla="*/ 188 w 535"/>
                  <a:gd name="T97" fmla="*/ 47 h 926"/>
                  <a:gd name="T98" fmla="*/ 193 w 535"/>
                  <a:gd name="T99" fmla="*/ 32 h 926"/>
                  <a:gd name="T100" fmla="*/ 533 w 535"/>
                  <a:gd name="T101" fmla="*/ 0 h 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5" h="926">
                    <a:moveTo>
                      <a:pt x="533" y="0"/>
                    </a:moveTo>
                    <a:lnTo>
                      <a:pt x="534" y="4"/>
                    </a:lnTo>
                    <a:lnTo>
                      <a:pt x="534" y="15"/>
                    </a:lnTo>
                    <a:lnTo>
                      <a:pt x="535" y="32"/>
                    </a:lnTo>
                    <a:lnTo>
                      <a:pt x="534" y="55"/>
                    </a:lnTo>
                    <a:lnTo>
                      <a:pt x="533" y="67"/>
                    </a:lnTo>
                    <a:lnTo>
                      <a:pt x="530" y="81"/>
                    </a:lnTo>
                    <a:lnTo>
                      <a:pt x="526" y="95"/>
                    </a:lnTo>
                    <a:lnTo>
                      <a:pt x="523" y="109"/>
                    </a:lnTo>
                    <a:lnTo>
                      <a:pt x="518" y="124"/>
                    </a:lnTo>
                    <a:lnTo>
                      <a:pt x="513" y="139"/>
                    </a:lnTo>
                    <a:lnTo>
                      <a:pt x="505" y="154"/>
                    </a:lnTo>
                    <a:lnTo>
                      <a:pt x="496" y="170"/>
                    </a:lnTo>
                    <a:lnTo>
                      <a:pt x="474" y="205"/>
                    </a:lnTo>
                    <a:lnTo>
                      <a:pt x="448" y="249"/>
                    </a:lnTo>
                    <a:lnTo>
                      <a:pt x="419" y="297"/>
                    </a:lnTo>
                    <a:lnTo>
                      <a:pt x="392" y="345"/>
                    </a:lnTo>
                    <a:lnTo>
                      <a:pt x="365" y="390"/>
                    </a:lnTo>
                    <a:lnTo>
                      <a:pt x="344" y="426"/>
                    </a:lnTo>
                    <a:lnTo>
                      <a:pt x="329" y="451"/>
                    </a:lnTo>
                    <a:lnTo>
                      <a:pt x="324" y="460"/>
                    </a:lnTo>
                    <a:lnTo>
                      <a:pt x="215" y="921"/>
                    </a:lnTo>
                    <a:lnTo>
                      <a:pt x="210" y="922"/>
                    </a:lnTo>
                    <a:lnTo>
                      <a:pt x="197" y="924"/>
                    </a:lnTo>
                    <a:lnTo>
                      <a:pt x="174" y="926"/>
                    </a:lnTo>
                    <a:lnTo>
                      <a:pt x="145" y="926"/>
                    </a:lnTo>
                    <a:lnTo>
                      <a:pt x="129" y="926"/>
                    </a:lnTo>
                    <a:lnTo>
                      <a:pt x="113" y="925"/>
                    </a:lnTo>
                    <a:lnTo>
                      <a:pt x="94" y="923"/>
                    </a:lnTo>
                    <a:lnTo>
                      <a:pt x="77" y="921"/>
                    </a:lnTo>
                    <a:lnTo>
                      <a:pt x="58" y="917"/>
                    </a:lnTo>
                    <a:lnTo>
                      <a:pt x="38" y="912"/>
                    </a:lnTo>
                    <a:lnTo>
                      <a:pt x="19" y="906"/>
                    </a:lnTo>
                    <a:lnTo>
                      <a:pt x="0" y="898"/>
                    </a:lnTo>
                    <a:lnTo>
                      <a:pt x="2" y="882"/>
                    </a:lnTo>
                    <a:lnTo>
                      <a:pt x="7" y="840"/>
                    </a:lnTo>
                    <a:lnTo>
                      <a:pt x="14" y="779"/>
                    </a:lnTo>
                    <a:lnTo>
                      <a:pt x="24" y="707"/>
                    </a:lnTo>
                    <a:lnTo>
                      <a:pt x="34" y="632"/>
                    </a:lnTo>
                    <a:lnTo>
                      <a:pt x="44" y="561"/>
                    </a:lnTo>
                    <a:lnTo>
                      <a:pt x="53" y="503"/>
                    </a:lnTo>
                    <a:lnTo>
                      <a:pt x="62" y="463"/>
                    </a:lnTo>
                    <a:lnTo>
                      <a:pt x="72" y="424"/>
                    </a:lnTo>
                    <a:lnTo>
                      <a:pt x="89" y="365"/>
                    </a:lnTo>
                    <a:lnTo>
                      <a:pt x="110" y="295"/>
                    </a:lnTo>
                    <a:lnTo>
                      <a:pt x="134" y="220"/>
                    </a:lnTo>
                    <a:lnTo>
                      <a:pt x="157" y="149"/>
                    </a:lnTo>
                    <a:lnTo>
                      <a:pt x="175" y="89"/>
                    </a:lnTo>
                    <a:lnTo>
                      <a:pt x="188" y="47"/>
                    </a:lnTo>
                    <a:lnTo>
                      <a:pt x="193" y="3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4" name="Freeform 65">
                <a:extLst>
                  <a:ext uri="{FF2B5EF4-FFF2-40B4-BE49-F238E27FC236}">
                    <a16:creationId xmlns:a16="http://schemas.microsoft.com/office/drawing/2014/main" id="{17E6F31C-3AF2-440A-8DDB-5967204AC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8601" y="2019300"/>
                <a:ext cx="179388" cy="361950"/>
              </a:xfrm>
              <a:custGeom>
                <a:avLst/>
                <a:gdLst>
                  <a:gd name="T0" fmla="*/ 83 w 563"/>
                  <a:gd name="T1" fmla="*/ 15 h 910"/>
                  <a:gd name="T2" fmla="*/ 94 w 563"/>
                  <a:gd name="T3" fmla="*/ 12 h 910"/>
                  <a:gd name="T4" fmla="*/ 128 w 563"/>
                  <a:gd name="T5" fmla="*/ 7 h 910"/>
                  <a:gd name="T6" fmla="*/ 152 w 563"/>
                  <a:gd name="T7" fmla="*/ 4 h 910"/>
                  <a:gd name="T8" fmla="*/ 179 w 563"/>
                  <a:gd name="T9" fmla="*/ 2 h 910"/>
                  <a:gd name="T10" fmla="*/ 210 w 563"/>
                  <a:gd name="T11" fmla="*/ 0 h 910"/>
                  <a:gd name="T12" fmla="*/ 244 w 563"/>
                  <a:gd name="T13" fmla="*/ 0 h 910"/>
                  <a:gd name="T14" fmla="*/ 262 w 563"/>
                  <a:gd name="T15" fmla="*/ 1 h 910"/>
                  <a:gd name="T16" fmla="*/ 280 w 563"/>
                  <a:gd name="T17" fmla="*/ 2 h 910"/>
                  <a:gd name="T18" fmla="*/ 299 w 563"/>
                  <a:gd name="T19" fmla="*/ 4 h 910"/>
                  <a:gd name="T20" fmla="*/ 319 w 563"/>
                  <a:gd name="T21" fmla="*/ 7 h 910"/>
                  <a:gd name="T22" fmla="*/ 338 w 563"/>
                  <a:gd name="T23" fmla="*/ 10 h 910"/>
                  <a:gd name="T24" fmla="*/ 358 w 563"/>
                  <a:gd name="T25" fmla="*/ 14 h 910"/>
                  <a:gd name="T26" fmla="*/ 379 w 563"/>
                  <a:gd name="T27" fmla="*/ 19 h 910"/>
                  <a:gd name="T28" fmla="*/ 399 w 563"/>
                  <a:gd name="T29" fmla="*/ 24 h 910"/>
                  <a:gd name="T30" fmla="*/ 420 w 563"/>
                  <a:gd name="T31" fmla="*/ 31 h 910"/>
                  <a:gd name="T32" fmla="*/ 440 w 563"/>
                  <a:gd name="T33" fmla="*/ 38 h 910"/>
                  <a:gd name="T34" fmla="*/ 462 w 563"/>
                  <a:gd name="T35" fmla="*/ 46 h 910"/>
                  <a:gd name="T36" fmla="*/ 482 w 563"/>
                  <a:gd name="T37" fmla="*/ 56 h 910"/>
                  <a:gd name="T38" fmla="*/ 503 w 563"/>
                  <a:gd name="T39" fmla="*/ 67 h 910"/>
                  <a:gd name="T40" fmla="*/ 523 w 563"/>
                  <a:gd name="T41" fmla="*/ 78 h 910"/>
                  <a:gd name="T42" fmla="*/ 543 w 563"/>
                  <a:gd name="T43" fmla="*/ 91 h 910"/>
                  <a:gd name="T44" fmla="*/ 563 w 563"/>
                  <a:gd name="T45" fmla="*/ 106 h 910"/>
                  <a:gd name="T46" fmla="*/ 563 w 563"/>
                  <a:gd name="T47" fmla="*/ 873 h 910"/>
                  <a:gd name="T48" fmla="*/ 550 w 563"/>
                  <a:gd name="T49" fmla="*/ 876 h 910"/>
                  <a:gd name="T50" fmla="*/ 515 w 563"/>
                  <a:gd name="T51" fmla="*/ 884 h 910"/>
                  <a:gd name="T52" fmla="*/ 490 w 563"/>
                  <a:gd name="T53" fmla="*/ 889 h 910"/>
                  <a:gd name="T54" fmla="*/ 462 w 563"/>
                  <a:gd name="T55" fmla="*/ 895 h 910"/>
                  <a:gd name="T56" fmla="*/ 429 w 563"/>
                  <a:gd name="T57" fmla="*/ 899 h 910"/>
                  <a:gd name="T58" fmla="*/ 393 w 563"/>
                  <a:gd name="T59" fmla="*/ 904 h 910"/>
                  <a:gd name="T60" fmla="*/ 354 w 563"/>
                  <a:gd name="T61" fmla="*/ 907 h 910"/>
                  <a:gd name="T62" fmla="*/ 314 w 563"/>
                  <a:gd name="T63" fmla="*/ 909 h 910"/>
                  <a:gd name="T64" fmla="*/ 293 w 563"/>
                  <a:gd name="T65" fmla="*/ 910 h 910"/>
                  <a:gd name="T66" fmla="*/ 272 w 563"/>
                  <a:gd name="T67" fmla="*/ 910 h 910"/>
                  <a:gd name="T68" fmla="*/ 249 w 563"/>
                  <a:gd name="T69" fmla="*/ 909 h 910"/>
                  <a:gd name="T70" fmla="*/ 228 w 563"/>
                  <a:gd name="T71" fmla="*/ 908 h 910"/>
                  <a:gd name="T72" fmla="*/ 205 w 563"/>
                  <a:gd name="T73" fmla="*/ 906 h 910"/>
                  <a:gd name="T74" fmla="*/ 183 w 563"/>
                  <a:gd name="T75" fmla="*/ 904 h 910"/>
                  <a:gd name="T76" fmla="*/ 160 w 563"/>
                  <a:gd name="T77" fmla="*/ 900 h 910"/>
                  <a:gd name="T78" fmla="*/ 138 w 563"/>
                  <a:gd name="T79" fmla="*/ 896 h 910"/>
                  <a:gd name="T80" fmla="*/ 117 w 563"/>
                  <a:gd name="T81" fmla="*/ 892 h 910"/>
                  <a:gd name="T82" fmla="*/ 94 w 563"/>
                  <a:gd name="T83" fmla="*/ 886 h 910"/>
                  <a:gd name="T84" fmla="*/ 72 w 563"/>
                  <a:gd name="T85" fmla="*/ 880 h 910"/>
                  <a:gd name="T86" fmla="*/ 50 w 563"/>
                  <a:gd name="T87" fmla="*/ 873 h 910"/>
                  <a:gd name="T88" fmla="*/ 0 w 563"/>
                  <a:gd name="T89" fmla="*/ 121 h 910"/>
                  <a:gd name="T90" fmla="*/ 4 w 563"/>
                  <a:gd name="T91" fmla="*/ 109 h 910"/>
                  <a:gd name="T92" fmla="*/ 17 w 563"/>
                  <a:gd name="T93" fmla="*/ 80 h 910"/>
                  <a:gd name="T94" fmla="*/ 22 w 563"/>
                  <a:gd name="T95" fmla="*/ 71 h 910"/>
                  <a:gd name="T96" fmla="*/ 28 w 563"/>
                  <a:gd name="T97" fmla="*/ 63 h 910"/>
                  <a:gd name="T98" fmla="*/ 35 w 563"/>
                  <a:gd name="T99" fmla="*/ 54 h 910"/>
                  <a:gd name="T100" fmla="*/ 43 w 563"/>
                  <a:gd name="T101" fmla="*/ 45 h 910"/>
                  <a:gd name="T102" fmla="*/ 52 w 563"/>
                  <a:gd name="T103" fmla="*/ 37 h 910"/>
                  <a:gd name="T104" fmla="*/ 60 w 563"/>
                  <a:gd name="T105" fmla="*/ 29 h 910"/>
                  <a:gd name="T106" fmla="*/ 72 w 563"/>
                  <a:gd name="T107" fmla="*/ 21 h 910"/>
                  <a:gd name="T108" fmla="*/ 83 w 563"/>
                  <a:gd name="T109" fmla="*/ 15 h 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63" h="910">
                    <a:moveTo>
                      <a:pt x="83" y="15"/>
                    </a:moveTo>
                    <a:lnTo>
                      <a:pt x="94" y="12"/>
                    </a:lnTo>
                    <a:lnTo>
                      <a:pt x="128" y="7"/>
                    </a:lnTo>
                    <a:lnTo>
                      <a:pt x="152" y="4"/>
                    </a:lnTo>
                    <a:lnTo>
                      <a:pt x="179" y="2"/>
                    </a:lnTo>
                    <a:lnTo>
                      <a:pt x="210" y="0"/>
                    </a:lnTo>
                    <a:lnTo>
                      <a:pt x="244" y="0"/>
                    </a:lnTo>
                    <a:lnTo>
                      <a:pt x="262" y="1"/>
                    </a:lnTo>
                    <a:lnTo>
                      <a:pt x="280" y="2"/>
                    </a:lnTo>
                    <a:lnTo>
                      <a:pt x="299" y="4"/>
                    </a:lnTo>
                    <a:lnTo>
                      <a:pt x="319" y="7"/>
                    </a:lnTo>
                    <a:lnTo>
                      <a:pt x="338" y="10"/>
                    </a:lnTo>
                    <a:lnTo>
                      <a:pt x="358" y="14"/>
                    </a:lnTo>
                    <a:lnTo>
                      <a:pt x="379" y="19"/>
                    </a:lnTo>
                    <a:lnTo>
                      <a:pt x="399" y="24"/>
                    </a:lnTo>
                    <a:lnTo>
                      <a:pt x="420" y="31"/>
                    </a:lnTo>
                    <a:lnTo>
                      <a:pt x="440" y="38"/>
                    </a:lnTo>
                    <a:lnTo>
                      <a:pt x="462" y="46"/>
                    </a:lnTo>
                    <a:lnTo>
                      <a:pt x="482" y="56"/>
                    </a:lnTo>
                    <a:lnTo>
                      <a:pt x="503" y="67"/>
                    </a:lnTo>
                    <a:lnTo>
                      <a:pt x="523" y="78"/>
                    </a:lnTo>
                    <a:lnTo>
                      <a:pt x="543" y="91"/>
                    </a:lnTo>
                    <a:lnTo>
                      <a:pt x="563" y="106"/>
                    </a:lnTo>
                    <a:lnTo>
                      <a:pt x="563" y="873"/>
                    </a:lnTo>
                    <a:lnTo>
                      <a:pt x="550" y="876"/>
                    </a:lnTo>
                    <a:lnTo>
                      <a:pt x="515" y="884"/>
                    </a:lnTo>
                    <a:lnTo>
                      <a:pt x="490" y="889"/>
                    </a:lnTo>
                    <a:lnTo>
                      <a:pt x="462" y="895"/>
                    </a:lnTo>
                    <a:lnTo>
                      <a:pt x="429" y="899"/>
                    </a:lnTo>
                    <a:lnTo>
                      <a:pt x="393" y="904"/>
                    </a:lnTo>
                    <a:lnTo>
                      <a:pt x="354" y="907"/>
                    </a:lnTo>
                    <a:lnTo>
                      <a:pt x="314" y="909"/>
                    </a:lnTo>
                    <a:lnTo>
                      <a:pt x="293" y="910"/>
                    </a:lnTo>
                    <a:lnTo>
                      <a:pt x="272" y="910"/>
                    </a:lnTo>
                    <a:lnTo>
                      <a:pt x="249" y="909"/>
                    </a:lnTo>
                    <a:lnTo>
                      <a:pt x="228" y="908"/>
                    </a:lnTo>
                    <a:lnTo>
                      <a:pt x="205" y="906"/>
                    </a:lnTo>
                    <a:lnTo>
                      <a:pt x="183" y="904"/>
                    </a:lnTo>
                    <a:lnTo>
                      <a:pt x="160" y="900"/>
                    </a:lnTo>
                    <a:lnTo>
                      <a:pt x="138" y="896"/>
                    </a:lnTo>
                    <a:lnTo>
                      <a:pt x="117" y="892"/>
                    </a:lnTo>
                    <a:lnTo>
                      <a:pt x="94" y="886"/>
                    </a:lnTo>
                    <a:lnTo>
                      <a:pt x="72" y="880"/>
                    </a:lnTo>
                    <a:lnTo>
                      <a:pt x="50" y="873"/>
                    </a:lnTo>
                    <a:lnTo>
                      <a:pt x="0" y="121"/>
                    </a:lnTo>
                    <a:lnTo>
                      <a:pt x="4" y="109"/>
                    </a:lnTo>
                    <a:lnTo>
                      <a:pt x="17" y="80"/>
                    </a:lnTo>
                    <a:lnTo>
                      <a:pt x="22" y="71"/>
                    </a:lnTo>
                    <a:lnTo>
                      <a:pt x="28" y="63"/>
                    </a:lnTo>
                    <a:lnTo>
                      <a:pt x="35" y="54"/>
                    </a:lnTo>
                    <a:lnTo>
                      <a:pt x="43" y="45"/>
                    </a:lnTo>
                    <a:lnTo>
                      <a:pt x="52" y="37"/>
                    </a:lnTo>
                    <a:lnTo>
                      <a:pt x="60" y="29"/>
                    </a:lnTo>
                    <a:lnTo>
                      <a:pt x="72" y="21"/>
                    </a:lnTo>
                    <a:lnTo>
                      <a:pt x="83" y="15"/>
                    </a:lnTo>
                    <a:close/>
                  </a:path>
                </a:pathLst>
              </a:custGeom>
              <a:solidFill>
                <a:srgbClr val="67A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5" name="Freeform 66">
                <a:extLst>
                  <a:ext uri="{FF2B5EF4-FFF2-40B4-BE49-F238E27FC236}">
                    <a16:creationId xmlns:a16="http://schemas.microsoft.com/office/drawing/2014/main" id="{F3DBD977-8254-47F1-AC35-56BA4BEBD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0988" y="1995488"/>
                <a:ext cx="79375" cy="80963"/>
              </a:xfrm>
              <a:custGeom>
                <a:avLst/>
                <a:gdLst>
                  <a:gd name="T0" fmla="*/ 166 w 247"/>
                  <a:gd name="T1" fmla="*/ 32 h 204"/>
                  <a:gd name="T2" fmla="*/ 247 w 247"/>
                  <a:gd name="T3" fmla="*/ 97 h 204"/>
                  <a:gd name="T4" fmla="*/ 245 w 247"/>
                  <a:gd name="T5" fmla="*/ 103 h 204"/>
                  <a:gd name="T6" fmla="*/ 237 w 247"/>
                  <a:gd name="T7" fmla="*/ 118 h 204"/>
                  <a:gd name="T8" fmla="*/ 231 w 247"/>
                  <a:gd name="T9" fmla="*/ 128 h 204"/>
                  <a:gd name="T10" fmla="*/ 223 w 247"/>
                  <a:gd name="T11" fmla="*/ 139 h 204"/>
                  <a:gd name="T12" fmla="*/ 215 w 247"/>
                  <a:gd name="T13" fmla="*/ 150 h 204"/>
                  <a:gd name="T14" fmla="*/ 205 w 247"/>
                  <a:gd name="T15" fmla="*/ 162 h 204"/>
                  <a:gd name="T16" fmla="*/ 192 w 247"/>
                  <a:gd name="T17" fmla="*/ 172 h 204"/>
                  <a:gd name="T18" fmla="*/ 180 w 247"/>
                  <a:gd name="T19" fmla="*/ 182 h 204"/>
                  <a:gd name="T20" fmla="*/ 172 w 247"/>
                  <a:gd name="T21" fmla="*/ 187 h 204"/>
                  <a:gd name="T22" fmla="*/ 165 w 247"/>
                  <a:gd name="T23" fmla="*/ 191 h 204"/>
                  <a:gd name="T24" fmla="*/ 157 w 247"/>
                  <a:gd name="T25" fmla="*/ 195 h 204"/>
                  <a:gd name="T26" fmla="*/ 148 w 247"/>
                  <a:gd name="T27" fmla="*/ 198 h 204"/>
                  <a:gd name="T28" fmla="*/ 140 w 247"/>
                  <a:gd name="T29" fmla="*/ 200 h 204"/>
                  <a:gd name="T30" fmla="*/ 130 w 247"/>
                  <a:gd name="T31" fmla="*/ 202 h 204"/>
                  <a:gd name="T32" fmla="*/ 121 w 247"/>
                  <a:gd name="T33" fmla="*/ 204 h 204"/>
                  <a:gd name="T34" fmla="*/ 111 w 247"/>
                  <a:gd name="T35" fmla="*/ 204 h 204"/>
                  <a:gd name="T36" fmla="*/ 100 w 247"/>
                  <a:gd name="T37" fmla="*/ 204 h 204"/>
                  <a:gd name="T38" fmla="*/ 88 w 247"/>
                  <a:gd name="T39" fmla="*/ 203 h 204"/>
                  <a:gd name="T40" fmla="*/ 77 w 247"/>
                  <a:gd name="T41" fmla="*/ 201 h 204"/>
                  <a:gd name="T42" fmla="*/ 66 w 247"/>
                  <a:gd name="T43" fmla="*/ 198 h 204"/>
                  <a:gd name="T44" fmla="*/ 55 w 247"/>
                  <a:gd name="T45" fmla="*/ 194 h 204"/>
                  <a:gd name="T46" fmla="*/ 45 w 247"/>
                  <a:gd name="T47" fmla="*/ 190 h 204"/>
                  <a:gd name="T48" fmla="*/ 36 w 247"/>
                  <a:gd name="T49" fmla="*/ 186 h 204"/>
                  <a:gd name="T50" fmla="*/ 27 w 247"/>
                  <a:gd name="T51" fmla="*/ 181 h 204"/>
                  <a:gd name="T52" fmla="*/ 21 w 247"/>
                  <a:gd name="T53" fmla="*/ 176 h 204"/>
                  <a:gd name="T54" fmla="*/ 16 w 247"/>
                  <a:gd name="T55" fmla="*/ 172 h 204"/>
                  <a:gd name="T56" fmla="*/ 11 w 247"/>
                  <a:gd name="T57" fmla="*/ 167 h 204"/>
                  <a:gd name="T58" fmla="*/ 7 w 247"/>
                  <a:gd name="T59" fmla="*/ 161 h 204"/>
                  <a:gd name="T60" fmla="*/ 5 w 247"/>
                  <a:gd name="T61" fmla="*/ 156 h 204"/>
                  <a:gd name="T62" fmla="*/ 2 w 247"/>
                  <a:gd name="T63" fmla="*/ 151 h 204"/>
                  <a:gd name="T64" fmla="*/ 1 w 247"/>
                  <a:gd name="T65" fmla="*/ 145 h 204"/>
                  <a:gd name="T66" fmla="*/ 0 w 247"/>
                  <a:gd name="T67" fmla="*/ 140 h 204"/>
                  <a:gd name="T68" fmla="*/ 1 w 247"/>
                  <a:gd name="T69" fmla="*/ 129 h 204"/>
                  <a:gd name="T70" fmla="*/ 3 w 247"/>
                  <a:gd name="T71" fmla="*/ 119 h 204"/>
                  <a:gd name="T72" fmla="*/ 7 w 247"/>
                  <a:gd name="T73" fmla="*/ 109 h 204"/>
                  <a:gd name="T74" fmla="*/ 12 w 247"/>
                  <a:gd name="T75" fmla="*/ 99 h 204"/>
                  <a:gd name="T76" fmla="*/ 18 w 247"/>
                  <a:gd name="T77" fmla="*/ 91 h 204"/>
                  <a:gd name="T78" fmla="*/ 23 w 247"/>
                  <a:gd name="T79" fmla="*/ 83 h 204"/>
                  <a:gd name="T80" fmla="*/ 33 w 247"/>
                  <a:gd name="T81" fmla="*/ 72 h 204"/>
                  <a:gd name="T82" fmla="*/ 37 w 247"/>
                  <a:gd name="T83" fmla="*/ 68 h 204"/>
                  <a:gd name="T84" fmla="*/ 37 w 247"/>
                  <a:gd name="T85" fmla="*/ 0 h 204"/>
                  <a:gd name="T86" fmla="*/ 166 w 247"/>
                  <a:gd name="T87" fmla="*/ 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7" h="204">
                    <a:moveTo>
                      <a:pt x="166" y="32"/>
                    </a:moveTo>
                    <a:lnTo>
                      <a:pt x="247" y="97"/>
                    </a:lnTo>
                    <a:lnTo>
                      <a:pt x="245" y="103"/>
                    </a:lnTo>
                    <a:lnTo>
                      <a:pt x="237" y="118"/>
                    </a:lnTo>
                    <a:lnTo>
                      <a:pt x="231" y="128"/>
                    </a:lnTo>
                    <a:lnTo>
                      <a:pt x="223" y="139"/>
                    </a:lnTo>
                    <a:lnTo>
                      <a:pt x="215" y="150"/>
                    </a:lnTo>
                    <a:lnTo>
                      <a:pt x="205" y="162"/>
                    </a:lnTo>
                    <a:lnTo>
                      <a:pt x="192" y="172"/>
                    </a:lnTo>
                    <a:lnTo>
                      <a:pt x="180" y="182"/>
                    </a:lnTo>
                    <a:lnTo>
                      <a:pt x="172" y="187"/>
                    </a:lnTo>
                    <a:lnTo>
                      <a:pt x="165" y="191"/>
                    </a:lnTo>
                    <a:lnTo>
                      <a:pt x="157" y="195"/>
                    </a:lnTo>
                    <a:lnTo>
                      <a:pt x="148" y="198"/>
                    </a:lnTo>
                    <a:lnTo>
                      <a:pt x="140" y="200"/>
                    </a:lnTo>
                    <a:lnTo>
                      <a:pt x="130" y="202"/>
                    </a:lnTo>
                    <a:lnTo>
                      <a:pt x="121" y="204"/>
                    </a:lnTo>
                    <a:lnTo>
                      <a:pt x="111" y="204"/>
                    </a:lnTo>
                    <a:lnTo>
                      <a:pt x="100" y="204"/>
                    </a:lnTo>
                    <a:lnTo>
                      <a:pt x="88" y="203"/>
                    </a:lnTo>
                    <a:lnTo>
                      <a:pt x="77" y="201"/>
                    </a:lnTo>
                    <a:lnTo>
                      <a:pt x="66" y="198"/>
                    </a:lnTo>
                    <a:lnTo>
                      <a:pt x="55" y="194"/>
                    </a:lnTo>
                    <a:lnTo>
                      <a:pt x="45" y="190"/>
                    </a:lnTo>
                    <a:lnTo>
                      <a:pt x="36" y="186"/>
                    </a:lnTo>
                    <a:lnTo>
                      <a:pt x="27" y="181"/>
                    </a:lnTo>
                    <a:lnTo>
                      <a:pt x="21" y="176"/>
                    </a:lnTo>
                    <a:lnTo>
                      <a:pt x="16" y="172"/>
                    </a:lnTo>
                    <a:lnTo>
                      <a:pt x="11" y="167"/>
                    </a:lnTo>
                    <a:lnTo>
                      <a:pt x="7" y="161"/>
                    </a:lnTo>
                    <a:lnTo>
                      <a:pt x="5" y="156"/>
                    </a:lnTo>
                    <a:lnTo>
                      <a:pt x="2" y="151"/>
                    </a:lnTo>
                    <a:lnTo>
                      <a:pt x="1" y="145"/>
                    </a:lnTo>
                    <a:lnTo>
                      <a:pt x="0" y="140"/>
                    </a:lnTo>
                    <a:lnTo>
                      <a:pt x="1" y="129"/>
                    </a:lnTo>
                    <a:lnTo>
                      <a:pt x="3" y="119"/>
                    </a:lnTo>
                    <a:lnTo>
                      <a:pt x="7" y="109"/>
                    </a:lnTo>
                    <a:lnTo>
                      <a:pt x="12" y="99"/>
                    </a:lnTo>
                    <a:lnTo>
                      <a:pt x="18" y="91"/>
                    </a:lnTo>
                    <a:lnTo>
                      <a:pt x="23" y="83"/>
                    </a:lnTo>
                    <a:lnTo>
                      <a:pt x="33" y="72"/>
                    </a:lnTo>
                    <a:lnTo>
                      <a:pt x="37" y="68"/>
                    </a:lnTo>
                    <a:lnTo>
                      <a:pt x="37" y="0"/>
                    </a:lnTo>
                    <a:lnTo>
                      <a:pt x="166" y="32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6" name="Freeform 67">
                <a:extLst>
                  <a:ext uri="{FF2B5EF4-FFF2-40B4-BE49-F238E27FC236}">
                    <a16:creationId xmlns:a16="http://schemas.microsoft.com/office/drawing/2014/main" id="{543ED799-50A5-42B8-AF47-E1624C922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0351" y="1909763"/>
                <a:ext cx="120650" cy="138113"/>
              </a:xfrm>
              <a:custGeom>
                <a:avLst/>
                <a:gdLst>
                  <a:gd name="T0" fmla="*/ 363 w 379"/>
                  <a:gd name="T1" fmla="*/ 144 h 349"/>
                  <a:gd name="T2" fmla="*/ 353 w 379"/>
                  <a:gd name="T3" fmla="*/ 142 h 349"/>
                  <a:gd name="T4" fmla="*/ 339 w 379"/>
                  <a:gd name="T5" fmla="*/ 149 h 349"/>
                  <a:gd name="T6" fmla="*/ 323 w 379"/>
                  <a:gd name="T7" fmla="*/ 168 h 349"/>
                  <a:gd name="T8" fmla="*/ 315 w 379"/>
                  <a:gd name="T9" fmla="*/ 190 h 349"/>
                  <a:gd name="T10" fmla="*/ 289 w 379"/>
                  <a:gd name="T11" fmla="*/ 185 h 349"/>
                  <a:gd name="T12" fmla="*/ 281 w 379"/>
                  <a:gd name="T13" fmla="*/ 178 h 349"/>
                  <a:gd name="T14" fmla="*/ 288 w 379"/>
                  <a:gd name="T15" fmla="*/ 149 h 349"/>
                  <a:gd name="T16" fmla="*/ 299 w 379"/>
                  <a:gd name="T17" fmla="*/ 120 h 349"/>
                  <a:gd name="T18" fmla="*/ 303 w 379"/>
                  <a:gd name="T19" fmla="*/ 108 h 349"/>
                  <a:gd name="T20" fmla="*/ 311 w 379"/>
                  <a:gd name="T21" fmla="*/ 103 h 349"/>
                  <a:gd name="T22" fmla="*/ 341 w 379"/>
                  <a:gd name="T23" fmla="*/ 71 h 349"/>
                  <a:gd name="T24" fmla="*/ 353 w 379"/>
                  <a:gd name="T25" fmla="*/ 52 h 349"/>
                  <a:gd name="T26" fmla="*/ 336 w 379"/>
                  <a:gd name="T27" fmla="*/ 48 h 349"/>
                  <a:gd name="T28" fmla="*/ 293 w 379"/>
                  <a:gd name="T29" fmla="*/ 42 h 349"/>
                  <a:gd name="T30" fmla="*/ 253 w 379"/>
                  <a:gd name="T31" fmla="*/ 26 h 349"/>
                  <a:gd name="T32" fmla="*/ 221 w 379"/>
                  <a:gd name="T33" fmla="*/ 9 h 349"/>
                  <a:gd name="T34" fmla="*/ 176 w 379"/>
                  <a:gd name="T35" fmla="*/ 1 h 349"/>
                  <a:gd name="T36" fmla="*/ 148 w 379"/>
                  <a:gd name="T37" fmla="*/ 1 h 349"/>
                  <a:gd name="T38" fmla="*/ 125 w 379"/>
                  <a:gd name="T39" fmla="*/ 7 h 349"/>
                  <a:gd name="T40" fmla="*/ 116 w 379"/>
                  <a:gd name="T41" fmla="*/ 9 h 349"/>
                  <a:gd name="T42" fmla="*/ 99 w 379"/>
                  <a:gd name="T43" fmla="*/ 16 h 349"/>
                  <a:gd name="T44" fmla="*/ 61 w 379"/>
                  <a:gd name="T45" fmla="*/ 36 h 349"/>
                  <a:gd name="T46" fmla="*/ 36 w 379"/>
                  <a:gd name="T47" fmla="*/ 43 h 349"/>
                  <a:gd name="T48" fmla="*/ 20 w 379"/>
                  <a:gd name="T49" fmla="*/ 51 h 349"/>
                  <a:gd name="T50" fmla="*/ 10 w 379"/>
                  <a:gd name="T51" fmla="*/ 58 h 349"/>
                  <a:gd name="T52" fmla="*/ 3 w 379"/>
                  <a:gd name="T53" fmla="*/ 69 h 349"/>
                  <a:gd name="T54" fmla="*/ 0 w 379"/>
                  <a:gd name="T55" fmla="*/ 90 h 349"/>
                  <a:gd name="T56" fmla="*/ 0 w 379"/>
                  <a:gd name="T57" fmla="*/ 122 h 349"/>
                  <a:gd name="T58" fmla="*/ 6 w 379"/>
                  <a:gd name="T59" fmla="*/ 171 h 349"/>
                  <a:gd name="T60" fmla="*/ 19 w 379"/>
                  <a:gd name="T61" fmla="*/ 225 h 349"/>
                  <a:gd name="T62" fmla="*/ 40 w 379"/>
                  <a:gd name="T63" fmla="*/ 271 h 349"/>
                  <a:gd name="T64" fmla="*/ 64 w 379"/>
                  <a:gd name="T65" fmla="*/ 305 h 349"/>
                  <a:gd name="T66" fmla="*/ 88 w 379"/>
                  <a:gd name="T67" fmla="*/ 328 h 349"/>
                  <a:gd name="T68" fmla="*/ 113 w 379"/>
                  <a:gd name="T69" fmla="*/ 342 h 349"/>
                  <a:gd name="T70" fmla="*/ 139 w 379"/>
                  <a:gd name="T71" fmla="*/ 348 h 349"/>
                  <a:gd name="T72" fmla="*/ 180 w 379"/>
                  <a:gd name="T73" fmla="*/ 346 h 349"/>
                  <a:gd name="T74" fmla="*/ 215 w 379"/>
                  <a:gd name="T75" fmla="*/ 336 h 349"/>
                  <a:gd name="T76" fmla="*/ 245 w 379"/>
                  <a:gd name="T77" fmla="*/ 319 h 349"/>
                  <a:gd name="T78" fmla="*/ 278 w 379"/>
                  <a:gd name="T79" fmla="*/ 290 h 349"/>
                  <a:gd name="T80" fmla="*/ 305 w 379"/>
                  <a:gd name="T81" fmla="*/ 252 h 349"/>
                  <a:gd name="T82" fmla="*/ 324 w 379"/>
                  <a:gd name="T83" fmla="*/ 225 h 349"/>
                  <a:gd name="T84" fmla="*/ 334 w 379"/>
                  <a:gd name="T85" fmla="*/ 229 h 349"/>
                  <a:gd name="T86" fmla="*/ 340 w 379"/>
                  <a:gd name="T87" fmla="*/ 229 h 349"/>
                  <a:gd name="T88" fmla="*/ 350 w 379"/>
                  <a:gd name="T89" fmla="*/ 223 h 349"/>
                  <a:gd name="T90" fmla="*/ 370 w 379"/>
                  <a:gd name="T91" fmla="*/ 195 h 349"/>
                  <a:gd name="T92" fmla="*/ 379 w 379"/>
                  <a:gd name="T93" fmla="*/ 170 h 349"/>
                  <a:gd name="T94" fmla="*/ 379 w 379"/>
                  <a:gd name="T95" fmla="*/ 162 h 349"/>
                  <a:gd name="T96" fmla="*/ 370 w 379"/>
                  <a:gd name="T97" fmla="*/ 15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79" h="349">
                    <a:moveTo>
                      <a:pt x="370" y="150"/>
                    </a:moveTo>
                    <a:lnTo>
                      <a:pt x="366" y="146"/>
                    </a:lnTo>
                    <a:lnTo>
                      <a:pt x="363" y="144"/>
                    </a:lnTo>
                    <a:lnTo>
                      <a:pt x="359" y="143"/>
                    </a:lnTo>
                    <a:lnTo>
                      <a:pt x="355" y="142"/>
                    </a:lnTo>
                    <a:lnTo>
                      <a:pt x="353" y="142"/>
                    </a:lnTo>
                    <a:lnTo>
                      <a:pt x="350" y="143"/>
                    </a:lnTo>
                    <a:lnTo>
                      <a:pt x="344" y="145"/>
                    </a:lnTo>
                    <a:lnTo>
                      <a:pt x="339" y="149"/>
                    </a:lnTo>
                    <a:lnTo>
                      <a:pt x="333" y="153"/>
                    </a:lnTo>
                    <a:lnTo>
                      <a:pt x="328" y="160"/>
                    </a:lnTo>
                    <a:lnTo>
                      <a:pt x="323" y="168"/>
                    </a:lnTo>
                    <a:lnTo>
                      <a:pt x="319" y="176"/>
                    </a:lnTo>
                    <a:lnTo>
                      <a:pt x="316" y="183"/>
                    </a:lnTo>
                    <a:lnTo>
                      <a:pt x="315" y="190"/>
                    </a:lnTo>
                    <a:lnTo>
                      <a:pt x="310" y="188"/>
                    </a:lnTo>
                    <a:lnTo>
                      <a:pt x="295" y="186"/>
                    </a:lnTo>
                    <a:lnTo>
                      <a:pt x="289" y="185"/>
                    </a:lnTo>
                    <a:lnTo>
                      <a:pt x="285" y="184"/>
                    </a:lnTo>
                    <a:lnTo>
                      <a:pt x="283" y="181"/>
                    </a:lnTo>
                    <a:lnTo>
                      <a:pt x="281" y="178"/>
                    </a:lnTo>
                    <a:lnTo>
                      <a:pt x="283" y="170"/>
                    </a:lnTo>
                    <a:lnTo>
                      <a:pt x="284" y="160"/>
                    </a:lnTo>
                    <a:lnTo>
                      <a:pt x="288" y="149"/>
                    </a:lnTo>
                    <a:lnTo>
                      <a:pt x="293" y="136"/>
                    </a:lnTo>
                    <a:lnTo>
                      <a:pt x="296" y="128"/>
                    </a:lnTo>
                    <a:lnTo>
                      <a:pt x="299" y="120"/>
                    </a:lnTo>
                    <a:lnTo>
                      <a:pt x="301" y="112"/>
                    </a:lnTo>
                    <a:lnTo>
                      <a:pt x="303" y="106"/>
                    </a:lnTo>
                    <a:lnTo>
                      <a:pt x="303" y="108"/>
                    </a:lnTo>
                    <a:lnTo>
                      <a:pt x="305" y="108"/>
                    </a:lnTo>
                    <a:lnTo>
                      <a:pt x="308" y="106"/>
                    </a:lnTo>
                    <a:lnTo>
                      <a:pt x="311" y="103"/>
                    </a:lnTo>
                    <a:lnTo>
                      <a:pt x="320" y="94"/>
                    </a:lnTo>
                    <a:lnTo>
                      <a:pt x="331" y="83"/>
                    </a:lnTo>
                    <a:lnTo>
                      <a:pt x="341" y="71"/>
                    </a:lnTo>
                    <a:lnTo>
                      <a:pt x="349" y="60"/>
                    </a:lnTo>
                    <a:lnTo>
                      <a:pt x="351" y="55"/>
                    </a:lnTo>
                    <a:lnTo>
                      <a:pt x="353" y="52"/>
                    </a:lnTo>
                    <a:lnTo>
                      <a:pt x="353" y="49"/>
                    </a:lnTo>
                    <a:lnTo>
                      <a:pt x="351" y="49"/>
                    </a:lnTo>
                    <a:lnTo>
                      <a:pt x="336" y="48"/>
                    </a:lnTo>
                    <a:lnTo>
                      <a:pt x="323" y="47"/>
                    </a:lnTo>
                    <a:lnTo>
                      <a:pt x="308" y="45"/>
                    </a:lnTo>
                    <a:lnTo>
                      <a:pt x="293" y="42"/>
                    </a:lnTo>
                    <a:lnTo>
                      <a:pt x="279" y="37"/>
                    </a:lnTo>
                    <a:lnTo>
                      <a:pt x="265" y="32"/>
                    </a:lnTo>
                    <a:lnTo>
                      <a:pt x="253" y="26"/>
                    </a:lnTo>
                    <a:lnTo>
                      <a:pt x="243" y="18"/>
                    </a:lnTo>
                    <a:lnTo>
                      <a:pt x="235" y="13"/>
                    </a:lnTo>
                    <a:lnTo>
                      <a:pt x="221" y="9"/>
                    </a:lnTo>
                    <a:lnTo>
                      <a:pt x="205" y="5"/>
                    </a:lnTo>
                    <a:lnTo>
                      <a:pt x="185" y="2"/>
                    </a:lnTo>
                    <a:lnTo>
                      <a:pt x="176" y="1"/>
                    </a:lnTo>
                    <a:lnTo>
                      <a:pt x="166" y="0"/>
                    </a:lnTo>
                    <a:lnTo>
                      <a:pt x="156" y="0"/>
                    </a:lnTo>
                    <a:lnTo>
                      <a:pt x="148" y="1"/>
                    </a:lnTo>
                    <a:lnTo>
                      <a:pt x="139" y="2"/>
                    </a:lnTo>
                    <a:lnTo>
                      <a:pt x="131" y="4"/>
                    </a:lnTo>
                    <a:lnTo>
                      <a:pt x="125" y="7"/>
                    </a:lnTo>
                    <a:lnTo>
                      <a:pt x="120" y="10"/>
                    </a:lnTo>
                    <a:lnTo>
                      <a:pt x="119" y="9"/>
                    </a:lnTo>
                    <a:lnTo>
                      <a:pt x="116" y="9"/>
                    </a:lnTo>
                    <a:lnTo>
                      <a:pt x="114" y="10"/>
                    </a:lnTo>
                    <a:lnTo>
                      <a:pt x="109" y="11"/>
                    </a:lnTo>
                    <a:lnTo>
                      <a:pt x="99" y="16"/>
                    </a:lnTo>
                    <a:lnTo>
                      <a:pt x="86" y="23"/>
                    </a:lnTo>
                    <a:lnTo>
                      <a:pt x="74" y="30"/>
                    </a:lnTo>
                    <a:lnTo>
                      <a:pt x="61" y="36"/>
                    </a:lnTo>
                    <a:lnTo>
                      <a:pt x="50" y="41"/>
                    </a:lnTo>
                    <a:lnTo>
                      <a:pt x="43" y="42"/>
                    </a:lnTo>
                    <a:lnTo>
                      <a:pt x="36" y="43"/>
                    </a:lnTo>
                    <a:lnTo>
                      <a:pt x="31" y="45"/>
                    </a:lnTo>
                    <a:lnTo>
                      <a:pt x="26" y="48"/>
                    </a:lnTo>
                    <a:lnTo>
                      <a:pt x="20" y="51"/>
                    </a:lnTo>
                    <a:lnTo>
                      <a:pt x="16" y="53"/>
                    </a:lnTo>
                    <a:lnTo>
                      <a:pt x="13" y="55"/>
                    </a:lnTo>
                    <a:lnTo>
                      <a:pt x="10" y="58"/>
                    </a:lnTo>
                    <a:lnTo>
                      <a:pt x="6" y="62"/>
                    </a:lnTo>
                    <a:lnTo>
                      <a:pt x="5" y="65"/>
                    </a:lnTo>
                    <a:lnTo>
                      <a:pt x="3" y="69"/>
                    </a:lnTo>
                    <a:lnTo>
                      <a:pt x="1" y="80"/>
                    </a:lnTo>
                    <a:lnTo>
                      <a:pt x="1" y="90"/>
                    </a:lnTo>
                    <a:lnTo>
                      <a:pt x="0" y="90"/>
                    </a:lnTo>
                    <a:lnTo>
                      <a:pt x="0" y="92"/>
                    </a:lnTo>
                    <a:lnTo>
                      <a:pt x="0" y="107"/>
                    </a:lnTo>
                    <a:lnTo>
                      <a:pt x="0" y="122"/>
                    </a:lnTo>
                    <a:lnTo>
                      <a:pt x="1" y="137"/>
                    </a:lnTo>
                    <a:lnTo>
                      <a:pt x="3" y="152"/>
                    </a:lnTo>
                    <a:lnTo>
                      <a:pt x="6" y="171"/>
                    </a:lnTo>
                    <a:lnTo>
                      <a:pt x="10" y="190"/>
                    </a:lnTo>
                    <a:lnTo>
                      <a:pt x="14" y="208"/>
                    </a:lnTo>
                    <a:lnTo>
                      <a:pt x="19" y="225"/>
                    </a:lnTo>
                    <a:lnTo>
                      <a:pt x="25" y="241"/>
                    </a:lnTo>
                    <a:lnTo>
                      <a:pt x="33" y="257"/>
                    </a:lnTo>
                    <a:lnTo>
                      <a:pt x="40" y="271"/>
                    </a:lnTo>
                    <a:lnTo>
                      <a:pt x="48" y="285"/>
                    </a:lnTo>
                    <a:lnTo>
                      <a:pt x="55" y="296"/>
                    </a:lnTo>
                    <a:lnTo>
                      <a:pt x="64" y="305"/>
                    </a:lnTo>
                    <a:lnTo>
                      <a:pt x="71" y="314"/>
                    </a:lnTo>
                    <a:lnTo>
                      <a:pt x="80" y="322"/>
                    </a:lnTo>
                    <a:lnTo>
                      <a:pt x="88" y="328"/>
                    </a:lnTo>
                    <a:lnTo>
                      <a:pt x="96" y="333"/>
                    </a:lnTo>
                    <a:lnTo>
                      <a:pt x="104" y="338"/>
                    </a:lnTo>
                    <a:lnTo>
                      <a:pt x="113" y="342"/>
                    </a:lnTo>
                    <a:lnTo>
                      <a:pt x="121" y="345"/>
                    </a:lnTo>
                    <a:lnTo>
                      <a:pt x="130" y="347"/>
                    </a:lnTo>
                    <a:lnTo>
                      <a:pt x="139" y="348"/>
                    </a:lnTo>
                    <a:lnTo>
                      <a:pt x="149" y="349"/>
                    </a:lnTo>
                    <a:lnTo>
                      <a:pt x="165" y="348"/>
                    </a:lnTo>
                    <a:lnTo>
                      <a:pt x="180" y="346"/>
                    </a:lnTo>
                    <a:lnTo>
                      <a:pt x="195" y="343"/>
                    </a:lnTo>
                    <a:lnTo>
                      <a:pt x="209" y="339"/>
                    </a:lnTo>
                    <a:lnTo>
                      <a:pt x="215" y="336"/>
                    </a:lnTo>
                    <a:lnTo>
                      <a:pt x="221" y="333"/>
                    </a:lnTo>
                    <a:lnTo>
                      <a:pt x="234" y="327"/>
                    </a:lnTo>
                    <a:lnTo>
                      <a:pt x="245" y="319"/>
                    </a:lnTo>
                    <a:lnTo>
                      <a:pt x="256" y="311"/>
                    </a:lnTo>
                    <a:lnTo>
                      <a:pt x="268" y="301"/>
                    </a:lnTo>
                    <a:lnTo>
                      <a:pt x="278" y="290"/>
                    </a:lnTo>
                    <a:lnTo>
                      <a:pt x="288" y="279"/>
                    </a:lnTo>
                    <a:lnTo>
                      <a:pt x="296" y="266"/>
                    </a:lnTo>
                    <a:lnTo>
                      <a:pt x="305" y="252"/>
                    </a:lnTo>
                    <a:lnTo>
                      <a:pt x="314" y="238"/>
                    </a:lnTo>
                    <a:lnTo>
                      <a:pt x="321" y="223"/>
                    </a:lnTo>
                    <a:lnTo>
                      <a:pt x="324" y="225"/>
                    </a:lnTo>
                    <a:lnTo>
                      <a:pt x="326" y="227"/>
                    </a:lnTo>
                    <a:lnTo>
                      <a:pt x="330" y="229"/>
                    </a:lnTo>
                    <a:lnTo>
                      <a:pt x="334" y="229"/>
                    </a:lnTo>
                    <a:lnTo>
                      <a:pt x="335" y="229"/>
                    </a:lnTo>
                    <a:lnTo>
                      <a:pt x="336" y="229"/>
                    </a:lnTo>
                    <a:lnTo>
                      <a:pt x="340" y="229"/>
                    </a:lnTo>
                    <a:lnTo>
                      <a:pt x="343" y="228"/>
                    </a:lnTo>
                    <a:lnTo>
                      <a:pt x="346" y="226"/>
                    </a:lnTo>
                    <a:lnTo>
                      <a:pt x="350" y="223"/>
                    </a:lnTo>
                    <a:lnTo>
                      <a:pt x="358" y="215"/>
                    </a:lnTo>
                    <a:lnTo>
                      <a:pt x="365" y="205"/>
                    </a:lnTo>
                    <a:lnTo>
                      <a:pt x="370" y="195"/>
                    </a:lnTo>
                    <a:lnTo>
                      <a:pt x="375" y="186"/>
                    </a:lnTo>
                    <a:lnTo>
                      <a:pt x="378" y="177"/>
                    </a:lnTo>
                    <a:lnTo>
                      <a:pt x="379" y="170"/>
                    </a:lnTo>
                    <a:lnTo>
                      <a:pt x="379" y="168"/>
                    </a:lnTo>
                    <a:lnTo>
                      <a:pt x="379" y="167"/>
                    </a:lnTo>
                    <a:lnTo>
                      <a:pt x="379" y="162"/>
                    </a:lnTo>
                    <a:lnTo>
                      <a:pt x="376" y="158"/>
                    </a:lnTo>
                    <a:lnTo>
                      <a:pt x="374" y="154"/>
                    </a:lnTo>
                    <a:lnTo>
                      <a:pt x="370" y="15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7" name="Freeform 68">
                <a:extLst>
                  <a:ext uri="{FF2B5EF4-FFF2-40B4-BE49-F238E27FC236}">
                    <a16:creationId xmlns:a16="http://schemas.microsoft.com/office/drawing/2014/main" id="{E56635BF-FFB1-4EDD-A9A5-359C51335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4476" y="1873250"/>
                <a:ext cx="144463" cy="112713"/>
              </a:xfrm>
              <a:custGeom>
                <a:avLst/>
                <a:gdLst>
                  <a:gd name="T0" fmla="*/ 280 w 455"/>
                  <a:gd name="T1" fmla="*/ 0 h 283"/>
                  <a:gd name="T2" fmla="*/ 305 w 455"/>
                  <a:gd name="T3" fmla="*/ 1 h 283"/>
                  <a:gd name="T4" fmla="*/ 324 w 455"/>
                  <a:gd name="T5" fmla="*/ 4 h 283"/>
                  <a:gd name="T6" fmla="*/ 338 w 455"/>
                  <a:gd name="T7" fmla="*/ 9 h 283"/>
                  <a:gd name="T8" fmla="*/ 357 w 455"/>
                  <a:gd name="T9" fmla="*/ 24 h 283"/>
                  <a:gd name="T10" fmla="*/ 372 w 455"/>
                  <a:gd name="T11" fmla="*/ 33 h 283"/>
                  <a:gd name="T12" fmla="*/ 385 w 455"/>
                  <a:gd name="T13" fmla="*/ 33 h 283"/>
                  <a:gd name="T14" fmla="*/ 400 w 455"/>
                  <a:gd name="T15" fmla="*/ 35 h 283"/>
                  <a:gd name="T16" fmla="*/ 417 w 455"/>
                  <a:gd name="T17" fmla="*/ 43 h 283"/>
                  <a:gd name="T18" fmla="*/ 435 w 455"/>
                  <a:gd name="T19" fmla="*/ 62 h 283"/>
                  <a:gd name="T20" fmla="*/ 446 w 455"/>
                  <a:gd name="T21" fmla="*/ 82 h 283"/>
                  <a:gd name="T22" fmla="*/ 453 w 455"/>
                  <a:gd name="T23" fmla="*/ 103 h 283"/>
                  <a:gd name="T24" fmla="*/ 455 w 455"/>
                  <a:gd name="T25" fmla="*/ 124 h 283"/>
                  <a:gd name="T26" fmla="*/ 455 w 455"/>
                  <a:gd name="T27" fmla="*/ 152 h 283"/>
                  <a:gd name="T28" fmla="*/ 454 w 455"/>
                  <a:gd name="T29" fmla="*/ 181 h 283"/>
                  <a:gd name="T30" fmla="*/ 445 w 455"/>
                  <a:gd name="T31" fmla="*/ 210 h 283"/>
                  <a:gd name="T32" fmla="*/ 434 w 455"/>
                  <a:gd name="T33" fmla="*/ 246 h 283"/>
                  <a:gd name="T34" fmla="*/ 428 w 455"/>
                  <a:gd name="T35" fmla="*/ 266 h 283"/>
                  <a:gd name="T36" fmla="*/ 428 w 455"/>
                  <a:gd name="T37" fmla="*/ 261 h 283"/>
                  <a:gd name="T38" fmla="*/ 428 w 455"/>
                  <a:gd name="T39" fmla="*/ 255 h 283"/>
                  <a:gd name="T40" fmla="*/ 423 w 455"/>
                  <a:gd name="T41" fmla="*/ 247 h 283"/>
                  <a:gd name="T42" fmla="*/ 415 w 455"/>
                  <a:gd name="T43" fmla="*/ 239 h 283"/>
                  <a:gd name="T44" fmla="*/ 408 w 455"/>
                  <a:gd name="T45" fmla="*/ 236 h 283"/>
                  <a:gd name="T46" fmla="*/ 402 w 455"/>
                  <a:gd name="T47" fmla="*/ 235 h 283"/>
                  <a:gd name="T48" fmla="*/ 393 w 455"/>
                  <a:gd name="T49" fmla="*/ 238 h 283"/>
                  <a:gd name="T50" fmla="*/ 382 w 455"/>
                  <a:gd name="T51" fmla="*/ 246 h 283"/>
                  <a:gd name="T52" fmla="*/ 372 w 455"/>
                  <a:gd name="T53" fmla="*/ 261 h 283"/>
                  <a:gd name="T54" fmla="*/ 365 w 455"/>
                  <a:gd name="T55" fmla="*/ 276 h 283"/>
                  <a:gd name="T56" fmla="*/ 359 w 455"/>
                  <a:gd name="T57" fmla="*/ 281 h 283"/>
                  <a:gd name="T58" fmla="*/ 338 w 455"/>
                  <a:gd name="T59" fmla="*/ 278 h 283"/>
                  <a:gd name="T60" fmla="*/ 332 w 455"/>
                  <a:gd name="T61" fmla="*/ 274 h 283"/>
                  <a:gd name="T62" fmla="*/ 332 w 455"/>
                  <a:gd name="T63" fmla="*/ 263 h 283"/>
                  <a:gd name="T64" fmla="*/ 337 w 455"/>
                  <a:gd name="T65" fmla="*/ 242 h 283"/>
                  <a:gd name="T66" fmla="*/ 345 w 455"/>
                  <a:gd name="T67" fmla="*/ 221 h 283"/>
                  <a:gd name="T68" fmla="*/ 350 w 455"/>
                  <a:gd name="T69" fmla="*/ 205 h 283"/>
                  <a:gd name="T70" fmla="*/ 342 w 455"/>
                  <a:gd name="T71" fmla="*/ 203 h 283"/>
                  <a:gd name="T72" fmla="*/ 322 w 455"/>
                  <a:gd name="T73" fmla="*/ 209 h 283"/>
                  <a:gd name="T74" fmla="*/ 298 w 455"/>
                  <a:gd name="T75" fmla="*/ 213 h 283"/>
                  <a:gd name="T76" fmla="*/ 274 w 455"/>
                  <a:gd name="T77" fmla="*/ 214 h 283"/>
                  <a:gd name="T78" fmla="*/ 238 w 455"/>
                  <a:gd name="T79" fmla="*/ 211 h 283"/>
                  <a:gd name="T80" fmla="*/ 188 w 455"/>
                  <a:gd name="T81" fmla="*/ 203 h 283"/>
                  <a:gd name="T82" fmla="*/ 120 w 455"/>
                  <a:gd name="T83" fmla="*/ 185 h 283"/>
                  <a:gd name="T84" fmla="*/ 60 w 455"/>
                  <a:gd name="T85" fmla="*/ 165 h 283"/>
                  <a:gd name="T86" fmla="*/ 50 w 455"/>
                  <a:gd name="T87" fmla="*/ 173 h 283"/>
                  <a:gd name="T88" fmla="*/ 49 w 455"/>
                  <a:gd name="T89" fmla="*/ 183 h 283"/>
                  <a:gd name="T90" fmla="*/ 49 w 455"/>
                  <a:gd name="T91" fmla="*/ 200 h 283"/>
                  <a:gd name="T92" fmla="*/ 50 w 455"/>
                  <a:gd name="T93" fmla="*/ 230 h 283"/>
                  <a:gd name="T94" fmla="*/ 44 w 455"/>
                  <a:gd name="T95" fmla="*/ 239 h 283"/>
                  <a:gd name="T96" fmla="*/ 23 w 455"/>
                  <a:gd name="T97" fmla="*/ 220 h 283"/>
                  <a:gd name="T98" fmla="*/ 8 w 455"/>
                  <a:gd name="T99" fmla="*/ 194 h 283"/>
                  <a:gd name="T100" fmla="*/ 0 w 455"/>
                  <a:gd name="T101" fmla="*/ 171 h 283"/>
                  <a:gd name="T102" fmla="*/ 0 w 455"/>
                  <a:gd name="T103" fmla="*/ 149 h 283"/>
                  <a:gd name="T104" fmla="*/ 7 w 455"/>
                  <a:gd name="T105" fmla="*/ 126 h 283"/>
                  <a:gd name="T106" fmla="*/ 15 w 455"/>
                  <a:gd name="T107" fmla="*/ 102 h 283"/>
                  <a:gd name="T108" fmla="*/ 29 w 455"/>
                  <a:gd name="T109" fmla="*/ 83 h 283"/>
                  <a:gd name="T110" fmla="*/ 47 w 455"/>
                  <a:gd name="T111" fmla="*/ 67 h 283"/>
                  <a:gd name="T112" fmla="*/ 68 w 455"/>
                  <a:gd name="T113" fmla="*/ 52 h 283"/>
                  <a:gd name="T114" fmla="*/ 93 w 455"/>
                  <a:gd name="T115" fmla="*/ 37 h 283"/>
                  <a:gd name="T116" fmla="*/ 124 w 455"/>
                  <a:gd name="T117" fmla="*/ 22 h 283"/>
                  <a:gd name="T118" fmla="*/ 155 w 455"/>
                  <a:gd name="T119" fmla="*/ 10 h 283"/>
                  <a:gd name="T120" fmla="*/ 190 w 455"/>
                  <a:gd name="T121" fmla="*/ 3 h 283"/>
                  <a:gd name="T122" fmla="*/ 223 w 455"/>
                  <a:gd name="T123" fmla="*/ 1 h 283"/>
                  <a:gd name="T124" fmla="*/ 252 w 455"/>
                  <a:gd name="T125" fmla="*/ 1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55" h="283">
                    <a:moveTo>
                      <a:pt x="265" y="0"/>
                    </a:moveTo>
                    <a:lnTo>
                      <a:pt x="280" y="0"/>
                    </a:lnTo>
                    <a:lnTo>
                      <a:pt x="294" y="0"/>
                    </a:lnTo>
                    <a:lnTo>
                      <a:pt x="305" y="1"/>
                    </a:lnTo>
                    <a:lnTo>
                      <a:pt x="315" y="2"/>
                    </a:lnTo>
                    <a:lnTo>
                      <a:pt x="324" y="4"/>
                    </a:lnTo>
                    <a:lnTo>
                      <a:pt x="332" y="7"/>
                    </a:lnTo>
                    <a:lnTo>
                      <a:pt x="338" y="9"/>
                    </a:lnTo>
                    <a:lnTo>
                      <a:pt x="343" y="12"/>
                    </a:lnTo>
                    <a:lnTo>
                      <a:pt x="357" y="24"/>
                    </a:lnTo>
                    <a:lnTo>
                      <a:pt x="364" y="31"/>
                    </a:lnTo>
                    <a:lnTo>
                      <a:pt x="372" y="33"/>
                    </a:lnTo>
                    <a:lnTo>
                      <a:pt x="379" y="33"/>
                    </a:lnTo>
                    <a:lnTo>
                      <a:pt x="385" y="33"/>
                    </a:lnTo>
                    <a:lnTo>
                      <a:pt x="393" y="34"/>
                    </a:lnTo>
                    <a:lnTo>
                      <a:pt x="400" y="35"/>
                    </a:lnTo>
                    <a:lnTo>
                      <a:pt x="408" y="38"/>
                    </a:lnTo>
                    <a:lnTo>
                      <a:pt x="417" y="43"/>
                    </a:lnTo>
                    <a:lnTo>
                      <a:pt x="427" y="52"/>
                    </a:lnTo>
                    <a:lnTo>
                      <a:pt x="435" y="62"/>
                    </a:lnTo>
                    <a:lnTo>
                      <a:pt x="442" y="72"/>
                    </a:lnTo>
                    <a:lnTo>
                      <a:pt x="446" y="82"/>
                    </a:lnTo>
                    <a:lnTo>
                      <a:pt x="450" y="92"/>
                    </a:lnTo>
                    <a:lnTo>
                      <a:pt x="453" y="103"/>
                    </a:lnTo>
                    <a:lnTo>
                      <a:pt x="454" y="113"/>
                    </a:lnTo>
                    <a:lnTo>
                      <a:pt x="455" y="124"/>
                    </a:lnTo>
                    <a:lnTo>
                      <a:pt x="455" y="134"/>
                    </a:lnTo>
                    <a:lnTo>
                      <a:pt x="455" y="152"/>
                    </a:lnTo>
                    <a:lnTo>
                      <a:pt x="455" y="168"/>
                    </a:lnTo>
                    <a:lnTo>
                      <a:pt x="454" y="181"/>
                    </a:lnTo>
                    <a:lnTo>
                      <a:pt x="451" y="191"/>
                    </a:lnTo>
                    <a:lnTo>
                      <a:pt x="445" y="210"/>
                    </a:lnTo>
                    <a:lnTo>
                      <a:pt x="440" y="228"/>
                    </a:lnTo>
                    <a:lnTo>
                      <a:pt x="434" y="246"/>
                    </a:lnTo>
                    <a:lnTo>
                      <a:pt x="429" y="264"/>
                    </a:lnTo>
                    <a:lnTo>
                      <a:pt x="428" y="266"/>
                    </a:lnTo>
                    <a:lnTo>
                      <a:pt x="428" y="263"/>
                    </a:lnTo>
                    <a:lnTo>
                      <a:pt x="428" y="261"/>
                    </a:lnTo>
                    <a:lnTo>
                      <a:pt x="428" y="260"/>
                    </a:lnTo>
                    <a:lnTo>
                      <a:pt x="428" y="255"/>
                    </a:lnTo>
                    <a:lnTo>
                      <a:pt x="425" y="251"/>
                    </a:lnTo>
                    <a:lnTo>
                      <a:pt x="423" y="247"/>
                    </a:lnTo>
                    <a:lnTo>
                      <a:pt x="419" y="243"/>
                    </a:lnTo>
                    <a:lnTo>
                      <a:pt x="415" y="239"/>
                    </a:lnTo>
                    <a:lnTo>
                      <a:pt x="412" y="237"/>
                    </a:lnTo>
                    <a:lnTo>
                      <a:pt x="408" y="236"/>
                    </a:lnTo>
                    <a:lnTo>
                      <a:pt x="404" y="235"/>
                    </a:lnTo>
                    <a:lnTo>
                      <a:pt x="402" y="235"/>
                    </a:lnTo>
                    <a:lnTo>
                      <a:pt x="399" y="236"/>
                    </a:lnTo>
                    <a:lnTo>
                      <a:pt x="393" y="238"/>
                    </a:lnTo>
                    <a:lnTo>
                      <a:pt x="388" y="242"/>
                    </a:lnTo>
                    <a:lnTo>
                      <a:pt x="382" y="246"/>
                    </a:lnTo>
                    <a:lnTo>
                      <a:pt x="377" y="253"/>
                    </a:lnTo>
                    <a:lnTo>
                      <a:pt x="372" y="261"/>
                    </a:lnTo>
                    <a:lnTo>
                      <a:pt x="368" y="269"/>
                    </a:lnTo>
                    <a:lnTo>
                      <a:pt x="365" y="276"/>
                    </a:lnTo>
                    <a:lnTo>
                      <a:pt x="364" y="283"/>
                    </a:lnTo>
                    <a:lnTo>
                      <a:pt x="359" y="281"/>
                    </a:lnTo>
                    <a:lnTo>
                      <a:pt x="344" y="279"/>
                    </a:lnTo>
                    <a:lnTo>
                      <a:pt x="338" y="278"/>
                    </a:lnTo>
                    <a:lnTo>
                      <a:pt x="334" y="277"/>
                    </a:lnTo>
                    <a:lnTo>
                      <a:pt x="332" y="274"/>
                    </a:lnTo>
                    <a:lnTo>
                      <a:pt x="330" y="271"/>
                    </a:lnTo>
                    <a:lnTo>
                      <a:pt x="332" y="263"/>
                    </a:lnTo>
                    <a:lnTo>
                      <a:pt x="333" y="253"/>
                    </a:lnTo>
                    <a:lnTo>
                      <a:pt x="337" y="242"/>
                    </a:lnTo>
                    <a:lnTo>
                      <a:pt x="342" y="229"/>
                    </a:lnTo>
                    <a:lnTo>
                      <a:pt x="345" y="221"/>
                    </a:lnTo>
                    <a:lnTo>
                      <a:pt x="348" y="213"/>
                    </a:lnTo>
                    <a:lnTo>
                      <a:pt x="350" y="205"/>
                    </a:lnTo>
                    <a:lnTo>
                      <a:pt x="352" y="199"/>
                    </a:lnTo>
                    <a:lnTo>
                      <a:pt x="342" y="203"/>
                    </a:lnTo>
                    <a:lnTo>
                      <a:pt x="332" y="206"/>
                    </a:lnTo>
                    <a:lnTo>
                      <a:pt x="322" y="209"/>
                    </a:lnTo>
                    <a:lnTo>
                      <a:pt x="310" y="211"/>
                    </a:lnTo>
                    <a:lnTo>
                      <a:pt x="298" y="213"/>
                    </a:lnTo>
                    <a:lnTo>
                      <a:pt x="287" y="213"/>
                    </a:lnTo>
                    <a:lnTo>
                      <a:pt x="274" y="214"/>
                    </a:lnTo>
                    <a:lnTo>
                      <a:pt x="263" y="213"/>
                    </a:lnTo>
                    <a:lnTo>
                      <a:pt x="238" y="211"/>
                    </a:lnTo>
                    <a:lnTo>
                      <a:pt x="213" y="208"/>
                    </a:lnTo>
                    <a:lnTo>
                      <a:pt x="188" y="203"/>
                    </a:lnTo>
                    <a:lnTo>
                      <a:pt x="164" y="198"/>
                    </a:lnTo>
                    <a:lnTo>
                      <a:pt x="120" y="185"/>
                    </a:lnTo>
                    <a:lnTo>
                      <a:pt x="85" y="173"/>
                    </a:lnTo>
                    <a:lnTo>
                      <a:pt x="60" y="165"/>
                    </a:lnTo>
                    <a:lnTo>
                      <a:pt x="52" y="162"/>
                    </a:lnTo>
                    <a:lnTo>
                      <a:pt x="50" y="173"/>
                    </a:lnTo>
                    <a:lnTo>
                      <a:pt x="50" y="183"/>
                    </a:lnTo>
                    <a:lnTo>
                      <a:pt x="49" y="183"/>
                    </a:lnTo>
                    <a:lnTo>
                      <a:pt x="49" y="185"/>
                    </a:lnTo>
                    <a:lnTo>
                      <a:pt x="49" y="200"/>
                    </a:lnTo>
                    <a:lnTo>
                      <a:pt x="49" y="215"/>
                    </a:lnTo>
                    <a:lnTo>
                      <a:pt x="50" y="230"/>
                    </a:lnTo>
                    <a:lnTo>
                      <a:pt x="52" y="245"/>
                    </a:lnTo>
                    <a:lnTo>
                      <a:pt x="44" y="239"/>
                    </a:lnTo>
                    <a:lnTo>
                      <a:pt x="34" y="232"/>
                    </a:lnTo>
                    <a:lnTo>
                      <a:pt x="23" y="220"/>
                    </a:lnTo>
                    <a:lnTo>
                      <a:pt x="14" y="207"/>
                    </a:lnTo>
                    <a:lnTo>
                      <a:pt x="8" y="194"/>
                    </a:lnTo>
                    <a:lnTo>
                      <a:pt x="3" y="183"/>
                    </a:lnTo>
                    <a:lnTo>
                      <a:pt x="0" y="171"/>
                    </a:lnTo>
                    <a:lnTo>
                      <a:pt x="0" y="160"/>
                    </a:lnTo>
                    <a:lnTo>
                      <a:pt x="0" y="149"/>
                    </a:lnTo>
                    <a:lnTo>
                      <a:pt x="3" y="138"/>
                    </a:lnTo>
                    <a:lnTo>
                      <a:pt x="7" y="126"/>
                    </a:lnTo>
                    <a:lnTo>
                      <a:pt x="10" y="113"/>
                    </a:lnTo>
                    <a:lnTo>
                      <a:pt x="15" y="102"/>
                    </a:lnTo>
                    <a:lnTo>
                      <a:pt x="22" y="93"/>
                    </a:lnTo>
                    <a:lnTo>
                      <a:pt x="29" y="83"/>
                    </a:lnTo>
                    <a:lnTo>
                      <a:pt x="37" y="75"/>
                    </a:lnTo>
                    <a:lnTo>
                      <a:pt x="47" y="67"/>
                    </a:lnTo>
                    <a:lnTo>
                      <a:pt x="57" y="59"/>
                    </a:lnTo>
                    <a:lnTo>
                      <a:pt x="68" y="52"/>
                    </a:lnTo>
                    <a:lnTo>
                      <a:pt x="79" y="46"/>
                    </a:lnTo>
                    <a:lnTo>
                      <a:pt x="93" y="37"/>
                    </a:lnTo>
                    <a:lnTo>
                      <a:pt x="109" y="30"/>
                    </a:lnTo>
                    <a:lnTo>
                      <a:pt x="124" y="22"/>
                    </a:lnTo>
                    <a:lnTo>
                      <a:pt x="139" y="16"/>
                    </a:lnTo>
                    <a:lnTo>
                      <a:pt x="155" y="10"/>
                    </a:lnTo>
                    <a:lnTo>
                      <a:pt x="173" y="6"/>
                    </a:lnTo>
                    <a:lnTo>
                      <a:pt x="190" y="3"/>
                    </a:lnTo>
                    <a:lnTo>
                      <a:pt x="208" y="1"/>
                    </a:lnTo>
                    <a:lnTo>
                      <a:pt x="223" y="1"/>
                    </a:lnTo>
                    <a:lnTo>
                      <a:pt x="237" y="1"/>
                    </a:lnTo>
                    <a:lnTo>
                      <a:pt x="252" y="1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8" name="Freeform 69">
                <a:extLst>
                  <a:ext uri="{FF2B5EF4-FFF2-40B4-BE49-F238E27FC236}">
                    <a16:creationId xmlns:a16="http://schemas.microsoft.com/office/drawing/2014/main" id="{546D5E03-FB5A-4CC2-8000-5180E3ED6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2563" y="2159000"/>
                <a:ext cx="215900" cy="163513"/>
              </a:xfrm>
              <a:custGeom>
                <a:avLst/>
                <a:gdLst>
                  <a:gd name="T0" fmla="*/ 451 w 680"/>
                  <a:gd name="T1" fmla="*/ 84 h 412"/>
                  <a:gd name="T2" fmla="*/ 415 w 680"/>
                  <a:gd name="T3" fmla="*/ 106 h 412"/>
                  <a:gd name="T4" fmla="*/ 329 w 680"/>
                  <a:gd name="T5" fmla="*/ 159 h 412"/>
                  <a:gd name="T6" fmla="*/ 227 w 680"/>
                  <a:gd name="T7" fmla="*/ 220 h 412"/>
                  <a:gd name="T8" fmla="*/ 146 w 680"/>
                  <a:gd name="T9" fmla="*/ 269 h 412"/>
                  <a:gd name="T10" fmla="*/ 123 w 680"/>
                  <a:gd name="T11" fmla="*/ 274 h 412"/>
                  <a:gd name="T12" fmla="*/ 73 w 680"/>
                  <a:gd name="T13" fmla="*/ 290 h 412"/>
                  <a:gd name="T14" fmla="*/ 45 w 680"/>
                  <a:gd name="T15" fmla="*/ 302 h 412"/>
                  <a:gd name="T16" fmla="*/ 23 w 680"/>
                  <a:gd name="T17" fmla="*/ 318 h 412"/>
                  <a:gd name="T18" fmla="*/ 6 w 680"/>
                  <a:gd name="T19" fmla="*/ 337 h 412"/>
                  <a:gd name="T20" fmla="*/ 1 w 680"/>
                  <a:gd name="T21" fmla="*/ 348 h 412"/>
                  <a:gd name="T22" fmla="*/ 0 w 680"/>
                  <a:gd name="T23" fmla="*/ 360 h 412"/>
                  <a:gd name="T24" fmla="*/ 3 w 680"/>
                  <a:gd name="T25" fmla="*/ 372 h 412"/>
                  <a:gd name="T26" fmla="*/ 8 w 680"/>
                  <a:gd name="T27" fmla="*/ 382 h 412"/>
                  <a:gd name="T28" fmla="*/ 14 w 680"/>
                  <a:gd name="T29" fmla="*/ 391 h 412"/>
                  <a:gd name="T30" fmla="*/ 24 w 680"/>
                  <a:gd name="T31" fmla="*/ 399 h 412"/>
                  <a:gd name="T32" fmla="*/ 35 w 680"/>
                  <a:gd name="T33" fmla="*/ 405 h 412"/>
                  <a:gd name="T34" fmla="*/ 49 w 680"/>
                  <a:gd name="T35" fmla="*/ 409 h 412"/>
                  <a:gd name="T36" fmla="*/ 79 w 680"/>
                  <a:gd name="T37" fmla="*/ 412 h 412"/>
                  <a:gd name="T38" fmla="*/ 114 w 680"/>
                  <a:gd name="T39" fmla="*/ 408 h 412"/>
                  <a:gd name="T40" fmla="*/ 150 w 680"/>
                  <a:gd name="T41" fmla="*/ 395 h 412"/>
                  <a:gd name="T42" fmla="*/ 186 w 680"/>
                  <a:gd name="T43" fmla="*/ 373 h 412"/>
                  <a:gd name="T44" fmla="*/ 205 w 680"/>
                  <a:gd name="T45" fmla="*/ 359 h 412"/>
                  <a:gd name="T46" fmla="*/ 221 w 680"/>
                  <a:gd name="T47" fmla="*/ 343 h 412"/>
                  <a:gd name="T48" fmla="*/ 264 w 680"/>
                  <a:gd name="T49" fmla="*/ 328 h 412"/>
                  <a:gd name="T50" fmla="*/ 361 w 680"/>
                  <a:gd name="T51" fmla="*/ 293 h 412"/>
                  <a:gd name="T52" fmla="*/ 469 w 680"/>
                  <a:gd name="T53" fmla="*/ 248 h 412"/>
                  <a:gd name="T54" fmla="*/ 512 w 680"/>
                  <a:gd name="T55" fmla="*/ 226 h 412"/>
                  <a:gd name="T56" fmla="*/ 542 w 680"/>
                  <a:gd name="T57" fmla="*/ 206 h 412"/>
                  <a:gd name="T58" fmla="*/ 589 w 680"/>
                  <a:gd name="T59" fmla="*/ 160 h 412"/>
                  <a:gd name="T60" fmla="*/ 632 w 680"/>
                  <a:gd name="T61" fmla="*/ 107 h 412"/>
                  <a:gd name="T62" fmla="*/ 666 w 680"/>
                  <a:gd name="T63" fmla="*/ 63 h 412"/>
                  <a:gd name="T64" fmla="*/ 680 w 680"/>
                  <a:gd name="T65" fmla="*/ 45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2">
                    <a:moveTo>
                      <a:pt x="475" y="0"/>
                    </a:moveTo>
                    <a:lnTo>
                      <a:pt x="451" y="84"/>
                    </a:lnTo>
                    <a:lnTo>
                      <a:pt x="441" y="90"/>
                    </a:lnTo>
                    <a:lnTo>
                      <a:pt x="415" y="106"/>
                    </a:lnTo>
                    <a:lnTo>
                      <a:pt x="376" y="130"/>
                    </a:lnTo>
                    <a:lnTo>
                      <a:pt x="329" y="159"/>
                    </a:lnTo>
                    <a:lnTo>
                      <a:pt x="279" y="190"/>
                    </a:lnTo>
                    <a:lnTo>
                      <a:pt x="227" y="220"/>
                    </a:lnTo>
                    <a:lnTo>
                      <a:pt x="182" y="248"/>
                    </a:lnTo>
                    <a:lnTo>
                      <a:pt x="146" y="269"/>
                    </a:lnTo>
                    <a:lnTo>
                      <a:pt x="140" y="270"/>
                    </a:lnTo>
                    <a:lnTo>
                      <a:pt x="123" y="274"/>
                    </a:lnTo>
                    <a:lnTo>
                      <a:pt x="100" y="280"/>
                    </a:lnTo>
                    <a:lnTo>
                      <a:pt x="73" y="290"/>
                    </a:lnTo>
                    <a:lnTo>
                      <a:pt x="59" y="295"/>
                    </a:lnTo>
                    <a:lnTo>
                      <a:pt x="45" y="302"/>
                    </a:lnTo>
                    <a:lnTo>
                      <a:pt x="34" y="309"/>
                    </a:lnTo>
                    <a:lnTo>
                      <a:pt x="23" y="318"/>
                    </a:lnTo>
                    <a:lnTo>
                      <a:pt x="13" y="327"/>
                    </a:lnTo>
                    <a:lnTo>
                      <a:pt x="6" y="337"/>
                    </a:lnTo>
                    <a:lnTo>
                      <a:pt x="4" y="342"/>
                    </a:lnTo>
                    <a:lnTo>
                      <a:pt x="1" y="348"/>
                    </a:lnTo>
                    <a:lnTo>
                      <a:pt x="1" y="354"/>
                    </a:lnTo>
                    <a:lnTo>
                      <a:pt x="0" y="360"/>
                    </a:lnTo>
                    <a:lnTo>
                      <a:pt x="1" y="366"/>
                    </a:lnTo>
                    <a:lnTo>
                      <a:pt x="3" y="372"/>
                    </a:lnTo>
                    <a:lnTo>
                      <a:pt x="5" y="377"/>
                    </a:lnTo>
                    <a:lnTo>
                      <a:pt x="8" y="382"/>
                    </a:lnTo>
                    <a:lnTo>
                      <a:pt x="10" y="387"/>
                    </a:lnTo>
                    <a:lnTo>
                      <a:pt x="14" y="391"/>
                    </a:lnTo>
                    <a:lnTo>
                      <a:pt x="19" y="395"/>
                    </a:lnTo>
                    <a:lnTo>
                      <a:pt x="24" y="399"/>
                    </a:lnTo>
                    <a:lnTo>
                      <a:pt x="29" y="402"/>
                    </a:lnTo>
                    <a:lnTo>
                      <a:pt x="35" y="405"/>
                    </a:lnTo>
                    <a:lnTo>
                      <a:pt x="41" y="407"/>
                    </a:lnTo>
                    <a:lnTo>
                      <a:pt x="49" y="409"/>
                    </a:lnTo>
                    <a:lnTo>
                      <a:pt x="63" y="411"/>
                    </a:lnTo>
                    <a:lnTo>
                      <a:pt x="79" y="412"/>
                    </a:lnTo>
                    <a:lnTo>
                      <a:pt x="96" y="411"/>
                    </a:lnTo>
                    <a:lnTo>
                      <a:pt x="114" y="408"/>
                    </a:lnTo>
                    <a:lnTo>
                      <a:pt x="131" y="402"/>
                    </a:lnTo>
                    <a:lnTo>
                      <a:pt x="150" y="395"/>
                    </a:lnTo>
                    <a:lnTo>
                      <a:pt x="169" y="385"/>
                    </a:lnTo>
                    <a:lnTo>
                      <a:pt x="186" y="373"/>
                    </a:lnTo>
                    <a:lnTo>
                      <a:pt x="196" y="367"/>
                    </a:lnTo>
                    <a:lnTo>
                      <a:pt x="205" y="359"/>
                    </a:lnTo>
                    <a:lnTo>
                      <a:pt x="214" y="351"/>
                    </a:lnTo>
                    <a:lnTo>
                      <a:pt x="221" y="343"/>
                    </a:lnTo>
                    <a:lnTo>
                      <a:pt x="234" y="339"/>
                    </a:lnTo>
                    <a:lnTo>
                      <a:pt x="264" y="328"/>
                    </a:lnTo>
                    <a:lnTo>
                      <a:pt x="309" y="312"/>
                    </a:lnTo>
                    <a:lnTo>
                      <a:pt x="361" y="293"/>
                    </a:lnTo>
                    <a:lnTo>
                      <a:pt x="416" y="271"/>
                    </a:lnTo>
                    <a:lnTo>
                      <a:pt x="469" y="248"/>
                    </a:lnTo>
                    <a:lnTo>
                      <a:pt x="492" y="237"/>
                    </a:lnTo>
                    <a:lnTo>
                      <a:pt x="512" y="226"/>
                    </a:lnTo>
                    <a:lnTo>
                      <a:pt x="530" y="215"/>
                    </a:lnTo>
                    <a:lnTo>
                      <a:pt x="542" y="206"/>
                    </a:lnTo>
                    <a:lnTo>
                      <a:pt x="565" y="185"/>
                    </a:lnTo>
                    <a:lnTo>
                      <a:pt x="589" y="160"/>
                    </a:lnTo>
                    <a:lnTo>
                      <a:pt x="611" y="134"/>
                    </a:lnTo>
                    <a:lnTo>
                      <a:pt x="632" y="107"/>
                    </a:lnTo>
                    <a:lnTo>
                      <a:pt x="651" y="83"/>
                    </a:lnTo>
                    <a:lnTo>
                      <a:pt x="666" y="63"/>
                    </a:lnTo>
                    <a:lnTo>
                      <a:pt x="676" y="50"/>
                    </a:lnTo>
                    <a:lnTo>
                      <a:pt x="680" y="45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9" name="Freeform 70">
                <a:extLst>
                  <a:ext uri="{FF2B5EF4-FFF2-40B4-BE49-F238E27FC236}">
                    <a16:creationId xmlns:a16="http://schemas.microsoft.com/office/drawing/2014/main" id="{5C11381E-A441-4524-A3A4-92E016006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1" y="2058988"/>
                <a:ext cx="104775" cy="133350"/>
              </a:xfrm>
              <a:custGeom>
                <a:avLst/>
                <a:gdLst>
                  <a:gd name="T0" fmla="*/ 236 w 332"/>
                  <a:gd name="T1" fmla="*/ 333 h 333"/>
                  <a:gd name="T2" fmla="*/ 225 w 332"/>
                  <a:gd name="T3" fmla="*/ 333 h 333"/>
                  <a:gd name="T4" fmla="*/ 195 w 332"/>
                  <a:gd name="T5" fmla="*/ 332 h 333"/>
                  <a:gd name="T6" fmla="*/ 174 w 332"/>
                  <a:gd name="T7" fmla="*/ 330 h 333"/>
                  <a:gd name="T8" fmla="*/ 150 w 332"/>
                  <a:gd name="T9" fmla="*/ 327 h 333"/>
                  <a:gd name="T10" fmla="*/ 124 w 332"/>
                  <a:gd name="T11" fmla="*/ 321 h 333"/>
                  <a:gd name="T12" fmla="*/ 96 w 332"/>
                  <a:gd name="T13" fmla="*/ 314 h 333"/>
                  <a:gd name="T14" fmla="*/ 71 w 332"/>
                  <a:gd name="T15" fmla="*/ 306 h 333"/>
                  <a:gd name="T16" fmla="*/ 50 w 332"/>
                  <a:gd name="T17" fmla="*/ 299 h 333"/>
                  <a:gd name="T18" fmla="*/ 34 w 332"/>
                  <a:gd name="T19" fmla="*/ 292 h 333"/>
                  <a:gd name="T20" fmla="*/ 21 w 332"/>
                  <a:gd name="T21" fmla="*/ 285 h 333"/>
                  <a:gd name="T22" fmla="*/ 4 w 332"/>
                  <a:gd name="T23" fmla="*/ 276 h 333"/>
                  <a:gd name="T24" fmla="*/ 0 w 332"/>
                  <a:gd name="T25" fmla="*/ 272 h 333"/>
                  <a:gd name="T26" fmla="*/ 4 w 332"/>
                  <a:gd name="T27" fmla="*/ 259 h 333"/>
                  <a:gd name="T28" fmla="*/ 16 w 332"/>
                  <a:gd name="T29" fmla="*/ 224 h 333"/>
                  <a:gd name="T30" fmla="*/ 26 w 332"/>
                  <a:gd name="T31" fmla="*/ 201 h 333"/>
                  <a:gd name="T32" fmla="*/ 39 w 332"/>
                  <a:gd name="T33" fmla="*/ 175 h 333"/>
                  <a:gd name="T34" fmla="*/ 53 w 332"/>
                  <a:gd name="T35" fmla="*/ 148 h 333"/>
                  <a:gd name="T36" fmla="*/ 68 w 332"/>
                  <a:gd name="T37" fmla="*/ 121 h 333"/>
                  <a:gd name="T38" fmla="*/ 76 w 332"/>
                  <a:gd name="T39" fmla="*/ 107 h 333"/>
                  <a:gd name="T40" fmla="*/ 86 w 332"/>
                  <a:gd name="T41" fmla="*/ 94 h 333"/>
                  <a:gd name="T42" fmla="*/ 95 w 332"/>
                  <a:gd name="T43" fmla="*/ 81 h 333"/>
                  <a:gd name="T44" fmla="*/ 105 w 332"/>
                  <a:gd name="T45" fmla="*/ 68 h 333"/>
                  <a:gd name="T46" fmla="*/ 116 w 332"/>
                  <a:gd name="T47" fmla="*/ 57 h 333"/>
                  <a:gd name="T48" fmla="*/ 128 w 332"/>
                  <a:gd name="T49" fmla="*/ 46 h 333"/>
                  <a:gd name="T50" fmla="*/ 139 w 332"/>
                  <a:gd name="T51" fmla="*/ 36 h 333"/>
                  <a:gd name="T52" fmla="*/ 151 w 332"/>
                  <a:gd name="T53" fmla="*/ 26 h 333"/>
                  <a:gd name="T54" fmla="*/ 164 w 332"/>
                  <a:gd name="T55" fmla="*/ 18 h 333"/>
                  <a:gd name="T56" fmla="*/ 176 w 332"/>
                  <a:gd name="T57" fmla="*/ 12 h 333"/>
                  <a:gd name="T58" fmla="*/ 190 w 332"/>
                  <a:gd name="T59" fmla="*/ 6 h 333"/>
                  <a:gd name="T60" fmla="*/ 204 w 332"/>
                  <a:gd name="T61" fmla="*/ 3 h 333"/>
                  <a:gd name="T62" fmla="*/ 217 w 332"/>
                  <a:gd name="T63" fmla="*/ 0 h 333"/>
                  <a:gd name="T64" fmla="*/ 232 w 332"/>
                  <a:gd name="T65" fmla="*/ 0 h 333"/>
                  <a:gd name="T66" fmla="*/ 247 w 332"/>
                  <a:gd name="T67" fmla="*/ 1 h 333"/>
                  <a:gd name="T68" fmla="*/ 264 w 332"/>
                  <a:gd name="T69" fmla="*/ 5 h 333"/>
                  <a:gd name="T70" fmla="*/ 279 w 332"/>
                  <a:gd name="T71" fmla="*/ 10 h 333"/>
                  <a:gd name="T72" fmla="*/ 291 w 332"/>
                  <a:gd name="T73" fmla="*/ 16 h 333"/>
                  <a:gd name="T74" fmla="*/ 302 w 332"/>
                  <a:gd name="T75" fmla="*/ 24 h 333"/>
                  <a:gd name="T76" fmla="*/ 311 w 332"/>
                  <a:gd name="T77" fmla="*/ 32 h 333"/>
                  <a:gd name="T78" fmla="*/ 319 w 332"/>
                  <a:gd name="T79" fmla="*/ 42 h 333"/>
                  <a:gd name="T80" fmla="*/ 325 w 332"/>
                  <a:gd name="T81" fmla="*/ 53 h 333"/>
                  <a:gd name="T82" fmla="*/ 329 w 332"/>
                  <a:gd name="T83" fmla="*/ 64 h 333"/>
                  <a:gd name="T84" fmla="*/ 331 w 332"/>
                  <a:gd name="T85" fmla="*/ 76 h 333"/>
                  <a:gd name="T86" fmla="*/ 332 w 332"/>
                  <a:gd name="T87" fmla="*/ 89 h 333"/>
                  <a:gd name="T88" fmla="*/ 332 w 332"/>
                  <a:gd name="T89" fmla="*/ 102 h 333"/>
                  <a:gd name="T90" fmla="*/ 332 w 332"/>
                  <a:gd name="T91" fmla="*/ 115 h 333"/>
                  <a:gd name="T92" fmla="*/ 330 w 332"/>
                  <a:gd name="T93" fmla="*/ 129 h 333"/>
                  <a:gd name="T94" fmla="*/ 327 w 332"/>
                  <a:gd name="T95" fmla="*/ 143 h 333"/>
                  <a:gd name="T96" fmla="*/ 324 w 332"/>
                  <a:gd name="T97" fmla="*/ 158 h 333"/>
                  <a:gd name="T98" fmla="*/ 319 w 332"/>
                  <a:gd name="T99" fmla="*/ 172 h 333"/>
                  <a:gd name="T100" fmla="*/ 314 w 332"/>
                  <a:gd name="T101" fmla="*/ 186 h 333"/>
                  <a:gd name="T102" fmla="*/ 302 w 332"/>
                  <a:gd name="T103" fmla="*/ 215 h 333"/>
                  <a:gd name="T104" fmla="*/ 290 w 332"/>
                  <a:gd name="T105" fmla="*/ 241 h 333"/>
                  <a:gd name="T106" fmla="*/ 277 w 332"/>
                  <a:gd name="T107" fmla="*/ 266 h 333"/>
                  <a:gd name="T108" fmla="*/ 265 w 332"/>
                  <a:gd name="T109" fmla="*/ 288 h 333"/>
                  <a:gd name="T110" fmla="*/ 245 w 332"/>
                  <a:gd name="T111" fmla="*/ 321 h 333"/>
                  <a:gd name="T112" fmla="*/ 236 w 332"/>
                  <a:gd name="T113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2" h="333">
                    <a:moveTo>
                      <a:pt x="236" y="333"/>
                    </a:moveTo>
                    <a:lnTo>
                      <a:pt x="225" y="333"/>
                    </a:lnTo>
                    <a:lnTo>
                      <a:pt x="195" y="332"/>
                    </a:lnTo>
                    <a:lnTo>
                      <a:pt x="174" y="330"/>
                    </a:lnTo>
                    <a:lnTo>
                      <a:pt x="150" y="327"/>
                    </a:lnTo>
                    <a:lnTo>
                      <a:pt x="124" y="321"/>
                    </a:lnTo>
                    <a:lnTo>
                      <a:pt x="96" y="314"/>
                    </a:lnTo>
                    <a:lnTo>
                      <a:pt x="71" y="306"/>
                    </a:lnTo>
                    <a:lnTo>
                      <a:pt x="50" y="299"/>
                    </a:lnTo>
                    <a:lnTo>
                      <a:pt x="34" y="292"/>
                    </a:lnTo>
                    <a:lnTo>
                      <a:pt x="21" y="285"/>
                    </a:lnTo>
                    <a:lnTo>
                      <a:pt x="4" y="276"/>
                    </a:lnTo>
                    <a:lnTo>
                      <a:pt x="0" y="272"/>
                    </a:lnTo>
                    <a:lnTo>
                      <a:pt x="4" y="259"/>
                    </a:lnTo>
                    <a:lnTo>
                      <a:pt x="16" y="224"/>
                    </a:lnTo>
                    <a:lnTo>
                      <a:pt x="26" y="201"/>
                    </a:lnTo>
                    <a:lnTo>
                      <a:pt x="39" y="175"/>
                    </a:lnTo>
                    <a:lnTo>
                      <a:pt x="53" y="148"/>
                    </a:lnTo>
                    <a:lnTo>
                      <a:pt x="68" y="121"/>
                    </a:lnTo>
                    <a:lnTo>
                      <a:pt x="76" y="107"/>
                    </a:lnTo>
                    <a:lnTo>
                      <a:pt x="86" y="94"/>
                    </a:lnTo>
                    <a:lnTo>
                      <a:pt x="95" y="81"/>
                    </a:lnTo>
                    <a:lnTo>
                      <a:pt x="105" y="68"/>
                    </a:lnTo>
                    <a:lnTo>
                      <a:pt x="116" y="57"/>
                    </a:lnTo>
                    <a:lnTo>
                      <a:pt x="128" y="46"/>
                    </a:lnTo>
                    <a:lnTo>
                      <a:pt x="139" y="36"/>
                    </a:lnTo>
                    <a:lnTo>
                      <a:pt x="151" y="26"/>
                    </a:lnTo>
                    <a:lnTo>
                      <a:pt x="164" y="18"/>
                    </a:lnTo>
                    <a:lnTo>
                      <a:pt x="176" y="12"/>
                    </a:lnTo>
                    <a:lnTo>
                      <a:pt x="190" y="6"/>
                    </a:lnTo>
                    <a:lnTo>
                      <a:pt x="204" y="3"/>
                    </a:lnTo>
                    <a:lnTo>
                      <a:pt x="217" y="0"/>
                    </a:lnTo>
                    <a:lnTo>
                      <a:pt x="232" y="0"/>
                    </a:lnTo>
                    <a:lnTo>
                      <a:pt x="247" y="1"/>
                    </a:lnTo>
                    <a:lnTo>
                      <a:pt x="264" y="5"/>
                    </a:lnTo>
                    <a:lnTo>
                      <a:pt x="279" y="10"/>
                    </a:lnTo>
                    <a:lnTo>
                      <a:pt x="291" y="16"/>
                    </a:lnTo>
                    <a:lnTo>
                      <a:pt x="302" y="24"/>
                    </a:lnTo>
                    <a:lnTo>
                      <a:pt x="311" y="32"/>
                    </a:lnTo>
                    <a:lnTo>
                      <a:pt x="319" y="42"/>
                    </a:lnTo>
                    <a:lnTo>
                      <a:pt x="325" y="53"/>
                    </a:lnTo>
                    <a:lnTo>
                      <a:pt x="329" y="64"/>
                    </a:lnTo>
                    <a:lnTo>
                      <a:pt x="331" y="76"/>
                    </a:lnTo>
                    <a:lnTo>
                      <a:pt x="332" y="89"/>
                    </a:lnTo>
                    <a:lnTo>
                      <a:pt x="332" y="102"/>
                    </a:lnTo>
                    <a:lnTo>
                      <a:pt x="332" y="115"/>
                    </a:lnTo>
                    <a:lnTo>
                      <a:pt x="330" y="129"/>
                    </a:lnTo>
                    <a:lnTo>
                      <a:pt x="327" y="143"/>
                    </a:lnTo>
                    <a:lnTo>
                      <a:pt x="324" y="158"/>
                    </a:lnTo>
                    <a:lnTo>
                      <a:pt x="319" y="172"/>
                    </a:lnTo>
                    <a:lnTo>
                      <a:pt x="314" y="186"/>
                    </a:lnTo>
                    <a:lnTo>
                      <a:pt x="302" y="215"/>
                    </a:lnTo>
                    <a:lnTo>
                      <a:pt x="290" y="241"/>
                    </a:lnTo>
                    <a:lnTo>
                      <a:pt x="277" y="266"/>
                    </a:lnTo>
                    <a:lnTo>
                      <a:pt x="265" y="288"/>
                    </a:lnTo>
                    <a:lnTo>
                      <a:pt x="245" y="321"/>
                    </a:lnTo>
                    <a:lnTo>
                      <a:pt x="236" y="333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0" name="Freeform 71">
                <a:extLst>
                  <a:ext uri="{FF2B5EF4-FFF2-40B4-BE49-F238E27FC236}">
                    <a16:creationId xmlns:a16="http://schemas.microsoft.com/office/drawing/2014/main" id="{0EC52267-CF59-4D70-BB5A-75BA774BF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2051" y="2211388"/>
                <a:ext cx="11113" cy="157163"/>
              </a:xfrm>
              <a:custGeom>
                <a:avLst/>
                <a:gdLst>
                  <a:gd name="T0" fmla="*/ 0 w 36"/>
                  <a:gd name="T1" fmla="*/ 0 h 397"/>
                  <a:gd name="T2" fmla="*/ 1 w 36"/>
                  <a:gd name="T3" fmla="*/ 300 h 397"/>
                  <a:gd name="T4" fmla="*/ 3 w 36"/>
                  <a:gd name="T5" fmla="*/ 312 h 397"/>
                  <a:gd name="T6" fmla="*/ 4 w 36"/>
                  <a:gd name="T7" fmla="*/ 324 h 397"/>
                  <a:gd name="T8" fmla="*/ 6 w 36"/>
                  <a:gd name="T9" fmla="*/ 336 h 397"/>
                  <a:gd name="T10" fmla="*/ 10 w 36"/>
                  <a:gd name="T11" fmla="*/ 348 h 397"/>
                  <a:gd name="T12" fmla="*/ 15 w 36"/>
                  <a:gd name="T13" fmla="*/ 360 h 397"/>
                  <a:gd name="T14" fmla="*/ 21 w 36"/>
                  <a:gd name="T15" fmla="*/ 373 h 397"/>
                  <a:gd name="T16" fmla="*/ 28 w 36"/>
                  <a:gd name="T17" fmla="*/ 385 h 397"/>
                  <a:gd name="T18" fmla="*/ 36 w 36"/>
                  <a:gd name="T19" fmla="*/ 397 h 397"/>
                  <a:gd name="T20" fmla="*/ 35 w 36"/>
                  <a:gd name="T21" fmla="*/ 97 h 397"/>
                  <a:gd name="T22" fmla="*/ 28 w 36"/>
                  <a:gd name="T23" fmla="*/ 85 h 397"/>
                  <a:gd name="T24" fmla="*/ 20 w 36"/>
                  <a:gd name="T25" fmla="*/ 73 h 397"/>
                  <a:gd name="T26" fmla="*/ 14 w 36"/>
                  <a:gd name="T27" fmla="*/ 60 h 397"/>
                  <a:gd name="T28" fmla="*/ 9 w 36"/>
                  <a:gd name="T29" fmla="*/ 48 h 397"/>
                  <a:gd name="T30" fmla="*/ 5 w 36"/>
                  <a:gd name="T31" fmla="*/ 36 h 397"/>
                  <a:gd name="T32" fmla="*/ 3 w 36"/>
                  <a:gd name="T33" fmla="*/ 24 h 397"/>
                  <a:gd name="T34" fmla="*/ 1 w 36"/>
                  <a:gd name="T35" fmla="*/ 12 h 397"/>
                  <a:gd name="T36" fmla="*/ 0 w 36"/>
                  <a:gd name="T37" fmla="*/ 0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7">
                    <a:moveTo>
                      <a:pt x="0" y="0"/>
                    </a:moveTo>
                    <a:lnTo>
                      <a:pt x="1" y="300"/>
                    </a:lnTo>
                    <a:lnTo>
                      <a:pt x="3" y="312"/>
                    </a:lnTo>
                    <a:lnTo>
                      <a:pt x="4" y="324"/>
                    </a:lnTo>
                    <a:lnTo>
                      <a:pt x="6" y="336"/>
                    </a:lnTo>
                    <a:lnTo>
                      <a:pt x="10" y="348"/>
                    </a:lnTo>
                    <a:lnTo>
                      <a:pt x="15" y="360"/>
                    </a:lnTo>
                    <a:lnTo>
                      <a:pt x="21" y="373"/>
                    </a:lnTo>
                    <a:lnTo>
                      <a:pt x="28" y="385"/>
                    </a:lnTo>
                    <a:lnTo>
                      <a:pt x="36" y="397"/>
                    </a:lnTo>
                    <a:lnTo>
                      <a:pt x="35" y="97"/>
                    </a:lnTo>
                    <a:lnTo>
                      <a:pt x="28" y="85"/>
                    </a:lnTo>
                    <a:lnTo>
                      <a:pt x="20" y="73"/>
                    </a:lnTo>
                    <a:lnTo>
                      <a:pt x="14" y="60"/>
                    </a:lnTo>
                    <a:lnTo>
                      <a:pt x="9" y="48"/>
                    </a:lnTo>
                    <a:lnTo>
                      <a:pt x="5" y="36"/>
                    </a:lnTo>
                    <a:lnTo>
                      <a:pt x="3" y="24"/>
                    </a:lnTo>
                    <a:lnTo>
                      <a:pt x="1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59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1" name="Freeform 72">
                <a:extLst>
                  <a:ext uri="{FF2B5EF4-FFF2-40B4-BE49-F238E27FC236}">
                    <a16:creationId xmlns:a16="http://schemas.microsoft.com/office/drawing/2014/main" id="{118519AC-13F6-4F91-899E-D37591C76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3063" y="2344738"/>
                <a:ext cx="60325" cy="147638"/>
              </a:xfrm>
              <a:custGeom>
                <a:avLst/>
                <a:gdLst>
                  <a:gd name="T0" fmla="*/ 0 w 188"/>
                  <a:gd name="T1" fmla="*/ 0 h 374"/>
                  <a:gd name="T2" fmla="*/ 1 w 188"/>
                  <a:gd name="T3" fmla="*/ 300 h 374"/>
                  <a:gd name="T4" fmla="*/ 188 w 188"/>
                  <a:gd name="T5" fmla="*/ 374 h 374"/>
                  <a:gd name="T6" fmla="*/ 187 w 188"/>
                  <a:gd name="T7" fmla="*/ 74 h 374"/>
                  <a:gd name="T8" fmla="*/ 0 w 188"/>
                  <a:gd name="T9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374">
                    <a:moveTo>
                      <a:pt x="0" y="0"/>
                    </a:moveTo>
                    <a:lnTo>
                      <a:pt x="1" y="300"/>
                    </a:lnTo>
                    <a:lnTo>
                      <a:pt x="188" y="374"/>
                    </a:lnTo>
                    <a:lnTo>
                      <a:pt x="187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2" name="Freeform 73">
                <a:extLst>
                  <a:ext uri="{FF2B5EF4-FFF2-40B4-BE49-F238E27FC236}">
                    <a16:creationId xmlns:a16="http://schemas.microsoft.com/office/drawing/2014/main" id="{63BBEED7-CC49-4F87-B9D0-5B7F0018D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359025"/>
                <a:ext cx="192088" cy="182563"/>
              </a:xfrm>
              <a:custGeom>
                <a:avLst/>
                <a:gdLst>
                  <a:gd name="T0" fmla="*/ 470 w 604"/>
                  <a:gd name="T1" fmla="*/ 22 h 462"/>
                  <a:gd name="T2" fmla="*/ 444 w 604"/>
                  <a:gd name="T3" fmla="*/ 15 h 462"/>
                  <a:gd name="T4" fmla="*/ 422 w 604"/>
                  <a:gd name="T5" fmla="*/ 10 h 462"/>
                  <a:gd name="T6" fmla="*/ 399 w 604"/>
                  <a:gd name="T7" fmla="*/ 6 h 462"/>
                  <a:gd name="T8" fmla="*/ 386 w 604"/>
                  <a:gd name="T9" fmla="*/ 5 h 462"/>
                  <a:gd name="T10" fmla="*/ 353 w 604"/>
                  <a:gd name="T11" fmla="*/ 2 h 462"/>
                  <a:gd name="T12" fmla="*/ 330 w 604"/>
                  <a:gd name="T13" fmla="*/ 0 h 462"/>
                  <a:gd name="T14" fmla="*/ 309 w 604"/>
                  <a:gd name="T15" fmla="*/ 0 h 462"/>
                  <a:gd name="T16" fmla="*/ 276 w 604"/>
                  <a:gd name="T17" fmla="*/ 0 h 462"/>
                  <a:gd name="T18" fmla="*/ 274 w 604"/>
                  <a:gd name="T19" fmla="*/ 0 h 462"/>
                  <a:gd name="T20" fmla="*/ 250 w 604"/>
                  <a:gd name="T21" fmla="*/ 1 h 462"/>
                  <a:gd name="T22" fmla="*/ 223 w 604"/>
                  <a:gd name="T23" fmla="*/ 2 h 462"/>
                  <a:gd name="T24" fmla="*/ 195 w 604"/>
                  <a:gd name="T25" fmla="*/ 5 h 462"/>
                  <a:gd name="T26" fmla="*/ 164 w 604"/>
                  <a:gd name="T27" fmla="*/ 9 h 462"/>
                  <a:gd name="T28" fmla="*/ 120 w 604"/>
                  <a:gd name="T29" fmla="*/ 15 h 462"/>
                  <a:gd name="T30" fmla="*/ 95 w 604"/>
                  <a:gd name="T31" fmla="*/ 19 h 462"/>
                  <a:gd name="T32" fmla="*/ 53 w 604"/>
                  <a:gd name="T33" fmla="*/ 27 h 462"/>
                  <a:gd name="T34" fmla="*/ 10 w 604"/>
                  <a:gd name="T35" fmla="*/ 37 h 462"/>
                  <a:gd name="T36" fmla="*/ 0 w 604"/>
                  <a:gd name="T37" fmla="*/ 39 h 462"/>
                  <a:gd name="T38" fmla="*/ 16 w 604"/>
                  <a:gd name="T39" fmla="*/ 336 h 462"/>
                  <a:gd name="T40" fmla="*/ 71 w 604"/>
                  <a:gd name="T41" fmla="*/ 324 h 462"/>
                  <a:gd name="T42" fmla="*/ 121 w 604"/>
                  <a:gd name="T43" fmla="*/ 315 h 462"/>
                  <a:gd name="T44" fmla="*/ 168 w 604"/>
                  <a:gd name="T45" fmla="*/ 308 h 462"/>
                  <a:gd name="T46" fmla="*/ 195 w 604"/>
                  <a:gd name="T47" fmla="*/ 305 h 462"/>
                  <a:gd name="T48" fmla="*/ 233 w 604"/>
                  <a:gd name="T49" fmla="*/ 302 h 462"/>
                  <a:gd name="T50" fmla="*/ 273 w 604"/>
                  <a:gd name="T51" fmla="*/ 300 h 462"/>
                  <a:gd name="T52" fmla="*/ 291 w 604"/>
                  <a:gd name="T53" fmla="*/ 300 h 462"/>
                  <a:gd name="T54" fmla="*/ 331 w 604"/>
                  <a:gd name="T55" fmla="*/ 300 h 462"/>
                  <a:gd name="T56" fmla="*/ 356 w 604"/>
                  <a:gd name="T57" fmla="*/ 302 h 462"/>
                  <a:gd name="T58" fmla="*/ 387 w 604"/>
                  <a:gd name="T59" fmla="*/ 305 h 462"/>
                  <a:gd name="T60" fmla="*/ 410 w 604"/>
                  <a:gd name="T61" fmla="*/ 308 h 462"/>
                  <a:gd name="T62" fmla="*/ 446 w 604"/>
                  <a:gd name="T63" fmla="*/ 315 h 462"/>
                  <a:gd name="T64" fmla="*/ 482 w 604"/>
                  <a:gd name="T65" fmla="*/ 326 h 462"/>
                  <a:gd name="T66" fmla="*/ 520 w 604"/>
                  <a:gd name="T67" fmla="*/ 342 h 462"/>
                  <a:gd name="T68" fmla="*/ 552 w 604"/>
                  <a:gd name="T69" fmla="*/ 362 h 462"/>
                  <a:gd name="T70" fmla="*/ 576 w 604"/>
                  <a:gd name="T71" fmla="*/ 386 h 462"/>
                  <a:gd name="T72" fmla="*/ 594 w 604"/>
                  <a:gd name="T73" fmla="*/ 412 h 462"/>
                  <a:gd name="T74" fmla="*/ 602 w 604"/>
                  <a:gd name="T75" fmla="*/ 441 h 462"/>
                  <a:gd name="T76" fmla="*/ 602 w 604"/>
                  <a:gd name="T77" fmla="*/ 162 h 462"/>
                  <a:gd name="T78" fmla="*/ 599 w 604"/>
                  <a:gd name="T79" fmla="*/ 131 h 462"/>
                  <a:gd name="T80" fmla="*/ 587 w 604"/>
                  <a:gd name="T81" fmla="*/ 103 h 462"/>
                  <a:gd name="T82" fmla="*/ 569 w 604"/>
                  <a:gd name="T83" fmla="*/ 78 h 462"/>
                  <a:gd name="T84" fmla="*/ 541 w 604"/>
                  <a:gd name="T85" fmla="*/ 55 h 462"/>
                  <a:gd name="T86" fmla="*/ 506 w 604"/>
                  <a:gd name="T87" fmla="*/ 3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04" h="462">
                    <a:moveTo>
                      <a:pt x="492" y="30"/>
                    </a:moveTo>
                    <a:lnTo>
                      <a:pt x="481" y="26"/>
                    </a:lnTo>
                    <a:lnTo>
                      <a:pt x="470" y="22"/>
                    </a:lnTo>
                    <a:lnTo>
                      <a:pt x="457" y="18"/>
                    </a:lnTo>
                    <a:lnTo>
                      <a:pt x="445" y="15"/>
                    </a:lnTo>
                    <a:lnTo>
                      <a:pt x="444" y="15"/>
                    </a:lnTo>
                    <a:lnTo>
                      <a:pt x="444" y="15"/>
                    </a:lnTo>
                    <a:lnTo>
                      <a:pt x="432" y="12"/>
                    </a:lnTo>
                    <a:lnTo>
                      <a:pt x="422" y="10"/>
                    </a:lnTo>
                    <a:lnTo>
                      <a:pt x="411" y="8"/>
                    </a:lnTo>
                    <a:lnTo>
                      <a:pt x="400" y="7"/>
                    </a:lnTo>
                    <a:lnTo>
                      <a:pt x="399" y="6"/>
                    </a:lnTo>
                    <a:lnTo>
                      <a:pt x="396" y="6"/>
                    </a:lnTo>
                    <a:lnTo>
                      <a:pt x="391" y="6"/>
                    </a:lnTo>
                    <a:lnTo>
                      <a:pt x="386" y="5"/>
                    </a:lnTo>
                    <a:lnTo>
                      <a:pt x="374" y="3"/>
                    </a:lnTo>
                    <a:lnTo>
                      <a:pt x="360" y="2"/>
                    </a:lnTo>
                    <a:lnTo>
                      <a:pt x="353" y="2"/>
                    </a:lnTo>
                    <a:lnTo>
                      <a:pt x="344" y="1"/>
                    </a:lnTo>
                    <a:lnTo>
                      <a:pt x="338" y="1"/>
                    </a:lnTo>
                    <a:lnTo>
                      <a:pt x="330" y="0"/>
                    </a:lnTo>
                    <a:lnTo>
                      <a:pt x="325" y="0"/>
                    </a:lnTo>
                    <a:lnTo>
                      <a:pt x="320" y="0"/>
                    </a:lnTo>
                    <a:lnTo>
                      <a:pt x="309" y="0"/>
                    </a:lnTo>
                    <a:lnTo>
                      <a:pt x="299" y="0"/>
                    </a:lnTo>
                    <a:lnTo>
                      <a:pt x="288" y="0"/>
                    </a:lnTo>
                    <a:lnTo>
                      <a:pt x="276" y="0"/>
                    </a:lnTo>
                    <a:lnTo>
                      <a:pt x="276" y="0"/>
                    </a:lnTo>
                    <a:lnTo>
                      <a:pt x="276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61" y="0"/>
                    </a:lnTo>
                    <a:lnTo>
                      <a:pt x="250" y="1"/>
                    </a:lnTo>
                    <a:lnTo>
                      <a:pt x="239" y="1"/>
                    </a:lnTo>
                    <a:lnTo>
                      <a:pt x="228" y="2"/>
                    </a:lnTo>
                    <a:lnTo>
                      <a:pt x="223" y="2"/>
                    </a:lnTo>
                    <a:lnTo>
                      <a:pt x="218" y="3"/>
                    </a:lnTo>
                    <a:lnTo>
                      <a:pt x="206" y="4"/>
                    </a:lnTo>
                    <a:lnTo>
                      <a:pt x="195" y="5"/>
                    </a:lnTo>
                    <a:lnTo>
                      <a:pt x="183" y="6"/>
                    </a:lnTo>
                    <a:lnTo>
                      <a:pt x="171" y="7"/>
                    </a:lnTo>
                    <a:lnTo>
                      <a:pt x="164" y="9"/>
                    </a:lnTo>
                    <a:lnTo>
                      <a:pt x="156" y="10"/>
                    </a:lnTo>
                    <a:lnTo>
                      <a:pt x="139" y="12"/>
                    </a:lnTo>
                    <a:lnTo>
                      <a:pt x="120" y="15"/>
                    </a:lnTo>
                    <a:lnTo>
                      <a:pt x="110" y="16"/>
                    </a:lnTo>
                    <a:lnTo>
                      <a:pt x="100" y="18"/>
                    </a:lnTo>
                    <a:lnTo>
                      <a:pt x="95" y="19"/>
                    </a:lnTo>
                    <a:lnTo>
                      <a:pt x="89" y="20"/>
                    </a:lnTo>
                    <a:lnTo>
                      <a:pt x="71" y="24"/>
                    </a:lnTo>
                    <a:lnTo>
                      <a:pt x="53" y="27"/>
                    </a:lnTo>
                    <a:lnTo>
                      <a:pt x="34" y="31"/>
                    </a:lnTo>
                    <a:lnTo>
                      <a:pt x="15" y="36"/>
                    </a:lnTo>
                    <a:lnTo>
                      <a:pt x="10" y="37"/>
                    </a:lnTo>
                    <a:lnTo>
                      <a:pt x="5" y="38"/>
                    </a:lnTo>
                    <a:lnTo>
                      <a:pt x="3" y="38"/>
                    </a:lnTo>
                    <a:lnTo>
                      <a:pt x="0" y="39"/>
                    </a:lnTo>
                    <a:lnTo>
                      <a:pt x="1" y="339"/>
                    </a:lnTo>
                    <a:lnTo>
                      <a:pt x="9" y="337"/>
                    </a:lnTo>
                    <a:lnTo>
                      <a:pt x="16" y="336"/>
                    </a:lnTo>
                    <a:lnTo>
                      <a:pt x="35" y="331"/>
                    </a:lnTo>
                    <a:lnTo>
                      <a:pt x="54" y="327"/>
                    </a:lnTo>
                    <a:lnTo>
                      <a:pt x="71" y="324"/>
                    </a:lnTo>
                    <a:lnTo>
                      <a:pt x="90" y="320"/>
                    </a:lnTo>
                    <a:lnTo>
                      <a:pt x="106" y="318"/>
                    </a:lnTo>
                    <a:lnTo>
                      <a:pt x="121" y="315"/>
                    </a:lnTo>
                    <a:lnTo>
                      <a:pt x="140" y="312"/>
                    </a:lnTo>
                    <a:lnTo>
                      <a:pt x="158" y="310"/>
                    </a:lnTo>
                    <a:lnTo>
                      <a:pt x="168" y="308"/>
                    </a:lnTo>
                    <a:lnTo>
                      <a:pt x="176" y="307"/>
                    </a:lnTo>
                    <a:lnTo>
                      <a:pt x="186" y="306"/>
                    </a:lnTo>
                    <a:lnTo>
                      <a:pt x="195" y="305"/>
                    </a:lnTo>
                    <a:lnTo>
                      <a:pt x="208" y="304"/>
                    </a:lnTo>
                    <a:lnTo>
                      <a:pt x="219" y="303"/>
                    </a:lnTo>
                    <a:lnTo>
                      <a:pt x="233" y="302"/>
                    </a:lnTo>
                    <a:lnTo>
                      <a:pt x="246" y="301"/>
                    </a:lnTo>
                    <a:lnTo>
                      <a:pt x="259" y="300"/>
                    </a:lnTo>
                    <a:lnTo>
                      <a:pt x="273" y="300"/>
                    </a:lnTo>
                    <a:lnTo>
                      <a:pt x="275" y="300"/>
                    </a:lnTo>
                    <a:lnTo>
                      <a:pt x="276" y="300"/>
                    </a:lnTo>
                    <a:lnTo>
                      <a:pt x="291" y="300"/>
                    </a:lnTo>
                    <a:lnTo>
                      <a:pt x="305" y="300"/>
                    </a:lnTo>
                    <a:lnTo>
                      <a:pt x="318" y="300"/>
                    </a:lnTo>
                    <a:lnTo>
                      <a:pt x="331" y="300"/>
                    </a:lnTo>
                    <a:lnTo>
                      <a:pt x="339" y="301"/>
                    </a:lnTo>
                    <a:lnTo>
                      <a:pt x="345" y="301"/>
                    </a:lnTo>
                    <a:lnTo>
                      <a:pt x="356" y="302"/>
                    </a:lnTo>
                    <a:lnTo>
                      <a:pt x="366" y="303"/>
                    </a:lnTo>
                    <a:lnTo>
                      <a:pt x="376" y="304"/>
                    </a:lnTo>
                    <a:lnTo>
                      <a:pt x="387" y="305"/>
                    </a:lnTo>
                    <a:lnTo>
                      <a:pt x="392" y="306"/>
                    </a:lnTo>
                    <a:lnTo>
                      <a:pt x="397" y="306"/>
                    </a:lnTo>
                    <a:lnTo>
                      <a:pt x="410" y="308"/>
                    </a:lnTo>
                    <a:lnTo>
                      <a:pt x="422" y="310"/>
                    </a:lnTo>
                    <a:lnTo>
                      <a:pt x="434" y="313"/>
                    </a:lnTo>
                    <a:lnTo>
                      <a:pt x="446" y="315"/>
                    </a:lnTo>
                    <a:lnTo>
                      <a:pt x="459" y="318"/>
                    </a:lnTo>
                    <a:lnTo>
                      <a:pt x="470" y="322"/>
                    </a:lnTo>
                    <a:lnTo>
                      <a:pt x="482" y="326"/>
                    </a:lnTo>
                    <a:lnTo>
                      <a:pt x="494" y="330"/>
                    </a:lnTo>
                    <a:lnTo>
                      <a:pt x="507" y="336"/>
                    </a:lnTo>
                    <a:lnTo>
                      <a:pt x="520" y="342"/>
                    </a:lnTo>
                    <a:lnTo>
                      <a:pt x="531" y="348"/>
                    </a:lnTo>
                    <a:lnTo>
                      <a:pt x="542" y="355"/>
                    </a:lnTo>
                    <a:lnTo>
                      <a:pt x="552" y="362"/>
                    </a:lnTo>
                    <a:lnTo>
                      <a:pt x="561" y="370"/>
                    </a:lnTo>
                    <a:lnTo>
                      <a:pt x="570" y="378"/>
                    </a:lnTo>
                    <a:lnTo>
                      <a:pt x="576" y="386"/>
                    </a:lnTo>
                    <a:lnTo>
                      <a:pt x="584" y="394"/>
                    </a:lnTo>
                    <a:lnTo>
                      <a:pt x="589" y="403"/>
                    </a:lnTo>
                    <a:lnTo>
                      <a:pt x="594" y="412"/>
                    </a:lnTo>
                    <a:lnTo>
                      <a:pt x="597" y="422"/>
                    </a:lnTo>
                    <a:lnTo>
                      <a:pt x="600" y="431"/>
                    </a:lnTo>
                    <a:lnTo>
                      <a:pt x="602" y="441"/>
                    </a:lnTo>
                    <a:lnTo>
                      <a:pt x="604" y="451"/>
                    </a:lnTo>
                    <a:lnTo>
                      <a:pt x="604" y="462"/>
                    </a:lnTo>
                    <a:lnTo>
                      <a:pt x="602" y="162"/>
                    </a:lnTo>
                    <a:lnTo>
                      <a:pt x="602" y="151"/>
                    </a:lnTo>
                    <a:lnTo>
                      <a:pt x="601" y="141"/>
                    </a:lnTo>
                    <a:lnTo>
                      <a:pt x="599" y="131"/>
                    </a:lnTo>
                    <a:lnTo>
                      <a:pt x="596" y="122"/>
                    </a:lnTo>
                    <a:lnTo>
                      <a:pt x="592" y="112"/>
                    </a:lnTo>
                    <a:lnTo>
                      <a:pt x="587" y="103"/>
                    </a:lnTo>
                    <a:lnTo>
                      <a:pt x="582" y="94"/>
                    </a:lnTo>
                    <a:lnTo>
                      <a:pt x="576" y="86"/>
                    </a:lnTo>
                    <a:lnTo>
                      <a:pt x="569" y="78"/>
                    </a:lnTo>
                    <a:lnTo>
                      <a:pt x="560" y="70"/>
                    </a:lnTo>
                    <a:lnTo>
                      <a:pt x="551" y="62"/>
                    </a:lnTo>
                    <a:lnTo>
                      <a:pt x="541" y="55"/>
                    </a:lnTo>
                    <a:lnTo>
                      <a:pt x="530" y="48"/>
                    </a:lnTo>
                    <a:lnTo>
                      <a:pt x="519" y="42"/>
                    </a:lnTo>
                    <a:lnTo>
                      <a:pt x="506" y="36"/>
                    </a:lnTo>
                    <a:lnTo>
                      <a:pt x="492" y="3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3" name="Freeform 74">
                <a:extLst>
                  <a:ext uri="{FF2B5EF4-FFF2-40B4-BE49-F238E27FC236}">
                    <a16:creationId xmlns:a16="http://schemas.microsoft.com/office/drawing/2014/main" id="{B445C27C-D795-4990-A492-136A7F019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88" y="2263775"/>
                <a:ext cx="190500" cy="211138"/>
              </a:xfrm>
              <a:custGeom>
                <a:avLst/>
                <a:gdLst>
                  <a:gd name="T0" fmla="*/ 590 w 598"/>
                  <a:gd name="T1" fmla="*/ 43 h 533"/>
                  <a:gd name="T2" fmla="*/ 578 w 598"/>
                  <a:gd name="T3" fmla="*/ 69 h 533"/>
                  <a:gd name="T4" fmla="*/ 568 w 598"/>
                  <a:gd name="T5" fmla="*/ 82 h 533"/>
                  <a:gd name="T6" fmla="*/ 547 w 598"/>
                  <a:gd name="T7" fmla="*/ 107 h 533"/>
                  <a:gd name="T8" fmla="*/ 536 w 598"/>
                  <a:gd name="T9" fmla="*/ 117 h 533"/>
                  <a:gd name="T10" fmla="*/ 503 w 598"/>
                  <a:gd name="T11" fmla="*/ 141 h 533"/>
                  <a:gd name="T12" fmla="*/ 471 w 598"/>
                  <a:gd name="T13" fmla="*/ 160 h 533"/>
                  <a:gd name="T14" fmla="*/ 441 w 598"/>
                  <a:gd name="T15" fmla="*/ 173 h 533"/>
                  <a:gd name="T16" fmla="*/ 405 w 598"/>
                  <a:gd name="T17" fmla="*/ 187 h 533"/>
                  <a:gd name="T18" fmla="*/ 367 w 598"/>
                  <a:gd name="T19" fmla="*/ 198 h 533"/>
                  <a:gd name="T20" fmla="*/ 340 w 598"/>
                  <a:gd name="T21" fmla="*/ 206 h 533"/>
                  <a:gd name="T22" fmla="*/ 310 w 598"/>
                  <a:gd name="T23" fmla="*/ 212 h 533"/>
                  <a:gd name="T24" fmla="*/ 281 w 598"/>
                  <a:gd name="T25" fmla="*/ 218 h 533"/>
                  <a:gd name="T26" fmla="*/ 250 w 598"/>
                  <a:gd name="T27" fmla="*/ 222 h 533"/>
                  <a:gd name="T28" fmla="*/ 220 w 598"/>
                  <a:gd name="T29" fmla="*/ 226 h 533"/>
                  <a:gd name="T30" fmla="*/ 187 w 598"/>
                  <a:gd name="T31" fmla="*/ 229 h 533"/>
                  <a:gd name="T32" fmla="*/ 157 w 598"/>
                  <a:gd name="T33" fmla="*/ 231 h 533"/>
                  <a:gd name="T34" fmla="*/ 112 w 598"/>
                  <a:gd name="T35" fmla="*/ 232 h 533"/>
                  <a:gd name="T36" fmla="*/ 60 w 598"/>
                  <a:gd name="T37" fmla="*/ 232 h 533"/>
                  <a:gd name="T38" fmla="*/ 15 w 598"/>
                  <a:gd name="T39" fmla="*/ 231 h 533"/>
                  <a:gd name="T40" fmla="*/ 12 w 598"/>
                  <a:gd name="T41" fmla="*/ 531 h 533"/>
                  <a:gd name="T42" fmla="*/ 50 w 598"/>
                  <a:gd name="T43" fmla="*/ 532 h 533"/>
                  <a:gd name="T44" fmla="*/ 77 w 598"/>
                  <a:gd name="T45" fmla="*/ 533 h 533"/>
                  <a:gd name="T46" fmla="*/ 119 w 598"/>
                  <a:gd name="T47" fmla="*/ 533 h 533"/>
                  <a:gd name="T48" fmla="*/ 145 w 598"/>
                  <a:gd name="T49" fmla="*/ 532 h 533"/>
                  <a:gd name="T50" fmla="*/ 180 w 598"/>
                  <a:gd name="T51" fmla="*/ 530 h 533"/>
                  <a:gd name="T52" fmla="*/ 210 w 598"/>
                  <a:gd name="T53" fmla="*/ 527 h 533"/>
                  <a:gd name="T54" fmla="*/ 236 w 598"/>
                  <a:gd name="T55" fmla="*/ 525 h 533"/>
                  <a:gd name="T56" fmla="*/ 271 w 598"/>
                  <a:gd name="T57" fmla="*/ 519 h 533"/>
                  <a:gd name="T58" fmla="*/ 290 w 598"/>
                  <a:gd name="T59" fmla="*/ 517 h 533"/>
                  <a:gd name="T60" fmla="*/ 330 w 598"/>
                  <a:gd name="T61" fmla="*/ 508 h 533"/>
                  <a:gd name="T62" fmla="*/ 345 w 598"/>
                  <a:gd name="T63" fmla="*/ 505 h 533"/>
                  <a:gd name="T64" fmla="*/ 368 w 598"/>
                  <a:gd name="T65" fmla="*/ 498 h 533"/>
                  <a:gd name="T66" fmla="*/ 406 w 598"/>
                  <a:gd name="T67" fmla="*/ 487 h 533"/>
                  <a:gd name="T68" fmla="*/ 425 w 598"/>
                  <a:gd name="T69" fmla="*/ 480 h 533"/>
                  <a:gd name="T70" fmla="*/ 450 w 598"/>
                  <a:gd name="T71" fmla="*/ 470 h 533"/>
                  <a:gd name="T72" fmla="*/ 482 w 598"/>
                  <a:gd name="T73" fmla="*/ 454 h 533"/>
                  <a:gd name="T74" fmla="*/ 496 w 598"/>
                  <a:gd name="T75" fmla="*/ 447 h 533"/>
                  <a:gd name="T76" fmla="*/ 527 w 598"/>
                  <a:gd name="T77" fmla="*/ 425 h 533"/>
                  <a:gd name="T78" fmla="*/ 540 w 598"/>
                  <a:gd name="T79" fmla="*/ 415 h 533"/>
                  <a:gd name="T80" fmla="*/ 551 w 598"/>
                  <a:gd name="T81" fmla="*/ 404 h 533"/>
                  <a:gd name="T82" fmla="*/ 570 w 598"/>
                  <a:gd name="T83" fmla="*/ 382 h 533"/>
                  <a:gd name="T84" fmla="*/ 576 w 598"/>
                  <a:gd name="T85" fmla="*/ 374 h 533"/>
                  <a:gd name="T86" fmla="*/ 588 w 598"/>
                  <a:gd name="T87" fmla="*/ 351 h 533"/>
                  <a:gd name="T88" fmla="*/ 592 w 598"/>
                  <a:gd name="T89" fmla="*/ 340 h 533"/>
                  <a:gd name="T90" fmla="*/ 596 w 598"/>
                  <a:gd name="T91" fmla="*/ 329 h 533"/>
                  <a:gd name="T92" fmla="*/ 598 w 598"/>
                  <a:gd name="T93" fmla="*/ 302 h 533"/>
                  <a:gd name="T94" fmla="*/ 597 w 598"/>
                  <a:gd name="T95" fmla="*/ 9 h 533"/>
                  <a:gd name="T96" fmla="*/ 592 w 598"/>
                  <a:gd name="T97" fmla="*/ 37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8" h="533">
                    <a:moveTo>
                      <a:pt x="592" y="37"/>
                    </a:moveTo>
                    <a:lnTo>
                      <a:pt x="591" y="40"/>
                    </a:lnTo>
                    <a:lnTo>
                      <a:pt x="590" y="43"/>
                    </a:lnTo>
                    <a:lnTo>
                      <a:pt x="586" y="52"/>
                    </a:lnTo>
                    <a:lnTo>
                      <a:pt x="582" y="60"/>
                    </a:lnTo>
                    <a:lnTo>
                      <a:pt x="578" y="69"/>
                    </a:lnTo>
                    <a:lnTo>
                      <a:pt x="572" y="77"/>
                    </a:lnTo>
                    <a:lnTo>
                      <a:pt x="571" y="79"/>
                    </a:lnTo>
                    <a:lnTo>
                      <a:pt x="568" y="82"/>
                    </a:lnTo>
                    <a:lnTo>
                      <a:pt x="562" y="91"/>
                    </a:lnTo>
                    <a:lnTo>
                      <a:pt x="555" y="99"/>
                    </a:lnTo>
                    <a:lnTo>
                      <a:pt x="547" y="107"/>
                    </a:lnTo>
                    <a:lnTo>
                      <a:pt x="538" y="115"/>
                    </a:lnTo>
                    <a:lnTo>
                      <a:pt x="537" y="116"/>
                    </a:lnTo>
                    <a:lnTo>
                      <a:pt x="536" y="117"/>
                    </a:lnTo>
                    <a:lnTo>
                      <a:pt x="526" y="125"/>
                    </a:lnTo>
                    <a:lnTo>
                      <a:pt x="515" y="133"/>
                    </a:lnTo>
                    <a:lnTo>
                      <a:pt x="503" y="141"/>
                    </a:lnTo>
                    <a:lnTo>
                      <a:pt x="491" y="149"/>
                    </a:lnTo>
                    <a:lnTo>
                      <a:pt x="481" y="154"/>
                    </a:lnTo>
                    <a:lnTo>
                      <a:pt x="471" y="160"/>
                    </a:lnTo>
                    <a:lnTo>
                      <a:pt x="460" y="165"/>
                    </a:lnTo>
                    <a:lnTo>
                      <a:pt x="448" y="170"/>
                    </a:lnTo>
                    <a:lnTo>
                      <a:pt x="441" y="173"/>
                    </a:lnTo>
                    <a:lnTo>
                      <a:pt x="435" y="176"/>
                    </a:lnTo>
                    <a:lnTo>
                      <a:pt x="420" y="182"/>
                    </a:lnTo>
                    <a:lnTo>
                      <a:pt x="405" y="187"/>
                    </a:lnTo>
                    <a:lnTo>
                      <a:pt x="392" y="191"/>
                    </a:lnTo>
                    <a:lnTo>
                      <a:pt x="380" y="195"/>
                    </a:lnTo>
                    <a:lnTo>
                      <a:pt x="367" y="198"/>
                    </a:lnTo>
                    <a:lnTo>
                      <a:pt x="355" y="202"/>
                    </a:lnTo>
                    <a:lnTo>
                      <a:pt x="347" y="204"/>
                    </a:lnTo>
                    <a:lnTo>
                      <a:pt x="340" y="206"/>
                    </a:lnTo>
                    <a:lnTo>
                      <a:pt x="329" y="208"/>
                    </a:lnTo>
                    <a:lnTo>
                      <a:pt x="319" y="210"/>
                    </a:lnTo>
                    <a:lnTo>
                      <a:pt x="310" y="212"/>
                    </a:lnTo>
                    <a:lnTo>
                      <a:pt x="300" y="214"/>
                    </a:lnTo>
                    <a:lnTo>
                      <a:pt x="290" y="216"/>
                    </a:lnTo>
                    <a:lnTo>
                      <a:pt x="281" y="218"/>
                    </a:lnTo>
                    <a:lnTo>
                      <a:pt x="270" y="219"/>
                    </a:lnTo>
                    <a:lnTo>
                      <a:pt x="260" y="221"/>
                    </a:lnTo>
                    <a:lnTo>
                      <a:pt x="250" y="222"/>
                    </a:lnTo>
                    <a:lnTo>
                      <a:pt x="240" y="224"/>
                    </a:lnTo>
                    <a:lnTo>
                      <a:pt x="230" y="225"/>
                    </a:lnTo>
                    <a:lnTo>
                      <a:pt x="220" y="226"/>
                    </a:lnTo>
                    <a:lnTo>
                      <a:pt x="209" y="227"/>
                    </a:lnTo>
                    <a:lnTo>
                      <a:pt x="197" y="228"/>
                    </a:lnTo>
                    <a:lnTo>
                      <a:pt x="187" y="229"/>
                    </a:lnTo>
                    <a:lnTo>
                      <a:pt x="177" y="230"/>
                    </a:lnTo>
                    <a:lnTo>
                      <a:pt x="167" y="230"/>
                    </a:lnTo>
                    <a:lnTo>
                      <a:pt x="157" y="231"/>
                    </a:lnTo>
                    <a:lnTo>
                      <a:pt x="144" y="231"/>
                    </a:lnTo>
                    <a:lnTo>
                      <a:pt x="131" y="232"/>
                    </a:lnTo>
                    <a:lnTo>
                      <a:pt x="112" y="232"/>
                    </a:lnTo>
                    <a:lnTo>
                      <a:pt x="94" y="233"/>
                    </a:lnTo>
                    <a:lnTo>
                      <a:pt x="77" y="233"/>
                    </a:lnTo>
                    <a:lnTo>
                      <a:pt x="60" y="232"/>
                    </a:lnTo>
                    <a:lnTo>
                      <a:pt x="45" y="232"/>
                    </a:lnTo>
                    <a:lnTo>
                      <a:pt x="30" y="232"/>
                    </a:lnTo>
                    <a:lnTo>
                      <a:pt x="15" y="231"/>
                    </a:lnTo>
                    <a:lnTo>
                      <a:pt x="0" y="230"/>
                    </a:lnTo>
                    <a:lnTo>
                      <a:pt x="0" y="530"/>
                    </a:lnTo>
                    <a:lnTo>
                      <a:pt x="12" y="531"/>
                    </a:lnTo>
                    <a:lnTo>
                      <a:pt x="25" y="532"/>
                    </a:lnTo>
                    <a:lnTo>
                      <a:pt x="37" y="532"/>
                    </a:lnTo>
                    <a:lnTo>
                      <a:pt x="50" y="532"/>
                    </a:lnTo>
                    <a:lnTo>
                      <a:pt x="56" y="532"/>
                    </a:lnTo>
                    <a:lnTo>
                      <a:pt x="61" y="532"/>
                    </a:lnTo>
                    <a:lnTo>
                      <a:pt x="77" y="533"/>
                    </a:lnTo>
                    <a:lnTo>
                      <a:pt x="95" y="533"/>
                    </a:lnTo>
                    <a:lnTo>
                      <a:pt x="106" y="533"/>
                    </a:lnTo>
                    <a:lnTo>
                      <a:pt x="119" y="533"/>
                    </a:lnTo>
                    <a:lnTo>
                      <a:pt x="125" y="532"/>
                    </a:lnTo>
                    <a:lnTo>
                      <a:pt x="131" y="532"/>
                    </a:lnTo>
                    <a:lnTo>
                      <a:pt x="145" y="532"/>
                    </a:lnTo>
                    <a:lnTo>
                      <a:pt x="159" y="531"/>
                    </a:lnTo>
                    <a:lnTo>
                      <a:pt x="169" y="530"/>
                    </a:lnTo>
                    <a:lnTo>
                      <a:pt x="180" y="530"/>
                    </a:lnTo>
                    <a:lnTo>
                      <a:pt x="189" y="529"/>
                    </a:lnTo>
                    <a:lnTo>
                      <a:pt x="197" y="528"/>
                    </a:lnTo>
                    <a:lnTo>
                      <a:pt x="210" y="527"/>
                    </a:lnTo>
                    <a:lnTo>
                      <a:pt x="221" y="526"/>
                    </a:lnTo>
                    <a:lnTo>
                      <a:pt x="229" y="525"/>
                    </a:lnTo>
                    <a:lnTo>
                      <a:pt x="236" y="525"/>
                    </a:lnTo>
                    <a:lnTo>
                      <a:pt x="249" y="523"/>
                    </a:lnTo>
                    <a:lnTo>
                      <a:pt x="261" y="521"/>
                    </a:lnTo>
                    <a:lnTo>
                      <a:pt x="271" y="519"/>
                    </a:lnTo>
                    <a:lnTo>
                      <a:pt x="281" y="518"/>
                    </a:lnTo>
                    <a:lnTo>
                      <a:pt x="285" y="517"/>
                    </a:lnTo>
                    <a:lnTo>
                      <a:pt x="290" y="517"/>
                    </a:lnTo>
                    <a:lnTo>
                      <a:pt x="305" y="514"/>
                    </a:lnTo>
                    <a:lnTo>
                      <a:pt x="320" y="510"/>
                    </a:lnTo>
                    <a:lnTo>
                      <a:pt x="330" y="508"/>
                    </a:lnTo>
                    <a:lnTo>
                      <a:pt x="340" y="506"/>
                    </a:lnTo>
                    <a:lnTo>
                      <a:pt x="342" y="506"/>
                    </a:lnTo>
                    <a:lnTo>
                      <a:pt x="345" y="505"/>
                    </a:lnTo>
                    <a:lnTo>
                      <a:pt x="350" y="504"/>
                    </a:lnTo>
                    <a:lnTo>
                      <a:pt x="356" y="502"/>
                    </a:lnTo>
                    <a:lnTo>
                      <a:pt x="368" y="498"/>
                    </a:lnTo>
                    <a:lnTo>
                      <a:pt x="381" y="495"/>
                    </a:lnTo>
                    <a:lnTo>
                      <a:pt x="393" y="491"/>
                    </a:lnTo>
                    <a:lnTo>
                      <a:pt x="406" y="487"/>
                    </a:lnTo>
                    <a:lnTo>
                      <a:pt x="410" y="486"/>
                    </a:lnTo>
                    <a:lnTo>
                      <a:pt x="415" y="484"/>
                    </a:lnTo>
                    <a:lnTo>
                      <a:pt x="425" y="480"/>
                    </a:lnTo>
                    <a:lnTo>
                      <a:pt x="435" y="476"/>
                    </a:lnTo>
                    <a:lnTo>
                      <a:pt x="442" y="473"/>
                    </a:lnTo>
                    <a:lnTo>
                      <a:pt x="450" y="470"/>
                    </a:lnTo>
                    <a:lnTo>
                      <a:pt x="461" y="465"/>
                    </a:lnTo>
                    <a:lnTo>
                      <a:pt x="471" y="460"/>
                    </a:lnTo>
                    <a:lnTo>
                      <a:pt x="482" y="454"/>
                    </a:lnTo>
                    <a:lnTo>
                      <a:pt x="492" y="449"/>
                    </a:lnTo>
                    <a:lnTo>
                      <a:pt x="493" y="448"/>
                    </a:lnTo>
                    <a:lnTo>
                      <a:pt x="496" y="447"/>
                    </a:lnTo>
                    <a:lnTo>
                      <a:pt x="507" y="439"/>
                    </a:lnTo>
                    <a:lnTo>
                      <a:pt x="517" y="432"/>
                    </a:lnTo>
                    <a:lnTo>
                      <a:pt x="527" y="425"/>
                    </a:lnTo>
                    <a:lnTo>
                      <a:pt x="537" y="417"/>
                    </a:lnTo>
                    <a:lnTo>
                      <a:pt x="538" y="416"/>
                    </a:lnTo>
                    <a:lnTo>
                      <a:pt x="540" y="415"/>
                    </a:lnTo>
                    <a:lnTo>
                      <a:pt x="540" y="415"/>
                    </a:lnTo>
                    <a:lnTo>
                      <a:pt x="540" y="415"/>
                    </a:lnTo>
                    <a:lnTo>
                      <a:pt x="551" y="404"/>
                    </a:lnTo>
                    <a:lnTo>
                      <a:pt x="562" y="393"/>
                    </a:lnTo>
                    <a:lnTo>
                      <a:pt x="566" y="387"/>
                    </a:lnTo>
                    <a:lnTo>
                      <a:pt x="570" y="382"/>
                    </a:lnTo>
                    <a:lnTo>
                      <a:pt x="572" y="379"/>
                    </a:lnTo>
                    <a:lnTo>
                      <a:pt x="573" y="377"/>
                    </a:lnTo>
                    <a:lnTo>
                      <a:pt x="576" y="374"/>
                    </a:lnTo>
                    <a:lnTo>
                      <a:pt x="577" y="372"/>
                    </a:lnTo>
                    <a:lnTo>
                      <a:pt x="583" y="361"/>
                    </a:lnTo>
                    <a:lnTo>
                      <a:pt x="588" y="351"/>
                    </a:lnTo>
                    <a:lnTo>
                      <a:pt x="590" y="347"/>
                    </a:lnTo>
                    <a:lnTo>
                      <a:pt x="591" y="343"/>
                    </a:lnTo>
                    <a:lnTo>
                      <a:pt x="592" y="340"/>
                    </a:lnTo>
                    <a:lnTo>
                      <a:pt x="592" y="337"/>
                    </a:lnTo>
                    <a:lnTo>
                      <a:pt x="595" y="333"/>
                    </a:lnTo>
                    <a:lnTo>
                      <a:pt x="596" y="329"/>
                    </a:lnTo>
                    <a:lnTo>
                      <a:pt x="597" y="316"/>
                    </a:lnTo>
                    <a:lnTo>
                      <a:pt x="598" y="304"/>
                    </a:lnTo>
                    <a:lnTo>
                      <a:pt x="598" y="302"/>
                    </a:lnTo>
                    <a:lnTo>
                      <a:pt x="598" y="300"/>
                    </a:lnTo>
                    <a:lnTo>
                      <a:pt x="597" y="0"/>
                    </a:lnTo>
                    <a:lnTo>
                      <a:pt x="597" y="9"/>
                    </a:lnTo>
                    <a:lnTo>
                      <a:pt x="596" y="19"/>
                    </a:lnTo>
                    <a:lnTo>
                      <a:pt x="595" y="28"/>
                    </a:lnTo>
                    <a:lnTo>
                      <a:pt x="592" y="37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4" name="Freeform 75">
                <a:extLst>
                  <a:ext uri="{FF2B5EF4-FFF2-40B4-BE49-F238E27FC236}">
                    <a16:creationId xmlns:a16="http://schemas.microsoft.com/office/drawing/2014/main" id="{3A091592-83BE-4A31-B46E-8DBA6B8F2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7151" y="2354263"/>
                <a:ext cx="58738" cy="161925"/>
              </a:xfrm>
              <a:custGeom>
                <a:avLst/>
                <a:gdLst>
                  <a:gd name="T0" fmla="*/ 0 w 185"/>
                  <a:gd name="T1" fmla="*/ 108 h 408"/>
                  <a:gd name="T2" fmla="*/ 0 w 185"/>
                  <a:gd name="T3" fmla="*/ 408 h 408"/>
                  <a:gd name="T4" fmla="*/ 185 w 185"/>
                  <a:gd name="T5" fmla="*/ 300 h 408"/>
                  <a:gd name="T6" fmla="*/ 185 w 185"/>
                  <a:gd name="T7" fmla="*/ 0 h 408"/>
                  <a:gd name="T8" fmla="*/ 0 w 185"/>
                  <a:gd name="T9" fmla="*/ 108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408">
                    <a:moveTo>
                      <a:pt x="0" y="108"/>
                    </a:moveTo>
                    <a:lnTo>
                      <a:pt x="0" y="408"/>
                    </a:lnTo>
                    <a:lnTo>
                      <a:pt x="185" y="300"/>
                    </a:lnTo>
                    <a:lnTo>
                      <a:pt x="185" y="0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5" name="Freeform 76">
                <a:extLst>
                  <a:ext uri="{FF2B5EF4-FFF2-40B4-BE49-F238E27FC236}">
                    <a16:creationId xmlns:a16="http://schemas.microsoft.com/office/drawing/2014/main" id="{FABB3596-810B-40FF-9193-3E44EFDA0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2726" y="2527300"/>
                <a:ext cx="9525" cy="158750"/>
              </a:xfrm>
              <a:custGeom>
                <a:avLst/>
                <a:gdLst>
                  <a:gd name="T0" fmla="*/ 6 w 32"/>
                  <a:gd name="T1" fmla="*/ 362 h 401"/>
                  <a:gd name="T2" fmla="*/ 9 w 32"/>
                  <a:gd name="T3" fmla="*/ 351 h 401"/>
                  <a:gd name="T4" fmla="*/ 14 w 32"/>
                  <a:gd name="T5" fmla="*/ 340 h 401"/>
                  <a:gd name="T6" fmla="*/ 15 w 32"/>
                  <a:gd name="T7" fmla="*/ 336 h 401"/>
                  <a:gd name="T8" fmla="*/ 16 w 32"/>
                  <a:gd name="T9" fmla="*/ 331 h 401"/>
                  <a:gd name="T10" fmla="*/ 20 w 32"/>
                  <a:gd name="T11" fmla="*/ 324 h 401"/>
                  <a:gd name="T12" fmla="*/ 24 w 32"/>
                  <a:gd name="T13" fmla="*/ 316 h 401"/>
                  <a:gd name="T14" fmla="*/ 29 w 32"/>
                  <a:gd name="T15" fmla="*/ 308 h 401"/>
                  <a:gd name="T16" fmla="*/ 32 w 32"/>
                  <a:gd name="T17" fmla="*/ 300 h 401"/>
                  <a:gd name="T18" fmla="*/ 32 w 32"/>
                  <a:gd name="T19" fmla="*/ 300 h 401"/>
                  <a:gd name="T20" fmla="*/ 32 w 32"/>
                  <a:gd name="T21" fmla="*/ 300 h 401"/>
                  <a:gd name="T22" fmla="*/ 32 w 32"/>
                  <a:gd name="T23" fmla="*/ 0 h 401"/>
                  <a:gd name="T24" fmla="*/ 27 w 32"/>
                  <a:gd name="T25" fmla="*/ 8 h 401"/>
                  <a:gd name="T26" fmla="*/ 24 w 32"/>
                  <a:gd name="T27" fmla="*/ 16 h 401"/>
                  <a:gd name="T28" fmla="*/ 20 w 32"/>
                  <a:gd name="T29" fmla="*/ 24 h 401"/>
                  <a:gd name="T30" fmla="*/ 16 w 32"/>
                  <a:gd name="T31" fmla="*/ 31 h 401"/>
                  <a:gd name="T32" fmla="*/ 15 w 32"/>
                  <a:gd name="T33" fmla="*/ 33 h 401"/>
                  <a:gd name="T34" fmla="*/ 14 w 32"/>
                  <a:gd name="T35" fmla="*/ 35 h 401"/>
                  <a:gd name="T36" fmla="*/ 14 w 32"/>
                  <a:gd name="T37" fmla="*/ 38 h 401"/>
                  <a:gd name="T38" fmla="*/ 12 w 32"/>
                  <a:gd name="T39" fmla="*/ 40 h 401"/>
                  <a:gd name="T40" fmla="*/ 9 w 32"/>
                  <a:gd name="T41" fmla="*/ 51 h 401"/>
                  <a:gd name="T42" fmla="*/ 5 w 32"/>
                  <a:gd name="T43" fmla="*/ 62 h 401"/>
                  <a:gd name="T44" fmla="*/ 4 w 32"/>
                  <a:gd name="T45" fmla="*/ 65 h 401"/>
                  <a:gd name="T46" fmla="*/ 4 w 32"/>
                  <a:gd name="T47" fmla="*/ 68 h 401"/>
                  <a:gd name="T48" fmla="*/ 2 w 32"/>
                  <a:gd name="T49" fmla="*/ 70 h 401"/>
                  <a:gd name="T50" fmla="*/ 2 w 32"/>
                  <a:gd name="T51" fmla="*/ 72 h 401"/>
                  <a:gd name="T52" fmla="*/ 1 w 32"/>
                  <a:gd name="T53" fmla="*/ 81 h 401"/>
                  <a:gd name="T54" fmla="*/ 0 w 32"/>
                  <a:gd name="T55" fmla="*/ 91 h 401"/>
                  <a:gd name="T56" fmla="*/ 0 w 32"/>
                  <a:gd name="T57" fmla="*/ 94 h 401"/>
                  <a:gd name="T58" fmla="*/ 0 w 32"/>
                  <a:gd name="T59" fmla="*/ 97 h 401"/>
                  <a:gd name="T60" fmla="*/ 0 w 32"/>
                  <a:gd name="T61" fmla="*/ 99 h 401"/>
                  <a:gd name="T62" fmla="*/ 0 w 32"/>
                  <a:gd name="T63" fmla="*/ 101 h 401"/>
                  <a:gd name="T64" fmla="*/ 0 w 32"/>
                  <a:gd name="T65" fmla="*/ 401 h 401"/>
                  <a:gd name="T66" fmla="*/ 1 w 32"/>
                  <a:gd name="T67" fmla="*/ 396 h 401"/>
                  <a:gd name="T68" fmla="*/ 1 w 32"/>
                  <a:gd name="T69" fmla="*/ 391 h 401"/>
                  <a:gd name="T70" fmla="*/ 2 w 32"/>
                  <a:gd name="T71" fmla="*/ 381 h 401"/>
                  <a:gd name="T72" fmla="*/ 4 w 32"/>
                  <a:gd name="T73" fmla="*/ 372 h 401"/>
                  <a:gd name="T74" fmla="*/ 5 w 32"/>
                  <a:gd name="T75" fmla="*/ 367 h 401"/>
                  <a:gd name="T76" fmla="*/ 6 w 32"/>
                  <a:gd name="T77" fmla="*/ 362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2" h="401">
                    <a:moveTo>
                      <a:pt x="6" y="362"/>
                    </a:moveTo>
                    <a:lnTo>
                      <a:pt x="9" y="351"/>
                    </a:lnTo>
                    <a:lnTo>
                      <a:pt x="14" y="340"/>
                    </a:lnTo>
                    <a:lnTo>
                      <a:pt x="15" y="336"/>
                    </a:lnTo>
                    <a:lnTo>
                      <a:pt x="16" y="331"/>
                    </a:lnTo>
                    <a:lnTo>
                      <a:pt x="20" y="324"/>
                    </a:lnTo>
                    <a:lnTo>
                      <a:pt x="24" y="316"/>
                    </a:lnTo>
                    <a:lnTo>
                      <a:pt x="29" y="308"/>
                    </a:lnTo>
                    <a:lnTo>
                      <a:pt x="32" y="300"/>
                    </a:lnTo>
                    <a:lnTo>
                      <a:pt x="32" y="300"/>
                    </a:lnTo>
                    <a:lnTo>
                      <a:pt x="32" y="300"/>
                    </a:lnTo>
                    <a:lnTo>
                      <a:pt x="32" y="0"/>
                    </a:lnTo>
                    <a:lnTo>
                      <a:pt x="27" y="8"/>
                    </a:lnTo>
                    <a:lnTo>
                      <a:pt x="24" y="16"/>
                    </a:lnTo>
                    <a:lnTo>
                      <a:pt x="20" y="24"/>
                    </a:lnTo>
                    <a:lnTo>
                      <a:pt x="16" y="31"/>
                    </a:lnTo>
                    <a:lnTo>
                      <a:pt x="15" y="33"/>
                    </a:lnTo>
                    <a:lnTo>
                      <a:pt x="14" y="35"/>
                    </a:lnTo>
                    <a:lnTo>
                      <a:pt x="14" y="38"/>
                    </a:lnTo>
                    <a:lnTo>
                      <a:pt x="12" y="40"/>
                    </a:lnTo>
                    <a:lnTo>
                      <a:pt x="9" y="51"/>
                    </a:lnTo>
                    <a:lnTo>
                      <a:pt x="5" y="62"/>
                    </a:lnTo>
                    <a:lnTo>
                      <a:pt x="4" y="65"/>
                    </a:lnTo>
                    <a:lnTo>
                      <a:pt x="4" y="68"/>
                    </a:lnTo>
                    <a:lnTo>
                      <a:pt x="2" y="70"/>
                    </a:lnTo>
                    <a:lnTo>
                      <a:pt x="2" y="72"/>
                    </a:lnTo>
                    <a:lnTo>
                      <a:pt x="1" y="81"/>
                    </a:lnTo>
                    <a:lnTo>
                      <a:pt x="0" y="91"/>
                    </a:lnTo>
                    <a:lnTo>
                      <a:pt x="0" y="94"/>
                    </a:lnTo>
                    <a:lnTo>
                      <a:pt x="0" y="97"/>
                    </a:lnTo>
                    <a:lnTo>
                      <a:pt x="0" y="99"/>
                    </a:lnTo>
                    <a:lnTo>
                      <a:pt x="0" y="101"/>
                    </a:lnTo>
                    <a:lnTo>
                      <a:pt x="0" y="401"/>
                    </a:lnTo>
                    <a:lnTo>
                      <a:pt x="1" y="396"/>
                    </a:lnTo>
                    <a:lnTo>
                      <a:pt x="1" y="391"/>
                    </a:lnTo>
                    <a:lnTo>
                      <a:pt x="2" y="381"/>
                    </a:lnTo>
                    <a:lnTo>
                      <a:pt x="4" y="372"/>
                    </a:lnTo>
                    <a:lnTo>
                      <a:pt x="5" y="367"/>
                    </a:lnTo>
                    <a:lnTo>
                      <a:pt x="6" y="362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6" name="Freeform 77">
                <a:extLst>
                  <a:ext uri="{FF2B5EF4-FFF2-40B4-BE49-F238E27FC236}">
                    <a16:creationId xmlns:a16="http://schemas.microsoft.com/office/drawing/2014/main" id="{9C844B6B-77F8-463D-A903-557EE3CEE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2201" y="2746375"/>
                <a:ext cx="400050" cy="314325"/>
              </a:xfrm>
              <a:custGeom>
                <a:avLst/>
                <a:gdLst>
                  <a:gd name="T0" fmla="*/ 0 w 1262"/>
                  <a:gd name="T1" fmla="*/ 0 h 795"/>
                  <a:gd name="T2" fmla="*/ 0 w 1262"/>
                  <a:gd name="T3" fmla="*/ 300 h 795"/>
                  <a:gd name="T4" fmla="*/ 1262 w 1262"/>
                  <a:gd name="T5" fmla="*/ 795 h 795"/>
                  <a:gd name="T6" fmla="*/ 1261 w 1262"/>
                  <a:gd name="T7" fmla="*/ 495 h 795"/>
                  <a:gd name="T8" fmla="*/ 0 w 1262"/>
                  <a:gd name="T9" fmla="*/ 0 h 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2" h="795">
                    <a:moveTo>
                      <a:pt x="0" y="0"/>
                    </a:moveTo>
                    <a:lnTo>
                      <a:pt x="0" y="300"/>
                    </a:lnTo>
                    <a:lnTo>
                      <a:pt x="1262" y="795"/>
                    </a:lnTo>
                    <a:lnTo>
                      <a:pt x="1261" y="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7" name="Freeform 78">
                <a:extLst>
                  <a:ext uri="{FF2B5EF4-FFF2-40B4-BE49-F238E27FC236}">
                    <a16:creationId xmlns:a16="http://schemas.microsoft.com/office/drawing/2014/main" id="{7CBCB20A-9282-4788-B665-7DB2DAA91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5513" y="2708275"/>
                <a:ext cx="412750" cy="327025"/>
              </a:xfrm>
              <a:custGeom>
                <a:avLst/>
                <a:gdLst>
                  <a:gd name="T0" fmla="*/ 1142 w 1298"/>
                  <a:gd name="T1" fmla="*/ 16 h 825"/>
                  <a:gd name="T2" fmla="*/ 1110 w 1298"/>
                  <a:gd name="T3" fmla="*/ 9 h 825"/>
                  <a:gd name="T4" fmla="*/ 1060 w 1298"/>
                  <a:gd name="T5" fmla="*/ 3 h 825"/>
                  <a:gd name="T6" fmla="*/ 1045 w 1298"/>
                  <a:gd name="T7" fmla="*/ 1 h 825"/>
                  <a:gd name="T8" fmla="*/ 1008 w 1298"/>
                  <a:gd name="T9" fmla="*/ 0 h 825"/>
                  <a:gd name="T10" fmla="*/ 965 w 1298"/>
                  <a:gd name="T11" fmla="*/ 0 h 825"/>
                  <a:gd name="T12" fmla="*/ 921 w 1298"/>
                  <a:gd name="T13" fmla="*/ 2 h 825"/>
                  <a:gd name="T14" fmla="*/ 872 w 1298"/>
                  <a:gd name="T15" fmla="*/ 7 h 825"/>
                  <a:gd name="T16" fmla="*/ 831 w 1298"/>
                  <a:gd name="T17" fmla="*/ 12 h 825"/>
                  <a:gd name="T18" fmla="*/ 791 w 1298"/>
                  <a:gd name="T19" fmla="*/ 19 h 825"/>
                  <a:gd name="T20" fmla="*/ 704 w 1298"/>
                  <a:gd name="T21" fmla="*/ 37 h 825"/>
                  <a:gd name="T22" fmla="*/ 671 w 1298"/>
                  <a:gd name="T23" fmla="*/ 45 h 825"/>
                  <a:gd name="T24" fmla="*/ 605 w 1298"/>
                  <a:gd name="T25" fmla="*/ 64 h 825"/>
                  <a:gd name="T26" fmla="*/ 536 w 1298"/>
                  <a:gd name="T27" fmla="*/ 87 h 825"/>
                  <a:gd name="T28" fmla="*/ 469 w 1298"/>
                  <a:gd name="T29" fmla="*/ 113 h 825"/>
                  <a:gd name="T30" fmla="*/ 375 w 1298"/>
                  <a:gd name="T31" fmla="*/ 155 h 825"/>
                  <a:gd name="T32" fmla="*/ 273 w 1298"/>
                  <a:gd name="T33" fmla="*/ 211 h 825"/>
                  <a:gd name="T34" fmla="*/ 219 w 1298"/>
                  <a:gd name="T35" fmla="*/ 245 h 825"/>
                  <a:gd name="T36" fmla="*/ 164 w 1298"/>
                  <a:gd name="T37" fmla="*/ 285 h 825"/>
                  <a:gd name="T38" fmla="*/ 126 w 1298"/>
                  <a:gd name="T39" fmla="*/ 316 h 825"/>
                  <a:gd name="T40" fmla="*/ 94 w 1298"/>
                  <a:gd name="T41" fmla="*/ 348 h 825"/>
                  <a:gd name="T42" fmla="*/ 71 w 1298"/>
                  <a:gd name="T43" fmla="*/ 371 h 825"/>
                  <a:gd name="T44" fmla="*/ 50 w 1298"/>
                  <a:gd name="T45" fmla="*/ 398 h 825"/>
                  <a:gd name="T46" fmla="*/ 31 w 1298"/>
                  <a:gd name="T47" fmla="*/ 427 h 825"/>
                  <a:gd name="T48" fmla="*/ 15 w 1298"/>
                  <a:gd name="T49" fmla="*/ 458 h 825"/>
                  <a:gd name="T50" fmla="*/ 5 w 1298"/>
                  <a:gd name="T51" fmla="*/ 491 h 825"/>
                  <a:gd name="T52" fmla="*/ 0 w 1298"/>
                  <a:gd name="T53" fmla="*/ 525 h 825"/>
                  <a:gd name="T54" fmla="*/ 3 w 1298"/>
                  <a:gd name="T55" fmla="*/ 808 h 825"/>
                  <a:gd name="T56" fmla="*/ 13 w 1298"/>
                  <a:gd name="T57" fmla="*/ 767 h 825"/>
                  <a:gd name="T58" fmla="*/ 40 w 1298"/>
                  <a:gd name="T59" fmla="*/ 715 h 825"/>
                  <a:gd name="T60" fmla="*/ 69 w 1298"/>
                  <a:gd name="T61" fmla="*/ 676 h 825"/>
                  <a:gd name="T62" fmla="*/ 94 w 1298"/>
                  <a:gd name="T63" fmla="*/ 648 h 825"/>
                  <a:gd name="T64" fmla="*/ 134 w 1298"/>
                  <a:gd name="T65" fmla="*/ 611 h 825"/>
                  <a:gd name="T66" fmla="*/ 185 w 1298"/>
                  <a:gd name="T67" fmla="*/ 570 h 825"/>
                  <a:gd name="T68" fmla="*/ 244 w 1298"/>
                  <a:gd name="T69" fmla="*/ 530 h 825"/>
                  <a:gd name="T70" fmla="*/ 346 w 1298"/>
                  <a:gd name="T71" fmla="*/ 470 h 825"/>
                  <a:gd name="T72" fmla="*/ 439 w 1298"/>
                  <a:gd name="T73" fmla="*/ 426 h 825"/>
                  <a:gd name="T74" fmla="*/ 542 w 1298"/>
                  <a:gd name="T75" fmla="*/ 385 h 825"/>
                  <a:gd name="T76" fmla="*/ 617 w 1298"/>
                  <a:gd name="T77" fmla="*/ 361 h 825"/>
                  <a:gd name="T78" fmla="*/ 686 w 1298"/>
                  <a:gd name="T79" fmla="*/ 342 h 825"/>
                  <a:gd name="T80" fmla="*/ 767 w 1298"/>
                  <a:gd name="T81" fmla="*/ 323 h 825"/>
                  <a:gd name="T82" fmla="*/ 832 w 1298"/>
                  <a:gd name="T83" fmla="*/ 312 h 825"/>
                  <a:gd name="T84" fmla="*/ 893 w 1298"/>
                  <a:gd name="T85" fmla="*/ 305 h 825"/>
                  <a:gd name="T86" fmla="*/ 960 w 1298"/>
                  <a:gd name="T87" fmla="*/ 300 h 825"/>
                  <a:gd name="T88" fmla="*/ 1021 w 1298"/>
                  <a:gd name="T89" fmla="*/ 300 h 825"/>
                  <a:gd name="T90" fmla="*/ 1061 w 1298"/>
                  <a:gd name="T91" fmla="*/ 303 h 825"/>
                  <a:gd name="T92" fmla="*/ 1111 w 1298"/>
                  <a:gd name="T93" fmla="*/ 309 h 825"/>
                  <a:gd name="T94" fmla="*/ 1167 w 1298"/>
                  <a:gd name="T95" fmla="*/ 323 h 825"/>
                  <a:gd name="T96" fmla="*/ 1226 w 1298"/>
                  <a:gd name="T97" fmla="*/ 348 h 825"/>
                  <a:gd name="T98" fmla="*/ 1271 w 1298"/>
                  <a:gd name="T99" fmla="*/ 386 h 825"/>
                  <a:gd name="T100" fmla="*/ 1295 w 1298"/>
                  <a:gd name="T101" fmla="*/ 431 h 825"/>
                  <a:gd name="T102" fmla="*/ 1297 w 1298"/>
                  <a:gd name="T103" fmla="*/ 151 h 825"/>
                  <a:gd name="T104" fmla="*/ 1282 w 1298"/>
                  <a:gd name="T105" fmla="*/ 103 h 825"/>
                  <a:gd name="T106" fmla="*/ 1246 w 1298"/>
                  <a:gd name="T107" fmla="*/ 62 h 825"/>
                  <a:gd name="T108" fmla="*/ 1187 w 1298"/>
                  <a:gd name="T109" fmla="*/ 30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98" h="825">
                    <a:moveTo>
                      <a:pt x="1187" y="30"/>
                    </a:moveTo>
                    <a:lnTo>
                      <a:pt x="1177" y="26"/>
                    </a:lnTo>
                    <a:lnTo>
                      <a:pt x="1166" y="23"/>
                    </a:lnTo>
                    <a:lnTo>
                      <a:pt x="1155" y="19"/>
                    </a:lnTo>
                    <a:lnTo>
                      <a:pt x="1142" y="16"/>
                    </a:lnTo>
                    <a:lnTo>
                      <a:pt x="1141" y="16"/>
                    </a:lnTo>
                    <a:lnTo>
                      <a:pt x="1138" y="15"/>
                    </a:lnTo>
                    <a:lnTo>
                      <a:pt x="1130" y="13"/>
                    </a:lnTo>
                    <a:lnTo>
                      <a:pt x="1120" y="11"/>
                    </a:lnTo>
                    <a:lnTo>
                      <a:pt x="1110" y="9"/>
                    </a:lnTo>
                    <a:lnTo>
                      <a:pt x="1100" y="7"/>
                    </a:lnTo>
                    <a:lnTo>
                      <a:pt x="1097" y="7"/>
                    </a:lnTo>
                    <a:lnTo>
                      <a:pt x="1095" y="7"/>
                    </a:lnTo>
                    <a:lnTo>
                      <a:pt x="1077" y="4"/>
                    </a:lnTo>
                    <a:lnTo>
                      <a:pt x="1060" y="3"/>
                    </a:lnTo>
                    <a:lnTo>
                      <a:pt x="1057" y="2"/>
                    </a:lnTo>
                    <a:lnTo>
                      <a:pt x="1055" y="2"/>
                    </a:lnTo>
                    <a:lnTo>
                      <a:pt x="1055" y="2"/>
                    </a:lnTo>
                    <a:lnTo>
                      <a:pt x="1055" y="2"/>
                    </a:lnTo>
                    <a:lnTo>
                      <a:pt x="1045" y="1"/>
                    </a:lnTo>
                    <a:lnTo>
                      <a:pt x="1035" y="1"/>
                    </a:lnTo>
                    <a:lnTo>
                      <a:pt x="1025" y="0"/>
                    </a:lnTo>
                    <a:lnTo>
                      <a:pt x="1013" y="0"/>
                    </a:lnTo>
                    <a:lnTo>
                      <a:pt x="1011" y="0"/>
                    </a:lnTo>
                    <a:lnTo>
                      <a:pt x="1008" y="0"/>
                    </a:lnTo>
                    <a:lnTo>
                      <a:pt x="1001" y="0"/>
                    </a:lnTo>
                    <a:lnTo>
                      <a:pt x="993" y="0"/>
                    </a:lnTo>
                    <a:lnTo>
                      <a:pt x="982" y="0"/>
                    </a:lnTo>
                    <a:lnTo>
                      <a:pt x="970" y="0"/>
                    </a:lnTo>
                    <a:lnTo>
                      <a:pt x="965" y="0"/>
                    </a:lnTo>
                    <a:lnTo>
                      <a:pt x="958" y="0"/>
                    </a:lnTo>
                    <a:lnTo>
                      <a:pt x="948" y="1"/>
                    </a:lnTo>
                    <a:lnTo>
                      <a:pt x="937" y="1"/>
                    </a:lnTo>
                    <a:lnTo>
                      <a:pt x="930" y="2"/>
                    </a:lnTo>
                    <a:lnTo>
                      <a:pt x="921" y="2"/>
                    </a:lnTo>
                    <a:lnTo>
                      <a:pt x="915" y="3"/>
                    </a:lnTo>
                    <a:lnTo>
                      <a:pt x="907" y="3"/>
                    </a:lnTo>
                    <a:lnTo>
                      <a:pt x="893" y="5"/>
                    </a:lnTo>
                    <a:lnTo>
                      <a:pt x="878" y="6"/>
                    </a:lnTo>
                    <a:lnTo>
                      <a:pt x="872" y="7"/>
                    </a:lnTo>
                    <a:lnTo>
                      <a:pt x="865" y="7"/>
                    </a:lnTo>
                    <a:lnTo>
                      <a:pt x="858" y="8"/>
                    </a:lnTo>
                    <a:lnTo>
                      <a:pt x="852" y="9"/>
                    </a:lnTo>
                    <a:lnTo>
                      <a:pt x="841" y="11"/>
                    </a:lnTo>
                    <a:lnTo>
                      <a:pt x="831" y="12"/>
                    </a:lnTo>
                    <a:lnTo>
                      <a:pt x="820" y="14"/>
                    </a:lnTo>
                    <a:lnTo>
                      <a:pt x="810" y="16"/>
                    </a:lnTo>
                    <a:lnTo>
                      <a:pt x="802" y="17"/>
                    </a:lnTo>
                    <a:lnTo>
                      <a:pt x="794" y="18"/>
                    </a:lnTo>
                    <a:lnTo>
                      <a:pt x="791" y="19"/>
                    </a:lnTo>
                    <a:lnTo>
                      <a:pt x="787" y="19"/>
                    </a:lnTo>
                    <a:lnTo>
                      <a:pt x="766" y="23"/>
                    </a:lnTo>
                    <a:lnTo>
                      <a:pt x="746" y="27"/>
                    </a:lnTo>
                    <a:lnTo>
                      <a:pt x="725" y="32"/>
                    </a:lnTo>
                    <a:lnTo>
                      <a:pt x="704" y="37"/>
                    </a:lnTo>
                    <a:lnTo>
                      <a:pt x="701" y="37"/>
                    </a:lnTo>
                    <a:lnTo>
                      <a:pt x="699" y="38"/>
                    </a:lnTo>
                    <a:lnTo>
                      <a:pt x="692" y="40"/>
                    </a:lnTo>
                    <a:lnTo>
                      <a:pt x="685" y="42"/>
                    </a:lnTo>
                    <a:lnTo>
                      <a:pt x="671" y="45"/>
                    </a:lnTo>
                    <a:lnTo>
                      <a:pt x="656" y="49"/>
                    </a:lnTo>
                    <a:lnTo>
                      <a:pt x="642" y="53"/>
                    </a:lnTo>
                    <a:lnTo>
                      <a:pt x="627" y="57"/>
                    </a:lnTo>
                    <a:lnTo>
                      <a:pt x="616" y="61"/>
                    </a:lnTo>
                    <a:lnTo>
                      <a:pt x="605" y="64"/>
                    </a:lnTo>
                    <a:lnTo>
                      <a:pt x="589" y="69"/>
                    </a:lnTo>
                    <a:lnTo>
                      <a:pt x="572" y="75"/>
                    </a:lnTo>
                    <a:lnTo>
                      <a:pt x="556" y="80"/>
                    </a:lnTo>
                    <a:lnTo>
                      <a:pt x="541" y="86"/>
                    </a:lnTo>
                    <a:lnTo>
                      <a:pt x="536" y="87"/>
                    </a:lnTo>
                    <a:lnTo>
                      <a:pt x="531" y="89"/>
                    </a:lnTo>
                    <a:lnTo>
                      <a:pt x="530" y="89"/>
                    </a:lnTo>
                    <a:lnTo>
                      <a:pt x="529" y="89"/>
                    </a:lnTo>
                    <a:lnTo>
                      <a:pt x="499" y="101"/>
                    </a:lnTo>
                    <a:lnTo>
                      <a:pt x="469" y="113"/>
                    </a:lnTo>
                    <a:lnTo>
                      <a:pt x="437" y="126"/>
                    </a:lnTo>
                    <a:lnTo>
                      <a:pt x="407" y="139"/>
                    </a:lnTo>
                    <a:lnTo>
                      <a:pt x="406" y="140"/>
                    </a:lnTo>
                    <a:lnTo>
                      <a:pt x="405" y="140"/>
                    </a:lnTo>
                    <a:lnTo>
                      <a:pt x="375" y="155"/>
                    </a:lnTo>
                    <a:lnTo>
                      <a:pt x="345" y="170"/>
                    </a:lnTo>
                    <a:lnTo>
                      <a:pt x="316" y="185"/>
                    </a:lnTo>
                    <a:lnTo>
                      <a:pt x="288" y="202"/>
                    </a:lnTo>
                    <a:lnTo>
                      <a:pt x="280" y="206"/>
                    </a:lnTo>
                    <a:lnTo>
                      <a:pt x="273" y="211"/>
                    </a:lnTo>
                    <a:lnTo>
                      <a:pt x="264" y="216"/>
                    </a:lnTo>
                    <a:lnTo>
                      <a:pt x="255" y="222"/>
                    </a:lnTo>
                    <a:lnTo>
                      <a:pt x="243" y="230"/>
                    </a:lnTo>
                    <a:lnTo>
                      <a:pt x="230" y="237"/>
                    </a:lnTo>
                    <a:lnTo>
                      <a:pt x="219" y="245"/>
                    </a:lnTo>
                    <a:lnTo>
                      <a:pt x="208" y="253"/>
                    </a:lnTo>
                    <a:lnTo>
                      <a:pt x="195" y="262"/>
                    </a:lnTo>
                    <a:lnTo>
                      <a:pt x="184" y="270"/>
                    </a:lnTo>
                    <a:lnTo>
                      <a:pt x="174" y="278"/>
                    </a:lnTo>
                    <a:lnTo>
                      <a:pt x="164" y="285"/>
                    </a:lnTo>
                    <a:lnTo>
                      <a:pt x="154" y="293"/>
                    </a:lnTo>
                    <a:lnTo>
                      <a:pt x="145" y="301"/>
                    </a:lnTo>
                    <a:lnTo>
                      <a:pt x="139" y="306"/>
                    </a:lnTo>
                    <a:lnTo>
                      <a:pt x="133" y="311"/>
                    </a:lnTo>
                    <a:lnTo>
                      <a:pt x="126" y="316"/>
                    </a:lnTo>
                    <a:lnTo>
                      <a:pt x="121" y="321"/>
                    </a:lnTo>
                    <a:lnTo>
                      <a:pt x="115" y="327"/>
                    </a:lnTo>
                    <a:lnTo>
                      <a:pt x="109" y="332"/>
                    </a:lnTo>
                    <a:lnTo>
                      <a:pt x="101" y="340"/>
                    </a:lnTo>
                    <a:lnTo>
                      <a:pt x="94" y="348"/>
                    </a:lnTo>
                    <a:lnTo>
                      <a:pt x="86" y="356"/>
                    </a:lnTo>
                    <a:lnTo>
                      <a:pt x="79" y="364"/>
                    </a:lnTo>
                    <a:lnTo>
                      <a:pt x="76" y="367"/>
                    </a:lnTo>
                    <a:lnTo>
                      <a:pt x="73" y="370"/>
                    </a:lnTo>
                    <a:lnTo>
                      <a:pt x="71" y="371"/>
                    </a:lnTo>
                    <a:lnTo>
                      <a:pt x="71" y="372"/>
                    </a:lnTo>
                    <a:lnTo>
                      <a:pt x="68" y="377"/>
                    </a:lnTo>
                    <a:lnTo>
                      <a:pt x="64" y="382"/>
                    </a:lnTo>
                    <a:lnTo>
                      <a:pt x="58" y="390"/>
                    </a:lnTo>
                    <a:lnTo>
                      <a:pt x="50" y="398"/>
                    </a:lnTo>
                    <a:lnTo>
                      <a:pt x="45" y="407"/>
                    </a:lnTo>
                    <a:lnTo>
                      <a:pt x="39" y="415"/>
                    </a:lnTo>
                    <a:lnTo>
                      <a:pt x="38" y="417"/>
                    </a:lnTo>
                    <a:lnTo>
                      <a:pt x="35" y="419"/>
                    </a:lnTo>
                    <a:lnTo>
                      <a:pt x="31" y="427"/>
                    </a:lnTo>
                    <a:lnTo>
                      <a:pt x="28" y="435"/>
                    </a:lnTo>
                    <a:lnTo>
                      <a:pt x="23" y="445"/>
                    </a:lnTo>
                    <a:lnTo>
                      <a:pt x="18" y="454"/>
                    </a:lnTo>
                    <a:lnTo>
                      <a:pt x="16" y="456"/>
                    </a:lnTo>
                    <a:lnTo>
                      <a:pt x="15" y="458"/>
                    </a:lnTo>
                    <a:lnTo>
                      <a:pt x="11" y="469"/>
                    </a:lnTo>
                    <a:lnTo>
                      <a:pt x="8" y="480"/>
                    </a:lnTo>
                    <a:lnTo>
                      <a:pt x="6" y="485"/>
                    </a:lnTo>
                    <a:lnTo>
                      <a:pt x="5" y="490"/>
                    </a:lnTo>
                    <a:lnTo>
                      <a:pt x="5" y="491"/>
                    </a:lnTo>
                    <a:lnTo>
                      <a:pt x="4" y="491"/>
                    </a:lnTo>
                    <a:lnTo>
                      <a:pt x="1" y="506"/>
                    </a:lnTo>
                    <a:lnTo>
                      <a:pt x="0" y="521"/>
                    </a:lnTo>
                    <a:lnTo>
                      <a:pt x="0" y="523"/>
                    </a:lnTo>
                    <a:lnTo>
                      <a:pt x="0" y="525"/>
                    </a:lnTo>
                    <a:lnTo>
                      <a:pt x="0" y="525"/>
                    </a:lnTo>
                    <a:lnTo>
                      <a:pt x="0" y="525"/>
                    </a:lnTo>
                    <a:lnTo>
                      <a:pt x="1" y="825"/>
                    </a:lnTo>
                    <a:lnTo>
                      <a:pt x="1" y="816"/>
                    </a:lnTo>
                    <a:lnTo>
                      <a:pt x="3" y="808"/>
                    </a:lnTo>
                    <a:lnTo>
                      <a:pt x="4" y="799"/>
                    </a:lnTo>
                    <a:lnTo>
                      <a:pt x="6" y="790"/>
                    </a:lnTo>
                    <a:lnTo>
                      <a:pt x="8" y="785"/>
                    </a:lnTo>
                    <a:lnTo>
                      <a:pt x="9" y="780"/>
                    </a:lnTo>
                    <a:lnTo>
                      <a:pt x="13" y="767"/>
                    </a:lnTo>
                    <a:lnTo>
                      <a:pt x="19" y="754"/>
                    </a:lnTo>
                    <a:lnTo>
                      <a:pt x="23" y="745"/>
                    </a:lnTo>
                    <a:lnTo>
                      <a:pt x="28" y="735"/>
                    </a:lnTo>
                    <a:lnTo>
                      <a:pt x="34" y="725"/>
                    </a:lnTo>
                    <a:lnTo>
                      <a:pt x="40" y="715"/>
                    </a:lnTo>
                    <a:lnTo>
                      <a:pt x="45" y="707"/>
                    </a:lnTo>
                    <a:lnTo>
                      <a:pt x="51" y="698"/>
                    </a:lnTo>
                    <a:lnTo>
                      <a:pt x="58" y="690"/>
                    </a:lnTo>
                    <a:lnTo>
                      <a:pt x="65" y="682"/>
                    </a:lnTo>
                    <a:lnTo>
                      <a:pt x="69" y="676"/>
                    </a:lnTo>
                    <a:lnTo>
                      <a:pt x="74" y="670"/>
                    </a:lnTo>
                    <a:lnTo>
                      <a:pt x="76" y="667"/>
                    </a:lnTo>
                    <a:lnTo>
                      <a:pt x="80" y="664"/>
                    </a:lnTo>
                    <a:lnTo>
                      <a:pt x="86" y="656"/>
                    </a:lnTo>
                    <a:lnTo>
                      <a:pt x="94" y="648"/>
                    </a:lnTo>
                    <a:lnTo>
                      <a:pt x="103" y="640"/>
                    </a:lnTo>
                    <a:lnTo>
                      <a:pt x="110" y="632"/>
                    </a:lnTo>
                    <a:lnTo>
                      <a:pt x="116" y="627"/>
                    </a:lnTo>
                    <a:lnTo>
                      <a:pt x="123" y="621"/>
                    </a:lnTo>
                    <a:lnTo>
                      <a:pt x="134" y="611"/>
                    </a:lnTo>
                    <a:lnTo>
                      <a:pt x="146" y="601"/>
                    </a:lnTo>
                    <a:lnTo>
                      <a:pt x="155" y="593"/>
                    </a:lnTo>
                    <a:lnTo>
                      <a:pt x="165" y="585"/>
                    </a:lnTo>
                    <a:lnTo>
                      <a:pt x="174" y="578"/>
                    </a:lnTo>
                    <a:lnTo>
                      <a:pt x="185" y="570"/>
                    </a:lnTo>
                    <a:lnTo>
                      <a:pt x="196" y="562"/>
                    </a:lnTo>
                    <a:lnTo>
                      <a:pt x="209" y="553"/>
                    </a:lnTo>
                    <a:lnTo>
                      <a:pt x="220" y="545"/>
                    </a:lnTo>
                    <a:lnTo>
                      <a:pt x="231" y="537"/>
                    </a:lnTo>
                    <a:lnTo>
                      <a:pt x="244" y="530"/>
                    </a:lnTo>
                    <a:lnTo>
                      <a:pt x="256" y="522"/>
                    </a:lnTo>
                    <a:lnTo>
                      <a:pt x="271" y="512"/>
                    </a:lnTo>
                    <a:lnTo>
                      <a:pt x="289" y="502"/>
                    </a:lnTo>
                    <a:lnTo>
                      <a:pt x="316" y="485"/>
                    </a:lnTo>
                    <a:lnTo>
                      <a:pt x="346" y="470"/>
                    </a:lnTo>
                    <a:lnTo>
                      <a:pt x="376" y="455"/>
                    </a:lnTo>
                    <a:lnTo>
                      <a:pt x="406" y="440"/>
                    </a:lnTo>
                    <a:lnTo>
                      <a:pt x="407" y="440"/>
                    </a:lnTo>
                    <a:lnTo>
                      <a:pt x="409" y="439"/>
                    </a:lnTo>
                    <a:lnTo>
                      <a:pt x="439" y="426"/>
                    </a:lnTo>
                    <a:lnTo>
                      <a:pt x="469" y="413"/>
                    </a:lnTo>
                    <a:lnTo>
                      <a:pt x="500" y="401"/>
                    </a:lnTo>
                    <a:lnTo>
                      <a:pt x="530" y="389"/>
                    </a:lnTo>
                    <a:lnTo>
                      <a:pt x="536" y="387"/>
                    </a:lnTo>
                    <a:lnTo>
                      <a:pt x="542" y="385"/>
                    </a:lnTo>
                    <a:lnTo>
                      <a:pt x="557" y="380"/>
                    </a:lnTo>
                    <a:lnTo>
                      <a:pt x="574" y="374"/>
                    </a:lnTo>
                    <a:lnTo>
                      <a:pt x="590" y="369"/>
                    </a:lnTo>
                    <a:lnTo>
                      <a:pt x="605" y="364"/>
                    </a:lnTo>
                    <a:lnTo>
                      <a:pt x="617" y="361"/>
                    </a:lnTo>
                    <a:lnTo>
                      <a:pt x="629" y="357"/>
                    </a:lnTo>
                    <a:lnTo>
                      <a:pt x="642" y="353"/>
                    </a:lnTo>
                    <a:lnTo>
                      <a:pt x="657" y="349"/>
                    </a:lnTo>
                    <a:lnTo>
                      <a:pt x="672" y="345"/>
                    </a:lnTo>
                    <a:lnTo>
                      <a:pt x="686" y="342"/>
                    </a:lnTo>
                    <a:lnTo>
                      <a:pt x="696" y="339"/>
                    </a:lnTo>
                    <a:lnTo>
                      <a:pt x="705" y="337"/>
                    </a:lnTo>
                    <a:lnTo>
                      <a:pt x="726" y="332"/>
                    </a:lnTo>
                    <a:lnTo>
                      <a:pt x="746" y="327"/>
                    </a:lnTo>
                    <a:lnTo>
                      <a:pt x="767" y="323"/>
                    </a:lnTo>
                    <a:lnTo>
                      <a:pt x="787" y="319"/>
                    </a:lnTo>
                    <a:lnTo>
                      <a:pt x="800" y="317"/>
                    </a:lnTo>
                    <a:lnTo>
                      <a:pt x="811" y="316"/>
                    </a:lnTo>
                    <a:lnTo>
                      <a:pt x="821" y="314"/>
                    </a:lnTo>
                    <a:lnTo>
                      <a:pt x="832" y="312"/>
                    </a:lnTo>
                    <a:lnTo>
                      <a:pt x="842" y="311"/>
                    </a:lnTo>
                    <a:lnTo>
                      <a:pt x="852" y="309"/>
                    </a:lnTo>
                    <a:lnTo>
                      <a:pt x="866" y="308"/>
                    </a:lnTo>
                    <a:lnTo>
                      <a:pt x="880" y="306"/>
                    </a:lnTo>
                    <a:lnTo>
                      <a:pt x="893" y="305"/>
                    </a:lnTo>
                    <a:lnTo>
                      <a:pt x="908" y="303"/>
                    </a:lnTo>
                    <a:lnTo>
                      <a:pt x="923" y="302"/>
                    </a:lnTo>
                    <a:lnTo>
                      <a:pt x="938" y="301"/>
                    </a:lnTo>
                    <a:lnTo>
                      <a:pt x="950" y="301"/>
                    </a:lnTo>
                    <a:lnTo>
                      <a:pt x="960" y="300"/>
                    </a:lnTo>
                    <a:lnTo>
                      <a:pt x="977" y="300"/>
                    </a:lnTo>
                    <a:lnTo>
                      <a:pt x="993" y="300"/>
                    </a:lnTo>
                    <a:lnTo>
                      <a:pt x="1002" y="300"/>
                    </a:lnTo>
                    <a:lnTo>
                      <a:pt x="1010" y="300"/>
                    </a:lnTo>
                    <a:lnTo>
                      <a:pt x="1021" y="300"/>
                    </a:lnTo>
                    <a:lnTo>
                      <a:pt x="1033" y="301"/>
                    </a:lnTo>
                    <a:lnTo>
                      <a:pt x="1045" y="301"/>
                    </a:lnTo>
                    <a:lnTo>
                      <a:pt x="1056" y="302"/>
                    </a:lnTo>
                    <a:lnTo>
                      <a:pt x="1058" y="302"/>
                    </a:lnTo>
                    <a:lnTo>
                      <a:pt x="1061" y="303"/>
                    </a:lnTo>
                    <a:lnTo>
                      <a:pt x="1071" y="304"/>
                    </a:lnTo>
                    <a:lnTo>
                      <a:pt x="1081" y="305"/>
                    </a:lnTo>
                    <a:lnTo>
                      <a:pt x="1091" y="306"/>
                    </a:lnTo>
                    <a:lnTo>
                      <a:pt x="1100" y="307"/>
                    </a:lnTo>
                    <a:lnTo>
                      <a:pt x="1111" y="309"/>
                    </a:lnTo>
                    <a:lnTo>
                      <a:pt x="1121" y="311"/>
                    </a:lnTo>
                    <a:lnTo>
                      <a:pt x="1132" y="314"/>
                    </a:lnTo>
                    <a:lnTo>
                      <a:pt x="1143" y="316"/>
                    </a:lnTo>
                    <a:lnTo>
                      <a:pt x="1155" y="319"/>
                    </a:lnTo>
                    <a:lnTo>
                      <a:pt x="1167" y="323"/>
                    </a:lnTo>
                    <a:lnTo>
                      <a:pt x="1178" y="326"/>
                    </a:lnTo>
                    <a:lnTo>
                      <a:pt x="1188" y="330"/>
                    </a:lnTo>
                    <a:lnTo>
                      <a:pt x="1202" y="336"/>
                    </a:lnTo>
                    <a:lnTo>
                      <a:pt x="1215" y="342"/>
                    </a:lnTo>
                    <a:lnTo>
                      <a:pt x="1226" y="348"/>
                    </a:lnTo>
                    <a:lnTo>
                      <a:pt x="1237" y="355"/>
                    </a:lnTo>
                    <a:lnTo>
                      <a:pt x="1247" y="362"/>
                    </a:lnTo>
                    <a:lnTo>
                      <a:pt x="1256" y="370"/>
                    </a:lnTo>
                    <a:lnTo>
                      <a:pt x="1265" y="378"/>
                    </a:lnTo>
                    <a:lnTo>
                      <a:pt x="1271" y="386"/>
                    </a:lnTo>
                    <a:lnTo>
                      <a:pt x="1278" y="394"/>
                    </a:lnTo>
                    <a:lnTo>
                      <a:pt x="1283" y="403"/>
                    </a:lnTo>
                    <a:lnTo>
                      <a:pt x="1288" y="412"/>
                    </a:lnTo>
                    <a:lnTo>
                      <a:pt x="1292" y="422"/>
                    </a:lnTo>
                    <a:lnTo>
                      <a:pt x="1295" y="431"/>
                    </a:lnTo>
                    <a:lnTo>
                      <a:pt x="1297" y="441"/>
                    </a:lnTo>
                    <a:lnTo>
                      <a:pt x="1298" y="451"/>
                    </a:lnTo>
                    <a:lnTo>
                      <a:pt x="1298" y="462"/>
                    </a:lnTo>
                    <a:lnTo>
                      <a:pt x="1298" y="162"/>
                    </a:lnTo>
                    <a:lnTo>
                      <a:pt x="1297" y="151"/>
                    </a:lnTo>
                    <a:lnTo>
                      <a:pt x="1296" y="141"/>
                    </a:lnTo>
                    <a:lnTo>
                      <a:pt x="1293" y="131"/>
                    </a:lnTo>
                    <a:lnTo>
                      <a:pt x="1291" y="122"/>
                    </a:lnTo>
                    <a:lnTo>
                      <a:pt x="1287" y="112"/>
                    </a:lnTo>
                    <a:lnTo>
                      <a:pt x="1282" y="103"/>
                    </a:lnTo>
                    <a:lnTo>
                      <a:pt x="1277" y="94"/>
                    </a:lnTo>
                    <a:lnTo>
                      <a:pt x="1271" y="86"/>
                    </a:lnTo>
                    <a:lnTo>
                      <a:pt x="1263" y="78"/>
                    </a:lnTo>
                    <a:lnTo>
                      <a:pt x="1255" y="70"/>
                    </a:lnTo>
                    <a:lnTo>
                      <a:pt x="1246" y="62"/>
                    </a:lnTo>
                    <a:lnTo>
                      <a:pt x="1236" y="55"/>
                    </a:lnTo>
                    <a:lnTo>
                      <a:pt x="1226" y="48"/>
                    </a:lnTo>
                    <a:lnTo>
                      <a:pt x="1213" y="42"/>
                    </a:lnTo>
                    <a:lnTo>
                      <a:pt x="1201" y="36"/>
                    </a:lnTo>
                    <a:lnTo>
                      <a:pt x="1187" y="3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8" name="Freeform 79">
                <a:extLst>
                  <a:ext uri="{FF2B5EF4-FFF2-40B4-BE49-F238E27FC236}">
                    <a16:creationId xmlns:a16="http://schemas.microsoft.com/office/drawing/2014/main" id="{89ECF878-2166-4E13-A7FB-4F8CA0887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7151" y="2813050"/>
                <a:ext cx="60325" cy="147638"/>
              </a:xfrm>
              <a:custGeom>
                <a:avLst/>
                <a:gdLst>
                  <a:gd name="T0" fmla="*/ 0 w 188"/>
                  <a:gd name="T1" fmla="*/ 0 h 373"/>
                  <a:gd name="T2" fmla="*/ 1 w 188"/>
                  <a:gd name="T3" fmla="*/ 300 h 373"/>
                  <a:gd name="T4" fmla="*/ 188 w 188"/>
                  <a:gd name="T5" fmla="*/ 373 h 373"/>
                  <a:gd name="T6" fmla="*/ 187 w 188"/>
                  <a:gd name="T7" fmla="*/ 73 h 373"/>
                  <a:gd name="T8" fmla="*/ 0 w 188"/>
                  <a:gd name="T9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373">
                    <a:moveTo>
                      <a:pt x="0" y="0"/>
                    </a:moveTo>
                    <a:lnTo>
                      <a:pt x="1" y="300"/>
                    </a:lnTo>
                    <a:lnTo>
                      <a:pt x="188" y="373"/>
                    </a:lnTo>
                    <a:lnTo>
                      <a:pt x="187" y="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9" name="Freeform 80">
                <a:extLst>
                  <a:ext uri="{FF2B5EF4-FFF2-40B4-BE49-F238E27FC236}">
                    <a16:creationId xmlns:a16="http://schemas.microsoft.com/office/drawing/2014/main" id="{99B44D52-4280-407F-868F-D1D1E4B53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88" y="2593975"/>
                <a:ext cx="342900" cy="366713"/>
              </a:xfrm>
              <a:custGeom>
                <a:avLst/>
                <a:gdLst>
                  <a:gd name="T0" fmla="*/ 0 w 1077"/>
                  <a:gd name="T1" fmla="*/ 625 h 925"/>
                  <a:gd name="T2" fmla="*/ 1 w 1077"/>
                  <a:gd name="T3" fmla="*/ 925 h 925"/>
                  <a:gd name="T4" fmla="*/ 1077 w 1077"/>
                  <a:gd name="T5" fmla="*/ 300 h 925"/>
                  <a:gd name="T6" fmla="*/ 1076 w 1077"/>
                  <a:gd name="T7" fmla="*/ 0 h 925"/>
                  <a:gd name="T8" fmla="*/ 0 w 1077"/>
                  <a:gd name="T9" fmla="*/ 625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7" h="925">
                    <a:moveTo>
                      <a:pt x="0" y="625"/>
                    </a:moveTo>
                    <a:lnTo>
                      <a:pt x="1" y="925"/>
                    </a:lnTo>
                    <a:lnTo>
                      <a:pt x="1077" y="300"/>
                    </a:lnTo>
                    <a:lnTo>
                      <a:pt x="1076" y="0"/>
                    </a:lnTo>
                    <a:lnTo>
                      <a:pt x="0" y="62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0" name="Freeform 81">
                <a:extLst>
                  <a:ext uri="{FF2B5EF4-FFF2-40B4-BE49-F238E27FC236}">
                    <a16:creationId xmlns:a16="http://schemas.microsoft.com/office/drawing/2014/main" id="{7588220A-29CB-48FA-AAF6-C3D1E5770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6238" y="3046413"/>
                <a:ext cx="58738" cy="161925"/>
              </a:xfrm>
              <a:custGeom>
                <a:avLst/>
                <a:gdLst>
                  <a:gd name="T0" fmla="*/ 0 w 187"/>
                  <a:gd name="T1" fmla="*/ 108 h 408"/>
                  <a:gd name="T2" fmla="*/ 1 w 187"/>
                  <a:gd name="T3" fmla="*/ 408 h 408"/>
                  <a:gd name="T4" fmla="*/ 187 w 187"/>
                  <a:gd name="T5" fmla="*/ 300 h 408"/>
                  <a:gd name="T6" fmla="*/ 186 w 187"/>
                  <a:gd name="T7" fmla="*/ 0 h 408"/>
                  <a:gd name="T8" fmla="*/ 0 w 187"/>
                  <a:gd name="T9" fmla="*/ 108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408">
                    <a:moveTo>
                      <a:pt x="0" y="108"/>
                    </a:moveTo>
                    <a:lnTo>
                      <a:pt x="1" y="408"/>
                    </a:lnTo>
                    <a:lnTo>
                      <a:pt x="187" y="300"/>
                    </a:lnTo>
                    <a:lnTo>
                      <a:pt x="186" y="0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1" name="Freeform 82">
                <a:extLst>
                  <a:ext uri="{FF2B5EF4-FFF2-40B4-BE49-F238E27FC236}">
                    <a16:creationId xmlns:a16="http://schemas.microsoft.com/office/drawing/2014/main" id="{42B800C6-2744-4E8B-9FD3-A81444994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3013" y="3076575"/>
                <a:ext cx="414338" cy="263525"/>
              </a:xfrm>
              <a:custGeom>
                <a:avLst/>
                <a:gdLst>
                  <a:gd name="T0" fmla="*/ 1294 w 1305"/>
                  <a:gd name="T1" fmla="*/ 182 h 663"/>
                  <a:gd name="T2" fmla="*/ 1277 w 1305"/>
                  <a:gd name="T3" fmla="*/ 210 h 663"/>
                  <a:gd name="T4" fmla="*/ 1254 w 1305"/>
                  <a:gd name="T5" fmla="*/ 237 h 663"/>
                  <a:gd name="T6" fmla="*/ 1231 w 1305"/>
                  <a:gd name="T7" fmla="*/ 256 h 663"/>
                  <a:gd name="T8" fmla="*/ 1189 w 1305"/>
                  <a:gd name="T9" fmla="*/ 284 h 663"/>
                  <a:gd name="T10" fmla="*/ 1154 w 1305"/>
                  <a:gd name="T11" fmla="*/ 301 h 663"/>
                  <a:gd name="T12" fmla="*/ 1105 w 1305"/>
                  <a:gd name="T13" fmla="*/ 320 h 663"/>
                  <a:gd name="T14" fmla="*/ 1045 w 1305"/>
                  <a:gd name="T15" fmla="*/ 336 h 663"/>
                  <a:gd name="T16" fmla="*/ 991 w 1305"/>
                  <a:gd name="T17" fmla="*/ 347 h 663"/>
                  <a:gd name="T18" fmla="*/ 937 w 1305"/>
                  <a:gd name="T19" fmla="*/ 355 h 663"/>
                  <a:gd name="T20" fmla="*/ 881 w 1305"/>
                  <a:gd name="T21" fmla="*/ 360 h 663"/>
                  <a:gd name="T22" fmla="*/ 821 w 1305"/>
                  <a:gd name="T23" fmla="*/ 363 h 663"/>
                  <a:gd name="T24" fmla="*/ 779 w 1305"/>
                  <a:gd name="T25" fmla="*/ 363 h 663"/>
                  <a:gd name="T26" fmla="*/ 731 w 1305"/>
                  <a:gd name="T27" fmla="*/ 361 h 663"/>
                  <a:gd name="T28" fmla="*/ 683 w 1305"/>
                  <a:gd name="T29" fmla="*/ 358 h 663"/>
                  <a:gd name="T30" fmla="*/ 610 w 1305"/>
                  <a:gd name="T31" fmla="*/ 351 h 663"/>
                  <a:gd name="T32" fmla="*/ 548 w 1305"/>
                  <a:gd name="T33" fmla="*/ 341 h 663"/>
                  <a:gd name="T34" fmla="*/ 455 w 1305"/>
                  <a:gd name="T35" fmla="*/ 322 h 663"/>
                  <a:gd name="T36" fmla="*/ 403 w 1305"/>
                  <a:gd name="T37" fmla="*/ 308 h 663"/>
                  <a:gd name="T38" fmla="*/ 349 w 1305"/>
                  <a:gd name="T39" fmla="*/ 292 h 663"/>
                  <a:gd name="T40" fmla="*/ 262 w 1305"/>
                  <a:gd name="T41" fmla="*/ 258 h 663"/>
                  <a:gd name="T42" fmla="*/ 143 w 1305"/>
                  <a:gd name="T43" fmla="*/ 195 h 663"/>
                  <a:gd name="T44" fmla="*/ 59 w 1305"/>
                  <a:gd name="T45" fmla="*/ 126 h 663"/>
                  <a:gd name="T46" fmla="*/ 12 w 1305"/>
                  <a:gd name="T47" fmla="*/ 54 h 663"/>
                  <a:gd name="T48" fmla="*/ 2 w 1305"/>
                  <a:gd name="T49" fmla="*/ 300 h 663"/>
                  <a:gd name="T50" fmla="*/ 22 w 1305"/>
                  <a:gd name="T51" fmla="*/ 372 h 663"/>
                  <a:gd name="T52" fmla="*/ 78 w 1305"/>
                  <a:gd name="T53" fmla="*/ 444 h 663"/>
                  <a:gd name="T54" fmla="*/ 170 w 1305"/>
                  <a:gd name="T55" fmla="*/ 512 h 663"/>
                  <a:gd name="T56" fmla="*/ 297 w 1305"/>
                  <a:gd name="T57" fmla="*/ 573 h 663"/>
                  <a:gd name="T58" fmla="*/ 368 w 1305"/>
                  <a:gd name="T59" fmla="*/ 598 h 663"/>
                  <a:gd name="T60" fmla="*/ 418 w 1305"/>
                  <a:gd name="T61" fmla="*/ 612 h 663"/>
                  <a:gd name="T62" fmla="*/ 460 w 1305"/>
                  <a:gd name="T63" fmla="*/ 623 h 663"/>
                  <a:gd name="T64" fmla="*/ 520 w 1305"/>
                  <a:gd name="T65" fmla="*/ 636 h 663"/>
                  <a:gd name="T66" fmla="*/ 584 w 1305"/>
                  <a:gd name="T67" fmla="*/ 647 h 663"/>
                  <a:gd name="T68" fmla="*/ 631 w 1305"/>
                  <a:gd name="T69" fmla="*/ 653 h 663"/>
                  <a:gd name="T70" fmla="*/ 679 w 1305"/>
                  <a:gd name="T71" fmla="*/ 658 h 663"/>
                  <a:gd name="T72" fmla="*/ 720 w 1305"/>
                  <a:gd name="T73" fmla="*/ 661 h 663"/>
                  <a:gd name="T74" fmla="*/ 758 w 1305"/>
                  <a:gd name="T75" fmla="*/ 663 h 663"/>
                  <a:gd name="T76" fmla="*/ 790 w 1305"/>
                  <a:gd name="T77" fmla="*/ 663 h 663"/>
                  <a:gd name="T78" fmla="*/ 826 w 1305"/>
                  <a:gd name="T79" fmla="*/ 663 h 663"/>
                  <a:gd name="T80" fmla="*/ 867 w 1305"/>
                  <a:gd name="T81" fmla="*/ 661 h 663"/>
                  <a:gd name="T82" fmla="*/ 896 w 1305"/>
                  <a:gd name="T83" fmla="*/ 659 h 663"/>
                  <a:gd name="T84" fmla="*/ 942 w 1305"/>
                  <a:gd name="T85" fmla="*/ 655 h 663"/>
                  <a:gd name="T86" fmla="*/ 979 w 1305"/>
                  <a:gd name="T87" fmla="*/ 649 h 663"/>
                  <a:gd name="T88" fmla="*/ 1006 w 1305"/>
                  <a:gd name="T89" fmla="*/ 645 h 663"/>
                  <a:gd name="T90" fmla="*/ 1051 w 1305"/>
                  <a:gd name="T91" fmla="*/ 635 h 663"/>
                  <a:gd name="T92" fmla="*/ 1090 w 1305"/>
                  <a:gd name="T93" fmla="*/ 625 h 663"/>
                  <a:gd name="T94" fmla="*/ 1124 w 1305"/>
                  <a:gd name="T95" fmla="*/ 613 h 663"/>
                  <a:gd name="T96" fmla="*/ 1161 w 1305"/>
                  <a:gd name="T97" fmla="*/ 598 h 663"/>
                  <a:gd name="T98" fmla="*/ 1199 w 1305"/>
                  <a:gd name="T99" fmla="*/ 579 h 663"/>
                  <a:gd name="T100" fmla="*/ 1224 w 1305"/>
                  <a:gd name="T101" fmla="*/ 563 h 663"/>
                  <a:gd name="T102" fmla="*/ 1246 w 1305"/>
                  <a:gd name="T103" fmla="*/ 545 h 663"/>
                  <a:gd name="T104" fmla="*/ 1269 w 1305"/>
                  <a:gd name="T105" fmla="*/ 523 h 663"/>
                  <a:gd name="T106" fmla="*/ 1280 w 1305"/>
                  <a:gd name="T107" fmla="*/ 507 h 663"/>
                  <a:gd name="T108" fmla="*/ 1295 w 1305"/>
                  <a:gd name="T109" fmla="*/ 481 h 663"/>
                  <a:gd name="T110" fmla="*/ 1300 w 1305"/>
                  <a:gd name="T111" fmla="*/ 467 h 663"/>
                  <a:gd name="T112" fmla="*/ 1305 w 1305"/>
                  <a:gd name="T113" fmla="*/ 434 h 663"/>
                  <a:gd name="T114" fmla="*/ 1303 w 1305"/>
                  <a:gd name="T115" fmla="*/ 140 h 6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05" h="663">
                    <a:moveTo>
                      <a:pt x="1299" y="167"/>
                    </a:moveTo>
                    <a:lnTo>
                      <a:pt x="1297" y="170"/>
                    </a:lnTo>
                    <a:lnTo>
                      <a:pt x="1296" y="174"/>
                    </a:lnTo>
                    <a:lnTo>
                      <a:pt x="1294" y="182"/>
                    </a:lnTo>
                    <a:lnTo>
                      <a:pt x="1289" y="190"/>
                    </a:lnTo>
                    <a:lnTo>
                      <a:pt x="1285" y="199"/>
                    </a:lnTo>
                    <a:lnTo>
                      <a:pt x="1280" y="207"/>
                    </a:lnTo>
                    <a:lnTo>
                      <a:pt x="1277" y="210"/>
                    </a:lnTo>
                    <a:lnTo>
                      <a:pt x="1275" y="212"/>
                    </a:lnTo>
                    <a:lnTo>
                      <a:pt x="1269" y="221"/>
                    </a:lnTo>
                    <a:lnTo>
                      <a:pt x="1261" y="229"/>
                    </a:lnTo>
                    <a:lnTo>
                      <a:pt x="1254" y="237"/>
                    </a:lnTo>
                    <a:lnTo>
                      <a:pt x="1245" y="245"/>
                    </a:lnTo>
                    <a:lnTo>
                      <a:pt x="1242" y="247"/>
                    </a:lnTo>
                    <a:lnTo>
                      <a:pt x="1240" y="249"/>
                    </a:lnTo>
                    <a:lnTo>
                      <a:pt x="1231" y="256"/>
                    </a:lnTo>
                    <a:lnTo>
                      <a:pt x="1221" y="264"/>
                    </a:lnTo>
                    <a:lnTo>
                      <a:pt x="1210" y="272"/>
                    </a:lnTo>
                    <a:lnTo>
                      <a:pt x="1197" y="279"/>
                    </a:lnTo>
                    <a:lnTo>
                      <a:pt x="1189" y="284"/>
                    </a:lnTo>
                    <a:lnTo>
                      <a:pt x="1180" y="289"/>
                    </a:lnTo>
                    <a:lnTo>
                      <a:pt x="1170" y="293"/>
                    </a:lnTo>
                    <a:lnTo>
                      <a:pt x="1160" y="298"/>
                    </a:lnTo>
                    <a:lnTo>
                      <a:pt x="1154" y="301"/>
                    </a:lnTo>
                    <a:lnTo>
                      <a:pt x="1146" y="304"/>
                    </a:lnTo>
                    <a:lnTo>
                      <a:pt x="1134" y="309"/>
                    </a:lnTo>
                    <a:lnTo>
                      <a:pt x="1120" y="314"/>
                    </a:lnTo>
                    <a:lnTo>
                      <a:pt x="1105" y="320"/>
                    </a:lnTo>
                    <a:lnTo>
                      <a:pt x="1089" y="325"/>
                    </a:lnTo>
                    <a:lnTo>
                      <a:pt x="1072" y="329"/>
                    </a:lnTo>
                    <a:lnTo>
                      <a:pt x="1056" y="334"/>
                    </a:lnTo>
                    <a:lnTo>
                      <a:pt x="1045" y="336"/>
                    </a:lnTo>
                    <a:lnTo>
                      <a:pt x="1034" y="339"/>
                    </a:lnTo>
                    <a:lnTo>
                      <a:pt x="1020" y="342"/>
                    </a:lnTo>
                    <a:lnTo>
                      <a:pt x="1005" y="345"/>
                    </a:lnTo>
                    <a:lnTo>
                      <a:pt x="991" y="347"/>
                    </a:lnTo>
                    <a:lnTo>
                      <a:pt x="977" y="349"/>
                    </a:lnTo>
                    <a:lnTo>
                      <a:pt x="965" y="351"/>
                    </a:lnTo>
                    <a:lnTo>
                      <a:pt x="951" y="353"/>
                    </a:lnTo>
                    <a:lnTo>
                      <a:pt x="937" y="355"/>
                    </a:lnTo>
                    <a:lnTo>
                      <a:pt x="922" y="356"/>
                    </a:lnTo>
                    <a:lnTo>
                      <a:pt x="909" y="358"/>
                    </a:lnTo>
                    <a:lnTo>
                      <a:pt x="895" y="359"/>
                    </a:lnTo>
                    <a:lnTo>
                      <a:pt x="881" y="360"/>
                    </a:lnTo>
                    <a:lnTo>
                      <a:pt x="866" y="361"/>
                    </a:lnTo>
                    <a:lnTo>
                      <a:pt x="851" y="362"/>
                    </a:lnTo>
                    <a:lnTo>
                      <a:pt x="835" y="362"/>
                    </a:lnTo>
                    <a:lnTo>
                      <a:pt x="821" y="363"/>
                    </a:lnTo>
                    <a:lnTo>
                      <a:pt x="807" y="363"/>
                    </a:lnTo>
                    <a:lnTo>
                      <a:pt x="799" y="363"/>
                    </a:lnTo>
                    <a:lnTo>
                      <a:pt x="789" y="363"/>
                    </a:lnTo>
                    <a:lnTo>
                      <a:pt x="779" y="363"/>
                    </a:lnTo>
                    <a:lnTo>
                      <a:pt x="770" y="363"/>
                    </a:lnTo>
                    <a:lnTo>
                      <a:pt x="756" y="362"/>
                    </a:lnTo>
                    <a:lnTo>
                      <a:pt x="744" y="362"/>
                    </a:lnTo>
                    <a:lnTo>
                      <a:pt x="731" y="361"/>
                    </a:lnTo>
                    <a:lnTo>
                      <a:pt x="719" y="361"/>
                    </a:lnTo>
                    <a:lnTo>
                      <a:pt x="706" y="360"/>
                    </a:lnTo>
                    <a:lnTo>
                      <a:pt x="694" y="359"/>
                    </a:lnTo>
                    <a:lnTo>
                      <a:pt x="683" y="358"/>
                    </a:lnTo>
                    <a:lnTo>
                      <a:pt x="671" y="358"/>
                    </a:lnTo>
                    <a:lnTo>
                      <a:pt x="651" y="356"/>
                    </a:lnTo>
                    <a:lnTo>
                      <a:pt x="630" y="353"/>
                    </a:lnTo>
                    <a:lnTo>
                      <a:pt x="610" y="351"/>
                    </a:lnTo>
                    <a:lnTo>
                      <a:pt x="589" y="348"/>
                    </a:lnTo>
                    <a:lnTo>
                      <a:pt x="583" y="347"/>
                    </a:lnTo>
                    <a:lnTo>
                      <a:pt x="575" y="346"/>
                    </a:lnTo>
                    <a:lnTo>
                      <a:pt x="548" y="341"/>
                    </a:lnTo>
                    <a:lnTo>
                      <a:pt x="519" y="336"/>
                    </a:lnTo>
                    <a:lnTo>
                      <a:pt x="491" y="331"/>
                    </a:lnTo>
                    <a:lnTo>
                      <a:pt x="464" y="324"/>
                    </a:lnTo>
                    <a:lnTo>
                      <a:pt x="455" y="322"/>
                    </a:lnTo>
                    <a:lnTo>
                      <a:pt x="446" y="320"/>
                    </a:lnTo>
                    <a:lnTo>
                      <a:pt x="431" y="316"/>
                    </a:lnTo>
                    <a:lnTo>
                      <a:pt x="418" y="312"/>
                    </a:lnTo>
                    <a:lnTo>
                      <a:pt x="403" y="308"/>
                    </a:lnTo>
                    <a:lnTo>
                      <a:pt x="389" y="304"/>
                    </a:lnTo>
                    <a:lnTo>
                      <a:pt x="378" y="301"/>
                    </a:lnTo>
                    <a:lnTo>
                      <a:pt x="368" y="298"/>
                    </a:lnTo>
                    <a:lnTo>
                      <a:pt x="349" y="292"/>
                    </a:lnTo>
                    <a:lnTo>
                      <a:pt x="331" y="286"/>
                    </a:lnTo>
                    <a:lnTo>
                      <a:pt x="313" y="279"/>
                    </a:lnTo>
                    <a:lnTo>
                      <a:pt x="295" y="273"/>
                    </a:lnTo>
                    <a:lnTo>
                      <a:pt x="262" y="258"/>
                    </a:lnTo>
                    <a:lnTo>
                      <a:pt x="228" y="243"/>
                    </a:lnTo>
                    <a:lnTo>
                      <a:pt x="198" y="228"/>
                    </a:lnTo>
                    <a:lnTo>
                      <a:pt x="169" y="212"/>
                    </a:lnTo>
                    <a:lnTo>
                      <a:pt x="143" y="195"/>
                    </a:lnTo>
                    <a:lnTo>
                      <a:pt x="119" y="178"/>
                    </a:lnTo>
                    <a:lnTo>
                      <a:pt x="97" y="161"/>
                    </a:lnTo>
                    <a:lnTo>
                      <a:pt x="77" y="144"/>
                    </a:lnTo>
                    <a:lnTo>
                      <a:pt x="59" y="126"/>
                    </a:lnTo>
                    <a:lnTo>
                      <a:pt x="44" y="108"/>
                    </a:lnTo>
                    <a:lnTo>
                      <a:pt x="30" y="90"/>
                    </a:lnTo>
                    <a:lnTo>
                      <a:pt x="20" y="72"/>
                    </a:lnTo>
                    <a:lnTo>
                      <a:pt x="12" y="54"/>
                    </a:lnTo>
                    <a:lnTo>
                      <a:pt x="5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2" y="300"/>
                    </a:lnTo>
                    <a:lnTo>
                      <a:pt x="3" y="318"/>
                    </a:lnTo>
                    <a:lnTo>
                      <a:pt x="7" y="336"/>
                    </a:lnTo>
                    <a:lnTo>
                      <a:pt x="13" y="354"/>
                    </a:lnTo>
                    <a:lnTo>
                      <a:pt x="22" y="372"/>
                    </a:lnTo>
                    <a:lnTo>
                      <a:pt x="32" y="390"/>
                    </a:lnTo>
                    <a:lnTo>
                      <a:pt x="45" y="408"/>
                    </a:lnTo>
                    <a:lnTo>
                      <a:pt x="60" y="426"/>
                    </a:lnTo>
                    <a:lnTo>
                      <a:pt x="78" y="444"/>
                    </a:lnTo>
                    <a:lnTo>
                      <a:pt x="98" y="461"/>
                    </a:lnTo>
                    <a:lnTo>
                      <a:pt x="119" y="478"/>
                    </a:lnTo>
                    <a:lnTo>
                      <a:pt x="144" y="495"/>
                    </a:lnTo>
                    <a:lnTo>
                      <a:pt x="170" y="512"/>
                    </a:lnTo>
                    <a:lnTo>
                      <a:pt x="199" y="528"/>
                    </a:lnTo>
                    <a:lnTo>
                      <a:pt x="229" y="543"/>
                    </a:lnTo>
                    <a:lnTo>
                      <a:pt x="262" y="558"/>
                    </a:lnTo>
                    <a:lnTo>
                      <a:pt x="297" y="573"/>
                    </a:lnTo>
                    <a:lnTo>
                      <a:pt x="314" y="579"/>
                    </a:lnTo>
                    <a:lnTo>
                      <a:pt x="331" y="586"/>
                    </a:lnTo>
                    <a:lnTo>
                      <a:pt x="350" y="592"/>
                    </a:lnTo>
                    <a:lnTo>
                      <a:pt x="368" y="598"/>
                    </a:lnTo>
                    <a:lnTo>
                      <a:pt x="379" y="601"/>
                    </a:lnTo>
                    <a:lnTo>
                      <a:pt x="389" y="604"/>
                    </a:lnTo>
                    <a:lnTo>
                      <a:pt x="404" y="608"/>
                    </a:lnTo>
                    <a:lnTo>
                      <a:pt x="418" y="612"/>
                    </a:lnTo>
                    <a:lnTo>
                      <a:pt x="433" y="616"/>
                    </a:lnTo>
                    <a:lnTo>
                      <a:pt x="448" y="620"/>
                    </a:lnTo>
                    <a:lnTo>
                      <a:pt x="454" y="622"/>
                    </a:lnTo>
                    <a:lnTo>
                      <a:pt x="460" y="623"/>
                    </a:lnTo>
                    <a:lnTo>
                      <a:pt x="463" y="624"/>
                    </a:lnTo>
                    <a:lnTo>
                      <a:pt x="465" y="624"/>
                    </a:lnTo>
                    <a:lnTo>
                      <a:pt x="493" y="631"/>
                    </a:lnTo>
                    <a:lnTo>
                      <a:pt x="520" y="636"/>
                    </a:lnTo>
                    <a:lnTo>
                      <a:pt x="549" y="641"/>
                    </a:lnTo>
                    <a:lnTo>
                      <a:pt x="576" y="646"/>
                    </a:lnTo>
                    <a:lnTo>
                      <a:pt x="580" y="647"/>
                    </a:lnTo>
                    <a:lnTo>
                      <a:pt x="584" y="647"/>
                    </a:lnTo>
                    <a:lnTo>
                      <a:pt x="588" y="648"/>
                    </a:lnTo>
                    <a:lnTo>
                      <a:pt x="590" y="648"/>
                    </a:lnTo>
                    <a:lnTo>
                      <a:pt x="610" y="651"/>
                    </a:lnTo>
                    <a:lnTo>
                      <a:pt x="631" y="653"/>
                    </a:lnTo>
                    <a:lnTo>
                      <a:pt x="653" y="656"/>
                    </a:lnTo>
                    <a:lnTo>
                      <a:pt x="673" y="658"/>
                    </a:lnTo>
                    <a:lnTo>
                      <a:pt x="676" y="658"/>
                    </a:lnTo>
                    <a:lnTo>
                      <a:pt x="679" y="658"/>
                    </a:lnTo>
                    <a:lnTo>
                      <a:pt x="686" y="659"/>
                    </a:lnTo>
                    <a:lnTo>
                      <a:pt x="694" y="659"/>
                    </a:lnTo>
                    <a:lnTo>
                      <a:pt x="706" y="660"/>
                    </a:lnTo>
                    <a:lnTo>
                      <a:pt x="720" y="661"/>
                    </a:lnTo>
                    <a:lnTo>
                      <a:pt x="733" y="661"/>
                    </a:lnTo>
                    <a:lnTo>
                      <a:pt x="745" y="662"/>
                    </a:lnTo>
                    <a:lnTo>
                      <a:pt x="751" y="662"/>
                    </a:lnTo>
                    <a:lnTo>
                      <a:pt x="758" y="663"/>
                    </a:lnTo>
                    <a:lnTo>
                      <a:pt x="764" y="663"/>
                    </a:lnTo>
                    <a:lnTo>
                      <a:pt x="770" y="663"/>
                    </a:lnTo>
                    <a:lnTo>
                      <a:pt x="780" y="663"/>
                    </a:lnTo>
                    <a:lnTo>
                      <a:pt x="790" y="663"/>
                    </a:lnTo>
                    <a:lnTo>
                      <a:pt x="799" y="663"/>
                    </a:lnTo>
                    <a:lnTo>
                      <a:pt x="809" y="663"/>
                    </a:lnTo>
                    <a:lnTo>
                      <a:pt x="817" y="663"/>
                    </a:lnTo>
                    <a:lnTo>
                      <a:pt x="826" y="663"/>
                    </a:lnTo>
                    <a:lnTo>
                      <a:pt x="831" y="663"/>
                    </a:lnTo>
                    <a:lnTo>
                      <a:pt x="836" y="662"/>
                    </a:lnTo>
                    <a:lnTo>
                      <a:pt x="851" y="662"/>
                    </a:lnTo>
                    <a:lnTo>
                      <a:pt x="867" y="661"/>
                    </a:lnTo>
                    <a:lnTo>
                      <a:pt x="877" y="660"/>
                    </a:lnTo>
                    <a:lnTo>
                      <a:pt x="886" y="660"/>
                    </a:lnTo>
                    <a:lnTo>
                      <a:pt x="891" y="660"/>
                    </a:lnTo>
                    <a:lnTo>
                      <a:pt x="896" y="659"/>
                    </a:lnTo>
                    <a:lnTo>
                      <a:pt x="910" y="658"/>
                    </a:lnTo>
                    <a:lnTo>
                      <a:pt x="924" y="657"/>
                    </a:lnTo>
                    <a:lnTo>
                      <a:pt x="932" y="656"/>
                    </a:lnTo>
                    <a:lnTo>
                      <a:pt x="942" y="655"/>
                    </a:lnTo>
                    <a:lnTo>
                      <a:pt x="947" y="654"/>
                    </a:lnTo>
                    <a:lnTo>
                      <a:pt x="952" y="653"/>
                    </a:lnTo>
                    <a:lnTo>
                      <a:pt x="966" y="651"/>
                    </a:lnTo>
                    <a:lnTo>
                      <a:pt x="979" y="649"/>
                    </a:lnTo>
                    <a:lnTo>
                      <a:pt x="987" y="648"/>
                    </a:lnTo>
                    <a:lnTo>
                      <a:pt x="996" y="647"/>
                    </a:lnTo>
                    <a:lnTo>
                      <a:pt x="1001" y="646"/>
                    </a:lnTo>
                    <a:lnTo>
                      <a:pt x="1006" y="645"/>
                    </a:lnTo>
                    <a:lnTo>
                      <a:pt x="1020" y="642"/>
                    </a:lnTo>
                    <a:lnTo>
                      <a:pt x="1035" y="639"/>
                    </a:lnTo>
                    <a:lnTo>
                      <a:pt x="1044" y="637"/>
                    </a:lnTo>
                    <a:lnTo>
                      <a:pt x="1051" y="635"/>
                    </a:lnTo>
                    <a:lnTo>
                      <a:pt x="1054" y="634"/>
                    </a:lnTo>
                    <a:lnTo>
                      <a:pt x="1057" y="634"/>
                    </a:lnTo>
                    <a:lnTo>
                      <a:pt x="1074" y="629"/>
                    </a:lnTo>
                    <a:lnTo>
                      <a:pt x="1090" y="625"/>
                    </a:lnTo>
                    <a:lnTo>
                      <a:pt x="1105" y="620"/>
                    </a:lnTo>
                    <a:lnTo>
                      <a:pt x="1121" y="614"/>
                    </a:lnTo>
                    <a:lnTo>
                      <a:pt x="1122" y="614"/>
                    </a:lnTo>
                    <a:lnTo>
                      <a:pt x="1124" y="613"/>
                    </a:lnTo>
                    <a:lnTo>
                      <a:pt x="1136" y="609"/>
                    </a:lnTo>
                    <a:lnTo>
                      <a:pt x="1147" y="604"/>
                    </a:lnTo>
                    <a:lnTo>
                      <a:pt x="1155" y="601"/>
                    </a:lnTo>
                    <a:lnTo>
                      <a:pt x="1161" y="598"/>
                    </a:lnTo>
                    <a:lnTo>
                      <a:pt x="1171" y="593"/>
                    </a:lnTo>
                    <a:lnTo>
                      <a:pt x="1181" y="589"/>
                    </a:lnTo>
                    <a:lnTo>
                      <a:pt x="1190" y="584"/>
                    </a:lnTo>
                    <a:lnTo>
                      <a:pt x="1199" y="579"/>
                    </a:lnTo>
                    <a:lnTo>
                      <a:pt x="1201" y="578"/>
                    </a:lnTo>
                    <a:lnTo>
                      <a:pt x="1204" y="576"/>
                    </a:lnTo>
                    <a:lnTo>
                      <a:pt x="1214" y="570"/>
                    </a:lnTo>
                    <a:lnTo>
                      <a:pt x="1224" y="563"/>
                    </a:lnTo>
                    <a:lnTo>
                      <a:pt x="1232" y="556"/>
                    </a:lnTo>
                    <a:lnTo>
                      <a:pt x="1241" y="549"/>
                    </a:lnTo>
                    <a:lnTo>
                      <a:pt x="1244" y="547"/>
                    </a:lnTo>
                    <a:lnTo>
                      <a:pt x="1246" y="545"/>
                    </a:lnTo>
                    <a:lnTo>
                      <a:pt x="1246" y="545"/>
                    </a:lnTo>
                    <a:lnTo>
                      <a:pt x="1246" y="545"/>
                    </a:lnTo>
                    <a:lnTo>
                      <a:pt x="1259" y="534"/>
                    </a:lnTo>
                    <a:lnTo>
                      <a:pt x="1269" y="523"/>
                    </a:lnTo>
                    <a:lnTo>
                      <a:pt x="1272" y="518"/>
                    </a:lnTo>
                    <a:lnTo>
                      <a:pt x="1276" y="512"/>
                    </a:lnTo>
                    <a:lnTo>
                      <a:pt x="1279" y="510"/>
                    </a:lnTo>
                    <a:lnTo>
                      <a:pt x="1280" y="507"/>
                    </a:lnTo>
                    <a:lnTo>
                      <a:pt x="1282" y="505"/>
                    </a:lnTo>
                    <a:lnTo>
                      <a:pt x="1284" y="502"/>
                    </a:lnTo>
                    <a:lnTo>
                      <a:pt x="1290" y="492"/>
                    </a:lnTo>
                    <a:lnTo>
                      <a:pt x="1295" y="481"/>
                    </a:lnTo>
                    <a:lnTo>
                      <a:pt x="1296" y="477"/>
                    </a:lnTo>
                    <a:lnTo>
                      <a:pt x="1297" y="474"/>
                    </a:lnTo>
                    <a:lnTo>
                      <a:pt x="1299" y="470"/>
                    </a:lnTo>
                    <a:lnTo>
                      <a:pt x="1300" y="467"/>
                    </a:lnTo>
                    <a:lnTo>
                      <a:pt x="1301" y="463"/>
                    </a:lnTo>
                    <a:lnTo>
                      <a:pt x="1302" y="459"/>
                    </a:lnTo>
                    <a:lnTo>
                      <a:pt x="1303" y="447"/>
                    </a:lnTo>
                    <a:lnTo>
                      <a:pt x="1305" y="434"/>
                    </a:lnTo>
                    <a:lnTo>
                      <a:pt x="1305" y="432"/>
                    </a:lnTo>
                    <a:lnTo>
                      <a:pt x="1305" y="430"/>
                    </a:lnTo>
                    <a:lnTo>
                      <a:pt x="1305" y="130"/>
                    </a:lnTo>
                    <a:lnTo>
                      <a:pt x="1303" y="140"/>
                    </a:lnTo>
                    <a:lnTo>
                      <a:pt x="1302" y="149"/>
                    </a:lnTo>
                    <a:lnTo>
                      <a:pt x="1301" y="158"/>
                    </a:lnTo>
                    <a:lnTo>
                      <a:pt x="1299" y="167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2" name="Freeform 83">
                <a:extLst>
                  <a:ext uri="{FF2B5EF4-FFF2-40B4-BE49-F238E27FC236}">
                    <a16:creationId xmlns:a16="http://schemas.microsoft.com/office/drawing/2014/main" id="{CC4A0FF8-5081-4BAD-8B29-E738BD07A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4976" y="3046413"/>
                <a:ext cx="400050" cy="315913"/>
              </a:xfrm>
              <a:custGeom>
                <a:avLst/>
                <a:gdLst>
                  <a:gd name="T0" fmla="*/ 0 w 1262"/>
                  <a:gd name="T1" fmla="*/ 0 h 796"/>
                  <a:gd name="T2" fmla="*/ 1 w 1262"/>
                  <a:gd name="T3" fmla="*/ 300 h 796"/>
                  <a:gd name="T4" fmla="*/ 1262 w 1262"/>
                  <a:gd name="T5" fmla="*/ 796 h 796"/>
                  <a:gd name="T6" fmla="*/ 1260 w 1262"/>
                  <a:gd name="T7" fmla="*/ 495 h 796"/>
                  <a:gd name="T8" fmla="*/ 0 w 1262"/>
                  <a:gd name="T9" fmla="*/ 0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2" h="796">
                    <a:moveTo>
                      <a:pt x="0" y="0"/>
                    </a:moveTo>
                    <a:lnTo>
                      <a:pt x="1" y="300"/>
                    </a:lnTo>
                    <a:lnTo>
                      <a:pt x="1262" y="796"/>
                    </a:lnTo>
                    <a:lnTo>
                      <a:pt x="1260" y="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3" name="Freeform 84">
                <a:extLst>
                  <a:ext uri="{FF2B5EF4-FFF2-40B4-BE49-F238E27FC236}">
                    <a16:creationId xmlns:a16="http://schemas.microsoft.com/office/drawing/2014/main" id="{1327E3E6-9534-4AB8-87A9-53A837E0B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5026" y="2994025"/>
                <a:ext cx="341313" cy="368300"/>
              </a:xfrm>
              <a:custGeom>
                <a:avLst/>
                <a:gdLst>
                  <a:gd name="T0" fmla="*/ 0 w 1077"/>
                  <a:gd name="T1" fmla="*/ 626 h 927"/>
                  <a:gd name="T2" fmla="*/ 2 w 1077"/>
                  <a:gd name="T3" fmla="*/ 927 h 927"/>
                  <a:gd name="T4" fmla="*/ 1077 w 1077"/>
                  <a:gd name="T5" fmla="*/ 300 h 927"/>
                  <a:gd name="T6" fmla="*/ 1076 w 1077"/>
                  <a:gd name="T7" fmla="*/ 0 h 927"/>
                  <a:gd name="T8" fmla="*/ 0 w 1077"/>
                  <a:gd name="T9" fmla="*/ 626 h 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7" h="927">
                    <a:moveTo>
                      <a:pt x="0" y="626"/>
                    </a:moveTo>
                    <a:lnTo>
                      <a:pt x="2" y="927"/>
                    </a:lnTo>
                    <a:lnTo>
                      <a:pt x="1077" y="300"/>
                    </a:lnTo>
                    <a:lnTo>
                      <a:pt x="1076" y="0"/>
                    </a:lnTo>
                    <a:lnTo>
                      <a:pt x="0" y="62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4" name="Freeform 85">
                <a:extLst>
                  <a:ext uri="{FF2B5EF4-FFF2-40B4-BE49-F238E27FC236}">
                    <a16:creationId xmlns:a16="http://schemas.microsoft.com/office/drawing/2014/main" id="{8F35F664-EBB8-4FC7-A4AA-B389D4711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2201" y="2097088"/>
                <a:ext cx="1906588" cy="1146175"/>
              </a:xfrm>
              <a:custGeom>
                <a:avLst/>
                <a:gdLst>
                  <a:gd name="T0" fmla="*/ 5105 w 6005"/>
                  <a:gd name="T1" fmla="*/ 650 h 2889"/>
                  <a:gd name="T2" fmla="*/ 5322 w 6005"/>
                  <a:gd name="T3" fmla="*/ 611 h 2889"/>
                  <a:gd name="T4" fmla="*/ 5467 w 6005"/>
                  <a:gd name="T5" fmla="*/ 535 h 2889"/>
                  <a:gd name="T6" fmla="*/ 5525 w 6005"/>
                  <a:gd name="T7" fmla="*/ 444 h 2889"/>
                  <a:gd name="T8" fmla="*/ 5506 w 6005"/>
                  <a:gd name="T9" fmla="*/ 345 h 2889"/>
                  <a:gd name="T10" fmla="*/ 5416 w 6005"/>
                  <a:gd name="T11" fmla="*/ 247 h 2889"/>
                  <a:gd name="T12" fmla="*/ 5260 w 6005"/>
                  <a:gd name="T13" fmla="*/ 158 h 2889"/>
                  <a:gd name="T14" fmla="*/ 5054 w 6005"/>
                  <a:gd name="T15" fmla="*/ 93 h 2889"/>
                  <a:gd name="T16" fmla="*/ 4835 w 6005"/>
                  <a:gd name="T17" fmla="*/ 60 h 2889"/>
                  <a:gd name="T18" fmla="*/ 4623 w 6005"/>
                  <a:gd name="T19" fmla="*/ 61 h 2889"/>
                  <a:gd name="T20" fmla="*/ 4437 w 6005"/>
                  <a:gd name="T21" fmla="*/ 96 h 2889"/>
                  <a:gd name="T22" fmla="*/ 4292 w 6005"/>
                  <a:gd name="T23" fmla="*/ 167 h 2889"/>
                  <a:gd name="T24" fmla="*/ 4224 w 6005"/>
                  <a:gd name="T25" fmla="*/ 272 h 2889"/>
                  <a:gd name="T26" fmla="*/ 4258 w 6005"/>
                  <a:gd name="T27" fmla="*/ 387 h 2889"/>
                  <a:gd name="T28" fmla="*/ 2032 w 6005"/>
                  <a:gd name="T29" fmla="*/ 677 h 2889"/>
                  <a:gd name="T30" fmla="*/ 2260 w 6005"/>
                  <a:gd name="T31" fmla="*/ 660 h 2889"/>
                  <a:gd name="T32" fmla="*/ 2435 w 6005"/>
                  <a:gd name="T33" fmla="*/ 698 h 2889"/>
                  <a:gd name="T34" fmla="*/ 2515 w 6005"/>
                  <a:gd name="T35" fmla="*/ 770 h 2889"/>
                  <a:gd name="T36" fmla="*/ 2520 w 6005"/>
                  <a:gd name="T37" fmla="*/ 867 h 2889"/>
                  <a:gd name="T38" fmla="*/ 2453 w 6005"/>
                  <a:gd name="T39" fmla="*/ 979 h 2889"/>
                  <a:gd name="T40" fmla="*/ 2318 w 6005"/>
                  <a:gd name="T41" fmla="*/ 1096 h 2889"/>
                  <a:gd name="T42" fmla="*/ 2124 w 6005"/>
                  <a:gd name="T43" fmla="*/ 1206 h 2889"/>
                  <a:gd name="T44" fmla="*/ 1908 w 6005"/>
                  <a:gd name="T45" fmla="*/ 1287 h 2889"/>
                  <a:gd name="T46" fmla="*/ 1693 w 6005"/>
                  <a:gd name="T47" fmla="*/ 1335 h 2889"/>
                  <a:gd name="T48" fmla="*/ 1497 w 6005"/>
                  <a:gd name="T49" fmla="*/ 1346 h 2889"/>
                  <a:gd name="T50" fmla="*/ 1339 w 6005"/>
                  <a:gd name="T51" fmla="*/ 1317 h 2889"/>
                  <a:gd name="T52" fmla="*/ 1241 w 6005"/>
                  <a:gd name="T53" fmla="*/ 1235 h 2889"/>
                  <a:gd name="T54" fmla="*/ 1245 w 6005"/>
                  <a:gd name="T55" fmla="*/ 1121 h 2889"/>
                  <a:gd name="T56" fmla="*/ 1040 w 6005"/>
                  <a:gd name="T57" fmla="*/ 2237 h 2889"/>
                  <a:gd name="T58" fmla="*/ 801 w 6005"/>
                  <a:gd name="T59" fmla="*/ 2250 h 2889"/>
                  <a:gd name="T60" fmla="*/ 607 w 6005"/>
                  <a:gd name="T61" fmla="*/ 2308 h 2889"/>
                  <a:gd name="T62" fmla="*/ 502 w 6005"/>
                  <a:gd name="T63" fmla="*/ 2391 h 2889"/>
                  <a:gd name="T64" fmla="*/ 479 w 6005"/>
                  <a:gd name="T65" fmla="*/ 2487 h 2889"/>
                  <a:gd name="T66" fmla="*/ 529 w 6005"/>
                  <a:gd name="T67" fmla="*/ 2587 h 2889"/>
                  <a:gd name="T68" fmla="*/ 647 w 6005"/>
                  <a:gd name="T69" fmla="*/ 2682 h 2889"/>
                  <a:gd name="T70" fmla="*/ 830 w 6005"/>
                  <a:gd name="T71" fmla="*/ 2762 h 2889"/>
                  <a:gd name="T72" fmla="*/ 1045 w 6005"/>
                  <a:gd name="T73" fmla="*/ 2814 h 2889"/>
                  <a:gd name="T74" fmla="*/ 1263 w 6005"/>
                  <a:gd name="T75" fmla="*/ 2832 h 2889"/>
                  <a:gd name="T76" fmla="*/ 1466 w 6005"/>
                  <a:gd name="T77" fmla="*/ 2817 h 2889"/>
                  <a:gd name="T78" fmla="*/ 1636 w 6005"/>
                  <a:gd name="T79" fmla="*/ 2768 h 2889"/>
                  <a:gd name="T80" fmla="*/ 1754 w 6005"/>
                  <a:gd name="T81" fmla="*/ 2679 h 2889"/>
                  <a:gd name="T82" fmla="*/ 1778 w 6005"/>
                  <a:gd name="T83" fmla="*/ 2568 h 2889"/>
                  <a:gd name="T84" fmla="*/ 4268 w 6005"/>
                  <a:gd name="T85" fmla="*/ 2263 h 2889"/>
                  <a:gd name="T86" fmla="*/ 3871 w 6005"/>
                  <a:gd name="T87" fmla="*/ 2225 h 2889"/>
                  <a:gd name="T88" fmla="*/ 3660 w 6005"/>
                  <a:gd name="T89" fmla="*/ 2219 h 2889"/>
                  <a:gd name="T90" fmla="*/ 3526 w 6005"/>
                  <a:gd name="T91" fmla="*/ 2164 h 2889"/>
                  <a:gd name="T92" fmla="*/ 3478 w 6005"/>
                  <a:gd name="T93" fmla="*/ 2080 h 2889"/>
                  <a:gd name="T94" fmla="*/ 3505 w 6005"/>
                  <a:gd name="T95" fmla="*/ 1975 h 2889"/>
                  <a:gd name="T96" fmla="*/ 3601 w 6005"/>
                  <a:gd name="T97" fmla="*/ 1860 h 2889"/>
                  <a:gd name="T98" fmla="*/ 3765 w 6005"/>
                  <a:gd name="T99" fmla="*/ 1744 h 2889"/>
                  <a:gd name="T100" fmla="*/ 3972 w 6005"/>
                  <a:gd name="T101" fmla="*/ 1644 h 2889"/>
                  <a:gd name="T102" fmla="*/ 4189 w 6005"/>
                  <a:gd name="T103" fmla="*/ 1577 h 2889"/>
                  <a:gd name="T104" fmla="*/ 4399 w 6005"/>
                  <a:gd name="T105" fmla="*/ 1544 h 2889"/>
                  <a:gd name="T106" fmla="*/ 4580 w 6005"/>
                  <a:gd name="T107" fmla="*/ 1550 h 2889"/>
                  <a:gd name="T108" fmla="*/ 4720 w 6005"/>
                  <a:gd name="T109" fmla="*/ 1602 h 2889"/>
                  <a:gd name="T110" fmla="*/ 4774 w 6005"/>
                  <a:gd name="T111" fmla="*/ 1700 h 2889"/>
                  <a:gd name="T112" fmla="*/ 4929 w 6005"/>
                  <a:gd name="T113" fmla="*/ 1878 h 2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005" h="2889">
                    <a:moveTo>
                      <a:pt x="4744" y="758"/>
                    </a:moveTo>
                    <a:lnTo>
                      <a:pt x="4929" y="650"/>
                    </a:lnTo>
                    <a:lnTo>
                      <a:pt x="4965" y="652"/>
                    </a:lnTo>
                    <a:lnTo>
                      <a:pt x="5000" y="653"/>
                    </a:lnTo>
                    <a:lnTo>
                      <a:pt x="5036" y="653"/>
                    </a:lnTo>
                    <a:lnTo>
                      <a:pt x="5071" y="652"/>
                    </a:lnTo>
                    <a:lnTo>
                      <a:pt x="5105" y="650"/>
                    </a:lnTo>
                    <a:lnTo>
                      <a:pt x="5139" y="647"/>
                    </a:lnTo>
                    <a:lnTo>
                      <a:pt x="5171" y="644"/>
                    </a:lnTo>
                    <a:lnTo>
                      <a:pt x="5204" y="639"/>
                    </a:lnTo>
                    <a:lnTo>
                      <a:pt x="5235" y="633"/>
                    </a:lnTo>
                    <a:lnTo>
                      <a:pt x="5265" y="627"/>
                    </a:lnTo>
                    <a:lnTo>
                      <a:pt x="5294" y="620"/>
                    </a:lnTo>
                    <a:lnTo>
                      <a:pt x="5322" y="611"/>
                    </a:lnTo>
                    <a:lnTo>
                      <a:pt x="5349" y="602"/>
                    </a:lnTo>
                    <a:lnTo>
                      <a:pt x="5374" y="592"/>
                    </a:lnTo>
                    <a:lnTo>
                      <a:pt x="5397" y="581"/>
                    </a:lnTo>
                    <a:lnTo>
                      <a:pt x="5420" y="569"/>
                    </a:lnTo>
                    <a:lnTo>
                      <a:pt x="5437" y="558"/>
                    </a:lnTo>
                    <a:lnTo>
                      <a:pt x="5454" y="546"/>
                    </a:lnTo>
                    <a:lnTo>
                      <a:pt x="5467" y="535"/>
                    </a:lnTo>
                    <a:lnTo>
                      <a:pt x="5481" y="523"/>
                    </a:lnTo>
                    <a:lnTo>
                      <a:pt x="5492" y="510"/>
                    </a:lnTo>
                    <a:lnTo>
                      <a:pt x="5501" y="497"/>
                    </a:lnTo>
                    <a:lnTo>
                      <a:pt x="5510" y="484"/>
                    </a:lnTo>
                    <a:lnTo>
                      <a:pt x="5516" y="471"/>
                    </a:lnTo>
                    <a:lnTo>
                      <a:pt x="5521" y="458"/>
                    </a:lnTo>
                    <a:lnTo>
                      <a:pt x="5525" y="444"/>
                    </a:lnTo>
                    <a:lnTo>
                      <a:pt x="5526" y="430"/>
                    </a:lnTo>
                    <a:lnTo>
                      <a:pt x="5526" y="416"/>
                    </a:lnTo>
                    <a:lnTo>
                      <a:pt x="5525" y="402"/>
                    </a:lnTo>
                    <a:lnTo>
                      <a:pt x="5522" y="388"/>
                    </a:lnTo>
                    <a:lnTo>
                      <a:pt x="5519" y="374"/>
                    </a:lnTo>
                    <a:lnTo>
                      <a:pt x="5512" y="359"/>
                    </a:lnTo>
                    <a:lnTo>
                      <a:pt x="5506" y="345"/>
                    </a:lnTo>
                    <a:lnTo>
                      <a:pt x="5497" y="331"/>
                    </a:lnTo>
                    <a:lnTo>
                      <a:pt x="5487" y="316"/>
                    </a:lnTo>
                    <a:lnTo>
                      <a:pt x="5476" y="302"/>
                    </a:lnTo>
                    <a:lnTo>
                      <a:pt x="5462" y="288"/>
                    </a:lnTo>
                    <a:lnTo>
                      <a:pt x="5449" y="274"/>
                    </a:lnTo>
                    <a:lnTo>
                      <a:pt x="5432" y="260"/>
                    </a:lnTo>
                    <a:lnTo>
                      <a:pt x="5416" y="247"/>
                    </a:lnTo>
                    <a:lnTo>
                      <a:pt x="5397" y="233"/>
                    </a:lnTo>
                    <a:lnTo>
                      <a:pt x="5377" y="220"/>
                    </a:lnTo>
                    <a:lnTo>
                      <a:pt x="5357" y="207"/>
                    </a:lnTo>
                    <a:lnTo>
                      <a:pt x="5335" y="194"/>
                    </a:lnTo>
                    <a:lnTo>
                      <a:pt x="5311" y="182"/>
                    </a:lnTo>
                    <a:lnTo>
                      <a:pt x="5286" y="170"/>
                    </a:lnTo>
                    <a:lnTo>
                      <a:pt x="5260" y="158"/>
                    </a:lnTo>
                    <a:lnTo>
                      <a:pt x="5231" y="147"/>
                    </a:lnTo>
                    <a:lnTo>
                      <a:pt x="5204" y="136"/>
                    </a:lnTo>
                    <a:lnTo>
                      <a:pt x="5174" y="126"/>
                    </a:lnTo>
                    <a:lnTo>
                      <a:pt x="5145" y="117"/>
                    </a:lnTo>
                    <a:lnTo>
                      <a:pt x="5115" y="108"/>
                    </a:lnTo>
                    <a:lnTo>
                      <a:pt x="5084" y="100"/>
                    </a:lnTo>
                    <a:lnTo>
                      <a:pt x="5054" y="93"/>
                    </a:lnTo>
                    <a:lnTo>
                      <a:pt x="5023" y="86"/>
                    </a:lnTo>
                    <a:lnTo>
                      <a:pt x="4991" y="80"/>
                    </a:lnTo>
                    <a:lnTo>
                      <a:pt x="4960" y="75"/>
                    </a:lnTo>
                    <a:lnTo>
                      <a:pt x="4929" y="70"/>
                    </a:lnTo>
                    <a:lnTo>
                      <a:pt x="4898" y="66"/>
                    </a:lnTo>
                    <a:lnTo>
                      <a:pt x="4866" y="63"/>
                    </a:lnTo>
                    <a:lnTo>
                      <a:pt x="4835" y="60"/>
                    </a:lnTo>
                    <a:lnTo>
                      <a:pt x="4804" y="58"/>
                    </a:lnTo>
                    <a:lnTo>
                      <a:pt x="4773" y="57"/>
                    </a:lnTo>
                    <a:lnTo>
                      <a:pt x="4742" y="57"/>
                    </a:lnTo>
                    <a:lnTo>
                      <a:pt x="4712" y="57"/>
                    </a:lnTo>
                    <a:lnTo>
                      <a:pt x="4682" y="58"/>
                    </a:lnTo>
                    <a:lnTo>
                      <a:pt x="4652" y="59"/>
                    </a:lnTo>
                    <a:lnTo>
                      <a:pt x="4623" y="61"/>
                    </a:lnTo>
                    <a:lnTo>
                      <a:pt x="4594" y="64"/>
                    </a:lnTo>
                    <a:lnTo>
                      <a:pt x="4565" y="68"/>
                    </a:lnTo>
                    <a:lnTo>
                      <a:pt x="4538" y="72"/>
                    </a:lnTo>
                    <a:lnTo>
                      <a:pt x="4512" y="77"/>
                    </a:lnTo>
                    <a:lnTo>
                      <a:pt x="4485" y="82"/>
                    </a:lnTo>
                    <a:lnTo>
                      <a:pt x="4460" y="89"/>
                    </a:lnTo>
                    <a:lnTo>
                      <a:pt x="4437" y="96"/>
                    </a:lnTo>
                    <a:lnTo>
                      <a:pt x="4413" y="103"/>
                    </a:lnTo>
                    <a:lnTo>
                      <a:pt x="4390" y="112"/>
                    </a:lnTo>
                    <a:lnTo>
                      <a:pt x="4369" y="121"/>
                    </a:lnTo>
                    <a:lnTo>
                      <a:pt x="4349" y="131"/>
                    </a:lnTo>
                    <a:lnTo>
                      <a:pt x="4329" y="141"/>
                    </a:lnTo>
                    <a:lnTo>
                      <a:pt x="4309" y="154"/>
                    </a:lnTo>
                    <a:lnTo>
                      <a:pt x="4292" y="167"/>
                    </a:lnTo>
                    <a:lnTo>
                      <a:pt x="4276" y="181"/>
                    </a:lnTo>
                    <a:lnTo>
                      <a:pt x="4262" y="195"/>
                    </a:lnTo>
                    <a:lnTo>
                      <a:pt x="4251" y="210"/>
                    </a:lnTo>
                    <a:lnTo>
                      <a:pt x="4241" y="225"/>
                    </a:lnTo>
                    <a:lnTo>
                      <a:pt x="4233" y="240"/>
                    </a:lnTo>
                    <a:lnTo>
                      <a:pt x="4228" y="256"/>
                    </a:lnTo>
                    <a:lnTo>
                      <a:pt x="4224" y="272"/>
                    </a:lnTo>
                    <a:lnTo>
                      <a:pt x="4223" y="288"/>
                    </a:lnTo>
                    <a:lnTo>
                      <a:pt x="4224" y="304"/>
                    </a:lnTo>
                    <a:lnTo>
                      <a:pt x="4227" y="321"/>
                    </a:lnTo>
                    <a:lnTo>
                      <a:pt x="4232" y="337"/>
                    </a:lnTo>
                    <a:lnTo>
                      <a:pt x="4239" y="354"/>
                    </a:lnTo>
                    <a:lnTo>
                      <a:pt x="4247" y="371"/>
                    </a:lnTo>
                    <a:lnTo>
                      <a:pt x="4258" y="387"/>
                    </a:lnTo>
                    <a:lnTo>
                      <a:pt x="4073" y="495"/>
                    </a:lnTo>
                    <a:lnTo>
                      <a:pt x="2811" y="0"/>
                    </a:lnTo>
                    <a:lnTo>
                      <a:pt x="1737" y="625"/>
                    </a:lnTo>
                    <a:lnTo>
                      <a:pt x="1924" y="699"/>
                    </a:lnTo>
                    <a:lnTo>
                      <a:pt x="1960" y="691"/>
                    </a:lnTo>
                    <a:lnTo>
                      <a:pt x="1995" y="683"/>
                    </a:lnTo>
                    <a:lnTo>
                      <a:pt x="2032" y="677"/>
                    </a:lnTo>
                    <a:lnTo>
                      <a:pt x="2067" y="671"/>
                    </a:lnTo>
                    <a:lnTo>
                      <a:pt x="2100" y="667"/>
                    </a:lnTo>
                    <a:lnTo>
                      <a:pt x="2134" y="663"/>
                    </a:lnTo>
                    <a:lnTo>
                      <a:pt x="2167" y="661"/>
                    </a:lnTo>
                    <a:lnTo>
                      <a:pt x="2199" y="660"/>
                    </a:lnTo>
                    <a:lnTo>
                      <a:pt x="2230" y="660"/>
                    </a:lnTo>
                    <a:lnTo>
                      <a:pt x="2260" y="660"/>
                    </a:lnTo>
                    <a:lnTo>
                      <a:pt x="2290" y="662"/>
                    </a:lnTo>
                    <a:lnTo>
                      <a:pt x="2318" y="666"/>
                    </a:lnTo>
                    <a:lnTo>
                      <a:pt x="2345" y="670"/>
                    </a:lnTo>
                    <a:lnTo>
                      <a:pt x="2370" y="675"/>
                    </a:lnTo>
                    <a:lnTo>
                      <a:pt x="2394" y="682"/>
                    </a:lnTo>
                    <a:lnTo>
                      <a:pt x="2416" y="690"/>
                    </a:lnTo>
                    <a:lnTo>
                      <a:pt x="2435" y="698"/>
                    </a:lnTo>
                    <a:lnTo>
                      <a:pt x="2451" y="706"/>
                    </a:lnTo>
                    <a:lnTo>
                      <a:pt x="2465" y="715"/>
                    </a:lnTo>
                    <a:lnTo>
                      <a:pt x="2479" y="725"/>
                    </a:lnTo>
                    <a:lnTo>
                      <a:pt x="2490" y="735"/>
                    </a:lnTo>
                    <a:lnTo>
                      <a:pt x="2500" y="746"/>
                    </a:lnTo>
                    <a:lnTo>
                      <a:pt x="2509" y="758"/>
                    </a:lnTo>
                    <a:lnTo>
                      <a:pt x="2515" y="770"/>
                    </a:lnTo>
                    <a:lnTo>
                      <a:pt x="2520" y="783"/>
                    </a:lnTo>
                    <a:lnTo>
                      <a:pt x="2524" y="796"/>
                    </a:lnTo>
                    <a:lnTo>
                      <a:pt x="2526" y="809"/>
                    </a:lnTo>
                    <a:lnTo>
                      <a:pt x="2526" y="823"/>
                    </a:lnTo>
                    <a:lnTo>
                      <a:pt x="2526" y="837"/>
                    </a:lnTo>
                    <a:lnTo>
                      <a:pt x="2524" y="852"/>
                    </a:lnTo>
                    <a:lnTo>
                      <a:pt x="2520" y="867"/>
                    </a:lnTo>
                    <a:lnTo>
                      <a:pt x="2515" y="882"/>
                    </a:lnTo>
                    <a:lnTo>
                      <a:pt x="2508" y="898"/>
                    </a:lnTo>
                    <a:lnTo>
                      <a:pt x="2500" y="914"/>
                    </a:lnTo>
                    <a:lnTo>
                      <a:pt x="2490" y="930"/>
                    </a:lnTo>
                    <a:lnTo>
                      <a:pt x="2479" y="946"/>
                    </a:lnTo>
                    <a:lnTo>
                      <a:pt x="2466" y="962"/>
                    </a:lnTo>
                    <a:lnTo>
                      <a:pt x="2453" y="979"/>
                    </a:lnTo>
                    <a:lnTo>
                      <a:pt x="2438" y="996"/>
                    </a:lnTo>
                    <a:lnTo>
                      <a:pt x="2421" y="1012"/>
                    </a:lnTo>
                    <a:lnTo>
                      <a:pt x="2403" y="1029"/>
                    </a:lnTo>
                    <a:lnTo>
                      <a:pt x="2384" y="1046"/>
                    </a:lnTo>
                    <a:lnTo>
                      <a:pt x="2363" y="1063"/>
                    </a:lnTo>
                    <a:lnTo>
                      <a:pt x="2341" y="1079"/>
                    </a:lnTo>
                    <a:lnTo>
                      <a:pt x="2318" y="1096"/>
                    </a:lnTo>
                    <a:lnTo>
                      <a:pt x="2293" y="1113"/>
                    </a:lnTo>
                    <a:lnTo>
                      <a:pt x="2267" y="1129"/>
                    </a:lnTo>
                    <a:lnTo>
                      <a:pt x="2240" y="1145"/>
                    </a:lnTo>
                    <a:lnTo>
                      <a:pt x="2212" y="1161"/>
                    </a:lnTo>
                    <a:lnTo>
                      <a:pt x="2183" y="1177"/>
                    </a:lnTo>
                    <a:lnTo>
                      <a:pt x="2154" y="1191"/>
                    </a:lnTo>
                    <a:lnTo>
                      <a:pt x="2124" y="1206"/>
                    </a:lnTo>
                    <a:lnTo>
                      <a:pt x="2094" y="1219"/>
                    </a:lnTo>
                    <a:lnTo>
                      <a:pt x="2064" y="1232"/>
                    </a:lnTo>
                    <a:lnTo>
                      <a:pt x="2033" y="1244"/>
                    </a:lnTo>
                    <a:lnTo>
                      <a:pt x="2002" y="1256"/>
                    </a:lnTo>
                    <a:lnTo>
                      <a:pt x="1970" y="1267"/>
                    </a:lnTo>
                    <a:lnTo>
                      <a:pt x="1939" y="1277"/>
                    </a:lnTo>
                    <a:lnTo>
                      <a:pt x="1908" y="1287"/>
                    </a:lnTo>
                    <a:lnTo>
                      <a:pt x="1877" y="1296"/>
                    </a:lnTo>
                    <a:lnTo>
                      <a:pt x="1847" y="1304"/>
                    </a:lnTo>
                    <a:lnTo>
                      <a:pt x="1815" y="1312"/>
                    </a:lnTo>
                    <a:lnTo>
                      <a:pt x="1784" y="1319"/>
                    </a:lnTo>
                    <a:lnTo>
                      <a:pt x="1753" y="1325"/>
                    </a:lnTo>
                    <a:lnTo>
                      <a:pt x="1723" y="1331"/>
                    </a:lnTo>
                    <a:lnTo>
                      <a:pt x="1693" y="1335"/>
                    </a:lnTo>
                    <a:lnTo>
                      <a:pt x="1663" y="1339"/>
                    </a:lnTo>
                    <a:lnTo>
                      <a:pt x="1634" y="1342"/>
                    </a:lnTo>
                    <a:lnTo>
                      <a:pt x="1606" y="1345"/>
                    </a:lnTo>
                    <a:lnTo>
                      <a:pt x="1577" y="1346"/>
                    </a:lnTo>
                    <a:lnTo>
                      <a:pt x="1549" y="1347"/>
                    </a:lnTo>
                    <a:lnTo>
                      <a:pt x="1523" y="1347"/>
                    </a:lnTo>
                    <a:lnTo>
                      <a:pt x="1497" y="1346"/>
                    </a:lnTo>
                    <a:lnTo>
                      <a:pt x="1472" y="1345"/>
                    </a:lnTo>
                    <a:lnTo>
                      <a:pt x="1447" y="1342"/>
                    </a:lnTo>
                    <a:lnTo>
                      <a:pt x="1424" y="1339"/>
                    </a:lnTo>
                    <a:lnTo>
                      <a:pt x="1401" y="1335"/>
                    </a:lnTo>
                    <a:lnTo>
                      <a:pt x="1379" y="1329"/>
                    </a:lnTo>
                    <a:lnTo>
                      <a:pt x="1359" y="1323"/>
                    </a:lnTo>
                    <a:lnTo>
                      <a:pt x="1339" y="1317"/>
                    </a:lnTo>
                    <a:lnTo>
                      <a:pt x="1319" y="1308"/>
                    </a:lnTo>
                    <a:lnTo>
                      <a:pt x="1301" y="1298"/>
                    </a:lnTo>
                    <a:lnTo>
                      <a:pt x="1284" y="1287"/>
                    </a:lnTo>
                    <a:lnTo>
                      <a:pt x="1271" y="1275"/>
                    </a:lnTo>
                    <a:lnTo>
                      <a:pt x="1258" y="1263"/>
                    </a:lnTo>
                    <a:lnTo>
                      <a:pt x="1248" y="1249"/>
                    </a:lnTo>
                    <a:lnTo>
                      <a:pt x="1241" y="1235"/>
                    </a:lnTo>
                    <a:lnTo>
                      <a:pt x="1236" y="1221"/>
                    </a:lnTo>
                    <a:lnTo>
                      <a:pt x="1232" y="1205"/>
                    </a:lnTo>
                    <a:lnTo>
                      <a:pt x="1231" y="1189"/>
                    </a:lnTo>
                    <a:lnTo>
                      <a:pt x="1231" y="1173"/>
                    </a:lnTo>
                    <a:lnTo>
                      <a:pt x="1233" y="1156"/>
                    </a:lnTo>
                    <a:lnTo>
                      <a:pt x="1238" y="1138"/>
                    </a:lnTo>
                    <a:lnTo>
                      <a:pt x="1245" y="1121"/>
                    </a:lnTo>
                    <a:lnTo>
                      <a:pt x="1252" y="1102"/>
                    </a:lnTo>
                    <a:lnTo>
                      <a:pt x="1263" y="1084"/>
                    </a:lnTo>
                    <a:lnTo>
                      <a:pt x="1075" y="1010"/>
                    </a:lnTo>
                    <a:lnTo>
                      <a:pt x="0" y="1636"/>
                    </a:lnTo>
                    <a:lnTo>
                      <a:pt x="1261" y="2131"/>
                    </a:lnTo>
                    <a:lnTo>
                      <a:pt x="1076" y="2239"/>
                    </a:lnTo>
                    <a:lnTo>
                      <a:pt x="1040" y="2237"/>
                    </a:lnTo>
                    <a:lnTo>
                      <a:pt x="1003" y="2236"/>
                    </a:lnTo>
                    <a:lnTo>
                      <a:pt x="968" y="2236"/>
                    </a:lnTo>
                    <a:lnTo>
                      <a:pt x="933" y="2237"/>
                    </a:lnTo>
                    <a:lnTo>
                      <a:pt x="900" y="2239"/>
                    </a:lnTo>
                    <a:lnTo>
                      <a:pt x="866" y="2242"/>
                    </a:lnTo>
                    <a:lnTo>
                      <a:pt x="832" y="2245"/>
                    </a:lnTo>
                    <a:lnTo>
                      <a:pt x="801" y="2250"/>
                    </a:lnTo>
                    <a:lnTo>
                      <a:pt x="770" y="2255"/>
                    </a:lnTo>
                    <a:lnTo>
                      <a:pt x="740" y="2262"/>
                    </a:lnTo>
                    <a:lnTo>
                      <a:pt x="710" y="2269"/>
                    </a:lnTo>
                    <a:lnTo>
                      <a:pt x="682" y="2278"/>
                    </a:lnTo>
                    <a:lnTo>
                      <a:pt x="656" y="2287"/>
                    </a:lnTo>
                    <a:lnTo>
                      <a:pt x="631" y="2297"/>
                    </a:lnTo>
                    <a:lnTo>
                      <a:pt x="607" y="2308"/>
                    </a:lnTo>
                    <a:lnTo>
                      <a:pt x="585" y="2320"/>
                    </a:lnTo>
                    <a:lnTo>
                      <a:pt x="567" y="2331"/>
                    </a:lnTo>
                    <a:lnTo>
                      <a:pt x="551" y="2342"/>
                    </a:lnTo>
                    <a:lnTo>
                      <a:pt x="536" y="2354"/>
                    </a:lnTo>
                    <a:lnTo>
                      <a:pt x="524" y="2366"/>
                    </a:lnTo>
                    <a:lnTo>
                      <a:pt x="512" y="2379"/>
                    </a:lnTo>
                    <a:lnTo>
                      <a:pt x="502" y="2391"/>
                    </a:lnTo>
                    <a:lnTo>
                      <a:pt x="495" y="2404"/>
                    </a:lnTo>
                    <a:lnTo>
                      <a:pt x="489" y="2418"/>
                    </a:lnTo>
                    <a:lnTo>
                      <a:pt x="484" y="2431"/>
                    </a:lnTo>
                    <a:lnTo>
                      <a:pt x="480" y="2445"/>
                    </a:lnTo>
                    <a:lnTo>
                      <a:pt x="479" y="2459"/>
                    </a:lnTo>
                    <a:lnTo>
                      <a:pt x="477" y="2473"/>
                    </a:lnTo>
                    <a:lnTo>
                      <a:pt x="479" y="2487"/>
                    </a:lnTo>
                    <a:lnTo>
                      <a:pt x="482" y="2501"/>
                    </a:lnTo>
                    <a:lnTo>
                      <a:pt x="486" y="2515"/>
                    </a:lnTo>
                    <a:lnTo>
                      <a:pt x="491" y="2530"/>
                    </a:lnTo>
                    <a:lnTo>
                      <a:pt x="499" y="2544"/>
                    </a:lnTo>
                    <a:lnTo>
                      <a:pt x="507" y="2558"/>
                    </a:lnTo>
                    <a:lnTo>
                      <a:pt x="517" y="2572"/>
                    </a:lnTo>
                    <a:lnTo>
                      <a:pt x="529" y="2587"/>
                    </a:lnTo>
                    <a:lnTo>
                      <a:pt x="541" y="2601"/>
                    </a:lnTo>
                    <a:lnTo>
                      <a:pt x="556" y="2615"/>
                    </a:lnTo>
                    <a:lnTo>
                      <a:pt x="571" y="2628"/>
                    </a:lnTo>
                    <a:lnTo>
                      <a:pt x="589" y="2642"/>
                    </a:lnTo>
                    <a:lnTo>
                      <a:pt x="607" y="2655"/>
                    </a:lnTo>
                    <a:lnTo>
                      <a:pt x="626" y="2669"/>
                    </a:lnTo>
                    <a:lnTo>
                      <a:pt x="647" y="2682"/>
                    </a:lnTo>
                    <a:lnTo>
                      <a:pt x="670" y="2694"/>
                    </a:lnTo>
                    <a:lnTo>
                      <a:pt x="694" y="2707"/>
                    </a:lnTo>
                    <a:lnTo>
                      <a:pt x="719" y="2719"/>
                    </a:lnTo>
                    <a:lnTo>
                      <a:pt x="745" y="2730"/>
                    </a:lnTo>
                    <a:lnTo>
                      <a:pt x="772" y="2742"/>
                    </a:lnTo>
                    <a:lnTo>
                      <a:pt x="801" y="2752"/>
                    </a:lnTo>
                    <a:lnTo>
                      <a:pt x="830" y="2762"/>
                    </a:lnTo>
                    <a:lnTo>
                      <a:pt x="860" y="2772"/>
                    </a:lnTo>
                    <a:lnTo>
                      <a:pt x="890" y="2781"/>
                    </a:lnTo>
                    <a:lnTo>
                      <a:pt x="920" y="2789"/>
                    </a:lnTo>
                    <a:lnTo>
                      <a:pt x="951" y="2796"/>
                    </a:lnTo>
                    <a:lnTo>
                      <a:pt x="982" y="2803"/>
                    </a:lnTo>
                    <a:lnTo>
                      <a:pt x="1013" y="2809"/>
                    </a:lnTo>
                    <a:lnTo>
                      <a:pt x="1045" y="2814"/>
                    </a:lnTo>
                    <a:lnTo>
                      <a:pt x="1076" y="2819"/>
                    </a:lnTo>
                    <a:lnTo>
                      <a:pt x="1107" y="2822"/>
                    </a:lnTo>
                    <a:lnTo>
                      <a:pt x="1138" y="2826"/>
                    </a:lnTo>
                    <a:lnTo>
                      <a:pt x="1170" y="2828"/>
                    </a:lnTo>
                    <a:lnTo>
                      <a:pt x="1201" y="2830"/>
                    </a:lnTo>
                    <a:lnTo>
                      <a:pt x="1232" y="2832"/>
                    </a:lnTo>
                    <a:lnTo>
                      <a:pt x="1263" y="2832"/>
                    </a:lnTo>
                    <a:lnTo>
                      <a:pt x="1293" y="2832"/>
                    </a:lnTo>
                    <a:lnTo>
                      <a:pt x="1323" y="2831"/>
                    </a:lnTo>
                    <a:lnTo>
                      <a:pt x="1353" y="2830"/>
                    </a:lnTo>
                    <a:lnTo>
                      <a:pt x="1382" y="2827"/>
                    </a:lnTo>
                    <a:lnTo>
                      <a:pt x="1411" y="2825"/>
                    </a:lnTo>
                    <a:lnTo>
                      <a:pt x="1439" y="2821"/>
                    </a:lnTo>
                    <a:lnTo>
                      <a:pt x="1466" y="2817"/>
                    </a:lnTo>
                    <a:lnTo>
                      <a:pt x="1493" y="2812"/>
                    </a:lnTo>
                    <a:lnTo>
                      <a:pt x="1519" y="2806"/>
                    </a:lnTo>
                    <a:lnTo>
                      <a:pt x="1544" y="2800"/>
                    </a:lnTo>
                    <a:lnTo>
                      <a:pt x="1568" y="2793"/>
                    </a:lnTo>
                    <a:lnTo>
                      <a:pt x="1592" y="2785"/>
                    </a:lnTo>
                    <a:lnTo>
                      <a:pt x="1614" y="2777"/>
                    </a:lnTo>
                    <a:lnTo>
                      <a:pt x="1636" y="2768"/>
                    </a:lnTo>
                    <a:lnTo>
                      <a:pt x="1656" y="2758"/>
                    </a:lnTo>
                    <a:lnTo>
                      <a:pt x="1674" y="2748"/>
                    </a:lnTo>
                    <a:lnTo>
                      <a:pt x="1696" y="2735"/>
                    </a:lnTo>
                    <a:lnTo>
                      <a:pt x="1713" y="2722"/>
                    </a:lnTo>
                    <a:lnTo>
                      <a:pt x="1729" y="2708"/>
                    </a:lnTo>
                    <a:lnTo>
                      <a:pt x="1743" y="2694"/>
                    </a:lnTo>
                    <a:lnTo>
                      <a:pt x="1754" y="2679"/>
                    </a:lnTo>
                    <a:lnTo>
                      <a:pt x="1764" y="2664"/>
                    </a:lnTo>
                    <a:lnTo>
                      <a:pt x="1772" y="2649"/>
                    </a:lnTo>
                    <a:lnTo>
                      <a:pt x="1777" y="2633"/>
                    </a:lnTo>
                    <a:lnTo>
                      <a:pt x="1780" y="2617"/>
                    </a:lnTo>
                    <a:lnTo>
                      <a:pt x="1782" y="2601"/>
                    </a:lnTo>
                    <a:lnTo>
                      <a:pt x="1780" y="2585"/>
                    </a:lnTo>
                    <a:lnTo>
                      <a:pt x="1778" y="2568"/>
                    </a:lnTo>
                    <a:lnTo>
                      <a:pt x="1773" y="2552"/>
                    </a:lnTo>
                    <a:lnTo>
                      <a:pt x="1766" y="2535"/>
                    </a:lnTo>
                    <a:lnTo>
                      <a:pt x="1757" y="2518"/>
                    </a:lnTo>
                    <a:lnTo>
                      <a:pt x="1746" y="2502"/>
                    </a:lnTo>
                    <a:lnTo>
                      <a:pt x="1932" y="2394"/>
                    </a:lnTo>
                    <a:lnTo>
                      <a:pt x="3192" y="2889"/>
                    </a:lnTo>
                    <a:lnTo>
                      <a:pt x="4268" y="2263"/>
                    </a:lnTo>
                    <a:lnTo>
                      <a:pt x="4081" y="2190"/>
                    </a:lnTo>
                    <a:lnTo>
                      <a:pt x="4044" y="2198"/>
                    </a:lnTo>
                    <a:lnTo>
                      <a:pt x="4009" y="2206"/>
                    </a:lnTo>
                    <a:lnTo>
                      <a:pt x="3973" y="2212"/>
                    </a:lnTo>
                    <a:lnTo>
                      <a:pt x="3938" y="2218"/>
                    </a:lnTo>
                    <a:lnTo>
                      <a:pt x="3904" y="2222"/>
                    </a:lnTo>
                    <a:lnTo>
                      <a:pt x="3871" y="2225"/>
                    </a:lnTo>
                    <a:lnTo>
                      <a:pt x="3838" y="2228"/>
                    </a:lnTo>
                    <a:lnTo>
                      <a:pt x="3806" y="2229"/>
                    </a:lnTo>
                    <a:lnTo>
                      <a:pt x="3775" y="2229"/>
                    </a:lnTo>
                    <a:lnTo>
                      <a:pt x="3745" y="2228"/>
                    </a:lnTo>
                    <a:lnTo>
                      <a:pt x="3715" y="2226"/>
                    </a:lnTo>
                    <a:lnTo>
                      <a:pt x="3687" y="2223"/>
                    </a:lnTo>
                    <a:lnTo>
                      <a:pt x="3660" y="2219"/>
                    </a:lnTo>
                    <a:lnTo>
                      <a:pt x="3635" y="2213"/>
                    </a:lnTo>
                    <a:lnTo>
                      <a:pt x="3611" y="2207"/>
                    </a:lnTo>
                    <a:lnTo>
                      <a:pt x="3588" y="2199"/>
                    </a:lnTo>
                    <a:lnTo>
                      <a:pt x="3570" y="2191"/>
                    </a:lnTo>
                    <a:lnTo>
                      <a:pt x="3553" y="2183"/>
                    </a:lnTo>
                    <a:lnTo>
                      <a:pt x="3538" y="2173"/>
                    </a:lnTo>
                    <a:lnTo>
                      <a:pt x="3526" y="2164"/>
                    </a:lnTo>
                    <a:lnTo>
                      <a:pt x="3515" y="2153"/>
                    </a:lnTo>
                    <a:lnTo>
                      <a:pt x="3505" y="2142"/>
                    </a:lnTo>
                    <a:lnTo>
                      <a:pt x="3496" y="2131"/>
                    </a:lnTo>
                    <a:lnTo>
                      <a:pt x="3490" y="2119"/>
                    </a:lnTo>
                    <a:lnTo>
                      <a:pt x="3485" y="2106"/>
                    </a:lnTo>
                    <a:lnTo>
                      <a:pt x="3481" y="2093"/>
                    </a:lnTo>
                    <a:lnTo>
                      <a:pt x="3478" y="2080"/>
                    </a:lnTo>
                    <a:lnTo>
                      <a:pt x="3477" y="2066"/>
                    </a:lnTo>
                    <a:lnTo>
                      <a:pt x="3478" y="2051"/>
                    </a:lnTo>
                    <a:lnTo>
                      <a:pt x="3481" y="2037"/>
                    </a:lnTo>
                    <a:lnTo>
                      <a:pt x="3485" y="2022"/>
                    </a:lnTo>
                    <a:lnTo>
                      <a:pt x="3490" y="2006"/>
                    </a:lnTo>
                    <a:lnTo>
                      <a:pt x="3496" y="1991"/>
                    </a:lnTo>
                    <a:lnTo>
                      <a:pt x="3505" y="1975"/>
                    </a:lnTo>
                    <a:lnTo>
                      <a:pt x="3515" y="1959"/>
                    </a:lnTo>
                    <a:lnTo>
                      <a:pt x="3525" y="1943"/>
                    </a:lnTo>
                    <a:lnTo>
                      <a:pt x="3537" y="1926"/>
                    </a:lnTo>
                    <a:lnTo>
                      <a:pt x="3551" y="1910"/>
                    </a:lnTo>
                    <a:lnTo>
                      <a:pt x="3567" y="1893"/>
                    </a:lnTo>
                    <a:lnTo>
                      <a:pt x="3583" y="1877"/>
                    </a:lnTo>
                    <a:lnTo>
                      <a:pt x="3601" y="1860"/>
                    </a:lnTo>
                    <a:lnTo>
                      <a:pt x="3621" y="1843"/>
                    </a:lnTo>
                    <a:lnTo>
                      <a:pt x="3641" y="1826"/>
                    </a:lnTo>
                    <a:lnTo>
                      <a:pt x="3663" y="1810"/>
                    </a:lnTo>
                    <a:lnTo>
                      <a:pt x="3687" y="1793"/>
                    </a:lnTo>
                    <a:lnTo>
                      <a:pt x="3711" y="1776"/>
                    </a:lnTo>
                    <a:lnTo>
                      <a:pt x="3737" y="1760"/>
                    </a:lnTo>
                    <a:lnTo>
                      <a:pt x="3765" y="1744"/>
                    </a:lnTo>
                    <a:lnTo>
                      <a:pt x="3792" y="1728"/>
                    </a:lnTo>
                    <a:lnTo>
                      <a:pt x="3821" y="1712"/>
                    </a:lnTo>
                    <a:lnTo>
                      <a:pt x="3851" y="1698"/>
                    </a:lnTo>
                    <a:lnTo>
                      <a:pt x="3881" y="1683"/>
                    </a:lnTo>
                    <a:lnTo>
                      <a:pt x="3911" y="1670"/>
                    </a:lnTo>
                    <a:lnTo>
                      <a:pt x="3941" y="1657"/>
                    </a:lnTo>
                    <a:lnTo>
                      <a:pt x="3972" y="1644"/>
                    </a:lnTo>
                    <a:lnTo>
                      <a:pt x="4002" y="1633"/>
                    </a:lnTo>
                    <a:lnTo>
                      <a:pt x="4033" y="1622"/>
                    </a:lnTo>
                    <a:lnTo>
                      <a:pt x="4064" y="1611"/>
                    </a:lnTo>
                    <a:lnTo>
                      <a:pt x="4096" y="1602"/>
                    </a:lnTo>
                    <a:lnTo>
                      <a:pt x="4127" y="1593"/>
                    </a:lnTo>
                    <a:lnTo>
                      <a:pt x="4158" y="1584"/>
                    </a:lnTo>
                    <a:lnTo>
                      <a:pt x="4189" y="1577"/>
                    </a:lnTo>
                    <a:lnTo>
                      <a:pt x="4221" y="1570"/>
                    </a:lnTo>
                    <a:lnTo>
                      <a:pt x="4251" y="1564"/>
                    </a:lnTo>
                    <a:lnTo>
                      <a:pt x="4282" y="1558"/>
                    </a:lnTo>
                    <a:lnTo>
                      <a:pt x="4312" y="1553"/>
                    </a:lnTo>
                    <a:lnTo>
                      <a:pt x="4340" y="1549"/>
                    </a:lnTo>
                    <a:lnTo>
                      <a:pt x="4370" y="1546"/>
                    </a:lnTo>
                    <a:lnTo>
                      <a:pt x="4399" y="1544"/>
                    </a:lnTo>
                    <a:lnTo>
                      <a:pt x="4427" y="1542"/>
                    </a:lnTo>
                    <a:lnTo>
                      <a:pt x="4454" y="1542"/>
                    </a:lnTo>
                    <a:lnTo>
                      <a:pt x="4482" y="1542"/>
                    </a:lnTo>
                    <a:lnTo>
                      <a:pt x="4508" y="1542"/>
                    </a:lnTo>
                    <a:lnTo>
                      <a:pt x="4533" y="1544"/>
                    </a:lnTo>
                    <a:lnTo>
                      <a:pt x="4557" y="1547"/>
                    </a:lnTo>
                    <a:lnTo>
                      <a:pt x="4580" y="1550"/>
                    </a:lnTo>
                    <a:lnTo>
                      <a:pt x="4603" y="1554"/>
                    </a:lnTo>
                    <a:lnTo>
                      <a:pt x="4625" y="1559"/>
                    </a:lnTo>
                    <a:lnTo>
                      <a:pt x="4645" y="1565"/>
                    </a:lnTo>
                    <a:lnTo>
                      <a:pt x="4664" y="1572"/>
                    </a:lnTo>
                    <a:lnTo>
                      <a:pt x="4685" y="1581"/>
                    </a:lnTo>
                    <a:lnTo>
                      <a:pt x="4704" y="1591"/>
                    </a:lnTo>
                    <a:lnTo>
                      <a:pt x="4720" y="1602"/>
                    </a:lnTo>
                    <a:lnTo>
                      <a:pt x="4734" y="1614"/>
                    </a:lnTo>
                    <a:lnTo>
                      <a:pt x="4747" y="1626"/>
                    </a:lnTo>
                    <a:lnTo>
                      <a:pt x="4757" y="1640"/>
                    </a:lnTo>
                    <a:lnTo>
                      <a:pt x="4764" y="1654"/>
                    </a:lnTo>
                    <a:lnTo>
                      <a:pt x="4769" y="1668"/>
                    </a:lnTo>
                    <a:lnTo>
                      <a:pt x="4773" y="1684"/>
                    </a:lnTo>
                    <a:lnTo>
                      <a:pt x="4774" y="1700"/>
                    </a:lnTo>
                    <a:lnTo>
                      <a:pt x="4774" y="1716"/>
                    </a:lnTo>
                    <a:lnTo>
                      <a:pt x="4772" y="1733"/>
                    </a:lnTo>
                    <a:lnTo>
                      <a:pt x="4768" y="1750"/>
                    </a:lnTo>
                    <a:lnTo>
                      <a:pt x="4760" y="1768"/>
                    </a:lnTo>
                    <a:lnTo>
                      <a:pt x="4753" y="1786"/>
                    </a:lnTo>
                    <a:lnTo>
                      <a:pt x="4742" y="1805"/>
                    </a:lnTo>
                    <a:lnTo>
                      <a:pt x="4929" y="1878"/>
                    </a:lnTo>
                    <a:lnTo>
                      <a:pt x="6005" y="1253"/>
                    </a:lnTo>
                    <a:lnTo>
                      <a:pt x="4744" y="7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5" name="Freeform 86">
                <a:extLst>
                  <a:ext uri="{FF2B5EF4-FFF2-40B4-BE49-F238E27FC236}">
                    <a16:creationId xmlns:a16="http://schemas.microsoft.com/office/drawing/2014/main" id="{754EA1F0-CFED-48F8-8139-1603F170C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9726" y="2968625"/>
                <a:ext cx="11113" cy="153988"/>
              </a:xfrm>
              <a:custGeom>
                <a:avLst/>
                <a:gdLst>
                  <a:gd name="T0" fmla="*/ 32 w 34"/>
                  <a:gd name="T1" fmla="*/ 10 h 388"/>
                  <a:gd name="T2" fmla="*/ 32 w 34"/>
                  <a:gd name="T3" fmla="*/ 20 h 388"/>
                  <a:gd name="T4" fmla="*/ 30 w 34"/>
                  <a:gd name="T5" fmla="*/ 29 h 388"/>
                  <a:gd name="T6" fmla="*/ 29 w 34"/>
                  <a:gd name="T7" fmla="*/ 33 h 388"/>
                  <a:gd name="T8" fmla="*/ 27 w 34"/>
                  <a:gd name="T9" fmla="*/ 38 h 388"/>
                  <a:gd name="T10" fmla="*/ 25 w 34"/>
                  <a:gd name="T11" fmla="*/ 48 h 388"/>
                  <a:gd name="T12" fmla="*/ 20 w 34"/>
                  <a:gd name="T13" fmla="*/ 59 h 388"/>
                  <a:gd name="T14" fmla="*/ 19 w 34"/>
                  <a:gd name="T15" fmla="*/ 63 h 388"/>
                  <a:gd name="T16" fmla="*/ 16 w 34"/>
                  <a:gd name="T17" fmla="*/ 67 h 388"/>
                  <a:gd name="T18" fmla="*/ 9 w 34"/>
                  <a:gd name="T19" fmla="*/ 81 h 388"/>
                  <a:gd name="T20" fmla="*/ 0 w 34"/>
                  <a:gd name="T21" fmla="*/ 96 h 388"/>
                  <a:gd name="T22" fmla="*/ 0 w 34"/>
                  <a:gd name="T23" fmla="*/ 388 h 388"/>
                  <a:gd name="T24" fmla="*/ 9 w 34"/>
                  <a:gd name="T25" fmla="*/ 374 h 388"/>
                  <a:gd name="T26" fmla="*/ 16 w 34"/>
                  <a:gd name="T27" fmla="*/ 360 h 388"/>
                  <a:gd name="T28" fmla="*/ 16 w 34"/>
                  <a:gd name="T29" fmla="*/ 359 h 388"/>
                  <a:gd name="T30" fmla="*/ 17 w 34"/>
                  <a:gd name="T31" fmla="*/ 357 h 388"/>
                  <a:gd name="T32" fmla="*/ 19 w 34"/>
                  <a:gd name="T33" fmla="*/ 354 h 388"/>
                  <a:gd name="T34" fmla="*/ 19 w 34"/>
                  <a:gd name="T35" fmla="*/ 352 h 388"/>
                  <a:gd name="T36" fmla="*/ 24 w 34"/>
                  <a:gd name="T37" fmla="*/ 341 h 388"/>
                  <a:gd name="T38" fmla="*/ 27 w 34"/>
                  <a:gd name="T39" fmla="*/ 331 h 388"/>
                  <a:gd name="T40" fmla="*/ 27 w 34"/>
                  <a:gd name="T41" fmla="*/ 328 h 388"/>
                  <a:gd name="T42" fmla="*/ 29 w 34"/>
                  <a:gd name="T43" fmla="*/ 325 h 388"/>
                  <a:gd name="T44" fmla="*/ 29 w 34"/>
                  <a:gd name="T45" fmla="*/ 323 h 388"/>
                  <a:gd name="T46" fmla="*/ 29 w 34"/>
                  <a:gd name="T47" fmla="*/ 322 h 388"/>
                  <a:gd name="T48" fmla="*/ 31 w 34"/>
                  <a:gd name="T49" fmla="*/ 312 h 388"/>
                  <a:gd name="T50" fmla="*/ 32 w 34"/>
                  <a:gd name="T51" fmla="*/ 303 h 388"/>
                  <a:gd name="T52" fmla="*/ 32 w 34"/>
                  <a:gd name="T53" fmla="*/ 300 h 388"/>
                  <a:gd name="T54" fmla="*/ 32 w 34"/>
                  <a:gd name="T55" fmla="*/ 297 h 388"/>
                  <a:gd name="T56" fmla="*/ 32 w 34"/>
                  <a:gd name="T57" fmla="*/ 295 h 388"/>
                  <a:gd name="T58" fmla="*/ 32 w 34"/>
                  <a:gd name="T59" fmla="*/ 293 h 388"/>
                  <a:gd name="T60" fmla="*/ 34 w 34"/>
                  <a:gd name="T61" fmla="*/ 0 h 388"/>
                  <a:gd name="T62" fmla="*/ 34 w 34"/>
                  <a:gd name="T63" fmla="*/ 5 h 388"/>
                  <a:gd name="T64" fmla="*/ 32 w 34"/>
                  <a:gd name="T65" fmla="*/ 1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" h="388">
                    <a:moveTo>
                      <a:pt x="32" y="10"/>
                    </a:moveTo>
                    <a:lnTo>
                      <a:pt x="32" y="20"/>
                    </a:lnTo>
                    <a:lnTo>
                      <a:pt x="30" y="29"/>
                    </a:lnTo>
                    <a:lnTo>
                      <a:pt x="29" y="33"/>
                    </a:lnTo>
                    <a:lnTo>
                      <a:pt x="27" y="38"/>
                    </a:lnTo>
                    <a:lnTo>
                      <a:pt x="25" y="48"/>
                    </a:lnTo>
                    <a:lnTo>
                      <a:pt x="20" y="59"/>
                    </a:lnTo>
                    <a:lnTo>
                      <a:pt x="19" y="63"/>
                    </a:lnTo>
                    <a:lnTo>
                      <a:pt x="16" y="67"/>
                    </a:lnTo>
                    <a:lnTo>
                      <a:pt x="9" y="81"/>
                    </a:lnTo>
                    <a:lnTo>
                      <a:pt x="0" y="96"/>
                    </a:lnTo>
                    <a:lnTo>
                      <a:pt x="0" y="388"/>
                    </a:lnTo>
                    <a:lnTo>
                      <a:pt x="9" y="374"/>
                    </a:lnTo>
                    <a:lnTo>
                      <a:pt x="16" y="360"/>
                    </a:lnTo>
                    <a:lnTo>
                      <a:pt x="16" y="359"/>
                    </a:lnTo>
                    <a:lnTo>
                      <a:pt x="17" y="357"/>
                    </a:lnTo>
                    <a:lnTo>
                      <a:pt x="19" y="354"/>
                    </a:lnTo>
                    <a:lnTo>
                      <a:pt x="19" y="352"/>
                    </a:lnTo>
                    <a:lnTo>
                      <a:pt x="24" y="341"/>
                    </a:lnTo>
                    <a:lnTo>
                      <a:pt x="27" y="331"/>
                    </a:lnTo>
                    <a:lnTo>
                      <a:pt x="27" y="328"/>
                    </a:lnTo>
                    <a:lnTo>
                      <a:pt x="29" y="325"/>
                    </a:lnTo>
                    <a:lnTo>
                      <a:pt x="29" y="323"/>
                    </a:lnTo>
                    <a:lnTo>
                      <a:pt x="29" y="322"/>
                    </a:lnTo>
                    <a:lnTo>
                      <a:pt x="31" y="312"/>
                    </a:lnTo>
                    <a:lnTo>
                      <a:pt x="32" y="303"/>
                    </a:lnTo>
                    <a:lnTo>
                      <a:pt x="32" y="300"/>
                    </a:lnTo>
                    <a:lnTo>
                      <a:pt x="32" y="297"/>
                    </a:lnTo>
                    <a:lnTo>
                      <a:pt x="32" y="295"/>
                    </a:lnTo>
                    <a:lnTo>
                      <a:pt x="32" y="293"/>
                    </a:lnTo>
                    <a:lnTo>
                      <a:pt x="34" y="0"/>
                    </a:lnTo>
                    <a:lnTo>
                      <a:pt x="34" y="5"/>
                    </a:lnTo>
                    <a:lnTo>
                      <a:pt x="32" y="10"/>
                    </a:lnTo>
                    <a:close/>
                  </a:path>
                </a:pathLst>
              </a:custGeom>
              <a:solidFill>
                <a:srgbClr val="057B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6" name="Freeform 87">
                <a:extLst>
                  <a:ext uri="{FF2B5EF4-FFF2-40B4-BE49-F238E27FC236}">
                    <a16:creationId xmlns:a16="http://schemas.microsoft.com/office/drawing/2014/main" id="{DEF20986-8BDA-4D58-9C81-A9A80312D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0138" y="3073400"/>
                <a:ext cx="61913" cy="150813"/>
              </a:xfrm>
              <a:custGeom>
                <a:avLst/>
                <a:gdLst>
                  <a:gd name="T0" fmla="*/ 0 w 191"/>
                  <a:gd name="T1" fmla="*/ 88 h 381"/>
                  <a:gd name="T2" fmla="*/ 0 w 191"/>
                  <a:gd name="T3" fmla="*/ 381 h 381"/>
                  <a:gd name="T4" fmla="*/ 190 w 191"/>
                  <a:gd name="T5" fmla="*/ 292 h 381"/>
                  <a:gd name="T6" fmla="*/ 191 w 191"/>
                  <a:gd name="T7" fmla="*/ 0 h 381"/>
                  <a:gd name="T8" fmla="*/ 0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0" y="88"/>
                    </a:moveTo>
                    <a:lnTo>
                      <a:pt x="0" y="381"/>
                    </a:lnTo>
                    <a:lnTo>
                      <a:pt x="190" y="292"/>
                    </a:lnTo>
                    <a:lnTo>
                      <a:pt x="191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7" name="Freeform 88">
                <a:extLst>
                  <a:ext uri="{FF2B5EF4-FFF2-40B4-BE49-F238E27FC236}">
                    <a16:creationId xmlns:a16="http://schemas.microsoft.com/office/drawing/2014/main" id="{B18E10AE-18BD-436F-8768-A6E1B816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563" y="3062288"/>
                <a:ext cx="195263" cy="192088"/>
              </a:xfrm>
              <a:custGeom>
                <a:avLst/>
                <a:gdLst>
                  <a:gd name="T0" fmla="*/ 568 w 618"/>
                  <a:gd name="T1" fmla="*/ 180 h 483"/>
                  <a:gd name="T2" fmla="*/ 512 w 618"/>
                  <a:gd name="T3" fmla="*/ 186 h 483"/>
                  <a:gd name="T4" fmla="*/ 477 w 618"/>
                  <a:gd name="T5" fmla="*/ 188 h 483"/>
                  <a:gd name="T6" fmla="*/ 448 w 618"/>
                  <a:gd name="T7" fmla="*/ 189 h 483"/>
                  <a:gd name="T8" fmla="*/ 418 w 618"/>
                  <a:gd name="T9" fmla="*/ 190 h 483"/>
                  <a:gd name="T10" fmla="*/ 381 w 618"/>
                  <a:gd name="T11" fmla="*/ 190 h 483"/>
                  <a:gd name="T12" fmla="*/ 338 w 618"/>
                  <a:gd name="T13" fmla="*/ 188 h 483"/>
                  <a:gd name="T14" fmla="*/ 321 w 618"/>
                  <a:gd name="T15" fmla="*/ 187 h 483"/>
                  <a:gd name="T16" fmla="*/ 280 w 618"/>
                  <a:gd name="T17" fmla="*/ 182 h 483"/>
                  <a:gd name="T18" fmla="*/ 255 w 618"/>
                  <a:gd name="T19" fmla="*/ 179 h 483"/>
                  <a:gd name="T20" fmla="*/ 222 w 618"/>
                  <a:gd name="T21" fmla="*/ 173 h 483"/>
                  <a:gd name="T22" fmla="*/ 198 w 618"/>
                  <a:gd name="T23" fmla="*/ 168 h 483"/>
                  <a:gd name="T24" fmla="*/ 162 w 618"/>
                  <a:gd name="T25" fmla="*/ 158 h 483"/>
                  <a:gd name="T26" fmla="*/ 125 w 618"/>
                  <a:gd name="T27" fmla="*/ 144 h 483"/>
                  <a:gd name="T28" fmla="*/ 86 w 618"/>
                  <a:gd name="T29" fmla="*/ 125 h 483"/>
                  <a:gd name="T30" fmla="*/ 53 w 618"/>
                  <a:gd name="T31" fmla="*/ 102 h 483"/>
                  <a:gd name="T32" fmla="*/ 28 w 618"/>
                  <a:gd name="T33" fmla="*/ 77 h 483"/>
                  <a:gd name="T34" fmla="*/ 11 w 618"/>
                  <a:gd name="T35" fmla="*/ 50 h 483"/>
                  <a:gd name="T36" fmla="*/ 2 w 618"/>
                  <a:gd name="T37" fmla="*/ 21 h 483"/>
                  <a:gd name="T38" fmla="*/ 0 w 618"/>
                  <a:gd name="T39" fmla="*/ 293 h 483"/>
                  <a:gd name="T40" fmla="*/ 3 w 618"/>
                  <a:gd name="T41" fmla="*/ 323 h 483"/>
                  <a:gd name="T42" fmla="*/ 15 w 618"/>
                  <a:gd name="T43" fmla="*/ 352 h 483"/>
                  <a:gd name="T44" fmla="*/ 35 w 618"/>
                  <a:gd name="T45" fmla="*/ 378 h 483"/>
                  <a:gd name="T46" fmla="*/ 62 w 618"/>
                  <a:gd name="T47" fmla="*/ 403 h 483"/>
                  <a:gd name="T48" fmla="*/ 98 w 618"/>
                  <a:gd name="T49" fmla="*/ 425 h 483"/>
                  <a:gd name="T50" fmla="*/ 136 w 618"/>
                  <a:gd name="T51" fmla="*/ 441 h 483"/>
                  <a:gd name="T52" fmla="*/ 162 w 618"/>
                  <a:gd name="T53" fmla="*/ 451 h 483"/>
                  <a:gd name="T54" fmla="*/ 185 w 618"/>
                  <a:gd name="T55" fmla="*/ 457 h 483"/>
                  <a:gd name="T56" fmla="*/ 208 w 618"/>
                  <a:gd name="T57" fmla="*/ 463 h 483"/>
                  <a:gd name="T58" fmla="*/ 221 w 618"/>
                  <a:gd name="T59" fmla="*/ 466 h 483"/>
                  <a:gd name="T60" fmla="*/ 256 w 618"/>
                  <a:gd name="T61" fmla="*/ 472 h 483"/>
                  <a:gd name="T62" fmla="*/ 278 w 618"/>
                  <a:gd name="T63" fmla="*/ 475 h 483"/>
                  <a:gd name="T64" fmla="*/ 301 w 618"/>
                  <a:gd name="T65" fmla="*/ 478 h 483"/>
                  <a:gd name="T66" fmla="*/ 335 w 618"/>
                  <a:gd name="T67" fmla="*/ 481 h 483"/>
                  <a:gd name="T68" fmla="*/ 336 w 618"/>
                  <a:gd name="T69" fmla="*/ 481 h 483"/>
                  <a:gd name="T70" fmla="*/ 361 w 618"/>
                  <a:gd name="T71" fmla="*/ 482 h 483"/>
                  <a:gd name="T72" fmla="*/ 390 w 618"/>
                  <a:gd name="T73" fmla="*/ 483 h 483"/>
                  <a:gd name="T74" fmla="*/ 418 w 618"/>
                  <a:gd name="T75" fmla="*/ 483 h 483"/>
                  <a:gd name="T76" fmla="*/ 449 w 618"/>
                  <a:gd name="T77" fmla="*/ 482 h 483"/>
                  <a:gd name="T78" fmla="*/ 494 w 618"/>
                  <a:gd name="T79" fmla="*/ 480 h 483"/>
                  <a:gd name="T80" fmla="*/ 521 w 618"/>
                  <a:gd name="T81" fmla="*/ 478 h 483"/>
                  <a:gd name="T82" fmla="*/ 567 w 618"/>
                  <a:gd name="T83" fmla="*/ 473 h 483"/>
                  <a:gd name="T84" fmla="*/ 612 w 618"/>
                  <a:gd name="T85" fmla="*/ 468 h 483"/>
                  <a:gd name="T86" fmla="*/ 617 w 618"/>
                  <a:gd name="T87" fmla="*/ 467 h 483"/>
                  <a:gd name="T88" fmla="*/ 609 w 618"/>
                  <a:gd name="T89" fmla="*/ 17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8" h="483">
                    <a:moveTo>
                      <a:pt x="609" y="175"/>
                    </a:moveTo>
                    <a:lnTo>
                      <a:pt x="588" y="178"/>
                    </a:lnTo>
                    <a:lnTo>
                      <a:pt x="568" y="180"/>
                    </a:lnTo>
                    <a:lnTo>
                      <a:pt x="548" y="183"/>
                    </a:lnTo>
                    <a:lnTo>
                      <a:pt x="527" y="185"/>
                    </a:lnTo>
                    <a:lnTo>
                      <a:pt x="512" y="186"/>
                    </a:lnTo>
                    <a:lnTo>
                      <a:pt x="496" y="187"/>
                    </a:lnTo>
                    <a:lnTo>
                      <a:pt x="486" y="187"/>
                    </a:lnTo>
                    <a:lnTo>
                      <a:pt x="477" y="188"/>
                    </a:lnTo>
                    <a:lnTo>
                      <a:pt x="467" y="189"/>
                    </a:lnTo>
                    <a:lnTo>
                      <a:pt x="458" y="189"/>
                    </a:lnTo>
                    <a:lnTo>
                      <a:pt x="448" y="189"/>
                    </a:lnTo>
                    <a:lnTo>
                      <a:pt x="438" y="189"/>
                    </a:lnTo>
                    <a:lnTo>
                      <a:pt x="428" y="190"/>
                    </a:lnTo>
                    <a:lnTo>
                      <a:pt x="418" y="190"/>
                    </a:lnTo>
                    <a:lnTo>
                      <a:pt x="407" y="190"/>
                    </a:lnTo>
                    <a:lnTo>
                      <a:pt x="395" y="190"/>
                    </a:lnTo>
                    <a:lnTo>
                      <a:pt x="381" y="190"/>
                    </a:lnTo>
                    <a:lnTo>
                      <a:pt x="366" y="189"/>
                    </a:lnTo>
                    <a:lnTo>
                      <a:pt x="352" y="189"/>
                    </a:lnTo>
                    <a:lnTo>
                      <a:pt x="338" y="188"/>
                    </a:lnTo>
                    <a:lnTo>
                      <a:pt x="337" y="188"/>
                    </a:lnTo>
                    <a:lnTo>
                      <a:pt x="336" y="188"/>
                    </a:lnTo>
                    <a:lnTo>
                      <a:pt x="321" y="187"/>
                    </a:lnTo>
                    <a:lnTo>
                      <a:pt x="307" y="185"/>
                    </a:lnTo>
                    <a:lnTo>
                      <a:pt x="293" y="184"/>
                    </a:lnTo>
                    <a:lnTo>
                      <a:pt x="280" y="182"/>
                    </a:lnTo>
                    <a:lnTo>
                      <a:pt x="272" y="181"/>
                    </a:lnTo>
                    <a:lnTo>
                      <a:pt x="266" y="180"/>
                    </a:lnTo>
                    <a:lnTo>
                      <a:pt x="255" y="179"/>
                    </a:lnTo>
                    <a:lnTo>
                      <a:pt x="243" y="177"/>
                    </a:lnTo>
                    <a:lnTo>
                      <a:pt x="232" y="175"/>
                    </a:lnTo>
                    <a:lnTo>
                      <a:pt x="222" y="173"/>
                    </a:lnTo>
                    <a:lnTo>
                      <a:pt x="217" y="172"/>
                    </a:lnTo>
                    <a:lnTo>
                      <a:pt x="212" y="171"/>
                    </a:lnTo>
                    <a:lnTo>
                      <a:pt x="198" y="168"/>
                    </a:lnTo>
                    <a:lnTo>
                      <a:pt x="186" y="165"/>
                    </a:lnTo>
                    <a:lnTo>
                      <a:pt x="175" y="161"/>
                    </a:lnTo>
                    <a:lnTo>
                      <a:pt x="162" y="158"/>
                    </a:lnTo>
                    <a:lnTo>
                      <a:pt x="150" y="153"/>
                    </a:lnTo>
                    <a:lnTo>
                      <a:pt x="137" y="149"/>
                    </a:lnTo>
                    <a:lnTo>
                      <a:pt x="125" y="144"/>
                    </a:lnTo>
                    <a:lnTo>
                      <a:pt x="113" y="139"/>
                    </a:lnTo>
                    <a:lnTo>
                      <a:pt x="100" y="132"/>
                    </a:lnTo>
                    <a:lnTo>
                      <a:pt x="86" y="125"/>
                    </a:lnTo>
                    <a:lnTo>
                      <a:pt x="75" y="118"/>
                    </a:lnTo>
                    <a:lnTo>
                      <a:pt x="63" y="110"/>
                    </a:lnTo>
                    <a:lnTo>
                      <a:pt x="53" y="102"/>
                    </a:lnTo>
                    <a:lnTo>
                      <a:pt x="45" y="94"/>
                    </a:lnTo>
                    <a:lnTo>
                      <a:pt x="36" y="86"/>
                    </a:lnTo>
                    <a:lnTo>
                      <a:pt x="28" y="77"/>
                    </a:lnTo>
                    <a:lnTo>
                      <a:pt x="22" y="68"/>
                    </a:lnTo>
                    <a:lnTo>
                      <a:pt x="16" y="59"/>
                    </a:lnTo>
                    <a:lnTo>
                      <a:pt x="11" y="50"/>
                    </a:lnTo>
                    <a:lnTo>
                      <a:pt x="7" y="40"/>
                    </a:lnTo>
                    <a:lnTo>
                      <a:pt x="5" y="30"/>
                    </a:lnTo>
                    <a:lnTo>
                      <a:pt x="2" y="21"/>
                    </a:lnTo>
                    <a:lnTo>
                      <a:pt x="1" y="11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0" y="303"/>
                    </a:lnTo>
                    <a:lnTo>
                      <a:pt x="1" y="313"/>
                    </a:lnTo>
                    <a:lnTo>
                      <a:pt x="3" y="323"/>
                    </a:lnTo>
                    <a:lnTo>
                      <a:pt x="7" y="333"/>
                    </a:lnTo>
                    <a:lnTo>
                      <a:pt x="11" y="342"/>
                    </a:lnTo>
                    <a:lnTo>
                      <a:pt x="15" y="352"/>
                    </a:lnTo>
                    <a:lnTo>
                      <a:pt x="21" y="361"/>
                    </a:lnTo>
                    <a:lnTo>
                      <a:pt x="27" y="370"/>
                    </a:lnTo>
                    <a:lnTo>
                      <a:pt x="35" y="378"/>
                    </a:lnTo>
                    <a:lnTo>
                      <a:pt x="43" y="387"/>
                    </a:lnTo>
                    <a:lnTo>
                      <a:pt x="52" y="395"/>
                    </a:lnTo>
                    <a:lnTo>
                      <a:pt x="62" y="403"/>
                    </a:lnTo>
                    <a:lnTo>
                      <a:pt x="73" y="410"/>
                    </a:lnTo>
                    <a:lnTo>
                      <a:pt x="86" y="418"/>
                    </a:lnTo>
                    <a:lnTo>
                      <a:pt x="98" y="425"/>
                    </a:lnTo>
                    <a:lnTo>
                      <a:pt x="112" y="432"/>
                    </a:lnTo>
                    <a:lnTo>
                      <a:pt x="123" y="437"/>
                    </a:lnTo>
                    <a:lnTo>
                      <a:pt x="136" y="441"/>
                    </a:lnTo>
                    <a:lnTo>
                      <a:pt x="148" y="446"/>
                    </a:lnTo>
                    <a:lnTo>
                      <a:pt x="161" y="450"/>
                    </a:lnTo>
                    <a:lnTo>
                      <a:pt x="162" y="451"/>
                    </a:lnTo>
                    <a:lnTo>
                      <a:pt x="162" y="451"/>
                    </a:lnTo>
                    <a:lnTo>
                      <a:pt x="173" y="454"/>
                    </a:lnTo>
                    <a:lnTo>
                      <a:pt x="185" y="457"/>
                    </a:lnTo>
                    <a:lnTo>
                      <a:pt x="196" y="460"/>
                    </a:lnTo>
                    <a:lnTo>
                      <a:pt x="207" y="463"/>
                    </a:lnTo>
                    <a:lnTo>
                      <a:pt x="208" y="463"/>
                    </a:lnTo>
                    <a:lnTo>
                      <a:pt x="211" y="464"/>
                    </a:lnTo>
                    <a:lnTo>
                      <a:pt x="216" y="465"/>
                    </a:lnTo>
                    <a:lnTo>
                      <a:pt x="221" y="466"/>
                    </a:lnTo>
                    <a:lnTo>
                      <a:pt x="235" y="468"/>
                    </a:lnTo>
                    <a:lnTo>
                      <a:pt x="247" y="471"/>
                    </a:lnTo>
                    <a:lnTo>
                      <a:pt x="256" y="472"/>
                    </a:lnTo>
                    <a:lnTo>
                      <a:pt x="265" y="473"/>
                    </a:lnTo>
                    <a:lnTo>
                      <a:pt x="271" y="474"/>
                    </a:lnTo>
                    <a:lnTo>
                      <a:pt x="278" y="475"/>
                    </a:lnTo>
                    <a:lnTo>
                      <a:pt x="283" y="476"/>
                    </a:lnTo>
                    <a:lnTo>
                      <a:pt x="290" y="477"/>
                    </a:lnTo>
                    <a:lnTo>
                      <a:pt x="301" y="478"/>
                    </a:lnTo>
                    <a:lnTo>
                      <a:pt x="311" y="479"/>
                    </a:lnTo>
                    <a:lnTo>
                      <a:pt x="322" y="480"/>
                    </a:lnTo>
                    <a:lnTo>
                      <a:pt x="335" y="481"/>
                    </a:lnTo>
                    <a:lnTo>
                      <a:pt x="335" y="481"/>
                    </a:lnTo>
                    <a:lnTo>
                      <a:pt x="335" y="481"/>
                    </a:lnTo>
                    <a:lnTo>
                      <a:pt x="336" y="481"/>
                    </a:lnTo>
                    <a:lnTo>
                      <a:pt x="337" y="481"/>
                    </a:lnTo>
                    <a:lnTo>
                      <a:pt x="348" y="481"/>
                    </a:lnTo>
                    <a:lnTo>
                      <a:pt x="361" y="482"/>
                    </a:lnTo>
                    <a:lnTo>
                      <a:pt x="372" y="482"/>
                    </a:lnTo>
                    <a:lnTo>
                      <a:pt x="385" y="483"/>
                    </a:lnTo>
                    <a:lnTo>
                      <a:pt x="390" y="483"/>
                    </a:lnTo>
                    <a:lnTo>
                      <a:pt x="393" y="483"/>
                    </a:lnTo>
                    <a:lnTo>
                      <a:pt x="406" y="483"/>
                    </a:lnTo>
                    <a:lnTo>
                      <a:pt x="418" y="483"/>
                    </a:lnTo>
                    <a:lnTo>
                      <a:pt x="430" y="483"/>
                    </a:lnTo>
                    <a:lnTo>
                      <a:pt x="443" y="482"/>
                    </a:lnTo>
                    <a:lnTo>
                      <a:pt x="449" y="482"/>
                    </a:lnTo>
                    <a:lnTo>
                      <a:pt x="457" y="482"/>
                    </a:lnTo>
                    <a:lnTo>
                      <a:pt x="476" y="481"/>
                    </a:lnTo>
                    <a:lnTo>
                      <a:pt x="494" y="480"/>
                    </a:lnTo>
                    <a:lnTo>
                      <a:pt x="504" y="479"/>
                    </a:lnTo>
                    <a:lnTo>
                      <a:pt x="516" y="478"/>
                    </a:lnTo>
                    <a:lnTo>
                      <a:pt x="521" y="478"/>
                    </a:lnTo>
                    <a:lnTo>
                      <a:pt x="527" y="477"/>
                    </a:lnTo>
                    <a:lnTo>
                      <a:pt x="547" y="475"/>
                    </a:lnTo>
                    <a:lnTo>
                      <a:pt x="567" y="473"/>
                    </a:lnTo>
                    <a:lnTo>
                      <a:pt x="588" y="471"/>
                    </a:lnTo>
                    <a:lnTo>
                      <a:pt x="608" y="468"/>
                    </a:lnTo>
                    <a:lnTo>
                      <a:pt x="612" y="468"/>
                    </a:lnTo>
                    <a:lnTo>
                      <a:pt x="614" y="467"/>
                    </a:lnTo>
                    <a:lnTo>
                      <a:pt x="616" y="467"/>
                    </a:lnTo>
                    <a:lnTo>
                      <a:pt x="617" y="467"/>
                    </a:lnTo>
                    <a:lnTo>
                      <a:pt x="618" y="174"/>
                    </a:lnTo>
                    <a:lnTo>
                      <a:pt x="613" y="175"/>
                    </a:lnTo>
                    <a:lnTo>
                      <a:pt x="609" y="17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8" name="Freeform 89">
                <a:extLst>
                  <a:ext uri="{FF2B5EF4-FFF2-40B4-BE49-F238E27FC236}">
                    <a16:creationId xmlns:a16="http://schemas.microsoft.com/office/drawing/2014/main" id="{E90EB8F7-F3B1-4618-A306-BD102A99D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826" y="3132138"/>
                <a:ext cx="61913" cy="150813"/>
              </a:xfrm>
              <a:custGeom>
                <a:avLst/>
                <a:gdLst>
                  <a:gd name="T0" fmla="*/ 1 w 192"/>
                  <a:gd name="T1" fmla="*/ 0 h 382"/>
                  <a:gd name="T2" fmla="*/ 0 w 192"/>
                  <a:gd name="T3" fmla="*/ 293 h 382"/>
                  <a:gd name="T4" fmla="*/ 191 w 192"/>
                  <a:gd name="T5" fmla="*/ 382 h 382"/>
                  <a:gd name="T6" fmla="*/ 192 w 192"/>
                  <a:gd name="T7" fmla="*/ 89 h 382"/>
                  <a:gd name="T8" fmla="*/ 1 w 192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2">
                    <a:moveTo>
                      <a:pt x="1" y="0"/>
                    </a:moveTo>
                    <a:lnTo>
                      <a:pt x="0" y="293"/>
                    </a:lnTo>
                    <a:lnTo>
                      <a:pt x="191" y="382"/>
                    </a:lnTo>
                    <a:lnTo>
                      <a:pt x="192" y="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9" name="Freeform 90">
                <a:extLst>
                  <a:ext uri="{FF2B5EF4-FFF2-40B4-BE49-F238E27FC236}">
                    <a16:creationId xmlns:a16="http://schemas.microsoft.com/office/drawing/2014/main" id="{A792A541-DDDC-4465-BF43-7C1B38682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876" y="3101975"/>
                <a:ext cx="195263" cy="190500"/>
              </a:xfrm>
              <a:custGeom>
                <a:avLst/>
                <a:gdLst>
                  <a:gd name="T0" fmla="*/ 224 w 615"/>
                  <a:gd name="T1" fmla="*/ 309 h 479"/>
                  <a:gd name="T2" fmla="*/ 258 w 615"/>
                  <a:gd name="T3" fmla="*/ 303 h 479"/>
                  <a:gd name="T4" fmla="*/ 288 w 615"/>
                  <a:gd name="T5" fmla="*/ 299 h 479"/>
                  <a:gd name="T6" fmla="*/ 316 w 615"/>
                  <a:gd name="T7" fmla="*/ 296 h 479"/>
                  <a:gd name="T8" fmla="*/ 348 w 615"/>
                  <a:gd name="T9" fmla="*/ 294 h 479"/>
                  <a:gd name="T10" fmla="*/ 379 w 615"/>
                  <a:gd name="T11" fmla="*/ 293 h 479"/>
                  <a:gd name="T12" fmla="*/ 412 w 615"/>
                  <a:gd name="T13" fmla="*/ 292 h 479"/>
                  <a:gd name="T14" fmla="*/ 442 w 615"/>
                  <a:gd name="T15" fmla="*/ 293 h 479"/>
                  <a:gd name="T16" fmla="*/ 480 w 615"/>
                  <a:gd name="T17" fmla="*/ 294 h 479"/>
                  <a:gd name="T18" fmla="*/ 509 w 615"/>
                  <a:gd name="T19" fmla="*/ 297 h 479"/>
                  <a:gd name="T20" fmla="*/ 551 w 615"/>
                  <a:gd name="T21" fmla="*/ 300 h 479"/>
                  <a:gd name="T22" fmla="*/ 599 w 615"/>
                  <a:gd name="T23" fmla="*/ 306 h 479"/>
                  <a:gd name="T24" fmla="*/ 602 w 615"/>
                  <a:gd name="T25" fmla="*/ 13 h 479"/>
                  <a:gd name="T26" fmla="*/ 564 w 615"/>
                  <a:gd name="T27" fmla="*/ 9 h 479"/>
                  <a:gd name="T28" fmla="*/ 536 w 615"/>
                  <a:gd name="T29" fmla="*/ 6 h 479"/>
                  <a:gd name="T30" fmla="*/ 494 w 615"/>
                  <a:gd name="T31" fmla="*/ 2 h 479"/>
                  <a:gd name="T32" fmla="*/ 467 w 615"/>
                  <a:gd name="T33" fmla="*/ 1 h 479"/>
                  <a:gd name="T34" fmla="*/ 431 w 615"/>
                  <a:gd name="T35" fmla="*/ 0 h 479"/>
                  <a:gd name="T36" fmla="*/ 401 w 615"/>
                  <a:gd name="T37" fmla="*/ 0 h 479"/>
                  <a:gd name="T38" fmla="*/ 374 w 615"/>
                  <a:gd name="T39" fmla="*/ 0 h 479"/>
                  <a:gd name="T40" fmla="*/ 339 w 615"/>
                  <a:gd name="T41" fmla="*/ 2 h 479"/>
                  <a:gd name="T42" fmla="*/ 319 w 615"/>
                  <a:gd name="T43" fmla="*/ 3 h 479"/>
                  <a:gd name="T44" fmla="*/ 278 w 615"/>
                  <a:gd name="T45" fmla="*/ 7 h 479"/>
                  <a:gd name="T46" fmla="*/ 263 w 615"/>
                  <a:gd name="T47" fmla="*/ 9 h 479"/>
                  <a:gd name="T48" fmla="*/ 238 w 615"/>
                  <a:gd name="T49" fmla="*/ 13 h 479"/>
                  <a:gd name="T50" fmla="*/ 200 w 615"/>
                  <a:gd name="T51" fmla="*/ 21 h 479"/>
                  <a:gd name="T52" fmla="*/ 180 w 615"/>
                  <a:gd name="T53" fmla="*/ 26 h 479"/>
                  <a:gd name="T54" fmla="*/ 155 w 615"/>
                  <a:gd name="T55" fmla="*/ 34 h 479"/>
                  <a:gd name="T56" fmla="*/ 123 w 615"/>
                  <a:gd name="T57" fmla="*/ 46 h 479"/>
                  <a:gd name="T58" fmla="*/ 108 w 615"/>
                  <a:gd name="T59" fmla="*/ 52 h 479"/>
                  <a:gd name="T60" fmla="*/ 74 w 615"/>
                  <a:gd name="T61" fmla="*/ 71 h 479"/>
                  <a:gd name="T62" fmla="*/ 63 w 615"/>
                  <a:gd name="T63" fmla="*/ 79 h 479"/>
                  <a:gd name="T64" fmla="*/ 50 w 615"/>
                  <a:gd name="T65" fmla="*/ 89 h 479"/>
                  <a:gd name="T66" fmla="*/ 31 w 615"/>
                  <a:gd name="T67" fmla="*/ 109 h 479"/>
                  <a:gd name="T68" fmla="*/ 25 w 615"/>
                  <a:gd name="T69" fmla="*/ 116 h 479"/>
                  <a:gd name="T70" fmla="*/ 13 w 615"/>
                  <a:gd name="T71" fmla="*/ 138 h 479"/>
                  <a:gd name="T72" fmla="*/ 9 w 615"/>
                  <a:gd name="T73" fmla="*/ 148 h 479"/>
                  <a:gd name="T74" fmla="*/ 5 w 615"/>
                  <a:gd name="T75" fmla="*/ 159 h 479"/>
                  <a:gd name="T76" fmla="*/ 1 w 615"/>
                  <a:gd name="T77" fmla="*/ 185 h 479"/>
                  <a:gd name="T78" fmla="*/ 1 w 615"/>
                  <a:gd name="T79" fmla="*/ 470 h 479"/>
                  <a:gd name="T80" fmla="*/ 6 w 615"/>
                  <a:gd name="T81" fmla="*/ 444 h 479"/>
                  <a:gd name="T82" fmla="*/ 13 w 615"/>
                  <a:gd name="T83" fmla="*/ 430 h 479"/>
                  <a:gd name="T84" fmla="*/ 26 w 615"/>
                  <a:gd name="T85" fmla="*/ 406 h 479"/>
                  <a:gd name="T86" fmla="*/ 38 w 615"/>
                  <a:gd name="T87" fmla="*/ 394 h 479"/>
                  <a:gd name="T88" fmla="*/ 63 w 615"/>
                  <a:gd name="T89" fmla="*/ 372 h 479"/>
                  <a:gd name="T90" fmla="*/ 74 w 615"/>
                  <a:gd name="T91" fmla="*/ 364 h 479"/>
                  <a:gd name="T92" fmla="*/ 111 w 615"/>
                  <a:gd name="T93" fmla="*/ 343 h 479"/>
                  <a:gd name="T94" fmla="*/ 143 w 615"/>
                  <a:gd name="T95" fmla="*/ 330 h 479"/>
                  <a:gd name="T96" fmla="*/ 169 w 615"/>
                  <a:gd name="T97" fmla="*/ 322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5" h="479">
                    <a:moveTo>
                      <a:pt x="199" y="314"/>
                    </a:moveTo>
                    <a:lnTo>
                      <a:pt x="211" y="311"/>
                    </a:lnTo>
                    <a:lnTo>
                      <a:pt x="224" y="309"/>
                    </a:lnTo>
                    <a:lnTo>
                      <a:pt x="236" y="306"/>
                    </a:lnTo>
                    <a:lnTo>
                      <a:pt x="250" y="304"/>
                    </a:lnTo>
                    <a:lnTo>
                      <a:pt x="258" y="303"/>
                    </a:lnTo>
                    <a:lnTo>
                      <a:pt x="266" y="301"/>
                    </a:lnTo>
                    <a:lnTo>
                      <a:pt x="278" y="300"/>
                    </a:lnTo>
                    <a:lnTo>
                      <a:pt x="288" y="299"/>
                    </a:lnTo>
                    <a:lnTo>
                      <a:pt x="298" y="298"/>
                    </a:lnTo>
                    <a:lnTo>
                      <a:pt x="308" y="297"/>
                    </a:lnTo>
                    <a:lnTo>
                      <a:pt x="316" y="296"/>
                    </a:lnTo>
                    <a:lnTo>
                      <a:pt x="326" y="295"/>
                    </a:lnTo>
                    <a:lnTo>
                      <a:pt x="338" y="294"/>
                    </a:lnTo>
                    <a:lnTo>
                      <a:pt x="348" y="294"/>
                    </a:lnTo>
                    <a:lnTo>
                      <a:pt x="358" y="293"/>
                    </a:lnTo>
                    <a:lnTo>
                      <a:pt x="367" y="293"/>
                    </a:lnTo>
                    <a:lnTo>
                      <a:pt x="379" y="293"/>
                    </a:lnTo>
                    <a:lnTo>
                      <a:pt x="389" y="292"/>
                    </a:lnTo>
                    <a:lnTo>
                      <a:pt x="400" y="292"/>
                    </a:lnTo>
                    <a:lnTo>
                      <a:pt x="412" y="292"/>
                    </a:lnTo>
                    <a:lnTo>
                      <a:pt x="422" y="292"/>
                    </a:lnTo>
                    <a:lnTo>
                      <a:pt x="432" y="293"/>
                    </a:lnTo>
                    <a:lnTo>
                      <a:pt x="442" y="293"/>
                    </a:lnTo>
                    <a:lnTo>
                      <a:pt x="452" y="293"/>
                    </a:lnTo>
                    <a:lnTo>
                      <a:pt x="466" y="294"/>
                    </a:lnTo>
                    <a:lnTo>
                      <a:pt x="480" y="294"/>
                    </a:lnTo>
                    <a:lnTo>
                      <a:pt x="490" y="295"/>
                    </a:lnTo>
                    <a:lnTo>
                      <a:pt x="499" y="296"/>
                    </a:lnTo>
                    <a:lnTo>
                      <a:pt x="509" y="297"/>
                    </a:lnTo>
                    <a:lnTo>
                      <a:pt x="519" y="297"/>
                    </a:lnTo>
                    <a:lnTo>
                      <a:pt x="535" y="299"/>
                    </a:lnTo>
                    <a:lnTo>
                      <a:pt x="551" y="300"/>
                    </a:lnTo>
                    <a:lnTo>
                      <a:pt x="567" y="302"/>
                    </a:lnTo>
                    <a:lnTo>
                      <a:pt x="582" y="304"/>
                    </a:lnTo>
                    <a:lnTo>
                      <a:pt x="599" y="306"/>
                    </a:lnTo>
                    <a:lnTo>
                      <a:pt x="615" y="308"/>
                    </a:lnTo>
                    <a:lnTo>
                      <a:pt x="615" y="15"/>
                    </a:lnTo>
                    <a:lnTo>
                      <a:pt x="602" y="13"/>
                    </a:lnTo>
                    <a:lnTo>
                      <a:pt x="590" y="12"/>
                    </a:lnTo>
                    <a:lnTo>
                      <a:pt x="577" y="10"/>
                    </a:lnTo>
                    <a:lnTo>
                      <a:pt x="564" y="9"/>
                    </a:lnTo>
                    <a:lnTo>
                      <a:pt x="559" y="8"/>
                    </a:lnTo>
                    <a:lnTo>
                      <a:pt x="552" y="8"/>
                    </a:lnTo>
                    <a:lnTo>
                      <a:pt x="536" y="6"/>
                    </a:lnTo>
                    <a:lnTo>
                      <a:pt x="520" y="5"/>
                    </a:lnTo>
                    <a:lnTo>
                      <a:pt x="506" y="3"/>
                    </a:lnTo>
                    <a:lnTo>
                      <a:pt x="494" y="2"/>
                    </a:lnTo>
                    <a:lnTo>
                      <a:pt x="487" y="2"/>
                    </a:lnTo>
                    <a:lnTo>
                      <a:pt x="481" y="2"/>
                    </a:lnTo>
                    <a:lnTo>
                      <a:pt x="467" y="1"/>
                    </a:lnTo>
                    <a:lnTo>
                      <a:pt x="454" y="1"/>
                    </a:lnTo>
                    <a:lnTo>
                      <a:pt x="442" y="0"/>
                    </a:lnTo>
                    <a:lnTo>
                      <a:pt x="431" y="0"/>
                    </a:lnTo>
                    <a:lnTo>
                      <a:pt x="422" y="0"/>
                    </a:lnTo>
                    <a:lnTo>
                      <a:pt x="414" y="0"/>
                    </a:lnTo>
                    <a:lnTo>
                      <a:pt x="401" y="0"/>
                    </a:lnTo>
                    <a:lnTo>
                      <a:pt x="390" y="0"/>
                    </a:lnTo>
                    <a:lnTo>
                      <a:pt x="382" y="0"/>
                    </a:lnTo>
                    <a:lnTo>
                      <a:pt x="374" y="0"/>
                    </a:lnTo>
                    <a:lnTo>
                      <a:pt x="361" y="0"/>
                    </a:lnTo>
                    <a:lnTo>
                      <a:pt x="349" y="1"/>
                    </a:lnTo>
                    <a:lnTo>
                      <a:pt x="339" y="2"/>
                    </a:lnTo>
                    <a:lnTo>
                      <a:pt x="328" y="2"/>
                    </a:lnTo>
                    <a:lnTo>
                      <a:pt x="324" y="2"/>
                    </a:lnTo>
                    <a:lnTo>
                      <a:pt x="319" y="3"/>
                    </a:lnTo>
                    <a:lnTo>
                      <a:pt x="304" y="4"/>
                    </a:lnTo>
                    <a:lnTo>
                      <a:pt x="289" y="6"/>
                    </a:lnTo>
                    <a:lnTo>
                      <a:pt x="278" y="7"/>
                    </a:lnTo>
                    <a:lnTo>
                      <a:pt x="268" y="8"/>
                    </a:lnTo>
                    <a:lnTo>
                      <a:pt x="265" y="9"/>
                    </a:lnTo>
                    <a:lnTo>
                      <a:pt x="263" y="9"/>
                    </a:lnTo>
                    <a:lnTo>
                      <a:pt x="256" y="10"/>
                    </a:lnTo>
                    <a:lnTo>
                      <a:pt x="251" y="11"/>
                    </a:lnTo>
                    <a:lnTo>
                      <a:pt x="238" y="13"/>
                    </a:lnTo>
                    <a:lnTo>
                      <a:pt x="225" y="16"/>
                    </a:lnTo>
                    <a:lnTo>
                      <a:pt x="213" y="18"/>
                    </a:lnTo>
                    <a:lnTo>
                      <a:pt x="200" y="21"/>
                    </a:lnTo>
                    <a:lnTo>
                      <a:pt x="195" y="22"/>
                    </a:lnTo>
                    <a:lnTo>
                      <a:pt x="190" y="23"/>
                    </a:lnTo>
                    <a:lnTo>
                      <a:pt x="180" y="26"/>
                    </a:lnTo>
                    <a:lnTo>
                      <a:pt x="170" y="29"/>
                    </a:lnTo>
                    <a:lnTo>
                      <a:pt x="163" y="31"/>
                    </a:lnTo>
                    <a:lnTo>
                      <a:pt x="155" y="34"/>
                    </a:lnTo>
                    <a:lnTo>
                      <a:pt x="144" y="38"/>
                    </a:lnTo>
                    <a:lnTo>
                      <a:pt x="133" y="42"/>
                    </a:lnTo>
                    <a:lnTo>
                      <a:pt x="123" y="46"/>
                    </a:lnTo>
                    <a:lnTo>
                      <a:pt x="111" y="51"/>
                    </a:lnTo>
                    <a:lnTo>
                      <a:pt x="110" y="52"/>
                    </a:lnTo>
                    <a:lnTo>
                      <a:pt x="108" y="52"/>
                    </a:lnTo>
                    <a:lnTo>
                      <a:pt x="96" y="58"/>
                    </a:lnTo>
                    <a:lnTo>
                      <a:pt x="85" y="65"/>
                    </a:lnTo>
                    <a:lnTo>
                      <a:pt x="74" y="71"/>
                    </a:lnTo>
                    <a:lnTo>
                      <a:pt x="65" y="78"/>
                    </a:lnTo>
                    <a:lnTo>
                      <a:pt x="64" y="79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50" y="89"/>
                    </a:lnTo>
                    <a:lnTo>
                      <a:pt x="40" y="99"/>
                    </a:lnTo>
                    <a:lnTo>
                      <a:pt x="35" y="104"/>
                    </a:lnTo>
                    <a:lnTo>
                      <a:pt x="31" y="109"/>
                    </a:lnTo>
                    <a:lnTo>
                      <a:pt x="29" y="111"/>
                    </a:lnTo>
                    <a:lnTo>
                      <a:pt x="28" y="114"/>
                    </a:lnTo>
                    <a:lnTo>
                      <a:pt x="25" y="116"/>
                    </a:lnTo>
                    <a:lnTo>
                      <a:pt x="24" y="118"/>
                    </a:lnTo>
                    <a:lnTo>
                      <a:pt x="18" y="128"/>
                    </a:lnTo>
                    <a:lnTo>
                      <a:pt x="13" y="138"/>
                    </a:lnTo>
                    <a:lnTo>
                      <a:pt x="11" y="141"/>
                    </a:lnTo>
                    <a:lnTo>
                      <a:pt x="10" y="145"/>
                    </a:lnTo>
                    <a:lnTo>
                      <a:pt x="9" y="148"/>
                    </a:lnTo>
                    <a:lnTo>
                      <a:pt x="8" y="151"/>
                    </a:lnTo>
                    <a:lnTo>
                      <a:pt x="6" y="155"/>
                    </a:lnTo>
                    <a:lnTo>
                      <a:pt x="5" y="159"/>
                    </a:lnTo>
                    <a:lnTo>
                      <a:pt x="3" y="17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79"/>
                    </a:lnTo>
                    <a:lnTo>
                      <a:pt x="1" y="470"/>
                    </a:lnTo>
                    <a:lnTo>
                      <a:pt x="3" y="461"/>
                    </a:lnTo>
                    <a:lnTo>
                      <a:pt x="4" y="452"/>
                    </a:lnTo>
                    <a:lnTo>
                      <a:pt x="6" y="444"/>
                    </a:lnTo>
                    <a:lnTo>
                      <a:pt x="8" y="441"/>
                    </a:lnTo>
                    <a:lnTo>
                      <a:pt x="9" y="438"/>
                    </a:lnTo>
                    <a:lnTo>
                      <a:pt x="13" y="430"/>
                    </a:lnTo>
                    <a:lnTo>
                      <a:pt x="16" y="422"/>
                    </a:lnTo>
                    <a:lnTo>
                      <a:pt x="21" y="414"/>
                    </a:lnTo>
                    <a:lnTo>
                      <a:pt x="26" y="406"/>
                    </a:lnTo>
                    <a:lnTo>
                      <a:pt x="29" y="404"/>
                    </a:lnTo>
                    <a:lnTo>
                      <a:pt x="30" y="402"/>
                    </a:lnTo>
                    <a:lnTo>
                      <a:pt x="38" y="394"/>
                    </a:lnTo>
                    <a:lnTo>
                      <a:pt x="45" y="386"/>
                    </a:lnTo>
                    <a:lnTo>
                      <a:pt x="53" y="379"/>
                    </a:lnTo>
                    <a:lnTo>
                      <a:pt x="63" y="372"/>
                    </a:lnTo>
                    <a:lnTo>
                      <a:pt x="63" y="371"/>
                    </a:lnTo>
                    <a:lnTo>
                      <a:pt x="64" y="371"/>
                    </a:lnTo>
                    <a:lnTo>
                      <a:pt x="74" y="364"/>
                    </a:lnTo>
                    <a:lnTo>
                      <a:pt x="85" y="357"/>
                    </a:lnTo>
                    <a:lnTo>
                      <a:pt x="98" y="350"/>
                    </a:lnTo>
                    <a:lnTo>
                      <a:pt x="111" y="343"/>
                    </a:lnTo>
                    <a:lnTo>
                      <a:pt x="121" y="339"/>
                    </a:lnTo>
                    <a:lnTo>
                      <a:pt x="131" y="334"/>
                    </a:lnTo>
                    <a:lnTo>
                      <a:pt x="143" y="330"/>
                    </a:lnTo>
                    <a:lnTo>
                      <a:pt x="154" y="327"/>
                    </a:lnTo>
                    <a:lnTo>
                      <a:pt x="161" y="324"/>
                    </a:lnTo>
                    <a:lnTo>
                      <a:pt x="169" y="322"/>
                    </a:lnTo>
                    <a:lnTo>
                      <a:pt x="184" y="318"/>
                    </a:lnTo>
                    <a:lnTo>
                      <a:pt x="199" y="3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0" name="Freeform 91">
                <a:extLst>
                  <a:ext uri="{FF2B5EF4-FFF2-40B4-BE49-F238E27FC236}">
                    <a16:creationId xmlns:a16="http://schemas.microsoft.com/office/drawing/2014/main" id="{AF51EEFC-66AC-4DF1-A856-A7503D130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7626" y="3233738"/>
                <a:ext cx="12700" cy="155575"/>
              </a:xfrm>
              <a:custGeom>
                <a:avLst/>
                <a:gdLst>
                  <a:gd name="T0" fmla="*/ 1 w 36"/>
                  <a:gd name="T1" fmla="*/ 0 h 392"/>
                  <a:gd name="T2" fmla="*/ 0 w 36"/>
                  <a:gd name="T3" fmla="*/ 293 h 392"/>
                  <a:gd name="T4" fmla="*/ 8 w 36"/>
                  <a:gd name="T5" fmla="*/ 306 h 392"/>
                  <a:gd name="T6" fmla="*/ 15 w 36"/>
                  <a:gd name="T7" fmla="*/ 319 h 392"/>
                  <a:gd name="T8" fmla="*/ 21 w 36"/>
                  <a:gd name="T9" fmla="*/ 331 h 392"/>
                  <a:gd name="T10" fmla="*/ 26 w 36"/>
                  <a:gd name="T11" fmla="*/ 344 h 392"/>
                  <a:gd name="T12" fmla="*/ 30 w 36"/>
                  <a:gd name="T13" fmla="*/ 356 h 392"/>
                  <a:gd name="T14" fmla="*/ 32 w 36"/>
                  <a:gd name="T15" fmla="*/ 368 h 392"/>
                  <a:gd name="T16" fmla="*/ 35 w 36"/>
                  <a:gd name="T17" fmla="*/ 380 h 392"/>
                  <a:gd name="T18" fmla="*/ 35 w 36"/>
                  <a:gd name="T19" fmla="*/ 392 h 392"/>
                  <a:gd name="T20" fmla="*/ 36 w 36"/>
                  <a:gd name="T21" fmla="*/ 98 h 392"/>
                  <a:gd name="T22" fmla="*/ 36 w 36"/>
                  <a:gd name="T23" fmla="*/ 86 h 392"/>
                  <a:gd name="T24" fmla="*/ 33 w 36"/>
                  <a:gd name="T25" fmla="*/ 74 h 392"/>
                  <a:gd name="T26" fmla="*/ 31 w 36"/>
                  <a:gd name="T27" fmla="*/ 62 h 392"/>
                  <a:gd name="T28" fmla="*/ 27 w 36"/>
                  <a:gd name="T29" fmla="*/ 50 h 392"/>
                  <a:gd name="T30" fmla="*/ 22 w 36"/>
                  <a:gd name="T31" fmla="*/ 38 h 392"/>
                  <a:gd name="T32" fmla="*/ 16 w 36"/>
                  <a:gd name="T33" fmla="*/ 25 h 392"/>
                  <a:gd name="T34" fmla="*/ 8 w 36"/>
                  <a:gd name="T35" fmla="*/ 12 h 392"/>
                  <a:gd name="T36" fmla="*/ 1 w 36"/>
                  <a:gd name="T3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2">
                    <a:moveTo>
                      <a:pt x="1" y="0"/>
                    </a:moveTo>
                    <a:lnTo>
                      <a:pt x="0" y="293"/>
                    </a:lnTo>
                    <a:lnTo>
                      <a:pt x="8" y="306"/>
                    </a:lnTo>
                    <a:lnTo>
                      <a:pt x="15" y="319"/>
                    </a:lnTo>
                    <a:lnTo>
                      <a:pt x="21" y="331"/>
                    </a:lnTo>
                    <a:lnTo>
                      <a:pt x="26" y="344"/>
                    </a:lnTo>
                    <a:lnTo>
                      <a:pt x="30" y="356"/>
                    </a:lnTo>
                    <a:lnTo>
                      <a:pt x="32" y="368"/>
                    </a:lnTo>
                    <a:lnTo>
                      <a:pt x="35" y="380"/>
                    </a:lnTo>
                    <a:lnTo>
                      <a:pt x="35" y="392"/>
                    </a:lnTo>
                    <a:lnTo>
                      <a:pt x="36" y="98"/>
                    </a:lnTo>
                    <a:lnTo>
                      <a:pt x="36" y="86"/>
                    </a:lnTo>
                    <a:lnTo>
                      <a:pt x="33" y="74"/>
                    </a:lnTo>
                    <a:lnTo>
                      <a:pt x="31" y="62"/>
                    </a:lnTo>
                    <a:lnTo>
                      <a:pt x="27" y="50"/>
                    </a:lnTo>
                    <a:lnTo>
                      <a:pt x="22" y="38"/>
                    </a:lnTo>
                    <a:lnTo>
                      <a:pt x="16" y="25"/>
                    </a:lnTo>
                    <a:lnTo>
                      <a:pt x="8" y="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1" name="Freeform 92">
                <a:extLst>
                  <a:ext uri="{FF2B5EF4-FFF2-40B4-BE49-F238E27FC236}">
                    <a16:creationId xmlns:a16="http://schemas.microsoft.com/office/drawing/2014/main" id="{34996E13-C56F-4C67-8359-EBA6FFF57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101" y="3459163"/>
                <a:ext cx="423863" cy="287338"/>
              </a:xfrm>
              <a:custGeom>
                <a:avLst/>
                <a:gdLst>
                  <a:gd name="T0" fmla="*/ 981 w 1336"/>
                  <a:gd name="T1" fmla="*/ 114 h 723"/>
                  <a:gd name="T2" fmla="*/ 926 w 1336"/>
                  <a:gd name="T3" fmla="*/ 93 h 723"/>
                  <a:gd name="T4" fmla="*/ 875 w 1336"/>
                  <a:gd name="T5" fmla="*/ 76 h 723"/>
                  <a:gd name="T6" fmla="*/ 835 w 1336"/>
                  <a:gd name="T7" fmla="*/ 64 h 723"/>
                  <a:gd name="T8" fmla="*/ 745 w 1336"/>
                  <a:gd name="T9" fmla="*/ 40 h 723"/>
                  <a:gd name="T10" fmla="*/ 715 w 1336"/>
                  <a:gd name="T11" fmla="*/ 33 h 723"/>
                  <a:gd name="T12" fmla="*/ 648 w 1336"/>
                  <a:gd name="T13" fmla="*/ 20 h 723"/>
                  <a:gd name="T14" fmla="*/ 616 w 1336"/>
                  <a:gd name="T15" fmla="*/ 16 h 723"/>
                  <a:gd name="T16" fmla="*/ 570 w 1336"/>
                  <a:gd name="T17" fmla="*/ 10 h 723"/>
                  <a:gd name="T18" fmla="*/ 541 w 1336"/>
                  <a:gd name="T19" fmla="*/ 6 h 723"/>
                  <a:gd name="T20" fmla="*/ 503 w 1336"/>
                  <a:gd name="T21" fmla="*/ 3 h 723"/>
                  <a:gd name="T22" fmla="*/ 468 w 1336"/>
                  <a:gd name="T23" fmla="*/ 1 h 723"/>
                  <a:gd name="T24" fmla="*/ 426 w 1336"/>
                  <a:gd name="T25" fmla="*/ 0 h 723"/>
                  <a:gd name="T26" fmla="*/ 384 w 1336"/>
                  <a:gd name="T27" fmla="*/ 0 h 723"/>
                  <a:gd name="T28" fmla="*/ 350 w 1336"/>
                  <a:gd name="T29" fmla="*/ 1 h 723"/>
                  <a:gd name="T30" fmla="*/ 315 w 1336"/>
                  <a:gd name="T31" fmla="*/ 3 h 723"/>
                  <a:gd name="T32" fmla="*/ 272 w 1336"/>
                  <a:gd name="T33" fmla="*/ 8 h 723"/>
                  <a:gd name="T34" fmla="*/ 240 w 1336"/>
                  <a:gd name="T35" fmla="*/ 13 h 723"/>
                  <a:gd name="T36" fmla="*/ 190 w 1336"/>
                  <a:gd name="T37" fmla="*/ 24 h 723"/>
                  <a:gd name="T38" fmla="*/ 157 w 1336"/>
                  <a:gd name="T39" fmla="*/ 33 h 723"/>
                  <a:gd name="T40" fmla="*/ 120 w 1336"/>
                  <a:gd name="T41" fmla="*/ 47 h 723"/>
                  <a:gd name="T42" fmla="*/ 105 w 1336"/>
                  <a:gd name="T43" fmla="*/ 54 h 723"/>
                  <a:gd name="T44" fmla="*/ 72 w 1336"/>
                  <a:gd name="T45" fmla="*/ 73 h 723"/>
                  <a:gd name="T46" fmla="*/ 63 w 1336"/>
                  <a:gd name="T47" fmla="*/ 80 h 723"/>
                  <a:gd name="T48" fmla="*/ 40 w 1336"/>
                  <a:gd name="T49" fmla="*/ 98 h 723"/>
                  <a:gd name="T50" fmla="*/ 30 w 1336"/>
                  <a:gd name="T51" fmla="*/ 110 h 723"/>
                  <a:gd name="T52" fmla="*/ 23 w 1336"/>
                  <a:gd name="T53" fmla="*/ 121 h 723"/>
                  <a:gd name="T54" fmla="*/ 14 w 1336"/>
                  <a:gd name="T55" fmla="*/ 136 h 723"/>
                  <a:gd name="T56" fmla="*/ 9 w 1336"/>
                  <a:gd name="T57" fmla="*/ 148 h 723"/>
                  <a:gd name="T58" fmla="*/ 5 w 1336"/>
                  <a:gd name="T59" fmla="*/ 161 h 723"/>
                  <a:gd name="T60" fmla="*/ 2 w 1336"/>
                  <a:gd name="T61" fmla="*/ 180 h 723"/>
                  <a:gd name="T62" fmla="*/ 0 w 1336"/>
                  <a:gd name="T63" fmla="*/ 479 h 723"/>
                  <a:gd name="T64" fmla="*/ 4 w 1336"/>
                  <a:gd name="T65" fmla="*/ 455 h 723"/>
                  <a:gd name="T66" fmla="*/ 10 w 1336"/>
                  <a:gd name="T67" fmla="*/ 435 h 723"/>
                  <a:gd name="T68" fmla="*/ 20 w 1336"/>
                  <a:gd name="T69" fmla="*/ 416 h 723"/>
                  <a:gd name="T70" fmla="*/ 34 w 1336"/>
                  <a:gd name="T71" fmla="*/ 397 h 723"/>
                  <a:gd name="T72" fmla="*/ 62 w 1336"/>
                  <a:gd name="T73" fmla="*/ 373 h 723"/>
                  <a:gd name="T74" fmla="*/ 82 w 1336"/>
                  <a:gd name="T75" fmla="*/ 359 h 723"/>
                  <a:gd name="T76" fmla="*/ 110 w 1336"/>
                  <a:gd name="T77" fmla="*/ 344 h 723"/>
                  <a:gd name="T78" fmla="*/ 149 w 1336"/>
                  <a:gd name="T79" fmla="*/ 328 h 723"/>
                  <a:gd name="T80" fmla="*/ 190 w 1336"/>
                  <a:gd name="T81" fmla="*/ 316 h 723"/>
                  <a:gd name="T82" fmla="*/ 257 w 1336"/>
                  <a:gd name="T83" fmla="*/ 303 h 723"/>
                  <a:gd name="T84" fmla="*/ 309 w 1336"/>
                  <a:gd name="T85" fmla="*/ 297 h 723"/>
                  <a:gd name="T86" fmla="*/ 363 w 1336"/>
                  <a:gd name="T87" fmla="*/ 293 h 723"/>
                  <a:gd name="T88" fmla="*/ 420 w 1336"/>
                  <a:gd name="T89" fmla="*/ 292 h 723"/>
                  <a:gd name="T90" fmla="*/ 483 w 1336"/>
                  <a:gd name="T91" fmla="*/ 295 h 723"/>
                  <a:gd name="T92" fmla="*/ 530 w 1336"/>
                  <a:gd name="T93" fmla="*/ 298 h 723"/>
                  <a:gd name="T94" fmla="*/ 576 w 1336"/>
                  <a:gd name="T95" fmla="*/ 303 h 723"/>
                  <a:gd name="T96" fmla="*/ 628 w 1336"/>
                  <a:gd name="T97" fmla="*/ 310 h 723"/>
                  <a:gd name="T98" fmla="*/ 693 w 1336"/>
                  <a:gd name="T99" fmla="*/ 322 h 723"/>
                  <a:gd name="T100" fmla="*/ 749 w 1336"/>
                  <a:gd name="T101" fmla="*/ 334 h 723"/>
                  <a:gd name="T102" fmla="*/ 862 w 1336"/>
                  <a:gd name="T103" fmla="*/ 365 h 723"/>
                  <a:gd name="T104" fmla="*/ 910 w 1336"/>
                  <a:gd name="T105" fmla="*/ 381 h 723"/>
                  <a:gd name="T106" fmla="*/ 961 w 1336"/>
                  <a:gd name="T107" fmla="*/ 399 h 723"/>
                  <a:gd name="T108" fmla="*/ 1035 w 1336"/>
                  <a:gd name="T109" fmla="*/ 430 h 723"/>
                  <a:gd name="T110" fmla="*/ 1164 w 1336"/>
                  <a:gd name="T111" fmla="*/ 501 h 723"/>
                  <a:gd name="T112" fmla="*/ 1257 w 1336"/>
                  <a:gd name="T113" fmla="*/ 576 h 723"/>
                  <a:gd name="T114" fmla="*/ 1315 w 1336"/>
                  <a:gd name="T115" fmla="*/ 651 h 723"/>
                  <a:gd name="T116" fmla="*/ 1335 w 1336"/>
                  <a:gd name="T117" fmla="*/ 723 h 723"/>
                  <a:gd name="T118" fmla="*/ 1325 w 1336"/>
                  <a:gd name="T119" fmla="*/ 376 h 723"/>
                  <a:gd name="T120" fmla="*/ 1277 w 1336"/>
                  <a:gd name="T121" fmla="*/ 302 h 723"/>
                  <a:gd name="T122" fmla="*/ 1191 w 1336"/>
                  <a:gd name="T123" fmla="*/ 227 h 723"/>
                  <a:gd name="T124" fmla="*/ 1071 w 1336"/>
                  <a:gd name="T125" fmla="*/ 15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6" h="723">
                    <a:moveTo>
                      <a:pt x="1036" y="138"/>
                    </a:moveTo>
                    <a:lnTo>
                      <a:pt x="1017" y="129"/>
                    </a:lnTo>
                    <a:lnTo>
                      <a:pt x="1000" y="122"/>
                    </a:lnTo>
                    <a:lnTo>
                      <a:pt x="981" y="114"/>
                    </a:lnTo>
                    <a:lnTo>
                      <a:pt x="962" y="107"/>
                    </a:lnTo>
                    <a:lnTo>
                      <a:pt x="951" y="103"/>
                    </a:lnTo>
                    <a:lnTo>
                      <a:pt x="941" y="99"/>
                    </a:lnTo>
                    <a:lnTo>
                      <a:pt x="926" y="93"/>
                    </a:lnTo>
                    <a:lnTo>
                      <a:pt x="911" y="88"/>
                    </a:lnTo>
                    <a:lnTo>
                      <a:pt x="896" y="83"/>
                    </a:lnTo>
                    <a:lnTo>
                      <a:pt x="881" y="78"/>
                    </a:lnTo>
                    <a:lnTo>
                      <a:pt x="875" y="76"/>
                    </a:lnTo>
                    <a:lnTo>
                      <a:pt x="869" y="73"/>
                    </a:lnTo>
                    <a:lnTo>
                      <a:pt x="866" y="73"/>
                    </a:lnTo>
                    <a:lnTo>
                      <a:pt x="864" y="72"/>
                    </a:lnTo>
                    <a:lnTo>
                      <a:pt x="835" y="64"/>
                    </a:lnTo>
                    <a:lnTo>
                      <a:pt x="807" y="56"/>
                    </a:lnTo>
                    <a:lnTo>
                      <a:pt x="779" y="48"/>
                    </a:lnTo>
                    <a:lnTo>
                      <a:pt x="750" y="41"/>
                    </a:lnTo>
                    <a:lnTo>
                      <a:pt x="745" y="40"/>
                    </a:lnTo>
                    <a:lnTo>
                      <a:pt x="741" y="39"/>
                    </a:lnTo>
                    <a:lnTo>
                      <a:pt x="739" y="38"/>
                    </a:lnTo>
                    <a:lnTo>
                      <a:pt x="735" y="38"/>
                    </a:lnTo>
                    <a:lnTo>
                      <a:pt x="715" y="33"/>
                    </a:lnTo>
                    <a:lnTo>
                      <a:pt x="694" y="29"/>
                    </a:lnTo>
                    <a:lnTo>
                      <a:pt x="673" y="25"/>
                    </a:lnTo>
                    <a:lnTo>
                      <a:pt x="651" y="21"/>
                    </a:lnTo>
                    <a:lnTo>
                      <a:pt x="648" y="20"/>
                    </a:lnTo>
                    <a:lnTo>
                      <a:pt x="645" y="20"/>
                    </a:lnTo>
                    <a:lnTo>
                      <a:pt x="636" y="19"/>
                    </a:lnTo>
                    <a:lnTo>
                      <a:pt x="629" y="18"/>
                    </a:lnTo>
                    <a:lnTo>
                      <a:pt x="616" y="16"/>
                    </a:lnTo>
                    <a:lnTo>
                      <a:pt x="603" y="14"/>
                    </a:lnTo>
                    <a:lnTo>
                      <a:pt x="590" y="12"/>
                    </a:lnTo>
                    <a:lnTo>
                      <a:pt x="578" y="10"/>
                    </a:lnTo>
                    <a:lnTo>
                      <a:pt x="570" y="10"/>
                    </a:lnTo>
                    <a:lnTo>
                      <a:pt x="564" y="9"/>
                    </a:lnTo>
                    <a:lnTo>
                      <a:pt x="558" y="8"/>
                    </a:lnTo>
                    <a:lnTo>
                      <a:pt x="550" y="7"/>
                    </a:lnTo>
                    <a:lnTo>
                      <a:pt x="541" y="6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4"/>
                    </a:lnTo>
                    <a:lnTo>
                      <a:pt x="503" y="3"/>
                    </a:lnTo>
                    <a:lnTo>
                      <a:pt x="494" y="2"/>
                    </a:lnTo>
                    <a:lnTo>
                      <a:pt x="489" y="2"/>
                    </a:lnTo>
                    <a:lnTo>
                      <a:pt x="484" y="2"/>
                    </a:lnTo>
                    <a:lnTo>
                      <a:pt x="468" y="1"/>
                    </a:lnTo>
                    <a:lnTo>
                      <a:pt x="451" y="0"/>
                    </a:lnTo>
                    <a:lnTo>
                      <a:pt x="441" y="0"/>
                    </a:lnTo>
                    <a:lnTo>
                      <a:pt x="431" y="0"/>
                    </a:lnTo>
                    <a:lnTo>
                      <a:pt x="426" y="0"/>
                    </a:lnTo>
                    <a:lnTo>
                      <a:pt x="421" y="0"/>
                    </a:lnTo>
                    <a:lnTo>
                      <a:pt x="408" y="0"/>
                    </a:lnTo>
                    <a:lnTo>
                      <a:pt x="394" y="0"/>
                    </a:lnTo>
                    <a:lnTo>
                      <a:pt x="384" y="0"/>
                    </a:lnTo>
                    <a:lnTo>
                      <a:pt x="375" y="0"/>
                    </a:lnTo>
                    <a:lnTo>
                      <a:pt x="369" y="0"/>
                    </a:lnTo>
                    <a:lnTo>
                      <a:pt x="364" y="0"/>
                    </a:lnTo>
                    <a:lnTo>
                      <a:pt x="350" y="1"/>
                    </a:lnTo>
                    <a:lnTo>
                      <a:pt x="338" y="2"/>
                    </a:lnTo>
                    <a:lnTo>
                      <a:pt x="329" y="2"/>
                    </a:lnTo>
                    <a:lnTo>
                      <a:pt x="320" y="3"/>
                    </a:lnTo>
                    <a:lnTo>
                      <a:pt x="315" y="3"/>
                    </a:lnTo>
                    <a:lnTo>
                      <a:pt x="310" y="4"/>
                    </a:lnTo>
                    <a:lnTo>
                      <a:pt x="294" y="5"/>
                    </a:lnTo>
                    <a:lnTo>
                      <a:pt x="280" y="7"/>
                    </a:lnTo>
                    <a:lnTo>
                      <a:pt x="272" y="8"/>
                    </a:lnTo>
                    <a:lnTo>
                      <a:pt x="263" y="9"/>
                    </a:lnTo>
                    <a:lnTo>
                      <a:pt x="260" y="10"/>
                    </a:lnTo>
                    <a:lnTo>
                      <a:pt x="258" y="10"/>
                    </a:lnTo>
                    <a:lnTo>
                      <a:pt x="240" y="13"/>
                    </a:lnTo>
                    <a:lnTo>
                      <a:pt x="224" y="16"/>
                    </a:lnTo>
                    <a:lnTo>
                      <a:pt x="208" y="19"/>
                    </a:lnTo>
                    <a:lnTo>
                      <a:pt x="192" y="23"/>
                    </a:lnTo>
                    <a:lnTo>
                      <a:pt x="190" y="24"/>
                    </a:lnTo>
                    <a:lnTo>
                      <a:pt x="188" y="24"/>
                    </a:lnTo>
                    <a:lnTo>
                      <a:pt x="177" y="27"/>
                    </a:lnTo>
                    <a:lnTo>
                      <a:pt x="164" y="31"/>
                    </a:lnTo>
                    <a:lnTo>
                      <a:pt x="157" y="33"/>
                    </a:lnTo>
                    <a:lnTo>
                      <a:pt x="150" y="35"/>
                    </a:lnTo>
                    <a:lnTo>
                      <a:pt x="140" y="39"/>
                    </a:lnTo>
                    <a:lnTo>
                      <a:pt x="130" y="43"/>
                    </a:lnTo>
                    <a:lnTo>
                      <a:pt x="120" y="47"/>
                    </a:lnTo>
                    <a:lnTo>
                      <a:pt x="112" y="51"/>
                    </a:lnTo>
                    <a:lnTo>
                      <a:pt x="109" y="52"/>
                    </a:lnTo>
                    <a:lnTo>
                      <a:pt x="107" y="53"/>
                    </a:lnTo>
                    <a:lnTo>
                      <a:pt x="105" y="54"/>
                    </a:lnTo>
                    <a:lnTo>
                      <a:pt x="104" y="55"/>
                    </a:lnTo>
                    <a:lnTo>
                      <a:pt x="93" y="60"/>
                    </a:lnTo>
                    <a:lnTo>
                      <a:pt x="83" y="67"/>
                    </a:lnTo>
                    <a:lnTo>
                      <a:pt x="72" y="73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63" y="80"/>
                    </a:lnTo>
                    <a:lnTo>
                      <a:pt x="62" y="80"/>
                    </a:lnTo>
                    <a:lnTo>
                      <a:pt x="52" y="88"/>
                    </a:lnTo>
                    <a:lnTo>
                      <a:pt x="42" y="97"/>
                    </a:lnTo>
                    <a:lnTo>
                      <a:pt x="40" y="98"/>
                    </a:lnTo>
                    <a:lnTo>
                      <a:pt x="40" y="99"/>
                    </a:lnTo>
                    <a:lnTo>
                      <a:pt x="38" y="102"/>
                    </a:lnTo>
                    <a:lnTo>
                      <a:pt x="35" y="104"/>
                    </a:lnTo>
                    <a:lnTo>
                      <a:pt x="30" y="110"/>
                    </a:lnTo>
                    <a:lnTo>
                      <a:pt x="27" y="115"/>
                    </a:lnTo>
                    <a:lnTo>
                      <a:pt x="25" y="117"/>
                    </a:lnTo>
                    <a:lnTo>
                      <a:pt x="24" y="118"/>
                    </a:lnTo>
                    <a:lnTo>
                      <a:pt x="23" y="121"/>
                    </a:lnTo>
                    <a:lnTo>
                      <a:pt x="22" y="123"/>
                    </a:lnTo>
                    <a:lnTo>
                      <a:pt x="18" y="128"/>
                    </a:lnTo>
                    <a:lnTo>
                      <a:pt x="15" y="134"/>
                    </a:lnTo>
                    <a:lnTo>
                      <a:pt x="14" y="136"/>
                    </a:lnTo>
                    <a:lnTo>
                      <a:pt x="13" y="138"/>
                    </a:lnTo>
                    <a:lnTo>
                      <a:pt x="12" y="140"/>
                    </a:lnTo>
                    <a:lnTo>
                      <a:pt x="10" y="142"/>
                    </a:lnTo>
                    <a:lnTo>
                      <a:pt x="9" y="148"/>
                    </a:lnTo>
                    <a:lnTo>
                      <a:pt x="7" y="154"/>
                    </a:lnTo>
                    <a:lnTo>
                      <a:pt x="5" y="156"/>
                    </a:lnTo>
                    <a:lnTo>
                      <a:pt x="5" y="159"/>
                    </a:lnTo>
                    <a:lnTo>
                      <a:pt x="5" y="161"/>
                    </a:lnTo>
                    <a:lnTo>
                      <a:pt x="4" y="162"/>
                    </a:lnTo>
                    <a:lnTo>
                      <a:pt x="3" y="170"/>
                    </a:lnTo>
                    <a:lnTo>
                      <a:pt x="3" y="178"/>
                    </a:lnTo>
                    <a:lnTo>
                      <a:pt x="2" y="180"/>
                    </a:lnTo>
                    <a:lnTo>
                      <a:pt x="2" y="183"/>
                    </a:lnTo>
                    <a:lnTo>
                      <a:pt x="2" y="185"/>
                    </a:lnTo>
                    <a:lnTo>
                      <a:pt x="2" y="187"/>
                    </a:lnTo>
                    <a:lnTo>
                      <a:pt x="0" y="479"/>
                    </a:lnTo>
                    <a:lnTo>
                      <a:pt x="0" y="475"/>
                    </a:lnTo>
                    <a:lnTo>
                      <a:pt x="2" y="471"/>
                    </a:lnTo>
                    <a:lnTo>
                      <a:pt x="2" y="463"/>
                    </a:lnTo>
                    <a:lnTo>
                      <a:pt x="4" y="455"/>
                    </a:lnTo>
                    <a:lnTo>
                      <a:pt x="4" y="451"/>
                    </a:lnTo>
                    <a:lnTo>
                      <a:pt x="5" y="447"/>
                    </a:lnTo>
                    <a:lnTo>
                      <a:pt x="8" y="441"/>
                    </a:lnTo>
                    <a:lnTo>
                      <a:pt x="10" y="435"/>
                    </a:lnTo>
                    <a:lnTo>
                      <a:pt x="12" y="431"/>
                    </a:lnTo>
                    <a:lnTo>
                      <a:pt x="14" y="427"/>
                    </a:lnTo>
                    <a:lnTo>
                      <a:pt x="17" y="421"/>
                    </a:lnTo>
                    <a:lnTo>
                      <a:pt x="20" y="416"/>
                    </a:lnTo>
                    <a:lnTo>
                      <a:pt x="23" y="412"/>
                    </a:lnTo>
                    <a:lnTo>
                      <a:pt x="25" y="408"/>
                    </a:lnTo>
                    <a:lnTo>
                      <a:pt x="29" y="403"/>
                    </a:lnTo>
                    <a:lnTo>
                      <a:pt x="34" y="397"/>
                    </a:lnTo>
                    <a:lnTo>
                      <a:pt x="38" y="394"/>
                    </a:lnTo>
                    <a:lnTo>
                      <a:pt x="40" y="390"/>
                    </a:lnTo>
                    <a:lnTo>
                      <a:pt x="50" y="381"/>
                    </a:lnTo>
                    <a:lnTo>
                      <a:pt x="62" y="373"/>
                    </a:lnTo>
                    <a:lnTo>
                      <a:pt x="62" y="372"/>
                    </a:lnTo>
                    <a:lnTo>
                      <a:pt x="62" y="372"/>
                    </a:lnTo>
                    <a:lnTo>
                      <a:pt x="72" y="366"/>
                    </a:lnTo>
                    <a:lnTo>
                      <a:pt x="82" y="359"/>
                    </a:lnTo>
                    <a:lnTo>
                      <a:pt x="92" y="353"/>
                    </a:lnTo>
                    <a:lnTo>
                      <a:pt x="103" y="347"/>
                    </a:lnTo>
                    <a:lnTo>
                      <a:pt x="107" y="346"/>
                    </a:lnTo>
                    <a:lnTo>
                      <a:pt x="110" y="344"/>
                    </a:lnTo>
                    <a:lnTo>
                      <a:pt x="119" y="340"/>
                    </a:lnTo>
                    <a:lnTo>
                      <a:pt x="129" y="336"/>
                    </a:lnTo>
                    <a:lnTo>
                      <a:pt x="139" y="332"/>
                    </a:lnTo>
                    <a:lnTo>
                      <a:pt x="149" y="328"/>
                    </a:lnTo>
                    <a:lnTo>
                      <a:pt x="157" y="326"/>
                    </a:lnTo>
                    <a:lnTo>
                      <a:pt x="163" y="324"/>
                    </a:lnTo>
                    <a:lnTo>
                      <a:pt x="177" y="320"/>
                    </a:lnTo>
                    <a:lnTo>
                      <a:pt x="190" y="316"/>
                    </a:lnTo>
                    <a:lnTo>
                      <a:pt x="207" y="312"/>
                    </a:lnTo>
                    <a:lnTo>
                      <a:pt x="223" y="309"/>
                    </a:lnTo>
                    <a:lnTo>
                      <a:pt x="239" y="306"/>
                    </a:lnTo>
                    <a:lnTo>
                      <a:pt x="257" y="303"/>
                    </a:lnTo>
                    <a:lnTo>
                      <a:pt x="268" y="301"/>
                    </a:lnTo>
                    <a:lnTo>
                      <a:pt x="279" y="300"/>
                    </a:lnTo>
                    <a:lnTo>
                      <a:pt x="294" y="298"/>
                    </a:lnTo>
                    <a:lnTo>
                      <a:pt x="309" y="297"/>
                    </a:lnTo>
                    <a:lnTo>
                      <a:pt x="323" y="295"/>
                    </a:lnTo>
                    <a:lnTo>
                      <a:pt x="336" y="295"/>
                    </a:lnTo>
                    <a:lnTo>
                      <a:pt x="350" y="294"/>
                    </a:lnTo>
                    <a:lnTo>
                      <a:pt x="363" y="293"/>
                    </a:lnTo>
                    <a:lnTo>
                      <a:pt x="378" y="293"/>
                    </a:lnTo>
                    <a:lnTo>
                      <a:pt x="393" y="292"/>
                    </a:lnTo>
                    <a:lnTo>
                      <a:pt x="406" y="292"/>
                    </a:lnTo>
                    <a:lnTo>
                      <a:pt x="420" y="292"/>
                    </a:lnTo>
                    <a:lnTo>
                      <a:pt x="435" y="293"/>
                    </a:lnTo>
                    <a:lnTo>
                      <a:pt x="450" y="293"/>
                    </a:lnTo>
                    <a:lnTo>
                      <a:pt x="466" y="294"/>
                    </a:lnTo>
                    <a:lnTo>
                      <a:pt x="483" y="295"/>
                    </a:lnTo>
                    <a:lnTo>
                      <a:pt x="496" y="296"/>
                    </a:lnTo>
                    <a:lnTo>
                      <a:pt x="510" y="297"/>
                    </a:lnTo>
                    <a:lnTo>
                      <a:pt x="520" y="297"/>
                    </a:lnTo>
                    <a:lnTo>
                      <a:pt x="530" y="298"/>
                    </a:lnTo>
                    <a:lnTo>
                      <a:pt x="540" y="299"/>
                    </a:lnTo>
                    <a:lnTo>
                      <a:pt x="550" y="300"/>
                    </a:lnTo>
                    <a:lnTo>
                      <a:pt x="563" y="302"/>
                    </a:lnTo>
                    <a:lnTo>
                      <a:pt x="576" y="303"/>
                    </a:lnTo>
                    <a:lnTo>
                      <a:pt x="589" y="305"/>
                    </a:lnTo>
                    <a:lnTo>
                      <a:pt x="603" y="307"/>
                    </a:lnTo>
                    <a:lnTo>
                      <a:pt x="615" y="308"/>
                    </a:lnTo>
                    <a:lnTo>
                      <a:pt x="628" y="310"/>
                    </a:lnTo>
                    <a:lnTo>
                      <a:pt x="639" y="312"/>
                    </a:lnTo>
                    <a:lnTo>
                      <a:pt x="650" y="314"/>
                    </a:lnTo>
                    <a:lnTo>
                      <a:pt x="671" y="318"/>
                    </a:lnTo>
                    <a:lnTo>
                      <a:pt x="693" y="322"/>
                    </a:lnTo>
                    <a:lnTo>
                      <a:pt x="714" y="326"/>
                    </a:lnTo>
                    <a:lnTo>
                      <a:pt x="735" y="331"/>
                    </a:lnTo>
                    <a:lnTo>
                      <a:pt x="741" y="332"/>
                    </a:lnTo>
                    <a:lnTo>
                      <a:pt x="749" y="334"/>
                    </a:lnTo>
                    <a:lnTo>
                      <a:pt x="778" y="341"/>
                    </a:lnTo>
                    <a:lnTo>
                      <a:pt x="806" y="348"/>
                    </a:lnTo>
                    <a:lnTo>
                      <a:pt x="835" y="356"/>
                    </a:lnTo>
                    <a:lnTo>
                      <a:pt x="862" y="365"/>
                    </a:lnTo>
                    <a:lnTo>
                      <a:pt x="871" y="368"/>
                    </a:lnTo>
                    <a:lnTo>
                      <a:pt x="880" y="371"/>
                    </a:lnTo>
                    <a:lnTo>
                      <a:pt x="895" y="376"/>
                    </a:lnTo>
                    <a:lnTo>
                      <a:pt x="910" y="381"/>
                    </a:lnTo>
                    <a:lnTo>
                      <a:pt x="925" y="386"/>
                    </a:lnTo>
                    <a:lnTo>
                      <a:pt x="940" y="391"/>
                    </a:lnTo>
                    <a:lnTo>
                      <a:pt x="951" y="395"/>
                    </a:lnTo>
                    <a:lnTo>
                      <a:pt x="961" y="399"/>
                    </a:lnTo>
                    <a:lnTo>
                      <a:pt x="980" y="407"/>
                    </a:lnTo>
                    <a:lnTo>
                      <a:pt x="999" y="414"/>
                    </a:lnTo>
                    <a:lnTo>
                      <a:pt x="1016" y="422"/>
                    </a:lnTo>
                    <a:lnTo>
                      <a:pt x="1035" y="430"/>
                    </a:lnTo>
                    <a:lnTo>
                      <a:pt x="1070" y="447"/>
                    </a:lnTo>
                    <a:lnTo>
                      <a:pt x="1104" y="465"/>
                    </a:lnTo>
                    <a:lnTo>
                      <a:pt x="1135" y="483"/>
                    </a:lnTo>
                    <a:lnTo>
                      <a:pt x="1164" y="501"/>
                    </a:lnTo>
                    <a:lnTo>
                      <a:pt x="1191" y="519"/>
                    </a:lnTo>
                    <a:lnTo>
                      <a:pt x="1215" y="538"/>
                    </a:lnTo>
                    <a:lnTo>
                      <a:pt x="1237" y="557"/>
                    </a:lnTo>
                    <a:lnTo>
                      <a:pt x="1257" y="576"/>
                    </a:lnTo>
                    <a:lnTo>
                      <a:pt x="1276" y="594"/>
                    </a:lnTo>
                    <a:lnTo>
                      <a:pt x="1291" y="613"/>
                    </a:lnTo>
                    <a:lnTo>
                      <a:pt x="1305" y="632"/>
                    </a:lnTo>
                    <a:lnTo>
                      <a:pt x="1315" y="651"/>
                    </a:lnTo>
                    <a:lnTo>
                      <a:pt x="1323" y="669"/>
                    </a:lnTo>
                    <a:lnTo>
                      <a:pt x="1330" y="687"/>
                    </a:lnTo>
                    <a:lnTo>
                      <a:pt x="1333" y="705"/>
                    </a:lnTo>
                    <a:lnTo>
                      <a:pt x="1335" y="723"/>
                    </a:lnTo>
                    <a:lnTo>
                      <a:pt x="1336" y="430"/>
                    </a:lnTo>
                    <a:lnTo>
                      <a:pt x="1335" y="412"/>
                    </a:lnTo>
                    <a:lnTo>
                      <a:pt x="1331" y="395"/>
                    </a:lnTo>
                    <a:lnTo>
                      <a:pt x="1325" y="376"/>
                    </a:lnTo>
                    <a:lnTo>
                      <a:pt x="1316" y="358"/>
                    </a:lnTo>
                    <a:lnTo>
                      <a:pt x="1306" y="339"/>
                    </a:lnTo>
                    <a:lnTo>
                      <a:pt x="1292" y="321"/>
                    </a:lnTo>
                    <a:lnTo>
                      <a:pt x="1277" y="302"/>
                    </a:lnTo>
                    <a:lnTo>
                      <a:pt x="1259" y="283"/>
                    </a:lnTo>
                    <a:lnTo>
                      <a:pt x="1239" y="264"/>
                    </a:lnTo>
                    <a:lnTo>
                      <a:pt x="1216" y="245"/>
                    </a:lnTo>
                    <a:lnTo>
                      <a:pt x="1191" y="227"/>
                    </a:lnTo>
                    <a:lnTo>
                      <a:pt x="1165" y="208"/>
                    </a:lnTo>
                    <a:lnTo>
                      <a:pt x="1136" y="190"/>
                    </a:lnTo>
                    <a:lnTo>
                      <a:pt x="1105" y="172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2" name="Freeform 93">
                <a:extLst>
                  <a:ext uri="{FF2B5EF4-FFF2-40B4-BE49-F238E27FC236}">
                    <a16:creationId xmlns:a16="http://schemas.microsoft.com/office/drawing/2014/main" id="{6732FE55-A43A-4C90-902E-4CA8E5ADB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888" y="3571875"/>
                <a:ext cx="60325" cy="152400"/>
              </a:xfrm>
              <a:custGeom>
                <a:avLst/>
                <a:gdLst>
                  <a:gd name="T0" fmla="*/ 2 w 192"/>
                  <a:gd name="T1" fmla="*/ 88 h 381"/>
                  <a:gd name="T2" fmla="*/ 0 w 192"/>
                  <a:gd name="T3" fmla="*/ 381 h 381"/>
                  <a:gd name="T4" fmla="*/ 190 w 192"/>
                  <a:gd name="T5" fmla="*/ 292 h 381"/>
                  <a:gd name="T6" fmla="*/ 192 w 192"/>
                  <a:gd name="T7" fmla="*/ 0 h 381"/>
                  <a:gd name="T8" fmla="*/ 2 w 192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2" y="88"/>
                    </a:moveTo>
                    <a:lnTo>
                      <a:pt x="0" y="381"/>
                    </a:lnTo>
                    <a:lnTo>
                      <a:pt x="190" y="292"/>
                    </a:lnTo>
                    <a:lnTo>
                      <a:pt x="192" y="0"/>
                    </a:lnTo>
                    <a:lnTo>
                      <a:pt x="2" y="8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3" name="Freeform 94">
                <a:extLst>
                  <a:ext uri="{FF2B5EF4-FFF2-40B4-BE49-F238E27FC236}">
                    <a16:creationId xmlns:a16="http://schemas.microsoft.com/office/drawing/2014/main" id="{DB2BB123-7397-4D3E-AA36-089941996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313" y="3371850"/>
                <a:ext cx="409575" cy="352425"/>
              </a:xfrm>
              <a:custGeom>
                <a:avLst/>
                <a:gdLst>
                  <a:gd name="T0" fmla="*/ 1 w 1291"/>
                  <a:gd name="T1" fmla="*/ 0 h 888"/>
                  <a:gd name="T2" fmla="*/ 0 w 1291"/>
                  <a:gd name="T3" fmla="*/ 292 h 888"/>
                  <a:gd name="T4" fmla="*/ 1289 w 1291"/>
                  <a:gd name="T5" fmla="*/ 888 h 888"/>
                  <a:gd name="T6" fmla="*/ 1291 w 1291"/>
                  <a:gd name="T7" fmla="*/ 595 h 888"/>
                  <a:gd name="T8" fmla="*/ 1 w 1291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1" h="888">
                    <a:moveTo>
                      <a:pt x="1" y="0"/>
                    </a:moveTo>
                    <a:lnTo>
                      <a:pt x="0" y="292"/>
                    </a:lnTo>
                    <a:lnTo>
                      <a:pt x="1289" y="888"/>
                    </a:lnTo>
                    <a:lnTo>
                      <a:pt x="1291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4" name="Freeform 95">
                <a:extLst>
                  <a:ext uri="{FF2B5EF4-FFF2-40B4-BE49-F238E27FC236}">
                    <a16:creationId xmlns:a16="http://schemas.microsoft.com/office/drawing/2014/main" id="{143A8D88-FAE9-4624-A837-EBECC6E48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6688" y="3435350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2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2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5" name="Freeform 96">
                <a:extLst>
                  <a:ext uri="{FF2B5EF4-FFF2-40B4-BE49-F238E27FC236}">
                    <a16:creationId xmlns:a16="http://schemas.microsoft.com/office/drawing/2014/main" id="{5A7210EC-38C4-49BA-AEDD-4418F3565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788" y="3765550"/>
                <a:ext cx="61913" cy="150813"/>
              </a:xfrm>
              <a:custGeom>
                <a:avLst/>
                <a:gdLst>
                  <a:gd name="T0" fmla="*/ 1 w 194"/>
                  <a:gd name="T1" fmla="*/ 0 h 381"/>
                  <a:gd name="T2" fmla="*/ 0 w 194"/>
                  <a:gd name="T3" fmla="*/ 292 h 381"/>
                  <a:gd name="T4" fmla="*/ 193 w 194"/>
                  <a:gd name="T5" fmla="*/ 381 h 381"/>
                  <a:gd name="T6" fmla="*/ 194 w 194"/>
                  <a:gd name="T7" fmla="*/ 88 h 381"/>
                  <a:gd name="T8" fmla="*/ 1 w 194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1">
                    <a:moveTo>
                      <a:pt x="1" y="0"/>
                    </a:moveTo>
                    <a:lnTo>
                      <a:pt x="0" y="292"/>
                    </a:lnTo>
                    <a:lnTo>
                      <a:pt x="193" y="381"/>
                    </a:lnTo>
                    <a:lnTo>
                      <a:pt x="194" y="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6" name="Freeform 97">
                <a:extLst>
                  <a:ext uri="{FF2B5EF4-FFF2-40B4-BE49-F238E27FC236}">
                    <a16:creationId xmlns:a16="http://schemas.microsoft.com/office/drawing/2014/main" id="{99A5F3D8-3088-4B52-8699-83DCACBF2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1588" y="3743325"/>
                <a:ext cx="422275" cy="285750"/>
              </a:xfrm>
              <a:custGeom>
                <a:avLst/>
                <a:gdLst>
                  <a:gd name="T0" fmla="*/ 1314 w 1332"/>
                  <a:gd name="T1" fmla="*/ 67 h 720"/>
                  <a:gd name="T2" fmla="*/ 1285 w 1332"/>
                  <a:gd name="T3" fmla="*/ 111 h 720"/>
                  <a:gd name="T4" fmla="*/ 1257 w 1332"/>
                  <a:gd name="T5" fmla="*/ 144 h 720"/>
                  <a:gd name="T6" fmla="*/ 1213 w 1332"/>
                  <a:gd name="T7" fmla="*/ 183 h 720"/>
                  <a:gd name="T8" fmla="*/ 1163 w 1332"/>
                  <a:gd name="T9" fmla="*/ 219 h 720"/>
                  <a:gd name="T10" fmla="*/ 1107 w 1332"/>
                  <a:gd name="T11" fmla="*/ 253 h 720"/>
                  <a:gd name="T12" fmla="*/ 1036 w 1332"/>
                  <a:gd name="T13" fmla="*/ 289 h 720"/>
                  <a:gd name="T14" fmla="*/ 913 w 1332"/>
                  <a:gd name="T15" fmla="*/ 339 h 720"/>
                  <a:gd name="T16" fmla="*/ 788 w 1332"/>
                  <a:gd name="T17" fmla="*/ 377 h 720"/>
                  <a:gd name="T18" fmla="*/ 727 w 1332"/>
                  <a:gd name="T19" fmla="*/ 391 h 720"/>
                  <a:gd name="T20" fmla="*/ 657 w 1332"/>
                  <a:gd name="T21" fmla="*/ 405 h 720"/>
                  <a:gd name="T22" fmla="*/ 587 w 1332"/>
                  <a:gd name="T23" fmla="*/ 416 h 720"/>
                  <a:gd name="T24" fmla="*/ 500 w 1332"/>
                  <a:gd name="T25" fmla="*/ 424 h 720"/>
                  <a:gd name="T26" fmla="*/ 443 w 1332"/>
                  <a:gd name="T27" fmla="*/ 427 h 720"/>
                  <a:gd name="T28" fmla="*/ 368 w 1332"/>
                  <a:gd name="T29" fmla="*/ 427 h 720"/>
                  <a:gd name="T30" fmla="*/ 303 w 1332"/>
                  <a:gd name="T31" fmla="*/ 422 h 720"/>
                  <a:gd name="T32" fmla="*/ 248 w 1332"/>
                  <a:gd name="T33" fmla="*/ 415 h 720"/>
                  <a:gd name="T34" fmla="*/ 212 w 1332"/>
                  <a:gd name="T35" fmla="*/ 408 h 720"/>
                  <a:gd name="T36" fmla="*/ 159 w 1332"/>
                  <a:gd name="T37" fmla="*/ 394 h 720"/>
                  <a:gd name="T38" fmla="*/ 99 w 1332"/>
                  <a:gd name="T39" fmla="*/ 369 h 720"/>
                  <a:gd name="T40" fmla="*/ 44 w 1332"/>
                  <a:gd name="T41" fmla="*/ 331 h 720"/>
                  <a:gd name="T42" fmla="*/ 11 w 1332"/>
                  <a:gd name="T43" fmla="*/ 287 h 720"/>
                  <a:gd name="T44" fmla="*/ 1 w 1332"/>
                  <a:gd name="T45" fmla="*/ 238 h 720"/>
                  <a:gd name="T46" fmla="*/ 6 w 1332"/>
                  <a:gd name="T47" fmla="*/ 570 h 720"/>
                  <a:gd name="T48" fmla="*/ 35 w 1332"/>
                  <a:gd name="T49" fmla="*/ 615 h 720"/>
                  <a:gd name="T50" fmla="*/ 85 w 1332"/>
                  <a:gd name="T51" fmla="*/ 655 h 720"/>
                  <a:gd name="T52" fmla="*/ 146 w 1332"/>
                  <a:gd name="T53" fmla="*/ 682 h 720"/>
                  <a:gd name="T54" fmla="*/ 181 w 1332"/>
                  <a:gd name="T55" fmla="*/ 693 h 720"/>
                  <a:gd name="T56" fmla="*/ 223 w 1332"/>
                  <a:gd name="T57" fmla="*/ 704 h 720"/>
                  <a:gd name="T58" fmla="*/ 247 w 1332"/>
                  <a:gd name="T59" fmla="*/ 708 h 720"/>
                  <a:gd name="T60" fmla="*/ 292 w 1332"/>
                  <a:gd name="T61" fmla="*/ 714 h 720"/>
                  <a:gd name="T62" fmla="*/ 335 w 1332"/>
                  <a:gd name="T63" fmla="*/ 718 h 720"/>
                  <a:gd name="T64" fmla="*/ 376 w 1332"/>
                  <a:gd name="T65" fmla="*/ 720 h 720"/>
                  <a:gd name="T66" fmla="*/ 427 w 1332"/>
                  <a:gd name="T67" fmla="*/ 720 h 720"/>
                  <a:gd name="T68" fmla="*/ 467 w 1332"/>
                  <a:gd name="T69" fmla="*/ 719 h 720"/>
                  <a:gd name="T70" fmla="*/ 516 w 1332"/>
                  <a:gd name="T71" fmla="*/ 716 h 720"/>
                  <a:gd name="T72" fmla="*/ 586 w 1332"/>
                  <a:gd name="T73" fmla="*/ 708 h 720"/>
                  <a:gd name="T74" fmla="*/ 627 w 1332"/>
                  <a:gd name="T75" fmla="*/ 702 h 720"/>
                  <a:gd name="T76" fmla="*/ 698 w 1332"/>
                  <a:gd name="T77" fmla="*/ 690 h 720"/>
                  <a:gd name="T78" fmla="*/ 776 w 1332"/>
                  <a:gd name="T79" fmla="*/ 672 h 720"/>
                  <a:gd name="T80" fmla="*/ 818 w 1332"/>
                  <a:gd name="T81" fmla="*/ 661 h 720"/>
                  <a:gd name="T82" fmla="*/ 914 w 1332"/>
                  <a:gd name="T83" fmla="*/ 631 h 720"/>
                  <a:gd name="T84" fmla="*/ 1043 w 1332"/>
                  <a:gd name="T85" fmla="*/ 578 h 720"/>
                  <a:gd name="T86" fmla="*/ 1093 w 1332"/>
                  <a:gd name="T87" fmla="*/ 552 h 720"/>
                  <a:gd name="T88" fmla="*/ 1152 w 1332"/>
                  <a:gd name="T89" fmla="*/ 518 h 720"/>
                  <a:gd name="T90" fmla="*/ 1194 w 1332"/>
                  <a:gd name="T91" fmla="*/ 490 h 720"/>
                  <a:gd name="T92" fmla="*/ 1234 w 1332"/>
                  <a:gd name="T93" fmla="*/ 457 h 720"/>
                  <a:gd name="T94" fmla="*/ 1258 w 1332"/>
                  <a:gd name="T95" fmla="*/ 435 h 720"/>
                  <a:gd name="T96" fmla="*/ 1284 w 1332"/>
                  <a:gd name="T97" fmla="*/ 404 h 720"/>
                  <a:gd name="T98" fmla="*/ 1303 w 1332"/>
                  <a:gd name="T99" fmla="*/ 377 h 720"/>
                  <a:gd name="T100" fmla="*/ 1319 w 1332"/>
                  <a:gd name="T101" fmla="*/ 346 h 720"/>
                  <a:gd name="T102" fmla="*/ 1327 w 1332"/>
                  <a:gd name="T103" fmla="*/ 325 h 720"/>
                  <a:gd name="T104" fmla="*/ 1332 w 1332"/>
                  <a:gd name="T10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0">
                    <a:moveTo>
                      <a:pt x="1327" y="34"/>
                    </a:moveTo>
                    <a:lnTo>
                      <a:pt x="1325" y="38"/>
                    </a:lnTo>
                    <a:lnTo>
                      <a:pt x="1324" y="43"/>
                    </a:lnTo>
                    <a:lnTo>
                      <a:pt x="1319" y="55"/>
                    </a:lnTo>
                    <a:lnTo>
                      <a:pt x="1314" y="67"/>
                    </a:lnTo>
                    <a:lnTo>
                      <a:pt x="1309" y="76"/>
                    </a:lnTo>
                    <a:lnTo>
                      <a:pt x="1304" y="85"/>
                    </a:lnTo>
                    <a:lnTo>
                      <a:pt x="1298" y="94"/>
                    </a:lnTo>
                    <a:lnTo>
                      <a:pt x="1292" y="103"/>
                    </a:lnTo>
                    <a:lnTo>
                      <a:pt x="1285" y="111"/>
                    </a:lnTo>
                    <a:lnTo>
                      <a:pt x="1279" y="119"/>
                    </a:lnTo>
                    <a:lnTo>
                      <a:pt x="1273" y="126"/>
                    </a:lnTo>
                    <a:lnTo>
                      <a:pt x="1265" y="134"/>
                    </a:lnTo>
                    <a:lnTo>
                      <a:pt x="1262" y="139"/>
                    </a:lnTo>
                    <a:lnTo>
                      <a:pt x="1257" y="144"/>
                    </a:lnTo>
                    <a:lnTo>
                      <a:pt x="1254" y="147"/>
                    </a:lnTo>
                    <a:lnTo>
                      <a:pt x="1250" y="150"/>
                    </a:lnTo>
                    <a:lnTo>
                      <a:pt x="1235" y="164"/>
                    </a:lnTo>
                    <a:lnTo>
                      <a:pt x="1219" y="178"/>
                    </a:lnTo>
                    <a:lnTo>
                      <a:pt x="1213" y="183"/>
                    </a:lnTo>
                    <a:lnTo>
                      <a:pt x="1207" y="188"/>
                    </a:lnTo>
                    <a:lnTo>
                      <a:pt x="1194" y="197"/>
                    </a:lnTo>
                    <a:lnTo>
                      <a:pt x="1182" y="206"/>
                    </a:lnTo>
                    <a:lnTo>
                      <a:pt x="1173" y="212"/>
                    </a:lnTo>
                    <a:lnTo>
                      <a:pt x="1163" y="219"/>
                    </a:lnTo>
                    <a:lnTo>
                      <a:pt x="1153" y="225"/>
                    </a:lnTo>
                    <a:lnTo>
                      <a:pt x="1143" y="232"/>
                    </a:lnTo>
                    <a:lnTo>
                      <a:pt x="1131" y="239"/>
                    </a:lnTo>
                    <a:lnTo>
                      <a:pt x="1118" y="246"/>
                    </a:lnTo>
                    <a:lnTo>
                      <a:pt x="1107" y="253"/>
                    </a:lnTo>
                    <a:lnTo>
                      <a:pt x="1094" y="260"/>
                    </a:lnTo>
                    <a:lnTo>
                      <a:pt x="1082" y="266"/>
                    </a:lnTo>
                    <a:lnTo>
                      <a:pt x="1069" y="273"/>
                    </a:lnTo>
                    <a:lnTo>
                      <a:pt x="1053" y="281"/>
                    </a:lnTo>
                    <a:lnTo>
                      <a:pt x="1036" y="289"/>
                    </a:lnTo>
                    <a:lnTo>
                      <a:pt x="1007" y="303"/>
                    </a:lnTo>
                    <a:lnTo>
                      <a:pt x="977" y="315"/>
                    </a:lnTo>
                    <a:lnTo>
                      <a:pt x="946" y="327"/>
                    </a:lnTo>
                    <a:lnTo>
                      <a:pt x="916" y="338"/>
                    </a:lnTo>
                    <a:lnTo>
                      <a:pt x="913" y="339"/>
                    </a:lnTo>
                    <a:lnTo>
                      <a:pt x="912" y="339"/>
                    </a:lnTo>
                    <a:lnTo>
                      <a:pt x="882" y="350"/>
                    </a:lnTo>
                    <a:lnTo>
                      <a:pt x="851" y="359"/>
                    </a:lnTo>
                    <a:lnTo>
                      <a:pt x="819" y="369"/>
                    </a:lnTo>
                    <a:lnTo>
                      <a:pt x="788" y="377"/>
                    </a:lnTo>
                    <a:lnTo>
                      <a:pt x="782" y="378"/>
                    </a:lnTo>
                    <a:lnTo>
                      <a:pt x="777" y="380"/>
                    </a:lnTo>
                    <a:lnTo>
                      <a:pt x="761" y="384"/>
                    </a:lnTo>
                    <a:lnTo>
                      <a:pt x="743" y="388"/>
                    </a:lnTo>
                    <a:lnTo>
                      <a:pt x="727" y="391"/>
                    </a:lnTo>
                    <a:lnTo>
                      <a:pt x="711" y="395"/>
                    </a:lnTo>
                    <a:lnTo>
                      <a:pt x="698" y="397"/>
                    </a:lnTo>
                    <a:lnTo>
                      <a:pt x="687" y="399"/>
                    </a:lnTo>
                    <a:lnTo>
                      <a:pt x="672" y="402"/>
                    </a:lnTo>
                    <a:lnTo>
                      <a:pt x="657" y="405"/>
                    </a:lnTo>
                    <a:lnTo>
                      <a:pt x="643" y="407"/>
                    </a:lnTo>
                    <a:lnTo>
                      <a:pt x="628" y="410"/>
                    </a:lnTo>
                    <a:lnTo>
                      <a:pt x="618" y="411"/>
                    </a:lnTo>
                    <a:lnTo>
                      <a:pt x="608" y="413"/>
                    </a:lnTo>
                    <a:lnTo>
                      <a:pt x="587" y="416"/>
                    </a:lnTo>
                    <a:lnTo>
                      <a:pt x="566" y="418"/>
                    </a:lnTo>
                    <a:lnTo>
                      <a:pt x="545" y="420"/>
                    </a:lnTo>
                    <a:lnTo>
                      <a:pt x="523" y="422"/>
                    </a:lnTo>
                    <a:lnTo>
                      <a:pt x="512" y="423"/>
                    </a:lnTo>
                    <a:lnTo>
                      <a:pt x="500" y="424"/>
                    </a:lnTo>
                    <a:lnTo>
                      <a:pt x="490" y="425"/>
                    </a:lnTo>
                    <a:lnTo>
                      <a:pt x="478" y="425"/>
                    </a:lnTo>
                    <a:lnTo>
                      <a:pt x="467" y="426"/>
                    </a:lnTo>
                    <a:lnTo>
                      <a:pt x="457" y="426"/>
                    </a:lnTo>
                    <a:lnTo>
                      <a:pt x="443" y="427"/>
                    </a:lnTo>
                    <a:lnTo>
                      <a:pt x="428" y="427"/>
                    </a:lnTo>
                    <a:lnTo>
                      <a:pt x="415" y="427"/>
                    </a:lnTo>
                    <a:lnTo>
                      <a:pt x="400" y="427"/>
                    </a:lnTo>
                    <a:lnTo>
                      <a:pt x="385" y="427"/>
                    </a:lnTo>
                    <a:lnTo>
                      <a:pt x="368" y="427"/>
                    </a:lnTo>
                    <a:lnTo>
                      <a:pt x="357" y="426"/>
                    </a:lnTo>
                    <a:lnTo>
                      <a:pt x="347" y="426"/>
                    </a:lnTo>
                    <a:lnTo>
                      <a:pt x="330" y="424"/>
                    </a:lnTo>
                    <a:lnTo>
                      <a:pt x="312" y="423"/>
                    </a:lnTo>
                    <a:lnTo>
                      <a:pt x="303" y="422"/>
                    </a:lnTo>
                    <a:lnTo>
                      <a:pt x="296" y="422"/>
                    </a:lnTo>
                    <a:lnTo>
                      <a:pt x="283" y="420"/>
                    </a:lnTo>
                    <a:lnTo>
                      <a:pt x="272" y="419"/>
                    </a:lnTo>
                    <a:lnTo>
                      <a:pt x="260" y="417"/>
                    </a:lnTo>
                    <a:lnTo>
                      <a:pt x="248" y="415"/>
                    </a:lnTo>
                    <a:lnTo>
                      <a:pt x="245" y="415"/>
                    </a:lnTo>
                    <a:lnTo>
                      <a:pt x="242" y="414"/>
                    </a:lnTo>
                    <a:lnTo>
                      <a:pt x="232" y="412"/>
                    </a:lnTo>
                    <a:lnTo>
                      <a:pt x="222" y="410"/>
                    </a:lnTo>
                    <a:lnTo>
                      <a:pt x="212" y="408"/>
                    </a:lnTo>
                    <a:lnTo>
                      <a:pt x="204" y="406"/>
                    </a:lnTo>
                    <a:lnTo>
                      <a:pt x="192" y="403"/>
                    </a:lnTo>
                    <a:lnTo>
                      <a:pt x="181" y="400"/>
                    </a:lnTo>
                    <a:lnTo>
                      <a:pt x="170" y="397"/>
                    </a:lnTo>
                    <a:lnTo>
                      <a:pt x="159" y="394"/>
                    </a:lnTo>
                    <a:lnTo>
                      <a:pt x="146" y="389"/>
                    </a:lnTo>
                    <a:lnTo>
                      <a:pt x="135" y="385"/>
                    </a:lnTo>
                    <a:lnTo>
                      <a:pt x="124" y="381"/>
                    </a:lnTo>
                    <a:lnTo>
                      <a:pt x="112" y="376"/>
                    </a:lnTo>
                    <a:lnTo>
                      <a:pt x="99" y="369"/>
                    </a:lnTo>
                    <a:lnTo>
                      <a:pt x="86" y="362"/>
                    </a:lnTo>
                    <a:lnTo>
                      <a:pt x="74" y="355"/>
                    </a:lnTo>
                    <a:lnTo>
                      <a:pt x="64" y="347"/>
                    </a:lnTo>
                    <a:lnTo>
                      <a:pt x="54" y="339"/>
                    </a:lnTo>
                    <a:lnTo>
                      <a:pt x="44" y="331"/>
                    </a:lnTo>
                    <a:lnTo>
                      <a:pt x="36" y="323"/>
                    </a:lnTo>
                    <a:lnTo>
                      <a:pt x="29" y="314"/>
                    </a:lnTo>
                    <a:lnTo>
                      <a:pt x="22" y="305"/>
                    </a:lnTo>
                    <a:lnTo>
                      <a:pt x="16" y="296"/>
                    </a:lnTo>
                    <a:lnTo>
                      <a:pt x="11" y="287"/>
                    </a:lnTo>
                    <a:lnTo>
                      <a:pt x="7" y="277"/>
                    </a:lnTo>
                    <a:lnTo>
                      <a:pt x="5" y="268"/>
                    </a:lnTo>
                    <a:lnTo>
                      <a:pt x="2" y="258"/>
                    </a:lnTo>
                    <a:lnTo>
                      <a:pt x="1" y="248"/>
                    </a:lnTo>
                    <a:lnTo>
                      <a:pt x="1" y="238"/>
                    </a:lnTo>
                    <a:lnTo>
                      <a:pt x="0" y="531"/>
                    </a:lnTo>
                    <a:lnTo>
                      <a:pt x="0" y="541"/>
                    </a:lnTo>
                    <a:lnTo>
                      <a:pt x="1" y="551"/>
                    </a:lnTo>
                    <a:lnTo>
                      <a:pt x="4" y="561"/>
                    </a:lnTo>
                    <a:lnTo>
                      <a:pt x="6" y="570"/>
                    </a:lnTo>
                    <a:lnTo>
                      <a:pt x="10" y="580"/>
                    </a:lnTo>
                    <a:lnTo>
                      <a:pt x="15" y="589"/>
                    </a:lnTo>
                    <a:lnTo>
                      <a:pt x="21" y="598"/>
                    </a:lnTo>
                    <a:lnTo>
                      <a:pt x="27" y="607"/>
                    </a:lnTo>
                    <a:lnTo>
                      <a:pt x="35" y="615"/>
                    </a:lnTo>
                    <a:lnTo>
                      <a:pt x="42" y="624"/>
                    </a:lnTo>
                    <a:lnTo>
                      <a:pt x="52" y="632"/>
                    </a:lnTo>
                    <a:lnTo>
                      <a:pt x="62" y="640"/>
                    </a:lnTo>
                    <a:lnTo>
                      <a:pt x="74" y="648"/>
                    </a:lnTo>
                    <a:lnTo>
                      <a:pt x="85" y="655"/>
                    </a:lnTo>
                    <a:lnTo>
                      <a:pt x="97" y="662"/>
                    </a:lnTo>
                    <a:lnTo>
                      <a:pt x="111" y="669"/>
                    </a:lnTo>
                    <a:lnTo>
                      <a:pt x="122" y="673"/>
                    </a:lnTo>
                    <a:lnTo>
                      <a:pt x="134" y="678"/>
                    </a:lnTo>
                    <a:lnTo>
                      <a:pt x="146" y="682"/>
                    </a:lnTo>
                    <a:lnTo>
                      <a:pt x="157" y="686"/>
                    </a:lnTo>
                    <a:lnTo>
                      <a:pt x="160" y="687"/>
                    </a:lnTo>
                    <a:lnTo>
                      <a:pt x="161" y="688"/>
                    </a:lnTo>
                    <a:lnTo>
                      <a:pt x="171" y="690"/>
                    </a:lnTo>
                    <a:lnTo>
                      <a:pt x="181" y="693"/>
                    </a:lnTo>
                    <a:lnTo>
                      <a:pt x="191" y="696"/>
                    </a:lnTo>
                    <a:lnTo>
                      <a:pt x="202" y="699"/>
                    </a:lnTo>
                    <a:lnTo>
                      <a:pt x="205" y="699"/>
                    </a:lnTo>
                    <a:lnTo>
                      <a:pt x="206" y="700"/>
                    </a:lnTo>
                    <a:lnTo>
                      <a:pt x="223" y="704"/>
                    </a:lnTo>
                    <a:lnTo>
                      <a:pt x="241" y="707"/>
                    </a:lnTo>
                    <a:lnTo>
                      <a:pt x="245" y="707"/>
                    </a:lnTo>
                    <a:lnTo>
                      <a:pt x="247" y="708"/>
                    </a:lnTo>
                    <a:lnTo>
                      <a:pt x="247" y="708"/>
                    </a:lnTo>
                    <a:lnTo>
                      <a:pt x="247" y="708"/>
                    </a:lnTo>
                    <a:lnTo>
                      <a:pt x="258" y="710"/>
                    </a:lnTo>
                    <a:lnTo>
                      <a:pt x="268" y="711"/>
                    </a:lnTo>
                    <a:lnTo>
                      <a:pt x="278" y="713"/>
                    </a:lnTo>
                    <a:lnTo>
                      <a:pt x="290" y="714"/>
                    </a:lnTo>
                    <a:lnTo>
                      <a:pt x="292" y="714"/>
                    </a:lnTo>
                    <a:lnTo>
                      <a:pt x="295" y="714"/>
                    </a:lnTo>
                    <a:lnTo>
                      <a:pt x="302" y="715"/>
                    </a:lnTo>
                    <a:lnTo>
                      <a:pt x="311" y="716"/>
                    </a:lnTo>
                    <a:lnTo>
                      <a:pt x="322" y="717"/>
                    </a:lnTo>
                    <a:lnTo>
                      <a:pt x="335" y="718"/>
                    </a:lnTo>
                    <a:lnTo>
                      <a:pt x="340" y="718"/>
                    </a:lnTo>
                    <a:lnTo>
                      <a:pt x="346" y="718"/>
                    </a:lnTo>
                    <a:lnTo>
                      <a:pt x="357" y="719"/>
                    </a:lnTo>
                    <a:lnTo>
                      <a:pt x="367" y="719"/>
                    </a:lnTo>
                    <a:lnTo>
                      <a:pt x="376" y="720"/>
                    </a:lnTo>
                    <a:lnTo>
                      <a:pt x="385" y="720"/>
                    </a:lnTo>
                    <a:lnTo>
                      <a:pt x="392" y="720"/>
                    </a:lnTo>
                    <a:lnTo>
                      <a:pt x="400" y="720"/>
                    </a:lnTo>
                    <a:lnTo>
                      <a:pt x="413" y="720"/>
                    </a:lnTo>
                    <a:lnTo>
                      <a:pt x="427" y="720"/>
                    </a:lnTo>
                    <a:lnTo>
                      <a:pt x="436" y="720"/>
                    </a:lnTo>
                    <a:lnTo>
                      <a:pt x="443" y="720"/>
                    </a:lnTo>
                    <a:lnTo>
                      <a:pt x="450" y="719"/>
                    </a:lnTo>
                    <a:lnTo>
                      <a:pt x="456" y="719"/>
                    </a:lnTo>
                    <a:lnTo>
                      <a:pt x="467" y="719"/>
                    </a:lnTo>
                    <a:lnTo>
                      <a:pt x="477" y="718"/>
                    </a:lnTo>
                    <a:lnTo>
                      <a:pt x="488" y="717"/>
                    </a:lnTo>
                    <a:lnTo>
                      <a:pt x="500" y="717"/>
                    </a:lnTo>
                    <a:lnTo>
                      <a:pt x="507" y="716"/>
                    </a:lnTo>
                    <a:lnTo>
                      <a:pt x="516" y="716"/>
                    </a:lnTo>
                    <a:lnTo>
                      <a:pt x="520" y="715"/>
                    </a:lnTo>
                    <a:lnTo>
                      <a:pt x="522" y="715"/>
                    </a:lnTo>
                    <a:lnTo>
                      <a:pt x="543" y="713"/>
                    </a:lnTo>
                    <a:lnTo>
                      <a:pt x="565" y="711"/>
                    </a:lnTo>
                    <a:lnTo>
                      <a:pt x="586" y="708"/>
                    </a:lnTo>
                    <a:lnTo>
                      <a:pt x="607" y="705"/>
                    </a:lnTo>
                    <a:lnTo>
                      <a:pt x="611" y="705"/>
                    </a:lnTo>
                    <a:lnTo>
                      <a:pt x="613" y="705"/>
                    </a:lnTo>
                    <a:lnTo>
                      <a:pt x="620" y="704"/>
                    </a:lnTo>
                    <a:lnTo>
                      <a:pt x="627" y="702"/>
                    </a:lnTo>
                    <a:lnTo>
                      <a:pt x="642" y="700"/>
                    </a:lnTo>
                    <a:lnTo>
                      <a:pt x="657" y="698"/>
                    </a:lnTo>
                    <a:lnTo>
                      <a:pt x="671" y="695"/>
                    </a:lnTo>
                    <a:lnTo>
                      <a:pt x="686" y="692"/>
                    </a:lnTo>
                    <a:lnTo>
                      <a:pt x="698" y="690"/>
                    </a:lnTo>
                    <a:lnTo>
                      <a:pt x="710" y="688"/>
                    </a:lnTo>
                    <a:lnTo>
                      <a:pt x="726" y="684"/>
                    </a:lnTo>
                    <a:lnTo>
                      <a:pt x="743" y="680"/>
                    </a:lnTo>
                    <a:lnTo>
                      <a:pt x="759" y="676"/>
                    </a:lnTo>
                    <a:lnTo>
                      <a:pt x="776" y="672"/>
                    </a:lnTo>
                    <a:lnTo>
                      <a:pt x="781" y="671"/>
                    </a:lnTo>
                    <a:lnTo>
                      <a:pt x="786" y="670"/>
                    </a:lnTo>
                    <a:lnTo>
                      <a:pt x="786" y="670"/>
                    </a:lnTo>
                    <a:lnTo>
                      <a:pt x="787" y="670"/>
                    </a:lnTo>
                    <a:lnTo>
                      <a:pt x="818" y="661"/>
                    </a:lnTo>
                    <a:lnTo>
                      <a:pt x="849" y="652"/>
                    </a:lnTo>
                    <a:lnTo>
                      <a:pt x="881" y="643"/>
                    </a:lnTo>
                    <a:lnTo>
                      <a:pt x="911" y="632"/>
                    </a:lnTo>
                    <a:lnTo>
                      <a:pt x="913" y="632"/>
                    </a:lnTo>
                    <a:lnTo>
                      <a:pt x="914" y="631"/>
                    </a:lnTo>
                    <a:lnTo>
                      <a:pt x="946" y="620"/>
                    </a:lnTo>
                    <a:lnTo>
                      <a:pt x="976" y="608"/>
                    </a:lnTo>
                    <a:lnTo>
                      <a:pt x="1006" y="595"/>
                    </a:lnTo>
                    <a:lnTo>
                      <a:pt x="1034" y="582"/>
                    </a:lnTo>
                    <a:lnTo>
                      <a:pt x="1043" y="578"/>
                    </a:lnTo>
                    <a:lnTo>
                      <a:pt x="1051" y="575"/>
                    </a:lnTo>
                    <a:lnTo>
                      <a:pt x="1059" y="570"/>
                    </a:lnTo>
                    <a:lnTo>
                      <a:pt x="1068" y="565"/>
                    </a:lnTo>
                    <a:lnTo>
                      <a:pt x="1081" y="559"/>
                    </a:lnTo>
                    <a:lnTo>
                      <a:pt x="1093" y="552"/>
                    </a:lnTo>
                    <a:lnTo>
                      <a:pt x="1106" y="546"/>
                    </a:lnTo>
                    <a:lnTo>
                      <a:pt x="1117" y="539"/>
                    </a:lnTo>
                    <a:lnTo>
                      <a:pt x="1129" y="532"/>
                    </a:lnTo>
                    <a:lnTo>
                      <a:pt x="1142" y="524"/>
                    </a:lnTo>
                    <a:lnTo>
                      <a:pt x="1152" y="518"/>
                    </a:lnTo>
                    <a:lnTo>
                      <a:pt x="1162" y="511"/>
                    </a:lnTo>
                    <a:lnTo>
                      <a:pt x="1172" y="505"/>
                    </a:lnTo>
                    <a:lnTo>
                      <a:pt x="1182" y="498"/>
                    </a:lnTo>
                    <a:lnTo>
                      <a:pt x="1188" y="494"/>
                    </a:lnTo>
                    <a:lnTo>
                      <a:pt x="1194" y="490"/>
                    </a:lnTo>
                    <a:lnTo>
                      <a:pt x="1201" y="485"/>
                    </a:lnTo>
                    <a:lnTo>
                      <a:pt x="1206" y="480"/>
                    </a:lnTo>
                    <a:lnTo>
                      <a:pt x="1212" y="476"/>
                    </a:lnTo>
                    <a:lnTo>
                      <a:pt x="1218" y="471"/>
                    </a:lnTo>
                    <a:lnTo>
                      <a:pt x="1234" y="457"/>
                    </a:lnTo>
                    <a:lnTo>
                      <a:pt x="1249" y="443"/>
                    </a:lnTo>
                    <a:lnTo>
                      <a:pt x="1253" y="440"/>
                    </a:lnTo>
                    <a:lnTo>
                      <a:pt x="1255" y="437"/>
                    </a:lnTo>
                    <a:lnTo>
                      <a:pt x="1257" y="436"/>
                    </a:lnTo>
                    <a:lnTo>
                      <a:pt x="1258" y="435"/>
                    </a:lnTo>
                    <a:lnTo>
                      <a:pt x="1262" y="431"/>
                    </a:lnTo>
                    <a:lnTo>
                      <a:pt x="1264" y="427"/>
                    </a:lnTo>
                    <a:lnTo>
                      <a:pt x="1272" y="419"/>
                    </a:lnTo>
                    <a:lnTo>
                      <a:pt x="1278" y="411"/>
                    </a:lnTo>
                    <a:lnTo>
                      <a:pt x="1284" y="404"/>
                    </a:lnTo>
                    <a:lnTo>
                      <a:pt x="1290" y="396"/>
                    </a:lnTo>
                    <a:lnTo>
                      <a:pt x="1292" y="394"/>
                    </a:lnTo>
                    <a:lnTo>
                      <a:pt x="1294" y="392"/>
                    </a:lnTo>
                    <a:lnTo>
                      <a:pt x="1298" y="385"/>
                    </a:lnTo>
                    <a:lnTo>
                      <a:pt x="1303" y="377"/>
                    </a:lnTo>
                    <a:lnTo>
                      <a:pt x="1308" y="369"/>
                    </a:lnTo>
                    <a:lnTo>
                      <a:pt x="1313" y="360"/>
                    </a:lnTo>
                    <a:lnTo>
                      <a:pt x="1314" y="358"/>
                    </a:lnTo>
                    <a:lnTo>
                      <a:pt x="1315" y="356"/>
                    </a:lnTo>
                    <a:lnTo>
                      <a:pt x="1319" y="346"/>
                    </a:lnTo>
                    <a:lnTo>
                      <a:pt x="1323" y="336"/>
                    </a:lnTo>
                    <a:lnTo>
                      <a:pt x="1324" y="331"/>
                    </a:lnTo>
                    <a:lnTo>
                      <a:pt x="1325" y="326"/>
                    </a:lnTo>
                    <a:lnTo>
                      <a:pt x="1327" y="326"/>
                    </a:lnTo>
                    <a:lnTo>
                      <a:pt x="1327" y="325"/>
                    </a:lnTo>
                    <a:lnTo>
                      <a:pt x="1329" y="311"/>
                    </a:lnTo>
                    <a:lnTo>
                      <a:pt x="1330" y="297"/>
                    </a:lnTo>
                    <a:lnTo>
                      <a:pt x="1330" y="294"/>
                    </a:lnTo>
                    <a:lnTo>
                      <a:pt x="1330" y="292"/>
                    </a:lnTo>
                    <a:lnTo>
                      <a:pt x="1332" y="0"/>
                    </a:lnTo>
                    <a:lnTo>
                      <a:pt x="1332" y="8"/>
                    </a:lnTo>
                    <a:lnTo>
                      <a:pt x="1330" y="16"/>
                    </a:lnTo>
                    <a:lnTo>
                      <a:pt x="1329" y="25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7" name="Freeform 98">
                <a:extLst>
                  <a:ext uri="{FF2B5EF4-FFF2-40B4-BE49-F238E27FC236}">
                    <a16:creationId xmlns:a16="http://schemas.microsoft.com/office/drawing/2014/main" id="{CF0C7CBF-FDFF-4E37-86E8-B9CE6CAA7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951" y="3765550"/>
                <a:ext cx="350838" cy="320675"/>
              </a:xfrm>
              <a:custGeom>
                <a:avLst/>
                <a:gdLst>
                  <a:gd name="T0" fmla="*/ 0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2 h 807"/>
                  <a:gd name="T6" fmla="*/ 1107 w 1107"/>
                  <a:gd name="T7" fmla="*/ 0 h 807"/>
                  <a:gd name="T8" fmla="*/ 0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0" y="514"/>
                    </a:moveTo>
                    <a:lnTo>
                      <a:pt x="0" y="807"/>
                    </a:lnTo>
                    <a:lnTo>
                      <a:pt x="1106" y="292"/>
                    </a:lnTo>
                    <a:lnTo>
                      <a:pt x="1107" y="0"/>
                    </a:lnTo>
                    <a:lnTo>
                      <a:pt x="0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8" name="Freeform 99">
                <a:extLst>
                  <a:ext uri="{FF2B5EF4-FFF2-40B4-BE49-F238E27FC236}">
                    <a16:creationId xmlns:a16="http://schemas.microsoft.com/office/drawing/2014/main" id="{F8D08B3B-7E68-4548-8B4D-05D1DD991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376" y="373380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3 h 888"/>
                  <a:gd name="T4" fmla="*/ 1289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9" name="Freeform 100">
                <a:extLst>
                  <a:ext uri="{FF2B5EF4-FFF2-40B4-BE49-F238E27FC236}">
                    <a16:creationId xmlns:a16="http://schemas.microsoft.com/office/drawing/2014/main" id="{268EEEB1-7B70-413D-AA9C-E19A6D3F2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313" y="2836863"/>
                <a:ext cx="1954213" cy="1131888"/>
              </a:xfrm>
              <a:custGeom>
                <a:avLst/>
                <a:gdLst>
                  <a:gd name="T0" fmla="*/ 5586 w 6156"/>
                  <a:gd name="T1" fmla="*/ 2104 h 2854"/>
                  <a:gd name="T2" fmla="*/ 5351 w 6156"/>
                  <a:gd name="T3" fmla="*/ 2099 h 2854"/>
                  <a:gd name="T4" fmla="*/ 4677 w 6156"/>
                  <a:gd name="T5" fmla="*/ 1001 h 2854"/>
                  <a:gd name="T6" fmla="*/ 4711 w 6156"/>
                  <a:gd name="T7" fmla="*/ 1116 h 2854"/>
                  <a:gd name="T8" fmla="*/ 4642 w 6156"/>
                  <a:gd name="T9" fmla="*/ 1212 h 2854"/>
                  <a:gd name="T10" fmla="*/ 4492 w 6156"/>
                  <a:gd name="T11" fmla="*/ 1269 h 2854"/>
                  <a:gd name="T12" fmla="*/ 4301 w 6156"/>
                  <a:gd name="T13" fmla="*/ 1286 h 2854"/>
                  <a:gd name="T14" fmla="*/ 4083 w 6156"/>
                  <a:gd name="T15" fmla="*/ 1268 h 2854"/>
                  <a:gd name="T16" fmla="*/ 3860 w 6156"/>
                  <a:gd name="T17" fmla="*/ 1217 h 2854"/>
                  <a:gd name="T18" fmla="*/ 3649 w 6156"/>
                  <a:gd name="T19" fmla="*/ 1135 h 2854"/>
                  <a:gd name="T20" fmla="*/ 3490 w 6156"/>
                  <a:gd name="T21" fmla="*/ 1034 h 2854"/>
                  <a:gd name="T22" fmla="*/ 3399 w 6156"/>
                  <a:gd name="T23" fmla="*/ 930 h 2854"/>
                  <a:gd name="T24" fmla="*/ 3380 w 6156"/>
                  <a:gd name="T25" fmla="*/ 832 h 2854"/>
                  <a:gd name="T26" fmla="*/ 3439 w 6156"/>
                  <a:gd name="T27" fmla="*/ 749 h 2854"/>
                  <a:gd name="T28" fmla="*/ 3589 w 6156"/>
                  <a:gd name="T29" fmla="*/ 687 h 2854"/>
                  <a:gd name="T30" fmla="*/ 3811 w 6156"/>
                  <a:gd name="T31" fmla="*/ 669 h 2854"/>
                  <a:gd name="T32" fmla="*/ 2894 w 6156"/>
                  <a:gd name="T33" fmla="*/ 0 h 2854"/>
                  <a:gd name="T34" fmla="*/ 1630 w 6156"/>
                  <a:gd name="T35" fmla="*/ 342 h 2854"/>
                  <a:gd name="T36" fmla="*/ 1588 w 6156"/>
                  <a:gd name="T37" fmla="*/ 239 h 2854"/>
                  <a:gd name="T38" fmla="*/ 1455 w 6156"/>
                  <a:gd name="T39" fmla="*/ 169 h 2854"/>
                  <a:gd name="T40" fmla="*/ 1275 w 6156"/>
                  <a:gd name="T41" fmla="*/ 142 h 2854"/>
                  <a:gd name="T42" fmla="*/ 1064 w 6156"/>
                  <a:gd name="T43" fmla="*/ 150 h 2854"/>
                  <a:gd name="T44" fmla="*/ 840 w 6156"/>
                  <a:gd name="T45" fmla="*/ 192 h 2854"/>
                  <a:gd name="T46" fmla="*/ 624 w 6156"/>
                  <a:gd name="T47" fmla="*/ 266 h 2854"/>
                  <a:gd name="T48" fmla="*/ 446 w 6156"/>
                  <a:gd name="T49" fmla="*/ 363 h 2854"/>
                  <a:gd name="T50" fmla="*/ 338 w 6156"/>
                  <a:gd name="T51" fmla="*/ 467 h 2854"/>
                  <a:gd name="T52" fmla="*/ 299 w 6156"/>
                  <a:gd name="T53" fmla="*/ 567 h 2854"/>
                  <a:gd name="T54" fmla="*/ 336 w 6156"/>
                  <a:gd name="T55" fmla="*/ 656 h 2854"/>
                  <a:gd name="T56" fmla="*/ 459 w 6156"/>
                  <a:gd name="T57" fmla="*/ 725 h 2854"/>
                  <a:gd name="T58" fmla="*/ 666 w 6156"/>
                  <a:gd name="T59" fmla="*/ 757 h 2854"/>
                  <a:gd name="T60" fmla="*/ 916 w 6156"/>
                  <a:gd name="T61" fmla="*/ 742 h 2854"/>
                  <a:gd name="T62" fmla="*/ 1453 w 6156"/>
                  <a:gd name="T63" fmla="*/ 1803 h 2854"/>
                  <a:gd name="T64" fmla="*/ 1462 w 6156"/>
                  <a:gd name="T65" fmla="*/ 1694 h 2854"/>
                  <a:gd name="T66" fmla="*/ 1575 w 6156"/>
                  <a:gd name="T67" fmla="*/ 1611 h 2854"/>
                  <a:gd name="T68" fmla="*/ 1741 w 6156"/>
                  <a:gd name="T69" fmla="*/ 1574 h 2854"/>
                  <a:gd name="T70" fmla="*/ 1946 w 6156"/>
                  <a:gd name="T71" fmla="*/ 1572 h 2854"/>
                  <a:gd name="T72" fmla="*/ 2169 w 6156"/>
                  <a:gd name="T73" fmla="*/ 1604 h 2854"/>
                  <a:gd name="T74" fmla="*/ 2389 w 6156"/>
                  <a:gd name="T75" fmla="*/ 1669 h 2854"/>
                  <a:gd name="T76" fmla="*/ 2584 w 6156"/>
                  <a:gd name="T77" fmla="*/ 1762 h 2854"/>
                  <a:gd name="T78" fmla="*/ 2714 w 6156"/>
                  <a:gd name="T79" fmla="*/ 1865 h 2854"/>
                  <a:gd name="T80" fmla="*/ 2775 w 6156"/>
                  <a:gd name="T81" fmla="*/ 1967 h 2854"/>
                  <a:gd name="T82" fmla="*/ 2761 w 6156"/>
                  <a:gd name="T83" fmla="*/ 2060 h 2854"/>
                  <a:gd name="T84" fmla="*/ 2669 w 6156"/>
                  <a:gd name="T85" fmla="*/ 2135 h 2854"/>
                  <a:gd name="T86" fmla="*/ 2479 w 6156"/>
                  <a:gd name="T87" fmla="*/ 2181 h 2854"/>
                  <a:gd name="T88" fmla="*/ 2238 w 6156"/>
                  <a:gd name="T89" fmla="*/ 2179 h 2854"/>
                  <a:gd name="T90" fmla="*/ 4551 w 6156"/>
                  <a:gd name="T91" fmla="*/ 2445 h 2854"/>
                  <a:gd name="T92" fmla="*/ 4533 w 6156"/>
                  <a:gd name="T93" fmla="*/ 2559 h 2854"/>
                  <a:gd name="T94" fmla="*/ 4618 w 6156"/>
                  <a:gd name="T95" fmla="*/ 2651 h 2854"/>
                  <a:gd name="T96" fmla="*/ 4774 w 6156"/>
                  <a:gd name="T97" fmla="*/ 2701 h 2854"/>
                  <a:gd name="T98" fmla="*/ 4970 w 6156"/>
                  <a:gd name="T99" fmla="*/ 2713 h 2854"/>
                  <a:gd name="T100" fmla="*/ 5190 w 6156"/>
                  <a:gd name="T101" fmla="*/ 2690 h 2854"/>
                  <a:gd name="T102" fmla="*/ 5413 w 6156"/>
                  <a:gd name="T103" fmla="*/ 2634 h 2854"/>
                  <a:gd name="T104" fmla="*/ 5618 w 6156"/>
                  <a:gd name="T105" fmla="*/ 2548 h 2854"/>
                  <a:gd name="T106" fmla="*/ 5766 w 6156"/>
                  <a:gd name="T107" fmla="*/ 2447 h 2854"/>
                  <a:gd name="T108" fmla="*/ 5846 w 6156"/>
                  <a:gd name="T109" fmla="*/ 2343 h 2854"/>
                  <a:gd name="T110" fmla="*/ 5852 w 6156"/>
                  <a:gd name="T111" fmla="*/ 2246 h 2854"/>
                  <a:gd name="T112" fmla="*/ 5781 w 6156"/>
                  <a:gd name="T113" fmla="*/ 2166 h 2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6" h="2854">
                    <a:moveTo>
                      <a:pt x="5746" y="2147"/>
                    </a:moveTo>
                    <a:lnTo>
                      <a:pt x="5724" y="2137"/>
                    </a:lnTo>
                    <a:lnTo>
                      <a:pt x="5699" y="2129"/>
                    </a:lnTo>
                    <a:lnTo>
                      <a:pt x="5673" y="2121"/>
                    </a:lnTo>
                    <a:lnTo>
                      <a:pt x="5645" y="2114"/>
                    </a:lnTo>
                    <a:lnTo>
                      <a:pt x="5616" y="2109"/>
                    </a:lnTo>
                    <a:lnTo>
                      <a:pt x="5586" y="2104"/>
                    </a:lnTo>
                    <a:lnTo>
                      <a:pt x="5556" y="2101"/>
                    </a:lnTo>
                    <a:lnTo>
                      <a:pt x="5524" y="2098"/>
                    </a:lnTo>
                    <a:lnTo>
                      <a:pt x="5491" y="2096"/>
                    </a:lnTo>
                    <a:lnTo>
                      <a:pt x="5458" y="2096"/>
                    </a:lnTo>
                    <a:lnTo>
                      <a:pt x="5423" y="2096"/>
                    </a:lnTo>
                    <a:lnTo>
                      <a:pt x="5388" y="2097"/>
                    </a:lnTo>
                    <a:lnTo>
                      <a:pt x="5351" y="2099"/>
                    </a:lnTo>
                    <a:lnTo>
                      <a:pt x="5315" y="2103"/>
                    </a:lnTo>
                    <a:lnTo>
                      <a:pt x="5279" y="2107"/>
                    </a:lnTo>
                    <a:lnTo>
                      <a:pt x="5243" y="2112"/>
                    </a:lnTo>
                    <a:lnTo>
                      <a:pt x="5050" y="2023"/>
                    </a:lnTo>
                    <a:lnTo>
                      <a:pt x="6156" y="1509"/>
                    </a:lnTo>
                    <a:lnTo>
                      <a:pt x="4867" y="912"/>
                    </a:lnTo>
                    <a:lnTo>
                      <a:pt x="4677" y="1001"/>
                    </a:lnTo>
                    <a:lnTo>
                      <a:pt x="4687" y="1018"/>
                    </a:lnTo>
                    <a:lnTo>
                      <a:pt x="4697" y="1035"/>
                    </a:lnTo>
                    <a:lnTo>
                      <a:pt x="4703" y="1052"/>
                    </a:lnTo>
                    <a:lnTo>
                      <a:pt x="4708" y="1068"/>
                    </a:lnTo>
                    <a:lnTo>
                      <a:pt x="4711" y="1085"/>
                    </a:lnTo>
                    <a:lnTo>
                      <a:pt x="4712" y="1101"/>
                    </a:lnTo>
                    <a:lnTo>
                      <a:pt x="4711" y="1116"/>
                    </a:lnTo>
                    <a:lnTo>
                      <a:pt x="4707" y="1131"/>
                    </a:lnTo>
                    <a:lnTo>
                      <a:pt x="4702" y="1146"/>
                    </a:lnTo>
                    <a:lnTo>
                      <a:pt x="4694" y="1161"/>
                    </a:lnTo>
                    <a:lnTo>
                      <a:pt x="4684" y="1174"/>
                    </a:lnTo>
                    <a:lnTo>
                      <a:pt x="4672" y="1188"/>
                    </a:lnTo>
                    <a:lnTo>
                      <a:pt x="4658" y="1200"/>
                    </a:lnTo>
                    <a:lnTo>
                      <a:pt x="4642" y="1212"/>
                    </a:lnTo>
                    <a:lnTo>
                      <a:pt x="4623" y="1224"/>
                    </a:lnTo>
                    <a:lnTo>
                      <a:pt x="4602" y="1234"/>
                    </a:lnTo>
                    <a:lnTo>
                      <a:pt x="4582" y="1243"/>
                    </a:lnTo>
                    <a:lnTo>
                      <a:pt x="4562" y="1251"/>
                    </a:lnTo>
                    <a:lnTo>
                      <a:pt x="4539" y="1257"/>
                    </a:lnTo>
                    <a:lnTo>
                      <a:pt x="4517" y="1264"/>
                    </a:lnTo>
                    <a:lnTo>
                      <a:pt x="4492" y="1269"/>
                    </a:lnTo>
                    <a:lnTo>
                      <a:pt x="4468" y="1274"/>
                    </a:lnTo>
                    <a:lnTo>
                      <a:pt x="4442" y="1278"/>
                    </a:lnTo>
                    <a:lnTo>
                      <a:pt x="4416" y="1281"/>
                    </a:lnTo>
                    <a:lnTo>
                      <a:pt x="4388" y="1283"/>
                    </a:lnTo>
                    <a:lnTo>
                      <a:pt x="4359" y="1285"/>
                    </a:lnTo>
                    <a:lnTo>
                      <a:pt x="4331" y="1286"/>
                    </a:lnTo>
                    <a:lnTo>
                      <a:pt x="4301" y="1286"/>
                    </a:lnTo>
                    <a:lnTo>
                      <a:pt x="4271" y="1286"/>
                    </a:lnTo>
                    <a:lnTo>
                      <a:pt x="4241" y="1284"/>
                    </a:lnTo>
                    <a:lnTo>
                      <a:pt x="4210" y="1283"/>
                    </a:lnTo>
                    <a:lnTo>
                      <a:pt x="4178" y="1280"/>
                    </a:lnTo>
                    <a:lnTo>
                      <a:pt x="4147" y="1277"/>
                    </a:lnTo>
                    <a:lnTo>
                      <a:pt x="4116" y="1273"/>
                    </a:lnTo>
                    <a:lnTo>
                      <a:pt x="4083" y="1268"/>
                    </a:lnTo>
                    <a:lnTo>
                      <a:pt x="4052" y="1263"/>
                    </a:lnTo>
                    <a:lnTo>
                      <a:pt x="4020" y="1257"/>
                    </a:lnTo>
                    <a:lnTo>
                      <a:pt x="3987" y="1250"/>
                    </a:lnTo>
                    <a:lnTo>
                      <a:pt x="3955" y="1243"/>
                    </a:lnTo>
                    <a:lnTo>
                      <a:pt x="3923" y="1235"/>
                    </a:lnTo>
                    <a:lnTo>
                      <a:pt x="3891" y="1226"/>
                    </a:lnTo>
                    <a:lnTo>
                      <a:pt x="3860" y="1217"/>
                    </a:lnTo>
                    <a:lnTo>
                      <a:pt x="3828" y="1207"/>
                    </a:lnTo>
                    <a:lnTo>
                      <a:pt x="3797" y="1196"/>
                    </a:lnTo>
                    <a:lnTo>
                      <a:pt x="3766" y="1185"/>
                    </a:lnTo>
                    <a:lnTo>
                      <a:pt x="3736" y="1173"/>
                    </a:lnTo>
                    <a:lnTo>
                      <a:pt x="3706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6" y="1107"/>
                    </a:lnTo>
                    <a:lnTo>
                      <a:pt x="3572" y="1093"/>
                    </a:lnTo>
                    <a:lnTo>
                      <a:pt x="3550" y="1078"/>
                    </a:lnTo>
                    <a:lnTo>
                      <a:pt x="3529" y="1064"/>
                    </a:lnTo>
                    <a:lnTo>
                      <a:pt x="3509" y="1049"/>
                    </a:lnTo>
                    <a:lnTo>
                      <a:pt x="3490" y="1034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1" y="990"/>
                    </a:lnTo>
                    <a:lnTo>
                      <a:pt x="3429" y="975"/>
                    </a:lnTo>
                    <a:lnTo>
                      <a:pt x="3417" y="960"/>
                    </a:lnTo>
                    <a:lnTo>
                      <a:pt x="3407" y="945"/>
                    </a:lnTo>
                    <a:lnTo>
                      <a:pt x="3399" y="930"/>
                    </a:lnTo>
                    <a:lnTo>
                      <a:pt x="3391" y="916"/>
                    </a:lnTo>
                    <a:lnTo>
                      <a:pt x="3385" y="901"/>
                    </a:lnTo>
                    <a:lnTo>
                      <a:pt x="3381" y="887"/>
                    </a:lnTo>
                    <a:lnTo>
                      <a:pt x="3379" y="873"/>
                    </a:lnTo>
                    <a:lnTo>
                      <a:pt x="3377" y="859"/>
                    </a:lnTo>
                    <a:lnTo>
                      <a:pt x="3377" y="845"/>
                    </a:lnTo>
                    <a:lnTo>
                      <a:pt x="3380" y="832"/>
                    </a:lnTo>
                    <a:lnTo>
                      <a:pt x="3384" y="819"/>
                    </a:lnTo>
                    <a:lnTo>
                      <a:pt x="3389" y="806"/>
                    </a:lnTo>
                    <a:lnTo>
                      <a:pt x="3395" y="794"/>
                    </a:lnTo>
                    <a:lnTo>
                      <a:pt x="3404" y="782"/>
                    </a:lnTo>
                    <a:lnTo>
                      <a:pt x="3414" y="770"/>
                    </a:lnTo>
                    <a:lnTo>
                      <a:pt x="3425" y="759"/>
                    </a:lnTo>
                    <a:lnTo>
                      <a:pt x="3439" y="749"/>
                    </a:lnTo>
                    <a:lnTo>
                      <a:pt x="3454" y="738"/>
                    </a:lnTo>
                    <a:lnTo>
                      <a:pt x="3470" y="729"/>
                    </a:lnTo>
                    <a:lnTo>
                      <a:pt x="3487" y="720"/>
                    </a:lnTo>
                    <a:lnTo>
                      <a:pt x="3511" y="710"/>
                    </a:lnTo>
                    <a:lnTo>
                      <a:pt x="3535" y="701"/>
                    </a:lnTo>
                    <a:lnTo>
                      <a:pt x="3561" y="694"/>
                    </a:lnTo>
                    <a:lnTo>
                      <a:pt x="3589" y="687"/>
                    </a:lnTo>
                    <a:lnTo>
                      <a:pt x="3617" y="681"/>
                    </a:lnTo>
                    <a:lnTo>
                      <a:pt x="3647" y="677"/>
                    </a:lnTo>
                    <a:lnTo>
                      <a:pt x="3677" y="673"/>
                    </a:lnTo>
                    <a:lnTo>
                      <a:pt x="3710" y="671"/>
                    </a:lnTo>
                    <a:lnTo>
                      <a:pt x="3742" y="669"/>
                    </a:lnTo>
                    <a:lnTo>
                      <a:pt x="3776" y="668"/>
                    </a:lnTo>
                    <a:lnTo>
                      <a:pt x="3811" y="669"/>
                    </a:lnTo>
                    <a:lnTo>
                      <a:pt x="3846" y="670"/>
                    </a:lnTo>
                    <a:lnTo>
                      <a:pt x="3882" y="672"/>
                    </a:lnTo>
                    <a:lnTo>
                      <a:pt x="3918" y="675"/>
                    </a:lnTo>
                    <a:lnTo>
                      <a:pt x="3955" y="679"/>
                    </a:lnTo>
                    <a:lnTo>
                      <a:pt x="3991" y="684"/>
                    </a:lnTo>
                    <a:lnTo>
                      <a:pt x="4182" y="596"/>
                    </a:lnTo>
                    <a:lnTo>
                      <a:pt x="2894" y="0"/>
                    </a:lnTo>
                    <a:lnTo>
                      <a:pt x="1788" y="514"/>
                    </a:lnTo>
                    <a:lnTo>
                      <a:pt x="1596" y="426"/>
                    </a:lnTo>
                    <a:lnTo>
                      <a:pt x="1607" y="409"/>
                    </a:lnTo>
                    <a:lnTo>
                      <a:pt x="1616" y="392"/>
                    </a:lnTo>
                    <a:lnTo>
                      <a:pt x="1622" y="375"/>
                    </a:lnTo>
                    <a:lnTo>
                      <a:pt x="1627" y="358"/>
                    </a:lnTo>
                    <a:lnTo>
                      <a:pt x="1630" y="342"/>
                    </a:lnTo>
                    <a:lnTo>
                      <a:pt x="1630" y="326"/>
                    </a:lnTo>
                    <a:lnTo>
                      <a:pt x="1628" y="310"/>
                    </a:lnTo>
                    <a:lnTo>
                      <a:pt x="1625" y="295"/>
                    </a:lnTo>
                    <a:lnTo>
                      <a:pt x="1618" y="280"/>
                    </a:lnTo>
                    <a:lnTo>
                      <a:pt x="1611" y="266"/>
                    </a:lnTo>
                    <a:lnTo>
                      <a:pt x="1601" y="252"/>
                    </a:lnTo>
                    <a:lnTo>
                      <a:pt x="1588" y="239"/>
                    </a:lnTo>
                    <a:lnTo>
                      <a:pt x="1575" y="226"/>
                    </a:lnTo>
                    <a:lnTo>
                      <a:pt x="1558" y="214"/>
                    </a:lnTo>
                    <a:lnTo>
                      <a:pt x="1538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5" y="169"/>
                    </a:lnTo>
                    <a:lnTo>
                      <a:pt x="1432" y="163"/>
                    </a:lnTo>
                    <a:lnTo>
                      <a:pt x="1408" y="157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1" y="146"/>
                    </a:lnTo>
                    <a:lnTo>
                      <a:pt x="1303" y="143"/>
                    </a:lnTo>
                    <a:lnTo>
                      <a:pt x="1275" y="142"/>
                    </a:lnTo>
                    <a:lnTo>
                      <a:pt x="1246" y="141"/>
                    </a:lnTo>
                    <a:lnTo>
                      <a:pt x="1217" y="140"/>
                    </a:lnTo>
                    <a:lnTo>
                      <a:pt x="1187" y="141"/>
                    </a:lnTo>
                    <a:lnTo>
                      <a:pt x="1156" y="142"/>
                    </a:lnTo>
                    <a:lnTo>
                      <a:pt x="1126" y="144"/>
                    </a:lnTo>
                    <a:lnTo>
                      <a:pt x="1095" y="147"/>
                    </a:lnTo>
                    <a:lnTo>
                      <a:pt x="1064" y="150"/>
                    </a:lnTo>
                    <a:lnTo>
                      <a:pt x="1031" y="154"/>
                    </a:lnTo>
                    <a:lnTo>
                      <a:pt x="1000" y="158"/>
                    </a:lnTo>
                    <a:lnTo>
                      <a:pt x="967" y="164"/>
                    </a:lnTo>
                    <a:lnTo>
                      <a:pt x="935" y="170"/>
                    </a:lnTo>
                    <a:lnTo>
                      <a:pt x="904" y="176"/>
                    </a:lnTo>
                    <a:lnTo>
                      <a:pt x="871" y="184"/>
                    </a:lnTo>
                    <a:lnTo>
                      <a:pt x="840" y="192"/>
                    </a:lnTo>
                    <a:lnTo>
                      <a:pt x="807" y="200"/>
                    </a:lnTo>
                    <a:lnTo>
                      <a:pt x="776" y="210"/>
                    </a:lnTo>
                    <a:lnTo>
                      <a:pt x="745" y="220"/>
                    </a:lnTo>
                    <a:lnTo>
                      <a:pt x="714" y="230"/>
                    </a:lnTo>
                    <a:lnTo>
                      <a:pt x="684" y="241"/>
                    </a:lnTo>
                    <a:lnTo>
                      <a:pt x="654" y="253"/>
                    </a:lnTo>
                    <a:lnTo>
                      <a:pt x="624" y="266"/>
                    </a:lnTo>
                    <a:lnTo>
                      <a:pt x="595" y="279"/>
                    </a:lnTo>
                    <a:lnTo>
                      <a:pt x="566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8" y="348"/>
                    </a:lnTo>
                    <a:lnTo>
                      <a:pt x="446" y="363"/>
                    </a:lnTo>
                    <a:lnTo>
                      <a:pt x="428" y="377"/>
                    </a:lnTo>
                    <a:lnTo>
                      <a:pt x="409" y="392"/>
                    </a:lnTo>
                    <a:lnTo>
                      <a:pt x="391" y="407"/>
                    </a:lnTo>
                    <a:lnTo>
                      <a:pt x="375" y="422"/>
                    </a:lnTo>
                    <a:lnTo>
                      <a:pt x="361" y="437"/>
                    </a:lnTo>
                    <a:lnTo>
                      <a:pt x="349" y="452"/>
                    </a:lnTo>
                    <a:lnTo>
                      <a:pt x="338" y="467"/>
                    </a:lnTo>
                    <a:lnTo>
                      <a:pt x="328" y="481"/>
                    </a:lnTo>
                    <a:lnTo>
                      <a:pt x="319" y="496"/>
                    </a:lnTo>
                    <a:lnTo>
                      <a:pt x="311" y="511"/>
                    </a:lnTo>
                    <a:lnTo>
                      <a:pt x="306" y="525"/>
                    </a:lnTo>
                    <a:lnTo>
                      <a:pt x="303" y="539"/>
                    </a:lnTo>
                    <a:lnTo>
                      <a:pt x="300" y="553"/>
                    </a:lnTo>
                    <a:lnTo>
                      <a:pt x="299" y="567"/>
                    </a:lnTo>
                    <a:lnTo>
                      <a:pt x="299" y="581"/>
                    </a:lnTo>
                    <a:lnTo>
                      <a:pt x="301" y="594"/>
                    </a:lnTo>
                    <a:lnTo>
                      <a:pt x="305" y="607"/>
                    </a:lnTo>
                    <a:lnTo>
                      <a:pt x="310" y="620"/>
                    </a:lnTo>
                    <a:lnTo>
                      <a:pt x="318" y="632"/>
                    </a:lnTo>
                    <a:lnTo>
                      <a:pt x="326" y="644"/>
                    </a:lnTo>
                    <a:lnTo>
                      <a:pt x="336" y="656"/>
                    </a:lnTo>
                    <a:lnTo>
                      <a:pt x="348" y="667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3" y="698"/>
                    </a:lnTo>
                    <a:lnTo>
                      <a:pt x="411" y="707"/>
                    </a:lnTo>
                    <a:lnTo>
                      <a:pt x="434" y="716"/>
                    </a:lnTo>
                    <a:lnTo>
                      <a:pt x="459" y="725"/>
                    </a:lnTo>
                    <a:lnTo>
                      <a:pt x="485" y="733"/>
                    </a:lnTo>
                    <a:lnTo>
                      <a:pt x="513" y="739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1" y="753"/>
                    </a:lnTo>
                    <a:lnTo>
                      <a:pt x="634" y="756"/>
                    </a:lnTo>
                    <a:lnTo>
                      <a:pt x="666" y="757"/>
                    </a:lnTo>
                    <a:lnTo>
                      <a:pt x="700" y="758"/>
                    </a:lnTo>
                    <a:lnTo>
                      <a:pt x="735" y="758"/>
                    </a:lnTo>
                    <a:lnTo>
                      <a:pt x="770" y="757"/>
                    </a:lnTo>
                    <a:lnTo>
                      <a:pt x="806" y="754"/>
                    </a:lnTo>
                    <a:lnTo>
                      <a:pt x="842" y="751"/>
                    </a:lnTo>
                    <a:lnTo>
                      <a:pt x="879" y="747"/>
                    </a:lnTo>
                    <a:lnTo>
                      <a:pt x="916" y="742"/>
                    </a:lnTo>
                    <a:lnTo>
                      <a:pt x="1107" y="831"/>
                    </a:lnTo>
                    <a:lnTo>
                      <a:pt x="0" y="1347"/>
                    </a:lnTo>
                    <a:lnTo>
                      <a:pt x="1290" y="1942"/>
                    </a:lnTo>
                    <a:lnTo>
                      <a:pt x="1480" y="1854"/>
                    </a:lnTo>
                    <a:lnTo>
                      <a:pt x="1468" y="1837"/>
                    </a:lnTo>
                    <a:lnTo>
                      <a:pt x="1460" y="1820"/>
                    </a:lnTo>
                    <a:lnTo>
                      <a:pt x="1453" y="1803"/>
                    </a:lnTo>
                    <a:lnTo>
                      <a:pt x="1448" y="1786"/>
                    </a:lnTo>
                    <a:lnTo>
                      <a:pt x="1446" y="1770"/>
                    </a:lnTo>
                    <a:lnTo>
                      <a:pt x="1445" y="1754"/>
                    </a:lnTo>
                    <a:lnTo>
                      <a:pt x="1446" y="1738"/>
                    </a:lnTo>
                    <a:lnTo>
                      <a:pt x="1450" y="1723"/>
                    </a:lnTo>
                    <a:lnTo>
                      <a:pt x="1455" y="1708"/>
                    </a:lnTo>
                    <a:lnTo>
                      <a:pt x="1462" y="1694"/>
                    </a:lnTo>
                    <a:lnTo>
                      <a:pt x="1472" y="1680"/>
                    </a:lnTo>
                    <a:lnTo>
                      <a:pt x="1485" y="1667"/>
                    </a:lnTo>
                    <a:lnTo>
                      <a:pt x="1498" y="1654"/>
                    </a:lnTo>
                    <a:lnTo>
                      <a:pt x="1515" y="1642"/>
                    </a:lnTo>
                    <a:lnTo>
                      <a:pt x="1533" y="1631"/>
                    </a:lnTo>
                    <a:lnTo>
                      <a:pt x="1555" y="1620"/>
                    </a:lnTo>
                    <a:lnTo>
                      <a:pt x="1575" y="1611"/>
                    </a:lnTo>
                    <a:lnTo>
                      <a:pt x="1595" y="1604"/>
                    </a:lnTo>
                    <a:lnTo>
                      <a:pt x="1617" y="1597"/>
                    </a:lnTo>
                    <a:lnTo>
                      <a:pt x="1640" y="1591"/>
                    </a:lnTo>
                    <a:lnTo>
                      <a:pt x="1663" y="1585"/>
                    </a:lnTo>
                    <a:lnTo>
                      <a:pt x="1688" y="1581"/>
                    </a:lnTo>
                    <a:lnTo>
                      <a:pt x="1715" y="1577"/>
                    </a:lnTo>
                    <a:lnTo>
                      <a:pt x="1741" y="1574"/>
                    </a:lnTo>
                    <a:lnTo>
                      <a:pt x="1768" y="1571"/>
                    </a:lnTo>
                    <a:lnTo>
                      <a:pt x="1797" y="1570"/>
                    </a:lnTo>
                    <a:lnTo>
                      <a:pt x="1826" y="1569"/>
                    </a:lnTo>
                    <a:lnTo>
                      <a:pt x="1854" y="1568"/>
                    </a:lnTo>
                    <a:lnTo>
                      <a:pt x="1884" y="1569"/>
                    </a:lnTo>
                    <a:lnTo>
                      <a:pt x="1916" y="1570"/>
                    </a:lnTo>
                    <a:lnTo>
                      <a:pt x="1946" y="1572"/>
                    </a:lnTo>
                    <a:lnTo>
                      <a:pt x="1977" y="1575"/>
                    </a:lnTo>
                    <a:lnTo>
                      <a:pt x="2008" y="1578"/>
                    </a:lnTo>
                    <a:lnTo>
                      <a:pt x="2041" y="1582"/>
                    </a:lnTo>
                    <a:lnTo>
                      <a:pt x="2072" y="1586"/>
                    </a:lnTo>
                    <a:lnTo>
                      <a:pt x="2104" y="1592"/>
                    </a:lnTo>
                    <a:lnTo>
                      <a:pt x="2137" y="1598"/>
                    </a:lnTo>
                    <a:lnTo>
                      <a:pt x="2169" y="1604"/>
                    </a:lnTo>
                    <a:lnTo>
                      <a:pt x="2201" y="1612"/>
                    </a:lnTo>
                    <a:lnTo>
                      <a:pt x="2233" y="1620"/>
                    </a:lnTo>
                    <a:lnTo>
                      <a:pt x="2264" y="1628"/>
                    </a:lnTo>
                    <a:lnTo>
                      <a:pt x="2297" y="1638"/>
                    </a:lnTo>
                    <a:lnTo>
                      <a:pt x="2328" y="1648"/>
                    </a:lnTo>
                    <a:lnTo>
                      <a:pt x="2359" y="1658"/>
                    </a:lnTo>
                    <a:lnTo>
                      <a:pt x="2389" y="1669"/>
                    </a:lnTo>
                    <a:lnTo>
                      <a:pt x="2419" y="1681"/>
                    </a:lnTo>
                    <a:lnTo>
                      <a:pt x="2449" y="1694"/>
                    </a:lnTo>
                    <a:lnTo>
                      <a:pt x="2479" y="1707"/>
                    </a:lnTo>
                    <a:lnTo>
                      <a:pt x="2507" y="1720"/>
                    </a:lnTo>
                    <a:lnTo>
                      <a:pt x="2534" y="1734"/>
                    </a:lnTo>
                    <a:lnTo>
                      <a:pt x="2559" y="1748"/>
                    </a:lnTo>
                    <a:lnTo>
                      <a:pt x="2584" y="1762"/>
                    </a:lnTo>
                    <a:lnTo>
                      <a:pt x="2607" y="1776"/>
                    </a:lnTo>
                    <a:lnTo>
                      <a:pt x="2628" y="1791"/>
                    </a:lnTo>
                    <a:lnTo>
                      <a:pt x="2648" y="1805"/>
                    </a:lnTo>
                    <a:lnTo>
                      <a:pt x="2667" y="1820"/>
                    </a:lnTo>
                    <a:lnTo>
                      <a:pt x="2684" y="1835"/>
                    </a:lnTo>
                    <a:lnTo>
                      <a:pt x="2700" y="1850"/>
                    </a:lnTo>
                    <a:lnTo>
                      <a:pt x="2714" y="1865"/>
                    </a:lnTo>
                    <a:lnTo>
                      <a:pt x="2728" y="1880"/>
                    </a:lnTo>
                    <a:lnTo>
                      <a:pt x="2739" y="1894"/>
                    </a:lnTo>
                    <a:lnTo>
                      <a:pt x="2749" y="1909"/>
                    </a:lnTo>
                    <a:lnTo>
                      <a:pt x="2758" y="1924"/>
                    </a:lnTo>
                    <a:lnTo>
                      <a:pt x="2765" y="1939"/>
                    </a:lnTo>
                    <a:lnTo>
                      <a:pt x="2770" y="1953"/>
                    </a:lnTo>
                    <a:lnTo>
                      <a:pt x="2775" y="1967"/>
                    </a:lnTo>
                    <a:lnTo>
                      <a:pt x="2778" y="1981"/>
                    </a:lnTo>
                    <a:lnTo>
                      <a:pt x="2779" y="1995"/>
                    </a:lnTo>
                    <a:lnTo>
                      <a:pt x="2778" y="2009"/>
                    </a:lnTo>
                    <a:lnTo>
                      <a:pt x="2776" y="2022"/>
                    </a:lnTo>
                    <a:lnTo>
                      <a:pt x="2773" y="2035"/>
                    </a:lnTo>
                    <a:lnTo>
                      <a:pt x="2768" y="2048"/>
                    </a:lnTo>
                    <a:lnTo>
                      <a:pt x="2761" y="2060"/>
                    </a:lnTo>
                    <a:lnTo>
                      <a:pt x="2753" y="2072"/>
                    </a:lnTo>
                    <a:lnTo>
                      <a:pt x="2743" y="2084"/>
                    </a:lnTo>
                    <a:lnTo>
                      <a:pt x="2732" y="2095"/>
                    </a:lnTo>
                    <a:lnTo>
                      <a:pt x="2718" y="2106"/>
                    </a:lnTo>
                    <a:lnTo>
                      <a:pt x="2703" y="2116"/>
                    </a:lnTo>
                    <a:lnTo>
                      <a:pt x="2687" y="2126"/>
                    </a:lnTo>
                    <a:lnTo>
                      <a:pt x="2669" y="2135"/>
                    </a:lnTo>
                    <a:lnTo>
                      <a:pt x="2645" y="2144"/>
                    </a:lnTo>
                    <a:lnTo>
                      <a:pt x="2622" y="2153"/>
                    </a:lnTo>
                    <a:lnTo>
                      <a:pt x="2595" y="2161"/>
                    </a:lnTo>
                    <a:lnTo>
                      <a:pt x="2568" y="2167"/>
                    </a:lnTo>
                    <a:lnTo>
                      <a:pt x="2539" y="2173"/>
                    </a:lnTo>
                    <a:lnTo>
                      <a:pt x="2509" y="2178"/>
                    </a:lnTo>
                    <a:lnTo>
                      <a:pt x="2479" y="2181"/>
                    </a:lnTo>
                    <a:lnTo>
                      <a:pt x="2447" y="2184"/>
                    </a:lnTo>
                    <a:lnTo>
                      <a:pt x="2414" y="2185"/>
                    </a:lnTo>
                    <a:lnTo>
                      <a:pt x="2380" y="2186"/>
                    </a:lnTo>
                    <a:lnTo>
                      <a:pt x="2345" y="2186"/>
                    </a:lnTo>
                    <a:lnTo>
                      <a:pt x="2310" y="2185"/>
                    </a:lnTo>
                    <a:lnTo>
                      <a:pt x="2274" y="2182"/>
                    </a:lnTo>
                    <a:lnTo>
                      <a:pt x="2238" y="2179"/>
                    </a:lnTo>
                    <a:lnTo>
                      <a:pt x="2202" y="2175"/>
                    </a:lnTo>
                    <a:lnTo>
                      <a:pt x="2164" y="2170"/>
                    </a:lnTo>
                    <a:lnTo>
                      <a:pt x="1974" y="2259"/>
                    </a:lnTo>
                    <a:lnTo>
                      <a:pt x="3262" y="2854"/>
                    </a:lnTo>
                    <a:lnTo>
                      <a:pt x="4369" y="2340"/>
                    </a:lnTo>
                    <a:lnTo>
                      <a:pt x="4562" y="2428"/>
                    </a:lnTo>
                    <a:lnTo>
                      <a:pt x="4551" y="2445"/>
                    </a:lnTo>
                    <a:lnTo>
                      <a:pt x="4542" y="2462"/>
                    </a:lnTo>
                    <a:lnTo>
                      <a:pt x="4536" y="2479"/>
                    </a:lnTo>
                    <a:lnTo>
                      <a:pt x="4531" y="2496"/>
                    </a:lnTo>
                    <a:lnTo>
                      <a:pt x="4528" y="2512"/>
                    </a:lnTo>
                    <a:lnTo>
                      <a:pt x="4528" y="2528"/>
                    </a:lnTo>
                    <a:lnTo>
                      <a:pt x="4529" y="2544"/>
                    </a:lnTo>
                    <a:lnTo>
                      <a:pt x="4533" y="2559"/>
                    </a:lnTo>
                    <a:lnTo>
                      <a:pt x="4539" y="2574"/>
                    </a:lnTo>
                    <a:lnTo>
                      <a:pt x="4547" y="2588"/>
                    </a:lnTo>
                    <a:lnTo>
                      <a:pt x="4557" y="2602"/>
                    </a:lnTo>
                    <a:lnTo>
                      <a:pt x="4569" y="2615"/>
                    </a:lnTo>
                    <a:lnTo>
                      <a:pt x="4583" y="2628"/>
                    </a:lnTo>
                    <a:lnTo>
                      <a:pt x="4599" y="2640"/>
                    </a:lnTo>
                    <a:lnTo>
                      <a:pt x="4618" y="2651"/>
                    </a:lnTo>
                    <a:lnTo>
                      <a:pt x="4639" y="2662"/>
                    </a:lnTo>
                    <a:lnTo>
                      <a:pt x="4659" y="2670"/>
                    </a:lnTo>
                    <a:lnTo>
                      <a:pt x="4681" y="2678"/>
                    </a:lnTo>
                    <a:lnTo>
                      <a:pt x="4702" y="2685"/>
                    </a:lnTo>
                    <a:lnTo>
                      <a:pt x="4726" y="2691"/>
                    </a:lnTo>
                    <a:lnTo>
                      <a:pt x="4749" y="2696"/>
                    </a:lnTo>
                    <a:lnTo>
                      <a:pt x="4774" y="2701"/>
                    </a:lnTo>
                    <a:lnTo>
                      <a:pt x="4800" y="2705"/>
                    </a:lnTo>
                    <a:lnTo>
                      <a:pt x="4827" y="2708"/>
                    </a:lnTo>
                    <a:lnTo>
                      <a:pt x="4854" y="2711"/>
                    </a:lnTo>
                    <a:lnTo>
                      <a:pt x="4883" y="2712"/>
                    </a:lnTo>
                    <a:lnTo>
                      <a:pt x="4912" y="2713"/>
                    </a:lnTo>
                    <a:lnTo>
                      <a:pt x="4940" y="2713"/>
                    </a:lnTo>
                    <a:lnTo>
                      <a:pt x="4970" y="2713"/>
                    </a:lnTo>
                    <a:lnTo>
                      <a:pt x="5002" y="2712"/>
                    </a:lnTo>
                    <a:lnTo>
                      <a:pt x="5032" y="2710"/>
                    </a:lnTo>
                    <a:lnTo>
                      <a:pt x="5063" y="2707"/>
                    </a:lnTo>
                    <a:lnTo>
                      <a:pt x="5094" y="2704"/>
                    </a:lnTo>
                    <a:lnTo>
                      <a:pt x="5127" y="2700"/>
                    </a:lnTo>
                    <a:lnTo>
                      <a:pt x="5158" y="2695"/>
                    </a:lnTo>
                    <a:lnTo>
                      <a:pt x="5190" y="2690"/>
                    </a:lnTo>
                    <a:lnTo>
                      <a:pt x="5223" y="2684"/>
                    </a:lnTo>
                    <a:lnTo>
                      <a:pt x="5254" y="2677"/>
                    </a:lnTo>
                    <a:lnTo>
                      <a:pt x="5286" y="2670"/>
                    </a:lnTo>
                    <a:lnTo>
                      <a:pt x="5319" y="2662"/>
                    </a:lnTo>
                    <a:lnTo>
                      <a:pt x="5350" y="2654"/>
                    </a:lnTo>
                    <a:lnTo>
                      <a:pt x="5381" y="2644"/>
                    </a:lnTo>
                    <a:lnTo>
                      <a:pt x="5413" y="2634"/>
                    </a:lnTo>
                    <a:lnTo>
                      <a:pt x="5444" y="2624"/>
                    </a:lnTo>
                    <a:lnTo>
                      <a:pt x="5474" y="2613"/>
                    </a:lnTo>
                    <a:lnTo>
                      <a:pt x="5504" y="2601"/>
                    </a:lnTo>
                    <a:lnTo>
                      <a:pt x="5534" y="2588"/>
                    </a:lnTo>
                    <a:lnTo>
                      <a:pt x="5563" y="2575"/>
                    </a:lnTo>
                    <a:lnTo>
                      <a:pt x="5591" y="2562"/>
                    </a:lnTo>
                    <a:lnTo>
                      <a:pt x="5618" y="2548"/>
                    </a:lnTo>
                    <a:lnTo>
                      <a:pt x="5643" y="2534"/>
                    </a:lnTo>
                    <a:lnTo>
                      <a:pt x="5668" y="2520"/>
                    </a:lnTo>
                    <a:lnTo>
                      <a:pt x="5690" y="2506"/>
                    </a:lnTo>
                    <a:lnTo>
                      <a:pt x="5711" y="2491"/>
                    </a:lnTo>
                    <a:lnTo>
                      <a:pt x="5731" y="2476"/>
                    </a:lnTo>
                    <a:lnTo>
                      <a:pt x="5749" y="2462"/>
                    </a:lnTo>
                    <a:lnTo>
                      <a:pt x="5766" y="2447"/>
                    </a:lnTo>
                    <a:lnTo>
                      <a:pt x="5782" y="2432"/>
                    </a:lnTo>
                    <a:lnTo>
                      <a:pt x="5796" y="2417"/>
                    </a:lnTo>
                    <a:lnTo>
                      <a:pt x="5809" y="2402"/>
                    </a:lnTo>
                    <a:lnTo>
                      <a:pt x="5820" y="2387"/>
                    </a:lnTo>
                    <a:lnTo>
                      <a:pt x="5830" y="2373"/>
                    </a:lnTo>
                    <a:lnTo>
                      <a:pt x="5839" y="2358"/>
                    </a:lnTo>
                    <a:lnTo>
                      <a:pt x="5846" y="2343"/>
                    </a:lnTo>
                    <a:lnTo>
                      <a:pt x="5851" y="2329"/>
                    </a:lnTo>
                    <a:lnTo>
                      <a:pt x="5855" y="2315"/>
                    </a:lnTo>
                    <a:lnTo>
                      <a:pt x="5857" y="2300"/>
                    </a:lnTo>
                    <a:lnTo>
                      <a:pt x="5859" y="2287"/>
                    </a:lnTo>
                    <a:lnTo>
                      <a:pt x="5857" y="2273"/>
                    </a:lnTo>
                    <a:lnTo>
                      <a:pt x="5856" y="2260"/>
                    </a:lnTo>
                    <a:lnTo>
                      <a:pt x="5852" y="2246"/>
                    </a:lnTo>
                    <a:lnTo>
                      <a:pt x="5847" y="2234"/>
                    </a:lnTo>
                    <a:lnTo>
                      <a:pt x="5840" y="2221"/>
                    </a:lnTo>
                    <a:lnTo>
                      <a:pt x="5831" y="2209"/>
                    </a:lnTo>
                    <a:lnTo>
                      <a:pt x="5821" y="2198"/>
                    </a:lnTo>
                    <a:lnTo>
                      <a:pt x="5810" y="2187"/>
                    </a:lnTo>
                    <a:lnTo>
                      <a:pt x="5796" y="2176"/>
                    </a:lnTo>
                    <a:lnTo>
                      <a:pt x="5781" y="2166"/>
                    </a:lnTo>
                    <a:lnTo>
                      <a:pt x="5765" y="2156"/>
                    </a:lnTo>
                    <a:lnTo>
                      <a:pt x="5746" y="21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0" name="Freeform 101">
                <a:extLst>
                  <a:ext uri="{FF2B5EF4-FFF2-40B4-BE49-F238E27FC236}">
                    <a16:creationId xmlns:a16="http://schemas.microsoft.com/office/drawing/2014/main" id="{BF99F120-60FC-4AB9-869D-F7601AD54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1963" y="4373563"/>
                <a:ext cx="142875" cy="65088"/>
              </a:xfrm>
              <a:custGeom>
                <a:avLst/>
                <a:gdLst>
                  <a:gd name="T0" fmla="*/ 432 w 447"/>
                  <a:gd name="T1" fmla="*/ 38 h 166"/>
                  <a:gd name="T2" fmla="*/ 441 w 447"/>
                  <a:gd name="T3" fmla="*/ 54 h 166"/>
                  <a:gd name="T4" fmla="*/ 446 w 447"/>
                  <a:gd name="T5" fmla="*/ 73 h 166"/>
                  <a:gd name="T6" fmla="*/ 446 w 447"/>
                  <a:gd name="T7" fmla="*/ 95 h 166"/>
                  <a:gd name="T8" fmla="*/ 442 w 447"/>
                  <a:gd name="T9" fmla="*/ 117 h 166"/>
                  <a:gd name="T10" fmla="*/ 434 w 447"/>
                  <a:gd name="T11" fmla="*/ 137 h 166"/>
                  <a:gd name="T12" fmla="*/ 419 w 447"/>
                  <a:gd name="T13" fmla="*/ 153 h 166"/>
                  <a:gd name="T14" fmla="*/ 404 w 447"/>
                  <a:gd name="T15" fmla="*/ 161 h 166"/>
                  <a:gd name="T16" fmla="*/ 392 w 447"/>
                  <a:gd name="T17" fmla="*/ 164 h 166"/>
                  <a:gd name="T18" fmla="*/ 374 w 447"/>
                  <a:gd name="T19" fmla="*/ 166 h 166"/>
                  <a:gd name="T20" fmla="*/ 352 w 447"/>
                  <a:gd name="T21" fmla="*/ 166 h 166"/>
                  <a:gd name="T22" fmla="*/ 329 w 447"/>
                  <a:gd name="T23" fmla="*/ 161 h 166"/>
                  <a:gd name="T24" fmla="*/ 301 w 447"/>
                  <a:gd name="T25" fmla="*/ 149 h 166"/>
                  <a:gd name="T26" fmla="*/ 274 w 447"/>
                  <a:gd name="T27" fmla="*/ 136 h 166"/>
                  <a:gd name="T28" fmla="*/ 230 w 447"/>
                  <a:gd name="T29" fmla="*/ 126 h 166"/>
                  <a:gd name="T30" fmla="*/ 163 w 447"/>
                  <a:gd name="T31" fmla="*/ 117 h 166"/>
                  <a:gd name="T32" fmla="*/ 86 w 447"/>
                  <a:gd name="T33" fmla="*/ 106 h 166"/>
                  <a:gd name="T34" fmla="*/ 38 w 447"/>
                  <a:gd name="T35" fmla="*/ 96 h 166"/>
                  <a:gd name="T36" fmla="*/ 14 w 447"/>
                  <a:gd name="T37" fmla="*/ 87 h 166"/>
                  <a:gd name="T38" fmla="*/ 4 w 447"/>
                  <a:gd name="T39" fmla="*/ 79 h 166"/>
                  <a:gd name="T40" fmla="*/ 0 w 447"/>
                  <a:gd name="T41" fmla="*/ 73 h 166"/>
                  <a:gd name="T42" fmla="*/ 1 w 447"/>
                  <a:gd name="T43" fmla="*/ 64 h 166"/>
                  <a:gd name="T44" fmla="*/ 13 w 447"/>
                  <a:gd name="T45" fmla="*/ 52 h 166"/>
                  <a:gd name="T46" fmla="*/ 31 w 447"/>
                  <a:gd name="T47" fmla="*/ 40 h 166"/>
                  <a:gd name="T48" fmla="*/ 58 w 447"/>
                  <a:gd name="T49" fmla="*/ 29 h 166"/>
                  <a:gd name="T50" fmla="*/ 85 w 447"/>
                  <a:gd name="T51" fmla="*/ 20 h 166"/>
                  <a:gd name="T52" fmla="*/ 115 w 447"/>
                  <a:gd name="T53" fmla="*/ 14 h 166"/>
                  <a:gd name="T54" fmla="*/ 144 w 447"/>
                  <a:gd name="T55" fmla="*/ 12 h 166"/>
                  <a:gd name="T56" fmla="*/ 169 w 447"/>
                  <a:gd name="T57" fmla="*/ 14 h 166"/>
                  <a:gd name="T58" fmla="*/ 198 w 447"/>
                  <a:gd name="T59" fmla="*/ 12 h 166"/>
                  <a:gd name="T60" fmla="*/ 248 w 447"/>
                  <a:gd name="T61" fmla="*/ 6 h 166"/>
                  <a:gd name="T62" fmla="*/ 301 w 447"/>
                  <a:gd name="T63" fmla="*/ 1 h 166"/>
                  <a:gd name="T64" fmla="*/ 339 w 447"/>
                  <a:gd name="T65" fmla="*/ 1 h 166"/>
                  <a:gd name="T66" fmla="*/ 375 w 447"/>
                  <a:gd name="T67" fmla="*/ 8 h 166"/>
                  <a:gd name="T68" fmla="*/ 401 w 447"/>
                  <a:gd name="T69" fmla="*/ 17 h 166"/>
                  <a:gd name="T70" fmla="*/ 419 w 447"/>
                  <a:gd name="T71" fmla="*/ 2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47" h="166">
                    <a:moveTo>
                      <a:pt x="426" y="32"/>
                    </a:moveTo>
                    <a:lnTo>
                      <a:pt x="432" y="38"/>
                    </a:lnTo>
                    <a:lnTo>
                      <a:pt x="437" y="45"/>
                    </a:lnTo>
                    <a:lnTo>
                      <a:pt x="441" y="54"/>
                    </a:lnTo>
                    <a:lnTo>
                      <a:pt x="444" y="63"/>
                    </a:lnTo>
                    <a:lnTo>
                      <a:pt x="446" y="73"/>
                    </a:lnTo>
                    <a:lnTo>
                      <a:pt x="447" y="84"/>
                    </a:lnTo>
                    <a:lnTo>
                      <a:pt x="446" y="95"/>
                    </a:lnTo>
                    <a:lnTo>
                      <a:pt x="445" y="106"/>
                    </a:lnTo>
                    <a:lnTo>
                      <a:pt x="442" y="117"/>
                    </a:lnTo>
                    <a:lnTo>
                      <a:pt x="439" y="127"/>
                    </a:lnTo>
                    <a:lnTo>
                      <a:pt x="434" y="137"/>
                    </a:lnTo>
                    <a:lnTo>
                      <a:pt x="426" y="145"/>
                    </a:lnTo>
                    <a:lnTo>
                      <a:pt x="419" y="153"/>
                    </a:lnTo>
                    <a:lnTo>
                      <a:pt x="409" y="159"/>
                    </a:lnTo>
                    <a:lnTo>
                      <a:pt x="404" y="161"/>
                    </a:lnTo>
                    <a:lnTo>
                      <a:pt x="399" y="163"/>
                    </a:lnTo>
                    <a:lnTo>
                      <a:pt x="392" y="164"/>
                    </a:lnTo>
                    <a:lnTo>
                      <a:pt x="386" y="165"/>
                    </a:lnTo>
                    <a:lnTo>
                      <a:pt x="374" y="166"/>
                    </a:lnTo>
                    <a:lnTo>
                      <a:pt x="362" y="166"/>
                    </a:lnTo>
                    <a:lnTo>
                      <a:pt x="352" y="166"/>
                    </a:lnTo>
                    <a:lnTo>
                      <a:pt x="344" y="164"/>
                    </a:lnTo>
                    <a:lnTo>
                      <a:pt x="329" y="161"/>
                    </a:lnTo>
                    <a:lnTo>
                      <a:pt x="315" y="155"/>
                    </a:lnTo>
                    <a:lnTo>
                      <a:pt x="301" y="149"/>
                    </a:lnTo>
                    <a:lnTo>
                      <a:pt x="289" y="143"/>
                    </a:lnTo>
                    <a:lnTo>
                      <a:pt x="274" y="136"/>
                    </a:lnTo>
                    <a:lnTo>
                      <a:pt x="255" y="131"/>
                    </a:lnTo>
                    <a:lnTo>
                      <a:pt x="230" y="126"/>
                    </a:lnTo>
                    <a:lnTo>
                      <a:pt x="199" y="122"/>
                    </a:lnTo>
                    <a:lnTo>
                      <a:pt x="163" y="117"/>
                    </a:lnTo>
                    <a:lnTo>
                      <a:pt x="124" y="112"/>
                    </a:lnTo>
                    <a:lnTo>
                      <a:pt x="86" y="106"/>
                    </a:lnTo>
                    <a:lnTo>
                      <a:pt x="53" y="99"/>
                    </a:lnTo>
                    <a:lnTo>
                      <a:pt x="38" y="96"/>
                    </a:lnTo>
                    <a:lnTo>
                      <a:pt x="25" y="91"/>
                    </a:lnTo>
                    <a:lnTo>
                      <a:pt x="14" y="87"/>
                    </a:lnTo>
                    <a:lnTo>
                      <a:pt x="6" y="82"/>
                    </a:lnTo>
                    <a:lnTo>
                      <a:pt x="4" y="79"/>
                    </a:lnTo>
                    <a:lnTo>
                      <a:pt x="1" y="76"/>
                    </a:lnTo>
                    <a:lnTo>
                      <a:pt x="0" y="73"/>
                    </a:lnTo>
                    <a:lnTo>
                      <a:pt x="0" y="70"/>
                    </a:lnTo>
                    <a:lnTo>
                      <a:pt x="1" y="64"/>
                    </a:lnTo>
                    <a:lnTo>
                      <a:pt x="6" y="58"/>
                    </a:lnTo>
                    <a:lnTo>
                      <a:pt x="13" y="52"/>
                    </a:lnTo>
                    <a:lnTo>
                      <a:pt x="21" y="46"/>
                    </a:lnTo>
                    <a:lnTo>
                      <a:pt x="31" y="40"/>
                    </a:lnTo>
                    <a:lnTo>
                      <a:pt x="44" y="34"/>
                    </a:lnTo>
                    <a:lnTo>
                      <a:pt x="58" y="29"/>
                    </a:lnTo>
                    <a:lnTo>
                      <a:pt x="71" y="24"/>
                    </a:lnTo>
                    <a:lnTo>
                      <a:pt x="85" y="20"/>
                    </a:lnTo>
                    <a:lnTo>
                      <a:pt x="100" y="17"/>
                    </a:lnTo>
                    <a:lnTo>
                      <a:pt x="115" y="14"/>
                    </a:lnTo>
                    <a:lnTo>
                      <a:pt x="130" y="13"/>
                    </a:lnTo>
                    <a:lnTo>
                      <a:pt x="144" y="12"/>
                    </a:lnTo>
                    <a:lnTo>
                      <a:pt x="156" y="13"/>
                    </a:lnTo>
                    <a:lnTo>
                      <a:pt x="169" y="14"/>
                    </a:lnTo>
                    <a:lnTo>
                      <a:pt x="183" y="14"/>
                    </a:lnTo>
                    <a:lnTo>
                      <a:pt x="198" y="12"/>
                    </a:lnTo>
                    <a:lnTo>
                      <a:pt x="214" y="11"/>
                    </a:lnTo>
                    <a:lnTo>
                      <a:pt x="248" y="6"/>
                    </a:lnTo>
                    <a:lnTo>
                      <a:pt x="284" y="2"/>
                    </a:lnTo>
                    <a:lnTo>
                      <a:pt x="301" y="1"/>
                    </a:lnTo>
                    <a:lnTo>
                      <a:pt x="320" y="0"/>
                    </a:lnTo>
                    <a:lnTo>
                      <a:pt x="339" y="1"/>
                    </a:lnTo>
                    <a:lnTo>
                      <a:pt x="357" y="4"/>
                    </a:lnTo>
                    <a:lnTo>
                      <a:pt x="375" y="8"/>
                    </a:lnTo>
                    <a:lnTo>
                      <a:pt x="392" y="14"/>
                    </a:lnTo>
                    <a:lnTo>
                      <a:pt x="401" y="17"/>
                    </a:lnTo>
                    <a:lnTo>
                      <a:pt x="410" y="22"/>
                    </a:lnTo>
                    <a:lnTo>
                      <a:pt x="419" y="27"/>
                    </a:lnTo>
                    <a:lnTo>
                      <a:pt x="426" y="32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1" name="Freeform 102">
                <a:extLst>
                  <a:ext uri="{FF2B5EF4-FFF2-40B4-BE49-F238E27FC236}">
                    <a16:creationId xmlns:a16="http://schemas.microsoft.com/office/drawing/2014/main" id="{3205A1E3-1628-44D7-B18D-CF57FDA95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2438" y="4121150"/>
                <a:ext cx="196850" cy="273050"/>
              </a:xfrm>
              <a:custGeom>
                <a:avLst/>
                <a:gdLst>
                  <a:gd name="T0" fmla="*/ 443 w 618"/>
                  <a:gd name="T1" fmla="*/ 3 h 689"/>
                  <a:gd name="T2" fmla="*/ 348 w 618"/>
                  <a:gd name="T3" fmla="*/ 22 h 689"/>
                  <a:gd name="T4" fmla="*/ 213 w 618"/>
                  <a:gd name="T5" fmla="*/ 52 h 689"/>
                  <a:gd name="T6" fmla="*/ 121 w 618"/>
                  <a:gd name="T7" fmla="*/ 75 h 689"/>
                  <a:gd name="T8" fmla="*/ 76 w 618"/>
                  <a:gd name="T9" fmla="*/ 89 h 689"/>
                  <a:gd name="T10" fmla="*/ 52 w 618"/>
                  <a:gd name="T11" fmla="*/ 101 h 689"/>
                  <a:gd name="T12" fmla="*/ 33 w 618"/>
                  <a:gd name="T13" fmla="*/ 115 h 689"/>
                  <a:gd name="T14" fmla="*/ 18 w 618"/>
                  <a:gd name="T15" fmla="*/ 132 h 689"/>
                  <a:gd name="T16" fmla="*/ 7 w 618"/>
                  <a:gd name="T17" fmla="*/ 153 h 689"/>
                  <a:gd name="T18" fmla="*/ 1 w 618"/>
                  <a:gd name="T19" fmla="*/ 175 h 689"/>
                  <a:gd name="T20" fmla="*/ 1 w 618"/>
                  <a:gd name="T21" fmla="*/ 201 h 689"/>
                  <a:gd name="T22" fmla="*/ 6 w 618"/>
                  <a:gd name="T23" fmla="*/ 229 h 689"/>
                  <a:gd name="T24" fmla="*/ 17 w 618"/>
                  <a:gd name="T25" fmla="*/ 259 h 689"/>
                  <a:gd name="T26" fmla="*/ 47 w 618"/>
                  <a:gd name="T27" fmla="*/ 315 h 689"/>
                  <a:gd name="T28" fmla="*/ 111 w 618"/>
                  <a:gd name="T29" fmla="*/ 430 h 689"/>
                  <a:gd name="T30" fmla="*/ 177 w 618"/>
                  <a:gd name="T31" fmla="*/ 552 h 689"/>
                  <a:gd name="T32" fmla="*/ 222 w 618"/>
                  <a:gd name="T33" fmla="*/ 635 h 689"/>
                  <a:gd name="T34" fmla="*/ 236 w 618"/>
                  <a:gd name="T35" fmla="*/ 650 h 689"/>
                  <a:gd name="T36" fmla="*/ 268 w 618"/>
                  <a:gd name="T37" fmla="*/ 663 h 689"/>
                  <a:gd name="T38" fmla="*/ 299 w 618"/>
                  <a:gd name="T39" fmla="*/ 674 h 689"/>
                  <a:gd name="T40" fmla="*/ 336 w 618"/>
                  <a:gd name="T41" fmla="*/ 683 h 689"/>
                  <a:gd name="T42" fmla="*/ 374 w 618"/>
                  <a:gd name="T43" fmla="*/ 688 h 689"/>
                  <a:gd name="T44" fmla="*/ 402 w 618"/>
                  <a:gd name="T45" fmla="*/ 688 h 689"/>
                  <a:gd name="T46" fmla="*/ 419 w 618"/>
                  <a:gd name="T47" fmla="*/ 686 h 689"/>
                  <a:gd name="T48" fmla="*/ 437 w 618"/>
                  <a:gd name="T49" fmla="*/ 681 h 689"/>
                  <a:gd name="T50" fmla="*/ 452 w 618"/>
                  <a:gd name="T51" fmla="*/ 673 h 689"/>
                  <a:gd name="T52" fmla="*/ 454 w 618"/>
                  <a:gd name="T53" fmla="*/ 656 h 689"/>
                  <a:gd name="T54" fmla="*/ 426 w 618"/>
                  <a:gd name="T55" fmla="*/ 574 h 689"/>
                  <a:gd name="T56" fmla="*/ 384 w 618"/>
                  <a:gd name="T57" fmla="*/ 457 h 689"/>
                  <a:gd name="T58" fmla="*/ 347 w 618"/>
                  <a:gd name="T59" fmla="*/ 351 h 689"/>
                  <a:gd name="T60" fmla="*/ 332 w 618"/>
                  <a:gd name="T61" fmla="*/ 311 h 689"/>
                  <a:gd name="T62" fmla="*/ 329 w 618"/>
                  <a:gd name="T63" fmla="*/ 300 h 689"/>
                  <a:gd name="T64" fmla="*/ 331 w 618"/>
                  <a:gd name="T65" fmla="*/ 291 h 689"/>
                  <a:gd name="T66" fmla="*/ 333 w 618"/>
                  <a:gd name="T67" fmla="*/ 282 h 689"/>
                  <a:gd name="T68" fmla="*/ 343 w 618"/>
                  <a:gd name="T69" fmla="*/ 271 h 689"/>
                  <a:gd name="T70" fmla="*/ 363 w 618"/>
                  <a:gd name="T71" fmla="*/ 260 h 689"/>
                  <a:gd name="T72" fmla="*/ 392 w 618"/>
                  <a:gd name="T73" fmla="*/ 252 h 689"/>
                  <a:gd name="T74" fmla="*/ 428 w 618"/>
                  <a:gd name="T75" fmla="*/ 247 h 689"/>
                  <a:gd name="T76" fmla="*/ 469 w 618"/>
                  <a:gd name="T77" fmla="*/ 245 h 689"/>
                  <a:gd name="T78" fmla="*/ 516 w 618"/>
                  <a:gd name="T79" fmla="*/ 245 h 689"/>
                  <a:gd name="T80" fmla="*/ 552 w 618"/>
                  <a:gd name="T81" fmla="*/ 246 h 689"/>
                  <a:gd name="T82" fmla="*/ 573 w 618"/>
                  <a:gd name="T83" fmla="*/ 242 h 689"/>
                  <a:gd name="T84" fmla="*/ 589 w 618"/>
                  <a:gd name="T85" fmla="*/ 233 h 689"/>
                  <a:gd name="T86" fmla="*/ 602 w 618"/>
                  <a:gd name="T87" fmla="*/ 219 h 689"/>
                  <a:gd name="T88" fmla="*/ 611 w 618"/>
                  <a:gd name="T89" fmla="*/ 202 h 689"/>
                  <a:gd name="T90" fmla="*/ 616 w 618"/>
                  <a:gd name="T91" fmla="*/ 182 h 689"/>
                  <a:gd name="T92" fmla="*/ 618 w 618"/>
                  <a:gd name="T93" fmla="*/ 160 h 689"/>
                  <a:gd name="T94" fmla="*/ 616 w 618"/>
                  <a:gd name="T95" fmla="*/ 138 h 689"/>
                  <a:gd name="T96" fmla="*/ 609 w 618"/>
                  <a:gd name="T97" fmla="*/ 114 h 689"/>
                  <a:gd name="T98" fmla="*/ 601 w 618"/>
                  <a:gd name="T99" fmla="*/ 91 h 689"/>
                  <a:gd name="T100" fmla="*/ 587 w 618"/>
                  <a:gd name="T101" fmla="*/ 69 h 689"/>
                  <a:gd name="T102" fmla="*/ 571 w 618"/>
                  <a:gd name="T103" fmla="*/ 49 h 689"/>
                  <a:gd name="T104" fmla="*/ 552 w 618"/>
                  <a:gd name="T105" fmla="*/ 31 h 689"/>
                  <a:gd name="T106" fmla="*/ 529 w 618"/>
                  <a:gd name="T107" fmla="*/ 17 h 689"/>
                  <a:gd name="T108" fmla="*/ 503 w 618"/>
                  <a:gd name="T109" fmla="*/ 7 h 689"/>
                  <a:gd name="T110" fmla="*/ 474 w 618"/>
                  <a:gd name="T111" fmla="*/ 1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18" h="689">
                    <a:moveTo>
                      <a:pt x="458" y="0"/>
                    </a:moveTo>
                    <a:lnTo>
                      <a:pt x="443" y="3"/>
                    </a:lnTo>
                    <a:lnTo>
                      <a:pt x="404" y="11"/>
                    </a:lnTo>
                    <a:lnTo>
                      <a:pt x="348" y="22"/>
                    </a:lnTo>
                    <a:lnTo>
                      <a:pt x="282" y="36"/>
                    </a:lnTo>
                    <a:lnTo>
                      <a:pt x="213" y="52"/>
                    </a:lnTo>
                    <a:lnTo>
                      <a:pt x="150" y="67"/>
                    </a:lnTo>
                    <a:lnTo>
                      <a:pt x="121" y="75"/>
                    </a:lnTo>
                    <a:lnTo>
                      <a:pt x="96" y="82"/>
                    </a:lnTo>
                    <a:lnTo>
                      <a:pt x="76" y="89"/>
                    </a:lnTo>
                    <a:lnTo>
                      <a:pt x="62" y="95"/>
                    </a:lnTo>
                    <a:lnTo>
                      <a:pt x="52" y="101"/>
                    </a:lnTo>
                    <a:lnTo>
                      <a:pt x="42" y="107"/>
                    </a:lnTo>
                    <a:lnTo>
                      <a:pt x="33" y="115"/>
                    </a:lnTo>
                    <a:lnTo>
                      <a:pt x="25" y="123"/>
                    </a:lnTo>
                    <a:lnTo>
                      <a:pt x="18" y="132"/>
                    </a:lnTo>
                    <a:lnTo>
                      <a:pt x="12" y="142"/>
                    </a:lnTo>
                    <a:lnTo>
                      <a:pt x="7" y="153"/>
                    </a:lnTo>
                    <a:lnTo>
                      <a:pt x="3" y="164"/>
                    </a:lnTo>
                    <a:lnTo>
                      <a:pt x="1" y="175"/>
                    </a:lnTo>
                    <a:lnTo>
                      <a:pt x="0" y="188"/>
                    </a:lnTo>
                    <a:lnTo>
                      <a:pt x="1" y="201"/>
                    </a:lnTo>
                    <a:lnTo>
                      <a:pt x="2" y="214"/>
                    </a:lnTo>
                    <a:lnTo>
                      <a:pt x="6" y="229"/>
                    </a:lnTo>
                    <a:lnTo>
                      <a:pt x="10" y="243"/>
                    </a:lnTo>
                    <a:lnTo>
                      <a:pt x="17" y="259"/>
                    </a:lnTo>
                    <a:lnTo>
                      <a:pt x="25" y="274"/>
                    </a:lnTo>
                    <a:lnTo>
                      <a:pt x="47" y="315"/>
                    </a:lnTo>
                    <a:lnTo>
                      <a:pt x="77" y="369"/>
                    </a:lnTo>
                    <a:lnTo>
                      <a:pt x="111" y="430"/>
                    </a:lnTo>
                    <a:lnTo>
                      <a:pt x="145" y="493"/>
                    </a:lnTo>
                    <a:lnTo>
                      <a:pt x="177" y="552"/>
                    </a:lnTo>
                    <a:lnTo>
                      <a:pt x="205" y="601"/>
                    </a:lnTo>
                    <a:lnTo>
                      <a:pt x="222" y="635"/>
                    </a:lnTo>
                    <a:lnTo>
                      <a:pt x="230" y="647"/>
                    </a:lnTo>
                    <a:lnTo>
                      <a:pt x="236" y="650"/>
                    </a:lnTo>
                    <a:lnTo>
                      <a:pt x="255" y="658"/>
                    </a:lnTo>
                    <a:lnTo>
                      <a:pt x="268" y="663"/>
                    </a:lnTo>
                    <a:lnTo>
                      <a:pt x="283" y="669"/>
                    </a:lnTo>
                    <a:lnTo>
                      <a:pt x="299" y="674"/>
                    </a:lnTo>
                    <a:lnTo>
                      <a:pt x="317" y="679"/>
                    </a:lnTo>
                    <a:lnTo>
                      <a:pt x="336" y="683"/>
                    </a:lnTo>
                    <a:lnTo>
                      <a:pt x="356" y="686"/>
                    </a:lnTo>
                    <a:lnTo>
                      <a:pt x="374" y="688"/>
                    </a:lnTo>
                    <a:lnTo>
                      <a:pt x="393" y="689"/>
                    </a:lnTo>
                    <a:lnTo>
                      <a:pt x="402" y="688"/>
                    </a:lnTo>
                    <a:lnTo>
                      <a:pt x="411" y="687"/>
                    </a:lnTo>
                    <a:lnTo>
                      <a:pt x="419" y="686"/>
                    </a:lnTo>
                    <a:lnTo>
                      <a:pt x="428" y="684"/>
                    </a:lnTo>
                    <a:lnTo>
                      <a:pt x="437" y="681"/>
                    </a:lnTo>
                    <a:lnTo>
                      <a:pt x="444" y="677"/>
                    </a:lnTo>
                    <a:lnTo>
                      <a:pt x="452" y="673"/>
                    </a:lnTo>
                    <a:lnTo>
                      <a:pt x="458" y="668"/>
                    </a:lnTo>
                    <a:lnTo>
                      <a:pt x="454" y="656"/>
                    </a:lnTo>
                    <a:lnTo>
                      <a:pt x="442" y="623"/>
                    </a:lnTo>
                    <a:lnTo>
                      <a:pt x="426" y="574"/>
                    </a:lnTo>
                    <a:lnTo>
                      <a:pt x="406" y="517"/>
                    </a:lnTo>
                    <a:lnTo>
                      <a:pt x="384" y="457"/>
                    </a:lnTo>
                    <a:lnTo>
                      <a:pt x="364" y="399"/>
                    </a:lnTo>
                    <a:lnTo>
                      <a:pt x="347" y="351"/>
                    </a:lnTo>
                    <a:lnTo>
                      <a:pt x="333" y="317"/>
                    </a:lnTo>
                    <a:lnTo>
                      <a:pt x="332" y="311"/>
                    </a:lnTo>
                    <a:lnTo>
                      <a:pt x="331" y="306"/>
                    </a:lnTo>
                    <a:lnTo>
                      <a:pt x="329" y="300"/>
                    </a:lnTo>
                    <a:lnTo>
                      <a:pt x="329" y="295"/>
                    </a:lnTo>
                    <a:lnTo>
                      <a:pt x="331" y="291"/>
                    </a:lnTo>
                    <a:lnTo>
                      <a:pt x="332" y="286"/>
                    </a:lnTo>
                    <a:lnTo>
                      <a:pt x="333" y="282"/>
                    </a:lnTo>
                    <a:lnTo>
                      <a:pt x="336" y="278"/>
                    </a:lnTo>
                    <a:lnTo>
                      <a:pt x="343" y="271"/>
                    </a:lnTo>
                    <a:lnTo>
                      <a:pt x="352" y="265"/>
                    </a:lnTo>
                    <a:lnTo>
                      <a:pt x="363" y="260"/>
                    </a:lnTo>
                    <a:lnTo>
                      <a:pt x="377" y="255"/>
                    </a:lnTo>
                    <a:lnTo>
                      <a:pt x="392" y="252"/>
                    </a:lnTo>
                    <a:lnTo>
                      <a:pt x="409" y="249"/>
                    </a:lnTo>
                    <a:lnTo>
                      <a:pt x="428" y="247"/>
                    </a:lnTo>
                    <a:lnTo>
                      <a:pt x="448" y="246"/>
                    </a:lnTo>
                    <a:lnTo>
                      <a:pt x="469" y="245"/>
                    </a:lnTo>
                    <a:lnTo>
                      <a:pt x="492" y="245"/>
                    </a:lnTo>
                    <a:lnTo>
                      <a:pt x="516" y="245"/>
                    </a:lnTo>
                    <a:lnTo>
                      <a:pt x="541" y="246"/>
                    </a:lnTo>
                    <a:lnTo>
                      <a:pt x="552" y="246"/>
                    </a:lnTo>
                    <a:lnTo>
                      <a:pt x="563" y="245"/>
                    </a:lnTo>
                    <a:lnTo>
                      <a:pt x="573" y="242"/>
                    </a:lnTo>
                    <a:lnTo>
                      <a:pt x="582" y="238"/>
                    </a:lnTo>
                    <a:lnTo>
                      <a:pt x="589" y="233"/>
                    </a:lnTo>
                    <a:lnTo>
                      <a:pt x="597" y="226"/>
                    </a:lnTo>
                    <a:lnTo>
                      <a:pt x="602" y="219"/>
                    </a:lnTo>
                    <a:lnTo>
                      <a:pt x="607" y="211"/>
                    </a:lnTo>
                    <a:lnTo>
                      <a:pt x="611" y="202"/>
                    </a:lnTo>
                    <a:lnTo>
                      <a:pt x="614" y="192"/>
                    </a:lnTo>
                    <a:lnTo>
                      <a:pt x="616" y="182"/>
                    </a:lnTo>
                    <a:lnTo>
                      <a:pt x="617" y="172"/>
                    </a:lnTo>
                    <a:lnTo>
                      <a:pt x="618" y="160"/>
                    </a:lnTo>
                    <a:lnTo>
                      <a:pt x="617" y="149"/>
                    </a:lnTo>
                    <a:lnTo>
                      <a:pt x="616" y="138"/>
                    </a:lnTo>
                    <a:lnTo>
                      <a:pt x="613" y="126"/>
                    </a:lnTo>
                    <a:lnTo>
                      <a:pt x="609" y="114"/>
                    </a:lnTo>
                    <a:lnTo>
                      <a:pt x="606" y="103"/>
                    </a:lnTo>
                    <a:lnTo>
                      <a:pt x="601" y="91"/>
                    </a:lnTo>
                    <a:lnTo>
                      <a:pt x="594" y="80"/>
                    </a:lnTo>
                    <a:lnTo>
                      <a:pt x="587" y="69"/>
                    </a:lnTo>
                    <a:lnTo>
                      <a:pt x="579" y="59"/>
                    </a:lnTo>
                    <a:lnTo>
                      <a:pt x="571" y="49"/>
                    </a:lnTo>
                    <a:lnTo>
                      <a:pt x="562" y="40"/>
                    </a:lnTo>
                    <a:lnTo>
                      <a:pt x="552" y="31"/>
                    </a:lnTo>
                    <a:lnTo>
                      <a:pt x="541" y="24"/>
                    </a:lnTo>
                    <a:lnTo>
                      <a:pt x="529" y="17"/>
                    </a:lnTo>
                    <a:lnTo>
                      <a:pt x="517" y="11"/>
                    </a:lnTo>
                    <a:lnTo>
                      <a:pt x="503" y="7"/>
                    </a:lnTo>
                    <a:lnTo>
                      <a:pt x="489" y="3"/>
                    </a:lnTo>
                    <a:lnTo>
                      <a:pt x="474" y="1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3F3F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2" name="Freeform 103">
                <a:extLst>
                  <a:ext uri="{FF2B5EF4-FFF2-40B4-BE49-F238E27FC236}">
                    <a16:creationId xmlns:a16="http://schemas.microsoft.com/office/drawing/2014/main" id="{A6145727-FCB8-42C9-9A28-D8CB2EF84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7551" y="4446588"/>
                <a:ext cx="114300" cy="136525"/>
              </a:xfrm>
              <a:custGeom>
                <a:avLst/>
                <a:gdLst>
                  <a:gd name="T0" fmla="*/ 267 w 358"/>
                  <a:gd name="T1" fmla="*/ 2 h 344"/>
                  <a:gd name="T2" fmla="*/ 300 w 358"/>
                  <a:gd name="T3" fmla="*/ 18 h 344"/>
                  <a:gd name="T4" fmla="*/ 330 w 358"/>
                  <a:gd name="T5" fmla="*/ 37 h 344"/>
                  <a:gd name="T6" fmla="*/ 346 w 358"/>
                  <a:gd name="T7" fmla="*/ 53 h 344"/>
                  <a:gd name="T8" fmla="*/ 355 w 358"/>
                  <a:gd name="T9" fmla="*/ 66 h 344"/>
                  <a:gd name="T10" fmla="*/ 357 w 358"/>
                  <a:gd name="T11" fmla="*/ 76 h 344"/>
                  <a:gd name="T12" fmla="*/ 357 w 358"/>
                  <a:gd name="T13" fmla="*/ 85 h 344"/>
                  <a:gd name="T14" fmla="*/ 355 w 358"/>
                  <a:gd name="T15" fmla="*/ 95 h 344"/>
                  <a:gd name="T16" fmla="*/ 345 w 358"/>
                  <a:gd name="T17" fmla="*/ 109 h 344"/>
                  <a:gd name="T18" fmla="*/ 331 w 358"/>
                  <a:gd name="T19" fmla="*/ 124 h 344"/>
                  <a:gd name="T20" fmla="*/ 311 w 358"/>
                  <a:gd name="T21" fmla="*/ 140 h 344"/>
                  <a:gd name="T22" fmla="*/ 287 w 358"/>
                  <a:gd name="T23" fmla="*/ 157 h 344"/>
                  <a:gd name="T24" fmla="*/ 272 w 358"/>
                  <a:gd name="T25" fmla="*/ 172 h 344"/>
                  <a:gd name="T26" fmla="*/ 265 w 358"/>
                  <a:gd name="T27" fmla="*/ 186 h 344"/>
                  <a:gd name="T28" fmla="*/ 258 w 358"/>
                  <a:gd name="T29" fmla="*/ 204 h 344"/>
                  <a:gd name="T30" fmla="*/ 248 w 358"/>
                  <a:gd name="T31" fmla="*/ 228 h 344"/>
                  <a:gd name="T32" fmla="*/ 232 w 358"/>
                  <a:gd name="T33" fmla="*/ 254 h 344"/>
                  <a:gd name="T34" fmla="*/ 211 w 358"/>
                  <a:gd name="T35" fmla="*/ 280 h 344"/>
                  <a:gd name="T36" fmla="*/ 186 w 358"/>
                  <a:gd name="T37" fmla="*/ 305 h 344"/>
                  <a:gd name="T38" fmla="*/ 156 w 358"/>
                  <a:gd name="T39" fmla="*/ 325 h 344"/>
                  <a:gd name="T40" fmla="*/ 132 w 358"/>
                  <a:gd name="T41" fmla="*/ 336 h 344"/>
                  <a:gd name="T42" fmla="*/ 116 w 358"/>
                  <a:gd name="T43" fmla="*/ 341 h 344"/>
                  <a:gd name="T44" fmla="*/ 98 w 358"/>
                  <a:gd name="T45" fmla="*/ 343 h 344"/>
                  <a:gd name="T46" fmla="*/ 80 w 358"/>
                  <a:gd name="T47" fmla="*/ 343 h 344"/>
                  <a:gd name="T48" fmla="*/ 53 w 358"/>
                  <a:gd name="T49" fmla="*/ 338 h 344"/>
                  <a:gd name="T50" fmla="*/ 27 w 358"/>
                  <a:gd name="T51" fmla="*/ 328 h 344"/>
                  <a:gd name="T52" fmla="*/ 10 w 358"/>
                  <a:gd name="T53" fmla="*/ 316 h 344"/>
                  <a:gd name="T54" fmla="*/ 1 w 358"/>
                  <a:gd name="T55" fmla="*/ 302 h 344"/>
                  <a:gd name="T56" fmla="*/ 1 w 358"/>
                  <a:gd name="T57" fmla="*/ 288 h 344"/>
                  <a:gd name="T58" fmla="*/ 7 w 358"/>
                  <a:gd name="T59" fmla="*/ 276 h 344"/>
                  <a:gd name="T60" fmla="*/ 20 w 358"/>
                  <a:gd name="T61" fmla="*/ 265 h 344"/>
                  <a:gd name="T62" fmla="*/ 38 w 358"/>
                  <a:gd name="T63" fmla="*/ 258 h 344"/>
                  <a:gd name="T64" fmla="*/ 55 w 358"/>
                  <a:gd name="T65" fmla="*/ 256 h 344"/>
                  <a:gd name="T66" fmla="*/ 63 w 358"/>
                  <a:gd name="T67" fmla="*/ 253 h 344"/>
                  <a:gd name="T68" fmla="*/ 70 w 358"/>
                  <a:gd name="T69" fmla="*/ 248 h 344"/>
                  <a:gd name="T70" fmla="*/ 73 w 358"/>
                  <a:gd name="T71" fmla="*/ 242 h 344"/>
                  <a:gd name="T72" fmla="*/ 76 w 358"/>
                  <a:gd name="T73" fmla="*/ 231 h 344"/>
                  <a:gd name="T74" fmla="*/ 76 w 358"/>
                  <a:gd name="T75" fmla="*/ 212 h 344"/>
                  <a:gd name="T76" fmla="*/ 71 w 358"/>
                  <a:gd name="T77" fmla="*/ 178 h 344"/>
                  <a:gd name="T78" fmla="*/ 70 w 358"/>
                  <a:gd name="T79" fmla="*/ 141 h 344"/>
                  <a:gd name="T80" fmla="*/ 75 w 358"/>
                  <a:gd name="T81" fmla="*/ 117 h 344"/>
                  <a:gd name="T82" fmla="*/ 88 w 358"/>
                  <a:gd name="T83" fmla="*/ 94 h 344"/>
                  <a:gd name="T84" fmla="*/ 110 w 358"/>
                  <a:gd name="T85" fmla="*/ 73 h 344"/>
                  <a:gd name="T86" fmla="*/ 138 w 358"/>
                  <a:gd name="T87" fmla="*/ 54 h 344"/>
                  <a:gd name="T88" fmla="*/ 170 w 358"/>
                  <a:gd name="T89" fmla="*/ 37 h 344"/>
                  <a:gd name="T90" fmla="*/ 238 w 358"/>
                  <a:gd name="T91" fmla="*/ 8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58" h="344">
                    <a:moveTo>
                      <a:pt x="262" y="0"/>
                    </a:moveTo>
                    <a:lnTo>
                      <a:pt x="267" y="2"/>
                    </a:lnTo>
                    <a:lnTo>
                      <a:pt x="281" y="8"/>
                    </a:lnTo>
                    <a:lnTo>
                      <a:pt x="300" y="18"/>
                    </a:lnTo>
                    <a:lnTo>
                      <a:pt x="320" y="30"/>
                    </a:lnTo>
                    <a:lnTo>
                      <a:pt x="330" y="37"/>
                    </a:lnTo>
                    <a:lnTo>
                      <a:pt x="338" y="45"/>
                    </a:lnTo>
                    <a:lnTo>
                      <a:pt x="346" y="53"/>
                    </a:lnTo>
                    <a:lnTo>
                      <a:pt x="352" y="62"/>
                    </a:lnTo>
                    <a:lnTo>
                      <a:pt x="355" y="66"/>
                    </a:lnTo>
                    <a:lnTo>
                      <a:pt x="356" y="71"/>
                    </a:lnTo>
                    <a:lnTo>
                      <a:pt x="357" y="76"/>
                    </a:lnTo>
                    <a:lnTo>
                      <a:pt x="358" y="80"/>
                    </a:lnTo>
                    <a:lnTo>
                      <a:pt x="357" y="85"/>
                    </a:lnTo>
                    <a:lnTo>
                      <a:pt x="356" y="90"/>
                    </a:lnTo>
                    <a:lnTo>
                      <a:pt x="355" y="95"/>
                    </a:lnTo>
                    <a:lnTo>
                      <a:pt x="352" y="100"/>
                    </a:lnTo>
                    <a:lnTo>
                      <a:pt x="345" y="109"/>
                    </a:lnTo>
                    <a:lnTo>
                      <a:pt x="338" y="117"/>
                    </a:lnTo>
                    <a:lnTo>
                      <a:pt x="331" y="124"/>
                    </a:lnTo>
                    <a:lnTo>
                      <a:pt x="325" y="130"/>
                    </a:lnTo>
                    <a:lnTo>
                      <a:pt x="311" y="140"/>
                    </a:lnTo>
                    <a:lnTo>
                      <a:pt x="298" y="149"/>
                    </a:lnTo>
                    <a:lnTo>
                      <a:pt x="287" y="157"/>
                    </a:lnTo>
                    <a:lnTo>
                      <a:pt x="276" y="166"/>
                    </a:lnTo>
                    <a:lnTo>
                      <a:pt x="272" y="172"/>
                    </a:lnTo>
                    <a:lnTo>
                      <a:pt x="268" y="178"/>
                    </a:lnTo>
                    <a:lnTo>
                      <a:pt x="265" y="186"/>
                    </a:lnTo>
                    <a:lnTo>
                      <a:pt x="262" y="194"/>
                    </a:lnTo>
                    <a:lnTo>
                      <a:pt x="258" y="204"/>
                    </a:lnTo>
                    <a:lnTo>
                      <a:pt x="255" y="215"/>
                    </a:lnTo>
                    <a:lnTo>
                      <a:pt x="248" y="228"/>
                    </a:lnTo>
                    <a:lnTo>
                      <a:pt x="241" y="241"/>
                    </a:lnTo>
                    <a:lnTo>
                      <a:pt x="232" y="254"/>
                    </a:lnTo>
                    <a:lnTo>
                      <a:pt x="222" y="267"/>
                    </a:lnTo>
                    <a:lnTo>
                      <a:pt x="211" y="280"/>
                    </a:lnTo>
                    <a:lnTo>
                      <a:pt x="198" y="293"/>
                    </a:lnTo>
                    <a:lnTo>
                      <a:pt x="186" y="305"/>
                    </a:lnTo>
                    <a:lnTo>
                      <a:pt x="171" y="316"/>
                    </a:lnTo>
                    <a:lnTo>
                      <a:pt x="156" y="325"/>
                    </a:lnTo>
                    <a:lnTo>
                      <a:pt x="141" y="333"/>
                    </a:lnTo>
                    <a:lnTo>
                      <a:pt x="132" y="336"/>
                    </a:lnTo>
                    <a:lnTo>
                      <a:pt x="123" y="339"/>
                    </a:lnTo>
                    <a:lnTo>
                      <a:pt x="116" y="341"/>
                    </a:lnTo>
                    <a:lnTo>
                      <a:pt x="107" y="343"/>
                    </a:lnTo>
                    <a:lnTo>
                      <a:pt x="98" y="343"/>
                    </a:lnTo>
                    <a:lnTo>
                      <a:pt x="88" y="344"/>
                    </a:lnTo>
                    <a:lnTo>
                      <a:pt x="80" y="343"/>
                    </a:lnTo>
                    <a:lnTo>
                      <a:pt x="71" y="342"/>
                    </a:lnTo>
                    <a:lnTo>
                      <a:pt x="53" y="338"/>
                    </a:lnTo>
                    <a:lnTo>
                      <a:pt x="38" y="334"/>
                    </a:lnTo>
                    <a:lnTo>
                      <a:pt x="27" y="328"/>
                    </a:lnTo>
                    <a:lnTo>
                      <a:pt x="17" y="322"/>
                    </a:lnTo>
                    <a:lnTo>
                      <a:pt x="10" y="316"/>
                    </a:lnTo>
                    <a:lnTo>
                      <a:pt x="5" y="309"/>
                    </a:lnTo>
                    <a:lnTo>
                      <a:pt x="1" y="302"/>
                    </a:lnTo>
                    <a:lnTo>
                      <a:pt x="0" y="295"/>
                    </a:lnTo>
                    <a:lnTo>
                      <a:pt x="1" y="288"/>
                    </a:lnTo>
                    <a:lnTo>
                      <a:pt x="3" y="282"/>
                    </a:lnTo>
                    <a:lnTo>
                      <a:pt x="7" y="276"/>
                    </a:lnTo>
                    <a:lnTo>
                      <a:pt x="12" y="270"/>
                    </a:lnTo>
                    <a:lnTo>
                      <a:pt x="20" y="265"/>
                    </a:lnTo>
                    <a:lnTo>
                      <a:pt x="28" y="261"/>
                    </a:lnTo>
                    <a:lnTo>
                      <a:pt x="38" y="258"/>
                    </a:lnTo>
                    <a:lnTo>
                      <a:pt x="50" y="256"/>
                    </a:lnTo>
                    <a:lnTo>
                      <a:pt x="55" y="256"/>
                    </a:lnTo>
                    <a:lnTo>
                      <a:pt x="60" y="254"/>
                    </a:lnTo>
                    <a:lnTo>
                      <a:pt x="63" y="253"/>
                    </a:lnTo>
                    <a:lnTo>
                      <a:pt x="67" y="250"/>
                    </a:lnTo>
                    <a:lnTo>
                      <a:pt x="70" y="248"/>
                    </a:lnTo>
                    <a:lnTo>
                      <a:pt x="72" y="245"/>
                    </a:lnTo>
                    <a:lnTo>
                      <a:pt x="73" y="242"/>
                    </a:lnTo>
                    <a:lnTo>
                      <a:pt x="75" y="239"/>
                    </a:lnTo>
                    <a:lnTo>
                      <a:pt x="76" y="231"/>
                    </a:lnTo>
                    <a:lnTo>
                      <a:pt x="76" y="222"/>
                    </a:lnTo>
                    <a:lnTo>
                      <a:pt x="76" y="212"/>
                    </a:lnTo>
                    <a:lnTo>
                      <a:pt x="75" y="201"/>
                    </a:lnTo>
                    <a:lnTo>
                      <a:pt x="71" y="178"/>
                    </a:lnTo>
                    <a:lnTo>
                      <a:pt x="68" y="153"/>
                    </a:lnTo>
                    <a:lnTo>
                      <a:pt x="70" y="141"/>
                    </a:lnTo>
                    <a:lnTo>
                      <a:pt x="71" y="129"/>
                    </a:lnTo>
                    <a:lnTo>
                      <a:pt x="75" y="117"/>
                    </a:lnTo>
                    <a:lnTo>
                      <a:pt x="80" y="105"/>
                    </a:lnTo>
                    <a:lnTo>
                      <a:pt x="88" y="94"/>
                    </a:lnTo>
                    <a:lnTo>
                      <a:pt x="98" y="83"/>
                    </a:lnTo>
                    <a:lnTo>
                      <a:pt x="110" y="73"/>
                    </a:lnTo>
                    <a:lnTo>
                      <a:pt x="123" y="63"/>
                    </a:lnTo>
                    <a:lnTo>
                      <a:pt x="138" y="54"/>
                    </a:lnTo>
                    <a:lnTo>
                      <a:pt x="153" y="45"/>
                    </a:lnTo>
                    <a:lnTo>
                      <a:pt x="170" y="37"/>
                    </a:lnTo>
                    <a:lnTo>
                      <a:pt x="185" y="30"/>
                    </a:lnTo>
                    <a:lnTo>
                      <a:pt x="238" y="8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3" name="Freeform 104">
                <a:extLst>
                  <a:ext uri="{FF2B5EF4-FFF2-40B4-BE49-F238E27FC236}">
                    <a16:creationId xmlns:a16="http://schemas.microsoft.com/office/drawing/2014/main" id="{23F7A005-60FB-492D-AFFA-AB38DC770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7051" y="3838575"/>
                <a:ext cx="69850" cy="61913"/>
              </a:xfrm>
              <a:custGeom>
                <a:avLst/>
                <a:gdLst>
                  <a:gd name="T0" fmla="*/ 0 w 222"/>
                  <a:gd name="T1" fmla="*/ 56 h 155"/>
                  <a:gd name="T2" fmla="*/ 32 w 222"/>
                  <a:gd name="T3" fmla="*/ 155 h 155"/>
                  <a:gd name="T4" fmla="*/ 222 w 222"/>
                  <a:gd name="T5" fmla="*/ 121 h 155"/>
                  <a:gd name="T6" fmla="*/ 198 w 222"/>
                  <a:gd name="T7" fmla="*/ 23 h 155"/>
                  <a:gd name="T8" fmla="*/ 181 w 222"/>
                  <a:gd name="T9" fmla="*/ 19 h 155"/>
                  <a:gd name="T10" fmla="*/ 141 w 222"/>
                  <a:gd name="T11" fmla="*/ 11 h 155"/>
                  <a:gd name="T12" fmla="*/ 101 w 222"/>
                  <a:gd name="T13" fmla="*/ 3 h 155"/>
                  <a:gd name="T14" fmla="*/ 81 w 222"/>
                  <a:gd name="T15" fmla="*/ 0 h 155"/>
                  <a:gd name="T16" fmla="*/ 66 w 222"/>
                  <a:gd name="T17" fmla="*/ 10 h 155"/>
                  <a:gd name="T18" fmla="*/ 38 w 222"/>
                  <a:gd name="T19" fmla="*/ 29 h 155"/>
                  <a:gd name="T20" fmla="*/ 11 w 222"/>
                  <a:gd name="T21" fmla="*/ 48 h 155"/>
                  <a:gd name="T22" fmla="*/ 0 w 222"/>
                  <a:gd name="T23" fmla="*/ 5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2" h="155">
                    <a:moveTo>
                      <a:pt x="0" y="56"/>
                    </a:moveTo>
                    <a:lnTo>
                      <a:pt x="32" y="155"/>
                    </a:lnTo>
                    <a:lnTo>
                      <a:pt x="222" y="121"/>
                    </a:lnTo>
                    <a:lnTo>
                      <a:pt x="198" y="23"/>
                    </a:lnTo>
                    <a:lnTo>
                      <a:pt x="181" y="19"/>
                    </a:lnTo>
                    <a:lnTo>
                      <a:pt x="141" y="11"/>
                    </a:lnTo>
                    <a:lnTo>
                      <a:pt x="101" y="3"/>
                    </a:lnTo>
                    <a:lnTo>
                      <a:pt x="81" y="0"/>
                    </a:lnTo>
                    <a:lnTo>
                      <a:pt x="66" y="10"/>
                    </a:lnTo>
                    <a:lnTo>
                      <a:pt x="38" y="29"/>
                    </a:lnTo>
                    <a:lnTo>
                      <a:pt x="11" y="48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4" name="Freeform 105">
                <a:extLst>
                  <a:ext uri="{FF2B5EF4-FFF2-40B4-BE49-F238E27FC236}">
                    <a16:creationId xmlns:a16="http://schemas.microsoft.com/office/drawing/2014/main" id="{46264C6F-ECDF-487C-A7C3-2EB7A0559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4826" y="3725863"/>
                <a:ext cx="120650" cy="147638"/>
              </a:xfrm>
              <a:custGeom>
                <a:avLst/>
                <a:gdLst>
                  <a:gd name="T0" fmla="*/ 36 w 379"/>
                  <a:gd name="T1" fmla="*/ 112 h 374"/>
                  <a:gd name="T2" fmla="*/ 24 w 379"/>
                  <a:gd name="T3" fmla="*/ 108 h 374"/>
                  <a:gd name="T4" fmla="*/ 13 w 379"/>
                  <a:gd name="T5" fmla="*/ 100 h 374"/>
                  <a:gd name="T6" fmla="*/ 4 w 379"/>
                  <a:gd name="T7" fmla="*/ 89 h 374"/>
                  <a:gd name="T8" fmla="*/ 14 w 379"/>
                  <a:gd name="T9" fmla="*/ 62 h 374"/>
                  <a:gd name="T10" fmla="*/ 35 w 379"/>
                  <a:gd name="T11" fmla="*/ 40 h 374"/>
                  <a:gd name="T12" fmla="*/ 49 w 379"/>
                  <a:gd name="T13" fmla="*/ 30 h 374"/>
                  <a:gd name="T14" fmla="*/ 75 w 379"/>
                  <a:gd name="T15" fmla="*/ 17 h 374"/>
                  <a:gd name="T16" fmla="*/ 116 w 379"/>
                  <a:gd name="T17" fmla="*/ 5 h 374"/>
                  <a:gd name="T18" fmla="*/ 159 w 379"/>
                  <a:gd name="T19" fmla="*/ 0 h 374"/>
                  <a:gd name="T20" fmla="*/ 204 w 379"/>
                  <a:gd name="T21" fmla="*/ 2 h 374"/>
                  <a:gd name="T22" fmla="*/ 247 w 379"/>
                  <a:gd name="T23" fmla="*/ 11 h 374"/>
                  <a:gd name="T24" fmla="*/ 286 w 379"/>
                  <a:gd name="T25" fmla="*/ 24 h 374"/>
                  <a:gd name="T26" fmla="*/ 319 w 379"/>
                  <a:gd name="T27" fmla="*/ 43 h 374"/>
                  <a:gd name="T28" fmla="*/ 344 w 379"/>
                  <a:gd name="T29" fmla="*/ 66 h 374"/>
                  <a:gd name="T30" fmla="*/ 357 w 379"/>
                  <a:gd name="T31" fmla="*/ 86 h 374"/>
                  <a:gd name="T32" fmla="*/ 365 w 379"/>
                  <a:gd name="T33" fmla="*/ 99 h 374"/>
                  <a:gd name="T34" fmla="*/ 371 w 379"/>
                  <a:gd name="T35" fmla="*/ 118 h 374"/>
                  <a:gd name="T36" fmla="*/ 376 w 379"/>
                  <a:gd name="T37" fmla="*/ 141 h 374"/>
                  <a:gd name="T38" fmla="*/ 379 w 379"/>
                  <a:gd name="T39" fmla="*/ 165 h 374"/>
                  <a:gd name="T40" fmla="*/ 379 w 379"/>
                  <a:gd name="T41" fmla="*/ 189 h 374"/>
                  <a:gd name="T42" fmla="*/ 371 w 379"/>
                  <a:gd name="T43" fmla="*/ 232 h 374"/>
                  <a:gd name="T44" fmla="*/ 360 w 379"/>
                  <a:gd name="T45" fmla="*/ 269 h 374"/>
                  <a:gd name="T46" fmla="*/ 351 w 379"/>
                  <a:gd name="T47" fmla="*/ 287 h 374"/>
                  <a:gd name="T48" fmla="*/ 339 w 379"/>
                  <a:gd name="T49" fmla="*/ 306 h 374"/>
                  <a:gd name="T50" fmla="*/ 325 w 379"/>
                  <a:gd name="T51" fmla="*/ 322 h 374"/>
                  <a:gd name="T52" fmla="*/ 307 w 379"/>
                  <a:gd name="T53" fmla="*/ 344 h 374"/>
                  <a:gd name="T54" fmla="*/ 290 w 379"/>
                  <a:gd name="T55" fmla="*/ 358 h 374"/>
                  <a:gd name="T56" fmla="*/ 264 w 379"/>
                  <a:gd name="T57" fmla="*/ 363 h 374"/>
                  <a:gd name="T58" fmla="*/ 229 w 379"/>
                  <a:gd name="T59" fmla="*/ 370 h 374"/>
                  <a:gd name="T60" fmla="*/ 201 w 379"/>
                  <a:gd name="T61" fmla="*/ 374 h 374"/>
                  <a:gd name="T62" fmla="*/ 190 w 379"/>
                  <a:gd name="T63" fmla="*/ 373 h 374"/>
                  <a:gd name="T64" fmla="*/ 174 w 379"/>
                  <a:gd name="T65" fmla="*/ 371 h 374"/>
                  <a:gd name="T66" fmla="*/ 151 w 379"/>
                  <a:gd name="T67" fmla="*/ 370 h 374"/>
                  <a:gd name="T68" fmla="*/ 137 w 379"/>
                  <a:gd name="T69" fmla="*/ 364 h 374"/>
                  <a:gd name="T70" fmla="*/ 125 w 379"/>
                  <a:gd name="T71" fmla="*/ 353 h 374"/>
                  <a:gd name="T72" fmla="*/ 116 w 379"/>
                  <a:gd name="T73" fmla="*/ 336 h 374"/>
                  <a:gd name="T74" fmla="*/ 98 w 379"/>
                  <a:gd name="T75" fmla="*/ 281 h 374"/>
                  <a:gd name="T76" fmla="*/ 109 w 379"/>
                  <a:gd name="T77" fmla="*/ 264 h 374"/>
                  <a:gd name="T78" fmla="*/ 118 w 379"/>
                  <a:gd name="T79" fmla="*/ 244 h 374"/>
                  <a:gd name="T80" fmla="*/ 123 w 379"/>
                  <a:gd name="T81" fmla="*/ 224 h 374"/>
                  <a:gd name="T82" fmla="*/ 123 w 379"/>
                  <a:gd name="T83" fmla="*/ 209 h 374"/>
                  <a:gd name="T84" fmla="*/ 115 w 379"/>
                  <a:gd name="T85" fmla="*/ 197 h 374"/>
                  <a:gd name="T86" fmla="*/ 98 w 379"/>
                  <a:gd name="T87" fmla="*/ 182 h 374"/>
                  <a:gd name="T88" fmla="*/ 86 w 379"/>
                  <a:gd name="T89" fmla="*/ 178 h 374"/>
                  <a:gd name="T90" fmla="*/ 76 w 379"/>
                  <a:gd name="T91" fmla="*/ 179 h 374"/>
                  <a:gd name="T92" fmla="*/ 66 w 379"/>
                  <a:gd name="T93" fmla="*/ 186 h 374"/>
                  <a:gd name="T94" fmla="*/ 59 w 379"/>
                  <a:gd name="T95" fmla="*/ 197 h 374"/>
                  <a:gd name="T96" fmla="*/ 58 w 379"/>
                  <a:gd name="T97" fmla="*/ 222 h 374"/>
                  <a:gd name="T98" fmla="*/ 55 w 379"/>
                  <a:gd name="T99" fmla="*/ 242 h 374"/>
                  <a:gd name="T100" fmla="*/ 29 w 379"/>
                  <a:gd name="T101" fmla="*/ 221 h 374"/>
                  <a:gd name="T102" fmla="*/ 25 w 379"/>
                  <a:gd name="T103" fmla="*/ 189 h 374"/>
                  <a:gd name="T104" fmla="*/ 43 w 379"/>
                  <a:gd name="T105" fmla="*/ 162 h 374"/>
                  <a:gd name="T106" fmla="*/ 66 w 379"/>
                  <a:gd name="T107" fmla="*/ 136 h 374"/>
                  <a:gd name="T108" fmla="*/ 70 w 379"/>
                  <a:gd name="T109" fmla="*/ 125 h 374"/>
                  <a:gd name="T110" fmla="*/ 68 w 379"/>
                  <a:gd name="T111" fmla="*/ 120 h 374"/>
                  <a:gd name="T112" fmla="*/ 61 w 379"/>
                  <a:gd name="T113" fmla="*/ 116 h 374"/>
                  <a:gd name="T114" fmla="*/ 50 w 379"/>
                  <a:gd name="T115" fmla="*/ 11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79" h="374">
                    <a:moveTo>
                      <a:pt x="44" y="113"/>
                    </a:moveTo>
                    <a:lnTo>
                      <a:pt x="36" y="112"/>
                    </a:lnTo>
                    <a:lnTo>
                      <a:pt x="30" y="111"/>
                    </a:lnTo>
                    <a:lnTo>
                      <a:pt x="24" y="108"/>
                    </a:lnTo>
                    <a:lnTo>
                      <a:pt x="18" y="105"/>
                    </a:lnTo>
                    <a:lnTo>
                      <a:pt x="13" y="100"/>
                    </a:lnTo>
                    <a:lnTo>
                      <a:pt x="8" y="95"/>
                    </a:lnTo>
                    <a:lnTo>
                      <a:pt x="4" y="89"/>
                    </a:lnTo>
                    <a:lnTo>
                      <a:pt x="0" y="82"/>
                    </a:lnTo>
                    <a:lnTo>
                      <a:pt x="14" y="62"/>
                    </a:lnTo>
                    <a:lnTo>
                      <a:pt x="28" y="47"/>
                    </a:lnTo>
                    <a:lnTo>
                      <a:pt x="35" y="40"/>
                    </a:lnTo>
                    <a:lnTo>
                      <a:pt x="41" y="34"/>
                    </a:lnTo>
                    <a:lnTo>
                      <a:pt x="49" y="30"/>
                    </a:lnTo>
                    <a:lnTo>
                      <a:pt x="55" y="26"/>
                    </a:lnTo>
                    <a:lnTo>
                      <a:pt x="75" y="17"/>
                    </a:lnTo>
                    <a:lnTo>
                      <a:pt x="95" y="10"/>
                    </a:lnTo>
                    <a:lnTo>
                      <a:pt x="116" y="5"/>
                    </a:lnTo>
                    <a:lnTo>
                      <a:pt x="137" y="1"/>
                    </a:lnTo>
                    <a:lnTo>
                      <a:pt x="159" y="0"/>
                    </a:lnTo>
                    <a:lnTo>
                      <a:pt x="181" y="0"/>
                    </a:lnTo>
                    <a:lnTo>
                      <a:pt x="204" y="2"/>
                    </a:lnTo>
                    <a:lnTo>
                      <a:pt x="226" y="6"/>
                    </a:lnTo>
                    <a:lnTo>
                      <a:pt x="247" y="11"/>
                    </a:lnTo>
                    <a:lnTo>
                      <a:pt x="269" y="17"/>
                    </a:lnTo>
                    <a:lnTo>
                      <a:pt x="286" y="24"/>
                    </a:lnTo>
                    <a:lnTo>
                      <a:pt x="304" y="33"/>
                    </a:lnTo>
                    <a:lnTo>
                      <a:pt x="319" y="43"/>
                    </a:lnTo>
                    <a:lnTo>
                      <a:pt x="331" y="54"/>
                    </a:lnTo>
                    <a:lnTo>
                      <a:pt x="344" y="66"/>
                    </a:lnTo>
                    <a:lnTo>
                      <a:pt x="352" y="79"/>
                    </a:lnTo>
                    <a:lnTo>
                      <a:pt x="357" y="86"/>
                    </a:lnTo>
                    <a:lnTo>
                      <a:pt x="361" y="92"/>
                    </a:lnTo>
                    <a:lnTo>
                      <a:pt x="365" y="99"/>
                    </a:lnTo>
                    <a:lnTo>
                      <a:pt x="367" y="106"/>
                    </a:lnTo>
                    <a:lnTo>
                      <a:pt x="371" y="118"/>
                    </a:lnTo>
                    <a:lnTo>
                      <a:pt x="375" y="129"/>
                    </a:lnTo>
                    <a:lnTo>
                      <a:pt x="376" y="141"/>
                    </a:lnTo>
                    <a:lnTo>
                      <a:pt x="379" y="153"/>
                    </a:lnTo>
                    <a:lnTo>
                      <a:pt x="379" y="165"/>
                    </a:lnTo>
                    <a:lnTo>
                      <a:pt x="379" y="177"/>
                    </a:lnTo>
                    <a:lnTo>
                      <a:pt x="379" y="189"/>
                    </a:lnTo>
                    <a:lnTo>
                      <a:pt x="377" y="202"/>
                    </a:lnTo>
                    <a:lnTo>
                      <a:pt x="371" y="232"/>
                    </a:lnTo>
                    <a:lnTo>
                      <a:pt x="364" y="258"/>
                    </a:lnTo>
                    <a:lnTo>
                      <a:pt x="360" y="269"/>
                    </a:lnTo>
                    <a:lnTo>
                      <a:pt x="356" y="279"/>
                    </a:lnTo>
                    <a:lnTo>
                      <a:pt x="351" y="287"/>
                    </a:lnTo>
                    <a:lnTo>
                      <a:pt x="347" y="295"/>
                    </a:lnTo>
                    <a:lnTo>
                      <a:pt x="339" y="306"/>
                    </a:lnTo>
                    <a:lnTo>
                      <a:pt x="331" y="315"/>
                    </a:lnTo>
                    <a:lnTo>
                      <a:pt x="325" y="322"/>
                    </a:lnTo>
                    <a:lnTo>
                      <a:pt x="321" y="326"/>
                    </a:lnTo>
                    <a:lnTo>
                      <a:pt x="307" y="344"/>
                    </a:lnTo>
                    <a:lnTo>
                      <a:pt x="297" y="356"/>
                    </a:lnTo>
                    <a:lnTo>
                      <a:pt x="290" y="358"/>
                    </a:lnTo>
                    <a:lnTo>
                      <a:pt x="279" y="360"/>
                    </a:lnTo>
                    <a:lnTo>
                      <a:pt x="264" y="363"/>
                    </a:lnTo>
                    <a:lnTo>
                      <a:pt x="247" y="367"/>
                    </a:lnTo>
                    <a:lnTo>
                      <a:pt x="229" y="370"/>
                    </a:lnTo>
                    <a:lnTo>
                      <a:pt x="214" y="372"/>
                    </a:lnTo>
                    <a:lnTo>
                      <a:pt x="201" y="374"/>
                    </a:lnTo>
                    <a:lnTo>
                      <a:pt x="191" y="374"/>
                    </a:lnTo>
                    <a:lnTo>
                      <a:pt x="190" y="373"/>
                    </a:lnTo>
                    <a:lnTo>
                      <a:pt x="184" y="372"/>
                    </a:lnTo>
                    <a:lnTo>
                      <a:pt x="174" y="371"/>
                    </a:lnTo>
                    <a:lnTo>
                      <a:pt x="160" y="371"/>
                    </a:lnTo>
                    <a:lnTo>
                      <a:pt x="151" y="370"/>
                    </a:lnTo>
                    <a:lnTo>
                      <a:pt x="144" y="367"/>
                    </a:lnTo>
                    <a:lnTo>
                      <a:pt x="137" y="364"/>
                    </a:lnTo>
                    <a:lnTo>
                      <a:pt x="131" y="359"/>
                    </a:lnTo>
                    <a:lnTo>
                      <a:pt x="125" y="353"/>
                    </a:lnTo>
                    <a:lnTo>
                      <a:pt x="120" y="345"/>
                    </a:lnTo>
                    <a:lnTo>
                      <a:pt x="116" y="336"/>
                    </a:lnTo>
                    <a:lnTo>
                      <a:pt x="113" y="326"/>
                    </a:lnTo>
                    <a:lnTo>
                      <a:pt x="98" y="281"/>
                    </a:lnTo>
                    <a:lnTo>
                      <a:pt x="104" y="273"/>
                    </a:lnTo>
                    <a:lnTo>
                      <a:pt x="109" y="264"/>
                    </a:lnTo>
                    <a:lnTo>
                      <a:pt x="114" y="255"/>
                    </a:lnTo>
                    <a:lnTo>
                      <a:pt x="118" y="244"/>
                    </a:lnTo>
                    <a:lnTo>
                      <a:pt x="121" y="233"/>
                    </a:lnTo>
                    <a:lnTo>
                      <a:pt x="123" y="224"/>
                    </a:lnTo>
                    <a:lnTo>
                      <a:pt x="123" y="216"/>
                    </a:lnTo>
                    <a:lnTo>
                      <a:pt x="123" y="209"/>
                    </a:lnTo>
                    <a:lnTo>
                      <a:pt x="120" y="203"/>
                    </a:lnTo>
                    <a:lnTo>
                      <a:pt x="115" y="197"/>
                    </a:lnTo>
                    <a:lnTo>
                      <a:pt x="108" y="190"/>
                    </a:lnTo>
                    <a:lnTo>
                      <a:pt x="98" y="182"/>
                    </a:lnTo>
                    <a:lnTo>
                      <a:pt x="93" y="180"/>
                    </a:lnTo>
                    <a:lnTo>
                      <a:pt x="86" y="178"/>
                    </a:lnTo>
                    <a:lnTo>
                      <a:pt x="81" y="178"/>
                    </a:lnTo>
                    <a:lnTo>
                      <a:pt x="76" y="179"/>
                    </a:lnTo>
                    <a:lnTo>
                      <a:pt x="71" y="182"/>
                    </a:lnTo>
                    <a:lnTo>
                      <a:pt x="66" y="186"/>
                    </a:lnTo>
                    <a:lnTo>
                      <a:pt x="63" y="191"/>
                    </a:lnTo>
                    <a:lnTo>
                      <a:pt x="59" y="197"/>
                    </a:lnTo>
                    <a:lnTo>
                      <a:pt x="58" y="210"/>
                    </a:lnTo>
                    <a:lnTo>
                      <a:pt x="58" y="222"/>
                    </a:lnTo>
                    <a:lnTo>
                      <a:pt x="56" y="233"/>
                    </a:lnTo>
                    <a:lnTo>
                      <a:pt x="55" y="242"/>
                    </a:lnTo>
                    <a:lnTo>
                      <a:pt x="33" y="243"/>
                    </a:lnTo>
                    <a:lnTo>
                      <a:pt x="29" y="221"/>
                    </a:lnTo>
                    <a:lnTo>
                      <a:pt x="26" y="203"/>
                    </a:lnTo>
                    <a:lnTo>
                      <a:pt x="25" y="189"/>
                    </a:lnTo>
                    <a:lnTo>
                      <a:pt x="25" y="180"/>
                    </a:lnTo>
                    <a:lnTo>
                      <a:pt x="43" y="162"/>
                    </a:lnTo>
                    <a:lnTo>
                      <a:pt x="56" y="148"/>
                    </a:lnTo>
                    <a:lnTo>
                      <a:pt x="66" y="136"/>
                    </a:lnTo>
                    <a:lnTo>
                      <a:pt x="70" y="128"/>
                    </a:lnTo>
                    <a:lnTo>
                      <a:pt x="70" y="125"/>
                    </a:lnTo>
                    <a:lnTo>
                      <a:pt x="70" y="122"/>
                    </a:lnTo>
                    <a:lnTo>
                      <a:pt x="68" y="120"/>
                    </a:lnTo>
                    <a:lnTo>
                      <a:pt x="65" y="118"/>
                    </a:lnTo>
                    <a:lnTo>
                      <a:pt x="61" y="116"/>
                    </a:lnTo>
                    <a:lnTo>
                      <a:pt x="56" y="115"/>
                    </a:lnTo>
                    <a:lnTo>
                      <a:pt x="50" y="114"/>
                    </a:lnTo>
                    <a:lnTo>
                      <a:pt x="4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" name="Freeform 106">
                <a:extLst>
                  <a:ext uri="{FF2B5EF4-FFF2-40B4-BE49-F238E27FC236}">
                    <a16:creationId xmlns:a16="http://schemas.microsoft.com/office/drawing/2014/main" id="{6C9B988B-95EC-4F91-A6FD-98FF1BD347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8476" y="3757613"/>
                <a:ext cx="46038" cy="123825"/>
              </a:xfrm>
              <a:custGeom>
                <a:avLst/>
                <a:gdLst>
                  <a:gd name="T0" fmla="*/ 8 w 143"/>
                  <a:gd name="T1" fmla="*/ 117 h 309"/>
                  <a:gd name="T2" fmla="*/ 8 w 143"/>
                  <a:gd name="T3" fmla="*/ 92 h 309"/>
                  <a:gd name="T4" fmla="*/ 5 w 143"/>
                  <a:gd name="T5" fmla="*/ 81 h 309"/>
                  <a:gd name="T6" fmla="*/ 1 w 143"/>
                  <a:gd name="T7" fmla="*/ 69 h 309"/>
                  <a:gd name="T8" fmla="*/ 3 w 143"/>
                  <a:gd name="T9" fmla="*/ 52 h 309"/>
                  <a:gd name="T10" fmla="*/ 8 w 143"/>
                  <a:gd name="T11" fmla="*/ 32 h 309"/>
                  <a:gd name="T12" fmla="*/ 15 w 143"/>
                  <a:gd name="T13" fmla="*/ 11 h 309"/>
                  <a:gd name="T14" fmla="*/ 24 w 143"/>
                  <a:gd name="T15" fmla="*/ 7 h 309"/>
                  <a:gd name="T16" fmla="*/ 33 w 143"/>
                  <a:gd name="T17" fmla="*/ 18 h 309"/>
                  <a:gd name="T18" fmla="*/ 44 w 143"/>
                  <a:gd name="T19" fmla="*/ 26 h 309"/>
                  <a:gd name="T20" fmla="*/ 56 w 143"/>
                  <a:gd name="T21" fmla="*/ 30 h 309"/>
                  <a:gd name="T22" fmla="*/ 70 w 143"/>
                  <a:gd name="T23" fmla="*/ 32 h 309"/>
                  <a:gd name="T24" fmla="*/ 81 w 143"/>
                  <a:gd name="T25" fmla="*/ 34 h 309"/>
                  <a:gd name="T26" fmla="*/ 88 w 143"/>
                  <a:gd name="T27" fmla="*/ 38 h 309"/>
                  <a:gd name="T28" fmla="*/ 90 w 143"/>
                  <a:gd name="T29" fmla="*/ 43 h 309"/>
                  <a:gd name="T30" fmla="*/ 86 w 143"/>
                  <a:gd name="T31" fmla="*/ 54 h 309"/>
                  <a:gd name="T32" fmla="*/ 63 w 143"/>
                  <a:gd name="T33" fmla="*/ 80 h 309"/>
                  <a:gd name="T34" fmla="*/ 45 w 143"/>
                  <a:gd name="T35" fmla="*/ 107 h 309"/>
                  <a:gd name="T36" fmla="*/ 49 w 143"/>
                  <a:gd name="T37" fmla="*/ 139 h 309"/>
                  <a:gd name="T38" fmla="*/ 75 w 143"/>
                  <a:gd name="T39" fmla="*/ 160 h 309"/>
                  <a:gd name="T40" fmla="*/ 78 w 143"/>
                  <a:gd name="T41" fmla="*/ 140 h 309"/>
                  <a:gd name="T42" fmla="*/ 79 w 143"/>
                  <a:gd name="T43" fmla="*/ 115 h 309"/>
                  <a:gd name="T44" fmla="*/ 86 w 143"/>
                  <a:gd name="T45" fmla="*/ 104 h 309"/>
                  <a:gd name="T46" fmla="*/ 96 w 143"/>
                  <a:gd name="T47" fmla="*/ 97 h 309"/>
                  <a:gd name="T48" fmla="*/ 106 w 143"/>
                  <a:gd name="T49" fmla="*/ 96 h 309"/>
                  <a:gd name="T50" fmla="*/ 118 w 143"/>
                  <a:gd name="T51" fmla="*/ 100 h 309"/>
                  <a:gd name="T52" fmla="*/ 135 w 143"/>
                  <a:gd name="T53" fmla="*/ 115 h 309"/>
                  <a:gd name="T54" fmla="*/ 143 w 143"/>
                  <a:gd name="T55" fmla="*/ 127 h 309"/>
                  <a:gd name="T56" fmla="*/ 143 w 143"/>
                  <a:gd name="T57" fmla="*/ 142 h 309"/>
                  <a:gd name="T58" fmla="*/ 138 w 143"/>
                  <a:gd name="T59" fmla="*/ 162 h 309"/>
                  <a:gd name="T60" fmla="*/ 129 w 143"/>
                  <a:gd name="T61" fmla="*/ 182 h 309"/>
                  <a:gd name="T62" fmla="*/ 118 w 143"/>
                  <a:gd name="T63" fmla="*/ 199 h 309"/>
                  <a:gd name="T64" fmla="*/ 133 w 143"/>
                  <a:gd name="T65" fmla="*/ 245 h 309"/>
                  <a:gd name="T66" fmla="*/ 129 w 143"/>
                  <a:gd name="T67" fmla="*/ 251 h 309"/>
                  <a:gd name="T68" fmla="*/ 121 w 143"/>
                  <a:gd name="T69" fmla="*/ 269 h 309"/>
                  <a:gd name="T70" fmla="*/ 113 w 143"/>
                  <a:gd name="T71" fmla="*/ 285 h 309"/>
                  <a:gd name="T72" fmla="*/ 105 w 143"/>
                  <a:gd name="T73" fmla="*/ 293 h 309"/>
                  <a:gd name="T74" fmla="*/ 98 w 143"/>
                  <a:gd name="T75" fmla="*/ 309 h 309"/>
                  <a:gd name="T76" fmla="*/ 85 w 143"/>
                  <a:gd name="T77" fmla="*/ 309 h 309"/>
                  <a:gd name="T78" fmla="*/ 64 w 143"/>
                  <a:gd name="T79" fmla="*/ 307 h 309"/>
                  <a:gd name="T80" fmla="*/ 46 w 143"/>
                  <a:gd name="T81" fmla="*/ 299 h 309"/>
                  <a:gd name="T82" fmla="*/ 36 w 143"/>
                  <a:gd name="T83" fmla="*/ 289 h 309"/>
                  <a:gd name="T84" fmla="*/ 28 w 143"/>
                  <a:gd name="T85" fmla="*/ 273 h 309"/>
                  <a:gd name="T86" fmla="*/ 21 w 143"/>
                  <a:gd name="T87" fmla="*/ 251 h 309"/>
                  <a:gd name="T88" fmla="*/ 15 w 143"/>
                  <a:gd name="T89" fmla="*/ 223 h 309"/>
                  <a:gd name="T90" fmla="*/ 6 w 143"/>
                  <a:gd name="T91" fmla="*/ 205 h 309"/>
                  <a:gd name="T92" fmla="*/ 1 w 143"/>
                  <a:gd name="T93" fmla="*/ 186 h 309"/>
                  <a:gd name="T94" fmla="*/ 0 w 143"/>
                  <a:gd name="T95" fmla="*/ 164 h 309"/>
                  <a:gd name="T96" fmla="*/ 4 w 143"/>
                  <a:gd name="T97" fmla="*/ 140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3" h="309">
                    <a:moveTo>
                      <a:pt x="4" y="140"/>
                    </a:moveTo>
                    <a:lnTo>
                      <a:pt x="8" y="117"/>
                    </a:lnTo>
                    <a:lnTo>
                      <a:pt x="8" y="99"/>
                    </a:lnTo>
                    <a:lnTo>
                      <a:pt x="8" y="92"/>
                    </a:lnTo>
                    <a:lnTo>
                      <a:pt x="6" y="86"/>
                    </a:lnTo>
                    <a:lnTo>
                      <a:pt x="5" y="81"/>
                    </a:lnTo>
                    <a:lnTo>
                      <a:pt x="3" y="77"/>
                    </a:lnTo>
                    <a:lnTo>
                      <a:pt x="1" y="69"/>
                    </a:lnTo>
                    <a:lnTo>
                      <a:pt x="1" y="61"/>
                    </a:lnTo>
                    <a:lnTo>
                      <a:pt x="3" y="52"/>
                    </a:lnTo>
                    <a:lnTo>
                      <a:pt x="4" y="42"/>
                    </a:lnTo>
                    <a:lnTo>
                      <a:pt x="8" y="32"/>
                    </a:lnTo>
                    <a:lnTo>
                      <a:pt x="10" y="22"/>
                    </a:lnTo>
                    <a:lnTo>
                      <a:pt x="15" y="11"/>
                    </a:lnTo>
                    <a:lnTo>
                      <a:pt x="20" y="0"/>
                    </a:lnTo>
                    <a:lnTo>
                      <a:pt x="24" y="7"/>
                    </a:lnTo>
                    <a:lnTo>
                      <a:pt x="28" y="13"/>
                    </a:lnTo>
                    <a:lnTo>
                      <a:pt x="33" y="18"/>
                    </a:lnTo>
                    <a:lnTo>
                      <a:pt x="38" y="23"/>
                    </a:lnTo>
                    <a:lnTo>
                      <a:pt x="44" y="26"/>
                    </a:lnTo>
                    <a:lnTo>
                      <a:pt x="50" y="29"/>
                    </a:lnTo>
                    <a:lnTo>
                      <a:pt x="56" y="30"/>
                    </a:lnTo>
                    <a:lnTo>
                      <a:pt x="64" y="31"/>
                    </a:lnTo>
                    <a:lnTo>
                      <a:pt x="70" y="32"/>
                    </a:lnTo>
                    <a:lnTo>
                      <a:pt x="76" y="33"/>
                    </a:lnTo>
                    <a:lnTo>
                      <a:pt x="81" y="34"/>
                    </a:lnTo>
                    <a:lnTo>
                      <a:pt x="85" y="36"/>
                    </a:lnTo>
                    <a:lnTo>
                      <a:pt x="88" y="38"/>
                    </a:lnTo>
                    <a:lnTo>
                      <a:pt x="90" y="40"/>
                    </a:lnTo>
                    <a:lnTo>
                      <a:pt x="90" y="43"/>
                    </a:lnTo>
                    <a:lnTo>
                      <a:pt x="90" y="46"/>
                    </a:lnTo>
                    <a:lnTo>
                      <a:pt x="86" y="54"/>
                    </a:lnTo>
                    <a:lnTo>
                      <a:pt x="76" y="66"/>
                    </a:lnTo>
                    <a:lnTo>
                      <a:pt x="63" y="80"/>
                    </a:lnTo>
                    <a:lnTo>
                      <a:pt x="45" y="98"/>
                    </a:lnTo>
                    <a:lnTo>
                      <a:pt x="45" y="107"/>
                    </a:lnTo>
                    <a:lnTo>
                      <a:pt x="46" y="121"/>
                    </a:lnTo>
                    <a:lnTo>
                      <a:pt x="49" y="139"/>
                    </a:lnTo>
                    <a:lnTo>
                      <a:pt x="53" y="161"/>
                    </a:lnTo>
                    <a:lnTo>
                      <a:pt x="75" y="160"/>
                    </a:lnTo>
                    <a:lnTo>
                      <a:pt x="76" y="151"/>
                    </a:lnTo>
                    <a:lnTo>
                      <a:pt x="78" y="140"/>
                    </a:lnTo>
                    <a:lnTo>
                      <a:pt x="78" y="128"/>
                    </a:lnTo>
                    <a:lnTo>
                      <a:pt x="79" y="115"/>
                    </a:lnTo>
                    <a:lnTo>
                      <a:pt x="83" y="109"/>
                    </a:lnTo>
                    <a:lnTo>
                      <a:pt x="86" y="104"/>
                    </a:lnTo>
                    <a:lnTo>
                      <a:pt x="91" y="100"/>
                    </a:lnTo>
                    <a:lnTo>
                      <a:pt x="96" y="97"/>
                    </a:lnTo>
                    <a:lnTo>
                      <a:pt x="101" y="96"/>
                    </a:lnTo>
                    <a:lnTo>
                      <a:pt x="106" y="96"/>
                    </a:lnTo>
                    <a:lnTo>
                      <a:pt x="113" y="98"/>
                    </a:lnTo>
                    <a:lnTo>
                      <a:pt x="118" y="100"/>
                    </a:lnTo>
                    <a:lnTo>
                      <a:pt x="128" y="108"/>
                    </a:lnTo>
                    <a:lnTo>
                      <a:pt x="135" y="115"/>
                    </a:lnTo>
                    <a:lnTo>
                      <a:pt x="140" y="121"/>
                    </a:lnTo>
                    <a:lnTo>
                      <a:pt x="143" y="127"/>
                    </a:lnTo>
                    <a:lnTo>
                      <a:pt x="143" y="134"/>
                    </a:lnTo>
                    <a:lnTo>
                      <a:pt x="143" y="142"/>
                    </a:lnTo>
                    <a:lnTo>
                      <a:pt x="141" y="151"/>
                    </a:lnTo>
                    <a:lnTo>
                      <a:pt x="138" y="162"/>
                    </a:lnTo>
                    <a:lnTo>
                      <a:pt x="134" y="173"/>
                    </a:lnTo>
                    <a:lnTo>
                      <a:pt x="129" y="182"/>
                    </a:lnTo>
                    <a:lnTo>
                      <a:pt x="124" y="191"/>
                    </a:lnTo>
                    <a:lnTo>
                      <a:pt x="118" y="199"/>
                    </a:lnTo>
                    <a:lnTo>
                      <a:pt x="133" y="244"/>
                    </a:lnTo>
                    <a:lnTo>
                      <a:pt x="133" y="245"/>
                    </a:lnTo>
                    <a:lnTo>
                      <a:pt x="131" y="246"/>
                    </a:lnTo>
                    <a:lnTo>
                      <a:pt x="129" y="251"/>
                    </a:lnTo>
                    <a:lnTo>
                      <a:pt x="125" y="259"/>
                    </a:lnTo>
                    <a:lnTo>
                      <a:pt x="121" y="269"/>
                    </a:lnTo>
                    <a:lnTo>
                      <a:pt x="116" y="282"/>
                    </a:lnTo>
                    <a:lnTo>
                      <a:pt x="113" y="285"/>
                    </a:lnTo>
                    <a:lnTo>
                      <a:pt x="109" y="288"/>
                    </a:lnTo>
                    <a:lnTo>
                      <a:pt x="105" y="293"/>
                    </a:lnTo>
                    <a:lnTo>
                      <a:pt x="103" y="299"/>
                    </a:lnTo>
                    <a:lnTo>
                      <a:pt x="98" y="309"/>
                    </a:lnTo>
                    <a:lnTo>
                      <a:pt x="91" y="309"/>
                    </a:lnTo>
                    <a:lnTo>
                      <a:pt x="85" y="309"/>
                    </a:lnTo>
                    <a:lnTo>
                      <a:pt x="74" y="309"/>
                    </a:lnTo>
                    <a:lnTo>
                      <a:pt x="64" y="307"/>
                    </a:lnTo>
                    <a:lnTo>
                      <a:pt x="55" y="304"/>
                    </a:lnTo>
                    <a:lnTo>
                      <a:pt x="46" y="299"/>
                    </a:lnTo>
                    <a:lnTo>
                      <a:pt x="41" y="295"/>
                    </a:lnTo>
                    <a:lnTo>
                      <a:pt x="36" y="289"/>
                    </a:lnTo>
                    <a:lnTo>
                      <a:pt x="33" y="282"/>
                    </a:lnTo>
                    <a:lnTo>
                      <a:pt x="28" y="273"/>
                    </a:lnTo>
                    <a:lnTo>
                      <a:pt x="24" y="263"/>
                    </a:lnTo>
                    <a:lnTo>
                      <a:pt x="21" y="251"/>
                    </a:lnTo>
                    <a:lnTo>
                      <a:pt x="18" y="238"/>
                    </a:lnTo>
                    <a:lnTo>
                      <a:pt x="15" y="223"/>
                    </a:lnTo>
                    <a:lnTo>
                      <a:pt x="10" y="214"/>
                    </a:lnTo>
                    <a:lnTo>
                      <a:pt x="6" y="205"/>
                    </a:lnTo>
                    <a:lnTo>
                      <a:pt x="4" y="196"/>
                    </a:lnTo>
                    <a:lnTo>
                      <a:pt x="1" y="186"/>
                    </a:lnTo>
                    <a:lnTo>
                      <a:pt x="0" y="175"/>
                    </a:lnTo>
                    <a:lnTo>
                      <a:pt x="0" y="164"/>
                    </a:lnTo>
                    <a:lnTo>
                      <a:pt x="1" y="152"/>
                    </a:lnTo>
                    <a:lnTo>
                      <a:pt x="4" y="14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6" name="Freeform 107">
                <a:extLst>
                  <a:ext uri="{FF2B5EF4-FFF2-40B4-BE49-F238E27FC236}">
                    <a16:creationId xmlns:a16="http://schemas.microsoft.com/office/drawing/2014/main" id="{FE171BEF-86C7-4A9F-91DB-D057BE24F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5313" y="4127500"/>
                <a:ext cx="211138" cy="361950"/>
              </a:xfrm>
              <a:custGeom>
                <a:avLst/>
                <a:gdLst>
                  <a:gd name="T0" fmla="*/ 401 w 669"/>
                  <a:gd name="T1" fmla="*/ 56 h 913"/>
                  <a:gd name="T2" fmla="*/ 400 w 669"/>
                  <a:gd name="T3" fmla="*/ 71 h 913"/>
                  <a:gd name="T4" fmla="*/ 400 w 669"/>
                  <a:gd name="T5" fmla="*/ 111 h 913"/>
                  <a:gd name="T6" fmla="*/ 400 w 669"/>
                  <a:gd name="T7" fmla="*/ 169 h 913"/>
                  <a:gd name="T8" fmla="*/ 399 w 669"/>
                  <a:gd name="T9" fmla="*/ 239 h 913"/>
                  <a:gd name="T10" fmla="*/ 399 w 669"/>
                  <a:gd name="T11" fmla="*/ 314 h 913"/>
                  <a:gd name="T12" fmla="*/ 399 w 669"/>
                  <a:gd name="T13" fmla="*/ 387 h 913"/>
                  <a:gd name="T14" fmla="*/ 399 w 669"/>
                  <a:gd name="T15" fmla="*/ 452 h 913"/>
                  <a:gd name="T16" fmla="*/ 401 w 669"/>
                  <a:gd name="T17" fmla="*/ 502 h 913"/>
                  <a:gd name="T18" fmla="*/ 669 w 669"/>
                  <a:gd name="T19" fmla="*/ 823 h 913"/>
                  <a:gd name="T20" fmla="*/ 664 w 669"/>
                  <a:gd name="T21" fmla="*/ 827 h 913"/>
                  <a:gd name="T22" fmla="*/ 650 w 669"/>
                  <a:gd name="T23" fmla="*/ 837 h 913"/>
                  <a:gd name="T24" fmla="*/ 630 w 669"/>
                  <a:gd name="T25" fmla="*/ 851 h 913"/>
                  <a:gd name="T26" fmla="*/ 604 w 669"/>
                  <a:gd name="T27" fmla="*/ 868 h 913"/>
                  <a:gd name="T28" fmla="*/ 590 w 669"/>
                  <a:gd name="T29" fmla="*/ 876 h 913"/>
                  <a:gd name="T30" fmla="*/ 575 w 669"/>
                  <a:gd name="T31" fmla="*/ 884 h 913"/>
                  <a:gd name="T32" fmla="*/ 559 w 669"/>
                  <a:gd name="T33" fmla="*/ 892 h 913"/>
                  <a:gd name="T34" fmla="*/ 542 w 669"/>
                  <a:gd name="T35" fmla="*/ 899 h 913"/>
                  <a:gd name="T36" fmla="*/ 525 w 669"/>
                  <a:gd name="T37" fmla="*/ 904 h 913"/>
                  <a:gd name="T38" fmla="*/ 509 w 669"/>
                  <a:gd name="T39" fmla="*/ 909 h 913"/>
                  <a:gd name="T40" fmla="*/ 492 w 669"/>
                  <a:gd name="T41" fmla="*/ 912 h 913"/>
                  <a:gd name="T42" fmla="*/ 476 w 669"/>
                  <a:gd name="T43" fmla="*/ 913 h 913"/>
                  <a:gd name="T44" fmla="*/ 465 w 669"/>
                  <a:gd name="T45" fmla="*/ 903 h 913"/>
                  <a:gd name="T46" fmla="*/ 435 w 669"/>
                  <a:gd name="T47" fmla="*/ 876 h 913"/>
                  <a:gd name="T48" fmla="*/ 392 w 669"/>
                  <a:gd name="T49" fmla="*/ 837 h 913"/>
                  <a:gd name="T50" fmla="*/ 343 w 669"/>
                  <a:gd name="T51" fmla="*/ 790 h 913"/>
                  <a:gd name="T52" fmla="*/ 316 w 669"/>
                  <a:gd name="T53" fmla="*/ 764 h 913"/>
                  <a:gd name="T54" fmla="*/ 291 w 669"/>
                  <a:gd name="T55" fmla="*/ 738 h 913"/>
                  <a:gd name="T56" fmla="*/ 266 w 669"/>
                  <a:gd name="T57" fmla="*/ 711 h 913"/>
                  <a:gd name="T58" fmla="*/ 244 w 669"/>
                  <a:gd name="T59" fmla="*/ 685 h 913"/>
                  <a:gd name="T60" fmla="*/ 223 w 669"/>
                  <a:gd name="T61" fmla="*/ 660 h 913"/>
                  <a:gd name="T62" fmla="*/ 205 w 669"/>
                  <a:gd name="T63" fmla="*/ 636 h 913"/>
                  <a:gd name="T64" fmla="*/ 198 w 669"/>
                  <a:gd name="T65" fmla="*/ 625 h 913"/>
                  <a:gd name="T66" fmla="*/ 191 w 669"/>
                  <a:gd name="T67" fmla="*/ 615 h 913"/>
                  <a:gd name="T68" fmla="*/ 185 w 669"/>
                  <a:gd name="T69" fmla="*/ 605 h 913"/>
                  <a:gd name="T70" fmla="*/ 181 w 669"/>
                  <a:gd name="T71" fmla="*/ 596 h 913"/>
                  <a:gd name="T72" fmla="*/ 163 w 669"/>
                  <a:gd name="T73" fmla="*/ 543 h 913"/>
                  <a:gd name="T74" fmla="*/ 138 w 669"/>
                  <a:gd name="T75" fmla="*/ 463 h 913"/>
                  <a:gd name="T76" fmla="*/ 108 w 669"/>
                  <a:gd name="T77" fmla="*/ 366 h 913"/>
                  <a:gd name="T78" fmla="*/ 76 w 669"/>
                  <a:gd name="T79" fmla="*/ 263 h 913"/>
                  <a:gd name="T80" fmla="*/ 48 w 669"/>
                  <a:gd name="T81" fmla="*/ 164 h 913"/>
                  <a:gd name="T82" fmla="*/ 23 w 669"/>
                  <a:gd name="T83" fmla="*/ 80 h 913"/>
                  <a:gd name="T84" fmla="*/ 6 w 669"/>
                  <a:gd name="T85" fmla="*/ 22 h 913"/>
                  <a:gd name="T86" fmla="*/ 0 w 669"/>
                  <a:gd name="T87" fmla="*/ 0 h 913"/>
                  <a:gd name="T88" fmla="*/ 401 w 669"/>
                  <a:gd name="T89" fmla="*/ 56 h 9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69" h="913">
                    <a:moveTo>
                      <a:pt x="401" y="56"/>
                    </a:moveTo>
                    <a:lnTo>
                      <a:pt x="400" y="71"/>
                    </a:lnTo>
                    <a:lnTo>
                      <a:pt x="400" y="111"/>
                    </a:lnTo>
                    <a:lnTo>
                      <a:pt x="400" y="169"/>
                    </a:lnTo>
                    <a:lnTo>
                      <a:pt x="399" y="239"/>
                    </a:lnTo>
                    <a:lnTo>
                      <a:pt x="399" y="314"/>
                    </a:lnTo>
                    <a:lnTo>
                      <a:pt x="399" y="387"/>
                    </a:lnTo>
                    <a:lnTo>
                      <a:pt x="399" y="452"/>
                    </a:lnTo>
                    <a:lnTo>
                      <a:pt x="401" y="502"/>
                    </a:lnTo>
                    <a:lnTo>
                      <a:pt x="669" y="823"/>
                    </a:lnTo>
                    <a:lnTo>
                      <a:pt x="664" y="827"/>
                    </a:lnTo>
                    <a:lnTo>
                      <a:pt x="650" y="837"/>
                    </a:lnTo>
                    <a:lnTo>
                      <a:pt x="630" y="851"/>
                    </a:lnTo>
                    <a:lnTo>
                      <a:pt x="604" y="868"/>
                    </a:lnTo>
                    <a:lnTo>
                      <a:pt x="590" y="876"/>
                    </a:lnTo>
                    <a:lnTo>
                      <a:pt x="575" y="884"/>
                    </a:lnTo>
                    <a:lnTo>
                      <a:pt x="559" y="892"/>
                    </a:lnTo>
                    <a:lnTo>
                      <a:pt x="542" y="899"/>
                    </a:lnTo>
                    <a:lnTo>
                      <a:pt x="525" y="904"/>
                    </a:lnTo>
                    <a:lnTo>
                      <a:pt x="509" y="909"/>
                    </a:lnTo>
                    <a:lnTo>
                      <a:pt x="492" y="912"/>
                    </a:lnTo>
                    <a:lnTo>
                      <a:pt x="476" y="913"/>
                    </a:lnTo>
                    <a:lnTo>
                      <a:pt x="465" y="903"/>
                    </a:lnTo>
                    <a:lnTo>
                      <a:pt x="435" y="876"/>
                    </a:lnTo>
                    <a:lnTo>
                      <a:pt x="392" y="837"/>
                    </a:lnTo>
                    <a:lnTo>
                      <a:pt x="343" y="790"/>
                    </a:lnTo>
                    <a:lnTo>
                      <a:pt x="316" y="764"/>
                    </a:lnTo>
                    <a:lnTo>
                      <a:pt x="291" y="738"/>
                    </a:lnTo>
                    <a:lnTo>
                      <a:pt x="266" y="711"/>
                    </a:lnTo>
                    <a:lnTo>
                      <a:pt x="244" y="685"/>
                    </a:lnTo>
                    <a:lnTo>
                      <a:pt x="223" y="660"/>
                    </a:lnTo>
                    <a:lnTo>
                      <a:pt x="205" y="636"/>
                    </a:lnTo>
                    <a:lnTo>
                      <a:pt x="198" y="625"/>
                    </a:lnTo>
                    <a:lnTo>
                      <a:pt x="191" y="615"/>
                    </a:lnTo>
                    <a:lnTo>
                      <a:pt x="185" y="605"/>
                    </a:lnTo>
                    <a:lnTo>
                      <a:pt x="181" y="596"/>
                    </a:lnTo>
                    <a:lnTo>
                      <a:pt x="163" y="543"/>
                    </a:lnTo>
                    <a:lnTo>
                      <a:pt x="138" y="463"/>
                    </a:lnTo>
                    <a:lnTo>
                      <a:pt x="108" y="366"/>
                    </a:lnTo>
                    <a:lnTo>
                      <a:pt x="76" y="263"/>
                    </a:lnTo>
                    <a:lnTo>
                      <a:pt x="48" y="164"/>
                    </a:lnTo>
                    <a:lnTo>
                      <a:pt x="23" y="80"/>
                    </a:lnTo>
                    <a:lnTo>
                      <a:pt x="6" y="22"/>
                    </a:lnTo>
                    <a:lnTo>
                      <a:pt x="0" y="0"/>
                    </a:lnTo>
                    <a:lnTo>
                      <a:pt x="401" y="56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7" name="Freeform 108">
                <a:extLst>
                  <a:ext uri="{FF2B5EF4-FFF2-40B4-BE49-F238E27FC236}">
                    <a16:creationId xmlns:a16="http://schemas.microsoft.com/office/drawing/2014/main" id="{3F8F8EB6-D7EB-4696-AA18-038AB18EA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4176" y="3763963"/>
                <a:ext cx="155575" cy="193675"/>
              </a:xfrm>
              <a:custGeom>
                <a:avLst/>
                <a:gdLst>
                  <a:gd name="T0" fmla="*/ 492 w 492"/>
                  <a:gd name="T1" fmla="*/ 334 h 488"/>
                  <a:gd name="T2" fmla="*/ 393 w 492"/>
                  <a:gd name="T3" fmla="*/ 320 h 488"/>
                  <a:gd name="T4" fmla="*/ 387 w 492"/>
                  <a:gd name="T5" fmla="*/ 313 h 488"/>
                  <a:gd name="T6" fmla="*/ 367 w 492"/>
                  <a:gd name="T7" fmla="*/ 294 h 488"/>
                  <a:gd name="T8" fmla="*/ 337 w 492"/>
                  <a:gd name="T9" fmla="*/ 267 h 488"/>
                  <a:gd name="T10" fmla="*/ 302 w 492"/>
                  <a:gd name="T11" fmla="*/ 233 h 488"/>
                  <a:gd name="T12" fmla="*/ 265 w 492"/>
                  <a:gd name="T13" fmla="*/ 197 h 488"/>
                  <a:gd name="T14" fmla="*/ 227 w 492"/>
                  <a:gd name="T15" fmla="*/ 162 h 488"/>
                  <a:gd name="T16" fmla="*/ 193 w 492"/>
                  <a:gd name="T17" fmla="*/ 129 h 488"/>
                  <a:gd name="T18" fmla="*/ 167 w 492"/>
                  <a:gd name="T19" fmla="*/ 104 h 488"/>
                  <a:gd name="T20" fmla="*/ 165 w 492"/>
                  <a:gd name="T21" fmla="*/ 99 h 488"/>
                  <a:gd name="T22" fmla="*/ 160 w 492"/>
                  <a:gd name="T23" fmla="*/ 87 h 488"/>
                  <a:gd name="T24" fmla="*/ 152 w 492"/>
                  <a:gd name="T25" fmla="*/ 70 h 488"/>
                  <a:gd name="T26" fmla="*/ 140 w 492"/>
                  <a:gd name="T27" fmla="*/ 50 h 488"/>
                  <a:gd name="T28" fmla="*/ 133 w 492"/>
                  <a:gd name="T29" fmla="*/ 40 h 488"/>
                  <a:gd name="T30" fmla="*/ 125 w 492"/>
                  <a:gd name="T31" fmla="*/ 31 h 488"/>
                  <a:gd name="T32" fmla="*/ 116 w 492"/>
                  <a:gd name="T33" fmla="*/ 22 h 488"/>
                  <a:gd name="T34" fmla="*/ 106 w 492"/>
                  <a:gd name="T35" fmla="*/ 14 h 488"/>
                  <a:gd name="T36" fmla="*/ 95 w 492"/>
                  <a:gd name="T37" fmla="*/ 8 h 488"/>
                  <a:gd name="T38" fmla="*/ 82 w 492"/>
                  <a:gd name="T39" fmla="*/ 3 h 488"/>
                  <a:gd name="T40" fmla="*/ 76 w 492"/>
                  <a:gd name="T41" fmla="*/ 2 h 488"/>
                  <a:gd name="T42" fmla="*/ 70 w 492"/>
                  <a:gd name="T43" fmla="*/ 0 h 488"/>
                  <a:gd name="T44" fmla="*/ 63 w 492"/>
                  <a:gd name="T45" fmla="*/ 0 h 488"/>
                  <a:gd name="T46" fmla="*/ 56 w 492"/>
                  <a:gd name="T47" fmla="*/ 0 h 488"/>
                  <a:gd name="T48" fmla="*/ 48 w 492"/>
                  <a:gd name="T49" fmla="*/ 1 h 488"/>
                  <a:gd name="T50" fmla="*/ 42 w 492"/>
                  <a:gd name="T51" fmla="*/ 2 h 488"/>
                  <a:gd name="T52" fmla="*/ 36 w 492"/>
                  <a:gd name="T53" fmla="*/ 4 h 488"/>
                  <a:gd name="T54" fmla="*/ 31 w 492"/>
                  <a:gd name="T55" fmla="*/ 6 h 488"/>
                  <a:gd name="T56" fmla="*/ 25 w 492"/>
                  <a:gd name="T57" fmla="*/ 9 h 488"/>
                  <a:gd name="T58" fmla="*/ 21 w 492"/>
                  <a:gd name="T59" fmla="*/ 12 h 488"/>
                  <a:gd name="T60" fmla="*/ 16 w 492"/>
                  <a:gd name="T61" fmla="*/ 15 h 488"/>
                  <a:gd name="T62" fmla="*/ 12 w 492"/>
                  <a:gd name="T63" fmla="*/ 19 h 488"/>
                  <a:gd name="T64" fmla="*/ 6 w 492"/>
                  <a:gd name="T65" fmla="*/ 28 h 488"/>
                  <a:gd name="T66" fmla="*/ 2 w 492"/>
                  <a:gd name="T67" fmla="*/ 37 h 488"/>
                  <a:gd name="T68" fmla="*/ 0 w 492"/>
                  <a:gd name="T69" fmla="*/ 48 h 488"/>
                  <a:gd name="T70" fmla="*/ 0 w 492"/>
                  <a:gd name="T71" fmla="*/ 60 h 488"/>
                  <a:gd name="T72" fmla="*/ 2 w 492"/>
                  <a:gd name="T73" fmla="*/ 73 h 488"/>
                  <a:gd name="T74" fmla="*/ 6 w 492"/>
                  <a:gd name="T75" fmla="*/ 85 h 488"/>
                  <a:gd name="T76" fmla="*/ 13 w 492"/>
                  <a:gd name="T77" fmla="*/ 99 h 488"/>
                  <a:gd name="T78" fmla="*/ 22 w 492"/>
                  <a:gd name="T79" fmla="*/ 112 h 488"/>
                  <a:gd name="T80" fmla="*/ 35 w 492"/>
                  <a:gd name="T81" fmla="*/ 125 h 488"/>
                  <a:gd name="T82" fmla="*/ 48 w 492"/>
                  <a:gd name="T83" fmla="*/ 138 h 488"/>
                  <a:gd name="T84" fmla="*/ 66 w 492"/>
                  <a:gd name="T85" fmla="*/ 151 h 488"/>
                  <a:gd name="T86" fmla="*/ 86 w 492"/>
                  <a:gd name="T87" fmla="*/ 162 h 488"/>
                  <a:gd name="T88" fmla="*/ 91 w 492"/>
                  <a:gd name="T89" fmla="*/ 171 h 488"/>
                  <a:gd name="T90" fmla="*/ 105 w 492"/>
                  <a:gd name="T91" fmla="*/ 193 h 488"/>
                  <a:gd name="T92" fmla="*/ 125 w 492"/>
                  <a:gd name="T93" fmla="*/ 225 h 488"/>
                  <a:gd name="T94" fmla="*/ 150 w 492"/>
                  <a:gd name="T95" fmla="*/ 263 h 488"/>
                  <a:gd name="T96" fmla="*/ 177 w 492"/>
                  <a:gd name="T97" fmla="*/ 303 h 488"/>
                  <a:gd name="T98" fmla="*/ 206 w 492"/>
                  <a:gd name="T99" fmla="*/ 340 h 488"/>
                  <a:gd name="T100" fmla="*/ 220 w 492"/>
                  <a:gd name="T101" fmla="*/ 357 h 488"/>
                  <a:gd name="T102" fmla="*/ 233 w 492"/>
                  <a:gd name="T103" fmla="*/ 372 h 488"/>
                  <a:gd name="T104" fmla="*/ 246 w 492"/>
                  <a:gd name="T105" fmla="*/ 384 h 488"/>
                  <a:gd name="T106" fmla="*/ 257 w 492"/>
                  <a:gd name="T107" fmla="*/ 393 h 488"/>
                  <a:gd name="T108" fmla="*/ 282 w 492"/>
                  <a:gd name="T109" fmla="*/ 409 h 488"/>
                  <a:gd name="T110" fmla="*/ 312 w 492"/>
                  <a:gd name="T111" fmla="*/ 425 h 488"/>
                  <a:gd name="T112" fmla="*/ 343 w 492"/>
                  <a:gd name="T113" fmla="*/ 440 h 488"/>
                  <a:gd name="T114" fmla="*/ 375 w 492"/>
                  <a:gd name="T115" fmla="*/ 455 h 488"/>
                  <a:gd name="T116" fmla="*/ 403 w 492"/>
                  <a:gd name="T117" fmla="*/ 468 h 488"/>
                  <a:gd name="T118" fmla="*/ 427 w 492"/>
                  <a:gd name="T119" fmla="*/ 478 h 488"/>
                  <a:gd name="T120" fmla="*/ 442 w 492"/>
                  <a:gd name="T121" fmla="*/ 485 h 488"/>
                  <a:gd name="T122" fmla="*/ 448 w 492"/>
                  <a:gd name="T123" fmla="*/ 488 h 488"/>
                  <a:gd name="T124" fmla="*/ 492 w 492"/>
                  <a:gd name="T125" fmla="*/ 33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92" h="488">
                    <a:moveTo>
                      <a:pt x="492" y="334"/>
                    </a:moveTo>
                    <a:lnTo>
                      <a:pt x="393" y="320"/>
                    </a:lnTo>
                    <a:lnTo>
                      <a:pt x="387" y="313"/>
                    </a:lnTo>
                    <a:lnTo>
                      <a:pt x="367" y="294"/>
                    </a:lnTo>
                    <a:lnTo>
                      <a:pt x="337" y="267"/>
                    </a:lnTo>
                    <a:lnTo>
                      <a:pt x="302" y="233"/>
                    </a:lnTo>
                    <a:lnTo>
                      <a:pt x="265" y="197"/>
                    </a:lnTo>
                    <a:lnTo>
                      <a:pt x="227" y="162"/>
                    </a:lnTo>
                    <a:lnTo>
                      <a:pt x="193" y="129"/>
                    </a:lnTo>
                    <a:lnTo>
                      <a:pt x="167" y="104"/>
                    </a:lnTo>
                    <a:lnTo>
                      <a:pt x="165" y="99"/>
                    </a:lnTo>
                    <a:lnTo>
                      <a:pt x="160" y="87"/>
                    </a:lnTo>
                    <a:lnTo>
                      <a:pt x="152" y="70"/>
                    </a:lnTo>
                    <a:lnTo>
                      <a:pt x="140" y="50"/>
                    </a:lnTo>
                    <a:lnTo>
                      <a:pt x="133" y="40"/>
                    </a:lnTo>
                    <a:lnTo>
                      <a:pt x="125" y="31"/>
                    </a:lnTo>
                    <a:lnTo>
                      <a:pt x="116" y="22"/>
                    </a:lnTo>
                    <a:lnTo>
                      <a:pt x="106" y="14"/>
                    </a:lnTo>
                    <a:lnTo>
                      <a:pt x="95" y="8"/>
                    </a:lnTo>
                    <a:lnTo>
                      <a:pt x="82" y="3"/>
                    </a:lnTo>
                    <a:lnTo>
                      <a:pt x="76" y="2"/>
                    </a:lnTo>
                    <a:lnTo>
                      <a:pt x="70" y="0"/>
                    </a:lnTo>
                    <a:lnTo>
                      <a:pt x="63" y="0"/>
                    </a:lnTo>
                    <a:lnTo>
                      <a:pt x="56" y="0"/>
                    </a:lnTo>
                    <a:lnTo>
                      <a:pt x="48" y="1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1" y="6"/>
                    </a:lnTo>
                    <a:lnTo>
                      <a:pt x="25" y="9"/>
                    </a:lnTo>
                    <a:lnTo>
                      <a:pt x="21" y="12"/>
                    </a:lnTo>
                    <a:lnTo>
                      <a:pt x="16" y="15"/>
                    </a:lnTo>
                    <a:lnTo>
                      <a:pt x="12" y="19"/>
                    </a:lnTo>
                    <a:lnTo>
                      <a:pt x="6" y="28"/>
                    </a:lnTo>
                    <a:lnTo>
                      <a:pt x="2" y="37"/>
                    </a:lnTo>
                    <a:lnTo>
                      <a:pt x="0" y="48"/>
                    </a:lnTo>
                    <a:lnTo>
                      <a:pt x="0" y="60"/>
                    </a:lnTo>
                    <a:lnTo>
                      <a:pt x="2" y="73"/>
                    </a:lnTo>
                    <a:lnTo>
                      <a:pt x="6" y="85"/>
                    </a:lnTo>
                    <a:lnTo>
                      <a:pt x="13" y="99"/>
                    </a:lnTo>
                    <a:lnTo>
                      <a:pt x="22" y="112"/>
                    </a:lnTo>
                    <a:lnTo>
                      <a:pt x="35" y="125"/>
                    </a:lnTo>
                    <a:lnTo>
                      <a:pt x="48" y="138"/>
                    </a:lnTo>
                    <a:lnTo>
                      <a:pt x="66" y="151"/>
                    </a:lnTo>
                    <a:lnTo>
                      <a:pt x="86" y="162"/>
                    </a:lnTo>
                    <a:lnTo>
                      <a:pt x="91" y="171"/>
                    </a:lnTo>
                    <a:lnTo>
                      <a:pt x="105" y="193"/>
                    </a:lnTo>
                    <a:lnTo>
                      <a:pt x="125" y="225"/>
                    </a:lnTo>
                    <a:lnTo>
                      <a:pt x="150" y="263"/>
                    </a:lnTo>
                    <a:lnTo>
                      <a:pt x="177" y="303"/>
                    </a:lnTo>
                    <a:lnTo>
                      <a:pt x="206" y="340"/>
                    </a:lnTo>
                    <a:lnTo>
                      <a:pt x="220" y="357"/>
                    </a:lnTo>
                    <a:lnTo>
                      <a:pt x="233" y="372"/>
                    </a:lnTo>
                    <a:lnTo>
                      <a:pt x="246" y="384"/>
                    </a:lnTo>
                    <a:lnTo>
                      <a:pt x="257" y="393"/>
                    </a:lnTo>
                    <a:lnTo>
                      <a:pt x="282" y="409"/>
                    </a:lnTo>
                    <a:lnTo>
                      <a:pt x="312" y="425"/>
                    </a:lnTo>
                    <a:lnTo>
                      <a:pt x="343" y="440"/>
                    </a:lnTo>
                    <a:lnTo>
                      <a:pt x="375" y="455"/>
                    </a:lnTo>
                    <a:lnTo>
                      <a:pt x="403" y="468"/>
                    </a:lnTo>
                    <a:lnTo>
                      <a:pt x="427" y="478"/>
                    </a:lnTo>
                    <a:lnTo>
                      <a:pt x="442" y="485"/>
                    </a:lnTo>
                    <a:lnTo>
                      <a:pt x="448" y="488"/>
                    </a:lnTo>
                    <a:lnTo>
                      <a:pt x="492" y="334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8" name="Freeform 109">
                <a:extLst>
                  <a:ext uri="{FF2B5EF4-FFF2-40B4-BE49-F238E27FC236}">
                    <a16:creationId xmlns:a16="http://schemas.microsoft.com/office/drawing/2014/main" id="{1704FD6A-3F38-472B-8C80-AA7F176F7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2763" y="3889375"/>
                <a:ext cx="120650" cy="93663"/>
              </a:xfrm>
              <a:custGeom>
                <a:avLst/>
                <a:gdLst>
                  <a:gd name="T0" fmla="*/ 2 w 384"/>
                  <a:gd name="T1" fmla="*/ 177 h 238"/>
                  <a:gd name="T2" fmla="*/ 0 w 384"/>
                  <a:gd name="T3" fmla="*/ 169 h 238"/>
                  <a:gd name="T4" fmla="*/ 0 w 384"/>
                  <a:gd name="T5" fmla="*/ 146 h 238"/>
                  <a:gd name="T6" fmla="*/ 2 w 384"/>
                  <a:gd name="T7" fmla="*/ 131 h 238"/>
                  <a:gd name="T8" fmla="*/ 4 w 384"/>
                  <a:gd name="T9" fmla="*/ 113 h 238"/>
                  <a:gd name="T10" fmla="*/ 9 w 384"/>
                  <a:gd name="T11" fmla="*/ 94 h 238"/>
                  <a:gd name="T12" fmla="*/ 17 w 384"/>
                  <a:gd name="T13" fmla="*/ 73 h 238"/>
                  <a:gd name="T14" fmla="*/ 24 w 384"/>
                  <a:gd name="T15" fmla="*/ 54 h 238"/>
                  <a:gd name="T16" fmla="*/ 32 w 384"/>
                  <a:gd name="T17" fmla="*/ 38 h 238"/>
                  <a:gd name="T18" fmla="*/ 39 w 384"/>
                  <a:gd name="T19" fmla="*/ 26 h 238"/>
                  <a:gd name="T20" fmla="*/ 47 w 384"/>
                  <a:gd name="T21" fmla="*/ 16 h 238"/>
                  <a:gd name="T22" fmla="*/ 57 w 384"/>
                  <a:gd name="T23" fmla="*/ 3 h 238"/>
                  <a:gd name="T24" fmla="*/ 60 w 384"/>
                  <a:gd name="T25" fmla="*/ 0 h 238"/>
                  <a:gd name="T26" fmla="*/ 77 w 384"/>
                  <a:gd name="T27" fmla="*/ 2 h 238"/>
                  <a:gd name="T28" fmla="*/ 116 w 384"/>
                  <a:gd name="T29" fmla="*/ 10 h 238"/>
                  <a:gd name="T30" fmla="*/ 144 w 384"/>
                  <a:gd name="T31" fmla="*/ 16 h 238"/>
                  <a:gd name="T32" fmla="*/ 174 w 384"/>
                  <a:gd name="T33" fmla="*/ 24 h 238"/>
                  <a:gd name="T34" fmla="*/ 205 w 384"/>
                  <a:gd name="T35" fmla="*/ 33 h 238"/>
                  <a:gd name="T36" fmla="*/ 238 w 384"/>
                  <a:gd name="T37" fmla="*/ 43 h 238"/>
                  <a:gd name="T38" fmla="*/ 270 w 384"/>
                  <a:gd name="T39" fmla="*/ 55 h 238"/>
                  <a:gd name="T40" fmla="*/ 300 w 384"/>
                  <a:gd name="T41" fmla="*/ 69 h 238"/>
                  <a:gd name="T42" fmla="*/ 314 w 384"/>
                  <a:gd name="T43" fmla="*/ 76 h 238"/>
                  <a:gd name="T44" fmla="*/ 326 w 384"/>
                  <a:gd name="T45" fmla="*/ 84 h 238"/>
                  <a:gd name="T46" fmla="*/ 339 w 384"/>
                  <a:gd name="T47" fmla="*/ 92 h 238"/>
                  <a:gd name="T48" fmla="*/ 350 w 384"/>
                  <a:gd name="T49" fmla="*/ 100 h 238"/>
                  <a:gd name="T50" fmla="*/ 360 w 384"/>
                  <a:gd name="T51" fmla="*/ 109 h 238"/>
                  <a:gd name="T52" fmla="*/ 368 w 384"/>
                  <a:gd name="T53" fmla="*/ 118 h 238"/>
                  <a:gd name="T54" fmla="*/ 375 w 384"/>
                  <a:gd name="T55" fmla="*/ 128 h 238"/>
                  <a:gd name="T56" fmla="*/ 380 w 384"/>
                  <a:gd name="T57" fmla="*/ 138 h 238"/>
                  <a:gd name="T58" fmla="*/ 383 w 384"/>
                  <a:gd name="T59" fmla="*/ 149 h 238"/>
                  <a:gd name="T60" fmla="*/ 384 w 384"/>
                  <a:gd name="T61" fmla="*/ 160 h 238"/>
                  <a:gd name="T62" fmla="*/ 384 w 384"/>
                  <a:gd name="T63" fmla="*/ 171 h 238"/>
                  <a:gd name="T64" fmla="*/ 380 w 384"/>
                  <a:gd name="T65" fmla="*/ 183 h 238"/>
                  <a:gd name="T66" fmla="*/ 375 w 384"/>
                  <a:gd name="T67" fmla="*/ 194 h 238"/>
                  <a:gd name="T68" fmla="*/ 368 w 384"/>
                  <a:gd name="T69" fmla="*/ 204 h 238"/>
                  <a:gd name="T70" fmla="*/ 360 w 384"/>
                  <a:gd name="T71" fmla="*/ 212 h 238"/>
                  <a:gd name="T72" fmla="*/ 350 w 384"/>
                  <a:gd name="T73" fmla="*/ 219 h 238"/>
                  <a:gd name="T74" fmla="*/ 340 w 384"/>
                  <a:gd name="T75" fmla="*/ 225 h 238"/>
                  <a:gd name="T76" fmla="*/ 328 w 384"/>
                  <a:gd name="T77" fmla="*/ 230 h 238"/>
                  <a:gd name="T78" fmla="*/ 315 w 384"/>
                  <a:gd name="T79" fmla="*/ 233 h 238"/>
                  <a:gd name="T80" fmla="*/ 301 w 384"/>
                  <a:gd name="T81" fmla="*/ 236 h 238"/>
                  <a:gd name="T82" fmla="*/ 286 w 384"/>
                  <a:gd name="T83" fmla="*/ 237 h 238"/>
                  <a:gd name="T84" fmla="*/ 271 w 384"/>
                  <a:gd name="T85" fmla="*/ 238 h 238"/>
                  <a:gd name="T86" fmla="*/ 255 w 384"/>
                  <a:gd name="T87" fmla="*/ 238 h 238"/>
                  <a:gd name="T88" fmla="*/ 239 w 384"/>
                  <a:gd name="T89" fmla="*/ 237 h 238"/>
                  <a:gd name="T90" fmla="*/ 206 w 384"/>
                  <a:gd name="T91" fmla="*/ 233 h 238"/>
                  <a:gd name="T92" fmla="*/ 173 w 384"/>
                  <a:gd name="T93" fmla="*/ 228 h 238"/>
                  <a:gd name="T94" fmla="*/ 140 w 384"/>
                  <a:gd name="T95" fmla="*/ 221 h 238"/>
                  <a:gd name="T96" fmla="*/ 109 w 384"/>
                  <a:gd name="T97" fmla="*/ 213 h 238"/>
                  <a:gd name="T98" fmla="*/ 79 w 384"/>
                  <a:gd name="T99" fmla="*/ 204 h 238"/>
                  <a:gd name="T100" fmla="*/ 54 w 384"/>
                  <a:gd name="T101" fmla="*/ 196 h 238"/>
                  <a:gd name="T102" fmla="*/ 15 w 384"/>
                  <a:gd name="T103" fmla="*/ 183 h 238"/>
                  <a:gd name="T104" fmla="*/ 2 w 384"/>
                  <a:gd name="T105" fmla="*/ 177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4" h="238">
                    <a:moveTo>
                      <a:pt x="2" y="177"/>
                    </a:moveTo>
                    <a:lnTo>
                      <a:pt x="0" y="169"/>
                    </a:lnTo>
                    <a:lnTo>
                      <a:pt x="0" y="146"/>
                    </a:lnTo>
                    <a:lnTo>
                      <a:pt x="2" y="131"/>
                    </a:lnTo>
                    <a:lnTo>
                      <a:pt x="4" y="113"/>
                    </a:lnTo>
                    <a:lnTo>
                      <a:pt x="9" y="94"/>
                    </a:lnTo>
                    <a:lnTo>
                      <a:pt x="17" y="73"/>
                    </a:lnTo>
                    <a:lnTo>
                      <a:pt x="24" y="54"/>
                    </a:lnTo>
                    <a:lnTo>
                      <a:pt x="32" y="38"/>
                    </a:lnTo>
                    <a:lnTo>
                      <a:pt x="39" y="26"/>
                    </a:lnTo>
                    <a:lnTo>
                      <a:pt x="47" y="16"/>
                    </a:lnTo>
                    <a:lnTo>
                      <a:pt x="57" y="3"/>
                    </a:lnTo>
                    <a:lnTo>
                      <a:pt x="60" y="0"/>
                    </a:lnTo>
                    <a:lnTo>
                      <a:pt x="77" y="2"/>
                    </a:lnTo>
                    <a:lnTo>
                      <a:pt x="116" y="10"/>
                    </a:lnTo>
                    <a:lnTo>
                      <a:pt x="144" y="16"/>
                    </a:lnTo>
                    <a:lnTo>
                      <a:pt x="174" y="24"/>
                    </a:lnTo>
                    <a:lnTo>
                      <a:pt x="205" y="33"/>
                    </a:lnTo>
                    <a:lnTo>
                      <a:pt x="238" y="43"/>
                    </a:lnTo>
                    <a:lnTo>
                      <a:pt x="270" y="55"/>
                    </a:lnTo>
                    <a:lnTo>
                      <a:pt x="300" y="69"/>
                    </a:lnTo>
                    <a:lnTo>
                      <a:pt x="314" y="76"/>
                    </a:lnTo>
                    <a:lnTo>
                      <a:pt x="326" y="84"/>
                    </a:lnTo>
                    <a:lnTo>
                      <a:pt x="339" y="92"/>
                    </a:lnTo>
                    <a:lnTo>
                      <a:pt x="350" y="100"/>
                    </a:lnTo>
                    <a:lnTo>
                      <a:pt x="360" y="109"/>
                    </a:lnTo>
                    <a:lnTo>
                      <a:pt x="368" y="118"/>
                    </a:lnTo>
                    <a:lnTo>
                      <a:pt x="375" y="128"/>
                    </a:lnTo>
                    <a:lnTo>
                      <a:pt x="380" y="138"/>
                    </a:lnTo>
                    <a:lnTo>
                      <a:pt x="383" y="149"/>
                    </a:lnTo>
                    <a:lnTo>
                      <a:pt x="384" y="160"/>
                    </a:lnTo>
                    <a:lnTo>
                      <a:pt x="384" y="171"/>
                    </a:lnTo>
                    <a:lnTo>
                      <a:pt x="380" y="183"/>
                    </a:lnTo>
                    <a:lnTo>
                      <a:pt x="375" y="194"/>
                    </a:lnTo>
                    <a:lnTo>
                      <a:pt x="368" y="204"/>
                    </a:lnTo>
                    <a:lnTo>
                      <a:pt x="360" y="212"/>
                    </a:lnTo>
                    <a:lnTo>
                      <a:pt x="350" y="219"/>
                    </a:lnTo>
                    <a:lnTo>
                      <a:pt x="340" y="225"/>
                    </a:lnTo>
                    <a:lnTo>
                      <a:pt x="328" y="230"/>
                    </a:lnTo>
                    <a:lnTo>
                      <a:pt x="315" y="233"/>
                    </a:lnTo>
                    <a:lnTo>
                      <a:pt x="301" y="236"/>
                    </a:lnTo>
                    <a:lnTo>
                      <a:pt x="286" y="237"/>
                    </a:lnTo>
                    <a:lnTo>
                      <a:pt x="271" y="238"/>
                    </a:lnTo>
                    <a:lnTo>
                      <a:pt x="255" y="238"/>
                    </a:lnTo>
                    <a:lnTo>
                      <a:pt x="239" y="237"/>
                    </a:lnTo>
                    <a:lnTo>
                      <a:pt x="206" y="233"/>
                    </a:lnTo>
                    <a:lnTo>
                      <a:pt x="173" y="228"/>
                    </a:lnTo>
                    <a:lnTo>
                      <a:pt x="140" y="221"/>
                    </a:lnTo>
                    <a:lnTo>
                      <a:pt x="109" y="213"/>
                    </a:lnTo>
                    <a:lnTo>
                      <a:pt x="79" y="204"/>
                    </a:lnTo>
                    <a:lnTo>
                      <a:pt x="54" y="196"/>
                    </a:lnTo>
                    <a:lnTo>
                      <a:pt x="15" y="183"/>
                    </a:lnTo>
                    <a:lnTo>
                      <a:pt x="2" y="177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9" name="Freeform 110">
                <a:extLst>
                  <a:ext uri="{FF2B5EF4-FFF2-40B4-BE49-F238E27FC236}">
                    <a16:creationId xmlns:a16="http://schemas.microsoft.com/office/drawing/2014/main" id="{2D13EA62-C71E-478A-98B6-664381FCB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4826" y="3881438"/>
                <a:ext cx="219075" cy="279400"/>
              </a:xfrm>
              <a:custGeom>
                <a:avLst/>
                <a:gdLst>
                  <a:gd name="T0" fmla="*/ 124 w 688"/>
                  <a:gd name="T1" fmla="*/ 636 h 704"/>
                  <a:gd name="T2" fmla="*/ 180 w 688"/>
                  <a:gd name="T3" fmla="*/ 654 h 704"/>
                  <a:gd name="T4" fmla="*/ 242 w 688"/>
                  <a:gd name="T5" fmla="*/ 671 h 704"/>
                  <a:gd name="T6" fmla="*/ 320 w 688"/>
                  <a:gd name="T7" fmla="*/ 687 h 704"/>
                  <a:gd name="T8" fmla="*/ 409 w 688"/>
                  <a:gd name="T9" fmla="*/ 699 h 704"/>
                  <a:gd name="T10" fmla="*/ 456 w 688"/>
                  <a:gd name="T11" fmla="*/ 703 h 704"/>
                  <a:gd name="T12" fmla="*/ 504 w 688"/>
                  <a:gd name="T13" fmla="*/ 704 h 704"/>
                  <a:gd name="T14" fmla="*/ 551 w 688"/>
                  <a:gd name="T15" fmla="*/ 702 h 704"/>
                  <a:gd name="T16" fmla="*/ 599 w 688"/>
                  <a:gd name="T17" fmla="*/ 697 h 704"/>
                  <a:gd name="T18" fmla="*/ 643 w 688"/>
                  <a:gd name="T19" fmla="*/ 688 h 704"/>
                  <a:gd name="T20" fmla="*/ 688 w 688"/>
                  <a:gd name="T21" fmla="*/ 675 h 704"/>
                  <a:gd name="T22" fmla="*/ 673 w 688"/>
                  <a:gd name="T23" fmla="*/ 603 h 704"/>
                  <a:gd name="T24" fmla="*/ 631 w 688"/>
                  <a:gd name="T25" fmla="*/ 436 h 704"/>
                  <a:gd name="T26" fmla="*/ 604 w 688"/>
                  <a:gd name="T27" fmla="*/ 340 h 704"/>
                  <a:gd name="T28" fmla="*/ 571 w 688"/>
                  <a:gd name="T29" fmla="*/ 247 h 704"/>
                  <a:gd name="T30" fmla="*/ 536 w 688"/>
                  <a:gd name="T31" fmla="*/ 167 h 704"/>
                  <a:gd name="T32" fmla="*/ 517 w 688"/>
                  <a:gd name="T33" fmla="*/ 135 h 704"/>
                  <a:gd name="T34" fmla="*/ 499 w 688"/>
                  <a:gd name="T35" fmla="*/ 109 h 704"/>
                  <a:gd name="T36" fmla="*/ 481 w 688"/>
                  <a:gd name="T37" fmla="*/ 92 h 704"/>
                  <a:gd name="T38" fmla="*/ 459 w 688"/>
                  <a:gd name="T39" fmla="*/ 75 h 704"/>
                  <a:gd name="T40" fmla="*/ 434 w 688"/>
                  <a:gd name="T41" fmla="*/ 59 h 704"/>
                  <a:gd name="T42" fmla="*/ 405 w 688"/>
                  <a:gd name="T43" fmla="*/ 43 h 704"/>
                  <a:gd name="T44" fmla="*/ 372 w 688"/>
                  <a:gd name="T45" fmla="*/ 29 h 704"/>
                  <a:gd name="T46" fmla="*/ 339 w 688"/>
                  <a:gd name="T47" fmla="*/ 17 h 704"/>
                  <a:gd name="T48" fmla="*/ 302 w 688"/>
                  <a:gd name="T49" fmla="*/ 8 h 704"/>
                  <a:gd name="T50" fmla="*/ 266 w 688"/>
                  <a:gd name="T51" fmla="*/ 2 h 704"/>
                  <a:gd name="T52" fmla="*/ 229 w 688"/>
                  <a:gd name="T53" fmla="*/ 0 h 704"/>
                  <a:gd name="T54" fmla="*/ 191 w 688"/>
                  <a:gd name="T55" fmla="*/ 2 h 704"/>
                  <a:gd name="T56" fmla="*/ 155 w 688"/>
                  <a:gd name="T57" fmla="*/ 8 h 704"/>
                  <a:gd name="T58" fmla="*/ 119 w 688"/>
                  <a:gd name="T59" fmla="*/ 20 h 704"/>
                  <a:gd name="T60" fmla="*/ 85 w 688"/>
                  <a:gd name="T61" fmla="*/ 37 h 704"/>
                  <a:gd name="T62" fmla="*/ 54 w 688"/>
                  <a:gd name="T63" fmla="*/ 61 h 704"/>
                  <a:gd name="T64" fmla="*/ 25 w 688"/>
                  <a:gd name="T65" fmla="*/ 91 h 704"/>
                  <a:gd name="T66" fmla="*/ 0 w 688"/>
                  <a:gd name="T67" fmla="*/ 129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88" h="704">
                    <a:moveTo>
                      <a:pt x="0" y="129"/>
                    </a:moveTo>
                    <a:lnTo>
                      <a:pt x="124" y="636"/>
                    </a:lnTo>
                    <a:lnTo>
                      <a:pt x="139" y="641"/>
                    </a:lnTo>
                    <a:lnTo>
                      <a:pt x="180" y="654"/>
                    </a:lnTo>
                    <a:lnTo>
                      <a:pt x="209" y="662"/>
                    </a:lnTo>
                    <a:lnTo>
                      <a:pt x="242" y="671"/>
                    </a:lnTo>
                    <a:lnTo>
                      <a:pt x="279" y="679"/>
                    </a:lnTo>
                    <a:lnTo>
                      <a:pt x="320" y="687"/>
                    </a:lnTo>
                    <a:lnTo>
                      <a:pt x="364" y="694"/>
                    </a:lnTo>
                    <a:lnTo>
                      <a:pt x="409" y="699"/>
                    </a:lnTo>
                    <a:lnTo>
                      <a:pt x="432" y="701"/>
                    </a:lnTo>
                    <a:lnTo>
                      <a:pt x="456" y="703"/>
                    </a:lnTo>
                    <a:lnTo>
                      <a:pt x="480" y="704"/>
                    </a:lnTo>
                    <a:lnTo>
                      <a:pt x="504" y="704"/>
                    </a:lnTo>
                    <a:lnTo>
                      <a:pt x="527" y="704"/>
                    </a:lnTo>
                    <a:lnTo>
                      <a:pt x="551" y="702"/>
                    </a:lnTo>
                    <a:lnTo>
                      <a:pt x="575" y="700"/>
                    </a:lnTo>
                    <a:lnTo>
                      <a:pt x="599" y="697"/>
                    </a:lnTo>
                    <a:lnTo>
                      <a:pt x="621" y="693"/>
                    </a:lnTo>
                    <a:lnTo>
                      <a:pt x="643" y="688"/>
                    </a:lnTo>
                    <a:lnTo>
                      <a:pt x="666" y="682"/>
                    </a:lnTo>
                    <a:lnTo>
                      <a:pt x="688" y="675"/>
                    </a:lnTo>
                    <a:lnTo>
                      <a:pt x="685" y="655"/>
                    </a:lnTo>
                    <a:lnTo>
                      <a:pt x="673" y="603"/>
                    </a:lnTo>
                    <a:lnTo>
                      <a:pt x="655" y="527"/>
                    </a:lnTo>
                    <a:lnTo>
                      <a:pt x="631" y="436"/>
                    </a:lnTo>
                    <a:lnTo>
                      <a:pt x="619" y="388"/>
                    </a:lnTo>
                    <a:lnTo>
                      <a:pt x="604" y="340"/>
                    </a:lnTo>
                    <a:lnTo>
                      <a:pt x="587" y="292"/>
                    </a:lnTo>
                    <a:lnTo>
                      <a:pt x="571" y="247"/>
                    </a:lnTo>
                    <a:lnTo>
                      <a:pt x="554" y="205"/>
                    </a:lnTo>
                    <a:lnTo>
                      <a:pt x="536" y="167"/>
                    </a:lnTo>
                    <a:lnTo>
                      <a:pt x="526" y="150"/>
                    </a:lnTo>
                    <a:lnTo>
                      <a:pt x="517" y="135"/>
                    </a:lnTo>
                    <a:lnTo>
                      <a:pt x="507" y="121"/>
                    </a:lnTo>
                    <a:lnTo>
                      <a:pt x="499" y="109"/>
                    </a:lnTo>
                    <a:lnTo>
                      <a:pt x="490" y="101"/>
                    </a:lnTo>
                    <a:lnTo>
                      <a:pt x="481" y="92"/>
                    </a:lnTo>
                    <a:lnTo>
                      <a:pt x="471" y="84"/>
                    </a:lnTo>
                    <a:lnTo>
                      <a:pt x="459" y="75"/>
                    </a:lnTo>
                    <a:lnTo>
                      <a:pt x="447" y="67"/>
                    </a:lnTo>
                    <a:lnTo>
                      <a:pt x="434" y="59"/>
                    </a:lnTo>
                    <a:lnTo>
                      <a:pt x="420" y="51"/>
                    </a:lnTo>
                    <a:lnTo>
                      <a:pt x="405" y="43"/>
                    </a:lnTo>
                    <a:lnTo>
                      <a:pt x="389" y="36"/>
                    </a:lnTo>
                    <a:lnTo>
                      <a:pt x="372" y="29"/>
                    </a:lnTo>
                    <a:lnTo>
                      <a:pt x="356" y="23"/>
                    </a:lnTo>
                    <a:lnTo>
                      <a:pt x="339" y="17"/>
                    </a:lnTo>
                    <a:lnTo>
                      <a:pt x="321" y="12"/>
                    </a:lnTo>
                    <a:lnTo>
                      <a:pt x="302" y="8"/>
                    </a:lnTo>
                    <a:lnTo>
                      <a:pt x="284" y="5"/>
                    </a:lnTo>
                    <a:lnTo>
                      <a:pt x="266" y="2"/>
                    </a:lnTo>
                    <a:lnTo>
                      <a:pt x="247" y="0"/>
                    </a:lnTo>
                    <a:lnTo>
                      <a:pt x="229" y="0"/>
                    </a:lnTo>
                    <a:lnTo>
                      <a:pt x="210" y="0"/>
                    </a:lnTo>
                    <a:lnTo>
                      <a:pt x="191" y="2"/>
                    </a:lnTo>
                    <a:lnTo>
                      <a:pt x="172" y="4"/>
                    </a:lnTo>
                    <a:lnTo>
                      <a:pt x="155" y="8"/>
                    </a:lnTo>
                    <a:lnTo>
                      <a:pt x="136" y="13"/>
                    </a:lnTo>
                    <a:lnTo>
                      <a:pt x="119" y="20"/>
                    </a:lnTo>
                    <a:lnTo>
                      <a:pt x="101" y="28"/>
                    </a:lnTo>
                    <a:lnTo>
                      <a:pt x="85" y="37"/>
                    </a:lnTo>
                    <a:lnTo>
                      <a:pt x="69" y="48"/>
                    </a:lnTo>
                    <a:lnTo>
                      <a:pt x="54" y="61"/>
                    </a:lnTo>
                    <a:lnTo>
                      <a:pt x="39" y="75"/>
                    </a:lnTo>
                    <a:lnTo>
                      <a:pt x="25" y="91"/>
                    </a:lnTo>
                    <a:lnTo>
                      <a:pt x="13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00A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0" name="Freeform 111">
                <a:extLst>
                  <a:ext uri="{FF2B5EF4-FFF2-40B4-BE49-F238E27FC236}">
                    <a16:creationId xmlns:a16="http://schemas.microsoft.com/office/drawing/2014/main" id="{1C388F1A-1FF4-4338-8C72-6D87C151D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3051" y="3860800"/>
                <a:ext cx="222250" cy="134938"/>
              </a:xfrm>
              <a:custGeom>
                <a:avLst/>
                <a:gdLst>
                  <a:gd name="T0" fmla="*/ 549 w 701"/>
                  <a:gd name="T1" fmla="*/ 194 h 338"/>
                  <a:gd name="T2" fmla="*/ 508 w 701"/>
                  <a:gd name="T3" fmla="*/ 179 h 338"/>
                  <a:gd name="T4" fmla="*/ 409 w 701"/>
                  <a:gd name="T5" fmla="*/ 143 h 338"/>
                  <a:gd name="T6" fmla="*/ 295 w 701"/>
                  <a:gd name="T7" fmla="*/ 101 h 338"/>
                  <a:gd name="T8" fmla="*/ 202 w 701"/>
                  <a:gd name="T9" fmla="*/ 67 h 338"/>
                  <a:gd name="T10" fmla="*/ 186 w 701"/>
                  <a:gd name="T11" fmla="*/ 53 h 338"/>
                  <a:gd name="T12" fmla="*/ 145 w 701"/>
                  <a:gd name="T13" fmla="*/ 24 h 338"/>
                  <a:gd name="T14" fmla="*/ 118 w 701"/>
                  <a:gd name="T15" fmla="*/ 11 h 338"/>
                  <a:gd name="T16" fmla="*/ 90 w 701"/>
                  <a:gd name="T17" fmla="*/ 2 h 338"/>
                  <a:gd name="T18" fmla="*/ 61 w 701"/>
                  <a:gd name="T19" fmla="*/ 0 h 338"/>
                  <a:gd name="T20" fmla="*/ 47 w 701"/>
                  <a:gd name="T21" fmla="*/ 2 h 338"/>
                  <a:gd name="T22" fmla="*/ 33 w 701"/>
                  <a:gd name="T23" fmla="*/ 7 h 338"/>
                  <a:gd name="T24" fmla="*/ 21 w 701"/>
                  <a:gd name="T25" fmla="*/ 14 h 338"/>
                  <a:gd name="T26" fmla="*/ 11 w 701"/>
                  <a:gd name="T27" fmla="*/ 22 h 338"/>
                  <a:gd name="T28" fmla="*/ 5 w 701"/>
                  <a:gd name="T29" fmla="*/ 31 h 338"/>
                  <a:gd name="T30" fmla="*/ 1 w 701"/>
                  <a:gd name="T31" fmla="*/ 41 h 338"/>
                  <a:gd name="T32" fmla="*/ 0 w 701"/>
                  <a:gd name="T33" fmla="*/ 52 h 338"/>
                  <a:gd name="T34" fmla="*/ 1 w 701"/>
                  <a:gd name="T35" fmla="*/ 63 h 338"/>
                  <a:gd name="T36" fmla="*/ 12 w 701"/>
                  <a:gd name="T37" fmla="*/ 86 h 338"/>
                  <a:gd name="T38" fmla="*/ 33 w 701"/>
                  <a:gd name="T39" fmla="*/ 109 h 338"/>
                  <a:gd name="T40" fmla="*/ 65 w 701"/>
                  <a:gd name="T41" fmla="*/ 129 h 338"/>
                  <a:gd name="T42" fmla="*/ 106 w 701"/>
                  <a:gd name="T43" fmla="*/ 144 h 338"/>
                  <a:gd name="T44" fmla="*/ 130 w 701"/>
                  <a:gd name="T45" fmla="*/ 150 h 338"/>
                  <a:gd name="T46" fmla="*/ 156 w 701"/>
                  <a:gd name="T47" fmla="*/ 155 h 338"/>
                  <a:gd name="T48" fmla="*/ 192 w 701"/>
                  <a:gd name="T49" fmla="*/ 177 h 338"/>
                  <a:gd name="T50" fmla="*/ 277 w 701"/>
                  <a:gd name="T51" fmla="*/ 229 h 338"/>
                  <a:gd name="T52" fmla="*/ 377 w 701"/>
                  <a:gd name="T53" fmla="*/ 284 h 338"/>
                  <a:gd name="T54" fmla="*/ 422 w 701"/>
                  <a:gd name="T55" fmla="*/ 305 h 338"/>
                  <a:gd name="T56" fmla="*/ 458 w 701"/>
                  <a:gd name="T57" fmla="*/ 316 h 338"/>
                  <a:gd name="T58" fmla="*/ 531 w 701"/>
                  <a:gd name="T59" fmla="*/ 327 h 338"/>
                  <a:gd name="T60" fmla="*/ 609 w 701"/>
                  <a:gd name="T61" fmla="*/ 333 h 338"/>
                  <a:gd name="T62" fmla="*/ 674 w 701"/>
                  <a:gd name="T63" fmla="*/ 337 h 338"/>
                  <a:gd name="T64" fmla="*/ 701 w 701"/>
                  <a:gd name="T65" fmla="*/ 338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01" h="338">
                    <a:moveTo>
                      <a:pt x="654" y="171"/>
                    </a:moveTo>
                    <a:lnTo>
                      <a:pt x="549" y="194"/>
                    </a:lnTo>
                    <a:lnTo>
                      <a:pt x="538" y="190"/>
                    </a:lnTo>
                    <a:lnTo>
                      <a:pt x="508" y="179"/>
                    </a:lnTo>
                    <a:lnTo>
                      <a:pt x="463" y="163"/>
                    </a:lnTo>
                    <a:lnTo>
                      <a:pt x="409" y="143"/>
                    </a:lnTo>
                    <a:lnTo>
                      <a:pt x="352" y="122"/>
                    </a:lnTo>
                    <a:lnTo>
                      <a:pt x="295" y="101"/>
                    </a:lnTo>
                    <a:lnTo>
                      <a:pt x="242" y="82"/>
                    </a:lnTo>
                    <a:lnTo>
                      <a:pt x="202" y="67"/>
                    </a:lnTo>
                    <a:lnTo>
                      <a:pt x="197" y="63"/>
                    </a:lnTo>
                    <a:lnTo>
                      <a:pt x="186" y="53"/>
                    </a:lnTo>
                    <a:lnTo>
                      <a:pt x="167" y="39"/>
                    </a:lnTo>
                    <a:lnTo>
                      <a:pt x="145" y="24"/>
                    </a:lnTo>
                    <a:lnTo>
                      <a:pt x="132" y="17"/>
                    </a:lnTo>
                    <a:lnTo>
                      <a:pt x="118" y="11"/>
                    </a:lnTo>
                    <a:lnTo>
                      <a:pt x="105" y="6"/>
                    </a:lnTo>
                    <a:lnTo>
                      <a:pt x="90" y="2"/>
                    </a:lnTo>
                    <a:lnTo>
                      <a:pt x="76" y="0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47" y="2"/>
                    </a:lnTo>
                    <a:lnTo>
                      <a:pt x="40" y="4"/>
                    </a:lnTo>
                    <a:lnTo>
                      <a:pt x="33" y="7"/>
                    </a:lnTo>
                    <a:lnTo>
                      <a:pt x="26" y="10"/>
                    </a:lnTo>
                    <a:lnTo>
                      <a:pt x="21" y="14"/>
                    </a:lnTo>
                    <a:lnTo>
                      <a:pt x="16" y="18"/>
                    </a:lnTo>
                    <a:lnTo>
                      <a:pt x="11" y="22"/>
                    </a:lnTo>
                    <a:lnTo>
                      <a:pt x="8" y="26"/>
                    </a:lnTo>
                    <a:lnTo>
                      <a:pt x="5" y="31"/>
                    </a:lnTo>
                    <a:lnTo>
                      <a:pt x="2" y="36"/>
                    </a:lnTo>
                    <a:lnTo>
                      <a:pt x="1" y="41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1" y="58"/>
                    </a:lnTo>
                    <a:lnTo>
                      <a:pt x="1" y="63"/>
                    </a:lnTo>
                    <a:lnTo>
                      <a:pt x="6" y="75"/>
                    </a:lnTo>
                    <a:lnTo>
                      <a:pt x="12" y="86"/>
                    </a:lnTo>
                    <a:lnTo>
                      <a:pt x="22" y="98"/>
                    </a:lnTo>
                    <a:lnTo>
                      <a:pt x="33" y="109"/>
                    </a:lnTo>
                    <a:lnTo>
                      <a:pt x="48" y="119"/>
                    </a:lnTo>
                    <a:lnTo>
                      <a:pt x="65" y="129"/>
                    </a:lnTo>
                    <a:lnTo>
                      <a:pt x="85" y="137"/>
                    </a:lnTo>
                    <a:lnTo>
                      <a:pt x="106" y="144"/>
                    </a:lnTo>
                    <a:lnTo>
                      <a:pt x="117" y="148"/>
                    </a:lnTo>
                    <a:lnTo>
                      <a:pt x="130" y="150"/>
                    </a:lnTo>
                    <a:lnTo>
                      <a:pt x="143" y="153"/>
                    </a:lnTo>
                    <a:lnTo>
                      <a:pt x="156" y="155"/>
                    </a:lnTo>
                    <a:lnTo>
                      <a:pt x="166" y="161"/>
                    </a:lnTo>
                    <a:lnTo>
                      <a:pt x="192" y="177"/>
                    </a:lnTo>
                    <a:lnTo>
                      <a:pt x="231" y="201"/>
                    </a:lnTo>
                    <a:lnTo>
                      <a:pt x="277" y="229"/>
                    </a:lnTo>
                    <a:lnTo>
                      <a:pt x="327" y="258"/>
                    </a:lnTo>
                    <a:lnTo>
                      <a:pt x="377" y="284"/>
                    </a:lnTo>
                    <a:lnTo>
                      <a:pt x="401" y="295"/>
                    </a:lnTo>
                    <a:lnTo>
                      <a:pt x="422" y="305"/>
                    </a:lnTo>
                    <a:lnTo>
                      <a:pt x="442" y="312"/>
                    </a:lnTo>
                    <a:lnTo>
                      <a:pt x="458" y="316"/>
                    </a:lnTo>
                    <a:lnTo>
                      <a:pt x="492" y="322"/>
                    </a:lnTo>
                    <a:lnTo>
                      <a:pt x="531" y="327"/>
                    </a:lnTo>
                    <a:lnTo>
                      <a:pt x="571" y="330"/>
                    </a:lnTo>
                    <a:lnTo>
                      <a:pt x="609" y="333"/>
                    </a:lnTo>
                    <a:lnTo>
                      <a:pt x="646" y="335"/>
                    </a:lnTo>
                    <a:lnTo>
                      <a:pt x="674" y="337"/>
                    </a:lnTo>
                    <a:lnTo>
                      <a:pt x="693" y="337"/>
                    </a:lnTo>
                    <a:lnTo>
                      <a:pt x="701" y="338"/>
                    </a:lnTo>
                    <a:lnTo>
                      <a:pt x="654" y="171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1" name="Freeform 112">
                <a:extLst>
                  <a:ext uri="{FF2B5EF4-FFF2-40B4-BE49-F238E27FC236}">
                    <a16:creationId xmlns:a16="http://schemas.microsoft.com/office/drawing/2014/main" id="{141070F2-3B29-4B7B-8743-FEBA812DA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5138" y="3916363"/>
                <a:ext cx="136525" cy="87313"/>
              </a:xfrm>
              <a:custGeom>
                <a:avLst/>
                <a:gdLst>
                  <a:gd name="T0" fmla="*/ 51 w 426"/>
                  <a:gd name="T1" fmla="*/ 220 h 220"/>
                  <a:gd name="T2" fmla="*/ 45 w 426"/>
                  <a:gd name="T3" fmla="*/ 212 h 220"/>
                  <a:gd name="T4" fmla="*/ 33 w 426"/>
                  <a:gd name="T5" fmla="*/ 190 h 220"/>
                  <a:gd name="T6" fmla="*/ 25 w 426"/>
                  <a:gd name="T7" fmla="*/ 174 h 220"/>
                  <a:gd name="T8" fmla="*/ 18 w 426"/>
                  <a:gd name="T9" fmla="*/ 156 h 220"/>
                  <a:gd name="T10" fmla="*/ 10 w 426"/>
                  <a:gd name="T11" fmla="*/ 135 h 220"/>
                  <a:gd name="T12" fmla="*/ 5 w 426"/>
                  <a:gd name="T13" fmla="*/ 112 h 220"/>
                  <a:gd name="T14" fmla="*/ 3 w 426"/>
                  <a:gd name="T15" fmla="*/ 91 h 220"/>
                  <a:gd name="T16" fmla="*/ 1 w 426"/>
                  <a:gd name="T17" fmla="*/ 72 h 220"/>
                  <a:gd name="T18" fmla="*/ 0 w 426"/>
                  <a:gd name="T19" fmla="*/ 57 h 220"/>
                  <a:gd name="T20" fmla="*/ 1 w 426"/>
                  <a:gd name="T21" fmla="*/ 45 h 220"/>
                  <a:gd name="T22" fmla="*/ 4 w 426"/>
                  <a:gd name="T23" fmla="*/ 29 h 220"/>
                  <a:gd name="T24" fmla="*/ 6 w 426"/>
                  <a:gd name="T25" fmla="*/ 24 h 220"/>
                  <a:gd name="T26" fmla="*/ 23 w 426"/>
                  <a:gd name="T27" fmla="*/ 20 h 220"/>
                  <a:gd name="T28" fmla="*/ 68 w 426"/>
                  <a:gd name="T29" fmla="*/ 13 h 220"/>
                  <a:gd name="T30" fmla="*/ 98 w 426"/>
                  <a:gd name="T31" fmla="*/ 9 h 220"/>
                  <a:gd name="T32" fmla="*/ 131 w 426"/>
                  <a:gd name="T33" fmla="*/ 5 h 220"/>
                  <a:gd name="T34" fmla="*/ 168 w 426"/>
                  <a:gd name="T35" fmla="*/ 2 h 220"/>
                  <a:gd name="T36" fmla="*/ 205 w 426"/>
                  <a:gd name="T37" fmla="*/ 0 h 220"/>
                  <a:gd name="T38" fmla="*/ 224 w 426"/>
                  <a:gd name="T39" fmla="*/ 0 h 220"/>
                  <a:gd name="T40" fmla="*/ 243 w 426"/>
                  <a:gd name="T41" fmla="*/ 0 h 220"/>
                  <a:gd name="T42" fmla="*/ 261 w 426"/>
                  <a:gd name="T43" fmla="*/ 1 h 220"/>
                  <a:gd name="T44" fmla="*/ 280 w 426"/>
                  <a:gd name="T45" fmla="*/ 2 h 220"/>
                  <a:gd name="T46" fmla="*/ 299 w 426"/>
                  <a:gd name="T47" fmla="*/ 4 h 220"/>
                  <a:gd name="T48" fmla="*/ 316 w 426"/>
                  <a:gd name="T49" fmla="*/ 7 h 220"/>
                  <a:gd name="T50" fmla="*/ 332 w 426"/>
                  <a:gd name="T51" fmla="*/ 10 h 220"/>
                  <a:gd name="T52" fmla="*/ 347 w 426"/>
                  <a:gd name="T53" fmla="*/ 14 h 220"/>
                  <a:gd name="T54" fmla="*/ 362 w 426"/>
                  <a:gd name="T55" fmla="*/ 19 h 220"/>
                  <a:gd name="T56" fmla="*/ 376 w 426"/>
                  <a:gd name="T57" fmla="*/ 25 h 220"/>
                  <a:gd name="T58" fmla="*/ 389 w 426"/>
                  <a:gd name="T59" fmla="*/ 32 h 220"/>
                  <a:gd name="T60" fmla="*/ 399 w 426"/>
                  <a:gd name="T61" fmla="*/ 40 h 220"/>
                  <a:gd name="T62" fmla="*/ 409 w 426"/>
                  <a:gd name="T63" fmla="*/ 49 h 220"/>
                  <a:gd name="T64" fmla="*/ 416 w 426"/>
                  <a:gd name="T65" fmla="*/ 60 h 220"/>
                  <a:gd name="T66" fmla="*/ 421 w 426"/>
                  <a:gd name="T67" fmla="*/ 71 h 220"/>
                  <a:gd name="T68" fmla="*/ 425 w 426"/>
                  <a:gd name="T69" fmla="*/ 84 h 220"/>
                  <a:gd name="T70" fmla="*/ 426 w 426"/>
                  <a:gd name="T71" fmla="*/ 97 h 220"/>
                  <a:gd name="T72" fmla="*/ 426 w 426"/>
                  <a:gd name="T73" fmla="*/ 109 h 220"/>
                  <a:gd name="T74" fmla="*/ 422 w 426"/>
                  <a:gd name="T75" fmla="*/ 120 h 220"/>
                  <a:gd name="T76" fmla="*/ 417 w 426"/>
                  <a:gd name="T77" fmla="*/ 130 h 220"/>
                  <a:gd name="T78" fmla="*/ 410 w 426"/>
                  <a:gd name="T79" fmla="*/ 140 h 220"/>
                  <a:gd name="T80" fmla="*/ 401 w 426"/>
                  <a:gd name="T81" fmla="*/ 149 h 220"/>
                  <a:gd name="T82" fmla="*/ 391 w 426"/>
                  <a:gd name="T83" fmla="*/ 157 h 220"/>
                  <a:gd name="T84" fmla="*/ 379 w 426"/>
                  <a:gd name="T85" fmla="*/ 165 h 220"/>
                  <a:gd name="T86" fmla="*/ 365 w 426"/>
                  <a:gd name="T87" fmla="*/ 172 h 220"/>
                  <a:gd name="T88" fmla="*/ 351 w 426"/>
                  <a:gd name="T89" fmla="*/ 178 h 220"/>
                  <a:gd name="T90" fmla="*/ 335 w 426"/>
                  <a:gd name="T91" fmla="*/ 184 h 220"/>
                  <a:gd name="T92" fmla="*/ 319 w 426"/>
                  <a:gd name="T93" fmla="*/ 189 h 220"/>
                  <a:gd name="T94" fmla="*/ 302 w 426"/>
                  <a:gd name="T95" fmla="*/ 194 h 220"/>
                  <a:gd name="T96" fmla="*/ 285 w 426"/>
                  <a:gd name="T97" fmla="*/ 198 h 220"/>
                  <a:gd name="T98" fmla="*/ 266 w 426"/>
                  <a:gd name="T99" fmla="*/ 202 h 220"/>
                  <a:gd name="T100" fmla="*/ 249 w 426"/>
                  <a:gd name="T101" fmla="*/ 205 h 220"/>
                  <a:gd name="T102" fmla="*/ 213 w 426"/>
                  <a:gd name="T103" fmla="*/ 210 h 220"/>
                  <a:gd name="T104" fmla="*/ 178 w 426"/>
                  <a:gd name="T105" fmla="*/ 214 h 220"/>
                  <a:gd name="T106" fmla="*/ 144 w 426"/>
                  <a:gd name="T107" fmla="*/ 217 h 220"/>
                  <a:gd name="T108" fmla="*/ 114 w 426"/>
                  <a:gd name="T109" fmla="*/ 218 h 220"/>
                  <a:gd name="T110" fmla="*/ 69 w 426"/>
                  <a:gd name="T111" fmla="*/ 220 h 220"/>
                  <a:gd name="T112" fmla="*/ 51 w 426"/>
                  <a:gd name="T113" fmla="*/ 22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26" h="220">
                    <a:moveTo>
                      <a:pt x="51" y="220"/>
                    </a:moveTo>
                    <a:lnTo>
                      <a:pt x="45" y="212"/>
                    </a:lnTo>
                    <a:lnTo>
                      <a:pt x="33" y="190"/>
                    </a:lnTo>
                    <a:lnTo>
                      <a:pt x="25" y="174"/>
                    </a:lnTo>
                    <a:lnTo>
                      <a:pt x="18" y="156"/>
                    </a:lnTo>
                    <a:lnTo>
                      <a:pt x="10" y="135"/>
                    </a:lnTo>
                    <a:lnTo>
                      <a:pt x="5" y="112"/>
                    </a:lnTo>
                    <a:lnTo>
                      <a:pt x="3" y="91"/>
                    </a:lnTo>
                    <a:lnTo>
                      <a:pt x="1" y="72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4" y="29"/>
                    </a:lnTo>
                    <a:lnTo>
                      <a:pt x="6" y="24"/>
                    </a:lnTo>
                    <a:lnTo>
                      <a:pt x="23" y="20"/>
                    </a:lnTo>
                    <a:lnTo>
                      <a:pt x="68" y="13"/>
                    </a:lnTo>
                    <a:lnTo>
                      <a:pt x="98" y="9"/>
                    </a:lnTo>
                    <a:lnTo>
                      <a:pt x="131" y="5"/>
                    </a:lnTo>
                    <a:lnTo>
                      <a:pt x="168" y="2"/>
                    </a:lnTo>
                    <a:lnTo>
                      <a:pt x="205" y="0"/>
                    </a:lnTo>
                    <a:lnTo>
                      <a:pt x="224" y="0"/>
                    </a:lnTo>
                    <a:lnTo>
                      <a:pt x="243" y="0"/>
                    </a:lnTo>
                    <a:lnTo>
                      <a:pt x="261" y="1"/>
                    </a:lnTo>
                    <a:lnTo>
                      <a:pt x="280" y="2"/>
                    </a:lnTo>
                    <a:lnTo>
                      <a:pt x="299" y="4"/>
                    </a:lnTo>
                    <a:lnTo>
                      <a:pt x="316" y="7"/>
                    </a:lnTo>
                    <a:lnTo>
                      <a:pt x="332" y="10"/>
                    </a:lnTo>
                    <a:lnTo>
                      <a:pt x="347" y="14"/>
                    </a:lnTo>
                    <a:lnTo>
                      <a:pt x="362" y="19"/>
                    </a:lnTo>
                    <a:lnTo>
                      <a:pt x="376" y="25"/>
                    </a:lnTo>
                    <a:lnTo>
                      <a:pt x="389" y="32"/>
                    </a:lnTo>
                    <a:lnTo>
                      <a:pt x="399" y="40"/>
                    </a:lnTo>
                    <a:lnTo>
                      <a:pt x="409" y="49"/>
                    </a:lnTo>
                    <a:lnTo>
                      <a:pt x="416" y="60"/>
                    </a:lnTo>
                    <a:lnTo>
                      <a:pt x="421" y="71"/>
                    </a:lnTo>
                    <a:lnTo>
                      <a:pt x="425" y="84"/>
                    </a:lnTo>
                    <a:lnTo>
                      <a:pt x="426" y="97"/>
                    </a:lnTo>
                    <a:lnTo>
                      <a:pt x="426" y="109"/>
                    </a:lnTo>
                    <a:lnTo>
                      <a:pt x="422" y="120"/>
                    </a:lnTo>
                    <a:lnTo>
                      <a:pt x="417" y="130"/>
                    </a:lnTo>
                    <a:lnTo>
                      <a:pt x="410" y="140"/>
                    </a:lnTo>
                    <a:lnTo>
                      <a:pt x="401" y="149"/>
                    </a:lnTo>
                    <a:lnTo>
                      <a:pt x="391" y="157"/>
                    </a:lnTo>
                    <a:lnTo>
                      <a:pt x="379" y="165"/>
                    </a:lnTo>
                    <a:lnTo>
                      <a:pt x="365" y="172"/>
                    </a:lnTo>
                    <a:lnTo>
                      <a:pt x="351" y="178"/>
                    </a:lnTo>
                    <a:lnTo>
                      <a:pt x="335" y="184"/>
                    </a:lnTo>
                    <a:lnTo>
                      <a:pt x="319" y="189"/>
                    </a:lnTo>
                    <a:lnTo>
                      <a:pt x="302" y="194"/>
                    </a:lnTo>
                    <a:lnTo>
                      <a:pt x="285" y="198"/>
                    </a:lnTo>
                    <a:lnTo>
                      <a:pt x="266" y="202"/>
                    </a:lnTo>
                    <a:lnTo>
                      <a:pt x="249" y="205"/>
                    </a:lnTo>
                    <a:lnTo>
                      <a:pt x="213" y="210"/>
                    </a:lnTo>
                    <a:lnTo>
                      <a:pt x="178" y="214"/>
                    </a:lnTo>
                    <a:lnTo>
                      <a:pt x="144" y="217"/>
                    </a:lnTo>
                    <a:lnTo>
                      <a:pt x="114" y="218"/>
                    </a:lnTo>
                    <a:lnTo>
                      <a:pt x="69" y="220"/>
                    </a:lnTo>
                    <a:lnTo>
                      <a:pt x="51" y="220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2" name="Freeform 113">
                <a:extLst>
                  <a:ext uri="{FF2B5EF4-FFF2-40B4-BE49-F238E27FC236}">
                    <a16:creationId xmlns:a16="http://schemas.microsoft.com/office/drawing/2014/main" id="{1184B337-6FF1-465D-A117-FDC076053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776" y="4459288"/>
                <a:ext cx="125413" cy="44450"/>
              </a:xfrm>
              <a:custGeom>
                <a:avLst/>
                <a:gdLst>
                  <a:gd name="T0" fmla="*/ 266 w 394"/>
                  <a:gd name="T1" fmla="*/ 87 h 115"/>
                  <a:gd name="T2" fmla="*/ 237 w 394"/>
                  <a:gd name="T3" fmla="*/ 81 h 115"/>
                  <a:gd name="T4" fmla="*/ 202 w 394"/>
                  <a:gd name="T5" fmla="*/ 70 h 115"/>
                  <a:gd name="T6" fmla="*/ 173 w 394"/>
                  <a:gd name="T7" fmla="*/ 62 h 115"/>
                  <a:gd name="T8" fmla="*/ 151 w 394"/>
                  <a:gd name="T9" fmla="*/ 59 h 115"/>
                  <a:gd name="T10" fmla="*/ 126 w 394"/>
                  <a:gd name="T11" fmla="*/ 54 h 115"/>
                  <a:gd name="T12" fmla="*/ 98 w 394"/>
                  <a:gd name="T13" fmla="*/ 48 h 115"/>
                  <a:gd name="T14" fmla="*/ 75 w 394"/>
                  <a:gd name="T15" fmla="*/ 42 h 115"/>
                  <a:gd name="T16" fmla="*/ 50 w 394"/>
                  <a:gd name="T17" fmla="*/ 33 h 115"/>
                  <a:gd name="T18" fmla="*/ 25 w 394"/>
                  <a:gd name="T19" fmla="*/ 19 h 115"/>
                  <a:gd name="T20" fmla="*/ 15 w 394"/>
                  <a:gd name="T21" fmla="*/ 9 h 115"/>
                  <a:gd name="T22" fmla="*/ 5 w 394"/>
                  <a:gd name="T23" fmla="*/ 3 h 115"/>
                  <a:gd name="T24" fmla="*/ 0 w 394"/>
                  <a:gd name="T25" fmla="*/ 10 h 115"/>
                  <a:gd name="T26" fmla="*/ 0 w 394"/>
                  <a:gd name="T27" fmla="*/ 18 h 115"/>
                  <a:gd name="T28" fmla="*/ 3 w 394"/>
                  <a:gd name="T29" fmla="*/ 27 h 115"/>
                  <a:gd name="T30" fmla="*/ 11 w 394"/>
                  <a:gd name="T31" fmla="*/ 37 h 115"/>
                  <a:gd name="T32" fmla="*/ 25 w 394"/>
                  <a:gd name="T33" fmla="*/ 46 h 115"/>
                  <a:gd name="T34" fmla="*/ 46 w 394"/>
                  <a:gd name="T35" fmla="*/ 56 h 115"/>
                  <a:gd name="T36" fmla="*/ 73 w 394"/>
                  <a:gd name="T37" fmla="*/ 66 h 115"/>
                  <a:gd name="T38" fmla="*/ 123 w 394"/>
                  <a:gd name="T39" fmla="*/ 79 h 115"/>
                  <a:gd name="T40" fmla="*/ 189 w 394"/>
                  <a:gd name="T41" fmla="*/ 92 h 115"/>
                  <a:gd name="T42" fmla="*/ 232 w 394"/>
                  <a:gd name="T43" fmla="*/ 100 h 115"/>
                  <a:gd name="T44" fmla="*/ 269 w 394"/>
                  <a:gd name="T45" fmla="*/ 109 h 115"/>
                  <a:gd name="T46" fmla="*/ 321 w 394"/>
                  <a:gd name="T47" fmla="*/ 114 h 115"/>
                  <a:gd name="T48" fmla="*/ 358 w 394"/>
                  <a:gd name="T49" fmla="*/ 109 h 115"/>
                  <a:gd name="T50" fmla="*/ 382 w 394"/>
                  <a:gd name="T51" fmla="*/ 100 h 115"/>
                  <a:gd name="T52" fmla="*/ 392 w 394"/>
                  <a:gd name="T53" fmla="*/ 93 h 115"/>
                  <a:gd name="T54" fmla="*/ 393 w 394"/>
                  <a:gd name="T55" fmla="*/ 76 h 115"/>
                  <a:gd name="T56" fmla="*/ 387 w 394"/>
                  <a:gd name="T57" fmla="*/ 70 h 115"/>
                  <a:gd name="T58" fmla="*/ 367 w 394"/>
                  <a:gd name="T59" fmla="*/ 81 h 115"/>
                  <a:gd name="T60" fmla="*/ 338 w 394"/>
                  <a:gd name="T61" fmla="*/ 88 h 115"/>
                  <a:gd name="T62" fmla="*/ 301 w 394"/>
                  <a:gd name="T63" fmla="*/ 89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94" h="115">
                    <a:moveTo>
                      <a:pt x="278" y="88"/>
                    </a:moveTo>
                    <a:lnTo>
                      <a:pt x="266" y="87"/>
                    </a:lnTo>
                    <a:lnTo>
                      <a:pt x="252" y="85"/>
                    </a:lnTo>
                    <a:lnTo>
                      <a:pt x="237" y="81"/>
                    </a:lnTo>
                    <a:lnTo>
                      <a:pt x="219" y="75"/>
                    </a:lnTo>
                    <a:lnTo>
                      <a:pt x="202" y="70"/>
                    </a:lnTo>
                    <a:lnTo>
                      <a:pt x="186" y="65"/>
                    </a:lnTo>
                    <a:lnTo>
                      <a:pt x="173" y="62"/>
                    </a:lnTo>
                    <a:lnTo>
                      <a:pt x="162" y="60"/>
                    </a:lnTo>
                    <a:lnTo>
                      <a:pt x="151" y="59"/>
                    </a:lnTo>
                    <a:lnTo>
                      <a:pt x="138" y="57"/>
                    </a:lnTo>
                    <a:lnTo>
                      <a:pt x="126" y="54"/>
                    </a:lnTo>
                    <a:lnTo>
                      <a:pt x="112" y="51"/>
                    </a:lnTo>
                    <a:lnTo>
                      <a:pt x="98" y="48"/>
                    </a:lnTo>
                    <a:lnTo>
                      <a:pt x="86" y="45"/>
                    </a:lnTo>
                    <a:lnTo>
                      <a:pt x="75" y="42"/>
                    </a:lnTo>
                    <a:lnTo>
                      <a:pt x="66" y="39"/>
                    </a:lnTo>
                    <a:lnTo>
                      <a:pt x="50" y="33"/>
                    </a:lnTo>
                    <a:lnTo>
                      <a:pt x="35" y="26"/>
                    </a:lnTo>
                    <a:lnTo>
                      <a:pt x="25" y="19"/>
                    </a:lnTo>
                    <a:lnTo>
                      <a:pt x="18" y="14"/>
                    </a:lnTo>
                    <a:lnTo>
                      <a:pt x="15" y="9"/>
                    </a:lnTo>
                    <a:lnTo>
                      <a:pt x="7" y="0"/>
                    </a:lnTo>
                    <a:lnTo>
                      <a:pt x="5" y="3"/>
                    </a:lnTo>
                    <a:lnTo>
                      <a:pt x="2" y="7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1" y="23"/>
                    </a:lnTo>
                    <a:lnTo>
                      <a:pt x="3" y="27"/>
                    </a:lnTo>
                    <a:lnTo>
                      <a:pt x="6" y="32"/>
                    </a:lnTo>
                    <a:lnTo>
                      <a:pt x="11" y="37"/>
                    </a:lnTo>
                    <a:lnTo>
                      <a:pt x="17" y="41"/>
                    </a:lnTo>
                    <a:lnTo>
                      <a:pt x="25" y="46"/>
                    </a:lnTo>
                    <a:lnTo>
                      <a:pt x="35" y="51"/>
                    </a:lnTo>
                    <a:lnTo>
                      <a:pt x="46" y="56"/>
                    </a:lnTo>
                    <a:lnTo>
                      <a:pt x="58" y="61"/>
                    </a:lnTo>
                    <a:lnTo>
                      <a:pt x="73" y="66"/>
                    </a:lnTo>
                    <a:lnTo>
                      <a:pt x="89" y="70"/>
                    </a:lnTo>
                    <a:lnTo>
                      <a:pt x="123" y="79"/>
                    </a:lnTo>
                    <a:lnTo>
                      <a:pt x="157" y="86"/>
                    </a:lnTo>
                    <a:lnTo>
                      <a:pt x="189" y="92"/>
                    </a:lnTo>
                    <a:lnTo>
                      <a:pt x="221" y="96"/>
                    </a:lnTo>
                    <a:lnTo>
                      <a:pt x="232" y="100"/>
                    </a:lnTo>
                    <a:lnTo>
                      <a:pt x="248" y="104"/>
                    </a:lnTo>
                    <a:lnTo>
                      <a:pt x="269" y="109"/>
                    </a:lnTo>
                    <a:lnTo>
                      <a:pt x="296" y="115"/>
                    </a:lnTo>
                    <a:lnTo>
                      <a:pt x="321" y="114"/>
                    </a:lnTo>
                    <a:lnTo>
                      <a:pt x="342" y="112"/>
                    </a:lnTo>
                    <a:lnTo>
                      <a:pt x="358" y="109"/>
                    </a:lnTo>
                    <a:lnTo>
                      <a:pt x="372" y="104"/>
                    </a:lnTo>
                    <a:lnTo>
                      <a:pt x="382" y="100"/>
                    </a:lnTo>
                    <a:lnTo>
                      <a:pt x="388" y="96"/>
                    </a:lnTo>
                    <a:lnTo>
                      <a:pt x="392" y="93"/>
                    </a:lnTo>
                    <a:lnTo>
                      <a:pt x="392" y="91"/>
                    </a:lnTo>
                    <a:lnTo>
                      <a:pt x="393" y="76"/>
                    </a:lnTo>
                    <a:lnTo>
                      <a:pt x="394" y="63"/>
                    </a:lnTo>
                    <a:lnTo>
                      <a:pt x="387" y="70"/>
                    </a:lnTo>
                    <a:lnTo>
                      <a:pt x="378" y="76"/>
                    </a:lnTo>
                    <a:lnTo>
                      <a:pt x="367" y="81"/>
                    </a:lnTo>
                    <a:lnTo>
                      <a:pt x="354" y="85"/>
                    </a:lnTo>
                    <a:lnTo>
                      <a:pt x="338" y="88"/>
                    </a:lnTo>
                    <a:lnTo>
                      <a:pt x="321" y="90"/>
                    </a:lnTo>
                    <a:lnTo>
                      <a:pt x="301" y="89"/>
                    </a:lnTo>
                    <a:lnTo>
                      <a:pt x="278" y="8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3" name="Freeform 114">
                <a:extLst>
                  <a:ext uri="{FF2B5EF4-FFF2-40B4-BE49-F238E27FC236}">
                    <a16:creationId xmlns:a16="http://schemas.microsoft.com/office/drawing/2014/main" id="{D9937EB4-CC12-43B2-B2D7-BCFA0A731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951" y="4440238"/>
                <a:ext cx="122238" cy="53975"/>
              </a:xfrm>
              <a:custGeom>
                <a:avLst/>
                <a:gdLst>
                  <a:gd name="T0" fmla="*/ 26 w 387"/>
                  <a:gd name="T1" fmla="*/ 25 h 136"/>
                  <a:gd name="T2" fmla="*/ 53 w 387"/>
                  <a:gd name="T3" fmla="*/ 18 h 136"/>
                  <a:gd name="T4" fmla="*/ 78 w 387"/>
                  <a:gd name="T5" fmla="*/ 15 h 136"/>
                  <a:gd name="T6" fmla="*/ 104 w 387"/>
                  <a:gd name="T7" fmla="*/ 17 h 136"/>
                  <a:gd name="T8" fmla="*/ 131 w 387"/>
                  <a:gd name="T9" fmla="*/ 16 h 136"/>
                  <a:gd name="T10" fmla="*/ 162 w 387"/>
                  <a:gd name="T11" fmla="*/ 8 h 136"/>
                  <a:gd name="T12" fmla="*/ 176 w 387"/>
                  <a:gd name="T13" fmla="*/ 4 h 136"/>
                  <a:gd name="T14" fmla="*/ 202 w 387"/>
                  <a:gd name="T15" fmla="*/ 1 h 136"/>
                  <a:gd name="T16" fmla="*/ 261 w 387"/>
                  <a:gd name="T17" fmla="*/ 2 h 136"/>
                  <a:gd name="T18" fmla="*/ 296 w 387"/>
                  <a:gd name="T19" fmla="*/ 6 h 136"/>
                  <a:gd name="T20" fmla="*/ 330 w 387"/>
                  <a:gd name="T21" fmla="*/ 15 h 136"/>
                  <a:gd name="T22" fmla="*/ 346 w 387"/>
                  <a:gd name="T23" fmla="*/ 22 h 136"/>
                  <a:gd name="T24" fmla="*/ 360 w 387"/>
                  <a:gd name="T25" fmla="*/ 31 h 136"/>
                  <a:gd name="T26" fmla="*/ 372 w 387"/>
                  <a:gd name="T27" fmla="*/ 41 h 136"/>
                  <a:gd name="T28" fmla="*/ 382 w 387"/>
                  <a:gd name="T29" fmla="*/ 54 h 136"/>
                  <a:gd name="T30" fmla="*/ 382 w 387"/>
                  <a:gd name="T31" fmla="*/ 70 h 136"/>
                  <a:gd name="T32" fmla="*/ 386 w 387"/>
                  <a:gd name="T33" fmla="*/ 93 h 136"/>
                  <a:gd name="T34" fmla="*/ 387 w 387"/>
                  <a:gd name="T35" fmla="*/ 105 h 136"/>
                  <a:gd name="T36" fmla="*/ 380 w 387"/>
                  <a:gd name="T37" fmla="*/ 116 h 136"/>
                  <a:gd name="T38" fmla="*/ 360 w 387"/>
                  <a:gd name="T39" fmla="*/ 127 h 136"/>
                  <a:gd name="T40" fmla="*/ 331 w 387"/>
                  <a:gd name="T41" fmla="*/ 134 h 136"/>
                  <a:gd name="T42" fmla="*/ 294 w 387"/>
                  <a:gd name="T43" fmla="*/ 135 h 136"/>
                  <a:gd name="T44" fmla="*/ 259 w 387"/>
                  <a:gd name="T45" fmla="*/ 133 h 136"/>
                  <a:gd name="T46" fmla="*/ 230 w 387"/>
                  <a:gd name="T47" fmla="*/ 127 h 136"/>
                  <a:gd name="T48" fmla="*/ 195 w 387"/>
                  <a:gd name="T49" fmla="*/ 116 h 136"/>
                  <a:gd name="T50" fmla="*/ 166 w 387"/>
                  <a:gd name="T51" fmla="*/ 108 h 136"/>
                  <a:gd name="T52" fmla="*/ 144 w 387"/>
                  <a:gd name="T53" fmla="*/ 105 h 136"/>
                  <a:gd name="T54" fmla="*/ 119 w 387"/>
                  <a:gd name="T55" fmla="*/ 100 h 136"/>
                  <a:gd name="T56" fmla="*/ 91 w 387"/>
                  <a:gd name="T57" fmla="*/ 94 h 136"/>
                  <a:gd name="T58" fmla="*/ 68 w 387"/>
                  <a:gd name="T59" fmla="*/ 88 h 136"/>
                  <a:gd name="T60" fmla="*/ 43 w 387"/>
                  <a:gd name="T61" fmla="*/ 79 h 136"/>
                  <a:gd name="T62" fmla="*/ 18 w 387"/>
                  <a:gd name="T63" fmla="*/ 65 h 136"/>
                  <a:gd name="T64" fmla="*/ 8 w 387"/>
                  <a:gd name="T65" fmla="*/ 55 h 136"/>
                  <a:gd name="T66" fmla="*/ 1 w 387"/>
                  <a:gd name="T67" fmla="*/ 41 h 136"/>
                  <a:gd name="T68" fmla="*/ 8 w 387"/>
                  <a:gd name="T69" fmla="*/ 33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87" h="136">
                    <a:moveTo>
                      <a:pt x="13" y="30"/>
                    </a:moveTo>
                    <a:lnTo>
                      <a:pt x="26" y="25"/>
                    </a:lnTo>
                    <a:lnTo>
                      <a:pt x="39" y="21"/>
                    </a:lnTo>
                    <a:lnTo>
                      <a:pt x="53" y="18"/>
                    </a:lnTo>
                    <a:lnTo>
                      <a:pt x="65" y="16"/>
                    </a:lnTo>
                    <a:lnTo>
                      <a:pt x="78" y="15"/>
                    </a:lnTo>
                    <a:lnTo>
                      <a:pt x="91" y="16"/>
                    </a:lnTo>
                    <a:lnTo>
                      <a:pt x="104" y="17"/>
                    </a:lnTo>
                    <a:lnTo>
                      <a:pt x="116" y="20"/>
                    </a:lnTo>
                    <a:lnTo>
                      <a:pt x="131" y="16"/>
                    </a:lnTo>
                    <a:lnTo>
                      <a:pt x="147" y="12"/>
                    </a:lnTo>
                    <a:lnTo>
                      <a:pt x="162" y="8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4" y="3"/>
                    </a:lnTo>
                    <a:lnTo>
                      <a:pt x="202" y="1"/>
                    </a:lnTo>
                    <a:lnTo>
                      <a:pt x="229" y="0"/>
                    </a:lnTo>
                    <a:lnTo>
                      <a:pt x="261" y="2"/>
                    </a:lnTo>
                    <a:lnTo>
                      <a:pt x="279" y="3"/>
                    </a:lnTo>
                    <a:lnTo>
                      <a:pt x="296" y="6"/>
                    </a:lnTo>
                    <a:lnTo>
                      <a:pt x="314" y="10"/>
                    </a:lnTo>
                    <a:lnTo>
                      <a:pt x="330" y="15"/>
                    </a:lnTo>
                    <a:lnTo>
                      <a:pt x="339" y="19"/>
                    </a:lnTo>
                    <a:lnTo>
                      <a:pt x="346" y="22"/>
                    </a:lnTo>
                    <a:lnTo>
                      <a:pt x="352" y="26"/>
                    </a:lnTo>
                    <a:lnTo>
                      <a:pt x="360" y="31"/>
                    </a:lnTo>
                    <a:lnTo>
                      <a:pt x="366" y="36"/>
                    </a:lnTo>
                    <a:lnTo>
                      <a:pt x="372" y="41"/>
                    </a:lnTo>
                    <a:lnTo>
                      <a:pt x="377" y="47"/>
                    </a:lnTo>
                    <a:lnTo>
                      <a:pt x="382" y="54"/>
                    </a:lnTo>
                    <a:lnTo>
                      <a:pt x="381" y="55"/>
                    </a:lnTo>
                    <a:lnTo>
                      <a:pt x="382" y="70"/>
                    </a:lnTo>
                    <a:lnTo>
                      <a:pt x="385" y="83"/>
                    </a:lnTo>
                    <a:lnTo>
                      <a:pt x="386" y="93"/>
                    </a:lnTo>
                    <a:lnTo>
                      <a:pt x="386" y="102"/>
                    </a:lnTo>
                    <a:lnTo>
                      <a:pt x="387" y="105"/>
                    </a:lnTo>
                    <a:lnTo>
                      <a:pt x="387" y="109"/>
                    </a:lnTo>
                    <a:lnTo>
                      <a:pt x="380" y="116"/>
                    </a:lnTo>
                    <a:lnTo>
                      <a:pt x="371" y="122"/>
                    </a:lnTo>
                    <a:lnTo>
                      <a:pt x="360" y="127"/>
                    </a:lnTo>
                    <a:lnTo>
                      <a:pt x="347" y="131"/>
                    </a:lnTo>
                    <a:lnTo>
                      <a:pt x="331" y="134"/>
                    </a:lnTo>
                    <a:lnTo>
                      <a:pt x="314" y="136"/>
                    </a:lnTo>
                    <a:lnTo>
                      <a:pt x="294" y="135"/>
                    </a:lnTo>
                    <a:lnTo>
                      <a:pt x="271" y="134"/>
                    </a:lnTo>
                    <a:lnTo>
                      <a:pt x="259" y="133"/>
                    </a:lnTo>
                    <a:lnTo>
                      <a:pt x="245" y="131"/>
                    </a:lnTo>
                    <a:lnTo>
                      <a:pt x="230" y="127"/>
                    </a:lnTo>
                    <a:lnTo>
                      <a:pt x="212" y="121"/>
                    </a:lnTo>
                    <a:lnTo>
                      <a:pt x="195" y="116"/>
                    </a:lnTo>
                    <a:lnTo>
                      <a:pt x="179" y="111"/>
                    </a:lnTo>
                    <a:lnTo>
                      <a:pt x="166" y="108"/>
                    </a:lnTo>
                    <a:lnTo>
                      <a:pt x="155" y="106"/>
                    </a:lnTo>
                    <a:lnTo>
                      <a:pt x="144" y="105"/>
                    </a:lnTo>
                    <a:lnTo>
                      <a:pt x="131" y="103"/>
                    </a:lnTo>
                    <a:lnTo>
                      <a:pt x="119" y="100"/>
                    </a:lnTo>
                    <a:lnTo>
                      <a:pt x="105" y="97"/>
                    </a:lnTo>
                    <a:lnTo>
                      <a:pt x="91" y="94"/>
                    </a:lnTo>
                    <a:lnTo>
                      <a:pt x="79" y="91"/>
                    </a:lnTo>
                    <a:lnTo>
                      <a:pt x="68" y="88"/>
                    </a:lnTo>
                    <a:lnTo>
                      <a:pt x="59" y="85"/>
                    </a:lnTo>
                    <a:lnTo>
                      <a:pt x="43" y="79"/>
                    </a:lnTo>
                    <a:lnTo>
                      <a:pt x="28" y="72"/>
                    </a:lnTo>
                    <a:lnTo>
                      <a:pt x="18" y="65"/>
                    </a:lnTo>
                    <a:lnTo>
                      <a:pt x="11" y="60"/>
                    </a:lnTo>
                    <a:lnTo>
                      <a:pt x="8" y="55"/>
                    </a:lnTo>
                    <a:lnTo>
                      <a:pt x="0" y="46"/>
                    </a:lnTo>
                    <a:lnTo>
                      <a:pt x="1" y="41"/>
                    </a:lnTo>
                    <a:lnTo>
                      <a:pt x="4" y="37"/>
                    </a:lnTo>
                    <a:lnTo>
                      <a:pt x="8" y="33"/>
                    </a:lnTo>
                    <a:lnTo>
                      <a:pt x="13" y="30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4" name="Freeform 115">
                <a:extLst>
                  <a:ext uri="{FF2B5EF4-FFF2-40B4-BE49-F238E27FC236}">
                    <a16:creationId xmlns:a16="http://schemas.microsoft.com/office/drawing/2014/main" id="{7BF0496A-2D8C-4A38-9E10-AA7DBB23D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8713" y="4406900"/>
                <a:ext cx="73025" cy="47625"/>
              </a:xfrm>
              <a:custGeom>
                <a:avLst/>
                <a:gdLst>
                  <a:gd name="T0" fmla="*/ 90 w 229"/>
                  <a:gd name="T1" fmla="*/ 29 h 117"/>
                  <a:gd name="T2" fmla="*/ 76 w 229"/>
                  <a:gd name="T3" fmla="*/ 17 h 117"/>
                  <a:gd name="T4" fmla="*/ 56 w 229"/>
                  <a:gd name="T5" fmla="*/ 0 h 117"/>
                  <a:gd name="T6" fmla="*/ 51 w 229"/>
                  <a:gd name="T7" fmla="*/ 5 h 117"/>
                  <a:gd name="T8" fmla="*/ 46 w 229"/>
                  <a:gd name="T9" fmla="*/ 12 h 117"/>
                  <a:gd name="T10" fmla="*/ 33 w 229"/>
                  <a:gd name="T11" fmla="*/ 15 h 117"/>
                  <a:gd name="T12" fmla="*/ 13 w 229"/>
                  <a:gd name="T13" fmla="*/ 20 h 117"/>
                  <a:gd name="T14" fmla="*/ 10 w 229"/>
                  <a:gd name="T15" fmla="*/ 22 h 117"/>
                  <a:gd name="T16" fmla="*/ 8 w 229"/>
                  <a:gd name="T17" fmla="*/ 24 h 117"/>
                  <a:gd name="T18" fmla="*/ 4 w 229"/>
                  <a:gd name="T19" fmla="*/ 28 h 117"/>
                  <a:gd name="T20" fmla="*/ 0 w 229"/>
                  <a:gd name="T21" fmla="*/ 34 h 117"/>
                  <a:gd name="T22" fmla="*/ 1 w 229"/>
                  <a:gd name="T23" fmla="*/ 41 h 117"/>
                  <a:gd name="T24" fmla="*/ 4 w 229"/>
                  <a:gd name="T25" fmla="*/ 48 h 117"/>
                  <a:gd name="T26" fmla="*/ 9 w 229"/>
                  <a:gd name="T27" fmla="*/ 54 h 117"/>
                  <a:gd name="T28" fmla="*/ 15 w 229"/>
                  <a:gd name="T29" fmla="*/ 60 h 117"/>
                  <a:gd name="T30" fmla="*/ 24 w 229"/>
                  <a:gd name="T31" fmla="*/ 65 h 117"/>
                  <a:gd name="T32" fmla="*/ 33 w 229"/>
                  <a:gd name="T33" fmla="*/ 69 h 117"/>
                  <a:gd name="T34" fmla="*/ 43 w 229"/>
                  <a:gd name="T35" fmla="*/ 72 h 117"/>
                  <a:gd name="T36" fmla="*/ 53 w 229"/>
                  <a:gd name="T37" fmla="*/ 74 h 117"/>
                  <a:gd name="T38" fmla="*/ 65 w 229"/>
                  <a:gd name="T39" fmla="*/ 77 h 117"/>
                  <a:gd name="T40" fmla="*/ 79 w 229"/>
                  <a:gd name="T41" fmla="*/ 82 h 117"/>
                  <a:gd name="T42" fmla="*/ 94 w 229"/>
                  <a:gd name="T43" fmla="*/ 89 h 117"/>
                  <a:gd name="T44" fmla="*/ 111 w 229"/>
                  <a:gd name="T45" fmla="*/ 99 h 117"/>
                  <a:gd name="T46" fmla="*/ 129 w 229"/>
                  <a:gd name="T47" fmla="*/ 108 h 117"/>
                  <a:gd name="T48" fmla="*/ 145 w 229"/>
                  <a:gd name="T49" fmla="*/ 114 h 117"/>
                  <a:gd name="T50" fmla="*/ 153 w 229"/>
                  <a:gd name="T51" fmla="*/ 115 h 117"/>
                  <a:gd name="T52" fmla="*/ 160 w 229"/>
                  <a:gd name="T53" fmla="*/ 117 h 117"/>
                  <a:gd name="T54" fmla="*/ 166 w 229"/>
                  <a:gd name="T55" fmla="*/ 117 h 117"/>
                  <a:gd name="T56" fmla="*/ 172 w 229"/>
                  <a:gd name="T57" fmla="*/ 117 h 117"/>
                  <a:gd name="T58" fmla="*/ 184 w 229"/>
                  <a:gd name="T59" fmla="*/ 115 h 117"/>
                  <a:gd name="T60" fmla="*/ 194 w 229"/>
                  <a:gd name="T61" fmla="*/ 112 h 117"/>
                  <a:gd name="T62" fmla="*/ 202 w 229"/>
                  <a:gd name="T63" fmla="*/ 109 h 117"/>
                  <a:gd name="T64" fmla="*/ 210 w 229"/>
                  <a:gd name="T65" fmla="*/ 106 h 117"/>
                  <a:gd name="T66" fmla="*/ 216 w 229"/>
                  <a:gd name="T67" fmla="*/ 101 h 117"/>
                  <a:gd name="T68" fmla="*/ 221 w 229"/>
                  <a:gd name="T69" fmla="*/ 97 h 117"/>
                  <a:gd name="T70" fmla="*/ 225 w 229"/>
                  <a:gd name="T71" fmla="*/ 92 h 117"/>
                  <a:gd name="T72" fmla="*/ 227 w 229"/>
                  <a:gd name="T73" fmla="*/ 88 h 117"/>
                  <a:gd name="T74" fmla="*/ 229 w 229"/>
                  <a:gd name="T75" fmla="*/ 74 h 117"/>
                  <a:gd name="T76" fmla="*/ 229 w 229"/>
                  <a:gd name="T77" fmla="*/ 59 h 117"/>
                  <a:gd name="T78" fmla="*/ 227 w 229"/>
                  <a:gd name="T79" fmla="*/ 41 h 117"/>
                  <a:gd name="T80" fmla="*/ 225 w 229"/>
                  <a:gd name="T81" fmla="*/ 20 h 117"/>
                  <a:gd name="T82" fmla="*/ 221 w 229"/>
                  <a:gd name="T83" fmla="*/ 28 h 117"/>
                  <a:gd name="T84" fmla="*/ 216 w 229"/>
                  <a:gd name="T85" fmla="*/ 34 h 117"/>
                  <a:gd name="T86" fmla="*/ 209 w 229"/>
                  <a:gd name="T87" fmla="*/ 40 h 117"/>
                  <a:gd name="T88" fmla="*/ 201 w 229"/>
                  <a:gd name="T89" fmla="*/ 44 h 117"/>
                  <a:gd name="T90" fmla="*/ 192 w 229"/>
                  <a:gd name="T91" fmla="*/ 47 h 117"/>
                  <a:gd name="T92" fmla="*/ 182 w 229"/>
                  <a:gd name="T93" fmla="*/ 49 h 117"/>
                  <a:gd name="T94" fmla="*/ 172 w 229"/>
                  <a:gd name="T95" fmla="*/ 50 h 117"/>
                  <a:gd name="T96" fmla="*/ 160 w 229"/>
                  <a:gd name="T97" fmla="*/ 49 h 117"/>
                  <a:gd name="T98" fmla="*/ 156 w 229"/>
                  <a:gd name="T99" fmla="*/ 49 h 117"/>
                  <a:gd name="T100" fmla="*/ 154 w 229"/>
                  <a:gd name="T101" fmla="*/ 49 h 117"/>
                  <a:gd name="T102" fmla="*/ 143 w 229"/>
                  <a:gd name="T103" fmla="*/ 48 h 117"/>
                  <a:gd name="T104" fmla="*/ 133 w 229"/>
                  <a:gd name="T105" fmla="*/ 47 h 117"/>
                  <a:gd name="T106" fmla="*/ 124 w 229"/>
                  <a:gd name="T107" fmla="*/ 45 h 117"/>
                  <a:gd name="T108" fmla="*/ 116 w 229"/>
                  <a:gd name="T109" fmla="*/ 44 h 117"/>
                  <a:gd name="T110" fmla="*/ 109 w 229"/>
                  <a:gd name="T111" fmla="*/ 42 h 117"/>
                  <a:gd name="T112" fmla="*/ 104 w 229"/>
                  <a:gd name="T113" fmla="*/ 40 h 117"/>
                  <a:gd name="T114" fmla="*/ 99 w 229"/>
                  <a:gd name="T115" fmla="*/ 38 h 117"/>
                  <a:gd name="T116" fmla="*/ 96 w 229"/>
                  <a:gd name="T117" fmla="*/ 35 h 117"/>
                  <a:gd name="T118" fmla="*/ 94 w 229"/>
                  <a:gd name="T119" fmla="*/ 33 h 117"/>
                  <a:gd name="T120" fmla="*/ 90 w 229"/>
                  <a:gd name="T121" fmla="*/ 29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29" h="117">
                    <a:moveTo>
                      <a:pt x="90" y="29"/>
                    </a:moveTo>
                    <a:lnTo>
                      <a:pt x="76" y="17"/>
                    </a:lnTo>
                    <a:lnTo>
                      <a:pt x="56" y="0"/>
                    </a:lnTo>
                    <a:lnTo>
                      <a:pt x="51" y="5"/>
                    </a:lnTo>
                    <a:lnTo>
                      <a:pt x="46" y="12"/>
                    </a:lnTo>
                    <a:lnTo>
                      <a:pt x="33" y="15"/>
                    </a:lnTo>
                    <a:lnTo>
                      <a:pt x="13" y="20"/>
                    </a:lnTo>
                    <a:lnTo>
                      <a:pt x="10" y="22"/>
                    </a:lnTo>
                    <a:lnTo>
                      <a:pt x="8" y="24"/>
                    </a:lnTo>
                    <a:lnTo>
                      <a:pt x="4" y="28"/>
                    </a:lnTo>
                    <a:lnTo>
                      <a:pt x="0" y="34"/>
                    </a:lnTo>
                    <a:lnTo>
                      <a:pt x="1" y="41"/>
                    </a:lnTo>
                    <a:lnTo>
                      <a:pt x="4" y="48"/>
                    </a:lnTo>
                    <a:lnTo>
                      <a:pt x="9" y="54"/>
                    </a:lnTo>
                    <a:lnTo>
                      <a:pt x="15" y="60"/>
                    </a:lnTo>
                    <a:lnTo>
                      <a:pt x="24" y="65"/>
                    </a:lnTo>
                    <a:lnTo>
                      <a:pt x="33" y="69"/>
                    </a:lnTo>
                    <a:lnTo>
                      <a:pt x="43" y="72"/>
                    </a:lnTo>
                    <a:lnTo>
                      <a:pt x="53" y="74"/>
                    </a:lnTo>
                    <a:lnTo>
                      <a:pt x="65" y="77"/>
                    </a:lnTo>
                    <a:lnTo>
                      <a:pt x="79" y="82"/>
                    </a:lnTo>
                    <a:lnTo>
                      <a:pt x="94" y="89"/>
                    </a:lnTo>
                    <a:lnTo>
                      <a:pt x="111" y="99"/>
                    </a:lnTo>
                    <a:lnTo>
                      <a:pt x="129" y="108"/>
                    </a:lnTo>
                    <a:lnTo>
                      <a:pt x="145" y="114"/>
                    </a:lnTo>
                    <a:lnTo>
                      <a:pt x="153" y="115"/>
                    </a:lnTo>
                    <a:lnTo>
                      <a:pt x="160" y="117"/>
                    </a:lnTo>
                    <a:lnTo>
                      <a:pt x="166" y="117"/>
                    </a:lnTo>
                    <a:lnTo>
                      <a:pt x="172" y="117"/>
                    </a:lnTo>
                    <a:lnTo>
                      <a:pt x="184" y="115"/>
                    </a:lnTo>
                    <a:lnTo>
                      <a:pt x="194" y="112"/>
                    </a:lnTo>
                    <a:lnTo>
                      <a:pt x="202" y="109"/>
                    </a:lnTo>
                    <a:lnTo>
                      <a:pt x="210" y="106"/>
                    </a:lnTo>
                    <a:lnTo>
                      <a:pt x="216" y="101"/>
                    </a:lnTo>
                    <a:lnTo>
                      <a:pt x="221" y="97"/>
                    </a:lnTo>
                    <a:lnTo>
                      <a:pt x="225" y="92"/>
                    </a:lnTo>
                    <a:lnTo>
                      <a:pt x="227" y="88"/>
                    </a:lnTo>
                    <a:lnTo>
                      <a:pt x="229" y="74"/>
                    </a:lnTo>
                    <a:lnTo>
                      <a:pt x="229" y="59"/>
                    </a:lnTo>
                    <a:lnTo>
                      <a:pt x="227" y="41"/>
                    </a:lnTo>
                    <a:lnTo>
                      <a:pt x="225" y="20"/>
                    </a:lnTo>
                    <a:lnTo>
                      <a:pt x="221" y="28"/>
                    </a:lnTo>
                    <a:lnTo>
                      <a:pt x="216" y="34"/>
                    </a:lnTo>
                    <a:lnTo>
                      <a:pt x="209" y="40"/>
                    </a:lnTo>
                    <a:lnTo>
                      <a:pt x="201" y="44"/>
                    </a:lnTo>
                    <a:lnTo>
                      <a:pt x="192" y="47"/>
                    </a:lnTo>
                    <a:lnTo>
                      <a:pt x="182" y="49"/>
                    </a:lnTo>
                    <a:lnTo>
                      <a:pt x="172" y="50"/>
                    </a:lnTo>
                    <a:lnTo>
                      <a:pt x="160" y="49"/>
                    </a:lnTo>
                    <a:lnTo>
                      <a:pt x="156" y="49"/>
                    </a:lnTo>
                    <a:lnTo>
                      <a:pt x="154" y="49"/>
                    </a:lnTo>
                    <a:lnTo>
                      <a:pt x="143" y="48"/>
                    </a:lnTo>
                    <a:lnTo>
                      <a:pt x="133" y="47"/>
                    </a:lnTo>
                    <a:lnTo>
                      <a:pt x="124" y="45"/>
                    </a:lnTo>
                    <a:lnTo>
                      <a:pt x="116" y="44"/>
                    </a:lnTo>
                    <a:lnTo>
                      <a:pt x="109" y="42"/>
                    </a:lnTo>
                    <a:lnTo>
                      <a:pt x="104" y="40"/>
                    </a:lnTo>
                    <a:lnTo>
                      <a:pt x="99" y="38"/>
                    </a:lnTo>
                    <a:lnTo>
                      <a:pt x="96" y="35"/>
                    </a:lnTo>
                    <a:lnTo>
                      <a:pt x="94" y="33"/>
                    </a:lnTo>
                    <a:lnTo>
                      <a:pt x="90" y="29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5" name="Freeform 116">
                <a:extLst>
                  <a:ext uri="{FF2B5EF4-FFF2-40B4-BE49-F238E27FC236}">
                    <a16:creationId xmlns:a16="http://schemas.microsoft.com/office/drawing/2014/main" id="{734C4490-2977-4348-95C1-711F61D2B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5538" y="4421188"/>
                <a:ext cx="74613" cy="38100"/>
              </a:xfrm>
              <a:custGeom>
                <a:avLst/>
                <a:gdLst>
                  <a:gd name="T0" fmla="*/ 27 w 239"/>
                  <a:gd name="T1" fmla="*/ 26 h 97"/>
                  <a:gd name="T2" fmla="*/ 21 w 239"/>
                  <a:gd name="T3" fmla="*/ 20 h 97"/>
                  <a:gd name="T4" fmla="*/ 16 w 239"/>
                  <a:gd name="T5" fmla="*/ 14 h 97"/>
                  <a:gd name="T6" fmla="*/ 13 w 239"/>
                  <a:gd name="T7" fmla="*/ 7 h 97"/>
                  <a:gd name="T8" fmla="*/ 12 w 239"/>
                  <a:gd name="T9" fmla="*/ 0 h 97"/>
                  <a:gd name="T10" fmla="*/ 8 w 239"/>
                  <a:gd name="T11" fmla="*/ 1 h 97"/>
                  <a:gd name="T12" fmla="*/ 6 w 239"/>
                  <a:gd name="T13" fmla="*/ 2 h 97"/>
                  <a:gd name="T14" fmla="*/ 3 w 239"/>
                  <a:gd name="T15" fmla="*/ 5 h 97"/>
                  <a:gd name="T16" fmla="*/ 3 w 239"/>
                  <a:gd name="T17" fmla="*/ 9 h 97"/>
                  <a:gd name="T18" fmla="*/ 2 w 239"/>
                  <a:gd name="T19" fmla="*/ 16 h 97"/>
                  <a:gd name="T20" fmla="*/ 0 w 239"/>
                  <a:gd name="T21" fmla="*/ 19 h 97"/>
                  <a:gd name="T22" fmla="*/ 5 w 239"/>
                  <a:gd name="T23" fmla="*/ 25 h 97"/>
                  <a:gd name="T24" fmla="*/ 8 w 239"/>
                  <a:gd name="T25" fmla="*/ 31 h 97"/>
                  <a:gd name="T26" fmla="*/ 13 w 239"/>
                  <a:gd name="T27" fmla="*/ 35 h 97"/>
                  <a:gd name="T28" fmla="*/ 17 w 239"/>
                  <a:gd name="T29" fmla="*/ 38 h 97"/>
                  <a:gd name="T30" fmla="*/ 23 w 239"/>
                  <a:gd name="T31" fmla="*/ 42 h 97"/>
                  <a:gd name="T32" fmla="*/ 32 w 239"/>
                  <a:gd name="T33" fmla="*/ 45 h 97"/>
                  <a:gd name="T34" fmla="*/ 42 w 239"/>
                  <a:gd name="T35" fmla="*/ 50 h 97"/>
                  <a:gd name="T36" fmla="*/ 56 w 239"/>
                  <a:gd name="T37" fmla="*/ 54 h 97"/>
                  <a:gd name="T38" fmla="*/ 72 w 239"/>
                  <a:gd name="T39" fmla="*/ 60 h 97"/>
                  <a:gd name="T40" fmla="*/ 91 w 239"/>
                  <a:gd name="T41" fmla="*/ 68 h 97"/>
                  <a:gd name="T42" fmla="*/ 111 w 239"/>
                  <a:gd name="T43" fmla="*/ 78 h 97"/>
                  <a:gd name="T44" fmla="*/ 133 w 239"/>
                  <a:gd name="T45" fmla="*/ 89 h 97"/>
                  <a:gd name="T46" fmla="*/ 140 w 239"/>
                  <a:gd name="T47" fmla="*/ 92 h 97"/>
                  <a:gd name="T48" fmla="*/ 146 w 239"/>
                  <a:gd name="T49" fmla="*/ 94 h 97"/>
                  <a:gd name="T50" fmla="*/ 153 w 239"/>
                  <a:gd name="T51" fmla="*/ 96 h 97"/>
                  <a:gd name="T52" fmla="*/ 161 w 239"/>
                  <a:gd name="T53" fmla="*/ 97 h 97"/>
                  <a:gd name="T54" fmla="*/ 168 w 239"/>
                  <a:gd name="T55" fmla="*/ 97 h 97"/>
                  <a:gd name="T56" fmla="*/ 177 w 239"/>
                  <a:gd name="T57" fmla="*/ 97 h 97"/>
                  <a:gd name="T58" fmla="*/ 186 w 239"/>
                  <a:gd name="T59" fmla="*/ 96 h 97"/>
                  <a:gd name="T60" fmla="*/ 196 w 239"/>
                  <a:gd name="T61" fmla="*/ 95 h 97"/>
                  <a:gd name="T62" fmla="*/ 204 w 239"/>
                  <a:gd name="T63" fmla="*/ 92 h 97"/>
                  <a:gd name="T64" fmla="*/ 212 w 239"/>
                  <a:gd name="T65" fmla="*/ 90 h 97"/>
                  <a:gd name="T66" fmla="*/ 219 w 239"/>
                  <a:gd name="T67" fmla="*/ 86 h 97"/>
                  <a:gd name="T68" fmla="*/ 226 w 239"/>
                  <a:gd name="T69" fmla="*/ 83 h 97"/>
                  <a:gd name="T70" fmla="*/ 229 w 239"/>
                  <a:gd name="T71" fmla="*/ 78 h 97"/>
                  <a:gd name="T72" fmla="*/ 234 w 239"/>
                  <a:gd name="T73" fmla="*/ 73 h 97"/>
                  <a:gd name="T74" fmla="*/ 237 w 239"/>
                  <a:gd name="T75" fmla="*/ 68 h 97"/>
                  <a:gd name="T76" fmla="*/ 238 w 239"/>
                  <a:gd name="T77" fmla="*/ 62 h 97"/>
                  <a:gd name="T78" fmla="*/ 239 w 239"/>
                  <a:gd name="T79" fmla="*/ 58 h 97"/>
                  <a:gd name="T80" fmla="*/ 239 w 239"/>
                  <a:gd name="T81" fmla="*/ 54 h 97"/>
                  <a:gd name="T82" fmla="*/ 237 w 239"/>
                  <a:gd name="T83" fmla="*/ 58 h 97"/>
                  <a:gd name="T84" fmla="*/ 233 w 239"/>
                  <a:gd name="T85" fmla="*/ 63 h 97"/>
                  <a:gd name="T86" fmla="*/ 228 w 239"/>
                  <a:gd name="T87" fmla="*/ 67 h 97"/>
                  <a:gd name="T88" fmla="*/ 222 w 239"/>
                  <a:gd name="T89" fmla="*/ 72 h 97"/>
                  <a:gd name="T90" fmla="*/ 214 w 239"/>
                  <a:gd name="T91" fmla="*/ 75 h 97"/>
                  <a:gd name="T92" fmla="*/ 206 w 239"/>
                  <a:gd name="T93" fmla="*/ 78 h 97"/>
                  <a:gd name="T94" fmla="*/ 196 w 239"/>
                  <a:gd name="T95" fmla="*/ 81 h 97"/>
                  <a:gd name="T96" fmla="*/ 184 w 239"/>
                  <a:gd name="T97" fmla="*/ 83 h 97"/>
                  <a:gd name="T98" fmla="*/ 178 w 239"/>
                  <a:gd name="T99" fmla="*/ 83 h 97"/>
                  <a:gd name="T100" fmla="*/ 172 w 239"/>
                  <a:gd name="T101" fmla="*/ 83 h 97"/>
                  <a:gd name="T102" fmla="*/ 165 w 239"/>
                  <a:gd name="T103" fmla="*/ 81 h 97"/>
                  <a:gd name="T104" fmla="*/ 157 w 239"/>
                  <a:gd name="T105" fmla="*/ 80 h 97"/>
                  <a:gd name="T106" fmla="*/ 141 w 239"/>
                  <a:gd name="T107" fmla="*/ 74 h 97"/>
                  <a:gd name="T108" fmla="*/ 123 w 239"/>
                  <a:gd name="T109" fmla="*/ 65 h 97"/>
                  <a:gd name="T110" fmla="*/ 106 w 239"/>
                  <a:gd name="T111" fmla="*/ 55 h 97"/>
                  <a:gd name="T112" fmla="*/ 91 w 239"/>
                  <a:gd name="T113" fmla="*/ 48 h 97"/>
                  <a:gd name="T114" fmla="*/ 77 w 239"/>
                  <a:gd name="T115" fmla="*/ 43 h 97"/>
                  <a:gd name="T116" fmla="*/ 65 w 239"/>
                  <a:gd name="T117" fmla="*/ 40 h 97"/>
                  <a:gd name="T118" fmla="*/ 55 w 239"/>
                  <a:gd name="T119" fmla="*/ 38 h 97"/>
                  <a:gd name="T120" fmla="*/ 45 w 239"/>
                  <a:gd name="T121" fmla="*/ 35 h 97"/>
                  <a:gd name="T122" fmla="*/ 36 w 239"/>
                  <a:gd name="T123" fmla="*/ 31 h 97"/>
                  <a:gd name="T124" fmla="*/ 27 w 239"/>
                  <a:gd name="T125" fmla="*/ 2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9" h="97">
                    <a:moveTo>
                      <a:pt x="27" y="26"/>
                    </a:moveTo>
                    <a:lnTo>
                      <a:pt x="21" y="20"/>
                    </a:lnTo>
                    <a:lnTo>
                      <a:pt x="16" y="14"/>
                    </a:lnTo>
                    <a:lnTo>
                      <a:pt x="13" y="7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2" y="16"/>
                    </a:lnTo>
                    <a:lnTo>
                      <a:pt x="0" y="19"/>
                    </a:lnTo>
                    <a:lnTo>
                      <a:pt x="5" y="25"/>
                    </a:lnTo>
                    <a:lnTo>
                      <a:pt x="8" y="31"/>
                    </a:lnTo>
                    <a:lnTo>
                      <a:pt x="13" y="35"/>
                    </a:lnTo>
                    <a:lnTo>
                      <a:pt x="17" y="38"/>
                    </a:lnTo>
                    <a:lnTo>
                      <a:pt x="23" y="42"/>
                    </a:lnTo>
                    <a:lnTo>
                      <a:pt x="32" y="45"/>
                    </a:lnTo>
                    <a:lnTo>
                      <a:pt x="42" y="50"/>
                    </a:lnTo>
                    <a:lnTo>
                      <a:pt x="56" y="54"/>
                    </a:lnTo>
                    <a:lnTo>
                      <a:pt x="72" y="60"/>
                    </a:lnTo>
                    <a:lnTo>
                      <a:pt x="91" y="68"/>
                    </a:lnTo>
                    <a:lnTo>
                      <a:pt x="111" y="78"/>
                    </a:lnTo>
                    <a:lnTo>
                      <a:pt x="133" y="89"/>
                    </a:lnTo>
                    <a:lnTo>
                      <a:pt x="140" y="92"/>
                    </a:lnTo>
                    <a:lnTo>
                      <a:pt x="146" y="94"/>
                    </a:lnTo>
                    <a:lnTo>
                      <a:pt x="153" y="96"/>
                    </a:lnTo>
                    <a:lnTo>
                      <a:pt x="161" y="97"/>
                    </a:lnTo>
                    <a:lnTo>
                      <a:pt x="168" y="97"/>
                    </a:lnTo>
                    <a:lnTo>
                      <a:pt x="177" y="97"/>
                    </a:lnTo>
                    <a:lnTo>
                      <a:pt x="186" y="96"/>
                    </a:lnTo>
                    <a:lnTo>
                      <a:pt x="196" y="95"/>
                    </a:lnTo>
                    <a:lnTo>
                      <a:pt x="204" y="92"/>
                    </a:lnTo>
                    <a:lnTo>
                      <a:pt x="212" y="90"/>
                    </a:lnTo>
                    <a:lnTo>
                      <a:pt x="219" y="86"/>
                    </a:lnTo>
                    <a:lnTo>
                      <a:pt x="226" y="83"/>
                    </a:lnTo>
                    <a:lnTo>
                      <a:pt x="229" y="78"/>
                    </a:lnTo>
                    <a:lnTo>
                      <a:pt x="234" y="73"/>
                    </a:lnTo>
                    <a:lnTo>
                      <a:pt x="237" y="68"/>
                    </a:lnTo>
                    <a:lnTo>
                      <a:pt x="238" y="62"/>
                    </a:lnTo>
                    <a:lnTo>
                      <a:pt x="239" y="58"/>
                    </a:lnTo>
                    <a:lnTo>
                      <a:pt x="239" y="54"/>
                    </a:lnTo>
                    <a:lnTo>
                      <a:pt x="237" y="58"/>
                    </a:lnTo>
                    <a:lnTo>
                      <a:pt x="233" y="63"/>
                    </a:lnTo>
                    <a:lnTo>
                      <a:pt x="228" y="67"/>
                    </a:lnTo>
                    <a:lnTo>
                      <a:pt x="222" y="72"/>
                    </a:lnTo>
                    <a:lnTo>
                      <a:pt x="214" y="75"/>
                    </a:lnTo>
                    <a:lnTo>
                      <a:pt x="206" y="78"/>
                    </a:lnTo>
                    <a:lnTo>
                      <a:pt x="196" y="81"/>
                    </a:lnTo>
                    <a:lnTo>
                      <a:pt x="184" y="83"/>
                    </a:lnTo>
                    <a:lnTo>
                      <a:pt x="178" y="83"/>
                    </a:lnTo>
                    <a:lnTo>
                      <a:pt x="172" y="83"/>
                    </a:lnTo>
                    <a:lnTo>
                      <a:pt x="165" y="81"/>
                    </a:lnTo>
                    <a:lnTo>
                      <a:pt x="157" y="80"/>
                    </a:lnTo>
                    <a:lnTo>
                      <a:pt x="141" y="74"/>
                    </a:lnTo>
                    <a:lnTo>
                      <a:pt x="123" y="65"/>
                    </a:lnTo>
                    <a:lnTo>
                      <a:pt x="106" y="55"/>
                    </a:lnTo>
                    <a:lnTo>
                      <a:pt x="91" y="48"/>
                    </a:lnTo>
                    <a:lnTo>
                      <a:pt x="77" y="43"/>
                    </a:lnTo>
                    <a:lnTo>
                      <a:pt x="65" y="40"/>
                    </a:lnTo>
                    <a:lnTo>
                      <a:pt x="55" y="38"/>
                    </a:lnTo>
                    <a:lnTo>
                      <a:pt x="45" y="35"/>
                    </a:lnTo>
                    <a:lnTo>
                      <a:pt x="36" y="31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6" name="Freeform 117">
                <a:extLst>
                  <a:ext uri="{FF2B5EF4-FFF2-40B4-BE49-F238E27FC236}">
                    <a16:creationId xmlns:a16="http://schemas.microsoft.com/office/drawing/2014/main" id="{590454E5-819F-42AD-AD9B-5ADA08834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576" y="4244975"/>
                <a:ext cx="82550" cy="227013"/>
              </a:xfrm>
              <a:custGeom>
                <a:avLst/>
                <a:gdLst>
                  <a:gd name="T0" fmla="*/ 6 w 261"/>
                  <a:gd name="T1" fmla="*/ 433 h 574"/>
                  <a:gd name="T2" fmla="*/ 10 w 261"/>
                  <a:gd name="T3" fmla="*/ 463 h 574"/>
                  <a:gd name="T4" fmla="*/ 15 w 261"/>
                  <a:gd name="T5" fmla="*/ 484 h 574"/>
                  <a:gd name="T6" fmla="*/ 22 w 261"/>
                  <a:gd name="T7" fmla="*/ 495 h 574"/>
                  <a:gd name="T8" fmla="*/ 30 w 261"/>
                  <a:gd name="T9" fmla="*/ 501 h 574"/>
                  <a:gd name="T10" fmla="*/ 37 w 261"/>
                  <a:gd name="T11" fmla="*/ 513 h 574"/>
                  <a:gd name="T12" fmla="*/ 48 w 261"/>
                  <a:gd name="T13" fmla="*/ 528 h 574"/>
                  <a:gd name="T14" fmla="*/ 58 w 261"/>
                  <a:gd name="T15" fmla="*/ 539 h 574"/>
                  <a:gd name="T16" fmla="*/ 68 w 261"/>
                  <a:gd name="T17" fmla="*/ 547 h 574"/>
                  <a:gd name="T18" fmla="*/ 85 w 261"/>
                  <a:gd name="T19" fmla="*/ 555 h 574"/>
                  <a:gd name="T20" fmla="*/ 112 w 261"/>
                  <a:gd name="T21" fmla="*/ 565 h 574"/>
                  <a:gd name="T22" fmla="*/ 143 w 261"/>
                  <a:gd name="T23" fmla="*/ 572 h 574"/>
                  <a:gd name="T24" fmla="*/ 167 w 261"/>
                  <a:gd name="T25" fmla="*/ 574 h 574"/>
                  <a:gd name="T26" fmla="*/ 182 w 261"/>
                  <a:gd name="T27" fmla="*/ 572 h 574"/>
                  <a:gd name="T28" fmla="*/ 205 w 261"/>
                  <a:gd name="T29" fmla="*/ 564 h 574"/>
                  <a:gd name="T30" fmla="*/ 226 w 261"/>
                  <a:gd name="T31" fmla="*/ 553 h 574"/>
                  <a:gd name="T32" fmla="*/ 240 w 261"/>
                  <a:gd name="T33" fmla="*/ 542 h 574"/>
                  <a:gd name="T34" fmla="*/ 248 w 261"/>
                  <a:gd name="T35" fmla="*/ 530 h 574"/>
                  <a:gd name="T36" fmla="*/ 250 w 261"/>
                  <a:gd name="T37" fmla="*/ 510 h 574"/>
                  <a:gd name="T38" fmla="*/ 250 w 261"/>
                  <a:gd name="T39" fmla="*/ 477 h 574"/>
                  <a:gd name="T40" fmla="*/ 250 w 261"/>
                  <a:gd name="T41" fmla="*/ 439 h 574"/>
                  <a:gd name="T42" fmla="*/ 251 w 261"/>
                  <a:gd name="T43" fmla="*/ 397 h 574"/>
                  <a:gd name="T44" fmla="*/ 252 w 261"/>
                  <a:gd name="T45" fmla="*/ 326 h 574"/>
                  <a:gd name="T46" fmla="*/ 255 w 261"/>
                  <a:gd name="T47" fmla="*/ 256 h 574"/>
                  <a:gd name="T48" fmla="*/ 256 w 261"/>
                  <a:gd name="T49" fmla="*/ 208 h 574"/>
                  <a:gd name="T50" fmla="*/ 257 w 261"/>
                  <a:gd name="T51" fmla="*/ 163 h 574"/>
                  <a:gd name="T52" fmla="*/ 257 w 261"/>
                  <a:gd name="T53" fmla="*/ 129 h 574"/>
                  <a:gd name="T54" fmla="*/ 255 w 261"/>
                  <a:gd name="T55" fmla="*/ 103 h 574"/>
                  <a:gd name="T56" fmla="*/ 255 w 261"/>
                  <a:gd name="T57" fmla="*/ 82 h 574"/>
                  <a:gd name="T58" fmla="*/ 253 w 261"/>
                  <a:gd name="T59" fmla="*/ 66 h 574"/>
                  <a:gd name="T60" fmla="*/ 258 w 261"/>
                  <a:gd name="T61" fmla="*/ 29 h 574"/>
                  <a:gd name="T62" fmla="*/ 261 w 261"/>
                  <a:gd name="T63" fmla="*/ 20 h 574"/>
                  <a:gd name="T64" fmla="*/ 233 w 261"/>
                  <a:gd name="T65" fmla="*/ 9 h 574"/>
                  <a:gd name="T66" fmla="*/ 183 w 261"/>
                  <a:gd name="T67" fmla="*/ 2 h 574"/>
                  <a:gd name="T68" fmla="*/ 151 w 261"/>
                  <a:gd name="T69" fmla="*/ 0 h 574"/>
                  <a:gd name="T70" fmla="*/ 132 w 261"/>
                  <a:gd name="T71" fmla="*/ 2 h 574"/>
                  <a:gd name="T72" fmla="*/ 121 w 261"/>
                  <a:gd name="T73" fmla="*/ 4 h 574"/>
                  <a:gd name="T74" fmla="*/ 120 w 261"/>
                  <a:gd name="T75" fmla="*/ 8 h 574"/>
                  <a:gd name="T76" fmla="*/ 120 w 261"/>
                  <a:gd name="T77" fmla="*/ 8 h 574"/>
                  <a:gd name="T78" fmla="*/ 106 w 261"/>
                  <a:gd name="T79" fmla="*/ 10 h 574"/>
                  <a:gd name="T80" fmla="*/ 68 w 261"/>
                  <a:gd name="T81" fmla="*/ 29 h 574"/>
                  <a:gd name="T82" fmla="*/ 57 w 261"/>
                  <a:gd name="T83" fmla="*/ 37 h 574"/>
                  <a:gd name="T84" fmla="*/ 57 w 261"/>
                  <a:gd name="T85" fmla="*/ 37 h 574"/>
                  <a:gd name="T86" fmla="*/ 51 w 261"/>
                  <a:gd name="T87" fmla="*/ 42 h 574"/>
                  <a:gd name="T88" fmla="*/ 45 w 261"/>
                  <a:gd name="T89" fmla="*/ 52 h 574"/>
                  <a:gd name="T90" fmla="*/ 38 w 261"/>
                  <a:gd name="T91" fmla="*/ 75 h 574"/>
                  <a:gd name="T92" fmla="*/ 33 w 261"/>
                  <a:gd name="T93" fmla="*/ 109 h 574"/>
                  <a:gd name="T94" fmla="*/ 30 w 261"/>
                  <a:gd name="T95" fmla="*/ 158 h 574"/>
                  <a:gd name="T96" fmla="*/ 18 w 261"/>
                  <a:gd name="T97" fmla="*/ 227 h 574"/>
                  <a:gd name="T98" fmla="*/ 6 w 261"/>
                  <a:gd name="T99" fmla="*/ 282 h 574"/>
                  <a:gd name="T100" fmla="*/ 1 w 261"/>
                  <a:gd name="T101" fmla="*/ 319 h 574"/>
                  <a:gd name="T102" fmla="*/ 0 w 261"/>
                  <a:gd name="T103" fmla="*/ 357 h 574"/>
                  <a:gd name="T104" fmla="*/ 2 w 261"/>
                  <a:gd name="T105" fmla="*/ 395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61" h="574">
                    <a:moveTo>
                      <a:pt x="5" y="414"/>
                    </a:moveTo>
                    <a:lnTo>
                      <a:pt x="6" y="433"/>
                    </a:lnTo>
                    <a:lnTo>
                      <a:pt x="7" y="449"/>
                    </a:lnTo>
                    <a:lnTo>
                      <a:pt x="10" y="463"/>
                    </a:lnTo>
                    <a:lnTo>
                      <a:pt x="12" y="474"/>
                    </a:lnTo>
                    <a:lnTo>
                      <a:pt x="15" y="484"/>
                    </a:lnTo>
                    <a:lnTo>
                      <a:pt x="18" y="491"/>
                    </a:lnTo>
                    <a:lnTo>
                      <a:pt x="22" y="495"/>
                    </a:lnTo>
                    <a:lnTo>
                      <a:pt x="27" y="498"/>
                    </a:lnTo>
                    <a:lnTo>
                      <a:pt x="30" y="501"/>
                    </a:lnTo>
                    <a:lnTo>
                      <a:pt x="32" y="505"/>
                    </a:lnTo>
                    <a:lnTo>
                      <a:pt x="37" y="513"/>
                    </a:lnTo>
                    <a:lnTo>
                      <a:pt x="42" y="520"/>
                    </a:lnTo>
                    <a:lnTo>
                      <a:pt x="48" y="528"/>
                    </a:lnTo>
                    <a:lnTo>
                      <a:pt x="55" y="535"/>
                    </a:lnTo>
                    <a:lnTo>
                      <a:pt x="58" y="539"/>
                    </a:lnTo>
                    <a:lnTo>
                      <a:pt x="63" y="543"/>
                    </a:lnTo>
                    <a:lnTo>
                      <a:pt x="68" y="547"/>
                    </a:lnTo>
                    <a:lnTo>
                      <a:pt x="73" y="550"/>
                    </a:lnTo>
                    <a:lnTo>
                      <a:pt x="85" y="555"/>
                    </a:lnTo>
                    <a:lnTo>
                      <a:pt x="97" y="560"/>
                    </a:lnTo>
                    <a:lnTo>
                      <a:pt x="112" y="565"/>
                    </a:lnTo>
                    <a:lnTo>
                      <a:pt x="127" y="569"/>
                    </a:lnTo>
                    <a:lnTo>
                      <a:pt x="143" y="572"/>
                    </a:lnTo>
                    <a:lnTo>
                      <a:pt x="160" y="574"/>
                    </a:lnTo>
                    <a:lnTo>
                      <a:pt x="167" y="574"/>
                    </a:lnTo>
                    <a:lnTo>
                      <a:pt x="175" y="573"/>
                    </a:lnTo>
                    <a:lnTo>
                      <a:pt x="182" y="572"/>
                    </a:lnTo>
                    <a:lnTo>
                      <a:pt x="190" y="569"/>
                    </a:lnTo>
                    <a:lnTo>
                      <a:pt x="205" y="564"/>
                    </a:lnTo>
                    <a:lnTo>
                      <a:pt x="217" y="557"/>
                    </a:lnTo>
                    <a:lnTo>
                      <a:pt x="226" y="553"/>
                    </a:lnTo>
                    <a:lnTo>
                      <a:pt x="233" y="548"/>
                    </a:lnTo>
                    <a:lnTo>
                      <a:pt x="240" y="542"/>
                    </a:lnTo>
                    <a:lnTo>
                      <a:pt x="246" y="536"/>
                    </a:lnTo>
                    <a:lnTo>
                      <a:pt x="248" y="530"/>
                    </a:lnTo>
                    <a:lnTo>
                      <a:pt x="250" y="524"/>
                    </a:lnTo>
                    <a:lnTo>
                      <a:pt x="250" y="510"/>
                    </a:lnTo>
                    <a:lnTo>
                      <a:pt x="250" y="494"/>
                    </a:lnTo>
                    <a:lnTo>
                      <a:pt x="250" y="477"/>
                    </a:lnTo>
                    <a:lnTo>
                      <a:pt x="250" y="459"/>
                    </a:lnTo>
                    <a:lnTo>
                      <a:pt x="250" y="439"/>
                    </a:lnTo>
                    <a:lnTo>
                      <a:pt x="250" y="419"/>
                    </a:lnTo>
                    <a:lnTo>
                      <a:pt x="251" y="397"/>
                    </a:lnTo>
                    <a:lnTo>
                      <a:pt x="251" y="374"/>
                    </a:lnTo>
                    <a:lnTo>
                      <a:pt x="252" y="326"/>
                    </a:lnTo>
                    <a:lnTo>
                      <a:pt x="255" y="287"/>
                    </a:lnTo>
                    <a:lnTo>
                      <a:pt x="255" y="256"/>
                    </a:lnTo>
                    <a:lnTo>
                      <a:pt x="256" y="233"/>
                    </a:lnTo>
                    <a:lnTo>
                      <a:pt x="256" y="208"/>
                    </a:lnTo>
                    <a:lnTo>
                      <a:pt x="257" y="185"/>
                    </a:lnTo>
                    <a:lnTo>
                      <a:pt x="257" y="163"/>
                    </a:lnTo>
                    <a:lnTo>
                      <a:pt x="257" y="141"/>
                    </a:lnTo>
                    <a:lnTo>
                      <a:pt x="257" y="129"/>
                    </a:lnTo>
                    <a:lnTo>
                      <a:pt x="256" y="116"/>
                    </a:lnTo>
                    <a:lnTo>
                      <a:pt x="255" y="103"/>
                    </a:lnTo>
                    <a:lnTo>
                      <a:pt x="255" y="90"/>
                    </a:lnTo>
                    <a:lnTo>
                      <a:pt x="255" y="82"/>
                    </a:lnTo>
                    <a:lnTo>
                      <a:pt x="255" y="74"/>
                    </a:lnTo>
                    <a:lnTo>
                      <a:pt x="253" y="66"/>
                    </a:lnTo>
                    <a:lnTo>
                      <a:pt x="253" y="59"/>
                    </a:lnTo>
                    <a:lnTo>
                      <a:pt x="258" y="29"/>
                    </a:lnTo>
                    <a:lnTo>
                      <a:pt x="260" y="25"/>
                    </a:lnTo>
                    <a:lnTo>
                      <a:pt x="261" y="20"/>
                    </a:lnTo>
                    <a:lnTo>
                      <a:pt x="261" y="14"/>
                    </a:lnTo>
                    <a:lnTo>
                      <a:pt x="233" y="9"/>
                    </a:lnTo>
                    <a:lnTo>
                      <a:pt x="208" y="5"/>
                    </a:lnTo>
                    <a:lnTo>
                      <a:pt x="183" y="2"/>
                    </a:lnTo>
                    <a:lnTo>
                      <a:pt x="161" y="0"/>
                    </a:lnTo>
                    <a:lnTo>
                      <a:pt x="151" y="0"/>
                    </a:lnTo>
                    <a:lnTo>
                      <a:pt x="141" y="1"/>
                    </a:lnTo>
                    <a:lnTo>
                      <a:pt x="132" y="2"/>
                    </a:lnTo>
                    <a:lnTo>
                      <a:pt x="122" y="4"/>
                    </a:lnTo>
                    <a:lnTo>
                      <a:pt x="121" y="4"/>
                    </a:lnTo>
                    <a:lnTo>
                      <a:pt x="121" y="4"/>
                    </a:lnTo>
                    <a:lnTo>
                      <a:pt x="120" y="8"/>
                    </a:lnTo>
                    <a:lnTo>
                      <a:pt x="120" y="9"/>
                    </a:lnTo>
                    <a:lnTo>
                      <a:pt x="120" y="8"/>
                    </a:lnTo>
                    <a:lnTo>
                      <a:pt x="121" y="4"/>
                    </a:lnTo>
                    <a:lnTo>
                      <a:pt x="106" y="10"/>
                    </a:lnTo>
                    <a:lnTo>
                      <a:pt x="86" y="19"/>
                    </a:lnTo>
                    <a:lnTo>
                      <a:pt x="68" y="29"/>
                    </a:lnTo>
                    <a:lnTo>
                      <a:pt x="57" y="36"/>
                    </a:lnTo>
                    <a:lnTo>
                      <a:pt x="57" y="37"/>
                    </a:lnTo>
                    <a:lnTo>
                      <a:pt x="57" y="38"/>
                    </a:lnTo>
                    <a:lnTo>
                      <a:pt x="57" y="37"/>
                    </a:lnTo>
                    <a:lnTo>
                      <a:pt x="57" y="36"/>
                    </a:lnTo>
                    <a:lnTo>
                      <a:pt x="51" y="42"/>
                    </a:lnTo>
                    <a:lnTo>
                      <a:pt x="47" y="47"/>
                    </a:lnTo>
                    <a:lnTo>
                      <a:pt x="45" y="52"/>
                    </a:lnTo>
                    <a:lnTo>
                      <a:pt x="40" y="59"/>
                    </a:lnTo>
                    <a:lnTo>
                      <a:pt x="38" y="75"/>
                    </a:lnTo>
                    <a:lnTo>
                      <a:pt x="36" y="93"/>
                    </a:lnTo>
                    <a:lnTo>
                      <a:pt x="33" y="109"/>
                    </a:lnTo>
                    <a:lnTo>
                      <a:pt x="31" y="124"/>
                    </a:lnTo>
                    <a:lnTo>
                      <a:pt x="30" y="158"/>
                    </a:lnTo>
                    <a:lnTo>
                      <a:pt x="25" y="192"/>
                    </a:lnTo>
                    <a:lnTo>
                      <a:pt x="18" y="227"/>
                    </a:lnTo>
                    <a:lnTo>
                      <a:pt x="11" y="263"/>
                    </a:lnTo>
                    <a:lnTo>
                      <a:pt x="6" y="282"/>
                    </a:lnTo>
                    <a:lnTo>
                      <a:pt x="3" y="300"/>
                    </a:lnTo>
                    <a:lnTo>
                      <a:pt x="1" y="319"/>
                    </a:lnTo>
                    <a:lnTo>
                      <a:pt x="0" y="338"/>
                    </a:lnTo>
                    <a:lnTo>
                      <a:pt x="0" y="357"/>
                    </a:lnTo>
                    <a:lnTo>
                      <a:pt x="0" y="376"/>
                    </a:lnTo>
                    <a:lnTo>
                      <a:pt x="2" y="395"/>
                    </a:lnTo>
                    <a:lnTo>
                      <a:pt x="5" y="41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7" name="Freeform 118">
                <a:extLst>
                  <a:ext uri="{FF2B5EF4-FFF2-40B4-BE49-F238E27FC236}">
                    <a16:creationId xmlns:a16="http://schemas.microsoft.com/office/drawing/2014/main" id="{0F5A1C22-D172-41F9-B9E5-3A25ED09A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5538" y="4249738"/>
                <a:ext cx="85725" cy="177800"/>
              </a:xfrm>
              <a:custGeom>
                <a:avLst/>
                <a:gdLst>
                  <a:gd name="T0" fmla="*/ 5 w 271"/>
                  <a:gd name="T1" fmla="*/ 14 h 447"/>
                  <a:gd name="T2" fmla="*/ 6 w 271"/>
                  <a:gd name="T3" fmla="*/ 5 h 447"/>
                  <a:gd name="T4" fmla="*/ 14 w 271"/>
                  <a:gd name="T5" fmla="*/ 1 h 447"/>
                  <a:gd name="T6" fmla="*/ 32 w 271"/>
                  <a:gd name="T7" fmla="*/ 4 h 447"/>
                  <a:gd name="T8" fmla="*/ 66 w 271"/>
                  <a:gd name="T9" fmla="*/ 9 h 447"/>
                  <a:gd name="T10" fmla="*/ 107 w 271"/>
                  <a:gd name="T11" fmla="*/ 14 h 447"/>
                  <a:gd name="T12" fmla="*/ 130 w 271"/>
                  <a:gd name="T13" fmla="*/ 16 h 447"/>
                  <a:gd name="T14" fmla="*/ 150 w 271"/>
                  <a:gd name="T15" fmla="*/ 17 h 447"/>
                  <a:gd name="T16" fmla="*/ 190 w 271"/>
                  <a:gd name="T17" fmla="*/ 17 h 447"/>
                  <a:gd name="T18" fmla="*/ 212 w 271"/>
                  <a:gd name="T19" fmla="*/ 25 h 447"/>
                  <a:gd name="T20" fmla="*/ 213 w 271"/>
                  <a:gd name="T21" fmla="*/ 32 h 447"/>
                  <a:gd name="T22" fmla="*/ 220 w 271"/>
                  <a:gd name="T23" fmla="*/ 57 h 447"/>
                  <a:gd name="T24" fmla="*/ 232 w 271"/>
                  <a:gd name="T25" fmla="*/ 101 h 447"/>
                  <a:gd name="T26" fmla="*/ 247 w 271"/>
                  <a:gd name="T27" fmla="*/ 160 h 447"/>
                  <a:gd name="T28" fmla="*/ 262 w 271"/>
                  <a:gd name="T29" fmla="*/ 217 h 447"/>
                  <a:gd name="T30" fmla="*/ 270 w 271"/>
                  <a:gd name="T31" fmla="*/ 269 h 447"/>
                  <a:gd name="T32" fmla="*/ 271 w 271"/>
                  <a:gd name="T33" fmla="*/ 321 h 447"/>
                  <a:gd name="T34" fmla="*/ 268 w 271"/>
                  <a:gd name="T35" fmla="*/ 349 h 447"/>
                  <a:gd name="T36" fmla="*/ 265 w 271"/>
                  <a:gd name="T37" fmla="*/ 360 h 447"/>
                  <a:gd name="T38" fmla="*/ 257 w 271"/>
                  <a:gd name="T39" fmla="*/ 371 h 447"/>
                  <a:gd name="T40" fmla="*/ 246 w 271"/>
                  <a:gd name="T41" fmla="*/ 396 h 447"/>
                  <a:gd name="T42" fmla="*/ 240 w 271"/>
                  <a:gd name="T43" fmla="*/ 415 h 447"/>
                  <a:gd name="T44" fmla="*/ 233 w 271"/>
                  <a:gd name="T45" fmla="*/ 425 h 447"/>
                  <a:gd name="T46" fmla="*/ 221 w 271"/>
                  <a:gd name="T47" fmla="*/ 437 h 447"/>
                  <a:gd name="T48" fmla="*/ 206 w 271"/>
                  <a:gd name="T49" fmla="*/ 444 h 447"/>
                  <a:gd name="T50" fmla="*/ 191 w 271"/>
                  <a:gd name="T51" fmla="*/ 447 h 447"/>
                  <a:gd name="T52" fmla="*/ 169 w 271"/>
                  <a:gd name="T53" fmla="*/ 446 h 447"/>
                  <a:gd name="T54" fmla="*/ 144 w 271"/>
                  <a:gd name="T55" fmla="*/ 443 h 447"/>
                  <a:gd name="T56" fmla="*/ 127 w 271"/>
                  <a:gd name="T57" fmla="*/ 441 h 447"/>
                  <a:gd name="T58" fmla="*/ 117 w 271"/>
                  <a:gd name="T59" fmla="*/ 438 h 447"/>
                  <a:gd name="T60" fmla="*/ 101 w 271"/>
                  <a:gd name="T61" fmla="*/ 427 h 447"/>
                  <a:gd name="T62" fmla="*/ 79 w 271"/>
                  <a:gd name="T63" fmla="*/ 406 h 447"/>
                  <a:gd name="T64" fmla="*/ 64 w 271"/>
                  <a:gd name="T65" fmla="*/ 393 h 447"/>
                  <a:gd name="T66" fmla="*/ 55 w 271"/>
                  <a:gd name="T67" fmla="*/ 385 h 447"/>
                  <a:gd name="T68" fmla="*/ 42 w 271"/>
                  <a:gd name="T69" fmla="*/ 368 h 447"/>
                  <a:gd name="T70" fmla="*/ 30 w 271"/>
                  <a:gd name="T71" fmla="*/ 336 h 447"/>
                  <a:gd name="T72" fmla="*/ 20 w 271"/>
                  <a:gd name="T73" fmla="*/ 305 h 447"/>
                  <a:gd name="T74" fmla="*/ 14 w 271"/>
                  <a:gd name="T75" fmla="*/ 272 h 447"/>
                  <a:gd name="T76" fmla="*/ 9 w 271"/>
                  <a:gd name="T77" fmla="*/ 225 h 447"/>
                  <a:gd name="T78" fmla="*/ 4 w 271"/>
                  <a:gd name="T79" fmla="*/ 163 h 447"/>
                  <a:gd name="T80" fmla="*/ 1 w 271"/>
                  <a:gd name="T81" fmla="*/ 113 h 447"/>
                  <a:gd name="T82" fmla="*/ 1 w 271"/>
                  <a:gd name="T83" fmla="*/ 87 h 447"/>
                  <a:gd name="T84" fmla="*/ 1 w 271"/>
                  <a:gd name="T85" fmla="*/ 67 h 447"/>
                  <a:gd name="T86" fmla="*/ 0 w 271"/>
                  <a:gd name="T87" fmla="*/ 51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71" h="447">
                    <a:moveTo>
                      <a:pt x="0" y="44"/>
                    </a:moveTo>
                    <a:lnTo>
                      <a:pt x="5" y="14"/>
                    </a:lnTo>
                    <a:lnTo>
                      <a:pt x="6" y="11"/>
                    </a:lnTo>
                    <a:lnTo>
                      <a:pt x="6" y="5"/>
                    </a:lnTo>
                    <a:lnTo>
                      <a:pt x="7" y="0"/>
                    </a:lnTo>
                    <a:lnTo>
                      <a:pt x="14" y="1"/>
                    </a:lnTo>
                    <a:lnTo>
                      <a:pt x="20" y="2"/>
                    </a:lnTo>
                    <a:lnTo>
                      <a:pt x="32" y="4"/>
                    </a:lnTo>
                    <a:lnTo>
                      <a:pt x="46" y="6"/>
                    </a:lnTo>
                    <a:lnTo>
                      <a:pt x="66" y="9"/>
                    </a:lnTo>
                    <a:lnTo>
                      <a:pt x="86" y="12"/>
                    </a:lnTo>
                    <a:lnTo>
                      <a:pt x="107" y="14"/>
                    </a:lnTo>
                    <a:lnTo>
                      <a:pt x="129" y="16"/>
                    </a:lnTo>
                    <a:lnTo>
                      <a:pt x="130" y="16"/>
                    </a:lnTo>
                    <a:lnTo>
                      <a:pt x="131" y="16"/>
                    </a:lnTo>
                    <a:lnTo>
                      <a:pt x="150" y="17"/>
                    </a:lnTo>
                    <a:lnTo>
                      <a:pt x="170" y="17"/>
                    </a:lnTo>
                    <a:lnTo>
                      <a:pt x="190" y="17"/>
                    </a:lnTo>
                    <a:lnTo>
                      <a:pt x="210" y="16"/>
                    </a:lnTo>
                    <a:lnTo>
                      <a:pt x="212" y="25"/>
                    </a:lnTo>
                    <a:lnTo>
                      <a:pt x="212" y="28"/>
                    </a:lnTo>
                    <a:lnTo>
                      <a:pt x="213" y="32"/>
                    </a:lnTo>
                    <a:lnTo>
                      <a:pt x="216" y="42"/>
                    </a:lnTo>
                    <a:lnTo>
                      <a:pt x="220" y="57"/>
                    </a:lnTo>
                    <a:lnTo>
                      <a:pt x="225" y="77"/>
                    </a:lnTo>
                    <a:lnTo>
                      <a:pt x="232" y="101"/>
                    </a:lnTo>
                    <a:lnTo>
                      <a:pt x="240" y="129"/>
                    </a:lnTo>
                    <a:lnTo>
                      <a:pt x="247" y="160"/>
                    </a:lnTo>
                    <a:lnTo>
                      <a:pt x="257" y="193"/>
                    </a:lnTo>
                    <a:lnTo>
                      <a:pt x="262" y="217"/>
                    </a:lnTo>
                    <a:lnTo>
                      <a:pt x="267" y="242"/>
                    </a:lnTo>
                    <a:lnTo>
                      <a:pt x="270" y="269"/>
                    </a:lnTo>
                    <a:lnTo>
                      <a:pt x="271" y="296"/>
                    </a:lnTo>
                    <a:lnTo>
                      <a:pt x="271" y="321"/>
                    </a:lnTo>
                    <a:lnTo>
                      <a:pt x="270" y="341"/>
                    </a:lnTo>
                    <a:lnTo>
                      <a:pt x="268" y="349"/>
                    </a:lnTo>
                    <a:lnTo>
                      <a:pt x="267" y="355"/>
                    </a:lnTo>
                    <a:lnTo>
                      <a:pt x="265" y="360"/>
                    </a:lnTo>
                    <a:lnTo>
                      <a:pt x="262" y="364"/>
                    </a:lnTo>
                    <a:lnTo>
                      <a:pt x="257" y="371"/>
                    </a:lnTo>
                    <a:lnTo>
                      <a:pt x="252" y="382"/>
                    </a:lnTo>
                    <a:lnTo>
                      <a:pt x="246" y="396"/>
                    </a:lnTo>
                    <a:lnTo>
                      <a:pt x="240" y="413"/>
                    </a:lnTo>
                    <a:lnTo>
                      <a:pt x="240" y="415"/>
                    </a:lnTo>
                    <a:lnTo>
                      <a:pt x="238" y="417"/>
                    </a:lnTo>
                    <a:lnTo>
                      <a:pt x="233" y="425"/>
                    </a:lnTo>
                    <a:lnTo>
                      <a:pt x="228" y="431"/>
                    </a:lnTo>
                    <a:lnTo>
                      <a:pt x="221" y="437"/>
                    </a:lnTo>
                    <a:lnTo>
                      <a:pt x="213" y="442"/>
                    </a:lnTo>
                    <a:lnTo>
                      <a:pt x="206" y="444"/>
                    </a:lnTo>
                    <a:lnTo>
                      <a:pt x="198" y="446"/>
                    </a:lnTo>
                    <a:lnTo>
                      <a:pt x="191" y="447"/>
                    </a:lnTo>
                    <a:lnTo>
                      <a:pt x="183" y="447"/>
                    </a:lnTo>
                    <a:lnTo>
                      <a:pt x="169" y="446"/>
                    </a:lnTo>
                    <a:lnTo>
                      <a:pt x="154" y="444"/>
                    </a:lnTo>
                    <a:lnTo>
                      <a:pt x="144" y="443"/>
                    </a:lnTo>
                    <a:lnTo>
                      <a:pt x="132" y="442"/>
                    </a:lnTo>
                    <a:lnTo>
                      <a:pt x="127" y="441"/>
                    </a:lnTo>
                    <a:lnTo>
                      <a:pt x="122" y="440"/>
                    </a:lnTo>
                    <a:lnTo>
                      <a:pt x="117" y="438"/>
                    </a:lnTo>
                    <a:lnTo>
                      <a:pt x="114" y="436"/>
                    </a:lnTo>
                    <a:lnTo>
                      <a:pt x="101" y="427"/>
                    </a:lnTo>
                    <a:lnTo>
                      <a:pt x="90" y="416"/>
                    </a:lnTo>
                    <a:lnTo>
                      <a:pt x="79" y="406"/>
                    </a:lnTo>
                    <a:lnTo>
                      <a:pt x="67" y="396"/>
                    </a:lnTo>
                    <a:lnTo>
                      <a:pt x="64" y="393"/>
                    </a:lnTo>
                    <a:lnTo>
                      <a:pt x="60" y="390"/>
                    </a:lnTo>
                    <a:lnTo>
                      <a:pt x="55" y="385"/>
                    </a:lnTo>
                    <a:lnTo>
                      <a:pt x="49" y="380"/>
                    </a:lnTo>
                    <a:lnTo>
                      <a:pt x="42" y="368"/>
                    </a:lnTo>
                    <a:lnTo>
                      <a:pt x="36" y="353"/>
                    </a:lnTo>
                    <a:lnTo>
                      <a:pt x="30" y="336"/>
                    </a:lnTo>
                    <a:lnTo>
                      <a:pt x="22" y="316"/>
                    </a:lnTo>
                    <a:lnTo>
                      <a:pt x="20" y="305"/>
                    </a:lnTo>
                    <a:lnTo>
                      <a:pt x="17" y="290"/>
                    </a:lnTo>
                    <a:lnTo>
                      <a:pt x="14" y="272"/>
                    </a:lnTo>
                    <a:lnTo>
                      <a:pt x="11" y="250"/>
                    </a:lnTo>
                    <a:lnTo>
                      <a:pt x="9" y="225"/>
                    </a:lnTo>
                    <a:lnTo>
                      <a:pt x="6" y="195"/>
                    </a:lnTo>
                    <a:lnTo>
                      <a:pt x="4" y="163"/>
                    </a:lnTo>
                    <a:lnTo>
                      <a:pt x="1" y="126"/>
                    </a:lnTo>
                    <a:lnTo>
                      <a:pt x="1" y="113"/>
                    </a:lnTo>
                    <a:lnTo>
                      <a:pt x="1" y="100"/>
                    </a:lnTo>
                    <a:lnTo>
                      <a:pt x="1" y="87"/>
                    </a:lnTo>
                    <a:lnTo>
                      <a:pt x="1" y="75"/>
                    </a:lnTo>
                    <a:lnTo>
                      <a:pt x="1" y="67"/>
                    </a:lnTo>
                    <a:lnTo>
                      <a:pt x="0" y="59"/>
                    </a:lnTo>
                    <a:lnTo>
                      <a:pt x="0" y="51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8" name="Freeform 119">
                <a:extLst>
                  <a:ext uri="{FF2B5EF4-FFF2-40B4-BE49-F238E27FC236}">
                    <a16:creationId xmlns:a16="http://schemas.microsoft.com/office/drawing/2014/main" id="{647CB277-2988-4DF0-949F-E46A6AD4B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1663" y="4008438"/>
                <a:ext cx="11113" cy="153988"/>
              </a:xfrm>
              <a:custGeom>
                <a:avLst/>
                <a:gdLst>
                  <a:gd name="T0" fmla="*/ 1 w 36"/>
                  <a:gd name="T1" fmla="*/ 0 h 391"/>
                  <a:gd name="T2" fmla="*/ 0 w 36"/>
                  <a:gd name="T3" fmla="*/ 293 h 391"/>
                  <a:gd name="T4" fmla="*/ 0 w 36"/>
                  <a:gd name="T5" fmla="*/ 305 h 391"/>
                  <a:gd name="T6" fmla="*/ 2 w 36"/>
                  <a:gd name="T7" fmla="*/ 317 h 391"/>
                  <a:gd name="T8" fmla="*/ 5 w 36"/>
                  <a:gd name="T9" fmla="*/ 329 h 391"/>
                  <a:gd name="T10" fmla="*/ 8 w 36"/>
                  <a:gd name="T11" fmla="*/ 341 h 391"/>
                  <a:gd name="T12" fmla="*/ 13 w 36"/>
                  <a:gd name="T13" fmla="*/ 354 h 391"/>
                  <a:gd name="T14" fmla="*/ 20 w 36"/>
                  <a:gd name="T15" fmla="*/ 366 h 391"/>
                  <a:gd name="T16" fmla="*/ 26 w 36"/>
                  <a:gd name="T17" fmla="*/ 379 h 391"/>
                  <a:gd name="T18" fmla="*/ 35 w 36"/>
                  <a:gd name="T19" fmla="*/ 391 h 391"/>
                  <a:gd name="T20" fmla="*/ 36 w 36"/>
                  <a:gd name="T21" fmla="*/ 99 h 391"/>
                  <a:gd name="T22" fmla="*/ 27 w 36"/>
                  <a:gd name="T23" fmla="*/ 86 h 391"/>
                  <a:gd name="T24" fmla="*/ 20 w 36"/>
                  <a:gd name="T25" fmla="*/ 73 h 391"/>
                  <a:gd name="T26" fmla="*/ 15 w 36"/>
                  <a:gd name="T27" fmla="*/ 61 h 391"/>
                  <a:gd name="T28" fmla="*/ 10 w 36"/>
                  <a:gd name="T29" fmla="*/ 49 h 391"/>
                  <a:gd name="T30" fmla="*/ 6 w 36"/>
                  <a:gd name="T31" fmla="*/ 36 h 391"/>
                  <a:gd name="T32" fmla="*/ 2 w 36"/>
                  <a:gd name="T33" fmla="*/ 24 h 391"/>
                  <a:gd name="T34" fmla="*/ 1 w 36"/>
                  <a:gd name="T35" fmla="*/ 12 h 391"/>
                  <a:gd name="T36" fmla="*/ 1 w 36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1">
                    <a:moveTo>
                      <a:pt x="1" y="0"/>
                    </a:moveTo>
                    <a:lnTo>
                      <a:pt x="0" y="293"/>
                    </a:lnTo>
                    <a:lnTo>
                      <a:pt x="0" y="305"/>
                    </a:lnTo>
                    <a:lnTo>
                      <a:pt x="2" y="317"/>
                    </a:lnTo>
                    <a:lnTo>
                      <a:pt x="5" y="329"/>
                    </a:lnTo>
                    <a:lnTo>
                      <a:pt x="8" y="341"/>
                    </a:lnTo>
                    <a:lnTo>
                      <a:pt x="13" y="354"/>
                    </a:lnTo>
                    <a:lnTo>
                      <a:pt x="20" y="366"/>
                    </a:lnTo>
                    <a:lnTo>
                      <a:pt x="26" y="379"/>
                    </a:lnTo>
                    <a:lnTo>
                      <a:pt x="35" y="391"/>
                    </a:lnTo>
                    <a:lnTo>
                      <a:pt x="36" y="99"/>
                    </a:lnTo>
                    <a:lnTo>
                      <a:pt x="27" y="86"/>
                    </a:lnTo>
                    <a:lnTo>
                      <a:pt x="20" y="73"/>
                    </a:lnTo>
                    <a:lnTo>
                      <a:pt x="15" y="61"/>
                    </a:lnTo>
                    <a:lnTo>
                      <a:pt x="10" y="49"/>
                    </a:lnTo>
                    <a:lnTo>
                      <a:pt x="6" y="36"/>
                    </a:lnTo>
                    <a:lnTo>
                      <a:pt x="2" y="24"/>
                    </a:lnTo>
                    <a:lnTo>
                      <a:pt x="1" y="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64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9" name="Freeform 120">
                <a:extLst>
                  <a:ext uri="{FF2B5EF4-FFF2-40B4-BE49-F238E27FC236}">
                    <a16:creationId xmlns:a16="http://schemas.microsoft.com/office/drawing/2014/main" id="{42D74985-48C9-4BFF-ADA8-BABDE9FC4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2038" y="4049713"/>
                <a:ext cx="60325" cy="150813"/>
              </a:xfrm>
              <a:custGeom>
                <a:avLst/>
                <a:gdLst>
                  <a:gd name="T0" fmla="*/ 1 w 193"/>
                  <a:gd name="T1" fmla="*/ 0 h 381"/>
                  <a:gd name="T2" fmla="*/ 0 w 193"/>
                  <a:gd name="T3" fmla="*/ 292 h 381"/>
                  <a:gd name="T4" fmla="*/ 192 w 193"/>
                  <a:gd name="T5" fmla="*/ 381 h 381"/>
                  <a:gd name="T6" fmla="*/ 193 w 193"/>
                  <a:gd name="T7" fmla="*/ 88 h 381"/>
                  <a:gd name="T8" fmla="*/ 1 w 193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1">
                    <a:moveTo>
                      <a:pt x="1" y="0"/>
                    </a:moveTo>
                    <a:lnTo>
                      <a:pt x="0" y="292"/>
                    </a:lnTo>
                    <a:lnTo>
                      <a:pt x="192" y="381"/>
                    </a:lnTo>
                    <a:lnTo>
                      <a:pt x="193" y="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0" name="Freeform 121">
                <a:extLst>
                  <a:ext uri="{FF2B5EF4-FFF2-40B4-BE49-F238E27FC236}">
                    <a16:creationId xmlns:a16="http://schemas.microsoft.com/office/drawing/2014/main" id="{1214D33A-0628-407A-B670-D0F3E9BA3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4078288"/>
                <a:ext cx="195263" cy="192088"/>
              </a:xfrm>
              <a:custGeom>
                <a:avLst/>
                <a:gdLst>
                  <a:gd name="T0" fmla="*/ 481 w 617"/>
                  <a:gd name="T1" fmla="*/ 41 h 482"/>
                  <a:gd name="T2" fmla="*/ 456 w 617"/>
                  <a:gd name="T3" fmla="*/ 32 h 482"/>
                  <a:gd name="T4" fmla="*/ 434 w 617"/>
                  <a:gd name="T5" fmla="*/ 25 h 482"/>
                  <a:gd name="T6" fmla="*/ 409 w 617"/>
                  <a:gd name="T7" fmla="*/ 19 h 482"/>
                  <a:gd name="T8" fmla="*/ 396 w 617"/>
                  <a:gd name="T9" fmla="*/ 17 h 482"/>
                  <a:gd name="T10" fmla="*/ 361 w 617"/>
                  <a:gd name="T11" fmla="*/ 10 h 482"/>
                  <a:gd name="T12" fmla="*/ 339 w 617"/>
                  <a:gd name="T13" fmla="*/ 7 h 482"/>
                  <a:gd name="T14" fmla="*/ 317 w 617"/>
                  <a:gd name="T15" fmla="*/ 4 h 482"/>
                  <a:gd name="T16" fmla="*/ 284 w 617"/>
                  <a:gd name="T17" fmla="*/ 2 h 482"/>
                  <a:gd name="T18" fmla="*/ 281 w 617"/>
                  <a:gd name="T19" fmla="*/ 2 h 482"/>
                  <a:gd name="T20" fmla="*/ 257 w 617"/>
                  <a:gd name="T21" fmla="*/ 0 h 482"/>
                  <a:gd name="T22" fmla="*/ 229 w 617"/>
                  <a:gd name="T23" fmla="*/ 0 h 482"/>
                  <a:gd name="T24" fmla="*/ 200 w 617"/>
                  <a:gd name="T25" fmla="*/ 0 h 482"/>
                  <a:gd name="T26" fmla="*/ 169 w 617"/>
                  <a:gd name="T27" fmla="*/ 0 h 482"/>
                  <a:gd name="T28" fmla="*/ 124 w 617"/>
                  <a:gd name="T29" fmla="*/ 3 h 482"/>
                  <a:gd name="T30" fmla="*/ 98 w 617"/>
                  <a:gd name="T31" fmla="*/ 4 h 482"/>
                  <a:gd name="T32" fmla="*/ 54 w 617"/>
                  <a:gd name="T33" fmla="*/ 9 h 482"/>
                  <a:gd name="T34" fmla="*/ 11 w 617"/>
                  <a:gd name="T35" fmla="*/ 14 h 482"/>
                  <a:gd name="T36" fmla="*/ 1 w 617"/>
                  <a:gd name="T37" fmla="*/ 15 h 482"/>
                  <a:gd name="T38" fmla="*/ 15 w 617"/>
                  <a:gd name="T39" fmla="*/ 306 h 482"/>
                  <a:gd name="T40" fmla="*/ 73 w 617"/>
                  <a:gd name="T41" fmla="*/ 300 h 482"/>
                  <a:gd name="T42" fmla="*/ 124 w 617"/>
                  <a:gd name="T43" fmla="*/ 295 h 482"/>
                  <a:gd name="T44" fmla="*/ 170 w 617"/>
                  <a:gd name="T45" fmla="*/ 293 h 482"/>
                  <a:gd name="T46" fmla="*/ 199 w 617"/>
                  <a:gd name="T47" fmla="*/ 292 h 482"/>
                  <a:gd name="T48" fmla="*/ 236 w 617"/>
                  <a:gd name="T49" fmla="*/ 293 h 482"/>
                  <a:gd name="T50" fmla="*/ 277 w 617"/>
                  <a:gd name="T51" fmla="*/ 294 h 482"/>
                  <a:gd name="T52" fmla="*/ 296 w 617"/>
                  <a:gd name="T53" fmla="*/ 295 h 482"/>
                  <a:gd name="T54" fmla="*/ 339 w 617"/>
                  <a:gd name="T55" fmla="*/ 300 h 482"/>
                  <a:gd name="T56" fmla="*/ 364 w 617"/>
                  <a:gd name="T57" fmla="*/ 303 h 482"/>
                  <a:gd name="T58" fmla="*/ 395 w 617"/>
                  <a:gd name="T59" fmla="*/ 309 h 482"/>
                  <a:gd name="T60" fmla="*/ 419 w 617"/>
                  <a:gd name="T61" fmla="*/ 314 h 482"/>
                  <a:gd name="T62" fmla="*/ 455 w 617"/>
                  <a:gd name="T63" fmla="*/ 325 h 482"/>
                  <a:gd name="T64" fmla="*/ 492 w 617"/>
                  <a:gd name="T65" fmla="*/ 338 h 482"/>
                  <a:gd name="T66" fmla="*/ 531 w 617"/>
                  <a:gd name="T67" fmla="*/ 357 h 482"/>
                  <a:gd name="T68" fmla="*/ 564 w 617"/>
                  <a:gd name="T69" fmla="*/ 380 h 482"/>
                  <a:gd name="T70" fmla="*/ 589 w 617"/>
                  <a:gd name="T71" fmla="*/ 405 h 482"/>
                  <a:gd name="T72" fmla="*/ 606 w 617"/>
                  <a:gd name="T73" fmla="*/ 432 h 482"/>
                  <a:gd name="T74" fmla="*/ 615 w 617"/>
                  <a:gd name="T75" fmla="*/ 461 h 482"/>
                  <a:gd name="T76" fmla="*/ 617 w 617"/>
                  <a:gd name="T77" fmla="*/ 189 h 482"/>
                  <a:gd name="T78" fmla="*/ 614 w 617"/>
                  <a:gd name="T79" fmla="*/ 159 h 482"/>
                  <a:gd name="T80" fmla="*/ 602 w 617"/>
                  <a:gd name="T81" fmla="*/ 130 h 482"/>
                  <a:gd name="T82" fmla="*/ 582 w 617"/>
                  <a:gd name="T83" fmla="*/ 104 h 482"/>
                  <a:gd name="T84" fmla="*/ 555 w 617"/>
                  <a:gd name="T85" fmla="*/ 79 h 482"/>
                  <a:gd name="T86" fmla="*/ 519 w 617"/>
                  <a:gd name="T87" fmla="*/ 5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17" h="482">
                    <a:moveTo>
                      <a:pt x="505" y="51"/>
                    </a:moveTo>
                    <a:lnTo>
                      <a:pt x="494" y="45"/>
                    </a:lnTo>
                    <a:lnTo>
                      <a:pt x="481" y="41"/>
                    </a:lnTo>
                    <a:lnTo>
                      <a:pt x="469" y="36"/>
                    </a:lnTo>
                    <a:lnTo>
                      <a:pt x="456" y="32"/>
                    </a:lnTo>
                    <a:lnTo>
                      <a:pt x="456" y="32"/>
                    </a:lnTo>
                    <a:lnTo>
                      <a:pt x="455" y="31"/>
                    </a:lnTo>
                    <a:lnTo>
                      <a:pt x="444" y="28"/>
                    </a:lnTo>
                    <a:lnTo>
                      <a:pt x="434" y="25"/>
                    </a:lnTo>
                    <a:lnTo>
                      <a:pt x="422" y="22"/>
                    </a:lnTo>
                    <a:lnTo>
                      <a:pt x="411" y="19"/>
                    </a:lnTo>
                    <a:lnTo>
                      <a:pt x="409" y="19"/>
                    </a:lnTo>
                    <a:lnTo>
                      <a:pt x="406" y="19"/>
                    </a:lnTo>
                    <a:lnTo>
                      <a:pt x="401" y="18"/>
                    </a:lnTo>
                    <a:lnTo>
                      <a:pt x="396" y="17"/>
                    </a:lnTo>
                    <a:lnTo>
                      <a:pt x="384" y="14"/>
                    </a:lnTo>
                    <a:lnTo>
                      <a:pt x="370" y="11"/>
                    </a:lnTo>
                    <a:lnTo>
                      <a:pt x="361" y="10"/>
                    </a:lnTo>
                    <a:lnTo>
                      <a:pt x="354" y="9"/>
                    </a:lnTo>
                    <a:lnTo>
                      <a:pt x="346" y="8"/>
                    </a:lnTo>
                    <a:lnTo>
                      <a:pt x="339" y="7"/>
                    </a:lnTo>
                    <a:lnTo>
                      <a:pt x="334" y="6"/>
                    </a:lnTo>
                    <a:lnTo>
                      <a:pt x="329" y="6"/>
                    </a:lnTo>
                    <a:lnTo>
                      <a:pt x="317" y="4"/>
                    </a:lnTo>
                    <a:lnTo>
                      <a:pt x="306" y="3"/>
                    </a:lnTo>
                    <a:lnTo>
                      <a:pt x="295" y="2"/>
                    </a:lnTo>
                    <a:lnTo>
                      <a:pt x="284" y="2"/>
                    </a:lnTo>
                    <a:lnTo>
                      <a:pt x="284" y="2"/>
                    </a:lnTo>
                    <a:lnTo>
                      <a:pt x="284" y="2"/>
                    </a:lnTo>
                    <a:lnTo>
                      <a:pt x="281" y="2"/>
                    </a:lnTo>
                    <a:lnTo>
                      <a:pt x="279" y="1"/>
                    </a:lnTo>
                    <a:lnTo>
                      <a:pt x="269" y="1"/>
                    </a:lnTo>
                    <a:lnTo>
                      <a:pt x="257" y="0"/>
                    </a:lnTo>
                    <a:lnTo>
                      <a:pt x="245" y="0"/>
                    </a:lnTo>
                    <a:lnTo>
                      <a:pt x="234" y="0"/>
                    </a:lnTo>
                    <a:lnTo>
                      <a:pt x="229" y="0"/>
                    </a:lnTo>
                    <a:lnTo>
                      <a:pt x="224" y="0"/>
                    </a:lnTo>
                    <a:lnTo>
                      <a:pt x="212" y="0"/>
                    </a:lnTo>
                    <a:lnTo>
                      <a:pt x="200" y="0"/>
                    </a:lnTo>
                    <a:lnTo>
                      <a:pt x="187" y="0"/>
                    </a:lnTo>
                    <a:lnTo>
                      <a:pt x="176" y="0"/>
                    </a:lnTo>
                    <a:lnTo>
                      <a:pt x="169" y="0"/>
                    </a:lnTo>
                    <a:lnTo>
                      <a:pt x="161" y="1"/>
                    </a:lnTo>
                    <a:lnTo>
                      <a:pt x="143" y="1"/>
                    </a:lnTo>
                    <a:lnTo>
                      <a:pt x="124" y="3"/>
                    </a:lnTo>
                    <a:lnTo>
                      <a:pt x="114" y="3"/>
                    </a:lnTo>
                    <a:lnTo>
                      <a:pt x="104" y="4"/>
                    </a:lnTo>
                    <a:lnTo>
                      <a:pt x="98" y="4"/>
                    </a:lnTo>
                    <a:lnTo>
                      <a:pt x="93" y="5"/>
                    </a:lnTo>
                    <a:lnTo>
                      <a:pt x="74" y="7"/>
                    </a:lnTo>
                    <a:lnTo>
                      <a:pt x="54" y="9"/>
                    </a:lnTo>
                    <a:lnTo>
                      <a:pt x="35" y="11"/>
                    </a:lnTo>
                    <a:lnTo>
                      <a:pt x="16" y="13"/>
                    </a:lnTo>
                    <a:lnTo>
                      <a:pt x="11" y="14"/>
                    </a:lnTo>
                    <a:lnTo>
                      <a:pt x="6" y="15"/>
                    </a:lnTo>
                    <a:lnTo>
                      <a:pt x="4" y="15"/>
                    </a:lnTo>
                    <a:lnTo>
                      <a:pt x="1" y="15"/>
                    </a:lnTo>
                    <a:lnTo>
                      <a:pt x="0" y="308"/>
                    </a:lnTo>
                    <a:lnTo>
                      <a:pt x="8" y="307"/>
                    </a:lnTo>
                    <a:lnTo>
                      <a:pt x="15" y="306"/>
                    </a:lnTo>
                    <a:lnTo>
                      <a:pt x="34" y="304"/>
                    </a:lnTo>
                    <a:lnTo>
                      <a:pt x="54" y="301"/>
                    </a:lnTo>
                    <a:lnTo>
                      <a:pt x="73" y="300"/>
                    </a:lnTo>
                    <a:lnTo>
                      <a:pt x="91" y="298"/>
                    </a:lnTo>
                    <a:lnTo>
                      <a:pt x="108" y="296"/>
                    </a:lnTo>
                    <a:lnTo>
                      <a:pt x="124" y="295"/>
                    </a:lnTo>
                    <a:lnTo>
                      <a:pt x="141" y="294"/>
                    </a:lnTo>
                    <a:lnTo>
                      <a:pt x="160" y="293"/>
                    </a:lnTo>
                    <a:lnTo>
                      <a:pt x="170" y="293"/>
                    </a:lnTo>
                    <a:lnTo>
                      <a:pt x="180" y="293"/>
                    </a:lnTo>
                    <a:lnTo>
                      <a:pt x="190" y="293"/>
                    </a:lnTo>
                    <a:lnTo>
                      <a:pt x="199" y="292"/>
                    </a:lnTo>
                    <a:lnTo>
                      <a:pt x="211" y="292"/>
                    </a:lnTo>
                    <a:lnTo>
                      <a:pt x="222" y="292"/>
                    </a:lnTo>
                    <a:lnTo>
                      <a:pt x="236" y="293"/>
                    </a:lnTo>
                    <a:lnTo>
                      <a:pt x="250" y="293"/>
                    </a:lnTo>
                    <a:lnTo>
                      <a:pt x="264" y="293"/>
                    </a:lnTo>
                    <a:lnTo>
                      <a:pt x="277" y="294"/>
                    </a:lnTo>
                    <a:lnTo>
                      <a:pt x="280" y="294"/>
                    </a:lnTo>
                    <a:lnTo>
                      <a:pt x="282" y="294"/>
                    </a:lnTo>
                    <a:lnTo>
                      <a:pt x="296" y="295"/>
                    </a:lnTo>
                    <a:lnTo>
                      <a:pt x="310" y="297"/>
                    </a:lnTo>
                    <a:lnTo>
                      <a:pt x="325" y="298"/>
                    </a:lnTo>
                    <a:lnTo>
                      <a:pt x="339" y="300"/>
                    </a:lnTo>
                    <a:lnTo>
                      <a:pt x="345" y="301"/>
                    </a:lnTo>
                    <a:lnTo>
                      <a:pt x="352" y="302"/>
                    </a:lnTo>
                    <a:lnTo>
                      <a:pt x="364" y="303"/>
                    </a:lnTo>
                    <a:lnTo>
                      <a:pt x="374" y="305"/>
                    </a:lnTo>
                    <a:lnTo>
                      <a:pt x="385" y="307"/>
                    </a:lnTo>
                    <a:lnTo>
                      <a:pt x="395" y="309"/>
                    </a:lnTo>
                    <a:lnTo>
                      <a:pt x="400" y="310"/>
                    </a:lnTo>
                    <a:lnTo>
                      <a:pt x="406" y="311"/>
                    </a:lnTo>
                    <a:lnTo>
                      <a:pt x="419" y="314"/>
                    </a:lnTo>
                    <a:lnTo>
                      <a:pt x="431" y="318"/>
                    </a:lnTo>
                    <a:lnTo>
                      <a:pt x="444" y="321"/>
                    </a:lnTo>
                    <a:lnTo>
                      <a:pt x="455" y="325"/>
                    </a:lnTo>
                    <a:lnTo>
                      <a:pt x="467" y="329"/>
                    </a:lnTo>
                    <a:lnTo>
                      <a:pt x="480" y="333"/>
                    </a:lnTo>
                    <a:lnTo>
                      <a:pt x="492" y="338"/>
                    </a:lnTo>
                    <a:lnTo>
                      <a:pt x="504" y="343"/>
                    </a:lnTo>
                    <a:lnTo>
                      <a:pt x="519" y="350"/>
                    </a:lnTo>
                    <a:lnTo>
                      <a:pt x="531" y="357"/>
                    </a:lnTo>
                    <a:lnTo>
                      <a:pt x="542" y="364"/>
                    </a:lnTo>
                    <a:lnTo>
                      <a:pt x="554" y="372"/>
                    </a:lnTo>
                    <a:lnTo>
                      <a:pt x="564" y="380"/>
                    </a:lnTo>
                    <a:lnTo>
                      <a:pt x="574" y="388"/>
                    </a:lnTo>
                    <a:lnTo>
                      <a:pt x="581" y="397"/>
                    </a:lnTo>
                    <a:lnTo>
                      <a:pt x="589" y="405"/>
                    </a:lnTo>
                    <a:lnTo>
                      <a:pt x="595" y="414"/>
                    </a:lnTo>
                    <a:lnTo>
                      <a:pt x="601" y="423"/>
                    </a:lnTo>
                    <a:lnTo>
                      <a:pt x="606" y="432"/>
                    </a:lnTo>
                    <a:lnTo>
                      <a:pt x="610" y="442"/>
                    </a:lnTo>
                    <a:lnTo>
                      <a:pt x="612" y="452"/>
                    </a:lnTo>
                    <a:lnTo>
                      <a:pt x="615" y="461"/>
                    </a:lnTo>
                    <a:lnTo>
                      <a:pt x="616" y="471"/>
                    </a:lnTo>
                    <a:lnTo>
                      <a:pt x="616" y="482"/>
                    </a:lnTo>
                    <a:lnTo>
                      <a:pt x="617" y="189"/>
                    </a:lnTo>
                    <a:lnTo>
                      <a:pt x="617" y="179"/>
                    </a:lnTo>
                    <a:lnTo>
                      <a:pt x="616" y="169"/>
                    </a:lnTo>
                    <a:lnTo>
                      <a:pt x="614" y="159"/>
                    </a:lnTo>
                    <a:lnTo>
                      <a:pt x="611" y="149"/>
                    </a:lnTo>
                    <a:lnTo>
                      <a:pt x="607" y="140"/>
                    </a:lnTo>
                    <a:lnTo>
                      <a:pt x="602" y="130"/>
                    </a:lnTo>
                    <a:lnTo>
                      <a:pt x="596" y="121"/>
                    </a:lnTo>
                    <a:lnTo>
                      <a:pt x="590" y="112"/>
                    </a:lnTo>
                    <a:lnTo>
                      <a:pt x="582" y="104"/>
                    </a:lnTo>
                    <a:lnTo>
                      <a:pt x="574" y="95"/>
                    </a:lnTo>
                    <a:lnTo>
                      <a:pt x="565" y="87"/>
                    </a:lnTo>
                    <a:lnTo>
                      <a:pt x="555" y="79"/>
                    </a:lnTo>
                    <a:lnTo>
                      <a:pt x="544" y="72"/>
                    </a:lnTo>
                    <a:lnTo>
                      <a:pt x="532" y="64"/>
                    </a:lnTo>
                    <a:lnTo>
                      <a:pt x="519" y="57"/>
                    </a:lnTo>
                    <a:lnTo>
                      <a:pt x="505" y="51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1" name="Freeform 122">
                <a:extLst>
                  <a:ext uri="{FF2B5EF4-FFF2-40B4-BE49-F238E27FC236}">
                    <a16:creationId xmlns:a16="http://schemas.microsoft.com/office/drawing/2014/main" id="{631980B3-59F8-42A1-8471-C38F162B9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4105275"/>
                <a:ext cx="196850" cy="190500"/>
              </a:xfrm>
              <a:custGeom>
                <a:avLst/>
                <a:gdLst>
                  <a:gd name="T0" fmla="*/ 607 w 616"/>
                  <a:gd name="T1" fmla="*/ 41 h 480"/>
                  <a:gd name="T2" fmla="*/ 595 w 616"/>
                  <a:gd name="T3" fmla="*/ 65 h 480"/>
                  <a:gd name="T4" fmla="*/ 585 w 616"/>
                  <a:gd name="T5" fmla="*/ 77 h 480"/>
                  <a:gd name="T6" fmla="*/ 563 w 616"/>
                  <a:gd name="T7" fmla="*/ 100 h 480"/>
                  <a:gd name="T8" fmla="*/ 553 w 616"/>
                  <a:gd name="T9" fmla="*/ 108 h 480"/>
                  <a:gd name="T10" fmla="*/ 519 w 616"/>
                  <a:gd name="T11" fmla="*/ 129 h 480"/>
                  <a:gd name="T12" fmla="*/ 485 w 616"/>
                  <a:gd name="T13" fmla="*/ 144 h 480"/>
                  <a:gd name="T14" fmla="*/ 455 w 616"/>
                  <a:gd name="T15" fmla="*/ 155 h 480"/>
                  <a:gd name="T16" fmla="*/ 418 w 616"/>
                  <a:gd name="T17" fmla="*/ 165 h 480"/>
                  <a:gd name="T18" fmla="*/ 379 w 616"/>
                  <a:gd name="T19" fmla="*/ 173 h 480"/>
                  <a:gd name="T20" fmla="*/ 350 w 616"/>
                  <a:gd name="T21" fmla="*/ 178 h 480"/>
                  <a:gd name="T22" fmla="*/ 319 w 616"/>
                  <a:gd name="T23" fmla="*/ 181 h 480"/>
                  <a:gd name="T24" fmla="*/ 290 w 616"/>
                  <a:gd name="T25" fmla="*/ 184 h 480"/>
                  <a:gd name="T26" fmla="*/ 259 w 616"/>
                  <a:gd name="T27" fmla="*/ 186 h 480"/>
                  <a:gd name="T28" fmla="*/ 228 w 616"/>
                  <a:gd name="T29" fmla="*/ 187 h 480"/>
                  <a:gd name="T30" fmla="*/ 194 w 616"/>
                  <a:gd name="T31" fmla="*/ 187 h 480"/>
                  <a:gd name="T32" fmla="*/ 163 w 616"/>
                  <a:gd name="T33" fmla="*/ 186 h 480"/>
                  <a:gd name="T34" fmla="*/ 126 w 616"/>
                  <a:gd name="T35" fmla="*/ 184 h 480"/>
                  <a:gd name="T36" fmla="*/ 98 w 616"/>
                  <a:gd name="T37" fmla="*/ 182 h 480"/>
                  <a:gd name="T38" fmla="*/ 49 w 616"/>
                  <a:gd name="T39" fmla="*/ 177 h 480"/>
                  <a:gd name="T40" fmla="*/ 2 w 616"/>
                  <a:gd name="T41" fmla="*/ 171 h 480"/>
                  <a:gd name="T42" fmla="*/ 27 w 616"/>
                  <a:gd name="T43" fmla="*/ 467 h 480"/>
                  <a:gd name="T44" fmla="*/ 57 w 616"/>
                  <a:gd name="T45" fmla="*/ 471 h 480"/>
                  <a:gd name="T46" fmla="*/ 97 w 616"/>
                  <a:gd name="T47" fmla="*/ 475 h 480"/>
                  <a:gd name="T48" fmla="*/ 128 w 616"/>
                  <a:gd name="T49" fmla="*/ 477 h 480"/>
                  <a:gd name="T50" fmla="*/ 163 w 616"/>
                  <a:gd name="T51" fmla="*/ 479 h 480"/>
                  <a:gd name="T52" fmla="*/ 194 w 616"/>
                  <a:gd name="T53" fmla="*/ 480 h 480"/>
                  <a:gd name="T54" fmla="*/ 226 w 616"/>
                  <a:gd name="T55" fmla="*/ 479 h 480"/>
                  <a:gd name="T56" fmla="*/ 255 w 616"/>
                  <a:gd name="T57" fmla="*/ 479 h 480"/>
                  <a:gd name="T58" fmla="*/ 289 w 616"/>
                  <a:gd name="T59" fmla="*/ 477 h 480"/>
                  <a:gd name="T60" fmla="*/ 313 w 616"/>
                  <a:gd name="T61" fmla="*/ 475 h 480"/>
                  <a:gd name="T62" fmla="*/ 349 w 616"/>
                  <a:gd name="T63" fmla="*/ 471 h 480"/>
                  <a:gd name="T64" fmla="*/ 359 w 616"/>
                  <a:gd name="T65" fmla="*/ 469 h 480"/>
                  <a:gd name="T66" fmla="*/ 391 w 616"/>
                  <a:gd name="T67" fmla="*/ 463 h 480"/>
                  <a:gd name="T68" fmla="*/ 420 w 616"/>
                  <a:gd name="T69" fmla="*/ 457 h 480"/>
                  <a:gd name="T70" fmla="*/ 446 w 616"/>
                  <a:gd name="T71" fmla="*/ 450 h 480"/>
                  <a:gd name="T72" fmla="*/ 473 w 616"/>
                  <a:gd name="T73" fmla="*/ 441 h 480"/>
                  <a:gd name="T74" fmla="*/ 504 w 616"/>
                  <a:gd name="T75" fmla="*/ 428 h 480"/>
                  <a:gd name="T76" fmla="*/ 520 w 616"/>
                  <a:gd name="T77" fmla="*/ 421 h 480"/>
                  <a:gd name="T78" fmla="*/ 551 w 616"/>
                  <a:gd name="T79" fmla="*/ 401 h 480"/>
                  <a:gd name="T80" fmla="*/ 553 w 616"/>
                  <a:gd name="T81" fmla="*/ 400 h 480"/>
                  <a:gd name="T82" fmla="*/ 576 w 616"/>
                  <a:gd name="T83" fmla="*/ 380 h 480"/>
                  <a:gd name="T84" fmla="*/ 586 w 616"/>
                  <a:gd name="T85" fmla="*/ 368 h 480"/>
                  <a:gd name="T86" fmla="*/ 593 w 616"/>
                  <a:gd name="T87" fmla="*/ 361 h 480"/>
                  <a:gd name="T88" fmla="*/ 605 w 616"/>
                  <a:gd name="T89" fmla="*/ 338 h 480"/>
                  <a:gd name="T90" fmla="*/ 609 w 616"/>
                  <a:gd name="T91" fmla="*/ 328 h 480"/>
                  <a:gd name="T92" fmla="*/ 614 w 616"/>
                  <a:gd name="T93" fmla="*/ 308 h 480"/>
                  <a:gd name="T94" fmla="*/ 615 w 616"/>
                  <a:gd name="T95" fmla="*/ 293 h 480"/>
                  <a:gd name="T96" fmla="*/ 614 w 616"/>
                  <a:gd name="T97" fmla="*/ 18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610" y="35"/>
                    </a:moveTo>
                    <a:lnTo>
                      <a:pt x="609" y="38"/>
                    </a:lnTo>
                    <a:lnTo>
                      <a:pt x="607" y="41"/>
                    </a:lnTo>
                    <a:lnTo>
                      <a:pt x="604" y="49"/>
                    </a:lnTo>
                    <a:lnTo>
                      <a:pt x="600" y="57"/>
                    </a:lnTo>
                    <a:lnTo>
                      <a:pt x="595" y="65"/>
                    </a:lnTo>
                    <a:lnTo>
                      <a:pt x="590" y="73"/>
                    </a:lnTo>
                    <a:lnTo>
                      <a:pt x="588" y="75"/>
                    </a:lnTo>
                    <a:lnTo>
                      <a:pt x="585" y="77"/>
                    </a:lnTo>
                    <a:lnTo>
                      <a:pt x="579" y="85"/>
                    </a:lnTo>
                    <a:lnTo>
                      <a:pt x="571" y="93"/>
                    </a:lnTo>
                    <a:lnTo>
                      <a:pt x="563" y="100"/>
                    </a:lnTo>
                    <a:lnTo>
                      <a:pt x="554" y="107"/>
                    </a:lnTo>
                    <a:lnTo>
                      <a:pt x="554" y="108"/>
                    </a:lnTo>
                    <a:lnTo>
                      <a:pt x="553" y="108"/>
                    </a:lnTo>
                    <a:lnTo>
                      <a:pt x="541" y="115"/>
                    </a:lnTo>
                    <a:lnTo>
                      <a:pt x="530" y="122"/>
                    </a:lnTo>
                    <a:lnTo>
                      <a:pt x="519" y="129"/>
                    </a:lnTo>
                    <a:lnTo>
                      <a:pt x="505" y="136"/>
                    </a:lnTo>
                    <a:lnTo>
                      <a:pt x="495" y="140"/>
                    </a:lnTo>
                    <a:lnTo>
                      <a:pt x="485" y="144"/>
                    </a:lnTo>
                    <a:lnTo>
                      <a:pt x="474" y="149"/>
                    </a:lnTo>
                    <a:lnTo>
                      <a:pt x="463" y="152"/>
                    </a:lnTo>
                    <a:lnTo>
                      <a:pt x="455" y="155"/>
                    </a:lnTo>
                    <a:lnTo>
                      <a:pt x="448" y="157"/>
                    </a:lnTo>
                    <a:lnTo>
                      <a:pt x="433" y="161"/>
                    </a:lnTo>
                    <a:lnTo>
                      <a:pt x="418" y="165"/>
                    </a:lnTo>
                    <a:lnTo>
                      <a:pt x="405" y="168"/>
                    </a:lnTo>
                    <a:lnTo>
                      <a:pt x="391" y="170"/>
                    </a:lnTo>
                    <a:lnTo>
                      <a:pt x="379" y="173"/>
                    </a:lnTo>
                    <a:lnTo>
                      <a:pt x="365" y="175"/>
                    </a:lnTo>
                    <a:lnTo>
                      <a:pt x="358" y="177"/>
                    </a:lnTo>
                    <a:lnTo>
                      <a:pt x="350" y="178"/>
                    </a:lnTo>
                    <a:lnTo>
                      <a:pt x="339" y="179"/>
                    </a:lnTo>
                    <a:lnTo>
                      <a:pt x="329" y="180"/>
                    </a:lnTo>
                    <a:lnTo>
                      <a:pt x="319" y="181"/>
                    </a:lnTo>
                    <a:lnTo>
                      <a:pt x="309" y="182"/>
                    </a:lnTo>
                    <a:lnTo>
                      <a:pt x="299" y="183"/>
                    </a:lnTo>
                    <a:lnTo>
                      <a:pt x="290" y="184"/>
                    </a:lnTo>
                    <a:lnTo>
                      <a:pt x="279" y="185"/>
                    </a:lnTo>
                    <a:lnTo>
                      <a:pt x="269" y="185"/>
                    </a:lnTo>
                    <a:lnTo>
                      <a:pt x="259" y="186"/>
                    </a:lnTo>
                    <a:lnTo>
                      <a:pt x="248" y="186"/>
                    </a:lnTo>
                    <a:lnTo>
                      <a:pt x="238" y="186"/>
                    </a:lnTo>
                    <a:lnTo>
                      <a:pt x="228" y="187"/>
                    </a:lnTo>
                    <a:lnTo>
                      <a:pt x="215" y="187"/>
                    </a:lnTo>
                    <a:lnTo>
                      <a:pt x="204" y="187"/>
                    </a:lnTo>
                    <a:lnTo>
                      <a:pt x="194" y="187"/>
                    </a:lnTo>
                    <a:lnTo>
                      <a:pt x="184" y="186"/>
                    </a:lnTo>
                    <a:lnTo>
                      <a:pt x="174" y="186"/>
                    </a:lnTo>
                    <a:lnTo>
                      <a:pt x="163" y="186"/>
                    </a:lnTo>
                    <a:lnTo>
                      <a:pt x="150" y="185"/>
                    </a:lnTo>
                    <a:lnTo>
                      <a:pt x="136" y="185"/>
                    </a:lnTo>
                    <a:lnTo>
                      <a:pt x="126" y="184"/>
                    </a:lnTo>
                    <a:lnTo>
                      <a:pt x="116" y="183"/>
                    </a:lnTo>
                    <a:lnTo>
                      <a:pt x="108" y="183"/>
                    </a:lnTo>
                    <a:lnTo>
                      <a:pt x="98" y="182"/>
                    </a:lnTo>
                    <a:lnTo>
                      <a:pt x="80" y="180"/>
                    </a:lnTo>
                    <a:lnTo>
                      <a:pt x="64" y="179"/>
                    </a:lnTo>
                    <a:lnTo>
                      <a:pt x="49" y="177"/>
                    </a:lnTo>
                    <a:lnTo>
                      <a:pt x="33" y="175"/>
                    </a:lnTo>
                    <a:lnTo>
                      <a:pt x="18" y="173"/>
                    </a:lnTo>
                    <a:lnTo>
                      <a:pt x="2" y="171"/>
                    </a:lnTo>
                    <a:lnTo>
                      <a:pt x="0" y="464"/>
                    </a:lnTo>
                    <a:lnTo>
                      <a:pt x="13" y="466"/>
                    </a:lnTo>
                    <a:lnTo>
                      <a:pt x="27" y="467"/>
                    </a:lnTo>
                    <a:lnTo>
                      <a:pt x="39" y="469"/>
                    </a:lnTo>
                    <a:lnTo>
                      <a:pt x="52" y="470"/>
                    </a:lnTo>
                    <a:lnTo>
                      <a:pt x="57" y="471"/>
                    </a:lnTo>
                    <a:lnTo>
                      <a:pt x="63" y="472"/>
                    </a:lnTo>
                    <a:lnTo>
                      <a:pt x="80" y="473"/>
                    </a:lnTo>
                    <a:lnTo>
                      <a:pt x="97" y="475"/>
                    </a:lnTo>
                    <a:lnTo>
                      <a:pt x="109" y="476"/>
                    </a:lnTo>
                    <a:lnTo>
                      <a:pt x="121" y="477"/>
                    </a:lnTo>
                    <a:lnTo>
                      <a:pt x="128" y="477"/>
                    </a:lnTo>
                    <a:lnTo>
                      <a:pt x="135" y="477"/>
                    </a:lnTo>
                    <a:lnTo>
                      <a:pt x="149" y="478"/>
                    </a:lnTo>
                    <a:lnTo>
                      <a:pt x="163" y="479"/>
                    </a:lnTo>
                    <a:lnTo>
                      <a:pt x="173" y="479"/>
                    </a:lnTo>
                    <a:lnTo>
                      <a:pt x="184" y="480"/>
                    </a:lnTo>
                    <a:lnTo>
                      <a:pt x="194" y="480"/>
                    </a:lnTo>
                    <a:lnTo>
                      <a:pt x="203" y="479"/>
                    </a:lnTo>
                    <a:lnTo>
                      <a:pt x="215" y="479"/>
                    </a:lnTo>
                    <a:lnTo>
                      <a:pt x="226" y="479"/>
                    </a:lnTo>
                    <a:lnTo>
                      <a:pt x="234" y="479"/>
                    </a:lnTo>
                    <a:lnTo>
                      <a:pt x="241" y="479"/>
                    </a:lnTo>
                    <a:lnTo>
                      <a:pt x="255" y="479"/>
                    </a:lnTo>
                    <a:lnTo>
                      <a:pt x="268" y="478"/>
                    </a:lnTo>
                    <a:lnTo>
                      <a:pt x="278" y="477"/>
                    </a:lnTo>
                    <a:lnTo>
                      <a:pt x="289" y="477"/>
                    </a:lnTo>
                    <a:lnTo>
                      <a:pt x="293" y="477"/>
                    </a:lnTo>
                    <a:lnTo>
                      <a:pt x="296" y="476"/>
                    </a:lnTo>
                    <a:lnTo>
                      <a:pt x="313" y="475"/>
                    </a:lnTo>
                    <a:lnTo>
                      <a:pt x="328" y="473"/>
                    </a:lnTo>
                    <a:lnTo>
                      <a:pt x="339" y="472"/>
                    </a:lnTo>
                    <a:lnTo>
                      <a:pt x="349" y="471"/>
                    </a:lnTo>
                    <a:lnTo>
                      <a:pt x="351" y="470"/>
                    </a:lnTo>
                    <a:lnTo>
                      <a:pt x="353" y="470"/>
                    </a:lnTo>
                    <a:lnTo>
                      <a:pt x="359" y="469"/>
                    </a:lnTo>
                    <a:lnTo>
                      <a:pt x="365" y="468"/>
                    </a:lnTo>
                    <a:lnTo>
                      <a:pt x="378" y="466"/>
                    </a:lnTo>
                    <a:lnTo>
                      <a:pt x="391" y="463"/>
                    </a:lnTo>
                    <a:lnTo>
                      <a:pt x="404" y="461"/>
                    </a:lnTo>
                    <a:lnTo>
                      <a:pt x="416" y="458"/>
                    </a:lnTo>
                    <a:lnTo>
                      <a:pt x="420" y="457"/>
                    </a:lnTo>
                    <a:lnTo>
                      <a:pt x="425" y="456"/>
                    </a:lnTo>
                    <a:lnTo>
                      <a:pt x="436" y="453"/>
                    </a:lnTo>
                    <a:lnTo>
                      <a:pt x="446" y="450"/>
                    </a:lnTo>
                    <a:lnTo>
                      <a:pt x="454" y="447"/>
                    </a:lnTo>
                    <a:lnTo>
                      <a:pt x="461" y="445"/>
                    </a:lnTo>
                    <a:lnTo>
                      <a:pt x="473" y="441"/>
                    </a:lnTo>
                    <a:lnTo>
                      <a:pt x="484" y="437"/>
                    </a:lnTo>
                    <a:lnTo>
                      <a:pt x="494" y="433"/>
                    </a:lnTo>
                    <a:lnTo>
                      <a:pt x="504" y="428"/>
                    </a:lnTo>
                    <a:lnTo>
                      <a:pt x="506" y="427"/>
                    </a:lnTo>
                    <a:lnTo>
                      <a:pt x="509" y="427"/>
                    </a:lnTo>
                    <a:lnTo>
                      <a:pt x="520" y="421"/>
                    </a:lnTo>
                    <a:lnTo>
                      <a:pt x="531" y="414"/>
                    </a:lnTo>
                    <a:lnTo>
                      <a:pt x="541" y="408"/>
                    </a:lnTo>
                    <a:lnTo>
                      <a:pt x="551" y="401"/>
                    </a:lnTo>
                    <a:lnTo>
                      <a:pt x="553" y="401"/>
                    </a:lnTo>
                    <a:lnTo>
                      <a:pt x="553" y="400"/>
                    </a:lnTo>
                    <a:lnTo>
                      <a:pt x="553" y="400"/>
                    </a:lnTo>
                    <a:lnTo>
                      <a:pt x="553" y="400"/>
                    </a:lnTo>
                    <a:lnTo>
                      <a:pt x="565" y="390"/>
                    </a:lnTo>
                    <a:lnTo>
                      <a:pt x="576" y="380"/>
                    </a:lnTo>
                    <a:lnTo>
                      <a:pt x="581" y="375"/>
                    </a:lnTo>
                    <a:lnTo>
                      <a:pt x="585" y="370"/>
                    </a:lnTo>
                    <a:lnTo>
                      <a:pt x="586" y="368"/>
                    </a:lnTo>
                    <a:lnTo>
                      <a:pt x="589" y="365"/>
                    </a:lnTo>
                    <a:lnTo>
                      <a:pt x="590" y="363"/>
                    </a:lnTo>
                    <a:lnTo>
                      <a:pt x="593" y="361"/>
                    </a:lnTo>
                    <a:lnTo>
                      <a:pt x="599" y="351"/>
                    </a:lnTo>
                    <a:lnTo>
                      <a:pt x="604" y="341"/>
                    </a:lnTo>
                    <a:lnTo>
                      <a:pt x="605" y="338"/>
                    </a:lnTo>
                    <a:lnTo>
                      <a:pt x="606" y="334"/>
                    </a:lnTo>
                    <a:lnTo>
                      <a:pt x="607" y="331"/>
                    </a:lnTo>
                    <a:lnTo>
                      <a:pt x="609" y="328"/>
                    </a:lnTo>
                    <a:lnTo>
                      <a:pt x="610" y="324"/>
                    </a:lnTo>
                    <a:lnTo>
                      <a:pt x="611" y="320"/>
                    </a:lnTo>
                    <a:lnTo>
                      <a:pt x="614" y="308"/>
                    </a:lnTo>
                    <a:lnTo>
                      <a:pt x="615" y="296"/>
                    </a:lnTo>
                    <a:lnTo>
                      <a:pt x="615" y="294"/>
                    </a:lnTo>
                    <a:lnTo>
                      <a:pt x="615" y="293"/>
                    </a:lnTo>
                    <a:lnTo>
                      <a:pt x="616" y="0"/>
                    </a:lnTo>
                    <a:lnTo>
                      <a:pt x="615" y="9"/>
                    </a:lnTo>
                    <a:lnTo>
                      <a:pt x="614" y="18"/>
                    </a:lnTo>
                    <a:lnTo>
                      <a:pt x="612" y="27"/>
                    </a:lnTo>
                    <a:lnTo>
                      <a:pt x="610" y="35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2" name="Freeform 123">
                <a:extLst>
                  <a:ext uri="{FF2B5EF4-FFF2-40B4-BE49-F238E27FC236}">
                    <a16:creationId xmlns:a16="http://schemas.microsoft.com/office/drawing/2014/main" id="{5F2489D4-C313-4B58-AD80-A24EF1A6D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8351" y="4171950"/>
                <a:ext cx="61913" cy="152400"/>
              </a:xfrm>
              <a:custGeom>
                <a:avLst/>
                <a:gdLst>
                  <a:gd name="T0" fmla="*/ 2 w 192"/>
                  <a:gd name="T1" fmla="*/ 89 h 381"/>
                  <a:gd name="T2" fmla="*/ 0 w 192"/>
                  <a:gd name="T3" fmla="*/ 381 h 381"/>
                  <a:gd name="T4" fmla="*/ 190 w 192"/>
                  <a:gd name="T5" fmla="*/ 293 h 381"/>
                  <a:gd name="T6" fmla="*/ 192 w 192"/>
                  <a:gd name="T7" fmla="*/ 0 h 381"/>
                  <a:gd name="T8" fmla="*/ 2 w 192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2" y="89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2" y="0"/>
                    </a:lnTo>
                    <a:lnTo>
                      <a:pt x="2" y="89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3" name="Freeform 124">
                <a:extLst>
                  <a:ext uri="{FF2B5EF4-FFF2-40B4-BE49-F238E27FC236}">
                    <a16:creationId xmlns:a16="http://schemas.microsoft.com/office/drawing/2014/main" id="{EFBAD73B-BCBC-4385-94B4-D1AAF13CA5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5351" y="4210050"/>
                <a:ext cx="11113" cy="155575"/>
              </a:xfrm>
              <a:custGeom>
                <a:avLst/>
                <a:gdLst>
                  <a:gd name="T0" fmla="*/ 7 w 35"/>
                  <a:gd name="T1" fmla="*/ 351 h 389"/>
                  <a:gd name="T2" fmla="*/ 10 w 35"/>
                  <a:gd name="T3" fmla="*/ 341 h 389"/>
                  <a:gd name="T4" fmla="*/ 14 w 35"/>
                  <a:gd name="T5" fmla="*/ 330 h 389"/>
                  <a:gd name="T6" fmla="*/ 15 w 35"/>
                  <a:gd name="T7" fmla="*/ 326 h 389"/>
                  <a:gd name="T8" fmla="*/ 18 w 35"/>
                  <a:gd name="T9" fmla="*/ 322 h 389"/>
                  <a:gd name="T10" fmla="*/ 25 w 35"/>
                  <a:gd name="T11" fmla="*/ 307 h 389"/>
                  <a:gd name="T12" fmla="*/ 34 w 35"/>
                  <a:gd name="T13" fmla="*/ 293 h 389"/>
                  <a:gd name="T14" fmla="*/ 34 w 35"/>
                  <a:gd name="T15" fmla="*/ 293 h 389"/>
                  <a:gd name="T16" fmla="*/ 34 w 35"/>
                  <a:gd name="T17" fmla="*/ 293 h 389"/>
                  <a:gd name="T18" fmla="*/ 35 w 35"/>
                  <a:gd name="T19" fmla="*/ 0 h 389"/>
                  <a:gd name="T20" fmla="*/ 27 w 35"/>
                  <a:gd name="T21" fmla="*/ 14 h 389"/>
                  <a:gd name="T22" fmla="*/ 19 w 35"/>
                  <a:gd name="T23" fmla="*/ 29 h 389"/>
                  <a:gd name="T24" fmla="*/ 18 w 35"/>
                  <a:gd name="T25" fmla="*/ 30 h 389"/>
                  <a:gd name="T26" fmla="*/ 17 w 35"/>
                  <a:gd name="T27" fmla="*/ 32 h 389"/>
                  <a:gd name="T28" fmla="*/ 15 w 35"/>
                  <a:gd name="T29" fmla="*/ 35 h 389"/>
                  <a:gd name="T30" fmla="*/ 15 w 35"/>
                  <a:gd name="T31" fmla="*/ 37 h 389"/>
                  <a:gd name="T32" fmla="*/ 10 w 35"/>
                  <a:gd name="T33" fmla="*/ 48 h 389"/>
                  <a:gd name="T34" fmla="*/ 8 w 35"/>
                  <a:gd name="T35" fmla="*/ 58 h 389"/>
                  <a:gd name="T36" fmla="*/ 7 w 35"/>
                  <a:gd name="T37" fmla="*/ 61 h 389"/>
                  <a:gd name="T38" fmla="*/ 5 w 35"/>
                  <a:gd name="T39" fmla="*/ 63 h 389"/>
                  <a:gd name="T40" fmla="*/ 5 w 35"/>
                  <a:gd name="T41" fmla="*/ 65 h 389"/>
                  <a:gd name="T42" fmla="*/ 5 w 35"/>
                  <a:gd name="T43" fmla="*/ 67 h 389"/>
                  <a:gd name="T44" fmla="*/ 3 w 35"/>
                  <a:gd name="T45" fmla="*/ 76 h 389"/>
                  <a:gd name="T46" fmla="*/ 3 w 35"/>
                  <a:gd name="T47" fmla="*/ 85 h 389"/>
                  <a:gd name="T48" fmla="*/ 2 w 35"/>
                  <a:gd name="T49" fmla="*/ 89 h 389"/>
                  <a:gd name="T50" fmla="*/ 2 w 35"/>
                  <a:gd name="T51" fmla="*/ 92 h 389"/>
                  <a:gd name="T52" fmla="*/ 2 w 35"/>
                  <a:gd name="T53" fmla="*/ 94 h 389"/>
                  <a:gd name="T54" fmla="*/ 2 w 35"/>
                  <a:gd name="T55" fmla="*/ 96 h 389"/>
                  <a:gd name="T56" fmla="*/ 0 w 35"/>
                  <a:gd name="T57" fmla="*/ 389 h 389"/>
                  <a:gd name="T58" fmla="*/ 0 w 35"/>
                  <a:gd name="T59" fmla="*/ 383 h 389"/>
                  <a:gd name="T60" fmla="*/ 2 w 35"/>
                  <a:gd name="T61" fmla="*/ 378 h 389"/>
                  <a:gd name="T62" fmla="*/ 3 w 35"/>
                  <a:gd name="T63" fmla="*/ 369 h 389"/>
                  <a:gd name="T64" fmla="*/ 4 w 35"/>
                  <a:gd name="T65" fmla="*/ 360 h 389"/>
                  <a:gd name="T66" fmla="*/ 5 w 35"/>
                  <a:gd name="T67" fmla="*/ 355 h 389"/>
                  <a:gd name="T68" fmla="*/ 7 w 35"/>
                  <a:gd name="T69" fmla="*/ 351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" h="389">
                    <a:moveTo>
                      <a:pt x="7" y="351"/>
                    </a:moveTo>
                    <a:lnTo>
                      <a:pt x="10" y="341"/>
                    </a:lnTo>
                    <a:lnTo>
                      <a:pt x="14" y="330"/>
                    </a:lnTo>
                    <a:lnTo>
                      <a:pt x="15" y="326"/>
                    </a:lnTo>
                    <a:lnTo>
                      <a:pt x="18" y="322"/>
                    </a:lnTo>
                    <a:lnTo>
                      <a:pt x="25" y="307"/>
                    </a:lnTo>
                    <a:lnTo>
                      <a:pt x="34" y="293"/>
                    </a:lnTo>
                    <a:lnTo>
                      <a:pt x="34" y="293"/>
                    </a:lnTo>
                    <a:lnTo>
                      <a:pt x="34" y="293"/>
                    </a:lnTo>
                    <a:lnTo>
                      <a:pt x="35" y="0"/>
                    </a:lnTo>
                    <a:lnTo>
                      <a:pt x="27" y="14"/>
                    </a:lnTo>
                    <a:lnTo>
                      <a:pt x="19" y="29"/>
                    </a:lnTo>
                    <a:lnTo>
                      <a:pt x="18" y="30"/>
                    </a:lnTo>
                    <a:lnTo>
                      <a:pt x="17" y="32"/>
                    </a:lnTo>
                    <a:lnTo>
                      <a:pt x="15" y="35"/>
                    </a:lnTo>
                    <a:lnTo>
                      <a:pt x="15" y="37"/>
                    </a:lnTo>
                    <a:lnTo>
                      <a:pt x="10" y="48"/>
                    </a:lnTo>
                    <a:lnTo>
                      <a:pt x="8" y="58"/>
                    </a:lnTo>
                    <a:lnTo>
                      <a:pt x="7" y="61"/>
                    </a:lnTo>
                    <a:lnTo>
                      <a:pt x="5" y="63"/>
                    </a:lnTo>
                    <a:lnTo>
                      <a:pt x="5" y="65"/>
                    </a:lnTo>
                    <a:lnTo>
                      <a:pt x="5" y="67"/>
                    </a:lnTo>
                    <a:lnTo>
                      <a:pt x="3" y="76"/>
                    </a:lnTo>
                    <a:lnTo>
                      <a:pt x="3" y="85"/>
                    </a:lnTo>
                    <a:lnTo>
                      <a:pt x="2" y="89"/>
                    </a:lnTo>
                    <a:lnTo>
                      <a:pt x="2" y="92"/>
                    </a:lnTo>
                    <a:lnTo>
                      <a:pt x="2" y="94"/>
                    </a:lnTo>
                    <a:lnTo>
                      <a:pt x="2" y="96"/>
                    </a:lnTo>
                    <a:lnTo>
                      <a:pt x="0" y="389"/>
                    </a:lnTo>
                    <a:lnTo>
                      <a:pt x="0" y="383"/>
                    </a:lnTo>
                    <a:lnTo>
                      <a:pt x="2" y="378"/>
                    </a:lnTo>
                    <a:lnTo>
                      <a:pt x="3" y="369"/>
                    </a:lnTo>
                    <a:lnTo>
                      <a:pt x="4" y="360"/>
                    </a:lnTo>
                    <a:lnTo>
                      <a:pt x="5" y="355"/>
                    </a:lnTo>
                    <a:lnTo>
                      <a:pt x="7" y="351"/>
                    </a:lnTo>
                    <a:close/>
                  </a:path>
                </a:pathLst>
              </a:custGeom>
              <a:solidFill>
                <a:srgbClr val="564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4" name="Freeform 125">
                <a:extLst>
                  <a:ext uri="{FF2B5EF4-FFF2-40B4-BE49-F238E27FC236}">
                    <a16:creationId xmlns:a16="http://schemas.microsoft.com/office/drawing/2014/main" id="{908ED366-BADB-4B11-B37F-BA6EB11DA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713" y="4379913"/>
                <a:ext cx="409575" cy="352425"/>
              </a:xfrm>
              <a:custGeom>
                <a:avLst/>
                <a:gdLst>
                  <a:gd name="T0" fmla="*/ 2 w 1290"/>
                  <a:gd name="T1" fmla="*/ 0 h 889"/>
                  <a:gd name="T2" fmla="*/ 0 w 1290"/>
                  <a:gd name="T3" fmla="*/ 293 h 889"/>
                  <a:gd name="T4" fmla="*/ 1288 w 1290"/>
                  <a:gd name="T5" fmla="*/ 889 h 889"/>
                  <a:gd name="T6" fmla="*/ 1290 w 1290"/>
                  <a:gd name="T7" fmla="*/ 596 h 889"/>
                  <a:gd name="T8" fmla="*/ 2 w 1290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9">
                    <a:moveTo>
                      <a:pt x="2" y="0"/>
                    </a:moveTo>
                    <a:lnTo>
                      <a:pt x="0" y="293"/>
                    </a:lnTo>
                    <a:lnTo>
                      <a:pt x="1288" y="889"/>
                    </a:lnTo>
                    <a:lnTo>
                      <a:pt x="1290" y="59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5" name="Freeform 126">
                <a:extLst>
                  <a:ext uri="{FF2B5EF4-FFF2-40B4-BE49-F238E27FC236}">
                    <a16:creationId xmlns:a16="http://schemas.microsoft.com/office/drawing/2014/main" id="{838DB2F4-2863-46DF-850C-1B20BCE41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013" y="4500563"/>
                <a:ext cx="423863" cy="285750"/>
              </a:xfrm>
              <a:custGeom>
                <a:avLst/>
                <a:gdLst>
                  <a:gd name="T0" fmla="*/ 1174 w 1332"/>
                  <a:gd name="T1" fmla="*/ 33 h 720"/>
                  <a:gd name="T2" fmla="*/ 1140 w 1332"/>
                  <a:gd name="T3" fmla="*/ 24 h 720"/>
                  <a:gd name="T4" fmla="*/ 1089 w 1332"/>
                  <a:gd name="T5" fmla="*/ 13 h 720"/>
                  <a:gd name="T6" fmla="*/ 1074 w 1332"/>
                  <a:gd name="T7" fmla="*/ 10 h 720"/>
                  <a:gd name="T8" fmla="*/ 1037 w 1332"/>
                  <a:gd name="T9" fmla="*/ 5 h 720"/>
                  <a:gd name="T10" fmla="*/ 992 w 1332"/>
                  <a:gd name="T11" fmla="*/ 2 h 720"/>
                  <a:gd name="T12" fmla="*/ 948 w 1332"/>
                  <a:gd name="T13" fmla="*/ 0 h 720"/>
                  <a:gd name="T14" fmla="*/ 897 w 1332"/>
                  <a:gd name="T15" fmla="*/ 0 h 720"/>
                  <a:gd name="T16" fmla="*/ 854 w 1332"/>
                  <a:gd name="T17" fmla="*/ 2 h 720"/>
                  <a:gd name="T18" fmla="*/ 813 w 1332"/>
                  <a:gd name="T19" fmla="*/ 4 h 720"/>
                  <a:gd name="T20" fmla="*/ 724 w 1332"/>
                  <a:gd name="T21" fmla="*/ 14 h 720"/>
                  <a:gd name="T22" fmla="*/ 691 w 1332"/>
                  <a:gd name="T23" fmla="*/ 20 h 720"/>
                  <a:gd name="T24" fmla="*/ 622 w 1332"/>
                  <a:gd name="T25" fmla="*/ 32 h 720"/>
                  <a:gd name="T26" fmla="*/ 552 w 1332"/>
                  <a:gd name="T27" fmla="*/ 48 h 720"/>
                  <a:gd name="T28" fmla="*/ 482 w 1332"/>
                  <a:gd name="T29" fmla="*/ 68 h 720"/>
                  <a:gd name="T30" fmla="*/ 387 w 1332"/>
                  <a:gd name="T31" fmla="*/ 100 h 720"/>
                  <a:gd name="T32" fmla="*/ 281 w 1332"/>
                  <a:gd name="T33" fmla="*/ 145 h 720"/>
                  <a:gd name="T34" fmla="*/ 226 w 1332"/>
                  <a:gd name="T35" fmla="*/ 174 h 720"/>
                  <a:gd name="T36" fmla="*/ 170 w 1332"/>
                  <a:gd name="T37" fmla="*/ 209 h 720"/>
                  <a:gd name="T38" fmla="*/ 131 w 1332"/>
                  <a:gd name="T39" fmla="*/ 235 h 720"/>
                  <a:gd name="T40" fmla="*/ 82 w 1332"/>
                  <a:gd name="T41" fmla="*/ 277 h 720"/>
                  <a:gd name="T42" fmla="*/ 70 w 1332"/>
                  <a:gd name="T43" fmla="*/ 289 h 720"/>
                  <a:gd name="T44" fmla="*/ 41 w 1332"/>
                  <a:gd name="T45" fmla="*/ 324 h 720"/>
                  <a:gd name="T46" fmla="*/ 24 w 1332"/>
                  <a:gd name="T47" fmla="*/ 351 h 720"/>
                  <a:gd name="T48" fmla="*/ 9 w 1332"/>
                  <a:gd name="T49" fmla="*/ 384 h 720"/>
                  <a:gd name="T50" fmla="*/ 2 w 1332"/>
                  <a:gd name="T51" fmla="*/ 410 h 720"/>
                  <a:gd name="T52" fmla="*/ 0 w 1332"/>
                  <a:gd name="T53" fmla="*/ 720 h 720"/>
                  <a:gd name="T54" fmla="*/ 6 w 1332"/>
                  <a:gd name="T55" fmla="*/ 682 h 720"/>
                  <a:gd name="T56" fmla="*/ 27 w 1332"/>
                  <a:gd name="T57" fmla="*/ 635 h 720"/>
                  <a:gd name="T58" fmla="*/ 59 w 1332"/>
                  <a:gd name="T59" fmla="*/ 594 h 720"/>
                  <a:gd name="T60" fmla="*/ 81 w 1332"/>
                  <a:gd name="T61" fmla="*/ 570 h 720"/>
                  <a:gd name="T62" fmla="*/ 137 w 1332"/>
                  <a:gd name="T63" fmla="*/ 523 h 720"/>
                  <a:gd name="T64" fmla="*/ 188 w 1332"/>
                  <a:gd name="T65" fmla="*/ 488 h 720"/>
                  <a:gd name="T66" fmla="*/ 250 w 1332"/>
                  <a:gd name="T67" fmla="*/ 454 h 720"/>
                  <a:gd name="T68" fmla="*/ 355 w 1332"/>
                  <a:gd name="T69" fmla="*/ 405 h 720"/>
                  <a:gd name="T70" fmla="*/ 451 w 1332"/>
                  <a:gd name="T71" fmla="*/ 370 h 720"/>
                  <a:gd name="T72" fmla="*/ 556 w 1332"/>
                  <a:gd name="T73" fmla="*/ 340 h 720"/>
                  <a:gd name="T74" fmla="*/ 633 w 1332"/>
                  <a:gd name="T75" fmla="*/ 323 h 720"/>
                  <a:gd name="T76" fmla="*/ 704 w 1332"/>
                  <a:gd name="T77" fmla="*/ 310 h 720"/>
                  <a:gd name="T78" fmla="*/ 787 w 1332"/>
                  <a:gd name="T79" fmla="*/ 299 h 720"/>
                  <a:gd name="T80" fmla="*/ 853 w 1332"/>
                  <a:gd name="T81" fmla="*/ 294 h 720"/>
                  <a:gd name="T82" fmla="*/ 917 w 1332"/>
                  <a:gd name="T83" fmla="*/ 292 h 720"/>
                  <a:gd name="T84" fmla="*/ 984 w 1332"/>
                  <a:gd name="T85" fmla="*/ 294 h 720"/>
                  <a:gd name="T86" fmla="*/ 1048 w 1332"/>
                  <a:gd name="T87" fmla="*/ 299 h 720"/>
                  <a:gd name="T88" fmla="*/ 1088 w 1332"/>
                  <a:gd name="T89" fmla="*/ 305 h 720"/>
                  <a:gd name="T90" fmla="*/ 1139 w 1332"/>
                  <a:gd name="T91" fmla="*/ 316 h 720"/>
                  <a:gd name="T92" fmla="*/ 1197 w 1332"/>
                  <a:gd name="T93" fmla="*/ 334 h 720"/>
                  <a:gd name="T94" fmla="*/ 1258 w 1332"/>
                  <a:gd name="T95" fmla="*/ 365 h 720"/>
                  <a:gd name="T96" fmla="*/ 1303 w 1332"/>
                  <a:gd name="T97" fmla="*/ 406 h 720"/>
                  <a:gd name="T98" fmla="*/ 1327 w 1332"/>
                  <a:gd name="T99" fmla="*/ 452 h 720"/>
                  <a:gd name="T100" fmla="*/ 1332 w 1332"/>
                  <a:gd name="T101" fmla="*/ 179 h 720"/>
                  <a:gd name="T102" fmla="*/ 1317 w 1332"/>
                  <a:gd name="T103" fmla="*/ 131 h 720"/>
                  <a:gd name="T104" fmla="*/ 1279 w 1332"/>
                  <a:gd name="T105" fmla="*/ 88 h 720"/>
                  <a:gd name="T106" fmla="*/ 1220 w 1332"/>
                  <a:gd name="T107" fmla="*/ 51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32" h="720">
                    <a:moveTo>
                      <a:pt x="1220" y="51"/>
                    </a:moveTo>
                    <a:lnTo>
                      <a:pt x="1209" y="46"/>
                    </a:lnTo>
                    <a:lnTo>
                      <a:pt x="1198" y="42"/>
                    </a:lnTo>
                    <a:lnTo>
                      <a:pt x="1185" y="37"/>
                    </a:lnTo>
                    <a:lnTo>
                      <a:pt x="1174" y="33"/>
                    </a:lnTo>
                    <a:lnTo>
                      <a:pt x="1172" y="33"/>
                    </a:lnTo>
                    <a:lnTo>
                      <a:pt x="1170" y="32"/>
                    </a:lnTo>
                    <a:lnTo>
                      <a:pt x="1160" y="29"/>
                    </a:lnTo>
                    <a:lnTo>
                      <a:pt x="1150" y="27"/>
                    </a:lnTo>
                    <a:lnTo>
                      <a:pt x="1140" y="24"/>
                    </a:lnTo>
                    <a:lnTo>
                      <a:pt x="1129" y="21"/>
                    </a:lnTo>
                    <a:lnTo>
                      <a:pt x="1128" y="20"/>
                    </a:lnTo>
                    <a:lnTo>
                      <a:pt x="1125" y="20"/>
                    </a:lnTo>
                    <a:lnTo>
                      <a:pt x="1108" y="16"/>
                    </a:lnTo>
                    <a:lnTo>
                      <a:pt x="1089" y="13"/>
                    </a:lnTo>
                    <a:lnTo>
                      <a:pt x="1087" y="12"/>
                    </a:lnTo>
                    <a:lnTo>
                      <a:pt x="1084" y="12"/>
                    </a:lnTo>
                    <a:lnTo>
                      <a:pt x="1084" y="12"/>
                    </a:lnTo>
                    <a:lnTo>
                      <a:pt x="1084" y="12"/>
                    </a:lnTo>
                    <a:lnTo>
                      <a:pt x="1074" y="10"/>
                    </a:lnTo>
                    <a:lnTo>
                      <a:pt x="1063" y="8"/>
                    </a:lnTo>
                    <a:lnTo>
                      <a:pt x="1053" y="7"/>
                    </a:lnTo>
                    <a:lnTo>
                      <a:pt x="1042" y="6"/>
                    </a:lnTo>
                    <a:lnTo>
                      <a:pt x="1039" y="6"/>
                    </a:lnTo>
                    <a:lnTo>
                      <a:pt x="1037" y="5"/>
                    </a:lnTo>
                    <a:lnTo>
                      <a:pt x="1029" y="5"/>
                    </a:lnTo>
                    <a:lnTo>
                      <a:pt x="1021" y="4"/>
                    </a:lnTo>
                    <a:lnTo>
                      <a:pt x="1009" y="3"/>
                    </a:lnTo>
                    <a:lnTo>
                      <a:pt x="998" y="2"/>
                    </a:lnTo>
                    <a:lnTo>
                      <a:pt x="992" y="2"/>
                    </a:lnTo>
                    <a:lnTo>
                      <a:pt x="986" y="1"/>
                    </a:lnTo>
                    <a:lnTo>
                      <a:pt x="976" y="1"/>
                    </a:lnTo>
                    <a:lnTo>
                      <a:pt x="964" y="0"/>
                    </a:lnTo>
                    <a:lnTo>
                      <a:pt x="956" y="0"/>
                    </a:lnTo>
                    <a:lnTo>
                      <a:pt x="948" y="0"/>
                    </a:lnTo>
                    <a:lnTo>
                      <a:pt x="941" y="0"/>
                    </a:lnTo>
                    <a:lnTo>
                      <a:pt x="933" y="0"/>
                    </a:lnTo>
                    <a:lnTo>
                      <a:pt x="918" y="0"/>
                    </a:lnTo>
                    <a:lnTo>
                      <a:pt x="904" y="0"/>
                    </a:lnTo>
                    <a:lnTo>
                      <a:pt x="897" y="0"/>
                    </a:lnTo>
                    <a:lnTo>
                      <a:pt x="889" y="0"/>
                    </a:lnTo>
                    <a:lnTo>
                      <a:pt x="883" y="0"/>
                    </a:lnTo>
                    <a:lnTo>
                      <a:pt x="876" y="1"/>
                    </a:lnTo>
                    <a:lnTo>
                      <a:pt x="866" y="1"/>
                    </a:lnTo>
                    <a:lnTo>
                      <a:pt x="854" y="2"/>
                    </a:lnTo>
                    <a:lnTo>
                      <a:pt x="844" y="2"/>
                    </a:lnTo>
                    <a:lnTo>
                      <a:pt x="833" y="3"/>
                    </a:lnTo>
                    <a:lnTo>
                      <a:pt x="824" y="3"/>
                    </a:lnTo>
                    <a:lnTo>
                      <a:pt x="817" y="4"/>
                    </a:lnTo>
                    <a:lnTo>
                      <a:pt x="813" y="4"/>
                    </a:lnTo>
                    <a:lnTo>
                      <a:pt x="809" y="5"/>
                    </a:lnTo>
                    <a:lnTo>
                      <a:pt x="788" y="7"/>
                    </a:lnTo>
                    <a:lnTo>
                      <a:pt x="767" y="9"/>
                    </a:lnTo>
                    <a:lnTo>
                      <a:pt x="746" y="11"/>
                    </a:lnTo>
                    <a:lnTo>
                      <a:pt x="724" y="14"/>
                    </a:lnTo>
                    <a:lnTo>
                      <a:pt x="722" y="15"/>
                    </a:lnTo>
                    <a:lnTo>
                      <a:pt x="719" y="15"/>
                    </a:lnTo>
                    <a:lnTo>
                      <a:pt x="712" y="16"/>
                    </a:lnTo>
                    <a:lnTo>
                      <a:pt x="706" y="17"/>
                    </a:lnTo>
                    <a:lnTo>
                      <a:pt x="691" y="20"/>
                    </a:lnTo>
                    <a:lnTo>
                      <a:pt x="676" y="22"/>
                    </a:lnTo>
                    <a:lnTo>
                      <a:pt x="661" y="25"/>
                    </a:lnTo>
                    <a:lnTo>
                      <a:pt x="646" y="28"/>
                    </a:lnTo>
                    <a:lnTo>
                      <a:pt x="634" y="30"/>
                    </a:lnTo>
                    <a:lnTo>
                      <a:pt x="622" y="32"/>
                    </a:lnTo>
                    <a:lnTo>
                      <a:pt x="606" y="36"/>
                    </a:lnTo>
                    <a:lnTo>
                      <a:pt x="590" y="39"/>
                    </a:lnTo>
                    <a:lnTo>
                      <a:pt x="573" y="43"/>
                    </a:lnTo>
                    <a:lnTo>
                      <a:pt x="557" y="47"/>
                    </a:lnTo>
                    <a:lnTo>
                      <a:pt x="552" y="48"/>
                    </a:lnTo>
                    <a:lnTo>
                      <a:pt x="547" y="49"/>
                    </a:lnTo>
                    <a:lnTo>
                      <a:pt x="546" y="50"/>
                    </a:lnTo>
                    <a:lnTo>
                      <a:pt x="546" y="50"/>
                    </a:lnTo>
                    <a:lnTo>
                      <a:pt x="513" y="58"/>
                    </a:lnTo>
                    <a:lnTo>
                      <a:pt x="482" y="68"/>
                    </a:lnTo>
                    <a:lnTo>
                      <a:pt x="452" y="77"/>
                    </a:lnTo>
                    <a:lnTo>
                      <a:pt x="421" y="88"/>
                    </a:lnTo>
                    <a:lnTo>
                      <a:pt x="420" y="88"/>
                    </a:lnTo>
                    <a:lnTo>
                      <a:pt x="417" y="89"/>
                    </a:lnTo>
                    <a:lnTo>
                      <a:pt x="387" y="100"/>
                    </a:lnTo>
                    <a:lnTo>
                      <a:pt x="356" y="112"/>
                    </a:lnTo>
                    <a:lnTo>
                      <a:pt x="326" y="125"/>
                    </a:lnTo>
                    <a:lnTo>
                      <a:pt x="297" y="138"/>
                    </a:lnTo>
                    <a:lnTo>
                      <a:pt x="288" y="141"/>
                    </a:lnTo>
                    <a:lnTo>
                      <a:pt x="281" y="145"/>
                    </a:lnTo>
                    <a:lnTo>
                      <a:pt x="272" y="150"/>
                    </a:lnTo>
                    <a:lnTo>
                      <a:pt x="263" y="155"/>
                    </a:lnTo>
                    <a:lnTo>
                      <a:pt x="251" y="161"/>
                    </a:lnTo>
                    <a:lnTo>
                      <a:pt x="238" y="168"/>
                    </a:lnTo>
                    <a:lnTo>
                      <a:pt x="226" y="174"/>
                    </a:lnTo>
                    <a:lnTo>
                      <a:pt x="215" y="181"/>
                    </a:lnTo>
                    <a:lnTo>
                      <a:pt x="202" y="188"/>
                    </a:lnTo>
                    <a:lnTo>
                      <a:pt x="190" y="196"/>
                    </a:lnTo>
                    <a:lnTo>
                      <a:pt x="180" y="202"/>
                    </a:lnTo>
                    <a:lnTo>
                      <a:pt x="170" y="209"/>
                    </a:lnTo>
                    <a:lnTo>
                      <a:pt x="160" y="215"/>
                    </a:lnTo>
                    <a:lnTo>
                      <a:pt x="150" y="222"/>
                    </a:lnTo>
                    <a:lnTo>
                      <a:pt x="143" y="226"/>
                    </a:lnTo>
                    <a:lnTo>
                      <a:pt x="137" y="230"/>
                    </a:lnTo>
                    <a:lnTo>
                      <a:pt x="131" y="235"/>
                    </a:lnTo>
                    <a:lnTo>
                      <a:pt x="126" y="239"/>
                    </a:lnTo>
                    <a:lnTo>
                      <a:pt x="120" y="244"/>
                    </a:lnTo>
                    <a:lnTo>
                      <a:pt x="113" y="249"/>
                    </a:lnTo>
                    <a:lnTo>
                      <a:pt x="97" y="263"/>
                    </a:lnTo>
                    <a:lnTo>
                      <a:pt x="82" y="277"/>
                    </a:lnTo>
                    <a:lnTo>
                      <a:pt x="79" y="280"/>
                    </a:lnTo>
                    <a:lnTo>
                      <a:pt x="76" y="283"/>
                    </a:lnTo>
                    <a:lnTo>
                      <a:pt x="75" y="284"/>
                    </a:lnTo>
                    <a:lnTo>
                      <a:pt x="74" y="285"/>
                    </a:lnTo>
                    <a:lnTo>
                      <a:pt x="70" y="289"/>
                    </a:lnTo>
                    <a:lnTo>
                      <a:pt x="66" y="294"/>
                    </a:lnTo>
                    <a:lnTo>
                      <a:pt x="60" y="301"/>
                    </a:lnTo>
                    <a:lnTo>
                      <a:pt x="52" y="309"/>
                    </a:lnTo>
                    <a:lnTo>
                      <a:pt x="47" y="316"/>
                    </a:lnTo>
                    <a:lnTo>
                      <a:pt x="41" y="324"/>
                    </a:lnTo>
                    <a:lnTo>
                      <a:pt x="40" y="326"/>
                    </a:lnTo>
                    <a:lnTo>
                      <a:pt x="37" y="328"/>
                    </a:lnTo>
                    <a:lnTo>
                      <a:pt x="34" y="335"/>
                    </a:lnTo>
                    <a:lnTo>
                      <a:pt x="29" y="343"/>
                    </a:lnTo>
                    <a:lnTo>
                      <a:pt x="24" y="351"/>
                    </a:lnTo>
                    <a:lnTo>
                      <a:pt x="19" y="360"/>
                    </a:lnTo>
                    <a:lnTo>
                      <a:pt x="17" y="362"/>
                    </a:lnTo>
                    <a:lnTo>
                      <a:pt x="16" y="364"/>
                    </a:lnTo>
                    <a:lnTo>
                      <a:pt x="12" y="374"/>
                    </a:lnTo>
                    <a:lnTo>
                      <a:pt x="9" y="384"/>
                    </a:lnTo>
                    <a:lnTo>
                      <a:pt x="7" y="389"/>
                    </a:lnTo>
                    <a:lnTo>
                      <a:pt x="6" y="394"/>
                    </a:lnTo>
                    <a:lnTo>
                      <a:pt x="5" y="395"/>
                    </a:lnTo>
                    <a:lnTo>
                      <a:pt x="5" y="395"/>
                    </a:lnTo>
                    <a:lnTo>
                      <a:pt x="2" y="410"/>
                    </a:lnTo>
                    <a:lnTo>
                      <a:pt x="1" y="423"/>
                    </a:lnTo>
                    <a:lnTo>
                      <a:pt x="1" y="426"/>
                    </a:lnTo>
                    <a:lnTo>
                      <a:pt x="1" y="428"/>
                    </a:lnTo>
                    <a:lnTo>
                      <a:pt x="1" y="428"/>
                    </a:lnTo>
                    <a:lnTo>
                      <a:pt x="0" y="720"/>
                    </a:lnTo>
                    <a:lnTo>
                      <a:pt x="0" y="712"/>
                    </a:lnTo>
                    <a:lnTo>
                      <a:pt x="1" y="704"/>
                    </a:lnTo>
                    <a:lnTo>
                      <a:pt x="2" y="695"/>
                    </a:lnTo>
                    <a:lnTo>
                      <a:pt x="5" y="687"/>
                    </a:lnTo>
                    <a:lnTo>
                      <a:pt x="6" y="682"/>
                    </a:lnTo>
                    <a:lnTo>
                      <a:pt x="7" y="677"/>
                    </a:lnTo>
                    <a:lnTo>
                      <a:pt x="12" y="665"/>
                    </a:lnTo>
                    <a:lnTo>
                      <a:pt x="17" y="653"/>
                    </a:lnTo>
                    <a:lnTo>
                      <a:pt x="22" y="644"/>
                    </a:lnTo>
                    <a:lnTo>
                      <a:pt x="27" y="635"/>
                    </a:lnTo>
                    <a:lnTo>
                      <a:pt x="34" y="626"/>
                    </a:lnTo>
                    <a:lnTo>
                      <a:pt x="40" y="617"/>
                    </a:lnTo>
                    <a:lnTo>
                      <a:pt x="46" y="609"/>
                    </a:lnTo>
                    <a:lnTo>
                      <a:pt x="52" y="601"/>
                    </a:lnTo>
                    <a:lnTo>
                      <a:pt x="59" y="594"/>
                    </a:lnTo>
                    <a:lnTo>
                      <a:pt x="66" y="586"/>
                    </a:lnTo>
                    <a:lnTo>
                      <a:pt x="70" y="581"/>
                    </a:lnTo>
                    <a:lnTo>
                      <a:pt x="75" y="576"/>
                    </a:lnTo>
                    <a:lnTo>
                      <a:pt x="77" y="573"/>
                    </a:lnTo>
                    <a:lnTo>
                      <a:pt x="81" y="570"/>
                    </a:lnTo>
                    <a:lnTo>
                      <a:pt x="96" y="556"/>
                    </a:lnTo>
                    <a:lnTo>
                      <a:pt x="112" y="542"/>
                    </a:lnTo>
                    <a:lnTo>
                      <a:pt x="118" y="537"/>
                    </a:lnTo>
                    <a:lnTo>
                      <a:pt x="125" y="532"/>
                    </a:lnTo>
                    <a:lnTo>
                      <a:pt x="137" y="523"/>
                    </a:lnTo>
                    <a:lnTo>
                      <a:pt x="150" y="514"/>
                    </a:lnTo>
                    <a:lnTo>
                      <a:pt x="158" y="508"/>
                    </a:lnTo>
                    <a:lnTo>
                      <a:pt x="168" y="501"/>
                    </a:lnTo>
                    <a:lnTo>
                      <a:pt x="178" y="495"/>
                    </a:lnTo>
                    <a:lnTo>
                      <a:pt x="188" y="488"/>
                    </a:lnTo>
                    <a:lnTo>
                      <a:pt x="201" y="481"/>
                    </a:lnTo>
                    <a:lnTo>
                      <a:pt x="213" y="474"/>
                    </a:lnTo>
                    <a:lnTo>
                      <a:pt x="225" y="467"/>
                    </a:lnTo>
                    <a:lnTo>
                      <a:pt x="237" y="460"/>
                    </a:lnTo>
                    <a:lnTo>
                      <a:pt x="250" y="454"/>
                    </a:lnTo>
                    <a:lnTo>
                      <a:pt x="262" y="447"/>
                    </a:lnTo>
                    <a:lnTo>
                      <a:pt x="278" y="439"/>
                    </a:lnTo>
                    <a:lnTo>
                      <a:pt x="296" y="431"/>
                    </a:lnTo>
                    <a:lnTo>
                      <a:pt x="325" y="417"/>
                    </a:lnTo>
                    <a:lnTo>
                      <a:pt x="355" y="405"/>
                    </a:lnTo>
                    <a:lnTo>
                      <a:pt x="386" y="393"/>
                    </a:lnTo>
                    <a:lnTo>
                      <a:pt x="417" y="381"/>
                    </a:lnTo>
                    <a:lnTo>
                      <a:pt x="418" y="381"/>
                    </a:lnTo>
                    <a:lnTo>
                      <a:pt x="420" y="380"/>
                    </a:lnTo>
                    <a:lnTo>
                      <a:pt x="451" y="370"/>
                    </a:lnTo>
                    <a:lnTo>
                      <a:pt x="482" y="360"/>
                    </a:lnTo>
                    <a:lnTo>
                      <a:pt x="512" y="351"/>
                    </a:lnTo>
                    <a:lnTo>
                      <a:pt x="545" y="343"/>
                    </a:lnTo>
                    <a:lnTo>
                      <a:pt x="550" y="341"/>
                    </a:lnTo>
                    <a:lnTo>
                      <a:pt x="556" y="340"/>
                    </a:lnTo>
                    <a:lnTo>
                      <a:pt x="572" y="336"/>
                    </a:lnTo>
                    <a:lnTo>
                      <a:pt x="588" y="332"/>
                    </a:lnTo>
                    <a:lnTo>
                      <a:pt x="604" y="328"/>
                    </a:lnTo>
                    <a:lnTo>
                      <a:pt x="622" y="325"/>
                    </a:lnTo>
                    <a:lnTo>
                      <a:pt x="633" y="323"/>
                    </a:lnTo>
                    <a:lnTo>
                      <a:pt x="644" y="320"/>
                    </a:lnTo>
                    <a:lnTo>
                      <a:pt x="659" y="318"/>
                    </a:lnTo>
                    <a:lnTo>
                      <a:pt x="674" y="315"/>
                    </a:lnTo>
                    <a:lnTo>
                      <a:pt x="689" y="312"/>
                    </a:lnTo>
                    <a:lnTo>
                      <a:pt x="704" y="310"/>
                    </a:lnTo>
                    <a:lnTo>
                      <a:pt x="714" y="309"/>
                    </a:lnTo>
                    <a:lnTo>
                      <a:pt x="723" y="307"/>
                    </a:lnTo>
                    <a:lnTo>
                      <a:pt x="744" y="304"/>
                    </a:lnTo>
                    <a:lnTo>
                      <a:pt x="766" y="302"/>
                    </a:lnTo>
                    <a:lnTo>
                      <a:pt x="787" y="299"/>
                    </a:lnTo>
                    <a:lnTo>
                      <a:pt x="808" y="297"/>
                    </a:lnTo>
                    <a:lnTo>
                      <a:pt x="821" y="297"/>
                    </a:lnTo>
                    <a:lnTo>
                      <a:pt x="832" y="296"/>
                    </a:lnTo>
                    <a:lnTo>
                      <a:pt x="843" y="295"/>
                    </a:lnTo>
                    <a:lnTo>
                      <a:pt x="853" y="294"/>
                    </a:lnTo>
                    <a:lnTo>
                      <a:pt x="864" y="294"/>
                    </a:lnTo>
                    <a:lnTo>
                      <a:pt x="876" y="293"/>
                    </a:lnTo>
                    <a:lnTo>
                      <a:pt x="889" y="293"/>
                    </a:lnTo>
                    <a:lnTo>
                      <a:pt x="903" y="293"/>
                    </a:lnTo>
                    <a:lnTo>
                      <a:pt x="917" y="292"/>
                    </a:lnTo>
                    <a:lnTo>
                      <a:pt x="932" y="293"/>
                    </a:lnTo>
                    <a:lnTo>
                      <a:pt x="948" y="293"/>
                    </a:lnTo>
                    <a:lnTo>
                      <a:pt x="963" y="293"/>
                    </a:lnTo>
                    <a:lnTo>
                      <a:pt x="974" y="294"/>
                    </a:lnTo>
                    <a:lnTo>
                      <a:pt x="984" y="294"/>
                    </a:lnTo>
                    <a:lnTo>
                      <a:pt x="1003" y="295"/>
                    </a:lnTo>
                    <a:lnTo>
                      <a:pt x="1019" y="297"/>
                    </a:lnTo>
                    <a:lnTo>
                      <a:pt x="1028" y="297"/>
                    </a:lnTo>
                    <a:lnTo>
                      <a:pt x="1036" y="298"/>
                    </a:lnTo>
                    <a:lnTo>
                      <a:pt x="1048" y="299"/>
                    </a:lnTo>
                    <a:lnTo>
                      <a:pt x="1059" y="301"/>
                    </a:lnTo>
                    <a:lnTo>
                      <a:pt x="1072" y="303"/>
                    </a:lnTo>
                    <a:lnTo>
                      <a:pt x="1083" y="304"/>
                    </a:lnTo>
                    <a:lnTo>
                      <a:pt x="1086" y="305"/>
                    </a:lnTo>
                    <a:lnTo>
                      <a:pt x="1088" y="305"/>
                    </a:lnTo>
                    <a:lnTo>
                      <a:pt x="1098" y="307"/>
                    </a:lnTo>
                    <a:lnTo>
                      <a:pt x="1109" y="309"/>
                    </a:lnTo>
                    <a:lnTo>
                      <a:pt x="1119" y="311"/>
                    </a:lnTo>
                    <a:lnTo>
                      <a:pt x="1128" y="314"/>
                    </a:lnTo>
                    <a:lnTo>
                      <a:pt x="1139" y="316"/>
                    </a:lnTo>
                    <a:lnTo>
                      <a:pt x="1150" y="319"/>
                    </a:lnTo>
                    <a:lnTo>
                      <a:pt x="1162" y="323"/>
                    </a:lnTo>
                    <a:lnTo>
                      <a:pt x="1173" y="326"/>
                    </a:lnTo>
                    <a:lnTo>
                      <a:pt x="1185" y="330"/>
                    </a:lnTo>
                    <a:lnTo>
                      <a:pt x="1197" y="334"/>
                    </a:lnTo>
                    <a:lnTo>
                      <a:pt x="1208" y="339"/>
                    </a:lnTo>
                    <a:lnTo>
                      <a:pt x="1219" y="344"/>
                    </a:lnTo>
                    <a:lnTo>
                      <a:pt x="1233" y="350"/>
                    </a:lnTo>
                    <a:lnTo>
                      <a:pt x="1245" y="358"/>
                    </a:lnTo>
                    <a:lnTo>
                      <a:pt x="1258" y="365"/>
                    </a:lnTo>
                    <a:lnTo>
                      <a:pt x="1268" y="372"/>
                    </a:lnTo>
                    <a:lnTo>
                      <a:pt x="1279" y="380"/>
                    </a:lnTo>
                    <a:lnTo>
                      <a:pt x="1288" y="389"/>
                    </a:lnTo>
                    <a:lnTo>
                      <a:pt x="1297" y="397"/>
                    </a:lnTo>
                    <a:lnTo>
                      <a:pt x="1303" y="406"/>
                    </a:lnTo>
                    <a:lnTo>
                      <a:pt x="1310" y="414"/>
                    </a:lnTo>
                    <a:lnTo>
                      <a:pt x="1315" y="423"/>
                    </a:lnTo>
                    <a:lnTo>
                      <a:pt x="1320" y="433"/>
                    </a:lnTo>
                    <a:lnTo>
                      <a:pt x="1324" y="442"/>
                    </a:lnTo>
                    <a:lnTo>
                      <a:pt x="1327" y="452"/>
                    </a:lnTo>
                    <a:lnTo>
                      <a:pt x="1329" y="462"/>
                    </a:lnTo>
                    <a:lnTo>
                      <a:pt x="1330" y="472"/>
                    </a:lnTo>
                    <a:lnTo>
                      <a:pt x="1330" y="482"/>
                    </a:lnTo>
                    <a:lnTo>
                      <a:pt x="1332" y="189"/>
                    </a:lnTo>
                    <a:lnTo>
                      <a:pt x="1332" y="179"/>
                    </a:lnTo>
                    <a:lnTo>
                      <a:pt x="1330" y="169"/>
                    </a:lnTo>
                    <a:lnTo>
                      <a:pt x="1328" y="159"/>
                    </a:lnTo>
                    <a:lnTo>
                      <a:pt x="1325" y="149"/>
                    </a:lnTo>
                    <a:lnTo>
                      <a:pt x="1322" y="140"/>
                    </a:lnTo>
                    <a:lnTo>
                      <a:pt x="1317" y="131"/>
                    </a:lnTo>
                    <a:lnTo>
                      <a:pt x="1310" y="122"/>
                    </a:lnTo>
                    <a:lnTo>
                      <a:pt x="1304" y="113"/>
                    </a:lnTo>
                    <a:lnTo>
                      <a:pt x="1297" y="104"/>
                    </a:lnTo>
                    <a:lnTo>
                      <a:pt x="1289" y="96"/>
                    </a:lnTo>
                    <a:lnTo>
                      <a:pt x="1279" y="88"/>
                    </a:lnTo>
                    <a:lnTo>
                      <a:pt x="1269" y="80"/>
                    </a:lnTo>
                    <a:lnTo>
                      <a:pt x="1258" y="72"/>
                    </a:lnTo>
                    <a:lnTo>
                      <a:pt x="1247" y="65"/>
                    </a:lnTo>
                    <a:lnTo>
                      <a:pt x="1234" y="58"/>
                    </a:lnTo>
                    <a:lnTo>
                      <a:pt x="1220" y="51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6" name="Freeform 127">
                <a:extLst>
                  <a:ext uri="{FF2B5EF4-FFF2-40B4-BE49-F238E27FC236}">
                    <a16:creationId xmlns:a16="http://schemas.microsoft.com/office/drawing/2014/main" id="{3597B368-366E-47CB-819C-E871F65BC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763" y="4613275"/>
                <a:ext cx="60325" cy="150813"/>
              </a:xfrm>
              <a:custGeom>
                <a:avLst/>
                <a:gdLst>
                  <a:gd name="T0" fmla="*/ 1 w 192"/>
                  <a:gd name="T1" fmla="*/ 0 h 381"/>
                  <a:gd name="T2" fmla="*/ 0 w 192"/>
                  <a:gd name="T3" fmla="*/ 293 h 381"/>
                  <a:gd name="T4" fmla="*/ 191 w 192"/>
                  <a:gd name="T5" fmla="*/ 381 h 381"/>
                  <a:gd name="T6" fmla="*/ 192 w 192"/>
                  <a:gd name="T7" fmla="*/ 88 h 381"/>
                  <a:gd name="T8" fmla="*/ 1 w 192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1" y="0"/>
                    </a:moveTo>
                    <a:lnTo>
                      <a:pt x="0" y="293"/>
                    </a:lnTo>
                    <a:lnTo>
                      <a:pt x="191" y="381"/>
                    </a:lnTo>
                    <a:lnTo>
                      <a:pt x="192" y="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7" name="Freeform 128">
                <a:extLst>
                  <a:ext uri="{FF2B5EF4-FFF2-40B4-BE49-F238E27FC236}">
                    <a16:creationId xmlns:a16="http://schemas.microsoft.com/office/drawing/2014/main" id="{A0ED04F0-5A21-40DF-8D24-E1B534882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7088" y="4443413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3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8" name="Freeform 129">
                <a:extLst>
                  <a:ext uri="{FF2B5EF4-FFF2-40B4-BE49-F238E27FC236}">
                    <a16:creationId xmlns:a16="http://schemas.microsoft.com/office/drawing/2014/main" id="{E73CCBF8-710C-4547-87D8-9C97ECE84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451" y="4741863"/>
                <a:ext cx="60325" cy="150813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91 w 191"/>
                  <a:gd name="T5" fmla="*/ 292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91" y="292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rgbClr val="705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9" name="Freeform 130">
                <a:extLst>
                  <a:ext uri="{FF2B5EF4-FFF2-40B4-BE49-F238E27FC236}">
                    <a16:creationId xmlns:a16="http://schemas.microsoft.com/office/drawing/2014/main" id="{572AE30A-8C35-42FD-88EF-F3B3225DF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701" y="4719638"/>
                <a:ext cx="423863" cy="285750"/>
              </a:xfrm>
              <a:custGeom>
                <a:avLst/>
                <a:gdLst>
                  <a:gd name="T0" fmla="*/ 1324 w 1335"/>
                  <a:gd name="T1" fmla="*/ 293 h 723"/>
                  <a:gd name="T2" fmla="*/ 1308 w 1335"/>
                  <a:gd name="T3" fmla="*/ 318 h 723"/>
                  <a:gd name="T4" fmla="*/ 1283 w 1335"/>
                  <a:gd name="T5" fmla="*/ 343 h 723"/>
                  <a:gd name="T6" fmla="*/ 1259 w 1335"/>
                  <a:gd name="T7" fmla="*/ 360 h 723"/>
                  <a:gd name="T8" fmla="*/ 1217 w 1335"/>
                  <a:gd name="T9" fmla="*/ 383 h 723"/>
                  <a:gd name="T10" fmla="*/ 1180 w 1335"/>
                  <a:gd name="T11" fmla="*/ 396 h 723"/>
                  <a:gd name="T12" fmla="*/ 1129 w 1335"/>
                  <a:gd name="T13" fmla="*/ 410 h 723"/>
                  <a:gd name="T14" fmla="*/ 1068 w 1335"/>
                  <a:gd name="T15" fmla="*/ 421 h 723"/>
                  <a:gd name="T16" fmla="*/ 1013 w 1335"/>
                  <a:gd name="T17" fmla="*/ 427 h 723"/>
                  <a:gd name="T18" fmla="*/ 958 w 1335"/>
                  <a:gd name="T19" fmla="*/ 430 h 723"/>
                  <a:gd name="T20" fmla="*/ 901 w 1335"/>
                  <a:gd name="T21" fmla="*/ 430 h 723"/>
                  <a:gd name="T22" fmla="*/ 839 w 1335"/>
                  <a:gd name="T23" fmla="*/ 427 h 723"/>
                  <a:gd name="T24" fmla="*/ 796 w 1335"/>
                  <a:gd name="T25" fmla="*/ 423 h 723"/>
                  <a:gd name="T26" fmla="*/ 747 w 1335"/>
                  <a:gd name="T27" fmla="*/ 418 h 723"/>
                  <a:gd name="T28" fmla="*/ 697 w 1335"/>
                  <a:gd name="T29" fmla="*/ 410 h 723"/>
                  <a:gd name="T30" fmla="*/ 622 w 1335"/>
                  <a:gd name="T31" fmla="*/ 397 h 723"/>
                  <a:gd name="T32" fmla="*/ 558 w 1335"/>
                  <a:gd name="T33" fmla="*/ 382 h 723"/>
                  <a:gd name="T34" fmla="*/ 465 w 1335"/>
                  <a:gd name="T35" fmla="*/ 355 h 723"/>
                  <a:gd name="T36" fmla="*/ 411 w 1335"/>
                  <a:gd name="T37" fmla="*/ 337 h 723"/>
                  <a:gd name="T38" fmla="*/ 356 w 1335"/>
                  <a:gd name="T39" fmla="*/ 316 h 723"/>
                  <a:gd name="T40" fmla="*/ 266 w 1335"/>
                  <a:gd name="T41" fmla="*/ 275 h 723"/>
                  <a:gd name="T42" fmla="*/ 145 w 1335"/>
                  <a:gd name="T43" fmla="*/ 203 h 723"/>
                  <a:gd name="T44" fmla="*/ 60 w 1335"/>
                  <a:gd name="T45" fmla="*/ 128 h 723"/>
                  <a:gd name="T46" fmla="*/ 12 w 1335"/>
                  <a:gd name="T47" fmla="*/ 53 h 723"/>
                  <a:gd name="T48" fmla="*/ 0 w 1335"/>
                  <a:gd name="T49" fmla="*/ 293 h 723"/>
                  <a:gd name="T50" fmla="*/ 20 w 1335"/>
                  <a:gd name="T51" fmla="*/ 365 h 723"/>
                  <a:gd name="T52" fmla="*/ 77 w 1335"/>
                  <a:gd name="T53" fmla="*/ 440 h 723"/>
                  <a:gd name="T54" fmla="*/ 171 w 1335"/>
                  <a:gd name="T55" fmla="*/ 514 h 723"/>
                  <a:gd name="T56" fmla="*/ 301 w 1335"/>
                  <a:gd name="T57" fmla="*/ 585 h 723"/>
                  <a:gd name="T58" fmla="*/ 373 w 1335"/>
                  <a:gd name="T59" fmla="*/ 616 h 723"/>
                  <a:gd name="T60" fmla="*/ 425 w 1335"/>
                  <a:gd name="T61" fmla="*/ 635 h 723"/>
                  <a:gd name="T62" fmla="*/ 467 w 1335"/>
                  <a:gd name="T63" fmla="*/ 649 h 723"/>
                  <a:gd name="T64" fmla="*/ 530 w 1335"/>
                  <a:gd name="T65" fmla="*/ 667 h 723"/>
                  <a:gd name="T66" fmla="*/ 595 w 1335"/>
                  <a:gd name="T67" fmla="*/ 684 h 723"/>
                  <a:gd name="T68" fmla="*/ 643 w 1335"/>
                  <a:gd name="T69" fmla="*/ 694 h 723"/>
                  <a:gd name="T70" fmla="*/ 691 w 1335"/>
                  <a:gd name="T71" fmla="*/ 703 h 723"/>
                  <a:gd name="T72" fmla="*/ 733 w 1335"/>
                  <a:gd name="T73" fmla="*/ 709 h 723"/>
                  <a:gd name="T74" fmla="*/ 772 w 1335"/>
                  <a:gd name="T75" fmla="*/ 714 h 723"/>
                  <a:gd name="T76" fmla="*/ 804 w 1335"/>
                  <a:gd name="T77" fmla="*/ 717 h 723"/>
                  <a:gd name="T78" fmla="*/ 842 w 1335"/>
                  <a:gd name="T79" fmla="*/ 720 h 723"/>
                  <a:gd name="T80" fmla="*/ 884 w 1335"/>
                  <a:gd name="T81" fmla="*/ 722 h 723"/>
                  <a:gd name="T82" fmla="*/ 914 w 1335"/>
                  <a:gd name="T83" fmla="*/ 723 h 723"/>
                  <a:gd name="T84" fmla="*/ 961 w 1335"/>
                  <a:gd name="T85" fmla="*/ 723 h 723"/>
                  <a:gd name="T86" fmla="*/ 998 w 1335"/>
                  <a:gd name="T87" fmla="*/ 721 h 723"/>
                  <a:gd name="T88" fmla="*/ 1027 w 1335"/>
                  <a:gd name="T89" fmla="*/ 719 h 723"/>
                  <a:gd name="T90" fmla="*/ 1073 w 1335"/>
                  <a:gd name="T91" fmla="*/ 714 h 723"/>
                  <a:gd name="T92" fmla="*/ 1112 w 1335"/>
                  <a:gd name="T93" fmla="*/ 707 h 723"/>
                  <a:gd name="T94" fmla="*/ 1148 w 1335"/>
                  <a:gd name="T95" fmla="*/ 699 h 723"/>
                  <a:gd name="T96" fmla="*/ 1185 w 1335"/>
                  <a:gd name="T97" fmla="*/ 687 h 723"/>
                  <a:gd name="T98" fmla="*/ 1224 w 1335"/>
                  <a:gd name="T99" fmla="*/ 672 h 723"/>
                  <a:gd name="T100" fmla="*/ 1249 w 1335"/>
                  <a:gd name="T101" fmla="*/ 658 h 723"/>
                  <a:gd name="T102" fmla="*/ 1273 w 1335"/>
                  <a:gd name="T103" fmla="*/ 643 h 723"/>
                  <a:gd name="T104" fmla="*/ 1297 w 1335"/>
                  <a:gd name="T105" fmla="*/ 623 h 723"/>
                  <a:gd name="T106" fmla="*/ 1308 w 1335"/>
                  <a:gd name="T107" fmla="*/ 609 h 723"/>
                  <a:gd name="T108" fmla="*/ 1323 w 1335"/>
                  <a:gd name="T109" fmla="*/ 585 h 723"/>
                  <a:gd name="T110" fmla="*/ 1328 w 1335"/>
                  <a:gd name="T111" fmla="*/ 572 h 723"/>
                  <a:gd name="T112" fmla="*/ 1334 w 1335"/>
                  <a:gd name="T113" fmla="*/ 540 h 723"/>
                  <a:gd name="T114" fmla="*/ 1335 w 1335"/>
                  <a:gd name="T115" fmla="*/ 253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35" h="723">
                    <a:moveTo>
                      <a:pt x="1329" y="279"/>
                    </a:moveTo>
                    <a:lnTo>
                      <a:pt x="1328" y="282"/>
                    </a:lnTo>
                    <a:lnTo>
                      <a:pt x="1327" y="285"/>
                    </a:lnTo>
                    <a:lnTo>
                      <a:pt x="1324" y="293"/>
                    </a:lnTo>
                    <a:lnTo>
                      <a:pt x="1319" y="301"/>
                    </a:lnTo>
                    <a:lnTo>
                      <a:pt x="1315" y="308"/>
                    </a:lnTo>
                    <a:lnTo>
                      <a:pt x="1309" y="316"/>
                    </a:lnTo>
                    <a:lnTo>
                      <a:pt x="1308" y="318"/>
                    </a:lnTo>
                    <a:lnTo>
                      <a:pt x="1305" y="321"/>
                    </a:lnTo>
                    <a:lnTo>
                      <a:pt x="1299" y="329"/>
                    </a:lnTo>
                    <a:lnTo>
                      <a:pt x="1292" y="336"/>
                    </a:lnTo>
                    <a:lnTo>
                      <a:pt x="1283" y="343"/>
                    </a:lnTo>
                    <a:lnTo>
                      <a:pt x="1274" y="350"/>
                    </a:lnTo>
                    <a:lnTo>
                      <a:pt x="1272" y="352"/>
                    </a:lnTo>
                    <a:lnTo>
                      <a:pt x="1269" y="353"/>
                    </a:lnTo>
                    <a:lnTo>
                      <a:pt x="1259" y="360"/>
                    </a:lnTo>
                    <a:lnTo>
                      <a:pt x="1249" y="367"/>
                    </a:lnTo>
                    <a:lnTo>
                      <a:pt x="1238" y="373"/>
                    </a:lnTo>
                    <a:lnTo>
                      <a:pt x="1225" y="379"/>
                    </a:lnTo>
                    <a:lnTo>
                      <a:pt x="1217" y="383"/>
                    </a:lnTo>
                    <a:lnTo>
                      <a:pt x="1207" y="387"/>
                    </a:lnTo>
                    <a:lnTo>
                      <a:pt x="1197" y="391"/>
                    </a:lnTo>
                    <a:lnTo>
                      <a:pt x="1187" y="394"/>
                    </a:lnTo>
                    <a:lnTo>
                      <a:pt x="1180" y="396"/>
                    </a:lnTo>
                    <a:lnTo>
                      <a:pt x="1173" y="399"/>
                    </a:lnTo>
                    <a:lnTo>
                      <a:pt x="1159" y="403"/>
                    </a:lnTo>
                    <a:lnTo>
                      <a:pt x="1146" y="407"/>
                    </a:lnTo>
                    <a:lnTo>
                      <a:pt x="1129" y="410"/>
                    </a:lnTo>
                    <a:lnTo>
                      <a:pt x="1113" y="414"/>
                    </a:lnTo>
                    <a:lnTo>
                      <a:pt x="1097" y="417"/>
                    </a:lnTo>
                    <a:lnTo>
                      <a:pt x="1079" y="420"/>
                    </a:lnTo>
                    <a:lnTo>
                      <a:pt x="1068" y="421"/>
                    </a:lnTo>
                    <a:lnTo>
                      <a:pt x="1057" y="423"/>
                    </a:lnTo>
                    <a:lnTo>
                      <a:pt x="1043" y="424"/>
                    </a:lnTo>
                    <a:lnTo>
                      <a:pt x="1027" y="426"/>
                    </a:lnTo>
                    <a:lnTo>
                      <a:pt x="1013" y="427"/>
                    </a:lnTo>
                    <a:lnTo>
                      <a:pt x="999" y="428"/>
                    </a:lnTo>
                    <a:lnTo>
                      <a:pt x="987" y="429"/>
                    </a:lnTo>
                    <a:lnTo>
                      <a:pt x="973" y="429"/>
                    </a:lnTo>
                    <a:lnTo>
                      <a:pt x="958" y="430"/>
                    </a:lnTo>
                    <a:lnTo>
                      <a:pt x="943" y="430"/>
                    </a:lnTo>
                    <a:lnTo>
                      <a:pt x="929" y="430"/>
                    </a:lnTo>
                    <a:lnTo>
                      <a:pt x="916" y="430"/>
                    </a:lnTo>
                    <a:lnTo>
                      <a:pt x="901" y="430"/>
                    </a:lnTo>
                    <a:lnTo>
                      <a:pt x="886" y="429"/>
                    </a:lnTo>
                    <a:lnTo>
                      <a:pt x="869" y="429"/>
                    </a:lnTo>
                    <a:lnTo>
                      <a:pt x="853" y="428"/>
                    </a:lnTo>
                    <a:lnTo>
                      <a:pt x="839" y="427"/>
                    </a:lnTo>
                    <a:lnTo>
                      <a:pt x="826" y="426"/>
                    </a:lnTo>
                    <a:lnTo>
                      <a:pt x="816" y="425"/>
                    </a:lnTo>
                    <a:lnTo>
                      <a:pt x="806" y="424"/>
                    </a:lnTo>
                    <a:lnTo>
                      <a:pt x="796" y="423"/>
                    </a:lnTo>
                    <a:lnTo>
                      <a:pt x="786" y="422"/>
                    </a:lnTo>
                    <a:lnTo>
                      <a:pt x="773" y="421"/>
                    </a:lnTo>
                    <a:lnTo>
                      <a:pt x="759" y="419"/>
                    </a:lnTo>
                    <a:lnTo>
                      <a:pt x="747" y="418"/>
                    </a:lnTo>
                    <a:lnTo>
                      <a:pt x="734" y="416"/>
                    </a:lnTo>
                    <a:lnTo>
                      <a:pt x="721" y="414"/>
                    </a:lnTo>
                    <a:lnTo>
                      <a:pt x="708" y="412"/>
                    </a:lnTo>
                    <a:lnTo>
                      <a:pt x="697" y="410"/>
                    </a:lnTo>
                    <a:lnTo>
                      <a:pt x="686" y="409"/>
                    </a:lnTo>
                    <a:lnTo>
                      <a:pt x="665" y="405"/>
                    </a:lnTo>
                    <a:lnTo>
                      <a:pt x="643" y="401"/>
                    </a:lnTo>
                    <a:lnTo>
                      <a:pt x="622" y="397"/>
                    </a:lnTo>
                    <a:lnTo>
                      <a:pt x="602" y="392"/>
                    </a:lnTo>
                    <a:lnTo>
                      <a:pt x="595" y="390"/>
                    </a:lnTo>
                    <a:lnTo>
                      <a:pt x="587" y="389"/>
                    </a:lnTo>
                    <a:lnTo>
                      <a:pt x="558" y="382"/>
                    </a:lnTo>
                    <a:lnTo>
                      <a:pt x="530" y="374"/>
                    </a:lnTo>
                    <a:lnTo>
                      <a:pt x="502" y="366"/>
                    </a:lnTo>
                    <a:lnTo>
                      <a:pt x="473" y="358"/>
                    </a:lnTo>
                    <a:lnTo>
                      <a:pt x="465" y="355"/>
                    </a:lnTo>
                    <a:lnTo>
                      <a:pt x="456" y="352"/>
                    </a:lnTo>
                    <a:lnTo>
                      <a:pt x="441" y="347"/>
                    </a:lnTo>
                    <a:lnTo>
                      <a:pt x="426" y="342"/>
                    </a:lnTo>
                    <a:lnTo>
                      <a:pt x="411" y="337"/>
                    </a:lnTo>
                    <a:lnTo>
                      <a:pt x="396" y="331"/>
                    </a:lnTo>
                    <a:lnTo>
                      <a:pt x="386" y="327"/>
                    </a:lnTo>
                    <a:lnTo>
                      <a:pt x="375" y="323"/>
                    </a:lnTo>
                    <a:lnTo>
                      <a:pt x="356" y="316"/>
                    </a:lnTo>
                    <a:lnTo>
                      <a:pt x="337" y="308"/>
                    </a:lnTo>
                    <a:lnTo>
                      <a:pt x="320" y="300"/>
                    </a:lnTo>
                    <a:lnTo>
                      <a:pt x="301" y="292"/>
                    </a:lnTo>
                    <a:lnTo>
                      <a:pt x="266" y="275"/>
                    </a:lnTo>
                    <a:lnTo>
                      <a:pt x="232" y="258"/>
                    </a:lnTo>
                    <a:lnTo>
                      <a:pt x="201" y="240"/>
                    </a:lnTo>
                    <a:lnTo>
                      <a:pt x="172" y="222"/>
                    </a:lnTo>
                    <a:lnTo>
                      <a:pt x="145" y="203"/>
                    </a:lnTo>
                    <a:lnTo>
                      <a:pt x="121" y="184"/>
                    </a:lnTo>
                    <a:lnTo>
                      <a:pt x="99" y="166"/>
                    </a:lnTo>
                    <a:lnTo>
                      <a:pt x="79" y="147"/>
                    </a:lnTo>
                    <a:lnTo>
                      <a:pt x="60" y="128"/>
                    </a:lnTo>
                    <a:lnTo>
                      <a:pt x="45" y="109"/>
                    </a:lnTo>
                    <a:lnTo>
                      <a:pt x="31" y="90"/>
                    </a:lnTo>
                    <a:lnTo>
                      <a:pt x="21" y="72"/>
                    </a:lnTo>
                    <a:lnTo>
                      <a:pt x="12" y="53"/>
                    </a:lnTo>
                    <a:lnTo>
                      <a:pt x="6" y="35"/>
                    </a:lnTo>
                    <a:lnTo>
                      <a:pt x="2" y="17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1" y="310"/>
                    </a:lnTo>
                    <a:lnTo>
                      <a:pt x="5" y="328"/>
                    </a:lnTo>
                    <a:lnTo>
                      <a:pt x="11" y="346"/>
                    </a:lnTo>
                    <a:lnTo>
                      <a:pt x="20" y="365"/>
                    </a:lnTo>
                    <a:lnTo>
                      <a:pt x="31" y="383"/>
                    </a:lnTo>
                    <a:lnTo>
                      <a:pt x="44" y="402"/>
                    </a:lnTo>
                    <a:lnTo>
                      <a:pt x="60" y="421"/>
                    </a:lnTo>
                    <a:lnTo>
                      <a:pt x="77" y="440"/>
                    </a:lnTo>
                    <a:lnTo>
                      <a:pt x="97" y="458"/>
                    </a:lnTo>
                    <a:lnTo>
                      <a:pt x="120" y="477"/>
                    </a:lnTo>
                    <a:lnTo>
                      <a:pt x="145" y="496"/>
                    </a:lnTo>
                    <a:lnTo>
                      <a:pt x="171" y="514"/>
                    </a:lnTo>
                    <a:lnTo>
                      <a:pt x="200" y="532"/>
                    </a:lnTo>
                    <a:lnTo>
                      <a:pt x="231" y="550"/>
                    </a:lnTo>
                    <a:lnTo>
                      <a:pt x="265" y="568"/>
                    </a:lnTo>
                    <a:lnTo>
                      <a:pt x="301" y="585"/>
                    </a:lnTo>
                    <a:lnTo>
                      <a:pt x="318" y="593"/>
                    </a:lnTo>
                    <a:lnTo>
                      <a:pt x="337" y="601"/>
                    </a:lnTo>
                    <a:lnTo>
                      <a:pt x="355" y="608"/>
                    </a:lnTo>
                    <a:lnTo>
                      <a:pt x="373" y="616"/>
                    </a:lnTo>
                    <a:lnTo>
                      <a:pt x="385" y="620"/>
                    </a:lnTo>
                    <a:lnTo>
                      <a:pt x="395" y="624"/>
                    </a:lnTo>
                    <a:lnTo>
                      <a:pt x="410" y="629"/>
                    </a:lnTo>
                    <a:lnTo>
                      <a:pt x="425" y="635"/>
                    </a:lnTo>
                    <a:lnTo>
                      <a:pt x="440" y="640"/>
                    </a:lnTo>
                    <a:lnTo>
                      <a:pt x="455" y="645"/>
                    </a:lnTo>
                    <a:lnTo>
                      <a:pt x="461" y="647"/>
                    </a:lnTo>
                    <a:lnTo>
                      <a:pt x="467" y="649"/>
                    </a:lnTo>
                    <a:lnTo>
                      <a:pt x="470" y="650"/>
                    </a:lnTo>
                    <a:lnTo>
                      <a:pt x="472" y="650"/>
                    </a:lnTo>
                    <a:lnTo>
                      <a:pt x="501" y="659"/>
                    </a:lnTo>
                    <a:lnTo>
                      <a:pt x="530" y="667"/>
                    </a:lnTo>
                    <a:lnTo>
                      <a:pt x="558" y="674"/>
                    </a:lnTo>
                    <a:lnTo>
                      <a:pt x="587" y="681"/>
                    </a:lnTo>
                    <a:lnTo>
                      <a:pt x="591" y="682"/>
                    </a:lnTo>
                    <a:lnTo>
                      <a:pt x="595" y="684"/>
                    </a:lnTo>
                    <a:lnTo>
                      <a:pt x="597" y="684"/>
                    </a:lnTo>
                    <a:lnTo>
                      <a:pt x="601" y="685"/>
                    </a:lnTo>
                    <a:lnTo>
                      <a:pt x="622" y="689"/>
                    </a:lnTo>
                    <a:lnTo>
                      <a:pt x="643" y="694"/>
                    </a:lnTo>
                    <a:lnTo>
                      <a:pt x="665" y="698"/>
                    </a:lnTo>
                    <a:lnTo>
                      <a:pt x="684" y="701"/>
                    </a:lnTo>
                    <a:lnTo>
                      <a:pt x="688" y="702"/>
                    </a:lnTo>
                    <a:lnTo>
                      <a:pt x="691" y="703"/>
                    </a:lnTo>
                    <a:lnTo>
                      <a:pt x="699" y="704"/>
                    </a:lnTo>
                    <a:lnTo>
                      <a:pt x="707" y="705"/>
                    </a:lnTo>
                    <a:lnTo>
                      <a:pt x="719" y="707"/>
                    </a:lnTo>
                    <a:lnTo>
                      <a:pt x="733" y="709"/>
                    </a:lnTo>
                    <a:lnTo>
                      <a:pt x="746" y="710"/>
                    </a:lnTo>
                    <a:lnTo>
                      <a:pt x="758" y="712"/>
                    </a:lnTo>
                    <a:lnTo>
                      <a:pt x="766" y="713"/>
                    </a:lnTo>
                    <a:lnTo>
                      <a:pt x="772" y="714"/>
                    </a:lnTo>
                    <a:lnTo>
                      <a:pt x="778" y="715"/>
                    </a:lnTo>
                    <a:lnTo>
                      <a:pt x="786" y="715"/>
                    </a:lnTo>
                    <a:lnTo>
                      <a:pt x="796" y="716"/>
                    </a:lnTo>
                    <a:lnTo>
                      <a:pt x="804" y="717"/>
                    </a:lnTo>
                    <a:lnTo>
                      <a:pt x="814" y="718"/>
                    </a:lnTo>
                    <a:lnTo>
                      <a:pt x="824" y="719"/>
                    </a:lnTo>
                    <a:lnTo>
                      <a:pt x="833" y="719"/>
                    </a:lnTo>
                    <a:lnTo>
                      <a:pt x="842" y="720"/>
                    </a:lnTo>
                    <a:lnTo>
                      <a:pt x="847" y="720"/>
                    </a:lnTo>
                    <a:lnTo>
                      <a:pt x="852" y="721"/>
                    </a:lnTo>
                    <a:lnTo>
                      <a:pt x="868" y="721"/>
                    </a:lnTo>
                    <a:lnTo>
                      <a:pt x="884" y="722"/>
                    </a:lnTo>
                    <a:lnTo>
                      <a:pt x="894" y="723"/>
                    </a:lnTo>
                    <a:lnTo>
                      <a:pt x="904" y="723"/>
                    </a:lnTo>
                    <a:lnTo>
                      <a:pt x="909" y="723"/>
                    </a:lnTo>
                    <a:lnTo>
                      <a:pt x="914" y="723"/>
                    </a:lnTo>
                    <a:lnTo>
                      <a:pt x="928" y="723"/>
                    </a:lnTo>
                    <a:lnTo>
                      <a:pt x="942" y="723"/>
                    </a:lnTo>
                    <a:lnTo>
                      <a:pt x="952" y="723"/>
                    </a:lnTo>
                    <a:lnTo>
                      <a:pt x="961" y="723"/>
                    </a:lnTo>
                    <a:lnTo>
                      <a:pt x="967" y="722"/>
                    </a:lnTo>
                    <a:lnTo>
                      <a:pt x="972" y="722"/>
                    </a:lnTo>
                    <a:lnTo>
                      <a:pt x="986" y="722"/>
                    </a:lnTo>
                    <a:lnTo>
                      <a:pt x="998" y="721"/>
                    </a:lnTo>
                    <a:lnTo>
                      <a:pt x="1007" y="720"/>
                    </a:lnTo>
                    <a:lnTo>
                      <a:pt x="1017" y="720"/>
                    </a:lnTo>
                    <a:lnTo>
                      <a:pt x="1022" y="719"/>
                    </a:lnTo>
                    <a:lnTo>
                      <a:pt x="1027" y="719"/>
                    </a:lnTo>
                    <a:lnTo>
                      <a:pt x="1042" y="717"/>
                    </a:lnTo>
                    <a:lnTo>
                      <a:pt x="1057" y="715"/>
                    </a:lnTo>
                    <a:lnTo>
                      <a:pt x="1064" y="714"/>
                    </a:lnTo>
                    <a:lnTo>
                      <a:pt x="1073" y="714"/>
                    </a:lnTo>
                    <a:lnTo>
                      <a:pt x="1076" y="713"/>
                    </a:lnTo>
                    <a:lnTo>
                      <a:pt x="1079" y="712"/>
                    </a:lnTo>
                    <a:lnTo>
                      <a:pt x="1096" y="710"/>
                    </a:lnTo>
                    <a:lnTo>
                      <a:pt x="1112" y="707"/>
                    </a:lnTo>
                    <a:lnTo>
                      <a:pt x="1128" y="703"/>
                    </a:lnTo>
                    <a:lnTo>
                      <a:pt x="1144" y="699"/>
                    </a:lnTo>
                    <a:lnTo>
                      <a:pt x="1146" y="699"/>
                    </a:lnTo>
                    <a:lnTo>
                      <a:pt x="1148" y="699"/>
                    </a:lnTo>
                    <a:lnTo>
                      <a:pt x="1159" y="695"/>
                    </a:lnTo>
                    <a:lnTo>
                      <a:pt x="1172" y="691"/>
                    </a:lnTo>
                    <a:lnTo>
                      <a:pt x="1179" y="689"/>
                    </a:lnTo>
                    <a:lnTo>
                      <a:pt x="1185" y="687"/>
                    </a:lnTo>
                    <a:lnTo>
                      <a:pt x="1195" y="683"/>
                    </a:lnTo>
                    <a:lnTo>
                      <a:pt x="1205" y="680"/>
                    </a:lnTo>
                    <a:lnTo>
                      <a:pt x="1215" y="676"/>
                    </a:lnTo>
                    <a:lnTo>
                      <a:pt x="1224" y="672"/>
                    </a:lnTo>
                    <a:lnTo>
                      <a:pt x="1227" y="671"/>
                    </a:lnTo>
                    <a:lnTo>
                      <a:pt x="1229" y="670"/>
                    </a:lnTo>
                    <a:lnTo>
                      <a:pt x="1239" y="664"/>
                    </a:lnTo>
                    <a:lnTo>
                      <a:pt x="1249" y="658"/>
                    </a:lnTo>
                    <a:lnTo>
                      <a:pt x="1259" y="652"/>
                    </a:lnTo>
                    <a:lnTo>
                      <a:pt x="1268" y="646"/>
                    </a:lnTo>
                    <a:lnTo>
                      <a:pt x="1270" y="645"/>
                    </a:lnTo>
                    <a:lnTo>
                      <a:pt x="1273" y="643"/>
                    </a:lnTo>
                    <a:lnTo>
                      <a:pt x="1273" y="643"/>
                    </a:lnTo>
                    <a:lnTo>
                      <a:pt x="1273" y="643"/>
                    </a:lnTo>
                    <a:lnTo>
                      <a:pt x="1285" y="633"/>
                    </a:lnTo>
                    <a:lnTo>
                      <a:pt x="1297" y="623"/>
                    </a:lnTo>
                    <a:lnTo>
                      <a:pt x="1300" y="618"/>
                    </a:lnTo>
                    <a:lnTo>
                      <a:pt x="1304" y="614"/>
                    </a:lnTo>
                    <a:lnTo>
                      <a:pt x="1307" y="611"/>
                    </a:lnTo>
                    <a:lnTo>
                      <a:pt x="1308" y="609"/>
                    </a:lnTo>
                    <a:lnTo>
                      <a:pt x="1310" y="607"/>
                    </a:lnTo>
                    <a:lnTo>
                      <a:pt x="1312" y="604"/>
                    </a:lnTo>
                    <a:lnTo>
                      <a:pt x="1318" y="595"/>
                    </a:lnTo>
                    <a:lnTo>
                      <a:pt x="1323" y="585"/>
                    </a:lnTo>
                    <a:lnTo>
                      <a:pt x="1325" y="581"/>
                    </a:lnTo>
                    <a:lnTo>
                      <a:pt x="1327" y="578"/>
                    </a:lnTo>
                    <a:lnTo>
                      <a:pt x="1327" y="575"/>
                    </a:lnTo>
                    <a:lnTo>
                      <a:pt x="1328" y="572"/>
                    </a:lnTo>
                    <a:lnTo>
                      <a:pt x="1329" y="568"/>
                    </a:lnTo>
                    <a:lnTo>
                      <a:pt x="1330" y="564"/>
                    </a:lnTo>
                    <a:lnTo>
                      <a:pt x="1333" y="552"/>
                    </a:lnTo>
                    <a:lnTo>
                      <a:pt x="1334" y="540"/>
                    </a:lnTo>
                    <a:lnTo>
                      <a:pt x="1334" y="538"/>
                    </a:lnTo>
                    <a:lnTo>
                      <a:pt x="1334" y="536"/>
                    </a:lnTo>
                    <a:lnTo>
                      <a:pt x="1335" y="243"/>
                    </a:lnTo>
                    <a:lnTo>
                      <a:pt x="1335" y="253"/>
                    </a:lnTo>
                    <a:lnTo>
                      <a:pt x="1334" y="261"/>
                    </a:lnTo>
                    <a:lnTo>
                      <a:pt x="1332" y="270"/>
                    </a:lnTo>
                    <a:lnTo>
                      <a:pt x="1329" y="279"/>
                    </a:lnTo>
                    <a:close/>
                  </a:path>
                </a:pathLst>
              </a:custGeom>
              <a:solidFill>
                <a:srgbClr val="564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0" name="Freeform 131">
                <a:extLst>
                  <a:ext uri="{FF2B5EF4-FFF2-40B4-BE49-F238E27FC236}">
                    <a16:creationId xmlns:a16="http://schemas.microsoft.com/office/drawing/2014/main" id="{BDCD13F2-DEFA-46DE-9C18-D0B591030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0776" y="4741863"/>
                <a:ext cx="409575" cy="352425"/>
              </a:xfrm>
              <a:custGeom>
                <a:avLst/>
                <a:gdLst>
                  <a:gd name="T0" fmla="*/ 0 w 1290"/>
                  <a:gd name="T1" fmla="*/ 0 h 888"/>
                  <a:gd name="T2" fmla="*/ 0 w 1290"/>
                  <a:gd name="T3" fmla="*/ 292 h 888"/>
                  <a:gd name="T4" fmla="*/ 1288 w 1290"/>
                  <a:gd name="T5" fmla="*/ 888 h 888"/>
                  <a:gd name="T6" fmla="*/ 1290 w 1290"/>
                  <a:gd name="T7" fmla="*/ 595 h 888"/>
                  <a:gd name="T8" fmla="*/ 0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0" y="0"/>
                    </a:moveTo>
                    <a:lnTo>
                      <a:pt x="0" y="292"/>
                    </a:lnTo>
                    <a:lnTo>
                      <a:pt x="1288" y="888"/>
                    </a:lnTo>
                    <a:lnTo>
                      <a:pt x="1290" y="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1" name="Freeform 132">
                <a:extLst>
                  <a:ext uri="{FF2B5EF4-FFF2-40B4-BE49-F238E27FC236}">
                    <a16:creationId xmlns:a16="http://schemas.microsoft.com/office/drawing/2014/main" id="{A3056B23-0A8E-48DF-B187-4A3D253A5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351" y="4773613"/>
                <a:ext cx="350838" cy="320675"/>
              </a:xfrm>
              <a:custGeom>
                <a:avLst/>
                <a:gdLst>
                  <a:gd name="T0" fmla="*/ 2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3 h 807"/>
                  <a:gd name="T6" fmla="*/ 1107 w 1107"/>
                  <a:gd name="T7" fmla="*/ 0 h 807"/>
                  <a:gd name="T8" fmla="*/ 2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2" y="514"/>
                    </a:moveTo>
                    <a:lnTo>
                      <a:pt x="0" y="807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2" y="514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2" name="Freeform 133">
                <a:extLst>
                  <a:ext uri="{FF2B5EF4-FFF2-40B4-BE49-F238E27FC236}">
                    <a16:creationId xmlns:a16="http://schemas.microsoft.com/office/drawing/2014/main" id="{9B66E18B-2C6B-4943-829A-C5A01F1313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301" y="3844925"/>
                <a:ext cx="1952625" cy="1133475"/>
              </a:xfrm>
              <a:custGeom>
                <a:avLst/>
                <a:gdLst>
                  <a:gd name="T0" fmla="*/ 5236 w 6153"/>
                  <a:gd name="T1" fmla="*/ 840 h 2853"/>
                  <a:gd name="T2" fmla="*/ 5458 w 6153"/>
                  <a:gd name="T3" fmla="*/ 821 h 2853"/>
                  <a:gd name="T4" fmla="*/ 5608 w 6153"/>
                  <a:gd name="T5" fmla="*/ 760 h 2853"/>
                  <a:gd name="T6" fmla="*/ 5667 w 6153"/>
                  <a:gd name="T7" fmla="*/ 676 h 2853"/>
                  <a:gd name="T8" fmla="*/ 5648 w 6153"/>
                  <a:gd name="T9" fmla="*/ 578 h 2853"/>
                  <a:gd name="T10" fmla="*/ 5557 w 6153"/>
                  <a:gd name="T11" fmla="*/ 474 h 2853"/>
                  <a:gd name="T12" fmla="*/ 5397 w 6153"/>
                  <a:gd name="T13" fmla="*/ 374 h 2853"/>
                  <a:gd name="T14" fmla="*/ 5187 w 6153"/>
                  <a:gd name="T15" fmla="*/ 291 h 2853"/>
                  <a:gd name="T16" fmla="*/ 4962 w 6153"/>
                  <a:gd name="T17" fmla="*/ 240 h 2853"/>
                  <a:gd name="T18" fmla="*/ 4745 w 6153"/>
                  <a:gd name="T19" fmla="*/ 222 h 2853"/>
                  <a:gd name="T20" fmla="*/ 4554 w 6153"/>
                  <a:gd name="T21" fmla="*/ 239 h 2853"/>
                  <a:gd name="T22" fmla="*/ 4405 w 6153"/>
                  <a:gd name="T23" fmla="*/ 296 h 2853"/>
                  <a:gd name="T24" fmla="*/ 4336 w 6153"/>
                  <a:gd name="T25" fmla="*/ 392 h 2853"/>
                  <a:gd name="T26" fmla="*/ 4370 w 6153"/>
                  <a:gd name="T27" fmla="*/ 508 h 2853"/>
                  <a:gd name="T28" fmla="*/ 2086 w 6153"/>
                  <a:gd name="T29" fmla="*/ 591 h 2853"/>
                  <a:gd name="T30" fmla="*/ 2322 w 6153"/>
                  <a:gd name="T31" fmla="*/ 596 h 2853"/>
                  <a:gd name="T32" fmla="*/ 2500 w 6153"/>
                  <a:gd name="T33" fmla="*/ 648 h 2853"/>
                  <a:gd name="T34" fmla="*/ 2582 w 6153"/>
                  <a:gd name="T35" fmla="*/ 725 h 2853"/>
                  <a:gd name="T36" fmla="*/ 2586 w 6153"/>
                  <a:gd name="T37" fmla="*/ 820 h 2853"/>
                  <a:gd name="T38" fmla="*/ 2516 w 6153"/>
                  <a:gd name="T39" fmla="*/ 924 h 2853"/>
                  <a:gd name="T40" fmla="*/ 2377 w 6153"/>
                  <a:gd name="T41" fmla="*/ 1026 h 2853"/>
                  <a:gd name="T42" fmla="*/ 2178 w 6153"/>
                  <a:gd name="T43" fmla="*/ 1115 h 2853"/>
                  <a:gd name="T44" fmla="*/ 1956 w 6153"/>
                  <a:gd name="T45" fmla="*/ 1176 h 2853"/>
                  <a:gd name="T46" fmla="*/ 1736 w 6153"/>
                  <a:gd name="T47" fmla="*/ 1203 h 2853"/>
                  <a:gd name="T48" fmla="*/ 1535 w 6153"/>
                  <a:gd name="T49" fmla="*/ 1197 h 2853"/>
                  <a:gd name="T50" fmla="*/ 1374 w 6153"/>
                  <a:gd name="T51" fmla="*/ 1154 h 2853"/>
                  <a:gd name="T52" fmla="*/ 1273 w 6153"/>
                  <a:gd name="T53" fmla="*/ 1065 h 2853"/>
                  <a:gd name="T54" fmla="*/ 1278 w 6153"/>
                  <a:gd name="T55" fmla="*/ 954 h 2853"/>
                  <a:gd name="T56" fmla="*/ 1060 w 6153"/>
                  <a:gd name="T57" fmla="*/ 2025 h 2853"/>
                  <a:gd name="T58" fmla="*/ 815 w 6153"/>
                  <a:gd name="T59" fmla="*/ 2016 h 2853"/>
                  <a:gd name="T60" fmla="*/ 617 w 6153"/>
                  <a:gd name="T61" fmla="*/ 2055 h 2853"/>
                  <a:gd name="T62" fmla="*/ 509 w 6153"/>
                  <a:gd name="T63" fmla="*/ 2127 h 2853"/>
                  <a:gd name="T64" fmla="*/ 484 w 6153"/>
                  <a:gd name="T65" fmla="*/ 2218 h 2853"/>
                  <a:gd name="T66" fmla="*/ 534 w 6153"/>
                  <a:gd name="T67" fmla="*/ 2320 h 2853"/>
                  <a:gd name="T68" fmla="*/ 656 w 6153"/>
                  <a:gd name="T69" fmla="*/ 2423 h 2853"/>
                  <a:gd name="T70" fmla="*/ 842 w 6153"/>
                  <a:gd name="T71" fmla="*/ 2519 h 2853"/>
                  <a:gd name="T72" fmla="*/ 1062 w 6153"/>
                  <a:gd name="T73" fmla="*/ 2588 h 2853"/>
                  <a:gd name="T74" fmla="*/ 1285 w 6153"/>
                  <a:gd name="T75" fmla="*/ 2625 h 2853"/>
                  <a:gd name="T76" fmla="*/ 1494 w 6153"/>
                  <a:gd name="T77" fmla="*/ 2629 h 2853"/>
                  <a:gd name="T78" fmla="*/ 1667 w 6153"/>
                  <a:gd name="T79" fmla="*/ 2596 h 2853"/>
                  <a:gd name="T80" fmla="*/ 1790 w 6153"/>
                  <a:gd name="T81" fmla="*/ 2520 h 2853"/>
                  <a:gd name="T82" fmla="*/ 1814 w 6153"/>
                  <a:gd name="T83" fmla="*/ 2414 h 2853"/>
                  <a:gd name="T84" fmla="*/ 4367 w 6153"/>
                  <a:gd name="T85" fmla="*/ 2339 h 2853"/>
                  <a:gd name="T86" fmla="*/ 3960 w 6153"/>
                  <a:gd name="T87" fmla="*/ 2266 h 2853"/>
                  <a:gd name="T88" fmla="*/ 3744 w 6153"/>
                  <a:gd name="T89" fmla="*/ 2241 h 2853"/>
                  <a:gd name="T90" fmla="*/ 3608 w 6153"/>
                  <a:gd name="T91" fmla="*/ 2175 h 2853"/>
                  <a:gd name="T92" fmla="*/ 3559 w 6153"/>
                  <a:gd name="T93" fmla="*/ 2089 h 2853"/>
                  <a:gd name="T94" fmla="*/ 3587 w 6153"/>
                  <a:gd name="T95" fmla="*/ 1989 h 2853"/>
                  <a:gd name="T96" fmla="*/ 3686 w 6153"/>
                  <a:gd name="T97" fmla="*/ 1886 h 2853"/>
                  <a:gd name="T98" fmla="*/ 3855 w 6153"/>
                  <a:gd name="T99" fmla="*/ 1787 h 2853"/>
                  <a:gd name="T100" fmla="*/ 4068 w 6153"/>
                  <a:gd name="T101" fmla="*/ 1709 h 2853"/>
                  <a:gd name="T102" fmla="*/ 4291 w 6153"/>
                  <a:gd name="T103" fmla="*/ 1662 h 2853"/>
                  <a:gd name="T104" fmla="*/ 4506 w 6153"/>
                  <a:gd name="T105" fmla="*/ 1649 h 2853"/>
                  <a:gd name="T106" fmla="*/ 4692 w 6153"/>
                  <a:gd name="T107" fmla="*/ 1671 h 2853"/>
                  <a:gd name="T108" fmla="*/ 4835 w 6153"/>
                  <a:gd name="T109" fmla="*/ 1734 h 2853"/>
                  <a:gd name="T110" fmla="*/ 4890 w 6153"/>
                  <a:gd name="T111" fmla="*/ 1834 h 2853"/>
                  <a:gd name="T112" fmla="*/ 5047 w 6153"/>
                  <a:gd name="T113" fmla="*/ 2022 h 2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3" h="2853">
                    <a:moveTo>
                      <a:pt x="4865" y="913"/>
                    </a:moveTo>
                    <a:lnTo>
                      <a:pt x="5055" y="824"/>
                    </a:lnTo>
                    <a:lnTo>
                      <a:pt x="5092" y="829"/>
                    </a:lnTo>
                    <a:lnTo>
                      <a:pt x="5128" y="833"/>
                    </a:lnTo>
                    <a:lnTo>
                      <a:pt x="5164" y="836"/>
                    </a:lnTo>
                    <a:lnTo>
                      <a:pt x="5201" y="838"/>
                    </a:lnTo>
                    <a:lnTo>
                      <a:pt x="5236" y="840"/>
                    </a:lnTo>
                    <a:lnTo>
                      <a:pt x="5269" y="840"/>
                    </a:lnTo>
                    <a:lnTo>
                      <a:pt x="5303" y="839"/>
                    </a:lnTo>
                    <a:lnTo>
                      <a:pt x="5337" y="838"/>
                    </a:lnTo>
                    <a:lnTo>
                      <a:pt x="5368" y="835"/>
                    </a:lnTo>
                    <a:lnTo>
                      <a:pt x="5399" y="831"/>
                    </a:lnTo>
                    <a:lnTo>
                      <a:pt x="5429" y="827"/>
                    </a:lnTo>
                    <a:lnTo>
                      <a:pt x="5458" y="821"/>
                    </a:lnTo>
                    <a:lnTo>
                      <a:pt x="5486" y="815"/>
                    </a:lnTo>
                    <a:lnTo>
                      <a:pt x="5511" y="807"/>
                    </a:lnTo>
                    <a:lnTo>
                      <a:pt x="5536" y="798"/>
                    </a:lnTo>
                    <a:lnTo>
                      <a:pt x="5558" y="789"/>
                    </a:lnTo>
                    <a:lnTo>
                      <a:pt x="5577" y="779"/>
                    </a:lnTo>
                    <a:lnTo>
                      <a:pt x="5593" y="770"/>
                    </a:lnTo>
                    <a:lnTo>
                      <a:pt x="5608" y="760"/>
                    </a:lnTo>
                    <a:lnTo>
                      <a:pt x="5622" y="749"/>
                    </a:lnTo>
                    <a:lnTo>
                      <a:pt x="5633" y="738"/>
                    </a:lnTo>
                    <a:lnTo>
                      <a:pt x="5643" y="726"/>
                    </a:lnTo>
                    <a:lnTo>
                      <a:pt x="5651" y="714"/>
                    </a:lnTo>
                    <a:lnTo>
                      <a:pt x="5658" y="702"/>
                    </a:lnTo>
                    <a:lnTo>
                      <a:pt x="5663" y="689"/>
                    </a:lnTo>
                    <a:lnTo>
                      <a:pt x="5667" y="676"/>
                    </a:lnTo>
                    <a:lnTo>
                      <a:pt x="5668" y="663"/>
                    </a:lnTo>
                    <a:lnTo>
                      <a:pt x="5669" y="649"/>
                    </a:lnTo>
                    <a:lnTo>
                      <a:pt x="5668" y="635"/>
                    </a:lnTo>
                    <a:lnTo>
                      <a:pt x="5665" y="621"/>
                    </a:lnTo>
                    <a:lnTo>
                      <a:pt x="5660" y="607"/>
                    </a:lnTo>
                    <a:lnTo>
                      <a:pt x="5656" y="592"/>
                    </a:lnTo>
                    <a:lnTo>
                      <a:pt x="5648" y="578"/>
                    </a:lnTo>
                    <a:lnTo>
                      <a:pt x="5639" y="563"/>
                    </a:lnTo>
                    <a:lnTo>
                      <a:pt x="5629" y="548"/>
                    </a:lnTo>
                    <a:lnTo>
                      <a:pt x="5618" y="533"/>
                    </a:lnTo>
                    <a:lnTo>
                      <a:pt x="5604" y="519"/>
                    </a:lnTo>
                    <a:lnTo>
                      <a:pt x="5589" y="504"/>
                    </a:lnTo>
                    <a:lnTo>
                      <a:pt x="5574" y="489"/>
                    </a:lnTo>
                    <a:lnTo>
                      <a:pt x="5557" y="474"/>
                    </a:lnTo>
                    <a:lnTo>
                      <a:pt x="5538" y="459"/>
                    </a:lnTo>
                    <a:lnTo>
                      <a:pt x="5518" y="445"/>
                    </a:lnTo>
                    <a:lnTo>
                      <a:pt x="5497" y="430"/>
                    </a:lnTo>
                    <a:lnTo>
                      <a:pt x="5473" y="416"/>
                    </a:lnTo>
                    <a:lnTo>
                      <a:pt x="5449" y="402"/>
                    </a:lnTo>
                    <a:lnTo>
                      <a:pt x="5423" y="388"/>
                    </a:lnTo>
                    <a:lnTo>
                      <a:pt x="5397" y="374"/>
                    </a:lnTo>
                    <a:lnTo>
                      <a:pt x="5368" y="360"/>
                    </a:lnTo>
                    <a:lnTo>
                      <a:pt x="5339" y="347"/>
                    </a:lnTo>
                    <a:lnTo>
                      <a:pt x="5309" y="335"/>
                    </a:lnTo>
                    <a:lnTo>
                      <a:pt x="5279" y="323"/>
                    </a:lnTo>
                    <a:lnTo>
                      <a:pt x="5249" y="312"/>
                    </a:lnTo>
                    <a:lnTo>
                      <a:pt x="5218" y="301"/>
                    </a:lnTo>
                    <a:lnTo>
                      <a:pt x="5187" y="291"/>
                    </a:lnTo>
                    <a:lnTo>
                      <a:pt x="5155" y="282"/>
                    </a:lnTo>
                    <a:lnTo>
                      <a:pt x="5123" y="274"/>
                    </a:lnTo>
                    <a:lnTo>
                      <a:pt x="5091" y="266"/>
                    </a:lnTo>
                    <a:lnTo>
                      <a:pt x="5058" y="258"/>
                    </a:lnTo>
                    <a:lnTo>
                      <a:pt x="5027" y="252"/>
                    </a:lnTo>
                    <a:lnTo>
                      <a:pt x="4995" y="246"/>
                    </a:lnTo>
                    <a:lnTo>
                      <a:pt x="4962" y="240"/>
                    </a:lnTo>
                    <a:lnTo>
                      <a:pt x="4931" y="236"/>
                    </a:lnTo>
                    <a:lnTo>
                      <a:pt x="4898" y="232"/>
                    </a:lnTo>
                    <a:lnTo>
                      <a:pt x="4867" y="228"/>
                    </a:lnTo>
                    <a:lnTo>
                      <a:pt x="4836" y="226"/>
                    </a:lnTo>
                    <a:lnTo>
                      <a:pt x="4805" y="224"/>
                    </a:lnTo>
                    <a:lnTo>
                      <a:pt x="4775" y="223"/>
                    </a:lnTo>
                    <a:lnTo>
                      <a:pt x="4745" y="222"/>
                    </a:lnTo>
                    <a:lnTo>
                      <a:pt x="4716" y="222"/>
                    </a:lnTo>
                    <a:lnTo>
                      <a:pt x="4687" y="223"/>
                    </a:lnTo>
                    <a:lnTo>
                      <a:pt x="4659" y="225"/>
                    </a:lnTo>
                    <a:lnTo>
                      <a:pt x="4631" y="227"/>
                    </a:lnTo>
                    <a:lnTo>
                      <a:pt x="4605" y="231"/>
                    </a:lnTo>
                    <a:lnTo>
                      <a:pt x="4579" y="235"/>
                    </a:lnTo>
                    <a:lnTo>
                      <a:pt x="4554" y="239"/>
                    </a:lnTo>
                    <a:lnTo>
                      <a:pt x="4530" y="245"/>
                    </a:lnTo>
                    <a:lnTo>
                      <a:pt x="4507" y="251"/>
                    </a:lnTo>
                    <a:lnTo>
                      <a:pt x="4485" y="258"/>
                    </a:lnTo>
                    <a:lnTo>
                      <a:pt x="4464" y="265"/>
                    </a:lnTo>
                    <a:lnTo>
                      <a:pt x="4445" y="274"/>
                    </a:lnTo>
                    <a:lnTo>
                      <a:pt x="4424" y="284"/>
                    </a:lnTo>
                    <a:lnTo>
                      <a:pt x="4405" y="296"/>
                    </a:lnTo>
                    <a:lnTo>
                      <a:pt x="4389" y="308"/>
                    </a:lnTo>
                    <a:lnTo>
                      <a:pt x="4375" y="320"/>
                    </a:lnTo>
                    <a:lnTo>
                      <a:pt x="4362" y="334"/>
                    </a:lnTo>
                    <a:lnTo>
                      <a:pt x="4352" y="348"/>
                    </a:lnTo>
                    <a:lnTo>
                      <a:pt x="4345" y="362"/>
                    </a:lnTo>
                    <a:lnTo>
                      <a:pt x="4340" y="377"/>
                    </a:lnTo>
                    <a:lnTo>
                      <a:pt x="4336" y="392"/>
                    </a:lnTo>
                    <a:lnTo>
                      <a:pt x="4335" y="408"/>
                    </a:lnTo>
                    <a:lnTo>
                      <a:pt x="4335" y="424"/>
                    </a:lnTo>
                    <a:lnTo>
                      <a:pt x="4339" y="440"/>
                    </a:lnTo>
                    <a:lnTo>
                      <a:pt x="4342" y="457"/>
                    </a:lnTo>
                    <a:lnTo>
                      <a:pt x="4350" y="473"/>
                    </a:lnTo>
                    <a:lnTo>
                      <a:pt x="4359" y="490"/>
                    </a:lnTo>
                    <a:lnTo>
                      <a:pt x="4370" y="508"/>
                    </a:lnTo>
                    <a:lnTo>
                      <a:pt x="4179" y="596"/>
                    </a:lnTo>
                    <a:lnTo>
                      <a:pt x="2891" y="0"/>
                    </a:lnTo>
                    <a:lnTo>
                      <a:pt x="1785" y="515"/>
                    </a:lnTo>
                    <a:lnTo>
                      <a:pt x="1977" y="603"/>
                    </a:lnTo>
                    <a:lnTo>
                      <a:pt x="2014" y="598"/>
                    </a:lnTo>
                    <a:lnTo>
                      <a:pt x="2050" y="594"/>
                    </a:lnTo>
                    <a:lnTo>
                      <a:pt x="2086" y="591"/>
                    </a:lnTo>
                    <a:lnTo>
                      <a:pt x="2122" y="589"/>
                    </a:lnTo>
                    <a:lnTo>
                      <a:pt x="2157" y="588"/>
                    </a:lnTo>
                    <a:lnTo>
                      <a:pt x="2192" y="587"/>
                    </a:lnTo>
                    <a:lnTo>
                      <a:pt x="2226" y="588"/>
                    </a:lnTo>
                    <a:lnTo>
                      <a:pt x="2258" y="590"/>
                    </a:lnTo>
                    <a:lnTo>
                      <a:pt x="2291" y="592"/>
                    </a:lnTo>
                    <a:lnTo>
                      <a:pt x="2322" y="596"/>
                    </a:lnTo>
                    <a:lnTo>
                      <a:pt x="2352" y="600"/>
                    </a:lnTo>
                    <a:lnTo>
                      <a:pt x="2380" y="606"/>
                    </a:lnTo>
                    <a:lnTo>
                      <a:pt x="2407" y="613"/>
                    </a:lnTo>
                    <a:lnTo>
                      <a:pt x="2433" y="620"/>
                    </a:lnTo>
                    <a:lnTo>
                      <a:pt x="2458" y="629"/>
                    </a:lnTo>
                    <a:lnTo>
                      <a:pt x="2481" y="639"/>
                    </a:lnTo>
                    <a:lnTo>
                      <a:pt x="2500" y="648"/>
                    </a:lnTo>
                    <a:lnTo>
                      <a:pt x="2516" y="657"/>
                    </a:lnTo>
                    <a:lnTo>
                      <a:pt x="2531" y="668"/>
                    </a:lnTo>
                    <a:lnTo>
                      <a:pt x="2545" y="678"/>
                    </a:lnTo>
                    <a:lnTo>
                      <a:pt x="2556" y="689"/>
                    </a:lnTo>
                    <a:lnTo>
                      <a:pt x="2566" y="701"/>
                    </a:lnTo>
                    <a:lnTo>
                      <a:pt x="2575" y="713"/>
                    </a:lnTo>
                    <a:lnTo>
                      <a:pt x="2582" y="725"/>
                    </a:lnTo>
                    <a:lnTo>
                      <a:pt x="2587" y="738"/>
                    </a:lnTo>
                    <a:lnTo>
                      <a:pt x="2591" y="751"/>
                    </a:lnTo>
                    <a:lnTo>
                      <a:pt x="2593" y="764"/>
                    </a:lnTo>
                    <a:lnTo>
                      <a:pt x="2593" y="778"/>
                    </a:lnTo>
                    <a:lnTo>
                      <a:pt x="2592" y="792"/>
                    </a:lnTo>
                    <a:lnTo>
                      <a:pt x="2590" y="806"/>
                    </a:lnTo>
                    <a:lnTo>
                      <a:pt x="2586" y="820"/>
                    </a:lnTo>
                    <a:lnTo>
                      <a:pt x="2581" y="835"/>
                    </a:lnTo>
                    <a:lnTo>
                      <a:pt x="2573" y="849"/>
                    </a:lnTo>
                    <a:lnTo>
                      <a:pt x="2565" y="864"/>
                    </a:lnTo>
                    <a:lnTo>
                      <a:pt x="2555" y="879"/>
                    </a:lnTo>
                    <a:lnTo>
                      <a:pt x="2543" y="894"/>
                    </a:lnTo>
                    <a:lnTo>
                      <a:pt x="2531" y="909"/>
                    </a:lnTo>
                    <a:lnTo>
                      <a:pt x="2516" y="924"/>
                    </a:lnTo>
                    <a:lnTo>
                      <a:pt x="2501" y="938"/>
                    </a:lnTo>
                    <a:lnTo>
                      <a:pt x="2483" y="953"/>
                    </a:lnTo>
                    <a:lnTo>
                      <a:pt x="2465" y="968"/>
                    </a:lnTo>
                    <a:lnTo>
                      <a:pt x="2445" y="983"/>
                    </a:lnTo>
                    <a:lnTo>
                      <a:pt x="2423" y="997"/>
                    </a:lnTo>
                    <a:lnTo>
                      <a:pt x="2401" y="1012"/>
                    </a:lnTo>
                    <a:lnTo>
                      <a:pt x="2377" y="1026"/>
                    </a:lnTo>
                    <a:lnTo>
                      <a:pt x="2352" y="1040"/>
                    </a:lnTo>
                    <a:lnTo>
                      <a:pt x="2325" y="1053"/>
                    </a:lnTo>
                    <a:lnTo>
                      <a:pt x="2297" y="1067"/>
                    </a:lnTo>
                    <a:lnTo>
                      <a:pt x="2268" y="1080"/>
                    </a:lnTo>
                    <a:lnTo>
                      <a:pt x="2238" y="1092"/>
                    </a:lnTo>
                    <a:lnTo>
                      <a:pt x="2208" y="1104"/>
                    </a:lnTo>
                    <a:lnTo>
                      <a:pt x="2178" y="1115"/>
                    </a:lnTo>
                    <a:lnTo>
                      <a:pt x="2147" y="1126"/>
                    </a:lnTo>
                    <a:lnTo>
                      <a:pt x="2116" y="1136"/>
                    </a:lnTo>
                    <a:lnTo>
                      <a:pt x="2085" y="1145"/>
                    </a:lnTo>
                    <a:lnTo>
                      <a:pt x="2052" y="1154"/>
                    </a:lnTo>
                    <a:lnTo>
                      <a:pt x="2021" y="1162"/>
                    </a:lnTo>
                    <a:lnTo>
                      <a:pt x="1989" y="1169"/>
                    </a:lnTo>
                    <a:lnTo>
                      <a:pt x="1956" y="1176"/>
                    </a:lnTo>
                    <a:lnTo>
                      <a:pt x="1925" y="1182"/>
                    </a:lnTo>
                    <a:lnTo>
                      <a:pt x="1892" y="1187"/>
                    </a:lnTo>
                    <a:lnTo>
                      <a:pt x="1861" y="1192"/>
                    </a:lnTo>
                    <a:lnTo>
                      <a:pt x="1829" y="1196"/>
                    </a:lnTo>
                    <a:lnTo>
                      <a:pt x="1797" y="1199"/>
                    </a:lnTo>
                    <a:lnTo>
                      <a:pt x="1766" y="1202"/>
                    </a:lnTo>
                    <a:lnTo>
                      <a:pt x="1736" y="1203"/>
                    </a:lnTo>
                    <a:lnTo>
                      <a:pt x="1705" y="1205"/>
                    </a:lnTo>
                    <a:lnTo>
                      <a:pt x="1675" y="1205"/>
                    </a:lnTo>
                    <a:lnTo>
                      <a:pt x="1646" y="1205"/>
                    </a:lnTo>
                    <a:lnTo>
                      <a:pt x="1618" y="1204"/>
                    </a:lnTo>
                    <a:lnTo>
                      <a:pt x="1589" y="1202"/>
                    </a:lnTo>
                    <a:lnTo>
                      <a:pt x="1561" y="1200"/>
                    </a:lnTo>
                    <a:lnTo>
                      <a:pt x="1535" y="1197"/>
                    </a:lnTo>
                    <a:lnTo>
                      <a:pt x="1509" y="1193"/>
                    </a:lnTo>
                    <a:lnTo>
                      <a:pt x="1484" y="1188"/>
                    </a:lnTo>
                    <a:lnTo>
                      <a:pt x="1460" y="1183"/>
                    </a:lnTo>
                    <a:lnTo>
                      <a:pt x="1436" y="1177"/>
                    </a:lnTo>
                    <a:lnTo>
                      <a:pt x="1415" y="1170"/>
                    </a:lnTo>
                    <a:lnTo>
                      <a:pt x="1394" y="1162"/>
                    </a:lnTo>
                    <a:lnTo>
                      <a:pt x="1374" y="1154"/>
                    </a:lnTo>
                    <a:lnTo>
                      <a:pt x="1353" y="1143"/>
                    </a:lnTo>
                    <a:lnTo>
                      <a:pt x="1334" y="1132"/>
                    </a:lnTo>
                    <a:lnTo>
                      <a:pt x="1318" y="1120"/>
                    </a:lnTo>
                    <a:lnTo>
                      <a:pt x="1303" y="1107"/>
                    </a:lnTo>
                    <a:lnTo>
                      <a:pt x="1291" y="1094"/>
                    </a:lnTo>
                    <a:lnTo>
                      <a:pt x="1281" y="1080"/>
                    </a:lnTo>
                    <a:lnTo>
                      <a:pt x="1273" y="1065"/>
                    </a:lnTo>
                    <a:lnTo>
                      <a:pt x="1268" y="1051"/>
                    </a:lnTo>
                    <a:lnTo>
                      <a:pt x="1264" y="1035"/>
                    </a:lnTo>
                    <a:lnTo>
                      <a:pt x="1263" y="1020"/>
                    </a:lnTo>
                    <a:lnTo>
                      <a:pt x="1263" y="1004"/>
                    </a:lnTo>
                    <a:lnTo>
                      <a:pt x="1265" y="987"/>
                    </a:lnTo>
                    <a:lnTo>
                      <a:pt x="1270" y="971"/>
                    </a:lnTo>
                    <a:lnTo>
                      <a:pt x="1278" y="954"/>
                    </a:lnTo>
                    <a:lnTo>
                      <a:pt x="1286" y="937"/>
                    </a:lnTo>
                    <a:lnTo>
                      <a:pt x="1296" y="920"/>
                    </a:lnTo>
                    <a:lnTo>
                      <a:pt x="1104" y="831"/>
                    </a:lnTo>
                    <a:lnTo>
                      <a:pt x="0" y="1345"/>
                    </a:lnTo>
                    <a:lnTo>
                      <a:pt x="1288" y="1941"/>
                    </a:lnTo>
                    <a:lnTo>
                      <a:pt x="1097" y="2030"/>
                    </a:lnTo>
                    <a:lnTo>
                      <a:pt x="1060" y="2025"/>
                    </a:lnTo>
                    <a:lnTo>
                      <a:pt x="1024" y="2021"/>
                    </a:lnTo>
                    <a:lnTo>
                      <a:pt x="988" y="2017"/>
                    </a:lnTo>
                    <a:lnTo>
                      <a:pt x="952" y="2015"/>
                    </a:lnTo>
                    <a:lnTo>
                      <a:pt x="917" y="2014"/>
                    </a:lnTo>
                    <a:lnTo>
                      <a:pt x="882" y="2014"/>
                    </a:lnTo>
                    <a:lnTo>
                      <a:pt x="848" y="2014"/>
                    </a:lnTo>
                    <a:lnTo>
                      <a:pt x="815" y="2016"/>
                    </a:lnTo>
                    <a:lnTo>
                      <a:pt x="783" y="2019"/>
                    </a:lnTo>
                    <a:lnTo>
                      <a:pt x="753" y="2022"/>
                    </a:lnTo>
                    <a:lnTo>
                      <a:pt x="723" y="2027"/>
                    </a:lnTo>
                    <a:lnTo>
                      <a:pt x="694" y="2032"/>
                    </a:lnTo>
                    <a:lnTo>
                      <a:pt x="667" y="2039"/>
                    </a:lnTo>
                    <a:lnTo>
                      <a:pt x="641" y="2047"/>
                    </a:lnTo>
                    <a:lnTo>
                      <a:pt x="617" y="2055"/>
                    </a:lnTo>
                    <a:lnTo>
                      <a:pt x="593" y="2065"/>
                    </a:lnTo>
                    <a:lnTo>
                      <a:pt x="576" y="2074"/>
                    </a:lnTo>
                    <a:lnTo>
                      <a:pt x="559" y="2084"/>
                    </a:lnTo>
                    <a:lnTo>
                      <a:pt x="544" y="2094"/>
                    </a:lnTo>
                    <a:lnTo>
                      <a:pt x="531" y="2105"/>
                    </a:lnTo>
                    <a:lnTo>
                      <a:pt x="519" y="2116"/>
                    </a:lnTo>
                    <a:lnTo>
                      <a:pt x="509" y="2127"/>
                    </a:lnTo>
                    <a:lnTo>
                      <a:pt x="501" y="2139"/>
                    </a:lnTo>
                    <a:lnTo>
                      <a:pt x="494" y="2152"/>
                    </a:lnTo>
                    <a:lnTo>
                      <a:pt x="489" y="2164"/>
                    </a:lnTo>
                    <a:lnTo>
                      <a:pt x="486" y="2177"/>
                    </a:lnTo>
                    <a:lnTo>
                      <a:pt x="484" y="2191"/>
                    </a:lnTo>
                    <a:lnTo>
                      <a:pt x="483" y="2204"/>
                    </a:lnTo>
                    <a:lnTo>
                      <a:pt x="484" y="2218"/>
                    </a:lnTo>
                    <a:lnTo>
                      <a:pt x="487" y="2232"/>
                    </a:lnTo>
                    <a:lnTo>
                      <a:pt x="492" y="2247"/>
                    </a:lnTo>
                    <a:lnTo>
                      <a:pt x="497" y="2261"/>
                    </a:lnTo>
                    <a:lnTo>
                      <a:pt x="504" y="2276"/>
                    </a:lnTo>
                    <a:lnTo>
                      <a:pt x="513" y="2290"/>
                    </a:lnTo>
                    <a:lnTo>
                      <a:pt x="523" y="2305"/>
                    </a:lnTo>
                    <a:lnTo>
                      <a:pt x="534" y="2320"/>
                    </a:lnTo>
                    <a:lnTo>
                      <a:pt x="548" y="2335"/>
                    </a:lnTo>
                    <a:lnTo>
                      <a:pt x="562" y="2350"/>
                    </a:lnTo>
                    <a:lnTo>
                      <a:pt x="578" y="2365"/>
                    </a:lnTo>
                    <a:lnTo>
                      <a:pt x="596" y="2380"/>
                    </a:lnTo>
                    <a:lnTo>
                      <a:pt x="614" y="2394"/>
                    </a:lnTo>
                    <a:lnTo>
                      <a:pt x="634" y="2409"/>
                    </a:lnTo>
                    <a:lnTo>
                      <a:pt x="656" y="2423"/>
                    </a:lnTo>
                    <a:lnTo>
                      <a:pt x="678" y="2438"/>
                    </a:lnTo>
                    <a:lnTo>
                      <a:pt x="703" y="2452"/>
                    </a:lnTo>
                    <a:lnTo>
                      <a:pt x="728" y="2466"/>
                    </a:lnTo>
                    <a:lnTo>
                      <a:pt x="755" y="2480"/>
                    </a:lnTo>
                    <a:lnTo>
                      <a:pt x="783" y="2493"/>
                    </a:lnTo>
                    <a:lnTo>
                      <a:pt x="813" y="2506"/>
                    </a:lnTo>
                    <a:lnTo>
                      <a:pt x="842" y="2519"/>
                    </a:lnTo>
                    <a:lnTo>
                      <a:pt x="873" y="2530"/>
                    </a:lnTo>
                    <a:lnTo>
                      <a:pt x="903" y="2542"/>
                    </a:lnTo>
                    <a:lnTo>
                      <a:pt x="934" y="2552"/>
                    </a:lnTo>
                    <a:lnTo>
                      <a:pt x="965" y="2562"/>
                    </a:lnTo>
                    <a:lnTo>
                      <a:pt x="998" y="2571"/>
                    </a:lnTo>
                    <a:lnTo>
                      <a:pt x="1029" y="2580"/>
                    </a:lnTo>
                    <a:lnTo>
                      <a:pt x="1062" y="2588"/>
                    </a:lnTo>
                    <a:lnTo>
                      <a:pt x="1093" y="2595"/>
                    </a:lnTo>
                    <a:lnTo>
                      <a:pt x="1125" y="2602"/>
                    </a:lnTo>
                    <a:lnTo>
                      <a:pt x="1158" y="2608"/>
                    </a:lnTo>
                    <a:lnTo>
                      <a:pt x="1190" y="2613"/>
                    </a:lnTo>
                    <a:lnTo>
                      <a:pt x="1221" y="2618"/>
                    </a:lnTo>
                    <a:lnTo>
                      <a:pt x="1253" y="2622"/>
                    </a:lnTo>
                    <a:lnTo>
                      <a:pt x="1285" y="2625"/>
                    </a:lnTo>
                    <a:lnTo>
                      <a:pt x="1316" y="2628"/>
                    </a:lnTo>
                    <a:lnTo>
                      <a:pt x="1346" y="2630"/>
                    </a:lnTo>
                    <a:lnTo>
                      <a:pt x="1378" y="2631"/>
                    </a:lnTo>
                    <a:lnTo>
                      <a:pt x="1408" y="2631"/>
                    </a:lnTo>
                    <a:lnTo>
                      <a:pt x="1436" y="2631"/>
                    </a:lnTo>
                    <a:lnTo>
                      <a:pt x="1465" y="2630"/>
                    </a:lnTo>
                    <a:lnTo>
                      <a:pt x="1494" y="2629"/>
                    </a:lnTo>
                    <a:lnTo>
                      <a:pt x="1521" y="2626"/>
                    </a:lnTo>
                    <a:lnTo>
                      <a:pt x="1548" y="2623"/>
                    </a:lnTo>
                    <a:lnTo>
                      <a:pt x="1574" y="2619"/>
                    </a:lnTo>
                    <a:lnTo>
                      <a:pt x="1599" y="2614"/>
                    </a:lnTo>
                    <a:lnTo>
                      <a:pt x="1623" y="2609"/>
                    </a:lnTo>
                    <a:lnTo>
                      <a:pt x="1645" y="2603"/>
                    </a:lnTo>
                    <a:lnTo>
                      <a:pt x="1667" y="2596"/>
                    </a:lnTo>
                    <a:lnTo>
                      <a:pt x="1687" y="2588"/>
                    </a:lnTo>
                    <a:lnTo>
                      <a:pt x="1707" y="2580"/>
                    </a:lnTo>
                    <a:lnTo>
                      <a:pt x="1729" y="2569"/>
                    </a:lnTo>
                    <a:lnTo>
                      <a:pt x="1747" y="2558"/>
                    </a:lnTo>
                    <a:lnTo>
                      <a:pt x="1764" y="2546"/>
                    </a:lnTo>
                    <a:lnTo>
                      <a:pt x="1777" y="2533"/>
                    </a:lnTo>
                    <a:lnTo>
                      <a:pt x="1790" y="2520"/>
                    </a:lnTo>
                    <a:lnTo>
                      <a:pt x="1800" y="2506"/>
                    </a:lnTo>
                    <a:lnTo>
                      <a:pt x="1807" y="2492"/>
                    </a:lnTo>
                    <a:lnTo>
                      <a:pt x="1812" y="2477"/>
                    </a:lnTo>
                    <a:lnTo>
                      <a:pt x="1816" y="2462"/>
                    </a:lnTo>
                    <a:lnTo>
                      <a:pt x="1817" y="2446"/>
                    </a:lnTo>
                    <a:lnTo>
                      <a:pt x="1816" y="2430"/>
                    </a:lnTo>
                    <a:lnTo>
                      <a:pt x="1814" y="2414"/>
                    </a:lnTo>
                    <a:lnTo>
                      <a:pt x="1809" y="2397"/>
                    </a:lnTo>
                    <a:lnTo>
                      <a:pt x="1802" y="2380"/>
                    </a:lnTo>
                    <a:lnTo>
                      <a:pt x="1794" y="2363"/>
                    </a:lnTo>
                    <a:lnTo>
                      <a:pt x="1782" y="2346"/>
                    </a:lnTo>
                    <a:lnTo>
                      <a:pt x="1972" y="2258"/>
                    </a:lnTo>
                    <a:lnTo>
                      <a:pt x="3262" y="2853"/>
                    </a:lnTo>
                    <a:lnTo>
                      <a:pt x="4367" y="2339"/>
                    </a:lnTo>
                    <a:lnTo>
                      <a:pt x="4176" y="2250"/>
                    </a:lnTo>
                    <a:lnTo>
                      <a:pt x="4139" y="2255"/>
                    </a:lnTo>
                    <a:lnTo>
                      <a:pt x="4103" y="2259"/>
                    </a:lnTo>
                    <a:lnTo>
                      <a:pt x="4066" y="2263"/>
                    </a:lnTo>
                    <a:lnTo>
                      <a:pt x="4030" y="2265"/>
                    </a:lnTo>
                    <a:lnTo>
                      <a:pt x="3995" y="2266"/>
                    </a:lnTo>
                    <a:lnTo>
                      <a:pt x="3960" y="2266"/>
                    </a:lnTo>
                    <a:lnTo>
                      <a:pt x="3926" y="2266"/>
                    </a:lnTo>
                    <a:lnTo>
                      <a:pt x="3894" y="2264"/>
                    </a:lnTo>
                    <a:lnTo>
                      <a:pt x="3861" y="2262"/>
                    </a:lnTo>
                    <a:lnTo>
                      <a:pt x="3830" y="2258"/>
                    </a:lnTo>
                    <a:lnTo>
                      <a:pt x="3800" y="2253"/>
                    </a:lnTo>
                    <a:lnTo>
                      <a:pt x="3771" y="2248"/>
                    </a:lnTo>
                    <a:lnTo>
                      <a:pt x="3744" y="2241"/>
                    </a:lnTo>
                    <a:lnTo>
                      <a:pt x="3719" y="2233"/>
                    </a:lnTo>
                    <a:lnTo>
                      <a:pt x="3694" y="2225"/>
                    </a:lnTo>
                    <a:lnTo>
                      <a:pt x="3670" y="2215"/>
                    </a:lnTo>
                    <a:lnTo>
                      <a:pt x="3653" y="2206"/>
                    </a:lnTo>
                    <a:lnTo>
                      <a:pt x="3635" y="2196"/>
                    </a:lnTo>
                    <a:lnTo>
                      <a:pt x="3620" y="2186"/>
                    </a:lnTo>
                    <a:lnTo>
                      <a:pt x="3608" y="2175"/>
                    </a:lnTo>
                    <a:lnTo>
                      <a:pt x="3595" y="2164"/>
                    </a:lnTo>
                    <a:lnTo>
                      <a:pt x="3585" y="2153"/>
                    </a:lnTo>
                    <a:lnTo>
                      <a:pt x="3578" y="2141"/>
                    </a:lnTo>
                    <a:lnTo>
                      <a:pt x="3570" y="2128"/>
                    </a:lnTo>
                    <a:lnTo>
                      <a:pt x="3565" y="2116"/>
                    </a:lnTo>
                    <a:lnTo>
                      <a:pt x="3562" y="2102"/>
                    </a:lnTo>
                    <a:lnTo>
                      <a:pt x="3559" y="2089"/>
                    </a:lnTo>
                    <a:lnTo>
                      <a:pt x="3559" y="2075"/>
                    </a:lnTo>
                    <a:lnTo>
                      <a:pt x="3559" y="2062"/>
                    </a:lnTo>
                    <a:lnTo>
                      <a:pt x="3562" y="2047"/>
                    </a:lnTo>
                    <a:lnTo>
                      <a:pt x="3567" y="2033"/>
                    </a:lnTo>
                    <a:lnTo>
                      <a:pt x="3572" y="2019"/>
                    </a:lnTo>
                    <a:lnTo>
                      <a:pt x="3579" y="2004"/>
                    </a:lnTo>
                    <a:lnTo>
                      <a:pt x="3587" y="1989"/>
                    </a:lnTo>
                    <a:lnTo>
                      <a:pt x="3597" y="1975"/>
                    </a:lnTo>
                    <a:lnTo>
                      <a:pt x="3609" y="1960"/>
                    </a:lnTo>
                    <a:lnTo>
                      <a:pt x="3622" y="1945"/>
                    </a:lnTo>
                    <a:lnTo>
                      <a:pt x="3635" y="1930"/>
                    </a:lnTo>
                    <a:lnTo>
                      <a:pt x="3652" y="1915"/>
                    </a:lnTo>
                    <a:lnTo>
                      <a:pt x="3668" y="1900"/>
                    </a:lnTo>
                    <a:lnTo>
                      <a:pt x="3686" y="1886"/>
                    </a:lnTo>
                    <a:lnTo>
                      <a:pt x="3706" y="1871"/>
                    </a:lnTo>
                    <a:lnTo>
                      <a:pt x="3728" y="1856"/>
                    </a:lnTo>
                    <a:lnTo>
                      <a:pt x="3750" y="1842"/>
                    </a:lnTo>
                    <a:lnTo>
                      <a:pt x="3775" y="1828"/>
                    </a:lnTo>
                    <a:lnTo>
                      <a:pt x="3800" y="1814"/>
                    </a:lnTo>
                    <a:lnTo>
                      <a:pt x="3826" y="1800"/>
                    </a:lnTo>
                    <a:lnTo>
                      <a:pt x="3855" y="1787"/>
                    </a:lnTo>
                    <a:lnTo>
                      <a:pt x="3884" y="1774"/>
                    </a:lnTo>
                    <a:lnTo>
                      <a:pt x="3913" y="1761"/>
                    </a:lnTo>
                    <a:lnTo>
                      <a:pt x="3943" y="1750"/>
                    </a:lnTo>
                    <a:lnTo>
                      <a:pt x="3974" y="1738"/>
                    </a:lnTo>
                    <a:lnTo>
                      <a:pt x="4005" y="1728"/>
                    </a:lnTo>
                    <a:lnTo>
                      <a:pt x="4036" y="1718"/>
                    </a:lnTo>
                    <a:lnTo>
                      <a:pt x="4068" y="1709"/>
                    </a:lnTo>
                    <a:lnTo>
                      <a:pt x="4099" y="1700"/>
                    </a:lnTo>
                    <a:lnTo>
                      <a:pt x="4131" y="1692"/>
                    </a:lnTo>
                    <a:lnTo>
                      <a:pt x="4164" y="1685"/>
                    </a:lnTo>
                    <a:lnTo>
                      <a:pt x="4195" y="1678"/>
                    </a:lnTo>
                    <a:lnTo>
                      <a:pt x="4227" y="1672"/>
                    </a:lnTo>
                    <a:lnTo>
                      <a:pt x="4259" y="1667"/>
                    </a:lnTo>
                    <a:lnTo>
                      <a:pt x="4291" y="1662"/>
                    </a:lnTo>
                    <a:lnTo>
                      <a:pt x="4322" y="1658"/>
                    </a:lnTo>
                    <a:lnTo>
                      <a:pt x="4355" y="1655"/>
                    </a:lnTo>
                    <a:lnTo>
                      <a:pt x="4386" y="1652"/>
                    </a:lnTo>
                    <a:lnTo>
                      <a:pt x="4416" y="1650"/>
                    </a:lnTo>
                    <a:lnTo>
                      <a:pt x="4447" y="1649"/>
                    </a:lnTo>
                    <a:lnTo>
                      <a:pt x="4476" y="1648"/>
                    </a:lnTo>
                    <a:lnTo>
                      <a:pt x="4506" y="1649"/>
                    </a:lnTo>
                    <a:lnTo>
                      <a:pt x="4535" y="1650"/>
                    </a:lnTo>
                    <a:lnTo>
                      <a:pt x="4564" y="1651"/>
                    </a:lnTo>
                    <a:lnTo>
                      <a:pt x="4591" y="1654"/>
                    </a:lnTo>
                    <a:lnTo>
                      <a:pt x="4617" y="1657"/>
                    </a:lnTo>
                    <a:lnTo>
                      <a:pt x="4644" y="1661"/>
                    </a:lnTo>
                    <a:lnTo>
                      <a:pt x="4668" y="1665"/>
                    </a:lnTo>
                    <a:lnTo>
                      <a:pt x="4692" y="1671"/>
                    </a:lnTo>
                    <a:lnTo>
                      <a:pt x="4715" y="1677"/>
                    </a:lnTo>
                    <a:lnTo>
                      <a:pt x="4737" y="1684"/>
                    </a:lnTo>
                    <a:lnTo>
                      <a:pt x="4758" y="1692"/>
                    </a:lnTo>
                    <a:lnTo>
                      <a:pt x="4778" y="1700"/>
                    </a:lnTo>
                    <a:lnTo>
                      <a:pt x="4800" y="1711"/>
                    </a:lnTo>
                    <a:lnTo>
                      <a:pt x="4818" y="1722"/>
                    </a:lnTo>
                    <a:lnTo>
                      <a:pt x="4835" y="1734"/>
                    </a:lnTo>
                    <a:lnTo>
                      <a:pt x="4848" y="1747"/>
                    </a:lnTo>
                    <a:lnTo>
                      <a:pt x="4861" y="1760"/>
                    </a:lnTo>
                    <a:lnTo>
                      <a:pt x="4871" y="1774"/>
                    </a:lnTo>
                    <a:lnTo>
                      <a:pt x="4880" y="1788"/>
                    </a:lnTo>
                    <a:lnTo>
                      <a:pt x="4885" y="1803"/>
                    </a:lnTo>
                    <a:lnTo>
                      <a:pt x="4888" y="1818"/>
                    </a:lnTo>
                    <a:lnTo>
                      <a:pt x="4890" y="1834"/>
                    </a:lnTo>
                    <a:lnTo>
                      <a:pt x="4890" y="1850"/>
                    </a:lnTo>
                    <a:lnTo>
                      <a:pt x="4887" y="1866"/>
                    </a:lnTo>
                    <a:lnTo>
                      <a:pt x="4882" y="1883"/>
                    </a:lnTo>
                    <a:lnTo>
                      <a:pt x="4876" y="1900"/>
                    </a:lnTo>
                    <a:lnTo>
                      <a:pt x="4867" y="1917"/>
                    </a:lnTo>
                    <a:lnTo>
                      <a:pt x="4856" y="1934"/>
                    </a:lnTo>
                    <a:lnTo>
                      <a:pt x="5047" y="2022"/>
                    </a:lnTo>
                    <a:lnTo>
                      <a:pt x="6153" y="1508"/>
                    </a:lnTo>
                    <a:lnTo>
                      <a:pt x="4865" y="91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3" name="Freeform 134">
                <a:extLst>
                  <a:ext uri="{FF2B5EF4-FFF2-40B4-BE49-F238E27FC236}">
                    <a16:creationId xmlns:a16="http://schemas.microsoft.com/office/drawing/2014/main" id="{30DCF914-F75F-4E73-A0BE-B91928392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4178300"/>
                <a:ext cx="287338" cy="152400"/>
              </a:xfrm>
              <a:custGeom>
                <a:avLst/>
                <a:gdLst>
                  <a:gd name="T0" fmla="*/ 885 w 906"/>
                  <a:gd name="T1" fmla="*/ 12 h 387"/>
                  <a:gd name="T2" fmla="*/ 898 w 906"/>
                  <a:gd name="T3" fmla="*/ 64 h 387"/>
                  <a:gd name="T4" fmla="*/ 906 w 906"/>
                  <a:gd name="T5" fmla="*/ 115 h 387"/>
                  <a:gd name="T6" fmla="*/ 906 w 906"/>
                  <a:gd name="T7" fmla="*/ 157 h 387"/>
                  <a:gd name="T8" fmla="*/ 903 w 906"/>
                  <a:gd name="T9" fmla="*/ 186 h 387"/>
                  <a:gd name="T10" fmla="*/ 897 w 906"/>
                  <a:gd name="T11" fmla="*/ 215 h 387"/>
                  <a:gd name="T12" fmla="*/ 886 w 906"/>
                  <a:gd name="T13" fmla="*/ 242 h 387"/>
                  <a:gd name="T14" fmla="*/ 871 w 906"/>
                  <a:gd name="T15" fmla="*/ 268 h 387"/>
                  <a:gd name="T16" fmla="*/ 851 w 906"/>
                  <a:gd name="T17" fmla="*/ 292 h 387"/>
                  <a:gd name="T18" fmla="*/ 826 w 906"/>
                  <a:gd name="T19" fmla="*/ 313 h 387"/>
                  <a:gd name="T20" fmla="*/ 794 w 906"/>
                  <a:gd name="T21" fmla="*/ 329 h 387"/>
                  <a:gd name="T22" fmla="*/ 731 w 906"/>
                  <a:gd name="T23" fmla="*/ 349 h 387"/>
                  <a:gd name="T24" fmla="*/ 655 w 906"/>
                  <a:gd name="T25" fmla="*/ 369 h 387"/>
                  <a:gd name="T26" fmla="*/ 599 w 906"/>
                  <a:gd name="T27" fmla="*/ 381 h 387"/>
                  <a:gd name="T28" fmla="*/ 569 w 906"/>
                  <a:gd name="T29" fmla="*/ 387 h 387"/>
                  <a:gd name="T30" fmla="*/ 557 w 906"/>
                  <a:gd name="T31" fmla="*/ 387 h 387"/>
                  <a:gd name="T32" fmla="*/ 507 w 906"/>
                  <a:gd name="T33" fmla="*/ 383 h 387"/>
                  <a:gd name="T34" fmla="*/ 402 w 906"/>
                  <a:gd name="T35" fmla="*/ 374 h 387"/>
                  <a:gd name="T36" fmla="*/ 241 w 906"/>
                  <a:gd name="T37" fmla="*/ 356 h 387"/>
                  <a:gd name="T38" fmla="*/ 114 w 906"/>
                  <a:gd name="T39" fmla="*/ 340 h 387"/>
                  <a:gd name="T40" fmla="*/ 73 w 906"/>
                  <a:gd name="T41" fmla="*/ 331 h 387"/>
                  <a:gd name="T42" fmla="*/ 41 w 906"/>
                  <a:gd name="T43" fmla="*/ 320 h 387"/>
                  <a:gd name="T44" fmla="*/ 19 w 906"/>
                  <a:gd name="T45" fmla="*/ 307 h 387"/>
                  <a:gd name="T46" fmla="*/ 5 w 906"/>
                  <a:gd name="T47" fmla="*/ 291 h 387"/>
                  <a:gd name="T48" fmla="*/ 0 w 906"/>
                  <a:gd name="T49" fmla="*/ 273 h 387"/>
                  <a:gd name="T50" fmla="*/ 3 w 906"/>
                  <a:gd name="T51" fmla="*/ 252 h 387"/>
                  <a:gd name="T52" fmla="*/ 11 w 906"/>
                  <a:gd name="T53" fmla="*/ 229 h 387"/>
                  <a:gd name="T54" fmla="*/ 24 w 906"/>
                  <a:gd name="T55" fmla="*/ 209 h 387"/>
                  <a:gd name="T56" fmla="*/ 39 w 906"/>
                  <a:gd name="T57" fmla="*/ 194 h 387"/>
                  <a:gd name="T58" fmla="*/ 60 w 906"/>
                  <a:gd name="T59" fmla="*/ 180 h 387"/>
                  <a:gd name="T60" fmla="*/ 85 w 906"/>
                  <a:gd name="T61" fmla="*/ 168 h 387"/>
                  <a:gd name="T62" fmla="*/ 129 w 906"/>
                  <a:gd name="T63" fmla="*/ 152 h 387"/>
                  <a:gd name="T64" fmla="*/ 195 w 906"/>
                  <a:gd name="T65" fmla="*/ 136 h 387"/>
                  <a:gd name="T66" fmla="*/ 261 w 906"/>
                  <a:gd name="T67" fmla="*/ 123 h 387"/>
                  <a:gd name="T68" fmla="*/ 321 w 906"/>
                  <a:gd name="T69" fmla="*/ 115 h 387"/>
                  <a:gd name="T70" fmla="*/ 385 w 906"/>
                  <a:gd name="T71" fmla="*/ 108 h 387"/>
                  <a:gd name="T72" fmla="*/ 881 w 906"/>
                  <a:gd name="T73" fmla="*/ 0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06" h="387">
                    <a:moveTo>
                      <a:pt x="881" y="0"/>
                    </a:moveTo>
                    <a:lnTo>
                      <a:pt x="885" y="12"/>
                    </a:lnTo>
                    <a:lnTo>
                      <a:pt x="894" y="43"/>
                    </a:lnTo>
                    <a:lnTo>
                      <a:pt x="898" y="64"/>
                    </a:lnTo>
                    <a:lnTo>
                      <a:pt x="902" y="89"/>
                    </a:lnTo>
                    <a:lnTo>
                      <a:pt x="906" y="115"/>
                    </a:lnTo>
                    <a:lnTo>
                      <a:pt x="906" y="143"/>
                    </a:lnTo>
                    <a:lnTo>
                      <a:pt x="906" y="157"/>
                    </a:lnTo>
                    <a:lnTo>
                      <a:pt x="905" y="172"/>
                    </a:lnTo>
                    <a:lnTo>
                      <a:pt x="903" y="186"/>
                    </a:lnTo>
                    <a:lnTo>
                      <a:pt x="901" y="200"/>
                    </a:lnTo>
                    <a:lnTo>
                      <a:pt x="897" y="215"/>
                    </a:lnTo>
                    <a:lnTo>
                      <a:pt x="892" y="229"/>
                    </a:lnTo>
                    <a:lnTo>
                      <a:pt x="886" y="242"/>
                    </a:lnTo>
                    <a:lnTo>
                      <a:pt x="880" y="256"/>
                    </a:lnTo>
                    <a:lnTo>
                      <a:pt x="871" y="268"/>
                    </a:lnTo>
                    <a:lnTo>
                      <a:pt x="862" y="280"/>
                    </a:lnTo>
                    <a:lnTo>
                      <a:pt x="851" y="292"/>
                    </a:lnTo>
                    <a:lnTo>
                      <a:pt x="840" y="303"/>
                    </a:lnTo>
                    <a:lnTo>
                      <a:pt x="826" y="313"/>
                    </a:lnTo>
                    <a:lnTo>
                      <a:pt x="810" y="322"/>
                    </a:lnTo>
                    <a:lnTo>
                      <a:pt x="794" y="329"/>
                    </a:lnTo>
                    <a:lnTo>
                      <a:pt x="775" y="336"/>
                    </a:lnTo>
                    <a:lnTo>
                      <a:pt x="731" y="349"/>
                    </a:lnTo>
                    <a:lnTo>
                      <a:pt x="691" y="360"/>
                    </a:lnTo>
                    <a:lnTo>
                      <a:pt x="655" y="369"/>
                    </a:lnTo>
                    <a:lnTo>
                      <a:pt x="625" y="376"/>
                    </a:lnTo>
                    <a:lnTo>
                      <a:pt x="599" y="381"/>
                    </a:lnTo>
                    <a:lnTo>
                      <a:pt x="580" y="385"/>
                    </a:lnTo>
                    <a:lnTo>
                      <a:pt x="569" y="387"/>
                    </a:lnTo>
                    <a:lnTo>
                      <a:pt x="564" y="387"/>
                    </a:lnTo>
                    <a:lnTo>
                      <a:pt x="557" y="387"/>
                    </a:lnTo>
                    <a:lnTo>
                      <a:pt x="539" y="386"/>
                    </a:lnTo>
                    <a:lnTo>
                      <a:pt x="507" y="383"/>
                    </a:lnTo>
                    <a:lnTo>
                      <a:pt x="461" y="380"/>
                    </a:lnTo>
                    <a:lnTo>
                      <a:pt x="402" y="374"/>
                    </a:lnTo>
                    <a:lnTo>
                      <a:pt x="329" y="366"/>
                    </a:lnTo>
                    <a:lnTo>
                      <a:pt x="241" y="356"/>
                    </a:lnTo>
                    <a:lnTo>
                      <a:pt x="138" y="344"/>
                    </a:lnTo>
                    <a:lnTo>
                      <a:pt x="114" y="340"/>
                    </a:lnTo>
                    <a:lnTo>
                      <a:pt x="91" y="336"/>
                    </a:lnTo>
                    <a:lnTo>
                      <a:pt x="73" y="331"/>
                    </a:lnTo>
                    <a:lnTo>
                      <a:pt x="55" y="326"/>
                    </a:lnTo>
                    <a:lnTo>
                      <a:pt x="41" y="320"/>
                    </a:lnTo>
                    <a:lnTo>
                      <a:pt x="29" y="314"/>
                    </a:lnTo>
                    <a:lnTo>
                      <a:pt x="19" y="307"/>
                    </a:lnTo>
                    <a:lnTo>
                      <a:pt x="11" y="299"/>
                    </a:lnTo>
                    <a:lnTo>
                      <a:pt x="5" y="291"/>
                    </a:lnTo>
                    <a:lnTo>
                      <a:pt x="1" y="282"/>
                    </a:lnTo>
                    <a:lnTo>
                      <a:pt x="0" y="273"/>
                    </a:lnTo>
                    <a:lnTo>
                      <a:pt x="0" y="263"/>
                    </a:lnTo>
                    <a:lnTo>
                      <a:pt x="3" y="252"/>
                    </a:lnTo>
                    <a:lnTo>
                      <a:pt x="5" y="241"/>
                    </a:lnTo>
                    <a:lnTo>
                      <a:pt x="11" y="229"/>
                    </a:lnTo>
                    <a:lnTo>
                      <a:pt x="18" y="217"/>
                    </a:lnTo>
                    <a:lnTo>
                      <a:pt x="24" y="209"/>
                    </a:lnTo>
                    <a:lnTo>
                      <a:pt x="30" y="201"/>
                    </a:lnTo>
                    <a:lnTo>
                      <a:pt x="39" y="194"/>
                    </a:lnTo>
                    <a:lnTo>
                      <a:pt x="49" y="187"/>
                    </a:lnTo>
                    <a:lnTo>
                      <a:pt x="60" y="180"/>
                    </a:lnTo>
                    <a:lnTo>
                      <a:pt x="73" y="174"/>
                    </a:lnTo>
                    <a:lnTo>
                      <a:pt x="85" y="168"/>
                    </a:lnTo>
                    <a:lnTo>
                      <a:pt x="99" y="163"/>
                    </a:lnTo>
                    <a:lnTo>
                      <a:pt x="129" y="152"/>
                    </a:lnTo>
                    <a:lnTo>
                      <a:pt x="161" y="143"/>
                    </a:lnTo>
                    <a:lnTo>
                      <a:pt x="195" y="136"/>
                    </a:lnTo>
                    <a:lnTo>
                      <a:pt x="228" y="129"/>
                    </a:lnTo>
                    <a:lnTo>
                      <a:pt x="261" y="123"/>
                    </a:lnTo>
                    <a:lnTo>
                      <a:pt x="293" y="119"/>
                    </a:lnTo>
                    <a:lnTo>
                      <a:pt x="321" y="115"/>
                    </a:lnTo>
                    <a:lnTo>
                      <a:pt x="348" y="112"/>
                    </a:lnTo>
                    <a:lnTo>
                      <a:pt x="385" y="108"/>
                    </a:lnTo>
                    <a:lnTo>
                      <a:pt x="400" y="107"/>
                    </a:lnTo>
                    <a:lnTo>
                      <a:pt x="881" y="0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4" name="Freeform 135">
                <a:extLst>
                  <a:ext uri="{FF2B5EF4-FFF2-40B4-BE49-F238E27FC236}">
                    <a16:creationId xmlns:a16="http://schemas.microsoft.com/office/drawing/2014/main" id="{EE0F728C-6F15-4FD5-80AD-A0E084CF2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917950"/>
                <a:ext cx="68263" cy="46038"/>
              </a:xfrm>
              <a:custGeom>
                <a:avLst/>
                <a:gdLst>
                  <a:gd name="T0" fmla="*/ 8 w 213"/>
                  <a:gd name="T1" fmla="*/ 29 h 113"/>
                  <a:gd name="T2" fmla="*/ 18 w 213"/>
                  <a:gd name="T3" fmla="*/ 26 h 113"/>
                  <a:gd name="T4" fmla="*/ 29 w 213"/>
                  <a:gd name="T5" fmla="*/ 21 h 113"/>
                  <a:gd name="T6" fmla="*/ 44 w 213"/>
                  <a:gd name="T7" fmla="*/ 13 h 113"/>
                  <a:gd name="T8" fmla="*/ 54 w 213"/>
                  <a:gd name="T9" fmla="*/ 7 h 113"/>
                  <a:gd name="T10" fmla="*/ 56 w 213"/>
                  <a:gd name="T11" fmla="*/ 9 h 113"/>
                  <a:gd name="T12" fmla="*/ 60 w 213"/>
                  <a:gd name="T13" fmla="*/ 11 h 113"/>
                  <a:gd name="T14" fmla="*/ 68 w 213"/>
                  <a:gd name="T15" fmla="*/ 15 h 113"/>
                  <a:gd name="T16" fmla="*/ 79 w 213"/>
                  <a:gd name="T17" fmla="*/ 21 h 113"/>
                  <a:gd name="T18" fmla="*/ 84 w 213"/>
                  <a:gd name="T19" fmla="*/ 24 h 113"/>
                  <a:gd name="T20" fmla="*/ 90 w 213"/>
                  <a:gd name="T21" fmla="*/ 26 h 113"/>
                  <a:gd name="T22" fmla="*/ 96 w 213"/>
                  <a:gd name="T23" fmla="*/ 28 h 113"/>
                  <a:gd name="T24" fmla="*/ 104 w 213"/>
                  <a:gd name="T25" fmla="*/ 29 h 113"/>
                  <a:gd name="T26" fmla="*/ 119 w 213"/>
                  <a:gd name="T27" fmla="*/ 31 h 113"/>
                  <a:gd name="T28" fmla="*/ 136 w 213"/>
                  <a:gd name="T29" fmla="*/ 30 h 113"/>
                  <a:gd name="T30" fmla="*/ 154 w 213"/>
                  <a:gd name="T31" fmla="*/ 28 h 113"/>
                  <a:gd name="T32" fmla="*/ 168 w 213"/>
                  <a:gd name="T33" fmla="*/ 25 h 113"/>
                  <a:gd name="T34" fmla="*/ 179 w 213"/>
                  <a:gd name="T35" fmla="*/ 22 h 113"/>
                  <a:gd name="T36" fmla="*/ 188 w 213"/>
                  <a:gd name="T37" fmla="*/ 18 h 113"/>
                  <a:gd name="T38" fmla="*/ 195 w 213"/>
                  <a:gd name="T39" fmla="*/ 13 h 113"/>
                  <a:gd name="T40" fmla="*/ 200 w 213"/>
                  <a:gd name="T41" fmla="*/ 9 h 113"/>
                  <a:gd name="T42" fmla="*/ 205 w 213"/>
                  <a:gd name="T43" fmla="*/ 4 h 113"/>
                  <a:gd name="T44" fmla="*/ 208 w 213"/>
                  <a:gd name="T45" fmla="*/ 0 h 113"/>
                  <a:gd name="T46" fmla="*/ 208 w 213"/>
                  <a:gd name="T47" fmla="*/ 12 h 113"/>
                  <a:gd name="T48" fmla="*/ 209 w 213"/>
                  <a:gd name="T49" fmla="*/ 28 h 113"/>
                  <a:gd name="T50" fmla="*/ 210 w 213"/>
                  <a:gd name="T51" fmla="*/ 46 h 113"/>
                  <a:gd name="T52" fmla="*/ 213 w 213"/>
                  <a:gd name="T53" fmla="*/ 68 h 113"/>
                  <a:gd name="T54" fmla="*/ 205 w 213"/>
                  <a:gd name="T55" fmla="*/ 75 h 113"/>
                  <a:gd name="T56" fmla="*/ 196 w 213"/>
                  <a:gd name="T57" fmla="*/ 81 h 113"/>
                  <a:gd name="T58" fmla="*/ 188 w 213"/>
                  <a:gd name="T59" fmla="*/ 86 h 113"/>
                  <a:gd name="T60" fmla="*/ 179 w 213"/>
                  <a:gd name="T61" fmla="*/ 91 h 113"/>
                  <a:gd name="T62" fmla="*/ 170 w 213"/>
                  <a:gd name="T63" fmla="*/ 96 h 113"/>
                  <a:gd name="T64" fmla="*/ 160 w 213"/>
                  <a:gd name="T65" fmla="*/ 100 h 113"/>
                  <a:gd name="T66" fmla="*/ 150 w 213"/>
                  <a:gd name="T67" fmla="*/ 103 h 113"/>
                  <a:gd name="T68" fmla="*/ 140 w 213"/>
                  <a:gd name="T69" fmla="*/ 106 h 113"/>
                  <a:gd name="T70" fmla="*/ 130 w 213"/>
                  <a:gd name="T71" fmla="*/ 108 h 113"/>
                  <a:gd name="T72" fmla="*/ 119 w 213"/>
                  <a:gd name="T73" fmla="*/ 110 h 113"/>
                  <a:gd name="T74" fmla="*/ 109 w 213"/>
                  <a:gd name="T75" fmla="*/ 112 h 113"/>
                  <a:gd name="T76" fmla="*/ 98 w 213"/>
                  <a:gd name="T77" fmla="*/ 112 h 113"/>
                  <a:gd name="T78" fmla="*/ 86 w 213"/>
                  <a:gd name="T79" fmla="*/ 113 h 113"/>
                  <a:gd name="T80" fmla="*/ 74 w 213"/>
                  <a:gd name="T81" fmla="*/ 112 h 113"/>
                  <a:gd name="T82" fmla="*/ 63 w 213"/>
                  <a:gd name="T83" fmla="*/ 112 h 113"/>
                  <a:gd name="T84" fmla="*/ 50 w 213"/>
                  <a:gd name="T85" fmla="*/ 110 h 113"/>
                  <a:gd name="T86" fmla="*/ 38 w 213"/>
                  <a:gd name="T87" fmla="*/ 109 h 113"/>
                  <a:gd name="T88" fmla="*/ 25 w 213"/>
                  <a:gd name="T89" fmla="*/ 107 h 113"/>
                  <a:gd name="T90" fmla="*/ 13 w 213"/>
                  <a:gd name="T91" fmla="*/ 104 h 113"/>
                  <a:gd name="T92" fmla="*/ 0 w 213"/>
                  <a:gd name="T93" fmla="*/ 101 h 113"/>
                  <a:gd name="T94" fmla="*/ 8 w 213"/>
                  <a:gd name="T95" fmla="*/ 2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3" h="113">
                    <a:moveTo>
                      <a:pt x="8" y="29"/>
                    </a:moveTo>
                    <a:lnTo>
                      <a:pt x="18" y="26"/>
                    </a:lnTo>
                    <a:lnTo>
                      <a:pt x="29" y="21"/>
                    </a:lnTo>
                    <a:lnTo>
                      <a:pt x="44" y="13"/>
                    </a:lnTo>
                    <a:lnTo>
                      <a:pt x="54" y="7"/>
                    </a:lnTo>
                    <a:lnTo>
                      <a:pt x="56" y="9"/>
                    </a:lnTo>
                    <a:lnTo>
                      <a:pt x="60" y="11"/>
                    </a:lnTo>
                    <a:lnTo>
                      <a:pt x="68" y="15"/>
                    </a:lnTo>
                    <a:lnTo>
                      <a:pt x="79" y="21"/>
                    </a:lnTo>
                    <a:lnTo>
                      <a:pt x="84" y="24"/>
                    </a:lnTo>
                    <a:lnTo>
                      <a:pt x="90" y="26"/>
                    </a:lnTo>
                    <a:lnTo>
                      <a:pt x="96" y="28"/>
                    </a:lnTo>
                    <a:lnTo>
                      <a:pt x="104" y="29"/>
                    </a:lnTo>
                    <a:lnTo>
                      <a:pt x="119" y="31"/>
                    </a:lnTo>
                    <a:lnTo>
                      <a:pt x="136" y="30"/>
                    </a:lnTo>
                    <a:lnTo>
                      <a:pt x="154" y="28"/>
                    </a:lnTo>
                    <a:lnTo>
                      <a:pt x="168" y="25"/>
                    </a:lnTo>
                    <a:lnTo>
                      <a:pt x="179" y="22"/>
                    </a:lnTo>
                    <a:lnTo>
                      <a:pt x="188" y="18"/>
                    </a:lnTo>
                    <a:lnTo>
                      <a:pt x="195" y="13"/>
                    </a:lnTo>
                    <a:lnTo>
                      <a:pt x="200" y="9"/>
                    </a:lnTo>
                    <a:lnTo>
                      <a:pt x="205" y="4"/>
                    </a:lnTo>
                    <a:lnTo>
                      <a:pt x="208" y="0"/>
                    </a:lnTo>
                    <a:lnTo>
                      <a:pt x="208" y="12"/>
                    </a:lnTo>
                    <a:lnTo>
                      <a:pt x="209" y="28"/>
                    </a:lnTo>
                    <a:lnTo>
                      <a:pt x="210" y="46"/>
                    </a:lnTo>
                    <a:lnTo>
                      <a:pt x="213" y="68"/>
                    </a:lnTo>
                    <a:lnTo>
                      <a:pt x="205" y="75"/>
                    </a:lnTo>
                    <a:lnTo>
                      <a:pt x="196" y="81"/>
                    </a:lnTo>
                    <a:lnTo>
                      <a:pt x="188" y="86"/>
                    </a:lnTo>
                    <a:lnTo>
                      <a:pt x="179" y="91"/>
                    </a:lnTo>
                    <a:lnTo>
                      <a:pt x="170" y="96"/>
                    </a:lnTo>
                    <a:lnTo>
                      <a:pt x="160" y="100"/>
                    </a:lnTo>
                    <a:lnTo>
                      <a:pt x="150" y="103"/>
                    </a:lnTo>
                    <a:lnTo>
                      <a:pt x="140" y="106"/>
                    </a:lnTo>
                    <a:lnTo>
                      <a:pt x="130" y="108"/>
                    </a:lnTo>
                    <a:lnTo>
                      <a:pt x="119" y="110"/>
                    </a:lnTo>
                    <a:lnTo>
                      <a:pt x="109" y="112"/>
                    </a:lnTo>
                    <a:lnTo>
                      <a:pt x="98" y="112"/>
                    </a:lnTo>
                    <a:lnTo>
                      <a:pt x="86" y="113"/>
                    </a:lnTo>
                    <a:lnTo>
                      <a:pt x="74" y="112"/>
                    </a:lnTo>
                    <a:lnTo>
                      <a:pt x="63" y="112"/>
                    </a:lnTo>
                    <a:lnTo>
                      <a:pt x="50" y="110"/>
                    </a:lnTo>
                    <a:lnTo>
                      <a:pt x="38" y="109"/>
                    </a:lnTo>
                    <a:lnTo>
                      <a:pt x="25" y="107"/>
                    </a:lnTo>
                    <a:lnTo>
                      <a:pt x="13" y="104"/>
                    </a:lnTo>
                    <a:lnTo>
                      <a:pt x="0" y="101"/>
                    </a:lnTo>
                    <a:lnTo>
                      <a:pt x="8" y="29"/>
                    </a:lnTo>
                    <a:close/>
                  </a:path>
                </a:pathLst>
              </a:custGeom>
              <a:solidFill>
                <a:srgbClr val="DBB1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5" name="Freeform 136">
                <a:extLst>
                  <a:ext uri="{FF2B5EF4-FFF2-40B4-BE49-F238E27FC236}">
                    <a16:creationId xmlns:a16="http://schemas.microsoft.com/office/drawing/2014/main" id="{B2A63CAE-3D31-404C-AB72-18477B35C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1" y="3771900"/>
                <a:ext cx="133350" cy="161925"/>
              </a:xfrm>
              <a:custGeom>
                <a:avLst/>
                <a:gdLst>
                  <a:gd name="T0" fmla="*/ 26 w 419"/>
                  <a:gd name="T1" fmla="*/ 132 h 408"/>
                  <a:gd name="T2" fmla="*/ 56 w 419"/>
                  <a:gd name="T3" fmla="*/ 153 h 408"/>
                  <a:gd name="T4" fmla="*/ 89 w 419"/>
                  <a:gd name="T5" fmla="*/ 170 h 408"/>
                  <a:gd name="T6" fmla="*/ 113 w 419"/>
                  <a:gd name="T7" fmla="*/ 184 h 408"/>
                  <a:gd name="T8" fmla="*/ 110 w 419"/>
                  <a:gd name="T9" fmla="*/ 189 h 408"/>
                  <a:gd name="T10" fmla="*/ 103 w 419"/>
                  <a:gd name="T11" fmla="*/ 202 h 408"/>
                  <a:gd name="T12" fmla="*/ 100 w 419"/>
                  <a:gd name="T13" fmla="*/ 220 h 408"/>
                  <a:gd name="T14" fmla="*/ 98 w 419"/>
                  <a:gd name="T15" fmla="*/ 248 h 408"/>
                  <a:gd name="T16" fmla="*/ 100 w 419"/>
                  <a:gd name="T17" fmla="*/ 258 h 408"/>
                  <a:gd name="T18" fmla="*/ 113 w 419"/>
                  <a:gd name="T19" fmla="*/ 260 h 408"/>
                  <a:gd name="T20" fmla="*/ 119 w 419"/>
                  <a:gd name="T21" fmla="*/ 253 h 408"/>
                  <a:gd name="T22" fmla="*/ 125 w 419"/>
                  <a:gd name="T23" fmla="*/ 241 h 408"/>
                  <a:gd name="T24" fmla="*/ 133 w 419"/>
                  <a:gd name="T25" fmla="*/ 234 h 408"/>
                  <a:gd name="T26" fmla="*/ 141 w 419"/>
                  <a:gd name="T27" fmla="*/ 231 h 408"/>
                  <a:gd name="T28" fmla="*/ 151 w 419"/>
                  <a:gd name="T29" fmla="*/ 231 h 408"/>
                  <a:gd name="T30" fmla="*/ 160 w 419"/>
                  <a:gd name="T31" fmla="*/ 234 h 408"/>
                  <a:gd name="T32" fmla="*/ 166 w 419"/>
                  <a:gd name="T33" fmla="*/ 239 h 408"/>
                  <a:gd name="T34" fmla="*/ 170 w 419"/>
                  <a:gd name="T35" fmla="*/ 249 h 408"/>
                  <a:gd name="T36" fmla="*/ 169 w 419"/>
                  <a:gd name="T37" fmla="*/ 265 h 408"/>
                  <a:gd name="T38" fmla="*/ 164 w 419"/>
                  <a:gd name="T39" fmla="*/ 281 h 408"/>
                  <a:gd name="T40" fmla="*/ 155 w 419"/>
                  <a:gd name="T41" fmla="*/ 296 h 408"/>
                  <a:gd name="T42" fmla="*/ 144 w 419"/>
                  <a:gd name="T43" fmla="*/ 309 h 408"/>
                  <a:gd name="T44" fmla="*/ 134 w 419"/>
                  <a:gd name="T45" fmla="*/ 322 h 408"/>
                  <a:gd name="T46" fmla="*/ 128 w 419"/>
                  <a:gd name="T47" fmla="*/ 335 h 408"/>
                  <a:gd name="T48" fmla="*/ 129 w 419"/>
                  <a:gd name="T49" fmla="*/ 350 h 408"/>
                  <a:gd name="T50" fmla="*/ 135 w 419"/>
                  <a:gd name="T51" fmla="*/ 367 h 408"/>
                  <a:gd name="T52" fmla="*/ 143 w 419"/>
                  <a:gd name="T53" fmla="*/ 380 h 408"/>
                  <a:gd name="T54" fmla="*/ 153 w 419"/>
                  <a:gd name="T55" fmla="*/ 390 h 408"/>
                  <a:gd name="T56" fmla="*/ 164 w 419"/>
                  <a:gd name="T57" fmla="*/ 397 h 408"/>
                  <a:gd name="T58" fmla="*/ 176 w 419"/>
                  <a:gd name="T59" fmla="*/ 403 h 408"/>
                  <a:gd name="T60" fmla="*/ 191 w 419"/>
                  <a:gd name="T61" fmla="*/ 407 h 408"/>
                  <a:gd name="T62" fmla="*/ 218 w 419"/>
                  <a:gd name="T63" fmla="*/ 408 h 408"/>
                  <a:gd name="T64" fmla="*/ 258 w 419"/>
                  <a:gd name="T65" fmla="*/ 405 h 408"/>
                  <a:gd name="T66" fmla="*/ 280 w 419"/>
                  <a:gd name="T67" fmla="*/ 399 h 408"/>
                  <a:gd name="T68" fmla="*/ 291 w 419"/>
                  <a:gd name="T69" fmla="*/ 393 h 408"/>
                  <a:gd name="T70" fmla="*/ 306 w 419"/>
                  <a:gd name="T71" fmla="*/ 381 h 408"/>
                  <a:gd name="T72" fmla="*/ 324 w 419"/>
                  <a:gd name="T73" fmla="*/ 360 h 408"/>
                  <a:gd name="T74" fmla="*/ 355 w 419"/>
                  <a:gd name="T75" fmla="*/ 320 h 408"/>
                  <a:gd name="T76" fmla="*/ 384 w 419"/>
                  <a:gd name="T77" fmla="*/ 279 h 408"/>
                  <a:gd name="T78" fmla="*/ 401 w 419"/>
                  <a:gd name="T79" fmla="*/ 250 h 408"/>
                  <a:gd name="T80" fmla="*/ 413 w 419"/>
                  <a:gd name="T81" fmla="*/ 223 h 408"/>
                  <a:gd name="T82" fmla="*/ 418 w 419"/>
                  <a:gd name="T83" fmla="*/ 202 h 408"/>
                  <a:gd name="T84" fmla="*/ 419 w 419"/>
                  <a:gd name="T85" fmla="*/ 180 h 408"/>
                  <a:gd name="T86" fmla="*/ 416 w 419"/>
                  <a:gd name="T87" fmla="*/ 159 h 408"/>
                  <a:gd name="T88" fmla="*/ 411 w 419"/>
                  <a:gd name="T89" fmla="*/ 139 h 408"/>
                  <a:gd name="T90" fmla="*/ 404 w 419"/>
                  <a:gd name="T91" fmla="*/ 120 h 408"/>
                  <a:gd name="T92" fmla="*/ 393 w 419"/>
                  <a:gd name="T93" fmla="*/ 98 h 408"/>
                  <a:gd name="T94" fmla="*/ 373 w 419"/>
                  <a:gd name="T95" fmla="*/ 72 h 408"/>
                  <a:gd name="T96" fmla="*/ 345 w 419"/>
                  <a:gd name="T97" fmla="*/ 50 h 408"/>
                  <a:gd name="T98" fmla="*/ 315 w 419"/>
                  <a:gd name="T99" fmla="*/ 31 h 408"/>
                  <a:gd name="T100" fmla="*/ 280 w 419"/>
                  <a:gd name="T101" fmla="*/ 16 h 408"/>
                  <a:gd name="T102" fmla="*/ 245 w 419"/>
                  <a:gd name="T103" fmla="*/ 6 h 408"/>
                  <a:gd name="T104" fmla="*/ 210 w 419"/>
                  <a:gd name="T105" fmla="*/ 1 h 408"/>
                  <a:gd name="T106" fmla="*/ 173 w 419"/>
                  <a:gd name="T107" fmla="*/ 0 h 408"/>
                  <a:gd name="T108" fmla="*/ 138 w 419"/>
                  <a:gd name="T109" fmla="*/ 1 h 408"/>
                  <a:gd name="T110" fmla="*/ 108 w 419"/>
                  <a:gd name="T111" fmla="*/ 5 h 408"/>
                  <a:gd name="T112" fmla="*/ 78 w 419"/>
                  <a:gd name="T113" fmla="*/ 11 h 408"/>
                  <a:gd name="T114" fmla="*/ 50 w 419"/>
                  <a:gd name="T115" fmla="*/ 21 h 408"/>
                  <a:gd name="T116" fmla="*/ 28 w 419"/>
                  <a:gd name="T117" fmla="*/ 34 h 408"/>
                  <a:gd name="T118" fmla="*/ 13 w 419"/>
                  <a:gd name="T119" fmla="*/ 50 h 408"/>
                  <a:gd name="T120" fmla="*/ 3 w 419"/>
                  <a:gd name="T121" fmla="*/ 70 h 408"/>
                  <a:gd name="T122" fmla="*/ 0 w 419"/>
                  <a:gd name="T123" fmla="*/ 90 h 408"/>
                  <a:gd name="T124" fmla="*/ 6 w 419"/>
                  <a:gd name="T125" fmla="*/ 11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19" h="408">
                    <a:moveTo>
                      <a:pt x="14" y="119"/>
                    </a:moveTo>
                    <a:lnTo>
                      <a:pt x="26" y="132"/>
                    </a:lnTo>
                    <a:lnTo>
                      <a:pt x="40" y="143"/>
                    </a:lnTo>
                    <a:lnTo>
                      <a:pt x="56" y="153"/>
                    </a:lnTo>
                    <a:lnTo>
                      <a:pt x="73" y="162"/>
                    </a:lnTo>
                    <a:lnTo>
                      <a:pt x="89" y="170"/>
                    </a:lnTo>
                    <a:lnTo>
                      <a:pt x="105" y="178"/>
                    </a:lnTo>
                    <a:lnTo>
                      <a:pt x="113" y="184"/>
                    </a:lnTo>
                    <a:lnTo>
                      <a:pt x="114" y="187"/>
                    </a:lnTo>
                    <a:lnTo>
                      <a:pt x="110" y="189"/>
                    </a:lnTo>
                    <a:lnTo>
                      <a:pt x="105" y="196"/>
                    </a:lnTo>
                    <a:lnTo>
                      <a:pt x="103" y="202"/>
                    </a:lnTo>
                    <a:lnTo>
                      <a:pt x="101" y="210"/>
                    </a:lnTo>
                    <a:lnTo>
                      <a:pt x="100" y="220"/>
                    </a:lnTo>
                    <a:lnTo>
                      <a:pt x="99" y="230"/>
                    </a:lnTo>
                    <a:lnTo>
                      <a:pt x="98" y="248"/>
                    </a:lnTo>
                    <a:lnTo>
                      <a:pt x="96" y="257"/>
                    </a:lnTo>
                    <a:lnTo>
                      <a:pt x="100" y="258"/>
                    </a:lnTo>
                    <a:lnTo>
                      <a:pt x="105" y="259"/>
                    </a:lnTo>
                    <a:lnTo>
                      <a:pt x="113" y="260"/>
                    </a:lnTo>
                    <a:lnTo>
                      <a:pt x="116" y="262"/>
                    </a:lnTo>
                    <a:lnTo>
                      <a:pt x="119" y="253"/>
                    </a:lnTo>
                    <a:lnTo>
                      <a:pt x="123" y="245"/>
                    </a:lnTo>
                    <a:lnTo>
                      <a:pt x="125" y="241"/>
                    </a:lnTo>
                    <a:lnTo>
                      <a:pt x="128" y="237"/>
                    </a:lnTo>
                    <a:lnTo>
                      <a:pt x="133" y="234"/>
                    </a:lnTo>
                    <a:lnTo>
                      <a:pt x="138" y="232"/>
                    </a:lnTo>
                    <a:lnTo>
                      <a:pt x="141" y="231"/>
                    </a:lnTo>
                    <a:lnTo>
                      <a:pt x="146" y="231"/>
                    </a:lnTo>
                    <a:lnTo>
                      <a:pt x="151" y="231"/>
                    </a:lnTo>
                    <a:lnTo>
                      <a:pt x="155" y="232"/>
                    </a:lnTo>
                    <a:lnTo>
                      <a:pt x="160" y="234"/>
                    </a:lnTo>
                    <a:lnTo>
                      <a:pt x="164" y="236"/>
                    </a:lnTo>
                    <a:lnTo>
                      <a:pt x="166" y="239"/>
                    </a:lnTo>
                    <a:lnTo>
                      <a:pt x="169" y="243"/>
                    </a:lnTo>
                    <a:lnTo>
                      <a:pt x="170" y="249"/>
                    </a:lnTo>
                    <a:lnTo>
                      <a:pt x="170" y="257"/>
                    </a:lnTo>
                    <a:lnTo>
                      <a:pt x="169" y="265"/>
                    </a:lnTo>
                    <a:lnTo>
                      <a:pt x="166" y="273"/>
                    </a:lnTo>
                    <a:lnTo>
                      <a:pt x="164" y="281"/>
                    </a:lnTo>
                    <a:lnTo>
                      <a:pt x="160" y="289"/>
                    </a:lnTo>
                    <a:lnTo>
                      <a:pt x="155" y="296"/>
                    </a:lnTo>
                    <a:lnTo>
                      <a:pt x="151" y="301"/>
                    </a:lnTo>
                    <a:lnTo>
                      <a:pt x="144" y="309"/>
                    </a:lnTo>
                    <a:lnTo>
                      <a:pt x="139" y="316"/>
                    </a:lnTo>
                    <a:lnTo>
                      <a:pt x="134" y="322"/>
                    </a:lnTo>
                    <a:lnTo>
                      <a:pt x="130" y="329"/>
                    </a:lnTo>
                    <a:lnTo>
                      <a:pt x="128" y="335"/>
                    </a:lnTo>
                    <a:lnTo>
                      <a:pt x="128" y="342"/>
                    </a:lnTo>
                    <a:lnTo>
                      <a:pt x="129" y="350"/>
                    </a:lnTo>
                    <a:lnTo>
                      <a:pt x="133" y="360"/>
                    </a:lnTo>
                    <a:lnTo>
                      <a:pt x="135" y="367"/>
                    </a:lnTo>
                    <a:lnTo>
                      <a:pt x="139" y="374"/>
                    </a:lnTo>
                    <a:lnTo>
                      <a:pt x="143" y="380"/>
                    </a:lnTo>
                    <a:lnTo>
                      <a:pt x="148" y="385"/>
                    </a:lnTo>
                    <a:lnTo>
                      <a:pt x="153" y="390"/>
                    </a:lnTo>
                    <a:lnTo>
                      <a:pt x="158" y="394"/>
                    </a:lnTo>
                    <a:lnTo>
                      <a:pt x="164" y="397"/>
                    </a:lnTo>
                    <a:lnTo>
                      <a:pt x="170" y="400"/>
                    </a:lnTo>
                    <a:lnTo>
                      <a:pt x="176" y="403"/>
                    </a:lnTo>
                    <a:lnTo>
                      <a:pt x="184" y="405"/>
                    </a:lnTo>
                    <a:lnTo>
                      <a:pt x="191" y="407"/>
                    </a:lnTo>
                    <a:lnTo>
                      <a:pt x="200" y="408"/>
                    </a:lnTo>
                    <a:lnTo>
                      <a:pt x="218" y="408"/>
                    </a:lnTo>
                    <a:lnTo>
                      <a:pt x="238" y="408"/>
                    </a:lnTo>
                    <a:lnTo>
                      <a:pt x="258" y="405"/>
                    </a:lnTo>
                    <a:lnTo>
                      <a:pt x="273" y="401"/>
                    </a:lnTo>
                    <a:lnTo>
                      <a:pt x="280" y="399"/>
                    </a:lnTo>
                    <a:lnTo>
                      <a:pt x="286" y="396"/>
                    </a:lnTo>
                    <a:lnTo>
                      <a:pt x="291" y="393"/>
                    </a:lnTo>
                    <a:lnTo>
                      <a:pt x="298" y="389"/>
                    </a:lnTo>
                    <a:lnTo>
                      <a:pt x="306" y="381"/>
                    </a:lnTo>
                    <a:lnTo>
                      <a:pt x="315" y="372"/>
                    </a:lnTo>
                    <a:lnTo>
                      <a:pt x="324" y="360"/>
                    </a:lnTo>
                    <a:lnTo>
                      <a:pt x="334" y="348"/>
                    </a:lnTo>
                    <a:lnTo>
                      <a:pt x="355" y="320"/>
                    </a:lnTo>
                    <a:lnTo>
                      <a:pt x="375" y="293"/>
                    </a:lnTo>
                    <a:lnTo>
                      <a:pt x="384" y="279"/>
                    </a:lnTo>
                    <a:lnTo>
                      <a:pt x="393" y="265"/>
                    </a:lnTo>
                    <a:lnTo>
                      <a:pt x="401" y="250"/>
                    </a:lnTo>
                    <a:lnTo>
                      <a:pt x="409" y="234"/>
                    </a:lnTo>
                    <a:lnTo>
                      <a:pt x="413" y="223"/>
                    </a:lnTo>
                    <a:lnTo>
                      <a:pt x="415" y="213"/>
                    </a:lnTo>
                    <a:lnTo>
                      <a:pt x="418" y="202"/>
                    </a:lnTo>
                    <a:lnTo>
                      <a:pt x="419" y="191"/>
                    </a:lnTo>
                    <a:lnTo>
                      <a:pt x="419" y="180"/>
                    </a:lnTo>
                    <a:lnTo>
                      <a:pt x="418" y="170"/>
                    </a:lnTo>
                    <a:lnTo>
                      <a:pt x="416" y="159"/>
                    </a:lnTo>
                    <a:lnTo>
                      <a:pt x="414" y="148"/>
                    </a:lnTo>
                    <a:lnTo>
                      <a:pt x="411" y="139"/>
                    </a:lnTo>
                    <a:lnTo>
                      <a:pt x="408" y="129"/>
                    </a:lnTo>
                    <a:lnTo>
                      <a:pt x="404" y="120"/>
                    </a:lnTo>
                    <a:lnTo>
                      <a:pt x="400" y="112"/>
                    </a:lnTo>
                    <a:lnTo>
                      <a:pt x="393" y="98"/>
                    </a:lnTo>
                    <a:lnTo>
                      <a:pt x="384" y="84"/>
                    </a:lnTo>
                    <a:lnTo>
                      <a:pt x="373" y="72"/>
                    </a:lnTo>
                    <a:lnTo>
                      <a:pt x="360" y="60"/>
                    </a:lnTo>
                    <a:lnTo>
                      <a:pt x="345" y="50"/>
                    </a:lnTo>
                    <a:lnTo>
                      <a:pt x="330" y="40"/>
                    </a:lnTo>
                    <a:lnTo>
                      <a:pt x="315" y="31"/>
                    </a:lnTo>
                    <a:lnTo>
                      <a:pt x="299" y="23"/>
                    </a:lnTo>
                    <a:lnTo>
                      <a:pt x="280" y="16"/>
                    </a:lnTo>
                    <a:lnTo>
                      <a:pt x="263" y="10"/>
                    </a:lnTo>
                    <a:lnTo>
                      <a:pt x="245" y="6"/>
                    </a:lnTo>
                    <a:lnTo>
                      <a:pt x="228" y="2"/>
                    </a:lnTo>
                    <a:lnTo>
                      <a:pt x="210" y="1"/>
                    </a:lnTo>
                    <a:lnTo>
                      <a:pt x="191" y="0"/>
                    </a:lnTo>
                    <a:lnTo>
                      <a:pt x="173" y="0"/>
                    </a:lnTo>
                    <a:lnTo>
                      <a:pt x="153" y="0"/>
                    </a:lnTo>
                    <a:lnTo>
                      <a:pt x="138" y="1"/>
                    </a:lnTo>
                    <a:lnTo>
                      <a:pt x="123" y="3"/>
                    </a:lnTo>
                    <a:lnTo>
                      <a:pt x="108" y="5"/>
                    </a:lnTo>
                    <a:lnTo>
                      <a:pt x="93" y="7"/>
                    </a:lnTo>
                    <a:lnTo>
                      <a:pt x="78" y="11"/>
                    </a:lnTo>
                    <a:lnTo>
                      <a:pt x="64" y="15"/>
                    </a:lnTo>
                    <a:lnTo>
                      <a:pt x="50" y="21"/>
                    </a:lnTo>
                    <a:lnTo>
                      <a:pt x="38" y="27"/>
                    </a:lnTo>
                    <a:lnTo>
                      <a:pt x="28" y="34"/>
                    </a:lnTo>
                    <a:lnTo>
                      <a:pt x="20" y="42"/>
                    </a:lnTo>
                    <a:lnTo>
                      <a:pt x="13" y="50"/>
                    </a:lnTo>
                    <a:lnTo>
                      <a:pt x="8" y="60"/>
                    </a:lnTo>
                    <a:lnTo>
                      <a:pt x="3" y="70"/>
                    </a:lnTo>
                    <a:lnTo>
                      <a:pt x="1" y="80"/>
                    </a:lnTo>
                    <a:lnTo>
                      <a:pt x="0" y="90"/>
                    </a:lnTo>
                    <a:lnTo>
                      <a:pt x="3" y="100"/>
                    </a:lnTo>
                    <a:lnTo>
                      <a:pt x="6" y="110"/>
                    </a:lnTo>
                    <a:lnTo>
                      <a:pt x="14" y="119"/>
                    </a:lnTo>
                    <a:close/>
                  </a:path>
                </a:pathLst>
              </a:custGeom>
              <a:solidFill>
                <a:srgbClr val="BA95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6" name="Freeform 137">
                <a:extLst>
                  <a:ext uri="{FF2B5EF4-FFF2-40B4-BE49-F238E27FC236}">
                    <a16:creationId xmlns:a16="http://schemas.microsoft.com/office/drawing/2014/main" id="{22A04A38-64A7-4BFA-A6ED-19C9BDB68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1" y="3819525"/>
                <a:ext cx="53975" cy="114300"/>
              </a:xfrm>
              <a:custGeom>
                <a:avLst/>
                <a:gdLst>
                  <a:gd name="T0" fmla="*/ 11 w 172"/>
                  <a:gd name="T1" fmla="*/ 67 h 287"/>
                  <a:gd name="T2" fmla="*/ 12 w 172"/>
                  <a:gd name="T3" fmla="*/ 45 h 287"/>
                  <a:gd name="T4" fmla="*/ 9 w 172"/>
                  <a:gd name="T5" fmla="*/ 23 h 287"/>
                  <a:gd name="T6" fmla="*/ 11 w 172"/>
                  <a:gd name="T7" fmla="*/ 6 h 287"/>
                  <a:gd name="T8" fmla="*/ 21 w 172"/>
                  <a:gd name="T9" fmla="*/ 3 h 287"/>
                  <a:gd name="T10" fmla="*/ 35 w 172"/>
                  <a:gd name="T11" fmla="*/ 7 h 287"/>
                  <a:gd name="T12" fmla="*/ 57 w 172"/>
                  <a:gd name="T13" fmla="*/ 5 h 287"/>
                  <a:gd name="T14" fmla="*/ 80 w 172"/>
                  <a:gd name="T15" fmla="*/ 0 h 287"/>
                  <a:gd name="T16" fmla="*/ 95 w 172"/>
                  <a:gd name="T17" fmla="*/ 1 h 287"/>
                  <a:gd name="T18" fmla="*/ 107 w 172"/>
                  <a:gd name="T19" fmla="*/ 5 h 287"/>
                  <a:gd name="T20" fmla="*/ 120 w 172"/>
                  <a:gd name="T21" fmla="*/ 11 h 287"/>
                  <a:gd name="T22" fmla="*/ 130 w 172"/>
                  <a:gd name="T23" fmla="*/ 20 h 287"/>
                  <a:gd name="T24" fmla="*/ 136 w 172"/>
                  <a:gd name="T25" fmla="*/ 28 h 287"/>
                  <a:gd name="T26" fmla="*/ 136 w 172"/>
                  <a:gd name="T27" fmla="*/ 37 h 287"/>
                  <a:gd name="T28" fmla="*/ 135 w 172"/>
                  <a:gd name="T29" fmla="*/ 46 h 287"/>
                  <a:gd name="T30" fmla="*/ 122 w 172"/>
                  <a:gd name="T31" fmla="*/ 68 h 287"/>
                  <a:gd name="T32" fmla="*/ 107 w 172"/>
                  <a:gd name="T33" fmla="*/ 90 h 287"/>
                  <a:gd name="T34" fmla="*/ 102 w 172"/>
                  <a:gd name="T35" fmla="*/ 104 h 287"/>
                  <a:gd name="T36" fmla="*/ 102 w 172"/>
                  <a:gd name="T37" fmla="*/ 117 h 287"/>
                  <a:gd name="T38" fmla="*/ 109 w 172"/>
                  <a:gd name="T39" fmla="*/ 128 h 287"/>
                  <a:gd name="T40" fmla="*/ 115 w 172"/>
                  <a:gd name="T41" fmla="*/ 128 h 287"/>
                  <a:gd name="T42" fmla="*/ 120 w 172"/>
                  <a:gd name="T43" fmla="*/ 123 h 287"/>
                  <a:gd name="T44" fmla="*/ 131 w 172"/>
                  <a:gd name="T45" fmla="*/ 117 h 287"/>
                  <a:gd name="T46" fmla="*/ 145 w 172"/>
                  <a:gd name="T47" fmla="*/ 109 h 287"/>
                  <a:gd name="T48" fmla="*/ 156 w 172"/>
                  <a:gd name="T49" fmla="*/ 108 h 287"/>
                  <a:gd name="T50" fmla="*/ 165 w 172"/>
                  <a:gd name="T51" fmla="*/ 114 h 287"/>
                  <a:gd name="T52" fmla="*/ 171 w 172"/>
                  <a:gd name="T53" fmla="*/ 124 h 287"/>
                  <a:gd name="T54" fmla="*/ 172 w 172"/>
                  <a:gd name="T55" fmla="*/ 137 h 287"/>
                  <a:gd name="T56" fmla="*/ 171 w 172"/>
                  <a:gd name="T57" fmla="*/ 153 h 287"/>
                  <a:gd name="T58" fmla="*/ 165 w 172"/>
                  <a:gd name="T59" fmla="*/ 170 h 287"/>
                  <a:gd name="T60" fmla="*/ 157 w 172"/>
                  <a:gd name="T61" fmla="*/ 185 h 287"/>
                  <a:gd name="T62" fmla="*/ 146 w 172"/>
                  <a:gd name="T63" fmla="*/ 199 h 287"/>
                  <a:gd name="T64" fmla="*/ 141 w 172"/>
                  <a:gd name="T65" fmla="*/ 213 h 287"/>
                  <a:gd name="T66" fmla="*/ 149 w 172"/>
                  <a:gd name="T67" fmla="*/ 234 h 287"/>
                  <a:gd name="T68" fmla="*/ 155 w 172"/>
                  <a:gd name="T69" fmla="*/ 256 h 287"/>
                  <a:gd name="T70" fmla="*/ 154 w 172"/>
                  <a:gd name="T71" fmla="*/ 263 h 287"/>
                  <a:gd name="T72" fmla="*/ 149 w 172"/>
                  <a:gd name="T73" fmla="*/ 270 h 287"/>
                  <a:gd name="T74" fmla="*/ 131 w 172"/>
                  <a:gd name="T75" fmla="*/ 275 h 287"/>
                  <a:gd name="T76" fmla="*/ 107 w 172"/>
                  <a:gd name="T77" fmla="*/ 283 h 287"/>
                  <a:gd name="T78" fmla="*/ 97 w 172"/>
                  <a:gd name="T79" fmla="*/ 285 h 287"/>
                  <a:gd name="T80" fmla="*/ 76 w 172"/>
                  <a:gd name="T81" fmla="*/ 280 h 287"/>
                  <a:gd name="T82" fmla="*/ 55 w 172"/>
                  <a:gd name="T83" fmla="*/ 272 h 287"/>
                  <a:gd name="T84" fmla="*/ 35 w 172"/>
                  <a:gd name="T85" fmla="*/ 259 h 287"/>
                  <a:gd name="T86" fmla="*/ 29 w 172"/>
                  <a:gd name="T87" fmla="*/ 254 h 287"/>
                  <a:gd name="T88" fmla="*/ 6 w 172"/>
                  <a:gd name="T89" fmla="*/ 180 h 287"/>
                  <a:gd name="T90" fmla="*/ 1 w 172"/>
                  <a:gd name="T91" fmla="*/ 153 h 287"/>
                  <a:gd name="T92" fmla="*/ 0 w 172"/>
                  <a:gd name="T93" fmla="*/ 133 h 287"/>
                  <a:gd name="T94" fmla="*/ 2 w 172"/>
                  <a:gd name="T95" fmla="*/ 102 h 287"/>
                  <a:gd name="T96" fmla="*/ 9 w 172"/>
                  <a:gd name="T97" fmla="*/ 78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72" h="287">
                    <a:moveTo>
                      <a:pt x="9" y="78"/>
                    </a:moveTo>
                    <a:lnTo>
                      <a:pt x="11" y="67"/>
                    </a:lnTo>
                    <a:lnTo>
                      <a:pt x="12" y="56"/>
                    </a:lnTo>
                    <a:lnTo>
                      <a:pt x="12" y="45"/>
                    </a:lnTo>
                    <a:lnTo>
                      <a:pt x="10" y="33"/>
                    </a:lnTo>
                    <a:lnTo>
                      <a:pt x="9" y="23"/>
                    </a:lnTo>
                    <a:lnTo>
                      <a:pt x="9" y="14"/>
                    </a:lnTo>
                    <a:lnTo>
                      <a:pt x="11" y="6"/>
                    </a:lnTo>
                    <a:lnTo>
                      <a:pt x="14" y="0"/>
                    </a:lnTo>
                    <a:lnTo>
                      <a:pt x="21" y="3"/>
                    </a:lnTo>
                    <a:lnTo>
                      <a:pt x="27" y="6"/>
                    </a:lnTo>
                    <a:lnTo>
                      <a:pt x="35" y="7"/>
                    </a:lnTo>
                    <a:lnTo>
                      <a:pt x="42" y="7"/>
                    </a:lnTo>
                    <a:lnTo>
                      <a:pt x="57" y="5"/>
                    </a:lnTo>
                    <a:lnTo>
                      <a:pt x="72" y="2"/>
                    </a:lnTo>
                    <a:lnTo>
                      <a:pt x="80" y="0"/>
                    </a:lnTo>
                    <a:lnTo>
                      <a:pt x="87" y="0"/>
                    </a:lnTo>
                    <a:lnTo>
                      <a:pt x="95" y="1"/>
                    </a:lnTo>
                    <a:lnTo>
                      <a:pt x="101" y="2"/>
                    </a:lnTo>
                    <a:lnTo>
                      <a:pt x="107" y="5"/>
                    </a:lnTo>
                    <a:lnTo>
                      <a:pt x="114" y="8"/>
                    </a:lnTo>
                    <a:lnTo>
                      <a:pt x="120" y="11"/>
                    </a:lnTo>
                    <a:lnTo>
                      <a:pt x="126" y="16"/>
                    </a:lnTo>
                    <a:lnTo>
                      <a:pt x="130" y="20"/>
                    </a:lnTo>
                    <a:lnTo>
                      <a:pt x="134" y="24"/>
                    </a:lnTo>
                    <a:lnTo>
                      <a:pt x="136" y="28"/>
                    </a:lnTo>
                    <a:lnTo>
                      <a:pt x="136" y="33"/>
                    </a:lnTo>
                    <a:lnTo>
                      <a:pt x="136" y="37"/>
                    </a:lnTo>
                    <a:lnTo>
                      <a:pt x="136" y="42"/>
                    </a:lnTo>
                    <a:lnTo>
                      <a:pt x="135" y="46"/>
                    </a:lnTo>
                    <a:lnTo>
                      <a:pt x="132" y="51"/>
                    </a:lnTo>
                    <a:lnTo>
                      <a:pt x="122" y="68"/>
                    </a:lnTo>
                    <a:lnTo>
                      <a:pt x="111" y="84"/>
                    </a:lnTo>
                    <a:lnTo>
                      <a:pt x="107" y="90"/>
                    </a:lnTo>
                    <a:lnTo>
                      <a:pt x="105" y="97"/>
                    </a:lnTo>
                    <a:lnTo>
                      <a:pt x="102" y="104"/>
                    </a:lnTo>
                    <a:lnTo>
                      <a:pt x="102" y="111"/>
                    </a:lnTo>
                    <a:lnTo>
                      <a:pt x="102" y="117"/>
                    </a:lnTo>
                    <a:lnTo>
                      <a:pt x="105" y="123"/>
                    </a:lnTo>
                    <a:lnTo>
                      <a:pt x="109" y="128"/>
                    </a:lnTo>
                    <a:lnTo>
                      <a:pt x="114" y="132"/>
                    </a:lnTo>
                    <a:lnTo>
                      <a:pt x="115" y="128"/>
                    </a:lnTo>
                    <a:lnTo>
                      <a:pt x="117" y="125"/>
                    </a:lnTo>
                    <a:lnTo>
                      <a:pt x="120" y="123"/>
                    </a:lnTo>
                    <a:lnTo>
                      <a:pt x="124" y="121"/>
                    </a:lnTo>
                    <a:lnTo>
                      <a:pt x="131" y="117"/>
                    </a:lnTo>
                    <a:lnTo>
                      <a:pt x="139" y="112"/>
                    </a:lnTo>
                    <a:lnTo>
                      <a:pt x="145" y="109"/>
                    </a:lnTo>
                    <a:lnTo>
                      <a:pt x="151" y="107"/>
                    </a:lnTo>
                    <a:lnTo>
                      <a:pt x="156" y="108"/>
                    </a:lnTo>
                    <a:lnTo>
                      <a:pt x="161" y="111"/>
                    </a:lnTo>
                    <a:lnTo>
                      <a:pt x="165" y="114"/>
                    </a:lnTo>
                    <a:lnTo>
                      <a:pt x="169" y="119"/>
                    </a:lnTo>
                    <a:lnTo>
                      <a:pt x="171" y="124"/>
                    </a:lnTo>
                    <a:lnTo>
                      <a:pt x="172" y="130"/>
                    </a:lnTo>
                    <a:lnTo>
                      <a:pt x="172" y="137"/>
                    </a:lnTo>
                    <a:lnTo>
                      <a:pt x="172" y="145"/>
                    </a:lnTo>
                    <a:lnTo>
                      <a:pt x="171" y="153"/>
                    </a:lnTo>
                    <a:lnTo>
                      <a:pt x="169" y="162"/>
                    </a:lnTo>
                    <a:lnTo>
                      <a:pt x="165" y="170"/>
                    </a:lnTo>
                    <a:lnTo>
                      <a:pt x="161" y="178"/>
                    </a:lnTo>
                    <a:lnTo>
                      <a:pt x="157" y="185"/>
                    </a:lnTo>
                    <a:lnTo>
                      <a:pt x="152" y="191"/>
                    </a:lnTo>
                    <a:lnTo>
                      <a:pt x="146" y="199"/>
                    </a:lnTo>
                    <a:lnTo>
                      <a:pt x="142" y="207"/>
                    </a:lnTo>
                    <a:lnTo>
                      <a:pt x="141" y="213"/>
                    </a:lnTo>
                    <a:lnTo>
                      <a:pt x="142" y="220"/>
                    </a:lnTo>
                    <a:lnTo>
                      <a:pt x="149" y="234"/>
                    </a:lnTo>
                    <a:lnTo>
                      <a:pt x="154" y="251"/>
                    </a:lnTo>
                    <a:lnTo>
                      <a:pt x="155" y="256"/>
                    </a:lnTo>
                    <a:lnTo>
                      <a:pt x="155" y="259"/>
                    </a:lnTo>
                    <a:lnTo>
                      <a:pt x="154" y="263"/>
                    </a:lnTo>
                    <a:lnTo>
                      <a:pt x="152" y="266"/>
                    </a:lnTo>
                    <a:lnTo>
                      <a:pt x="149" y="270"/>
                    </a:lnTo>
                    <a:lnTo>
                      <a:pt x="144" y="272"/>
                    </a:lnTo>
                    <a:lnTo>
                      <a:pt x="131" y="275"/>
                    </a:lnTo>
                    <a:lnTo>
                      <a:pt x="120" y="278"/>
                    </a:lnTo>
                    <a:lnTo>
                      <a:pt x="107" y="283"/>
                    </a:lnTo>
                    <a:lnTo>
                      <a:pt x="97" y="287"/>
                    </a:lnTo>
                    <a:lnTo>
                      <a:pt x="97" y="285"/>
                    </a:lnTo>
                    <a:lnTo>
                      <a:pt x="86" y="283"/>
                    </a:lnTo>
                    <a:lnTo>
                      <a:pt x="76" y="280"/>
                    </a:lnTo>
                    <a:lnTo>
                      <a:pt x="65" y="277"/>
                    </a:lnTo>
                    <a:lnTo>
                      <a:pt x="55" y="272"/>
                    </a:lnTo>
                    <a:lnTo>
                      <a:pt x="45" y="266"/>
                    </a:lnTo>
                    <a:lnTo>
                      <a:pt x="35" y="259"/>
                    </a:lnTo>
                    <a:lnTo>
                      <a:pt x="31" y="256"/>
                    </a:lnTo>
                    <a:lnTo>
                      <a:pt x="29" y="254"/>
                    </a:lnTo>
                    <a:lnTo>
                      <a:pt x="16" y="214"/>
                    </a:lnTo>
                    <a:lnTo>
                      <a:pt x="6" y="180"/>
                    </a:lnTo>
                    <a:lnTo>
                      <a:pt x="4" y="166"/>
                    </a:lnTo>
                    <a:lnTo>
                      <a:pt x="1" y="153"/>
                    </a:lnTo>
                    <a:lnTo>
                      <a:pt x="0" y="142"/>
                    </a:lnTo>
                    <a:lnTo>
                      <a:pt x="0" y="133"/>
                    </a:lnTo>
                    <a:lnTo>
                      <a:pt x="1" y="116"/>
                    </a:lnTo>
                    <a:lnTo>
                      <a:pt x="2" y="102"/>
                    </a:lnTo>
                    <a:lnTo>
                      <a:pt x="5" y="89"/>
                    </a:lnTo>
                    <a:lnTo>
                      <a:pt x="9" y="7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7" name="Freeform 138">
                <a:extLst>
                  <a:ext uri="{FF2B5EF4-FFF2-40B4-BE49-F238E27FC236}">
                    <a16:creationId xmlns:a16="http://schemas.microsoft.com/office/drawing/2014/main" id="{05153C4C-4D12-4B3A-B255-350DCCC79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9513" y="4171950"/>
                <a:ext cx="155575" cy="61913"/>
              </a:xfrm>
              <a:custGeom>
                <a:avLst/>
                <a:gdLst>
                  <a:gd name="T0" fmla="*/ 6 w 492"/>
                  <a:gd name="T1" fmla="*/ 113 h 156"/>
                  <a:gd name="T2" fmla="*/ 17 w 492"/>
                  <a:gd name="T3" fmla="*/ 125 h 156"/>
                  <a:gd name="T4" fmla="*/ 35 w 492"/>
                  <a:gd name="T5" fmla="*/ 133 h 156"/>
                  <a:gd name="T6" fmla="*/ 61 w 492"/>
                  <a:gd name="T7" fmla="*/ 142 h 156"/>
                  <a:gd name="T8" fmla="*/ 86 w 492"/>
                  <a:gd name="T9" fmla="*/ 149 h 156"/>
                  <a:gd name="T10" fmla="*/ 111 w 492"/>
                  <a:gd name="T11" fmla="*/ 154 h 156"/>
                  <a:gd name="T12" fmla="*/ 150 w 492"/>
                  <a:gd name="T13" fmla="*/ 156 h 156"/>
                  <a:gd name="T14" fmla="*/ 195 w 492"/>
                  <a:gd name="T15" fmla="*/ 154 h 156"/>
                  <a:gd name="T16" fmla="*/ 245 w 492"/>
                  <a:gd name="T17" fmla="*/ 147 h 156"/>
                  <a:gd name="T18" fmla="*/ 303 w 492"/>
                  <a:gd name="T19" fmla="*/ 135 h 156"/>
                  <a:gd name="T20" fmla="*/ 355 w 492"/>
                  <a:gd name="T21" fmla="*/ 121 h 156"/>
                  <a:gd name="T22" fmla="*/ 392 w 492"/>
                  <a:gd name="T23" fmla="*/ 108 h 156"/>
                  <a:gd name="T24" fmla="*/ 418 w 492"/>
                  <a:gd name="T25" fmla="*/ 95 h 156"/>
                  <a:gd name="T26" fmla="*/ 441 w 492"/>
                  <a:gd name="T27" fmla="*/ 80 h 156"/>
                  <a:gd name="T28" fmla="*/ 461 w 492"/>
                  <a:gd name="T29" fmla="*/ 65 h 156"/>
                  <a:gd name="T30" fmla="*/ 472 w 492"/>
                  <a:gd name="T31" fmla="*/ 55 h 156"/>
                  <a:gd name="T32" fmla="*/ 478 w 492"/>
                  <a:gd name="T33" fmla="*/ 49 h 156"/>
                  <a:gd name="T34" fmla="*/ 482 w 492"/>
                  <a:gd name="T35" fmla="*/ 45 h 156"/>
                  <a:gd name="T36" fmla="*/ 483 w 492"/>
                  <a:gd name="T37" fmla="*/ 42 h 156"/>
                  <a:gd name="T38" fmla="*/ 490 w 492"/>
                  <a:gd name="T39" fmla="*/ 34 h 156"/>
                  <a:gd name="T40" fmla="*/ 492 w 492"/>
                  <a:gd name="T41" fmla="*/ 26 h 156"/>
                  <a:gd name="T42" fmla="*/ 491 w 492"/>
                  <a:gd name="T43" fmla="*/ 18 h 156"/>
                  <a:gd name="T44" fmla="*/ 487 w 492"/>
                  <a:gd name="T45" fmla="*/ 9 h 156"/>
                  <a:gd name="T46" fmla="*/ 478 w 492"/>
                  <a:gd name="T47" fmla="*/ 0 h 156"/>
                  <a:gd name="T48" fmla="*/ 460 w 492"/>
                  <a:gd name="T49" fmla="*/ 21 h 156"/>
                  <a:gd name="T50" fmla="*/ 425 w 492"/>
                  <a:gd name="T51" fmla="*/ 47 h 156"/>
                  <a:gd name="T52" fmla="*/ 398 w 492"/>
                  <a:gd name="T53" fmla="*/ 61 h 156"/>
                  <a:gd name="T54" fmla="*/ 365 w 492"/>
                  <a:gd name="T55" fmla="*/ 75 h 156"/>
                  <a:gd name="T56" fmla="*/ 321 w 492"/>
                  <a:gd name="T57" fmla="*/ 88 h 156"/>
                  <a:gd name="T58" fmla="*/ 268 w 492"/>
                  <a:gd name="T59" fmla="*/ 100 h 156"/>
                  <a:gd name="T60" fmla="*/ 213 w 492"/>
                  <a:gd name="T61" fmla="*/ 109 h 156"/>
                  <a:gd name="T62" fmla="*/ 166 w 492"/>
                  <a:gd name="T63" fmla="*/ 114 h 156"/>
                  <a:gd name="T64" fmla="*/ 125 w 492"/>
                  <a:gd name="T65" fmla="*/ 114 h 156"/>
                  <a:gd name="T66" fmla="*/ 90 w 492"/>
                  <a:gd name="T67" fmla="*/ 110 h 156"/>
                  <a:gd name="T68" fmla="*/ 43 w 492"/>
                  <a:gd name="T69" fmla="*/ 97 h 156"/>
                  <a:gd name="T70" fmla="*/ 11 w 492"/>
                  <a:gd name="T71" fmla="*/ 83 h 156"/>
                  <a:gd name="T72" fmla="*/ 4 w 492"/>
                  <a:gd name="T73" fmla="*/ 93 h 156"/>
                  <a:gd name="T74" fmla="*/ 0 w 492"/>
                  <a:gd name="T75" fmla="*/ 10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92" h="156">
                    <a:moveTo>
                      <a:pt x="0" y="104"/>
                    </a:moveTo>
                    <a:lnTo>
                      <a:pt x="6" y="113"/>
                    </a:lnTo>
                    <a:lnTo>
                      <a:pt x="11" y="121"/>
                    </a:lnTo>
                    <a:lnTo>
                      <a:pt x="17" y="125"/>
                    </a:lnTo>
                    <a:lnTo>
                      <a:pt x="26" y="129"/>
                    </a:lnTo>
                    <a:lnTo>
                      <a:pt x="35" y="133"/>
                    </a:lnTo>
                    <a:lnTo>
                      <a:pt x="45" y="137"/>
                    </a:lnTo>
                    <a:lnTo>
                      <a:pt x="61" y="142"/>
                    </a:lnTo>
                    <a:lnTo>
                      <a:pt x="78" y="147"/>
                    </a:lnTo>
                    <a:lnTo>
                      <a:pt x="86" y="149"/>
                    </a:lnTo>
                    <a:lnTo>
                      <a:pt x="95" y="151"/>
                    </a:lnTo>
                    <a:lnTo>
                      <a:pt x="111" y="154"/>
                    </a:lnTo>
                    <a:lnTo>
                      <a:pt x="130" y="156"/>
                    </a:lnTo>
                    <a:lnTo>
                      <a:pt x="150" y="156"/>
                    </a:lnTo>
                    <a:lnTo>
                      <a:pt x="171" y="155"/>
                    </a:lnTo>
                    <a:lnTo>
                      <a:pt x="195" y="154"/>
                    </a:lnTo>
                    <a:lnTo>
                      <a:pt x="218" y="151"/>
                    </a:lnTo>
                    <a:lnTo>
                      <a:pt x="245" y="147"/>
                    </a:lnTo>
                    <a:lnTo>
                      <a:pt x="273" y="141"/>
                    </a:lnTo>
                    <a:lnTo>
                      <a:pt x="303" y="135"/>
                    </a:lnTo>
                    <a:lnTo>
                      <a:pt x="330" y="128"/>
                    </a:lnTo>
                    <a:lnTo>
                      <a:pt x="355" y="121"/>
                    </a:lnTo>
                    <a:lnTo>
                      <a:pt x="376" y="114"/>
                    </a:lnTo>
                    <a:lnTo>
                      <a:pt x="392" y="108"/>
                    </a:lnTo>
                    <a:lnTo>
                      <a:pt x="407" y="101"/>
                    </a:lnTo>
                    <a:lnTo>
                      <a:pt x="418" y="95"/>
                    </a:lnTo>
                    <a:lnTo>
                      <a:pt x="430" y="88"/>
                    </a:lnTo>
                    <a:lnTo>
                      <a:pt x="441" y="80"/>
                    </a:lnTo>
                    <a:lnTo>
                      <a:pt x="452" y="72"/>
                    </a:lnTo>
                    <a:lnTo>
                      <a:pt x="461" y="65"/>
                    </a:lnTo>
                    <a:lnTo>
                      <a:pt x="470" y="58"/>
                    </a:lnTo>
                    <a:lnTo>
                      <a:pt x="472" y="55"/>
                    </a:lnTo>
                    <a:lnTo>
                      <a:pt x="475" y="52"/>
                    </a:lnTo>
                    <a:lnTo>
                      <a:pt x="478" y="49"/>
                    </a:lnTo>
                    <a:lnTo>
                      <a:pt x="482" y="45"/>
                    </a:lnTo>
                    <a:lnTo>
                      <a:pt x="482" y="45"/>
                    </a:lnTo>
                    <a:lnTo>
                      <a:pt x="482" y="43"/>
                    </a:lnTo>
                    <a:lnTo>
                      <a:pt x="483" y="42"/>
                    </a:lnTo>
                    <a:lnTo>
                      <a:pt x="487" y="38"/>
                    </a:lnTo>
                    <a:lnTo>
                      <a:pt x="490" y="34"/>
                    </a:lnTo>
                    <a:lnTo>
                      <a:pt x="491" y="30"/>
                    </a:lnTo>
                    <a:lnTo>
                      <a:pt x="492" y="26"/>
                    </a:lnTo>
                    <a:lnTo>
                      <a:pt x="492" y="22"/>
                    </a:lnTo>
                    <a:lnTo>
                      <a:pt x="491" y="18"/>
                    </a:lnTo>
                    <a:lnTo>
                      <a:pt x="490" y="13"/>
                    </a:lnTo>
                    <a:lnTo>
                      <a:pt x="487" y="9"/>
                    </a:lnTo>
                    <a:lnTo>
                      <a:pt x="483" y="5"/>
                    </a:lnTo>
                    <a:lnTo>
                      <a:pt x="478" y="0"/>
                    </a:lnTo>
                    <a:lnTo>
                      <a:pt x="471" y="10"/>
                    </a:lnTo>
                    <a:lnTo>
                      <a:pt x="460" y="21"/>
                    </a:lnTo>
                    <a:lnTo>
                      <a:pt x="443" y="33"/>
                    </a:lnTo>
                    <a:lnTo>
                      <a:pt x="425" y="47"/>
                    </a:lnTo>
                    <a:lnTo>
                      <a:pt x="413" y="54"/>
                    </a:lnTo>
                    <a:lnTo>
                      <a:pt x="398" y="61"/>
                    </a:lnTo>
                    <a:lnTo>
                      <a:pt x="383" y="68"/>
                    </a:lnTo>
                    <a:lnTo>
                      <a:pt x="365" y="75"/>
                    </a:lnTo>
                    <a:lnTo>
                      <a:pt x="343" y="81"/>
                    </a:lnTo>
                    <a:lnTo>
                      <a:pt x="321" y="88"/>
                    </a:lnTo>
                    <a:lnTo>
                      <a:pt x="296" y="94"/>
                    </a:lnTo>
                    <a:lnTo>
                      <a:pt x="268" y="100"/>
                    </a:lnTo>
                    <a:lnTo>
                      <a:pt x="241" y="105"/>
                    </a:lnTo>
                    <a:lnTo>
                      <a:pt x="213" y="109"/>
                    </a:lnTo>
                    <a:lnTo>
                      <a:pt x="190" y="112"/>
                    </a:lnTo>
                    <a:lnTo>
                      <a:pt x="166" y="114"/>
                    </a:lnTo>
                    <a:lnTo>
                      <a:pt x="145" y="115"/>
                    </a:lnTo>
                    <a:lnTo>
                      <a:pt x="125" y="114"/>
                    </a:lnTo>
                    <a:lnTo>
                      <a:pt x="106" y="113"/>
                    </a:lnTo>
                    <a:lnTo>
                      <a:pt x="90" y="110"/>
                    </a:lnTo>
                    <a:lnTo>
                      <a:pt x="65" y="104"/>
                    </a:lnTo>
                    <a:lnTo>
                      <a:pt x="43" y="97"/>
                    </a:lnTo>
                    <a:lnTo>
                      <a:pt x="25" y="90"/>
                    </a:lnTo>
                    <a:lnTo>
                      <a:pt x="11" y="83"/>
                    </a:lnTo>
                    <a:lnTo>
                      <a:pt x="7" y="88"/>
                    </a:lnTo>
                    <a:lnTo>
                      <a:pt x="4" y="93"/>
                    </a:lnTo>
                    <a:lnTo>
                      <a:pt x="1" y="98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8" name="Freeform 139">
                <a:extLst>
                  <a:ext uri="{FF2B5EF4-FFF2-40B4-BE49-F238E27FC236}">
                    <a16:creationId xmlns:a16="http://schemas.microsoft.com/office/drawing/2014/main" id="{0E611F02-9A30-4379-9C94-E490F7449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401" y="3937000"/>
                <a:ext cx="190500" cy="288925"/>
              </a:xfrm>
              <a:custGeom>
                <a:avLst/>
                <a:gdLst>
                  <a:gd name="T0" fmla="*/ 22 w 599"/>
                  <a:gd name="T1" fmla="*/ 298 h 728"/>
                  <a:gd name="T2" fmla="*/ 33 w 599"/>
                  <a:gd name="T3" fmla="*/ 239 h 728"/>
                  <a:gd name="T4" fmla="*/ 50 w 599"/>
                  <a:gd name="T5" fmla="*/ 180 h 728"/>
                  <a:gd name="T6" fmla="*/ 78 w 599"/>
                  <a:gd name="T7" fmla="*/ 125 h 728"/>
                  <a:gd name="T8" fmla="*/ 114 w 599"/>
                  <a:gd name="T9" fmla="*/ 76 h 728"/>
                  <a:gd name="T10" fmla="*/ 134 w 599"/>
                  <a:gd name="T11" fmla="*/ 63 h 728"/>
                  <a:gd name="T12" fmla="*/ 171 w 599"/>
                  <a:gd name="T13" fmla="*/ 45 h 728"/>
                  <a:gd name="T14" fmla="*/ 194 w 599"/>
                  <a:gd name="T15" fmla="*/ 34 h 728"/>
                  <a:gd name="T16" fmla="*/ 230 w 599"/>
                  <a:gd name="T17" fmla="*/ 26 h 728"/>
                  <a:gd name="T18" fmla="*/ 310 w 599"/>
                  <a:gd name="T19" fmla="*/ 20 h 728"/>
                  <a:gd name="T20" fmla="*/ 354 w 599"/>
                  <a:gd name="T21" fmla="*/ 6 h 728"/>
                  <a:gd name="T22" fmla="*/ 375 w 599"/>
                  <a:gd name="T23" fmla="*/ 0 h 728"/>
                  <a:gd name="T24" fmla="*/ 396 w 599"/>
                  <a:gd name="T25" fmla="*/ 1 h 728"/>
                  <a:gd name="T26" fmla="*/ 423 w 599"/>
                  <a:gd name="T27" fmla="*/ 13 h 728"/>
                  <a:gd name="T28" fmla="*/ 454 w 599"/>
                  <a:gd name="T29" fmla="*/ 29 h 728"/>
                  <a:gd name="T30" fmla="*/ 519 w 599"/>
                  <a:gd name="T31" fmla="*/ 47 h 728"/>
                  <a:gd name="T32" fmla="*/ 554 w 599"/>
                  <a:gd name="T33" fmla="*/ 63 h 728"/>
                  <a:gd name="T34" fmla="*/ 576 w 599"/>
                  <a:gd name="T35" fmla="*/ 82 h 728"/>
                  <a:gd name="T36" fmla="*/ 591 w 599"/>
                  <a:gd name="T37" fmla="*/ 109 h 728"/>
                  <a:gd name="T38" fmla="*/ 599 w 599"/>
                  <a:gd name="T39" fmla="*/ 142 h 728"/>
                  <a:gd name="T40" fmla="*/ 596 w 599"/>
                  <a:gd name="T41" fmla="*/ 175 h 728"/>
                  <a:gd name="T42" fmla="*/ 585 w 599"/>
                  <a:gd name="T43" fmla="*/ 218 h 728"/>
                  <a:gd name="T44" fmla="*/ 564 w 599"/>
                  <a:gd name="T45" fmla="*/ 282 h 728"/>
                  <a:gd name="T46" fmla="*/ 546 w 599"/>
                  <a:gd name="T47" fmla="*/ 346 h 728"/>
                  <a:gd name="T48" fmla="*/ 530 w 599"/>
                  <a:gd name="T49" fmla="*/ 410 h 728"/>
                  <a:gd name="T50" fmla="*/ 523 w 599"/>
                  <a:gd name="T51" fmla="*/ 473 h 728"/>
                  <a:gd name="T52" fmla="*/ 526 w 599"/>
                  <a:gd name="T53" fmla="*/ 534 h 728"/>
                  <a:gd name="T54" fmla="*/ 520 w 599"/>
                  <a:gd name="T55" fmla="*/ 583 h 728"/>
                  <a:gd name="T56" fmla="*/ 506 w 599"/>
                  <a:gd name="T57" fmla="*/ 611 h 728"/>
                  <a:gd name="T58" fmla="*/ 479 w 599"/>
                  <a:gd name="T59" fmla="*/ 642 h 728"/>
                  <a:gd name="T60" fmla="*/ 443 w 599"/>
                  <a:gd name="T61" fmla="*/ 667 h 728"/>
                  <a:gd name="T62" fmla="*/ 400 w 599"/>
                  <a:gd name="T63" fmla="*/ 687 h 728"/>
                  <a:gd name="T64" fmla="*/ 355 w 599"/>
                  <a:gd name="T65" fmla="*/ 702 h 728"/>
                  <a:gd name="T66" fmla="*/ 276 w 599"/>
                  <a:gd name="T67" fmla="*/ 720 h 728"/>
                  <a:gd name="T68" fmla="*/ 220 w 599"/>
                  <a:gd name="T69" fmla="*/ 727 h 728"/>
                  <a:gd name="T70" fmla="*/ 163 w 599"/>
                  <a:gd name="T71" fmla="*/ 726 h 728"/>
                  <a:gd name="T72" fmla="*/ 118 w 599"/>
                  <a:gd name="T73" fmla="*/ 717 h 728"/>
                  <a:gd name="T74" fmla="*/ 66 w 599"/>
                  <a:gd name="T75" fmla="*/ 691 h 728"/>
                  <a:gd name="T76" fmla="*/ 23 w 599"/>
                  <a:gd name="T77" fmla="*/ 662 h 728"/>
                  <a:gd name="T78" fmla="*/ 5 w 599"/>
                  <a:gd name="T79" fmla="*/ 635 h 728"/>
                  <a:gd name="T80" fmla="*/ 0 w 599"/>
                  <a:gd name="T81" fmla="*/ 604 h 728"/>
                  <a:gd name="T82" fmla="*/ 9 w 599"/>
                  <a:gd name="T83" fmla="*/ 538 h 728"/>
                  <a:gd name="T84" fmla="*/ 20 w 599"/>
                  <a:gd name="T85" fmla="*/ 467 h 728"/>
                  <a:gd name="T86" fmla="*/ 22 w 599"/>
                  <a:gd name="T87" fmla="*/ 429 h 728"/>
                  <a:gd name="T88" fmla="*/ 19 w 599"/>
                  <a:gd name="T89" fmla="*/ 394 h 7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9" h="728">
                    <a:moveTo>
                      <a:pt x="18" y="372"/>
                    </a:moveTo>
                    <a:lnTo>
                      <a:pt x="19" y="336"/>
                    </a:lnTo>
                    <a:lnTo>
                      <a:pt x="22" y="298"/>
                    </a:lnTo>
                    <a:lnTo>
                      <a:pt x="24" y="279"/>
                    </a:lnTo>
                    <a:lnTo>
                      <a:pt x="28" y="259"/>
                    </a:lnTo>
                    <a:lnTo>
                      <a:pt x="33" y="239"/>
                    </a:lnTo>
                    <a:lnTo>
                      <a:pt x="38" y="219"/>
                    </a:lnTo>
                    <a:lnTo>
                      <a:pt x="43" y="200"/>
                    </a:lnTo>
                    <a:lnTo>
                      <a:pt x="50" y="180"/>
                    </a:lnTo>
                    <a:lnTo>
                      <a:pt x="58" y="161"/>
                    </a:lnTo>
                    <a:lnTo>
                      <a:pt x="68" y="143"/>
                    </a:lnTo>
                    <a:lnTo>
                      <a:pt x="78" y="125"/>
                    </a:lnTo>
                    <a:lnTo>
                      <a:pt x="89" y="108"/>
                    </a:lnTo>
                    <a:lnTo>
                      <a:pt x="101" y="91"/>
                    </a:lnTo>
                    <a:lnTo>
                      <a:pt x="114" y="76"/>
                    </a:lnTo>
                    <a:lnTo>
                      <a:pt x="120" y="71"/>
                    </a:lnTo>
                    <a:lnTo>
                      <a:pt x="126" y="67"/>
                    </a:lnTo>
                    <a:lnTo>
                      <a:pt x="134" y="63"/>
                    </a:lnTo>
                    <a:lnTo>
                      <a:pt x="143" y="59"/>
                    </a:lnTo>
                    <a:lnTo>
                      <a:pt x="158" y="53"/>
                    </a:lnTo>
                    <a:lnTo>
                      <a:pt x="171" y="45"/>
                    </a:lnTo>
                    <a:lnTo>
                      <a:pt x="179" y="41"/>
                    </a:lnTo>
                    <a:lnTo>
                      <a:pt x="186" y="37"/>
                    </a:lnTo>
                    <a:lnTo>
                      <a:pt x="194" y="34"/>
                    </a:lnTo>
                    <a:lnTo>
                      <a:pt x="201" y="31"/>
                    </a:lnTo>
                    <a:lnTo>
                      <a:pt x="215" y="28"/>
                    </a:lnTo>
                    <a:lnTo>
                      <a:pt x="230" y="26"/>
                    </a:lnTo>
                    <a:lnTo>
                      <a:pt x="261" y="25"/>
                    </a:lnTo>
                    <a:lnTo>
                      <a:pt x="294" y="23"/>
                    </a:lnTo>
                    <a:lnTo>
                      <a:pt x="310" y="20"/>
                    </a:lnTo>
                    <a:lnTo>
                      <a:pt x="325" y="16"/>
                    </a:lnTo>
                    <a:lnTo>
                      <a:pt x="339" y="11"/>
                    </a:lnTo>
                    <a:lnTo>
                      <a:pt x="354" y="6"/>
                    </a:lnTo>
                    <a:lnTo>
                      <a:pt x="360" y="3"/>
                    </a:lnTo>
                    <a:lnTo>
                      <a:pt x="368" y="2"/>
                    </a:lnTo>
                    <a:lnTo>
                      <a:pt x="375" y="0"/>
                    </a:lnTo>
                    <a:lnTo>
                      <a:pt x="381" y="0"/>
                    </a:lnTo>
                    <a:lnTo>
                      <a:pt x="389" y="0"/>
                    </a:lnTo>
                    <a:lnTo>
                      <a:pt x="396" y="1"/>
                    </a:lnTo>
                    <a:lnTo>
                      <a:pt x="404" y="4"/>
                    </a:lnTo>
                    <a:lnTo>
                      <a:pt x="411" y="7"/>
                    </a:lnTo>
                    <a:lnTo>
                      <a:pt x="423" y="13"/>
                    </a:lnTo>
                    <a:lnTo>
                      <a:pt x="431" y="19"/>
                    </a:lnTo>
                    <a:lnTo>
                      <a:pt x="443" y="24"/>
                    </a:lnTo>
                    <a:lnTo>
                      <a:pt x="454" y="29"/>
                    </a:lnTo>
                    <a:lnTo>
                      <a:pt x="476" y="35"/>
                    </a:lnTo>
                    <a:lnTo>
                      <a:pt x="498" y="40"/>
                    </a:lnTo>
                    <a:lnTo>
                      <a:pt x="519" y="47"/>
                    </a:lnTo>
                    <a:lnTo>
                      <a:pt x="538" y="54"/>
                    </a:lnTo>
                    <a:lnTo>
                      <a:pt x="546" y="59"/>
                    </a:lnTo>
                    <a:lnTo>
                      <a:pt x="554" y="63"/>
                    </a:lnTo>
                    <a:lnTo>
                      <a:pt x="562" y="69"/>
                    </a:lnTo>
                    <a:lnTo>
                      <a:pt x="569" y="75"/>
                    </a:lnTo>
                    <a:lnTo>
                      <a:pt x="576" y="82"/>
                    </a:lnTo>
                    <a:lnTo>
                      <a:pt x="581" y="90"/>
                    </a:lnTo>
                    <a:lnTo>
                      <a:pt x="586" y="99"/>
                    </a:lnTo>
                    <a:lnTo>
                      <a:pt x="591" y="109"/>
                    </a:lnTo>
                    <a:lnTo>
                      <a:pt x="595" y="120"/>
                    </a:lnTo>
                    <a:lnTo>
                      <a:pt x="597" y="131"/>
                    </a:lnTo>
                    <a:lnTo>
                      <a:pt x="599" y="142"/>
                    </a:lnTo>
                    <a:lnTo>
                      <a:pt x="599" y="153"/>
                    </a:lnTo>
                    <a:lnTo>
                      <a:pt x="597" y="164"/>
                    </a:lnTo>
                    <a:lnTo>
                      <a:pt x="596" y="175"/>
                    </a:lnTo>
                    <a:lnTo>
                      <a:pt x="595" y="185"/>
                    </a:lnTo>
                    <a:lnTo>
                      <a:pt x="592" y="196"/>
                    </a:lnTo>
                    <a:lnTo>
                      <a:pt x="585" y="218"/>
                    </a:lnTo>
                    <a:lnTo>
                      <a:pt x="577" y="239"/>
                    </a:lnTo>
                    <a:lnTo>
                      <a:pt x="570" y="261"/>
                    </a:lnTo>
                    <a:lnTo>
                      <a:pt x="564" y="282"/>
                    </a:lnTo>
                    <a:lnTo>
                      <a:pt x="557" y="303"/>
                    </a:lnTo>
                    <a:lnTo>
                      <a:pt x="552" y="325"/>
                    </a:lnTo>
                    <a:lnTo>
                      <a:pt x="546" y="346"/>
                    </a:lnTo>
                    <a:lnTo>
                      <a:pt x="540" y="367"/>
                    </a:lnTo>
                    <a:lnTo>
                      <a:pt x="535" y="388"/>
                    </a:lnTo>
                    <a:lnTo>
                      <a:pt x="530" y="410"/>
                    </a:lnTo>
                    <a:lnTo>
                      <a:pt x="526" y="431"/>
                    </a:lnTo>
                    <a:lnTo>
                      <a:pt x="524" y="453"/>
                    </a:lnTo>
                    <a:lnTo>
                      <a:pt x="523" y="473"/>
                    </a:lnTo>
                    <a:lnTo>
                      <a:pt x="524" y="493"/>
                    </a:lnTo>
                    <a:lnTo>
                      <a:pt x="525" y="514"/>
                    </a:lnTo>
                    <a:lnTo>
                      <a:pt x="526" y="534"/>
                    </a:lnTo>
                    <a:lnTo>
                      <a:pt x="525" y="554"/>
                    </a:lnTo>
                    <a:lnTo>
                      <a:pt x="523" y="573"/>
                    </a:lnTo>
                    <a:lnTo>
                      <a:pt x="520" y="583"/>
                    </a:lnTo>
                    <a:lnTo>
                      <a:pt x="516" y="593"/>
                    </a:lnTo>
                    <a:lnTo>
                      <a:pt x="513" y="602"/>
                    </a:lnTo>
                    <a:lnTo>
                      <a:pt x="506" y="611"/>
                    </a:lnTo>
                    <a:lnTo>
                      <a:pt x="498" y="622"/>
                    </a:lnTo>
                    <a:lnTo>
                      <a:pt x="489" y="633"/>
                    </a:lnTo>
                    <a:lnTo>
                      <a:pt x="479" y="642"/>
                    </a:lnTo>
                    <a:lnTo>
                      <a:pt x="468" y="651"/>
                    </a:lnTo>
                    <a:lnTo>
                      <a:pt x="455" y="659"/>
                    </a:lnTo>
                    <a:lnTo>
                      <a:pt x="443" y="667"/>
                    </a:lnTo>
                    <a:lnTo>
                      <a:pt x="429" y="674"/>
                    </a:lnTo>
                    <a:lnTo>
                      <a:pt x="415" y="681"/>
                    </a:lnTo>
                    <a:lnTo>
                      <a:pt x="400" y="687"/>
                    </a:lnTo>
                    <a:lnTo>
                      <a:pt x="385" y="692"/>
                    </a:lnTo>
                    <a:lnTo>
                      <a:pt x="370" y="697"/>
                    </a:lnTo>
                    <a:lnTo>
                      <a:pt x="355" y="702"/>
                    </a:lnTo>
                    <a:lnTo>
                      <a:pt x="325" y="710"/>
                    </a:lnTo>
                    <a:lnTo>
                      <a:pt x="295" y="717"/>
                    </a:lnTo>
                    <a:lnTo>
                      <a:pt x="276" y="720"/>
                    </a:lnTo>
                    <a:lnTo>
                      <a:pt x="258" y="723"/>
                    </a:lnTo>
                    <a:lnTo>
                      <a:pt x="239" y="725"/>
                    </a:lnTo>
                    <a:lnTo>
                      <a:pt x="220" y="727"/>
                    </a:lnTo>
                    <a:lnTo>
                      <a:pt x="201" y="728"/>
                    </a:lnTo>
                    <a:lnTo>
                      <a:pt x="183" y="728"/>
                    </a:lnTo>
                    <a:lnTo>
                      <a:pt x="163" y="726"/>
                    </a:lnTo>
                    <a:lnTo>
                      <a:pt x="144" y="724"/>
                    </a:lnTo>
                    <a:lnTo>
                      <a:pt x="131" y="722"/>
                    </a:lnTo>
                    <a:lnTo>
                      <a:pt x="118" y="717"/>
                    </a:lnTo>
                    <a:lnTo>
                      <a:pt x="105" y="711"/>
                    </a:lnTo>
                    <a:lnTo>
                      <a:pt x="91" y="705"/>
                    </a:lnTo>
                    <a:lnTo>
                      <a:pt x="66" y="691"/>
                    </a:lnTo>
                    <a:lnTo>
                      <a:pt x="44" y="677"/>
                    </a:lnTo>
                    <a:lnTo>
                      <a:pt x="33" y="670"/>
                    </a:lnTo>
                    <a:lnTo>
                      <a:pt x="23" y="662"/>
                    </a:lnTo>
                    <a:lnTo>
                      <a:pt x="15" y="653"/>
                    </a:lnTo>
                    <a:lnTo>
                      <a:pt x="10" y="644"/>
                    </a:lnTo>
                    <a:lnTo>
                      <a:pt x="5" y="635"/>
                    </a:lnTo>
                    <a:lnTo>
                      <a:pt x="3" y="625"/>
                    </a:lnTo>
                    <a:lnTo>
                      <a:pt x="2" y="615"/>
                    </a:lnTo>
                    <a:lnTo>
                      <a:pt x="0" y="604"/>
                    </a:lnTo>
                    <a:lnTo>
                      <a:pt x="2" y="582"/>
                    </a:lnTo>
                    <a:lnTo>
                      <a:pt x="5" y="560"/>
                    </a:lnTo>
                    <a:lnTo>
                      <a:pt x="9" y="538"/>
                    </a:lnTo>
                    <a:lnTo>
                      <a:pt x="13" y="517"/>
                    </a:lnTo>
                    <a:lnTo>
                      <a:pt x="17" y="492"/>
                    </a:lnTo>
                    <a:lnTo>
                      <a:pt x="20" y="467"/>
                    </a:lnTo>
                    <a:lnTo>
                      <a:pt x="22" y="454"/>
                    </a:lnTo>
                    <a:lnTo>
                      <a:pt x="23" y="442"/>
                    </a:lnTo>
                    <a:lnTo>
                      <a:pt x="22" y="429"/>
                    </a:lnTo>
                    <a:lnTo>
                      <a:pt x="20" y="416"/>
                    </a:lnTo>
                    <a:lnTo>
                      <a:pt x="19" y="405"/>
                    </a:lnTo>
                    <a:lnTo>
                      <a:pt x="19" y="394"/>
                    </a:lnTo>
                    <a:lnTo>
                      <a:pt x="18" y="383"/>
                    </a:lnTo>
                    <a:lnTo>
                      <a:pt x="18" y="372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9" name="Freeform 140">
                <a:extLst>
                  <a:ext uri="{FF2B5EF4-FFF2-40B4-BE49-F238E27FC236}">
                    <a16:creationId xmlns:a16="http://schemas.microsoft.com/office/drawing/2014/main" id="{B939B178-03C2-4003-AE1F-02A137B8E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3765550"/>
                <a:ext cx="155575" cy="247650"/>
              </a:xfrm>
              <a:custGeom>
                <a:avLst/>
                <a:gdLst>
                  <a:gd name="T0" fmla="*/ 385 w 493"/>
                  <a:gd name="T1" fmla="*/ 425 h 627"/>
                  <a:gd name="T2" fmla="*/ 361 w 493"/>
                  <a:gd name="T3" fmla="*/ 391 h 627"/>
                  <a:gd name="T4" fmla="*/ 302 w 493"/>
                  <a:gd name="T5" fmla="*/ 310 h 627"/>
                  <a:gd name="T6" fmla="*/ 235 w 493"/>
                  <a:gd name="T7" fmla="*/ 215 h 627"/>
                  <a:gd name="T8" fmla="*/ 181 w 493"/>
                  <a:gd name="T9" fmla="*/ 138 h 627"/>
                  <a:gd name="T10" fmla="*/ 178 w 493"/>
                  <a:gd name="T11" fmla="*/ 118 h 627"/>
                  <a:gd name="T12" fmla="*/ 165 w 493"/>
                  <a:gd name="T13" fmla="*/ 72 h 627"/>
                  <a:gd name="T14" fmla="*/ 152 w 493"/>
                  <a:gd name="T15" fmla="*/ 47 h 627"/>
                  <a:gd name="T16" fmla="*/ 135 w 493"/>
                  <a:gd name="T17" fmla="*/ 25 h 627"/>
                  <a:gd name="T18" fmla="*/ 123 w 493"/>
                  <a:gd name="T19" fmla="*/ 16 h 627"/>
                  <a:gd name="T20" fmla="*/ 111 w 493"/>
                  <a:gd name="T21" fmla="*/ 9 h 627"/>
                  <a:gd name="T22" fmla="*/ 97 w 493"/>
                  <a:gd name="T23" fmla="*/ 4 h 627"/>
                  <a:gd name="T24" fmla="*/ 81 w 493"/>
                  <a:gd name="T25" fmla="*/ 1 h 627"/>
                  <a:gd name="T26" fmla="*/ 65 w 493"/>
                  <a:gd name="T27" fmla="*/ 1 h 627"/>
                  <a:gd name="T28" fmla="*/ 50 w 493"/>
                  <a:gd name="T29" fmla="*/ 3 h 627"/>
                  <a:gd name="T30" fmla="*/ 37 w 493"/>
                  <a:gd name="T31" fmla="*/ 8 h 627"/>
                  <a:gd name="T32" fmla="*/ 26 w 493"/>
                  <a:gd name="T33" fmla="*/ 15 h 627"/>
                  <a:gd name="T34" fmla="*/ 16 w 493"/>
                  <a:gd name="T35" fmla="*/ 24 h 627"/>
                  <a:gd name="T36" fmla="*/ 9 w 493"/>
                  <a:gd name="T37" fmla="*/ 34 h 627"/>
                  <a:gd name="T38" fmla="*/ 4 w 493"/>
                  <a:gd name="T39" fmla="*/ 47 h 627"/>
                  <a:gd name="T40" fmla="*/ 1 w 493"/>
                  <a:gd name="T41" fmla="*/ 60 h 627"/>
                  <a:gd name="T42" fmla="*/ 1 w 493"/>
                  <a:gd name="T43" fmla="*/ 90 h 627"/>
                  <a:gd name="T44" fmla="*/ 14 w 493"/>
                  <a:gd name="T45" fmla="*/ 123 h 627"/>
                  <a:gd name="T46" fmla="*/ 23 w 493"/>
                  <a:gd name="T47" fmla="*/ 141 h 627"/>
                  <a:gd name="T48" fmla="*/ 36 w 493"/>
                  <a:gd name="T49" fmla="*/ 158 h 627"/>
                  <a:gd name="T50" fmla="*/ 52 w 493"/>
                  <a:gd name="T51" fmla="*/ 175 h 627"/>
                  <a:gd name="T52" fmla="*/ 72 w 493"/>
                  <a:gd name="T53" fmla="*/ 192 h 627"/>
                  <a:gd name="T54" fmla="*/ 86 w 493"/>
                  <a:gd name="T55" fmla="*/ 230 h 627"/>
                  <a:gd name="T56" fmla="*/ 120 w 493"/>
                  <a:gd name="T57" fmla="*/ 318 h 627"/>
                  <a:gd name="T58" fmla="*/ 163 w 493"/>
                  <a:gd name="T59" fmla="*/ 417 h 627"/>
                  <a:gd name="T60" fmla="*/ 187 w 493"/>
                  <a:gd name="T61" fmla="*/ 458 h 627"/>
                  <a:gd name="T62" fmla="*/ 208 w 493"/>
                  <a:gd name="T63" fmla="*/ 486 h 627"/>
                  <a:gd name="T64" fmla="*/ 263 w 493"/>
                  <a:gd name="T65" fmla="*/ 531 h 627"/>
                  <a:gd name="T66" fmla="*/ 327 w 493"/>
                  <a:gd name="T67" fmla="*/ 577 h 627"/>
                  <a:gd name="T68" fmla="*/ 381 w 493"/>
                  <a:gd name="T69" fmla="*/ 613 h 627"/>
                  <a:gd name="T70" fmla="*/ 403 w 493"/>
                  <a:gd name="T71" fmla="*/ 627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93" h="627">
                    <a:moveTo>
                      <a:pt x="493" y="458"/>
                    </a:moveTo>
                    <a:lnTo>
                      <a:pt x="385" y="425"/>
                    </a:lnTo>
                    <a:lnTo>
                      <a:pt x="378" y="416"/>
                    </a:lnTo>
                    <a:lnTo>
                      <a:pt x="361" y="391"/>
                    </a:lnTo>
                    <a:lnTo>
                      <a:pt x="333" y="355"/>
                    </a:lnTo>
                    <a:lnTo>
                      <a:pt x="302" y="310"/>
                    </a:lnTo>
                    <a:lnTo>
                      <a:pt x="268" y="262"/>
                    </a:lnTo>
                    <a:lnTo>
                      <a:pt x="235" y="215"/>
                    </a:lnTo>
                    <a:lnTo>
                      <a:pt x="205" y="172"/>
                    </a:lnTo>
                    <a:lnTo>
                      <a:pt x="181" y="138"/>
                    </a:lnTo>
                    <a:lnTo>
                      <a:pt x="181" y="133"/>
                    </a:lnTo>
                    <a:lnTo>
                      <a:pt x="178" y="118"/>
                    </a:lnTo>
                    <a:lnTo>
                      <a:pt x="173" y="97"/>
                    </a:lnTo>
                    <a:lnTo>
                      <a:pt x="165" y="72"/>
                    </a:lnTo>
                    <a:lnTo>
                      <a:pt x="158" y="60"/>
                    </a:lnTo>
                    <a:lnTo>
                      <a:pt x="152" y="47"/>
                    </a:lnTo>
                    <a:lnTo>
                      <a:pt x="143" y="36"/>
                    </a:lnTo>
                    <a:lnTo>
                      <a:pt x="135" y="25"/>
                    </a:lnTo>
                    <a:lnTo>
                      <a:pt x="130" y="21"/>
                    </a:lnTo>
                    <a:lnTo>
                      <a:pt x="123" y="16"/>
                    </a:lnTo>
                    <a:lnTo>
                      <a:pt x="117" y="12"/>
                    </a:lnTo>
                    <a:lnTo>
                      <a:pt x="111" y="9"/>
                    </a:lnTo>
                    <a:lnTo>
                      <a:pt x="105" y="6"/>
                    </a:lnTo>
                    <a:lnTo>
                      <a:pt x="97" y="4"/>
                    </a:lnTo>
                    <a:lnTo>
                      <a:pt x="90" y="2"/>
                    </a:lnTo>
                    <a:lnTo>
                      <a:pt x="81" y="1"/>
                    </a:lnTo>
                    <a:lnTo>
                      <a:pt x="72" y="0"/>
                    </a:lnTo>
                    <a:lnTo>
                      <a:pt x="65" y="1"/>
                    </a:lnTo>
                    <a:lnTo>
                      <a:pt x="57" y="2"/>
                    </a:lnTo>
                    <a:lnTo>
                      <a:pt x="50" y="3"/>
                    </a:lnTo>
                    <a:lnTo>
                      <a:pt x="43" y="5"/>
                    </a:lnTo>
                    <a:lnTo>
                      <a:pt x="37" y="8"/>
                    </a:lnTo>
                    <a:lnTo>
                      <a:pt x="31" y="11"/>
                    </a:lnTo>
                    <a:lnTo>
                      <a:pt x="26" y="15"/>
                    </a:lnTo>
                    <a:lnTo>
                      <a:pt x="21" y="19"/>
                    </a:lnTo>
                    <a:lnTo>
                      <a:pt x="16" y="24"/>
                    </a:lnTo>
                    <a:lnTo>
                      <a:pt x="12" y="29"/>
                    </a:lnTo>
                    <a:lnTo>
                      <a:pt x="9" y="34"/>
                    </a:lnTo>
                    <a:lnTo>
                      <a:pt x="6" y="40"/>
                    </a:lnTo>
                    <a:lnTo>
                      <a:pt x="4" y="47"/>
                    </a:lnTo>
                    <a:lnTo>
                      <a:pt x="2" y="53"/>
                    </a:lnTo>
                    <a:lnTo>
                      <a:pt x="1" y="60"/>
                    </a:lnTo>
                    <a:lnTo>
                      <a:pt x="0" y="75"/>
                    </a:lnTo>
                    <a:lnTo>
                      <a:pt x="1" y="90"/>
                    </a:lnTo>
                    <a:lnTo>
                      <a:pt x="6" y="107"/>
                    </a:lnTo>
                    <a:lnTo>
                      <a:pt x="14" y="123"/>
                    </a:lnTo>
                    <a:lnTo>
                      <a:pt x="17" y="132"/>
                    </a:lnTo>
                    <a:lnTo>
                      <a:pt x="23" y="141"/>
                    </a:lnTo>
                    <a:lnTo>
                      <a:pt x="30" y="149"/>
                    </a:lnTo>
                    <a:lnTo>
                      <a:pt x="36" y="158"/>
                    </a:lnTo>
                    <a:lnTo>
                      <a:pt x="43" y="167"/>
                    </a:lnTo>
                    <a:lnTo>
                      <a:pt x="52" y="175"/>
                    </a:lnTo>
                    <a:lnTo>
                      <a:pt x="62" y="184"/>
                    </a:lnTo>
                    <a:lnTo>
                      <a:pt x="72" y="192"/>
                    </a:lnTo>
                    <a:lnTo>
                      <a:pt x="76" y="203"/>
                    </a:lnTo>
                    <a:lnTo>
                      <a:pt x="86" y="230"/>
                    </a:lnTo>
                    <a:lnTo>
                      <a:pt x="101" y="271"/>
                    </a:lnTo>
                    <a:lnTo>
                      <a:pt x="120" y="318"/>
                    </a:lnTo>
                    <a:lnTo>
                      <a:pt x="141" y="369"/>
                    </a:lnTo>
                    <a:lnTo>
                      <a:pt x="163" y="417"/>
                    </a:lnTo>
                    <a:lnTo>
                      <a:pt x="175" y="438"/>
                    </a:lnTo>
                    <a:lnTo>
                      <a:pt x="187" y="458"/>
                    </a:lnTo>
                    <a:lnTo>
                      <a:pt x="198" y="474"/>
                    </a:lnTo>
                    <a:lnTo>
                      <a:pt x="208" y="486"/>
                    </a:lnTo>
                    <a:lnTo>
                      <a:pt x="233" y="508"/>
                    </a:lnTo>
                    <a:lnTo>
                      <a:pt x="263" y="531"/>
                    </a:lnTo>
                    <a:lnTo>
                      <a:pt x="296" y="555"/>
                    </a:lnTo>
                    <a:lnTo>
                      <a:pt x="327" y="577"/>
                    </a:lnTo>
                    <a:lnTo>
                      <a:pt x="357" y="597"/>
                    </a:lnTo>
                    <a:lnTo>
                      <a:pt x="381" y="613"/>
                    </a:lnTo>
                    <a:lnTo>
                      <a:pt x="397" y="623"/>
                    </a:lnTo>
                    <a:lnTo>
                      <a:pt x="403" y="627"/>
                    </a:lnTo>
                    <a:lnTo>
                      <a:pt x="493" y="45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0" name="Freeform 141">
                <a:extLst>
                  <a:ext uri="{FF2B5EF4-FFF2-40B4-BE49-F238E27FC236}">
                    <a16:creationId xmlns:a16="http://schemas.microsoft.com/office/drawing/2014/main" id="{71EC352E-3841-4B53-85E3-466E9BB52C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063" y="3943350"/>
                <a:ext cx="119063" cy="104775"/>
              </a:xfrm>
              <a:custGeom>
                <a:avLst/>
                <a:gdLst>
                  <a:gd name="T0" fmla="*/ 0 w 376"/>
                  <a:gd name="T1" fmla="*/ 164 h 263"/>
                  <a:gd name="T2" fmla="*/ 2 w 376"/>
                  <a:gd name="T3" fmla="*/ 156 h 263"/>
                  <a:gd name="T4" fmla="*/ 7 w 376"/>
                  <a:gd name="T5" fmla="*/ 134 h 263"/>
                  <a:gd name="T6" fmla="*/ 12 w 376"/>
                  <a:gd name="T7" fmla="*/ 119 h 263"/>
                  <a:gd name="T8" fmla="*/ 18 w 376"/>
                  <a:gd name="T9" fmla="*/ 102 h 263"/>
                  <a:gd name="T10" fmla="*/ 27 w 376"/>
                  <a:gd name="T11" fmla="*/ 84 h 263"/>
                  <a:gd name="T12" fmla="*/ 38 w 376"/>
                  <a:gd name="T13" fmla="*/ 65 h 263"/>
                  <a:gd name="T14" fmla="*/ 50 w 376"/>
                  <a:gd name="T15" fmla="*/ 48 h 263"/>
                  <a:gd name="T16" fmla="*/ 62 w 376"/>
                  <a:gd name="T17" fmla="*/ 34 h 263"/>
                  <a:gd name="T18" fmla="*/ 72 w 376"/>
                  <a:gd name="T19" fmla="*/ 23 h 263"/>
                  <a:gd name="T20" fmla="*/ 80 w 376"/>
                  <a:gd name="T21" fmla="*/ 14 h 263"/>
                  <a:gd name="T22" fmla="*/ 93 w 376"/>
                  <a:gd name="T23" fmla="*/ 4 h 263"/>
                  <a:gd name="T24" fmla="*/ 98 w 376"/>
                  <a:gd name="T25" fmla="*/ 0 h 263"/>
                  <a:gd name="T26" fmla="*/ 112 w 376"/>
                  <a:gd name="T27" fmla="*/ 5 h 263"/>
                  <a:gd name="T28" fmla="*/ 149 w 376"/>
                  <a:gd name="T29" fmla="*/ 19 h 263"/>
                  <a:gd name="T30" fmla="*/ 174 w 376"/>
                  <a:gd name="T31" fmla="*/ 29 h 263"/>
                  <a:gd name="T32" fmla="*/ 201 w 376"/>
                  <a:gd name="T33" fmla="*/ 40 h 263"/>
                  <a:gd name="T34" fmla="*/ 230 w 376"/>
                  <a:gd name="T35" fmla="*/ 53 h 263"/>
                  <a:gd name="T36" fmla="*/ 259 w 376"/>
                  <a:gd name="T37" fmla="*/ 68 h 263"/>
                  <a:gd name="T38" fmla="*/ 288 w 376"/>
                  <a:gd name="T39" fmla="*/ 84 h 263"/>
                  <a:gd name="T40" fmla="*/ 314 w 376"/>
                  <a:gd name="T41" fmla="*/ 101 h 263"/>
                  <a:gd name="T42" fmla="*/ 325 w 376"/>
                  <a:gd name="T43" fmla="*/ 110 h 263"/>
                  <a:gd name="T44" fmla="*/ 336 w 376"/>
                  <a:gd name="T45" fmla="*/ 120 h 263"/>
                  <a:gd name="T46" fmla="*/ 346 w 376"/>
                  <a:gd name="T47" fmla="*/ 129 h 263"/>
                  <a:gd name="T48" fmla="*/ 355 w 376"/>
                  <a:gd name="T49" fmla="*/ 139 h 263"/>
                  <a:gd name="T50" fmla="*/ 363 w 376"/>
                  <a:gd name="T51" fmla="*/ 149 h 263"/>
                  <a:gd name="T52" fmla="*/ 369 w 376"/>
                  <a:gd name="T53" fmla="*/ 159 h 263"/>
                  <a:gd name="T54" fmla="*/ 373 w 376"/>
                  <a:gd name="T55" fmla="*/ 170 h 263"/>
                  <a:gd name="T56" fmla="*/ 375 w 376"/>
                  <a:gd name="T57" fmla="*/ 180 h 263"/>
                  <a:gd name="T58" fmla="*/ 376 w 376"/>
                  <a:gd name="T59" fmla="*/ 191 h 263"/>
                  <a:gd name="T60" fmla="*/ 375 w 376"/>
                  <a:gd name="T61" fmla="*/ 201 h 263"/>
                  <a:gd name="T62" fmla="*/ 371 w 376"/>
                  <a:gd name="T63" fmla="*/ 212 h 263"/>
                  <a:gd name="T64" fmla="*/ 366 w 376"/>
                  <a:gd name="T65" fmla="*/ 223 h 263"/>
                  <a:gd name="T66" fmla="*/ 358 w 376"/>
                  <a:gd name="T67" fmla="*/ 233 h 263"/>
                  <a:gd name="T68" fmla="*/ 350 w 376"/>
                  <a:gd name="T69" fmla="*/ 242 h 263"/>
                  <a:gd name="T70" fmla="*/ 340 w 376"/>
                  <a:gd name="T71" fmla="*/ 248 h 263"/>
                  <a:gd name="T72" fmla="*/ 329 w 376"/>
                  <a:gd name="T73" fmla="*/ 254 h 263"/>
                  <a:gd name="T74" fmla="*/ 318 w 376"/>
                  <a:gd name="T75" fmla="*/ 258 h 263"/>
                  <a:gd name="T76" fmla="*/ 305 w 376"/>
                  <a:gd name="T77" fmla="*/ 261 h 263"/>
                  <a:gd name="T78" fmla="*/ 291 w 376"/>
                  <a:gd name="T79" fmla="*/ 262 h 263"/>
                  <a:gd name="T80" fmla="*/ 278 w 376"/>
                  <a:gd name="T81" fmla="*/ 263 h 263"/>
                  <a:gd name="T82" fmla="*/ 263 w 376"/>
                  <a:gd name="T83" fmla="*/ 262 h 263"/>
                  <a:gd name="T84" fmla="*/ 249 w 376"/>
                  <a:gd name="T85" fmla="*/ 261 h 263"/>
                  <a:gd name="T86" fmla="*/ 233 w 376"/>
                  <a:gd name="T87" fmla="*/ 259 h 263"/>
                  <a:gd name="T88" fmla="*/ 218 w 376"/>
                  <a:gd name="T89" fmla="*/ 255 h 263"/>
                  <a:gd name="T90" fmla="*/ 186 w 376"/>
                  <a:gd name="T91" fmla="*/ 247 h 263"/>
                  <a:gd name="T92" fmla="*/ 155 w 376"/>
                  <a:gd name="T93" fmla="*/ 237 h 263"/>
                  <a:gd name="T94" fmla="*/ 125 w 376"/>
                  <a:gd name="T95" fmla="*/ 226 h 263"/>
                  <a:gd name="T96" fmla="*/ 97 w 376"/>
                  <a:gd name="T97" fmla="*/ 213 h 263"/>
                  <a:gd name="T98" fmla="*/ 70 w 376"/>
                  <a:gd name="T99" fmla="*/ 201 h 263"/>
                  <a:gd name="T100" fmla="*/ 48 w 376"/>
                  <a:gd name="T101" fmla="*/ 189 h 263"/>
                  <a:gd name="T102" fmla="*/ 13 w 376"/>
                  <a:gd name="T103" fmla="*/ 171 h 263"/>
                  <a:gd name="T104" fmla="*/ 0 w 376"/>
                  <a:gd name="T105" fmla="*/ 164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76" h="263">
                    <a:moveTo>
                      <a:pt x="0" y="164"/>
                    </a:moveTo>
                    <a:lnTo>
                      <a:pt x="2" y="156"/>
                    </a:lnTo>
                    <a:lnTo>
                      <a:pt x="7" y="134"/>
                    </a:lnTo>
                    <a:lnTo>
                      <a:pt x="12" y="119"/>
                    </a:lnTo>
                    <a:lnTo>
                      <a:pt x="18" y="102"/>
                    </a:lnTo>
                    <a:lnTo>
                      <a:pt x="27" y="84"/>
                    </a:lnTo>
                    <a:lnTo>
                      <a:pt x="38" y="65"/>
                    </a:lnTo>
                    <a:lnTo>
                      <a:pt x="50" y="48"/>
                    </a:lnTo>
                    <a:lnTo>
                      <a:pt x="62" y="34"/>
                    </a:lnTo>
                    <a:lnTo>
                      <a:pt x="72" y="23"/>
                    </a:lnTo>
                    <a:lnTo>
                      <a:pt x="80" y="14"/>
                    </a:lnTo>
                    <a:lnTo>
                      <a:pt x="93" y="4"/>
                    </a:lnTo>
                    <a:lnTo>
                      <a:pt x="98" y="0"/>
                    </a:lnTo>
                    <a:lnTo>
                      <a:pt x="112" y="5"/>
                    </a:lnTo>
                    <a:lnTo>
                      <a:pt x="149" y="19"/>
                    </a:lnTo>
                    <a:lnTo>
                      <a:pt x="174" y="29"/>
                    </a:lnTo>
                    <a:lnTo>
                      <a:pt x="201" y="40"/>
                    </a:lnTo>
                    <a:lnTo>
                      <a:pt x="230" y="53"/>
                    </a:lnTo>
                    <a:lnTo>
                      <a:pt x="259" y="68"/>
                    </a:lnTo>
                    <a:lnTo>
                      <a:pt x="288" y="84"/>
                    </a:lnTo>
                    <a:lnTo>
                      <a:pt x="314" y="101"/>
                    </a:lnTo>
                    <a:lnTo>
                      <a:pt x="325" y="110"/>
                    </a:lnTo>
                    <a:lnTo>
                      <a:pt x="336" y="120"/>
                    </a:lnTo>
                    <a:lnTo>
                      <a:pt x="346" y="129"/>
                    </a:lnTo>
                    <a:lnTo>
                      <a:pt x="355" y="139"/>
                    </a:lnTo>
                    <a:lnTo>
                      <a:pt x="363" y="149"/>
                    </a:lnTo>
                    <a:lnTo>
                      <a:pt x="369" y="159"/>
                    </a:lnTo>
                    <a:lnTo>
                      <a:pt x="373" y="170"/>
                    </a:lnTo>
                    <a:lnTo>
                      <a:pt x="375" y="180"/>
                    </a:lnTo>
                    <a:lnTo>
                      <a:pt x="376" y="191"/>
                    </a:lnTo>
                    <a:lnTo>
                      <a:pt x="375" y="201"/>
                    </a:lnTo>
                    <a:lnTo>
                      <a:pt x="371" y="212"/>
                    </a:lnTo>
                    <a:lnTo>
                      <a:pt x="366" y="223"/>
                    </a:lnTo>
                    <a:lnTo>
                      <a:pt x="358" y="233"/>
                    </a:lnTo>
                    <a:lnTo>
                      <a:pt x="350" y="242"/>
                    </a:lnTo>
                    <a:lnTo>
                      <a:pt x="340" y="248"/>
                    </a:lnTo>
                    <a:lnTo>
                      <a:pt x="329" y="254"/>
                    </a:lnTo>
                    <a:lnTo>
                      <a:pt x="318" y="258"/>
                    </a:lnTo>
                    <a:lnTo>
                      <a:pt x="305" y="261"/>
                    </a:lnTo>
                    <a:lnTo>
                      <a:pt x="291" y="262"/>
                    </a:lnTo>
                    <a:lnTo>
                      <a:pt x="278" y="263"/>
                    </a:lnTo>
                    <a:lnTo>
                      <a:pt x="263" y="262"/>
                    </a:lnTo>
                    <a:lnTo>
                      <a:pt x="249" y="261"/>
                    </a:lnTo>
                    <a:lnTo>
                      <a:pt x="233" y="259"/>
                    </a:lnTo>
                    <a:lnTo>
                      <a:pt x="218" y="255"/>
                    </a:lnTo>
                    <a:lnTo>
                      <a:pt x="186" y="247"/>
                    </a:lnTo>
                    <a:lnTo>
                      <a:pt x="155" y="237"/>
                    </a:lnTo>
                    <a:lnTo>
                      <a:pt x="125" y="226"/>
                    </a:lnTo>
                    <a:lnTo>
                      <a:pt x="97" y="213"/>
                    </a:lnTo>
                    <a:lnTo>
                      <a:pt x="70" y="201"/>
                    </a:lnTo>
                    <a:lnTo>
                      <a:pt x="48" y="189"/>
                    </a:lnTo>
                    <a:lnTo>
                      <a:pt x="13" y="171"/>
                    </a:lnTo>
                    <a:lnTo>
                      <a:pt x="0" y="16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1" name="Freeform 142">
                <a:extLst>
                  <a:ext uri="{FF2B5EF4-FFF2-40B4-BE49-F238E27FC236}">
                    <a16:creationId xmlns:a16="http://schemas.microsoft.com/office/drawing/2014/main" id="{B751BA8E-D6F5-43E3-971A-571EBFF9C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551" y="2847975"/>
                <a:ext cx="142875" cy="85725"/>
              </a:xfrm>
              <a:custGeom>
                <a:avLst/>
                <a:gdLst>
                  <a:gd name="T0" fmla="*/ 220 w 453"/>
                  <a:gd name="T1" fmla="*/ 1 h 216"/>
                  <a:gd name="T2" fmla="*/ 215 w 453"/>
                  <a:gd name="T3" fmla="*/ 0 h 216"/>
                  <a:gd name="T4" fmla="*/ 203 w 453"/>
                  <a:gd name="T5" fmla="*/ 3 h 216"/>
                  <a:gd name="T6" fmla="*/ 185 w 453"/>
                  <a:gd name="T7" fmla="*/ 14 h 216"/>
                  <a:gd name="T8" fmla="*/ 160 w 453"/>
                  <a:gd name="T9" fmla="*/ 32 h 216"/>
                  <a:gd name="T10" fmla="*/ 137 w 453"/>
                  <a:gd name="T11" fmla="*/ 44 h 216"/>
                  <a:gd name="T12" fmla="*/ 122 w 453"/>
                  <a:gd name="T13" fmla="*/ 47 h 216"/>
                  <a:gd name="T14" fmla="*/ 101 w 453"/>
                  <a:gd name="T15" fmla="*/ 52 h 216"/>
                  <a:gd name="T16" fmla="*/ 77 w 453"/>
                  <a:gd name="T17" fmla="*/ 51 h 216"/>
                  <a:gd name="T18" fmla="*/ 48 w 453"/>
                  <a:gd name="T19" fmla="*/ 42 h 216"/>
                  <a:gd name="T20" fmla="*/ 22 w 453"/>
                  <a:gd name="T21" fmla="*/ 41 h 216"/>
                  <a:gd name="T22" fmla="*/ 5 w 453"/>
                  <a:gd name="T23" fmla="*/ 60 h 216"/>
                  <a:gd name="T24" fmla="*/ 0 w 453"/>
                  <a:gd name="T25" fmla="*/ 77 h 216"/>
                  <a:gd name="T26" fmla="*/ 1 w 453"/>
                  <a:gd name="T27" fmla="*/ 98 h 216"/>
                  <a:gd name="T28" fmla="*/ 3 w 453"/>
                  <a:gd name="T29" fmla="*/ 118 h 216"/>
                  <a:gd name="T30" fmla="*/ 10 w 453"/>
                  <a:gd name="T31" fmla="*/ 129 h 216"/>
                  <a:gd name="T32" fmla="*/ 16 w 453"/>
                  <a:gd name="T33" fmla="*/ 135 h 216"/>
                  <a:gd name="T34" fmla="*/ 55 w 453"/>
                  <a:gd name="T35" fmla="*/ 150 h 216"/>
                  <a:gd name="T36" fmla="*/ 121 w 453"/>
                  <a:gd name="T37" fmla="*/ 177 h 216"/>
                  <a:gd name="T38" fmla="*/ 162 w 453"/>
                  <a:gd name="T39" fmla="*/ 190 h 216"/>
                  <a:gd name="T40" fmla="*/ 217 w 453"/>
                  <a:gd name="T41" fmla="*/ 199 h 216"/>
                  <a:gd name="T42" fmla="*/ 273 w 453"/>
                  <a:gd name="T43" fmla="*/ 209 h 216"/>
                  <a:gd name="T44" fmla="*/ 312 w 453"/>
                  <a:gd name="T45" fmla="*/ 214 h 216"/>
                  <a:gd name="T46" fmla="*/ 338 w 453"/>
                  <a:gd name="T47" fmla="*/ 215 h 216"/>
                  <a:gd name="T48" fmla="*/ 353 w 453"/>
                  <a:gd name="T49" fmla="*/ 211 h 216"/>
                  <a:gd name="T50" fmla="*/ 381 w 453"/>
                  <a:gd name="T51" fmla="*/ 197 h 216"/>
                  <a:gd name="T52" fmla="*/ 418 w 453"/>
                  <a:gd name="T53" fmla="*/ 169 h 216"/>
                  <a:gd name="T54" fmla="*/ 441 w 453"/>
                  <a:gd name="T55" fmla="*/ 146 h 216"/>
                  <a:gd name="T56" fmla="*/ 451 w 453"/>
                  <a:gd name="T57" fmla="*/ 132 h 216"/>
                  <a:gd name="T58" fmla="*/ 452 w 453"/>
                  <a:gd name="T59" fmla="*/ 122 h 216"/>
                  <a:gd name="T60" fmla="*/ 445 w 453"/>
                  <a:gd name="T61" fmla="*/ 113 h 216"/>
                  <a:gd name="T62" fmla="*/ 426 w 453"/>
                  <a:gd name="T63" fmla="*/ 101 h 216"/>
                  <a:gd name="T64" fmla="*/ 406 w 453"/>
                  <a:gd name="T65" fmla="*/ 88 h 216"/>
                  <a:gd name="T66" fmla="*/ 385 w 453"/>
                  <a:gd name="T67" fmla="*/ 76 h 216"/>
                  <a:gd name="T68" fmla="*/ 353 w 453"/>
                  <a:gd name="T69" fmla="*/ 61 h 216"/>
                  <a:gd name="T70" fmla="*/ 310 w 453"/>
                  <a:gd name="T71" fmla="*/ 46 h 216"/>
                  <a:gd name="T72" fmla="*/ 266 w 453"/>
                  <a:gd name="T73" fmla="*/ 28 h 216"/>
                  <a:gd name="T74" fmla="*/ 233 w 453"/>
                  <a:gd name="T75" fmla="*/ 9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3" h="216">
                    <a:moveTo>
                      <a:pt x="222" y="2"/>
                    </a:moveTo>
                    <a:lnTo>
                      <a:pt x="220" y="1"/>
                    </a:lnTo>
                    <a:lnTo>
                      <a:pt x="217" y="0"/>
                    </a:lnTo>
                    <a:lnTo>
                      <a:pt x="215" y="0"/>
                    </a:lnTo>
                    <a:lnTo>
                      <a:pt x="211" y="1"/>
                    </a:lnTo>
                    <a:lnTo>
                      <a:pt x="203" y="3"/>
                    </a:lnTo>
                    <a:lnTo>
                      <a:pt x="195" y="8"/>
                    </a:lnTo>
                    <a:lnTo>
                      <a:pt x="185" y="14"/>
                    </a:lnTo>
                    <a:lnTo>
                      <a:pt x="172" y="22"/>
                    </a:lnTo>
                    <a:lnTo>
                      <a:pt x="160" y="32"/>
                    </a:lnTo>
                    <a:lnTo>
                      <a:pt x="146" y="45"/>
                    </a:lnTo>
                    <a:lnTo>
                      <a:pt x="137" y="44"/>
                    </a:lnTo>
                    <a:lnTo>
                      <a:pt x="130" y="45"/>
                    </a:lnTo>
                    <a:lnTo>
                      <a:pt x="122" y="47"/>
                    </a:lnTo>
                    <a:lnTo>
                      <a:pt x="116" y="50"/>
                    </a:lnTo>
                    <a:lnTo>
                      <a:pt x="101" y="52"/>
                    </a:lnTo>
                    <a:lnTo>
                      <a:pt x="88" y="52"/>
                    </a:lnTo>
                    <a:lnTo>
                      <a:pt x="77" y="51"/>
                    </a:lnTo>
                    <a:lnTo>
                      <a:pt x="67" y="49"/>
                    </a:lnTo>
                    <a:lnTo>
                      <a:pt x="48" y="42"/>
                    </a:lnTo>
                    <a:lnTo>
                      <a:pt x="26" y="35"/>
                    </a:lnTo>
                    <a:lnTo>
                      <a:pt x="22" y="41"/>
                    </a:lnTo>
                    <a:lnTo>
                      <a:pt x="13" y="50"/>
                    </a:lnTo>
                    <a:lnTo>
                      <a:pt x="5" y="60"/>
                    </a:lnTo>
                    <a:lnTo>
                      <a:pt x="1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1" y="98"/>
                    </a:lnTo>
                    <a:lnTo>
                      <a:pt x="2" y="108"/>
                    </a:lnTo>
                    <a:lnTo>
                      <a:pt x="3" y="118"/>
                    </a:lnTo>
                    <a:lnTo>
                      <a:pt x="7" y="126"/>
                    </a:lnTo>
                    <a:lnTo>
                      <a:pt x="10" y="129"/>
                    </a:lnTo>
                    <a:lnTo>
                      <a:pt x="12" y="132"/>
                    </a:lnTo>
                    <a:lnTo>
                      <a:pt x="16" y="135"/>
                    </a:lnTo>
                    <a:lnTo>
                      <a:pt x="18" y="136"/>
                    </a:lnTo>
                    <a:lnTo>
                      <a:pt x="55" y="150"/>
                    </a:lnTo>
                    <a:lnTo>
                      <a:pt x="98" y="168"/>
                    </a:lnTo>
                    <a:lnTo>
                      <a:pt x="121" y="177"/>
                    </a:lnTo>
                    <a:lnTo>
                      <a:pt x="142" y="184"/>
                    </a:lnTo>
                    <a:lnTo>
                      <a:pt x="162" y="190"/>
                    </a:lnTo>
                    <a:lnTo>
                      <a:pt x="180" y="193"/>
                    </a:lnTo>
                    <a:lnTo>
                      <a:pt x="217" y="199"/>
                    </a:lnTo>
                    <a:lnTo>
                      <a:pt x="255" y="205"/>
                    </a:lnTo>
                    <a:lnTo>
                      <a:pt x="273" y="209"/>
                    </a:lnTo>
                    <a:lnTo>
                      <a:pt x="293" y="212"/>
                    </a:lnTo>
                    <a:lnTo>
                      <a:pt x="312" y="214"/>
                    </a:lnTo>
                    <a:lnTo>
                      <a:pt x="332" y="216"/>
                    </a:lnTo>
                    <a:lnTo>
                      <a:pt x="338" y="215"/>
                    </a:lnTo>
                    <a:lnTo>
                      <a:pt x="346" y="214"/>
                    </a:lnTo>
                    <a:lnTo>
                      <a:pt x="353" y="211"/>
                    </a:lnTo>
                    <a:lnTo>
                      <a:pt x="362" y="207"/>
                    </a:lnTo>
                    <a:lnTo>
                      <a:pt x="381" y="197"/>
                    </a:lnTo>
                    <a:lnTo>
                      <a:pt x="401" y="184"/>
                    </a:lnTo>
                    <a:lnTo>
                      <a:pt x="418" y="169"/>
                    </a:lnTo>
                    <a:lnTo>
                      <a:pt x="435" y="154"/>
                    </a:lnTo>
                    <a:lnTo>
                      <a:pt x="441" y="146"/>
                    </a:lnTo>
                    <a:lnTo>
                      <a:pt x="446" y="139"/>
                    </a:lnTo>
                    <a:lnTo>
                      <a:pt x="451" y="132"/>
                    </a:lnTo>
                    <a:lnTo>
                      <a:pt x="453" y="126"/>
                    </a:lnTo>
                    <a:lnTo>
                      <a:pt x="452" y="122"/>
                    </a:lnTo>
                    <a:lnTo>
                      <a:pt x="450" y="118"/>
                    </a:lnTo>
                    <a:lnTo>
                      <a:pt x="445" y="113"/>
                    </a:lnTo>
                    <a:lnTo>
                      <a:pt x="438" y="109"/>
                    </a:lnTo>
                    <a:lnTo>
                      <a:pt x="426" y="101"/>
                    </a:lnTo>
                    <a:lnTo>
                      <a:pt x="416" y="95"/>
                    </a:lnTo>
                    <a:lnTo>
                      <a:pt x="406" y="88"/>
                    </a:lnTo>
                    <a:lnTo>
                      <a:pt x="395" y="81"/>
                    </a:lnTo>
                    <a:lnTo>
                      <a:pt x="385" y="76"/>
                    </a:lnTo>
                    <a:lnTo>
                      <a:pt x="375" y="70"/>
                    </a:lnTo>
                    <a:lnTo>
                      <a:pt x="353" y="61"/>
                    </a:lnTo>
                    <a:lnTo>
                      <a:pt x="332" y="54"/>
                    </a:lnTo>
                    <a:lnTo>
                      <a:pt x="310" y="46"/>
                    </a:lnTo>
                    <a:lnTo>
                      <a:pt x="288" y="38"/>
                    </a:lnTo>
                    <a:lnTo>
                      <a:pt x="266" y="28"/>
                    </a:lnTo>
                    <a:lnTo>
                      <a:pt x="245" y="16"/>
                    </a:lnTo>
                    <a:lnTo>
                      <a:pt x="233" y="9"/>
                    </a:lnTo>
                    <a:lnTo>
                      <a:pt x="222" y="2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2" name="Freeform 143">
                <a:extLst>
                  <a:ext uri="{FF2B5EF4-FFF2-40B4-BE49-F238E27FC236}">
                    <a16:creationId xmlns:a16="http://schemas.microsoft.com/office/drawing/2014/main" id="{54980B2A-B31F-4382-AFC1-6E6560434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263" y="2746375"/>
                <a:ext cx="141288" cy="69850"/>
              </a:xfrm>
              <a:custGeom>
                <a:avLst/>
                <a:gdLst>
                  <a:gd name="T0" fmla="*/ 220 w 443"/>
                  <a:gd name="T1" fmla="*/ 0 h 175"/>
                  <a:gd name="T2" fmla="*/ 214 w 443"/>
                  <a:gd name="T3" fmla="*/ 0 h 175"/>
                  <a:gd name="T4" fmla="*/ 204 w 443"/>
                  <a:gd name="T5" fmla="*/ 3 h 175"/>
                  <a:gd name="T6" fmla="*/ 184 w 443"/>
                  <a:gd name="T7" fmla="*/ 14 h 175"/>
                  <a:gd name="T8" fmla="*/ 160 w 443"/>
                  <a:gd name="T9" fmla="*/ 32 h 175"/>
                  <a:gd name="T10" fmla="*/ 138 w 443"/>
                  <a:gd name="T11" fmla="*/ 44 h 175"/>
                  <a:gd name="T12" fmla="*/ 123 w 443"/>
                  <a:gd name="T13" fmla="*/ 47 h 175"/>
                  <a:gd name="T14" fmla="*/ 102 w 443"/>
                  <a:gd name="T15" fmla="*/ 52 h 175"/>
                  <a:gd name="T16" fmla="*/ 78 w 443"/>
                  <a:gd name="T17" fmla="*/ 51 h 175"/>
                  <a:gd name="T18" fmla="*/ 48 w 443"/>
                  <a:gd name="T19" fmla="*/ 42 h 175"/>
                  <a:gd name="T20" fmla="*/ 22 w 443"/>
                  <a:gd name="T21" fmla="*/ 41 h 175"/>
                  <a:gd name="T22" fmla="*/ 5 w 443"/>
                  <a:gd name="T23" fmla="*/ 60 h 175"/>
                  <a:gd name="T24" fmla="*/ 0 w 443"/>
                  <a:gd name="T25" fmla="*/ 77 h 175"/>
                  <a:gd name="T26" fmla="*/ 0 w 443"/>
                  <a:gd name="T27" fmla="*/ 97 h 175"/>
                  <a:gd name="T28" fmla="*/ 4 w 443"/>
                  <a:gd name="T29" fmla="*/ 117 h 175"/>
                  <a:gd name="T30" fmla="*/ 10 w 443"/>
                  <a:gd name="T31" fmla="*/ 129 h 175"/>
                  <a:gd name="T32" fmla="*/ 15 w 443"/>
                  <a:gd name="T33" fmla="*/ 134 h 175"/>
                  <a:gd name="T34" fmla="*/ 35 w 443"/>
                  <a:gd name="T35" fmla="*/ 141 h 175"/>
                  <a:gd name="T36" fmla="*/ 77 w 443"/>
                  <a:gd name="T37" fmla="*/ 146 h 175"/>
                  <a:gd name="T38" fmla="*/ 145 w 443"/>
                  <a:gd name="T39" fmla="*/ 150 h 175"/>
                  <a:gd name="T40" fmla="*/ 222 w 443"/>
                  <a:gd name="T41" fmla="*/ 158 h 175"/>
                  <a:gd name="T42" fmla="*/ 278 w 443"/>
                  <a:gd name="T43" fmla="*/ 168 h 175"/>
                  <a:gd name="T44" fmla="*/ 317 w 443"/>
                  <a:gd name="T45" fmla="*/ 173 h 175"/>
                  <a:gd name="T46" fmla="*/ 349 w 443"/>
                  <a:gd name="T47" fmla="*/ 175 h 175"/>
                  <a:gd name="T48" fmla="*/ 382 w 443"/>
                  <a:gd name="T49" fmla="*/ 174 h 175"/>
                  <a:gd name="T50" fmla="*/ 405 w 443"/>
                  <a:gd name="T51" fmla="*/ 171 h 175"/>
                  <a:gd name="T52" fmla="*/ 420 w 443"/>
                  <a:gd name="T53" fmla="*/ 166 h 175"/>
                  <a:gd name="T54" fmla="*/ 431 w 443"/>
                  <a:gd name="T55" fmla="*/ 159 h 175"/>
                  <a:gd name="T56" fmla="*/ 440 w 443"/>
                  <a:gd name="T57" fmla="*/ 150 h 175"/>
                  <a:gd name="T58" fmla="*/ 443 w 443"/>
                  <a:gd name="T59" fmla="*/ 139 h 175"/>
                  <a:gd name="T60" fmla="*/ 438 w 443"/>
                  <a:gd name="T61" fmla="*/ 125 h 175"/>
                  <a:gd name="T62" fmla="*/ 424 w 443"/>
                  <a:gd name="T63" fmla="*/ 103 h 175"/>
                  <a:gd name="T64" fmla="*/ 405 w 443"/>
                  <a:gd name="T65" fmla="*/ 87 h 175"/>
                  <a:gd name="T66" fmla="*/ 385 w 443"/>
                  <a:gd name="T67" fmla="*/ 75 h 175"/>
                  <a:gd name="T68" fmla="*/ 353 w 443"/>
                  <a:gd name="T69" fmla="*/ 61 h 175"/>
                  <a:gd name="T70" fmla="*/ 310 w 443"/>
                  <a:gd name="T71" fmla="*/ 46 h 175"/>
                  <a:gd name="T72" fmla="*/ 267 w 443"/>
                  <a:gd name="T73" fmla="*/ 28 h 175"/>
                  <a:gd name="T74" fmla="*/ 234 w 443"/>
                  <a:gd name="T75" fmla="*/ 9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3" h="175">
                    <a:moveTo>
                      <a:pt x="223" y="1"/>
                    </a:moveTo>
                    <a:lnTo>
                      <a:pt x="220" y="0"/>
                    </a:lnTo>
                    <a:lnTo>
                      <a:pt x="218" y="0"/>
                    </a:lnTo>
                    <a:lnTo>
                      <a:pt x="214" y="0"/>
                    </a:lnTo>
                    <a:lnTo>
                      <a:pt x="212" y="0"/>
                    </a:lnTo>
                    <a:lnTo>
                      <a:pt x="204" y="3"/>
                    </a:lnTo>
                    <a:lnTo>
                      <a:pt x="195" y="7"/>
                    </a:lnTo>
                    <a:lnTo>
                      <a:pt x="184" y="14"/>
                    </a:lnTo>
                    <a:lnTo>
                      <a:pt x="173" y="22"/>
                    </a:lnTo>
                    <a:lnTo>
                      <a:pt x="160" y="32"/>
                    </a:lnTo>
                    <a:lnTo>
                      <a:pt x="145" y="44"/>
                    </a:lnTo>
                    <a:lnTo>
                      <a:pt x="138" y="44"/>
                    </a:lnTo>
                    <a:lnTo>
                      <a:pt x="129" y="45"/>
                    </a:lnTo>
                    <a:lnTo>
                      <a:pt x="123" y="47"/>
                    </a:lnTo>
                    <a:lnTo>
                      <a:pt x="115" y="50"/>
                    </a:lnTo>
                    <a:lnTo>
                      <a:pt x="102" y="52"/>
                    </a:lnTo>
                    <a:lnTo>
                      <a:pt x="89" y="52"/>
                    </a:lnTo>
                    <a:lnTo>
                      <a:pt x="78" y="51"/>
                    </a:lnTo>
                    <a:lnTo>
                      <a:pt x="68" y="49"/>
                    </a:lnTo>
                    <a:lnTo>
                      <a:pt x="48" y="42"/>
                    </a:lnTo>
                    <a:lnTo>
                      <a:pt x="27" y="35"/>
                    </a:lnTo>
                    <a:lnTo>
                      <a:pt x="22" y="41"/>
                    </a:lnTo>
                    <a:lnTo>
                      <a:pt x="14" y="50"/>
                    </a:lnTo>
                    <a:lnTo>
                      <a:pt x="5" y="60"/>
                    </a:lnTo>
                    <a:lnTo>
                      <a:pt x="2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0" y="97"/>
                    </a:lnTo>
                    <a:lnTo>
                      <a:pt x="2" y="108"/>
                    </a:lnTo>
                    <a:lnTo>
                      <a:pt x="4" y="117"/>
                    </a:lnTo>
                    <a:lnTo>
                      <a:pt x="8" y="126"/>
                    </a:lnTo>
                    <a:lnTo>
                      <a:pt x="10" y="129"/>
                    </a:lnTo>
                    <a:lnTo>
                      <a:pt x="13" y="132"/>
                    </a:lnTo>
                    <a:lnTo>
                      <a:pt x="15" y="134"/>
                    </a:lnTo>
                    <a:lnTo>
                      <a:pt x="19" y="136"/>
                    </a:lnTo>
                    <a:lnTo>
                      <a:pt x="35" y="141"/>
                    </a:lnTo>
                    <a:lnTo>
                      <a:pt x="55" y="144"/>
                    </a:lnTo>
                    <a:lnTo>
                      <a:pt x="77" y="146"/>
                    </a:lnTo>
                    <a:lnTo>
                      <a:pt x="100" y="148"/>
                    </a:lnTo>
                    <a:lnTo>
                      <a:pt x="145" y="150"/>
                    </a:lnTo>
                    <a:lnTo>
                      <a:pt x="184" y="152"/>
                    </a:lnTo>
                    <a:lnTo>
                      <a:pt x="222" y="158"/>
                    </a:lnTo>
                    <a:lnTo>
                      <a:pt x="259" y="165"/>
                    </a:lnTo>
                    <a:lnTo>
                      <a:pt x="278" y="168"/>
                    </a:lnTo>
                    <a:lnTo>
                      <a:pt x="297" y="171"/>
                    </a:lnTo>
                    <a:lnTo>
                      <a:pt x="317" y="173"/>
                    </a:lnTo>
                    <a:lnTo>
                      <a:pt x="337" y="175"/>
                    </a:lnTo>
                    <a:lnTo>
                      <a:pt x="349" y="175"/>
                    </a:lnTo>
                    <a:lnTo>
                      <a:pt x="364" y="175"/>
                    </a:lnTo>
                    <a:lnTo>
                      <a:pt x="382" y="174"/>
                    </a:lnTo>
                    <a:lnTo>
                      <a:pt x="398" y="172"/>
                    </a:lnTo>
                    <a:lnTo>
                      <a:pt x="405" y="171"/>
                    </a:lnTo>
                    <a:lnTo>
                      <a:pt x="413" y="169"/>
                    </a:lnTo>
                    <a:lnTo>
                      <a:pt x="420" y="166"/>
                    </a:lnTo>
                    <a:lnTo>
                      <a:pt x="426" y="163"/>
                    </a:lnTo>
                    <a:lnTo>
                      <a:pt x="431" y="159"/>
                    </a:lnTo>
                    <a:lnTo>
                      <a:pt x="436" y="155"/>
                    </a:lnTo>
                    <a:lnTo>
                      <a:pt x="440" y="150"/>
                    </a:lnTo>
                    <a:lnTo>
                      <a:pt x="443" y="144"/>
                    </a:lnTo>
                    <a:lnTo>
                      <a:pt x="443" y="139"/>
                    </a:lnTo>
                    <a:lnTo>
                      <a:pt x="441" y="133"/>
                    </a:lnTo>
                    <a:lnTo>
                      <a:pt x="438" y="125"/>
                    </a:lnTo>
                    <a:lnTo>
                      <a:pt x="434" y="118"/>
                    </a:lnTo>
                    <a:lnTo>
                      <a:pt x="424" y="103"/>
                    </a:lnTo>
                    <a:lnTo>
                      <a:pt x="416" y="94"/>
                    </a:lnTo>
                    <a:lnTo>
                      <a:pt x="405" y="87"/>
                    </a:lnTo>
                    <a:lnTo>
                      <a:pt x="395" y="81"/>
                    </a:lnTo>
                    <a:lnTo>
                      <a:pt x="385" y="75"/>
                    </a:lnTo>
                    <a:lnTo>
                      <a:pt x="374" y="70"/>
                    </a:lnTo>
                    <a:lnTo>
                      <a:pt x="353" y="61"/>
                    </a:lnTo>
                    <a:lnTo>
                      <a:pt x="332" y="53"/>
                    </a:lnTo>
                    <a:lnTo>
                      <a:pt x="310" y="46"/>
                    </a:lnTo>
                    <a:lnTo>
                      <a:pt x="289" y="37"/>
                    </a:lnTo>
                    <a:lnTo>
                      <a:pt x="267" y="28"/>
                    </a:lnTo>
                    <a:lnTo>
                      <a:pt x="244" y="16"/>
                    </a:lnTo>
                    <a:lnTo>
                      <a:pt x="234" y="9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3" name="Freeform 144">
                <a:extLst>
                  <a:ext uri="{FF2B5EF4-FFF2-40B4-BE49-F238E27FC236}">
                    <a16:creationId xmlns:a16="http://schemas.microsoft.com/office/drawing/2014/main" id="{CE57E9F3-B733-461D-96DC-82510ACC5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6" y="2281238"/>
                <a:ext cx="215900" cy="163513"/>
              </a:xfrm>
              <a:custGeom>
                <a:avLst/>
                <a:gdLst>
                  <a:gd name="T0" fmla="*/ 230 w 680"/>
                  <a:gd name="T1" fmla="*/ 84 h 412"/>
                  <a:gd name="T2" fmla="*/ 267 w 680"/>
                  <a:gd name="T3" fmla="*/ 106 h 412"/>
                  <a:gd name="T4" fmla="*/ 353 w 680"/>
                  <a:gd name="T5" fmla="*/ 159 h 412"/>
                  <a:gd name="T6" fmla="*/ 453 w 680"/>
                  <a:gd name="T7" fmla="*/ 221 h 412"/>
                  <a:gd name="T8" fmla="*/ 535 w 680"/>
                  <a:gd name="T9" fmla="*/ 270 h 412"/>
                  <a:gd name="T10" fmla="*/ 558 w 680"/>
                  <a:gd name="T11" fmla="*/ 274 h 412"/>
                  <a:gd name="T12" fmla="*/ 609 w 680"/>
                  <a:gd name="T13" fmla="*/ 290 h 412"/>
                  <a:gd name="T14" fmla="*/ 635 w 680"/>
                  <a:gd name="T15" fmla="*/ 302 h 412"/>
                  <a:gd name="T16" fmla="*/ 659 w 680"/>
                  <a:gd name="T17" fmla="*/ 318 h 412"/>
                  <a:gd name="T18" fmla="*/ 675 w 680"/>
                  <a:gd name="T19" fmla="*/ 337 h 412"/>
                  <a:gd name="T20" fmla="*/ 679 w 680"/>
                  <a:gd name="T21" fmla="*/ 348 h 412"/>
                  <a:gd name="T22" fmla="*/ 680 w 680"/>
                  <a:gd name="T23" fmla="*/ 360 h 412"/>
                  <a:gd name="T24" fmla="*/ 679 w 680"/>
                  <a:gd name="T25" fmla="*/ 372 h 412"/>
                  <a:gd name="T26" fmla="*/ 674 w 680"/>
                  <a:gd name="T27" fmla="*/ 383 h 412"/>
                  <a:gd name="T28" fmla="*/ 666 w 680"/>
                  <a:gd name="T29" fmla="*/ 392 h 412"/>
                  <a:gd name="T30" fmla="*/ 658 w 680"/>
                  <a:gd name="T31" fmla="*/ 399 h 412"/>
                  <a:gd name="T32" fmla="*/ 646 w 680"/>
                  <a:gd name="T33" fmla="*/ 405 h 412"/>
                  <a:gd name="T34" fmla="*/ 633 w 680"/>
                  <a:gd name="T35" fmla="*/ 409 h 412"/>
                  <a:gd name="T36" fmla="*/ 603 w 680"/>
                  <a:gd name="T37" fmla="*/ 412 h 412"/>
                  <a:gd name="T38" fmla="*/ 568 w 680"/>
                  <a:gd name="T39" fmla="*/ 408 h 412"/>
                  <a:gd name="T40" fmla="*/ 531 w 680"/>
                  <a:gd name="T41" fmla="*/ 395 h 412"/>
                  <a:gd name="T42" fmla="*/ 494 w 680"/>
                  <a:gd name="T43" fmla="*/ 374 h 412"/>
                  <a:gd name="T44" fmla="*/ 476 w 680"/>
                  <a:gd name="T45" fmla="*/ 360 h 412"/>
                  <a:gd name="T46" fmla="*/ 459 w 680"/>
                  <a:gd name="T47" fmla="*/ 343 h 412"/>
                  <a:gd name="T48" fmla="*/ 418 w 680"/>
                  <a:gd name="T49" fmla="*/ 329 h 412"/>
                  <a:gd name="T50" fmla="*/ 320 w 680"/>
                  <a:gd name="T51" fmla="*/ 293 h 412"/>
                  <a:gd name="T52" fmla="*/ 213 w 680"/>
                  <a:gd name="T53" fmla="*/ 248 h 412"/>
                  <a:gd name="T54" fmla="*/ 169 w 680"/>
                  <a:gd name="T55" fmla="*/ 226 h 412"/>
                  <a:gd name="T56" fmla="*/ 139 w 680"/>
                  <a:gd name="T57" fmla="*/ 206 h 412"/>
                  <a:gd name="T58" fmla="*/ 93 w 680"/>
                  <a:gd name="T59" fmla="*/ 161 h 412"/>
                  <a:gd name="T60" fmla="*/ 49 w 680"/>
                  <a:gd name="T61" fmla="*/ 108 h 412"/>
                  <a:gd name="T62" fmla="*/ 14 w 680"/>
                  <a:gd name="T63" fmla="*/ 64 h 412"/>
                  <a:gd name="T64" fmla="*/ 0 w 680"/>
                  <a:gd name="T65" fmla="*/ 46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2">
                    <a:moveTo>
                      <a:pt x="205" y="0"/>
                    </a:moveTo>
                    <a:lnTo>
                      <a:pt x="230" y="84"/>
                    </a:lnTo>
                    <a:lnTo>
                      <a:pt x="240" y="90"/>
                    </a:lnTo>
                    <a:lnTo>
                      <a:pt x="267" y="106"/>
                    </a:lnTo>
                    <a:lnTo>
                      <a:pt x="305" y="130"/>
                    </a:lnTo>
                    <a:lnTo>
                      <a:pt x="353" y="159"/>
                    </a:lnTo>
                    <a:lnTo>
                      <a:pt x="403" y="190"/>
                    </a:lnTo>
                    <a:lnTo>
                      <a:pt x="453" y="221"/>
                    </a:lnTo>
                    <a:lnTo>
                      <a:pt x="499" y="248"/>
                    </a:lnTo>
                    <a:lnTo>
                      <a:pt x="535" y="270"/>
                    </a:lnTo>
                    <a:lnTo>
                      <a:pt x="541" y="271"/>
                    </a:lnTo>
                    <a:lnTo>
                      <a:pt x="558" y="274"/>
                    </a:lnTo>
                    <a:lnTo>
                      <a:pt x="581" y="281"/>
                    </a:lnTo>
                    <a:lnTo>
                      <a:pt x="609" y="290"/>
                    </a:lnTo>
                    <a:lnTo>
                      <a:pt x="623" y="296"/>
                    </a:lnTo>
                    <a:lnTo>
                      <a:pt x="635" y="302"/>
                    </a:lnTo>
                    <a:lnTo>
                      <a:pt x="648" y="310"/>
                    </a:lnTo>
                    <a:lnTo>
                      <a:pt x="659" y="318"/>
                    </a:lnTo>
                    <a:lnTo>
                      <a:pt x="668" y="327"/>
                    </a:lnTo>
                    <a:lnTo>
                      <a:pt x="675" y="337"/>
                    </a:lnTo>
                    <a:lnTo>
                      <a:pt x="678" y="343"/>
                    </a:lnTo>
                    <a:lnTo>
                      <a:pt x="679" y="348"/>
                    </a:lnTo>
                    <a:lnTo>
                      <a:pt x="680" y="354"/>
                    </a:lnTo>
                    <a:lnTo>
                      <a:pt x="680" y="360"/>
                    </a:lnTo>
                    <a:lnTo>
                      <a:pt x="680" y="366"/>
                    </a:lnTo>
                    <a:lnTo>
                      <a:pt x="679" y="372"/>
                    </a:lnTo>
                    <a:lnTo>
                      <a:pt x="676" y="378"/>
                    </a:lnTo>
                    <a:lnTo>
                      <a:pt x="674" y="383"/>
                    </a:lnTo>
                    <a:lnTo>
                      <a:pt x="670" y="387"/>
                    </a:lnTo>
                    <a:lnTo>
                      <a:pt x="666" y="392"/>
                    </a:lnTo>
                    <a:lnTo>
                      <a:pt x="663" y="396"/>
                    </a:lnTo>
                    <a:lnTo>
                      <a:pt x="658" y="399"/>
                    </a:lnTo>
                    <a:lnTo>
                      <a:pt x="651" y="402"/>
                    </a:lnTo>
                    <a:lnTo>
                      <a:pt x="646" y="405"/>
                    </a:lnTo>
                    <a:lnTo>
                      <a:pt x="640" y="407"/>
                    </a:lnTo>
                    <a:lnTo>
                      <a:pt x="633" y="409"/>
                    </a:lnTo>
                    <a:lnTo>
                      <a:pt x="618" y="412"/>
                    </a:lnTo>
                    <a:lnTo>
                      <a:pt x="603" y="412"/>
                    </a:lnTo>
                    <a:lnTo>
                      <a:pt x="585" y="411"/>
                    </a:lnTo>
                    <a:lnTo>
                      <a:pt x="568" y="408"/>
                    </a:lnTo>
                    <a:lnTo>
                      <a:pt x="550" y="403"/>
                    </a:lnTo>
                    <a:lnTo>
                      <a:pt x="531" y="395"/>
                    </a:lnTo>
                    <a:lnTo>
                      <a:pt x="513" y="386"/>
                    </a:lnTo>
                    <a:lnTo>
                      <a:pt x="494" y="374"/>
                    </a:lnTo>
                    <a:lnTo>
                      <a:pt x="485" y="367"/>
                    </a:lnTo>
                    <a:lnTo>
                      <a:pt x="476" y="360"/>
                    </a:lnTo>
                    <a:lnTo>
                      <a:pt x="468" y="352"/>
                    </a:lnTo>
                    <a:lnTo>
                      <a:pt x="459" y="343"/>
                    </a:lnTo>
                    <a:lnTo>
                      <a:pt x="448" y="339"/>
                    </a:lnTo>
                    <a:lnTo>
                      <a:pt x="418" y="329"/>
                    </a:lnTo>
                    <a:lnTo>
                      <a:pt x="373" y="313"/>
                    </a:lnTo>
                    <a:lnTo>
                      <a:pt x="320" y="293"/>
                    </a:lnTo>
                    <a:lnTo>
                      <a:pt x="265" y="271"/>
                    </a:lnTo>
                    <a:lnTo>
                      <a:pt x="213" y="248"/>
                    </a:lnTo>
                    <a:lnTo>
                      <a:pt x="189" y="237"/>
                    </a:lnTo>
                    <a:lnTo>
                      <a:pt x="169" y="226"/>
                    </a:lnTo>
                    <a:lnTo>
                      <a:pt x="152" y="216"/>
                    </a:lnTo>
                    <a:lnTo>
                      <a:pt x="139" y="206"/>
                    </a:lnTo>
                    <a:lnTo>
                      <a:pt x="117" y="185"/>
                    </a:lnTo>
                    <a:lnTo>
                      <a:pt x="93" y="161"/>
                    </a:lnTo>
                    <a:lnTo>
                      <a:pt x="70" y="134"/>
                    </a:lnTo>
                    <a:lnTo>
                      <a:pt x="49" y="108"/>
                    </a:lnTo>
                    <a:lnTo>
                      <a:pt x="29" y="84"/>
                    </a:lnTo>
                    <a:lnTo>
                      <a:pt x="14" y="64"/>
                    </a:lnTo>
                    <a:lnTo>
                      <a:pt x="4" y="50"/>
                    </a:lnTo>
                    <a:lnTo>
                      <a:pt x="0" y="46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4" name="Freeform 145">
                <a:extLst>
                  <a:ext uri="{FF2B5EF4-FFF2-40B4-BE49-F238E27FC236}">
                    <a16:creationId xmlns:a16="http://schemas.microsoft.com/office/drawing/2014/main" id="{12CF2203-28A9-4C22-8C94-36C7B0B3DF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013" y="2182813"/>
                <a:ext cx="104775" cy="131763"/>
              </a:xfrm>
              <a:custGeom>
                <a:avLst/>
                <a:gdLst>
                  <a:gd name="T0" fmla="*/ 95 w 332"/>
                  <a:gd name="T1" fmla="*/ 333 h 333"/>
                  <a:gd name="T2" fmla="*/ 106 w 332"/>
                  <a:gd name="T3" fmla="*/ 333 h 333"/>
                  <a:gd name="T4" fmla="*/ 137 w 332"/>
                  <a:gd name="T5" fmla="*/ 332 h 333"/>
                  <a:gd name="T6" fmla="*/ 159 w 332"/>
                  <a:gd name="T7" fmla="*/ 330 h 333"/>
                  <a:gd name="T8" fmla="*/ 182 w 332"/>
                  <a:gd name="T9" fmla="*/ 327 h 333"/>
                  <a:gd name="T10" fmla="*/ 209 w 332"/>
                  <a:gd name="T11" fmla="*/ 322 h 333"/>
                  <a:gd name="T12" fmla="*/ 236 w 332"/>
                  <a:gd name="T13" fmla="*/ 315 h 333"/>
                  <a:gd name="T14" fmla="*/ 261 w 332"/>
                  <a:gd name="T15" fmla="*/ 307 h 333"/>
                  <a:gd name="T16" fmla="*/ 281 w 332"/>
                  <a:gd name="T17" fmla="*/ 299 h 333"/>
                  <a:gd name="T18" fmla="*/ 299 w 332"/>
                  <a:gd name="T19" fmla="*/ 292 h 333"/>
                  <a:gd name="T20" fmla="*/ 311 w 332"/>
                  <a:gd name="T21" fmla="*/ 286 h 333"/>
                  <a:gd name="T22" fmla="*/ 327 w 332"/>
                  <a:gd name="T23" fmla="*/ 276 h 333"/>
                  <a:gd name="T24" fmla="*/ 332 w 332"/>
                  <a:gd name="T25" fmla="*/ 273 h 333"/>
                  <a:gd name="T26" fmla="*/ 329 w 332"/>
                  <a:gd name="T27" fmla="*/ 259 h 333"/>
                  <a:gd name="T28" fmla="*/ 315 w 332"/>
                  <a:gd name="T29" fmla="*/ 224 h 333"/>
                  <a:gd name="T30" fmla="*/ 306 w 332"/>
                  <a:gd name="T31" fmla="*/ 201 h 333"/>
                  <a:gd name="T32" fmla="*/ 294 w 332"/>
                  <a:gd name="T33" fmla="*/ 175 h 333"/>
                  <a:gd name="T34" fmla="*/ 280 w 332"/>
                  <a:gd name="T35" fmla="*/ 148 h 333"/>
                  <a:gd name="T36" fmla="*/ 264 w 332"/>
                  <a:gd name="T37" fmla="*/ 121 h 333"/>
                  <a:gd name="T38" fmla="*/ 256 w 332"/>
                  <a:gd name="T39" fmla="*/ 107 h 333"/>
                  <a:gd name="T40" fmla="*/ 246 w 332"/>
                  <a:gd name="T41" fmla="*/ 94 h 333"/>
                  <a:gd name="T42" fmla="*/ 237 w 332"/>
                  <a:gd name="T43" fmla="*/ 81 h 333"/>
                  <a:gd name="T44" fmla="*/ 226 w 332"/>
                  <a:gd name="T45" fmla="*/ 69 h 333"/>
                  <a:gd name="T46" fmla="*/ 216 w 332"/>
                  <a:gd name="T47" fmla="*/ 57 h 333"/>
                  <a:gd name="T48" fmla="*/ 205 w 332"/>
                  <a:gd name="T49" fmla="*/ 46 h 333"/>
                  <a:gd name="T50" fmla="*/ 194 w 332"/>
                  <a:gd name="T51" fmla="*/ 36 h 333"/>
                  <a:gd name="T52" fmla="*/ 181 w 332"/>
                  <a:gd name="T53" fmla="*/ 27 h 333"/>
                  <a:gd name="T54" fmla="*/ 169 w 332"/>
                  <a:gd name="T55" fmla="*/ 19 h 333"/>
                  <a:gd name="T56" fmla="*/ 156 w 332"/>
                  <a:gd name="T57" fmla="*/ 12 h 333"/>
                  <a:gd name="T58" fmla="*/ 142 w 332"/>
                  <a:gd name="T59" fmla="*/ 7 h 333"/>
                  <a:gd name="T60" fmla="*/ 129 w 332"/>
                  <a:gd name="T61" fmla="*/ 3 h 333"/>
                  <a:gd name="T62" fmla="*/ 114 w 332"/>
                  <a:gd name="T63" fmla="*/ 1 h 333"/>
                  <a:gd name="T64" fmla="*/ 100 w 332"/>
                  <a:gd name="T65" fmla="*/ 0 h 333"/>
                  <a:gd name="T66" fmla="*/ 84 w 332"/>
                  <a:gd name="T67" fmla="*/ 2 h 333"/>
                  <a:gd name="T68" fmla="*/ 69 w 332"/>
                  <a:gd name="T69" fmla="*/ 5 h 333"/>
                  <a:gd name="T70" fmla="*/ 54 w 332"/>
                  <a:gd name="T71" fmla="*/ 10 h 333"/>
                  <a:gd name="T72" fmla="*/ 41 w 332"/>
                  <a:gd name="T73" fmla="*/ 17 h 333"/>
                  <a:gd name="T74" fmla="*/ 30 w 332"/>
                  <a:gd name="T75" fmla="*/ 24 h 333"/>
                  <a:gd name="T76" fmla="*/ 21 w 332"/>
                  <a:gd name="T77" fmla="*/ 33 h 333"/>
                  <a:gd name="T78" fmla="*/ 14 w 332"/>
                  <a:gd name="T79" fmla="*/ 42 h 333"/>
                  <a:gd name="T80" fmla="*/ 7 w 332"/>
                  <a:gd name="T81" fmla="*/ 53 h 333"/>
                  <a:gd name="T82" fmla="*/ 4 w 332"/>
                  <a:gd name="T83" fmla="*/ 64 h 333"/>
                  <a:gd name="T84" fmla="*/ 1 w 332"/>
                  <a:gd name="T85" fmla="*/ 76 h 333"/>
                  <a:gd name="T86" fmla="*/ 0 w 332"/>
                  <a:gd name="T87" fmla="*/ 89 h 333"/>
                  <a:gd name="T88" fmla="*/ 0 w 332"/>
                  <a:gd name="T89" fmla="*/ 102 h 333"/>
                  <a:gd name="T90" fmla="*/ 0 w 332"/>
                  <a:gd name="T91" fmla="*/ 116 h 333"/>
                  <a:gd name="T92" fmla="*/ 2 w 332"/>
                  <a:gd name="T93" fmla="*/ 130 h 333"/>
                  <a:gd name="T94" fmla="*/ 5 w 332"/>
                  <a:gd name="T95" fmla="*/ 144 h 333"/>
                  <a:gd name="T96" fmla="*/ 9 w 332"/>
                  <a:gd name="T97" fmla="*/ 158 h 333"/>
                  <a:gd name="T98" fmla="*/ 14 w 332"/>
                  <a:gd name="T99" fmla="*/ 173 h 333"/>
                  <a:gd name="T100" fmla="*/ 19 w 332"/>
                  <a:gd name="T101" fmla="*/ 187 h 333"/>
                  <a:gd name="T102" fmla="*/ 30 w 332"/>
                  <a:gd name="T103" fmla="*/ 215 h 333"/>
                  <a:gd name="T104" fmla="*/ 42 w 332"/>
                  <a:gd name="T105" fmla="*/ 242 h 333"/>
                  <a:gd name="T106" fmla="*/ 55 w 332"/>
                  <a:gd name="T107" fmla="*/ 267 h 333"/>
                  <a:gd name="T108" fmla="*/ 67 w 332"/>
                  <a:gd name="T109" fmla="*/ 289 h 333"/>
                  <a:gd name="T110" fmla="*/ 87 w 332"/>
                  <a:gd name="T111" fmla="*/ 321 h 333"/>
                  <a:gd name="T112" fmla="*/ 95 w 332"/>
                  <a:gd name="T113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2" h="333">
                    <a:moveTo>
                      <a:pt x="95" y="333"/>
                    </a:moveTo>
                    <a:lnTo>
                      <a:pt x="106" y="333"/>
                    </a:lnTo>
                    <a:lnTo>
                      <a:pt x="137" y="332"/>
                    </a:lnTo>
                    <a:lnTo>
                      <a:pt x="159" y="330"/>
                    </a:lnTo>
                    <a:lnTo>
                      <a:pt x="182" y="327"/>
                    </a:lnTo>
                    <a:lnTo>
                      <a:pt x="209" y="322"/>
                    </a:lnTo>
                    <a:lnTo>
                      <a:pt x="236" y="315"/>
                    </a:lnTo>
                    <a:lnTo>
                      <a:pt x="261" y="307"/>
                    </a:lnTo>
                    <a:lnTo>
                      <a:pt x="281" y="299"/>
                    </a:lnTo>
                    <a:lnTo>
                      <a:pt x="299" y="292"/>
                    </a:lnTo>
                    <a:lnTo>
                      <a:pt x="311" y="286"/>
                    </a:lnTo>
                    <a:lnTo>
                      <a:pt x="327" y="276"/>
                    </a:lnTo>
                    <a:lnTo>
                      <a:pt x="332" y="273"/>
                    </a:lnTo>
                    <a:lnTo>
                      <a:pt x="329" y="259"/>
                    </a:lnTo>
                    <a:lnTo>
                      <a:pt x="315" y="224"/>
                    </a:lnTo>
                    <a:lnTo>
                      <a:pt x="306" y="201"/>
                    </a:lnTo>
                    <a:lnTo>
                      <a:pt x="294" y="175"/>
                    </a:lnTo>
                    <a:lnTo>
                      <a:pt x="280" y="148"/>
                    </a:lnTo>
                    <a:lnTo>
                      <a:pt x="264" y="121"/>
                    </a:lnTo>
                    <a:lnTo>
                      <a:pt x="256" y="107"/>
                    </a:lnTo>
                    <a:lnTo>
                      <a:pt x="246" y="94"/>
                    </a:lnTo>
                    <a:lnTo>
                      <a:pt x="237" y="81"/>
                    </a:lnTo>
                    <a:lnTo>
                      <a:pt x="226" y="69"/>
                    </a:lnTo>
                    <a:lnTo>
                      <a:pt x="216" y="57"/>
                    </a:lnTo>
                    <a:lnTo>
                      <a:pt x="205" y="46"/>
                    </a:lnTo>
                    <a:lnTo>
                      <a:pt x="194" y="36"/>
                    </a:lnTo>
                    <a:lnTo>
                      <a:pt x="181" y="27"/>
                    </a:lnTo>
                    <a:lnTo>
                      <a:pt x="169" y="19"/>
                    </a:lnTo>
                    <a:lnTo>
                      <a:pt x="156" y="12"/>
                    </a:lnTo>
                    <a:lnTo>
                      <a:pt x="142" y="7"/>
                    </a:lnTo>
                    <a:lnTo>
                      <a:pt x="129" y="3"/>
                    </a:lnTo>
                    <a:lnTo>
                      <a:pt x="114" y="1"/>
                    </a:lnTo>
                    <a:lnTo>
                      <a:pt x="100" y="0"/>
                    </a:lnTo>
                    <a:lnTo>
                      <a:pt x="84" y="2"/>
                    </a:lnTo>
                    <a:lnTo>
                      <a:pt x="69" y="5"/>
                    </a:lnTo>
                    <a:lnTo>
                      <a:pt x="54" y="10"/>
                    </a:lnTo>
                    <a:lnTo>
                      <a:pt x="41" y="17"/>
                    </a:lnTo>
                    <a:lnTo>
                      <a:pt x="30" y="24"/>
                    </a:lnTo>
                    <a:lnTo>
                      <a:pt x="21" y="33"/>
                    </a:lnTo>
                    <a:lnTo>
                      <a:pt x="14" y="42"/>
                    </a:lnTo>
                    <a:lnTo>
                      <a:pt x="7" y="53"/>
                    </a:lnTo>
                    <a:lnTo>
                      <a:pt x="4" y="64"/>
                    </a:lnTo>
                    <a:lnTo>
                      <a:pt x="1" y="76"/>
                    </a:lnTo>
                    <a:lnTo>
                      <a:pt x="0" y="89"/>
                    </a:lnTo>
                    <a:lnTo>
                      <a:pt x="0" y="102"/>
                    </a:lnTo>
                    <a:lnTo>
                      <a:pt x="0" y="116"/>
                    </a:lnTo>
                    <a:lnTo>
                      <a:pt x="2" y="130"/>
                    </a:lnTo>
                    <a:lnTo>
                      <a:pt x="5" y="144"/>
                    </a:lnTo>
                    <a:lnTo>
                      <a:pt x="9" y="158"/>
                    </a:lnTo>
                    <a:lnTo>
                      <a:pt x="14" y="173"/>
                    </a:lnTo>
                    <a:lnTo>
                      <a:pt x="19" y="187"/>
                    </a:lnTo>
                    <a:lnTo>
                      <a:pt x="30" y="215"/>
                    </a:lnTo>
                    <a:lnTo>
                      <a:pt x="42" y="242"/>
                    </a:lnTo>
                    <a:lnTo>
                      <a:pt x="55" y="267"/>
                    </a:lnTo>
                    <a:lnTo>
                      <a:pt x="67" y="289"/>
                    </a:lnTo>
                    <a:lnTo>
                      <a:pt x="87" y="321"/>
                    </a:lnTo>
                    <a:lnTo>
                      <a:pt x="95" y="3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5" name="Freeform 146">
                <a:extLst>
                  <a:ext uri="{FF2B5EF4-FFF2-40B4-BE49-F238E27FC236}">
                    <a16:creationId xmlns:a16="http://schemas.microsoft.com/office/drawing/2014/main" id="{A53765D3-927B-4B51-86AC-584C4DEF2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788" y="2486025"/>
                <a:ext cx="177800" cy="290513"/>
              </a:xfrm>
              <a:custGeom>
                <a:avLst/>
                <a:gdLst>
                  <a:gd name="T0" fmla="*/ 554 w 561"/>
                  <a:gd name="T1" fmla="*/ 83 h 729"/>
                  <a:gd name="T2" fmla="*/ 510 w 561"/>
                  <a:gd name="T3" fmla="*/ 185 h 729"/>
                  <a:gd name="T4" fmla="*/ 446 w 561"/>
                  <a:gd name="T5" fmla="*/ 327 h 729"/>
                  <a:gd name="T6" fmla="*/ 399 w 561"/>
                  <a:gd name="T7" fmla="*/ 424 h 729"/>
                  <a:gd name="T8" fmla="*/ 373 w 561"/>
                  <a:gd name="T9" fmla="*/ 469 h 729"/>
                  <a:gd name="T10" fmla="*/ 343 w 561"/>
                  <a:gd name="T11" fmla="*/ 508 h 729"/>
                  <a:gd name="T12" fmla="*/ 288 w 561"/>
                  <a:gd name="T13" fmla="*/ 578 h 729"/>
                  <a:gd name="T14" fmla="*/ 234 w 561"/>
                  <a:gd name="T15" fmla="*/ 652 h 729"/>
                  <a:gd name="T16" fmla="*/ 197 w 561"/>
                  <a:gd name="T17" fmla="*/ 701 h 729"/>
                  <a:gd name="T18" fmla="*/ 185 w 561"/>
                  <a:gd name="T19" fmla="*/ 711 h 729"/>
                  <a:gd name="T20" fmla="*/ 142 w 561"/>
                  <a:gd name="T21" fmla="*/ 722 h 729"/>
                  <a:gd name="T22" fmla="*/ 94 w 561"/>
                  <a:gd name="T23" fmla="*/ 729 h 729"/>
                  <a:gd name="T24" fmla="*/ 62 w 561"/>
                  <a:gd name="T25" fmla="*/ 729 h 729"/>
                  <a:gd name="T26" fmla="*/ 39 w 561"/>
                  <a:gd name="T27" fmla="*/ 725 h 729"/>
                  <a:gd name="T28" fmla="*/ 25 w 561"/>
                  <a:gd name="T29" fmla="*/ 720 h 729"/>
                  <a:gd name="T30" fmla="*/ 14 w 561"/>
                  <a:gd name="T31" fmla="*/ 713 h 729"/>
                  <a:gd name="T32" fmla="*/ 4 w 561"/>
                  <a:gd name="T33" fmla="*/ 704 h 729"/>
                  <a:gd name="T34" fmla="*/ 2 w 561"/>
                  <a:gd name="T35" fmla="*/ 689 h 729"/>
                  <a:gd name="T36" fmla="*/ 17 w 561"/>
                  <a:gd name="T37" fmla="*/ 627 h 729"/>
                  <a:gd name="T38" fmla="*/ 38 w 561"/>
                  <a:gd name="T39" fmla="*/ 559 h 729"/>
                  <a:gd name="T40" fmla="*/ 58 w 561"/>
                  <a:gd name="T41" fmla="*/ 509 h 729"/>
                  <a:gd name="T42" fmla="*/ 83 w 561"/>
                  <a:gd name="T43" fmla="*/ 461 h 729"/>
                  <a:gd name="T44" fmla="*/ 104 w 561"/>
                  <a:gd name="T45" fmla="*/ 428 h 729"/>
                  <a:gd name="T46" fmla="*/ 120 w 561"/>
                  <a:gd name="T47" fmla="*/ 409 h 729"/>
                  <a:gd name="T48" fmla="*/ 132 w 561"/>
                  <a:gd name="T49" fmla="*/ 384 h 729"/>
                  <a:gd name="T50" fmla="*/ 155 w 561"/>
                  <a:gd name="T51" fmla="*/ 282 h 729"/>
                  <a:gd name="T52" fmla="*/ 183 w 561"/>
                  <a:gd name="T53" fmla="*/ 176 h 729"/>
                  <a:gd name="T54" fmla="*/ 204 w 561"/>
                  <a:gd name="T55" fmla="*/ 108 h 729"/>
                  <a:gd name="T56" fmla="*/ 227 w 561"/>
                  <a:gd name="T57" fmla="*/ 51 h 729"/>
                  <a:gd name="T58" fmla="*/ 243 w 561"/>
                  <a:gd name="T59" fmla="*/ 20 h 729"/>
                  <a:gd name="T60" fmla="*/ 254 w 561"/>
                  <a:gd name="T61" fmla="*/ 8 h 729"/>
                  <a:gd name="T62" fmla="*/ 264 w 561"/>
                  <a:gd name="T63" fmla="*/ 2 h 729"/>
                  <a:gd name="T64" fmla="*/ 279 w 561"/>
                  <a:gd name="T65" fmla="*/ 0 h 729"/>
                  <a:gd name="T66" fmla="*/ 307 w 561"/>
                  <a:gd name="T67" fmla="*/ 1 h 729"/>
                  <a:gd name="T68" fmla="*/ 353 w 561"/>
                  <a:gd name="T69" fmla="*/ 8 h 729"/>
                  <a:gd name="T70" fmla="*/ 404 w 561"/>
                  <a:gd name="T71" fmla="*/ 20 h 729"/>
                  <a:gd name="T72" fmla="*/ 479 w 561"/>
                  <a:gd name="T73" fmla="*/ 41 h 729"/>
                  <a:gd name="T74" fmla="*/ 550 w 561"/>
                  <a:gd name="T75" fmla="*/ 64 h 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29">
                    <a:moveTo>
                      <a:pt x="561" y="68"/>
                    </a:moveTo>
                    <a:lnTo>
                      <a:pt x="554" y="83"/>
                    </a:lnTo>
                    <a:lnTo>
                      <a:pt x="536" y="125"/>
                    </a:lnTo>
                    <a:lnTo>
                      <a:pt x="510" y="185"/>
                    </a:lnTo>
                    <a:lnTo>
                      <a:pt x="479" y="255"/>
                    </a:lnTo>
                    <a:lnTo>
                      <a:pt x="446" y="327"/>
                    </a:lnTo>
                    <a:lnTo>
                      <a:pt x="414" y="394"/>
                    </a:lnTo>
                    <a:lnTo>
                      <a:pt x="399" y="424"/>
                    </a:lnTo>
                    <a:lnTo>
                      <a:pt x="385" y="449"/>
                    </a:lnTo>
                    <a:lnTo>
                      <a:pt x="373" y="469"/>
                    </a:lnTo>
                    <a:lnTo>
                      <a:pt x="363" y="482"/>
                    </a:lnTo>
                    <a:lnTo>
                      <a:pt x="343" y="508"/>
                    </a:lnTo>
                    <a:lnTo>
                      <a:pt x="317" y="541"/>
                    </a:lnTo>
                    <a:lnTo>
                      <a:pt x="288" y="578"/>
                    </a:lnTo>
                    <a:lnTo>
                      <a:pt x="260" y="616"/>
                    </a:lnTo>
                    <a:lnTo>
                      <a:pt x="234" y="652"/>
                    </a:lnTo>
                    <a:lnTo>
                      <a:pt x="212" y="681"/>
                    </a:lnTo>
                    <a:lnTo>
                      <a:pt x="197" y="701"/>
                    </a:lnTo>
                    <a:lnTo>
                      <a:pt x="192" y="709"/>
                    </a:lnTo>
                    <a:lnTo>
                      <a:pt x="185" y="711"/>
                    </a:lnTo>
                    <a:lnTo>
                      <a:pt x="168" y="716"/>
                    </a:lnTo>
                    <a:lnTo>
                      <a:pt x="142" y="722"/>
                    </a:lnTo>
                    <a:lnTo>
                      <a:pt x="110" y="727"/>
                    </a:lnTo>
                    <a:lnTo>
                      <a:pt x="94" y="729"/>
                    </a:lnTo>
                    <a:lnTo>
                      <a:pt x="78" y="729"/>
                    </a:lnTo>
                    <a:lnTo>
                      <a:pt x="62" y="729"/>
                    </a:lnTo>
                    <a:lnTo>
                      <a:pt x="47" y="726"/>
                    </a:lnTo>
                    <a:lnTo>
                      <a:pt x="39" y="725"/>
                    </a:lnTo>
                    <a:lnTo>
                      <a:pt x="33" y="723"/>
                    </a:lnTo>
                    <a:lnTo>
                      <a:pt x="25" y="720"/>
                    </a:lnTo>
                    <a:lnTo>
                      <a:pt x="19" y="717"/>
                    </a:lnTo>
                    <a:lnTo>
                      <a:pt x="14" y="713"/>
                    </a:lnTo>
                    <a:lnTo>
                      <a:pt x="9" y="709"/>
                    </a:lnTo>
                    <a:lnTo>
                      <a:pt x="4" y="704"/>
                    </a:lnTo>
                    <a:lnTo>
                      <a:pt x="0" y="698"/>
                    </a:lnTo>
                    <a:lnTo>
                      <a:pt x="2" y="689"/>
                    </a:lnTo>
                    <a:lnTo>
                      <a:pt x="7" y="664"/>
                    </a:lnTo>
                    <a:lnTo>
                      <a:pt x="17" y="627"/>
                    </a:lnTo>
                    <a:lnTo>
                      <a:pt x="30" y="583"/>
                    </a:lnTo>
                    <a:lnTo>
                      <a:pt x="38" y="559"/>
                    </a:lnTo>
                    <a:lnTo>
                      <a:pt x="48" y="534"/>
                    </a:lnTo>
                    <a:lnTo>
                      <a:pt x="58" y="509"/>
                    </a:lnTo>
                    <a:lnTo>
                      <a:pt x="69" y="485"/>
                    </a:lnTo>
                    <a:lnTo>
                      <a:pt x="83" y="461"/>
                    </a:lnTo>
                    <a:lnTo>
                      <a:pt x="97" y="439"/>
                    </a:lnTo>
                    <a:lnTo>
                      <a:pt x="104" y="428"/>
                    </a:lnTo>
                    <a:lnTo>
                      <a:pt x="112" y="418"/>
                    </a:lnTo>
                    <a:lnTo>
                      <a:pt x="120" y="409"/>
                    </a:lnTo>
                    <a:lnTo>
                      <a:pt x="128" y="400"/>
                    </a:lnTo>
                    <a:lnTo>
                      <a:pt x="132" y="384"/>
                    </a:lnTo>
                    <a:lnTo>
                      <a:pt x="142" y="342"/>
                    </a:lnTo>
                    <a:lnTo>
                      <a:pt x="155" y="282"/>
                    </a:lnTo>
                    <a:lnTo>
                      <a:pt x="173" y="212"/>
                    </a:lnTo>
                    <a:lnTo>
                      <a:pt x="183" y="176"/>
                    </a:lnTo>
                    <a:lnTo>
                      <a:pt x="194" y="141"/>
                    </a:lnTo>
                    <a:lnTo>
                      <a:pt x="204" y="108"/>
                    </a:lnTo>
                    <a:lnTo>
                      <a:pt x="215" y="77"/>
                    </a:lnTo>
                    <a:lnTo>
                      <a:pt x="227" y="51"/>
                    </a:lnTo>
                    <a:lnTo>
                      <a:pt x="238" y="29"/>
                    </a:lnTo>
                    <a:lnTo>
                      <a:pt x="243" y="20"/>
                    </a:lnTo>
                    <a:lnTo>
                      <a:pt x="249" y="13"/>
                    </a:lnTo>
                    <a:lnTo>
                      <a:pt x="254" y="8"/>
                    </a:lnTo>
                    <a:lnTo>
                      <a:pt x="259" y="5"/>
                    </a:lnTo>
                    <a:lnTo>
                      <a:pt x="264" y="2"/>
                    </a:lnTo>
                    <a:lnTo>
                      <a:pt x="272" y="1"/>
                    </a:lnTo>
                    <a:lnTo>
                      <a:pt x="279" y="0"/>
                    </a:lnTo>
                    <a:lnTo>
                      <a:pt x="288" y="0"/>
                    </a:lnTo>
                    <a:lnTo>
                      <a:pt x="307" y="1"/>
                    </a:lnTo>
                    <a:lnTo>
                      <a:pt x="329" y="4"/>
                    </a:lnTo>
                    <a:lnTo>
                      <a:pt x="353" y="8"/>
                    </a:lnTo>
                    <a:lnTo>
                      <a:pt x="378" y="13"/>
                    </a:lnTo>
                    <a:lnTo>
                      <a:pt x="404" y="20"/>
                    </a:lnTo>
                    <a:lnTo>
                      <a:pt x="430" y="27"/>
                    </a:lnTo>
                    <a:lnTo>
                      <a:pt x="479" y="41"/>
                    </a:lnTo>
                    <a:lnTo>
                      <a:pt x="521" y="54"/>
                    </a:lnTo>
                    <a:lnTo>
                      <a:pt x="550" y="64"/>
                    </a:lnTo>
                    <a:lnTo>
                      <a:pt x="561" y="6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6" name="Freeform 147">
                <a:extLst>
                  <a:ext uri="{FF2B5EF4-FFF2-40B4-BE49-F238E27FC236}">
                    <a16:creationId xmlns:a16="http://schemas.microsoft.com/office/drawing/2014/main" id="{7A13F463-6EF2-48F1-B523-5F4672A9D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063" y="2506663"/>
                <a:ext cx="168275" cy="368300"/>
              </a:xfrm>
              <a:custGeom>
                <a:avLst/>
                <a:gdLst>
                  <a:gd name="T0" fmla="*/ 1 w 534"/>
                  <a:gd name="T1" fmla="*/ 0 h 926"/>
                  <a:gd name="T2" fmla="*/ 1 w 534"/>
                  <a:gd name="T3" fmla="*/ 4 h 926"/>
                  <a:gd name="T4" fmla="*/ 0 w 534"/>
                  <a:gd name="T5" fmla="*/ 15 h 926"/>
                  <a:gd name="T6" fmla="*/ 0 w 534"/>
                  <a:gd name="T7" fmla="*/ 32 h 926"/>
                  <a:gd name="T8" fmla="*/ 1 w 534"/>
                  <a:gd name="T9" fmla="*/ 54 h 926"/>
                  <a:gd name="T10" fmla="*/ 2 w 534"/>
                  <a:gd name="T11" fmla="*/ 67 h 926"/>
                  <a:gd name="T12" fmla="*/ 5 w 534"/>
                  <a:gd name="T13" fmla="*/ 80 h 926"/>
                  <a:gd name="T14" fmla="*/ 7 w 534"/>
                  <a:gd name="T15" fmla="*/ 94 h 926"/>
                  <a:gd name="T16" fmla="*/ 11 w 534"/>
                  <a:gd name="T17" fmla="*/ 109 h 926"/>
                  <a:gd name="T18" fmla="*/ 16 w 534"/>
                  <a:gd name="T19" fmla="*/ 124 h 926"/>
                  <a:gd name="T20" fmla="*/ 22 w 534"/>
                  <a:gd name="T21" fmla="*/ 139 h 926"/>
                  <a:gd name="T22" fmla="*/ 30 w 534"/>
                  <a:gd name="T23" fmla="*/ 154 h 926"/>
                  <a:gd name="T24" fmla="*/ 38 w 534"/>
                  <a:gd name="T25" fmla="*/ 169 h 926"/>
                  <a:gd name="T26" fmla="*/ 60 w 534"/>
                  <a:gd name="T27" fmla="*/ 205 h 926"/>
                  <a:gd name="T28" fmla="*/ 87 w 534"/>
                  <a:gd name="T29" fmla="*/ 249 h 926"/>
                  <a:gd name="T30" fmla="*/ 115 w 534"/>
                  <a:gd name="T31" fmla="*/ 297 h 926"/>
                  <a:gd name="T32" fmla="*/ 143 w 534"/>
                  <a:gd name="T33" fmla="*/ 345 h 926"/>
                  <a:gd name="T34" fmla="*/ 170 w 534"/>
                  <a:gd name="T35" fmla="*/ 389 h 926"/>
                  <a:gd name="T36" fmla="*/ 191 w 534"/>
                  <a:gd name="T37" fmla="*/ 426 h 926"/>
                  <a:gd name="T38" fmla="*/ 206 w 534"/>
                  <a:gd name="T39" fmla="*/ 451 h 926"/>
                  <a:gd name="T40" fmla="*/ 211 w 534"/>
                  <a:gd name="T41" fmla="*/ 460 h 926"/>
                  <a:gd name="T42" fmla="*/ 318 w 534"/>
                  <a:gd name="T43" fmla="*/ 920 h 926"/>
                  <a:gd name="T44" fmla="*/ 324 w 534"/>
                  <a:gd name="T45" fmla="*/ 921 h 926"/>
                  <a:gd name="T46" fmla="*/ 338 w 534"/>
                  <a:gd name="T47" fmla="*/ 923 h 926"/>
                  <a:gd name="T48" fmla="*/ 361 w 534"/>
                  <a:gd name="T49" fmla="*/ 925 h 926"/>
                  <a:gd name="T50" fmla="*/ 389 w 534"/>
                  <a:gd name="T51" fmla="*/ 926 h 926"/>
                  <a:gd name="T52" fmla="*/ 404 w 534"/>
                  <a:gd name="T53" fmla="*/ 926 h 926"/>
                  <a:gd name="T54" fmla="*/ 422 w 534"/>
                  <a:gd name="T55" fmla="*/ 925 h 926"/>
                  <a:gd name="T56" fmla="*/ 439 w 534"/>
                  <a:gd name="T57" fmla="*/ 923 h 926"/>
                  <a:gd name="T58" fmla="*/ 458 w 534"/>
                  <a:gd name="T59" fmla="*/ 920 h 926"/>
                  <a:gd name="T60" fmla="*/ 477 w 534"/>
                  <a:gd name="T61" fmla="*/ 917 h 926"/>
                  <a:gd name="T62" fmla="*/ 497 w 534"/>
                  <a:gd name="T63" fmla="*/ 912 h 926"/>
                  <a:gd name="T64" fmla="*/ 516 w 534"/>
                  <a:gd name="T65" fmla="*/ 905 h 926"/>
                  <a:gd name="T66" fmla="*/ 534 w 534"/>
                  <a:gd name="T67" fmla="*/ 897 h 926"/>
                  <a:gd name="T68" fmla="*/ 533 w 534"/>
                  <a:gd name="T69" fmla="*/ 882 h 926"/>
                  <a:gd name="T70" fmla="*/ 527 w 534"/>
                  <a:gd name="T71" fmla="*/ 840 h 926"/>
                  <a:gd name="T72" fmla="*/ 519 w 534"/>
                  <a:gd name="T73" fmla="*/ 779 h 926"/>
                  <a:gd name="T74" fmla="*/ 511 w 534"/>
                  <a:gd name="T75" fmla="*/ 707 h 926"/>
                  <a:gd name="T76" fmla="*/ 501 w 534"/>
                  <a:gd name="T77" fmla="*/ 632 h 926"/>
                  <a:gd name="T78" fmla="*/ 491 w 534"/>
                  <a:gd name="T79" fmla="*/ 561 h 926"/>
                  <a:gd name="T80" fmla="*/ 481 w 534"/>
                  <a:gd name="T81" fmla="*/ 502 h 926"/>
                  <a:gd name="T82" fmla="*/ 473 w 534"/>
                  <a:gd name="T83" fmla="*/ 463 h 926"/>
                  <a:gd name="T84" fmla="*/ 463 w 534"/>
                  <a:gd name="T85" fmla="*/ 424 h 926"/>
                  <a:gd name="T86" fmla="*/ 446 w 534"/>
                  <a:gd name="T87" fmla="*/ 365 h 926"/>
                  <a:gd name="T88" fmla="*/ 423 w 534"/>
                  <a:gd name="T89" fmla="*/ 295 h 926"/>
                  <a:gd name="T90" fmla="*/ 401 w 534"/>
                  <a:gd name="T91" fmla="*/ 220 h 926"/>
                  <a:gd name="T92" fmla="*/ 378 w 534"/>
                  <a:gd name="T93" fmla="*/ 149 h 926"/>
                  <a:gd name="T94" fmla="*/ 359 w 534"/>
                  <a:gd name="T95" fmla="*/ 89 h 926"/>
                  <a:gd name="T96" fmla="*/ 346 w 534"/>
                  <a:gd name="T97" fmla="*/ 47 h 926"/>
                  <a:gd name="T98" fmla="*/ 341 w 534"/>
                  <a:gd name="T99" fmla="*/ 31 h 926"/>
                  <a:gd name="T100" fmla="*/ 1 w 534"/>
                  <a:gd name="T101" fmla="*/ 0 h 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4" h="926">
                    <a:moveTo>
                      <a:pt x="1" y="0"/>
                    </a:moveTo>
                    <a:lnTo>
                      <a:pt x="1" y="4"/>
                    </a:lnTo>
                    <a:lnTo>
                      <a:pt x="0" y="15"/>
                    </a:lnTo>
                    <a:lnTo>
                      <a:pt x="0" y="32"/>
                    </a:lnTo>
                    <a:lnTo>
                      <a:pt x="1" y="54"/>
                    </a:lnTo>
                    <a:lnTo>
                      <a:pt x="2" y="67"/>
                    </a:lnTo>
                    <a:lnTo>
                      <a:pt x="5" y="80"/>
                    </a:lnTo>
                    <a:lnTo>
                      <a:pt x="7" y="94"/>
                    </a:lnTo>
                    <a:lnTo>
                      <a:pt x="11" y="109"/>
                    </a:lnTo>
                    <a:lnTo>
                      <a:pt x="16" y="124"/>
                    </a:lnTo>
                    <a:lnTo>
                      <a:pt x="22" y="139"/>
                    </a:lnTo>
                    <a:lnTo>
                      <a:pt x="30" y="154"/>
                    </a:lnTo>
                    <a:lnTo>
                      <a:pt x="38" y="169"/>
                    </a:lnTo>
                    <a:lnTo>
                      <a:pt x="60" y="205"/>
                    </a:lnTo>
                    <a:lnTo>
                      <a:pt x="87" y="249"/>
                    </a:lnTo>
                    <a:lnTo>
                      <a:pt x="115" y="297"/>
                    </a:lnTo>
                    <a:lnTo>
                      <a:pt x="143" y="345"/>
                    </a:lnTo>
                    <a:lnTo>
                      <a:pt x="170" y="389"/>
                    </a:lnTo>
                    <a:lnTo>
                      <a:pt x="191" y="426"/>
                    </a:lnTo>
                    <a:lnTo>
                      <a:pt x="206" y="451"/>
                    </a:lnTo>
                    <a:lnTo>
                      <a:pt x="211" y="460"/>
                    </a:lnTo>
                    <a:lnTo>
                      <a:pt x="318" y="920"/>
                    </a:lnTo>
                    <a:lnTo>
                      <a:pt x="324" y="921"/>
                    </a:lnTo>
                    <a:lnTo>
                      <a:pt x="338" y="923"/>
                    </a:lnTo>
                    <a:lnTo>
                      <a:pt x="361" y="925"/>
                    </a:lnTo>
                    <a:lnTo>
                      <a:pt x="389" y="926"/>
                    </a:lnTo>
                    <a:lnTo>
                      <a:pt x="404" y="926"/>
                    </a:lnTo>
                    <a:lnTo>
                      <a:pt x="422" y="925"/>
                    </a:lnTo>
                    <a:lnTo>
                      <a:pt x="439" y="923"/>
                    </a:lnTo>
                    <a:lnTo>
                      <a:pt x="458" y="920"/>
                    </a:lnTo>
                    <a:lnTo>
                      <a:pt x="477" y="917"/>
                    </a:lnTo>
                    <a:lnTo>
                      <a:pt x="497" y="912"/>
                    </a:lnTo>
                    <a:lnTo>
                      <a:pt x="516" y="905"/>
                    </a:lnTo>
                    <a:lnTo>
                      <a:pt x="534" y="897"/>
                    </a:lnTo>
                    <a:lnTo>
                      <a:pt x="533" y="882"/>
                    </a:lnTo>
                    <a:lnTo>
                      <a:pt x="527" y="840"/>
                    </a:lnTo>
                    <a:lnTo>
                      <a:pt x="519" y="779"/>
                    </a:lnTo>
                    <a:lnTo>
                      <a:pt x="511" y="707"/>
                    </a:lnTo>
                    <a:lnTo>
                      <a:pt x="501" y="632"/>
                    </a:lnTo>
                    <a:lnTo>
                      <a:pt x="491" y="561"/>
                    </a:lnTo>
                    <a:lnTo>
                      <a:pt x="481" y="502"/>
                    </a:lnTo>
                    <a:lnTo>
                      <a:pt x="473" y="463"/>
                    </a:lnTo>
                    <a:lnTo>
                      <a:pt x="463" y="424"/>
                    </a:lnTo>
                    <a:lnTo>
                      <a:pt x="446" y="365"/>
                    </a:lnTo>
                    <a:lnTo>
                      <a:pt x="423" y="295"/>
                    </a:lnTo>
                    <a:lnTo>
                      <a:pt x="401" y="220"/>
                    </a:lnTo>
                    <a:lnTo>
                      <a:pt x="378" y="149"/>
                    </a:lnTo>
                    <a:lnTo>
                      <a:pt x="359" y="89"/>
                    </a:lnTo>
                    <a:lnTo>
                      <a:pt x="346" y="47"/>
                    </a:lnTo>
                    <a:lnTo>
                      <a:pt x="341" y="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7" name="Freeform 148">
                <a:extLst>
                  <a:ext uri="{FF2B5EF4-FFF2-40B4-BE49-F238E27FC236}">
                    <a16:creationId xmlns:a16="http://schemas.microsoft.com/office/drawing/2014/main" id="{5AD59655-233F-4E73-B0E6-7CC2517D2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538" y="2173288"/>
                <a:ext cx="177800" cy="360363"/>
              </a:xfrm>
              <a:custGeom>
                <a:avLst/>
                <a:gdLst>
                  <a:gd name="T0" fmla="*/ 480 w 562"/>
                  <a:gd name="T1" fmla="*/ 15 h 909"/>
                  <a:gd name="T2" fmla="*/ 467 w 562"/>
                  <a:gd name="T3" fmla="*/ 12 h 909"/>
                  <a:gd name="T4" fmla="*/ 435 w 562"/>
                  <a:gd name="T5" fmla="*/ 6 h 909"/>
                  <a:gd name="T6" fmla="*/ 411 w 562"/>
                  <a:gd name="T7" fmla="*/ 4 h 909"/>
                  <a:gd name="T8" fmla="*/ 384 w 562"/>
                  <a:gd name="T9" fmla="*/ 1 h 909"/>
                  <a:gd name="T10" fmla="*/ 352 w 562"/>
                  <a:gd name="T11" fmla="*/ 0 h 909"/>
                  <a:gd name="T12" fmla="*/ 319 w 562"/>
                  <a:gd name="T13" fmla="*/ 0 h 909"/>
                  <a:gd name="T14" fmla="*/ 301 w 562"/>
                  <a:gd name="T15" fmla="*/ 1 h 909"/>
                  <a:gd name="T16" fmla="*/ 282 w 562"/>
                  <a:gd name="T17" fmla="*/ 2 h 909"/>
                  <a:gd name="T18" fmla="*/ 264 w 562"/>
                  <a:gd name="T19" fmla="*/ 4 h 909"/>
                  <a:gd name="T20" fmla="*/ 244 w 562"/>
                  <a:gd name="T21" fmla="*/ 7 h 909"/>
                  <a:gd name="T22" fmla="*/ 224 w 562"/>
                  <a:gd name="T23" fmla="*/ 10 h 909"/>
                  <a:gd name="T24" fmla="*/ 204 w 562"/>
                  <a:gd name="T25" fmla="*/ 14 h 909"/>
                  <a:gd name="T26" fmla="*/ 184 w 562"/>
                  <a:gd name="T27" fmla="*/ 18 h 909"/>
                  <a:gd name="T28" fmla="*/ 164 w 562"/>
                  <a:gd name="T29" fmla="*/ 24 h 909"/>
                  <a:gd name="T30" fmla="*/ 143 w 562"/>
                  <a:gd name="T31" fmla="*/ 30 h 909"/>
                  <a:gd name="T32" fmla="*/ 123 w 562"/>
                  <a:gd name="T33" fmla="*/ 38 h 909"/>
                  <a:gd name="T34" fmla="*/ 101 w 562"/>
                  <a:gd name="T35" fmla="*/ 46 h 909"/>
                  <a:gd name="T36" fmla="*/ 81 w 562"/>
                  <a:gd name="T37" fmla="*/ 56 h 909"/>
                  <a:gd name="T38" fmla="*/ 60 w 562"/>
                  <a:gd name="T39" fmla="*/ 66 h 909"/>
                  <a:gd name="T40" fmla="*/ 40 w 562"/>
                  <a:gd name="T41" fmla="*/ 78 h 909"/>
                  <a:gd name="T42" fmla="*/ 20 w 562"/>
                  <a:gd name="T43" fmla="*/ 91 h 909"/>
                  <a:gd name="T44" fmla="*/ 0 w 562"/>
                  <a:gd name="T45" fmla="*/ 105 h 909"/>
                  <a:gd name="T46" fmla="*/ 0 w 562"/>
                  <a:gd name="T47" fmla="*/ 872 h 909"/>
                  <a:gd name="T48" fmla="*/ 13 w 562"/>
                  <a:gd name="T49" fmla="*/ 876 h 909"/>
                  <a:gd name="T50" fmla="*/ 48 w 562"/>
                  <a:gd name="T51" fmla="*/ 884 h 909"/>
                  <a:gd name="T52" fmla="*/ 73 w 562"/>
                  <a:gd name="T53" fmla="*/ 889 h 909"/>
                  <a:gd name="T54" fmla="*/ 101 w 562"/>
                  <a:gd name="T55" fmla="*/ 894 h 909"/>
                  <a:gd name="T56" fmla="*/ 134 w 562"/>
                  <a:gd name="T57" fmla="*/ 899 h 909"/>
                  <a:gd name="T58" fmla="*/ 170 w 562"/>
                  <a:gd name="T59" fmla="*/ 904 h 909"/>
                  <a:gd name="T60" fmla="*/ 209 w 562"/>
                  <a:gd name="T61" fmla="*/ 907 h 909"/>
                  <a:gd name="T62" fmla="*/ 249 w 562"/>
                  <a:gd name="T63" fmla="*/ 909 h 909"/>
                  <a:gd name="T64" fmla="*/ 270 w 562"/>
                  <a:gd name="T65" fmla="*/ 909 h 909"/>
                  <a:gd name="T66" fmla="*/ 291 w 562"/>
                  <a:gd name="T67" fmla="*/ 909 h 909"/>
                  <a:gd name="T68" fmla="*/ 312 w 562"/>
                  <a:gd name="T69" fmla="*/ 909 h 909"/>
                  <a:gd name="T70" fmla="*/ 335 w 562"/>
                  <a:gd name="T71" fmla="*/ 908 h 909"/>
                  <a:gd name="T72" fmla="*/ 357 w 562"/>
                  <a:gd name="T73" fmla="*/ 906 h 909"/>
                  <a:gd name="T74" fmla="*/ 380 w 562"/>
                  <a:gd name="T75" fmla="*/ 903 h 909"/>
                  <a:gd name="T76" fmla="*/ 401 w 562"/>
                  <a:gd name="T77" fmla="*/ 900 h 909"/>
                  <a:gd name="T78" fmla="*/ 424 w 562"/>
                  <a:gd name="T79" fmla="*/ 896 h 909"/>
                  <a:gd name="T80" fmla="*/ 446 w 562"/>
                  <a:gd name="T81" fmla="*/ 892 h 909"/>
                  <a:gd name="T82" fmla="*/ 469 w 562"/>
                  <a:gd name="T83" fmla="*/ 886 h 909"/>
                  <a:gd name="T84" fmla="*/ 490 w 562"/>
                  <a:gd name="T85" fmla="*/ 880 h 909"/>
                  <a:gd name="T86" fmla="*/ 512 w 562"/>
                  <a:gd name="T87" fmla="*/ 872 h 909"/>
                  <a:gd name="T88" fmla="*/ 562 w 562"/>
                  <a:gd name="T89" fmla="*/ 121 h 909"/>
                  <a:gd name="T90" fmla="*/ 559 w 562"/>
                  <a:gd name="T91" fmla="*/ 109 h 909"/>
                  <a:gd name="T92" fmla="*/ 545 w 562"/>
                  <a:gd name="T93" fmla="*/ 80 h 909"/>
                  <a:gd name="T94" fmla="*/ 540 w 562"/>
                  <a:gd name="T95" fmla="*/ 71 h 909"/>
                  <a:gd name="T96" fmla="*/ 535 w 562"/>
                  <a:gd name="T97" fmla="*/ 62 h 909"/>
                  <a:gd name="T98" fmla="*/ 527 w 562"/>
                  <a:gd name="T99" fmla="*/ 53 h 909"/>
                  <a:gd name="T100" fmla="*/ 520 w 562"/>
                  <a:gd name="T101" fmla="*/ 45 h 909"/>
                  <a:gd name="T102" fmla="*/ 511 w 562"/>
                  <a:gd name="T103" fmla="*/ 36 h 909"/>
                  <a:gd name="T104" fmla="*/ 502 w 562"/>
                  <a:gd name="T105" fmla="*/ 28 h 909"/>
                  <a:gd name="T106" fmla="*/ 491 w 562"/>
                  <a:gd name="T107" fmla="*/ 21 h 909"/>
                  <a:gd name="T108" fmla="*/ 480 w 562"/>
                  <a:gd name="T109" fmla="*/ 15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62" h="909">
                    <a:moveTo>
                      <a:pt x="480" y="15"/>
                    </a:moveTo>
                    <a:lnTo>
                      <a:pt x="467" y="12"/>
                    </a:lnTo>
                    <a:lnTo>
                      <a:pt x="435" y="6"/>
                    </a:lnTo>
                    <a:lnTo>
                      <a:pt x="411" y="4"/>
                    </a:lnTo>
                    <a:lnTo>
                      <a:pt x="384" y="1"/>
                    </a:lnTo>
                    <a:lnTo>
                      <a:pt x="352" y="0"/>
                    </a:lnTo>
                    <a:lnTo>
                      <a:pt x="319" y="0"/>
                    </a:lnTo>
                    <a:lnTo>
                      <a:pt x="301" y="1"/>
                    </a:lnTo>
                    <a:lnTo>
                      <a:pt x="282" y="2"/>
                    </a:lnTo>
                    <a:lnTo>
                      <a:pt x="264" y="4"/>
                    </a:lnTo>
                    <a:lnTo>
                      <a:pt x="244" y="7"/>
                    </a:lnTo>
                    <a:lnTo>
                      <a:pt x="224" y="10"/>
                    </a:lnTo>
                    <a:lnTo>
                      <a:pt x="204" y="14"/>
                    </a:lnTo>
                    <a:lnTo>
                      <a:pt x="184" y="18"/>
                    </a:lnTo>
                    <a:lnTo>
                      <a:pt x="164" y="24"/>
                    </a:lnTo>
                    <a:lnTo>
                      <a:pt x="143" y="30"/>
                    </a:lnTo>
                    <a:lnTo>
                      <a:pt x="123" y="38"/>
                    </a:lnTo>
                    <a:lnTo>
                      <a:pt x="101" y="46"/>
                    </a:lnTo>
                    <a:lnTo>
                      <a:pt x="81" y="56"/>
                    </a:lnTo>
                    <a:lnTo>
                      <a:pt x="60" y="66"/>
                    </a:lnTo>
                    <a:lnTo>
                      <a:pt x="40" y="78"/>
                    </a:lnTo>
                    <a:lnTo>
                      <a:pt x="20" y="91"/>
                    </a:lnTo>
                    <a:lnTo>
                      <a:pt x="0" y="105"/>
                    </a:lnTo>
                    <a:lnTo>
                      <a:pt x="0" y="872"/>
                    </a:lnTo>
                    <a:lnTo>
                      <a:pt x="13" y="876"/>
                    </a:lnTo>
                    <a:lnTo>
                      <a:pt x="48" y="884"/>
                    </a:lnTo>
                    <a:lnTo>
                      <a:pt x="73" y="889"/>
                    </a:lnTo>
                    <a:lnTo>
                      <a:pt x="101" y="894"/>
                    </a:lnTo>
                    <a:lnTo>
                      <a:pt x="134" y="899"/>
                    </a:lnTo>
                    <a:lnTo>
                      <a:pt x="170" y="904"/>
                    </a:lnTo>
                    <a:lnTo>
                      <a:pt x="209" y="907"/>
                    </a:lnTo>
                    <a:lnTo>
                      <a:pt x="249" y="909"/>
                    </a:lnTo>
                    <a:lnTo>
                      <a:pt x="270" y="909"/>
                    </a:lnTo>
                    <a:lnTo>
                      <a:pt x="291" y="909"/>
                    </a:lnTo>
                    <a:lnTo>
                      <a:pt x="312" y="909"/>
                    </a:lnTo>
                    <a:lnTo>
                      <a:pt x="335" y="908"/>
                    </a:lnTo>
                    <a:lnTo>
                      <a:pt x="357" y="906"/>
                    </a:lnTo>
                    <a:lnTo>
                      <a:pt x="380" y="903"/>
                    </a:lnTo>
                    <a:lnTo>
                      <a:pt x="401" y="900"/>
                    </a:lnTo>
                    <a:lnTo>
                      <a:pt x="424" y="896"/>
                    </a:lnTo>
                    <a:lnTo>
                      <a:pt x="446" y="892"/>
                    </a:lnTo>
                    <a:lnTo>
                      <a:pt x="469" y="886"/>
                    </a:lnTo>
                    <a:lnTo>
                      <a:pt x="490" y="880"/>
                    </a:lnTo>
                    <a:lnTo>
                      <a:pt x="512" y="872"/>
                    </a:lnTo>
                    <a:lnTo>
                      <a:pt x="562" y="121"/>
                    </a:lnTo>
                    <a:lnTo>
                      <a:pt x="559" y="109"/>
                    </a:lnTo>
                    <a:lnTo>
                      <a:pt x="545" y="80"/>
                    </a:lnTo>
                    <a:lnTo>
                      <a:pt x="540" y="71"/>
                    </a:lnTo>
                    <a:lnTo>
                      <a:pt x="535" y="62"/>
                    </a:lnTo>
                    <a:lnTo>
                      <a:pt x="527" y="53"/>
                    </a:lnTo>
                    <a:lnTo>
                      <a:pt x="520" y="45"/>
                    </a:lnTo>
                    <a:lnTo>
                      <a:pt x="511" y="36"/>
                    </a:lnTo>
                    <a:lnTo>
                      <a:pt x="502" y="28"/>
                    </a:lnTo>
                    <a:lnTo>
                      <a:pt x="491" y="21"/>
                    </a:lnTo>
                    <a:lnTo>
                      <a:pt x="480" y="15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8" name="Freeform 149">
                <a:extLst>
                  <a:ext uri="{FF2B5EF4-FFF2-40B4-BE49-F238E27FC236}">
                    <a16:creationId xmlns:a16="http://schemas.microsoft.com/office/drawing/2014/main" id="{503204A0-03AD-4783-AE1F-2D72E9F15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0163" y="2147888"/>
                <a:ext cx="77788" cy="80963"/>
              </a:xfrm>
              <a:custGeom>
                <a:avLst/>
                <a:gdLst>
                  <a:gd name="T0" fmla="*/ 81 w 246"/>
                  <a:gd name="T1" fmla="*/ 32 h 204"/>
                  <a:gd name="T2" fmla="*/ 0 w 246"/>
                  <a:gd name="T3" fmla="*/ 97 h 204"/>
                  <a:gd name="T4" fmla="*/ 2 w 246"/>
                  <a:gd name="T5" fmla="*/ 103 h 204"/>
                  <a:gd name="T6" fmla="*/ 10 w 246"/>
                  <a:gd name="T7" fmla="*/ 118 h 204"/>
                  <a:gd name="T8" fmla="*/ 16 w 246"/>
                  <a:gd name="T9" fmla="*/ 128 h 204"/>
                  <a:gd name="T10" fmla="*/ 24 w 246"/>
                  <a:gd name="T11" fmla="*/ 139 h 204"/>
                  <a:gd name="T12" fmla="*/ 32 w 246"/>
                  <a:gd name="T13" fmla="*/ 150 h 204"/>
                  <a:gd name="T14" fmla="*/ 42 w 246"/>
                  <a:gd name="T15" fmla="*/ 161 h 204"/>
                  <a:gd name="T16" fmla="*/ 54 w 246"/>
                  <a:gd name="T17" fmla="*/ 172 h 204"/>
                  <a:gd name="T18" fmla="*/ 67 w 246"/>
                  <a:gd name="T19" fmla="*/ 182 h 204"/>
                  <a:gd name="T20" fmla="*/ 75 w 246"/>
                  <a:gd name="T21" fmla="*/ 187 h 204"/>
                  <a:gd name="T22" fmla="*/ 82 w 246"/>
                  <a:gd name="T23" fmla="*/ 191 h 204"/>
                  <a:gd name="T24" fmla="*/ 90 w 246"/>
                  <a:gd name="T25" fmla="*/ 195 h 204"/>
                  <a:gd name="T26" fmla="*/ 99 w 246"/>
                  <a:gd name="T27" fmla="*/ 198 h 204"/>
                  <a:gd name="T28" fmla="*/ 107 w 246"/>
                  <a:gd name="T29" fmla="*/ 200 h 204"/>
                  <a:gd name="T30" fmla="*/ 116 w 246"/>
                  <a:gd name="T31" fmla="*/ 202 h 204"/>
                  <a:gd name="T32" fmla="*/ 126 w 246"/>
                  <a:gd name="T33" fmla="*/ 203 h 204"/>
                  <a:gd name="T34" fmla="*/ 136 w 246"/>
                  <a:gd name="T35" fmla="*/ 204 h 204"/>
                  <a:gd name="T36" fmla="*/ 147 w 246"/>
                  <a:gd name="T37" fmla="*/ 204 h 204"/>
                  <a:gd name="T38" fmla="*/ 157 w 246"/>
                  <a:gd name="T39" fmla="*/ 202 h 204"/>
                  <a:gd name="T40" fmla="*/ 170 w 246"/>
                  <a:gd name="T41" fmla="*/ 200 h 204"/>
                  <a:gd name="T42" fmla="*/ 181 w 246"/>
                  <a:gd name="T43" fmla="*/ 197 h 204"/>
                  <a:gd name="T44" fmla="*/ 192 w 246"/>
                  <a:gd name="T45" fmla="*/ 194 h 204"/>
                  <a:gd name="T46" fmla="*/ 202 w 246"/>
                  <a:gd name="T47" fmla="*/ 190 h 204"/>
                  <a:gd name="T48" fmla="*/ 211 w 246"/>
                  <a:gd name="T49" fmla="*/ 185 h 204"/>
                  <a:gd name="T50" fmla="*/ 218 w 246"/>
                  <a:gd name="T51" fmla="*/ 181 h 204"/>
                  <a:gd name="T52" fmla="*/ 226 w 246"/>
                  <a:gd name="T53" fmla="*/ 176 h 204"/>
                  <a:gd name="T54" fmla="*/ 231 w 246"/>
                  <a:gd name="T55" fmla="*/ 171 h 204"/>
                  <a:gd name="T56" fmla="*/ 236 w 246"/>
                  <a:gd name="T57" fmla="*/ 166 h 204"/>
                  <a:gd name="T58" fmla="*/ 240 w 246"/>
                  <a:gd name="T59" fmla="*/ 161 h 204"/>
                  <a:gd name="T60" fmla="*/ 242 w 246"/>
                  <a:gd name="T61" fmla="*/ 156 h 204"/>
                  <a:gd name="T62" fmla="*/ 245 w 246"/>
                  <a:gd name="T63" fmla="*/ 151 h 204"/>
                  <a:gd name="T64" fmla="*/ 246 w 246"/>
                  <a:gd name="T65" fmla="*/ 145 h 204"/>
                  <a:gd name="T66" fmla="*/ 246 w 246"/>
                  <a:gd name="T67" fmla="*/ 140 h 204"/>
                  <a:gd name="T68" fmla="*/ 246 w 246"/>
                  <a:gd name="T69" fmla="*/ 129 h 204"/>
                  <a:gd name="T70" fmla="*/ 243 w 246"/>
                  <a:gd name="T71" fmla="*/ 118 h 204"/>
                  <a:gd name="T72" fmla="*/ 240 w 246"/>
                  <a:gd name="T73" fmla="*/ 108 h 204"/>
                  <a:gd name="T74" fmla="*/ 235 w 246"/>
                  <a:gd name="T75" fmla="*/ 99 h 204"/>
                  <a:gd name="T76" fmla="*/ 228 w 246"/>
                  <a:gd name="T77" fmla="*/ 90 h 204"/>
                  <a:gd name="T78" fmla="*/ 223 w 246"/>
                  <a:gd name="T79" fmla="*/ 83 h 204"/>
                  <a:gd name="T80" fmla="*/ 213 w 246"/>
                  <a:gd name="T81" fmla="*/ 72 h 204"/>
                  <a:gd name="T82" fmla="*/ 210 w 246"/>
                  <a:gd name="T83" fmla="*/ 68 h 204"/>
                  <a:gd name="T84" fmla="*/ 210 w 246"/>
                  <a:gd name="T85" fmla="*/ 0 h 204"/>
                  <a:gd name="T86" fmla="*/ 81 w 246"/>
                  <a:gd name="T87" fmla="*/ 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6" h="204">
                    <a:moveTo>
                      <a:pt x="81" y="32"/>
                    </a:moveTo>
                    <a:lnTo>
                      <a:pt x="0" y="97"/>
                    </a:lnTo>
                    <a:lnTo>
                      <a:pt x="2" y="103"/>
                    </a:lnTo>
                    <a:lnTo>
                      <a:pt x="10" y="118"/>
                    </a:lnTo>
                    <a:lnTo>
                      <a:pt x="16" y="128"/>
                    </a:lnTo>
                    <a:lnTo>
                      <a:pt x="24" y="139"/>
                    </a:lnTo>
                    <a:lnTo>
                      <a:pt x="32" y="150"/>
                    </a:lnTo>
                    <a:lnTo>
                      <a:pt x="42" y="161"/>
                    </a:lnTo>
                    <a:lnTo>
                      <a:pt x="54" y="172"/>
                    </a:lnTo>
                    <a:lnTo>
                      <a:pt x="67" y="182"/>
                    </a:lnTo>
                    <a:lnTo>
                      <a:pt x="75" y="187"/>
                    </a:lnTo>
                    <a:lnTo>
                      <a:pt x="82" y="191"/>
                    </a:lnTo>
                    <a:lnTo>
                      <a:pt x="90" y="195"/>
                    </a:lnTo>
                    <a:lnTo>
                      <a:pt x="99" y="198"/>
                    </a:lnTo>
                    <a:lnTo>
                      <a:pt x="107" y="200"/>
                    </a:lnTo>
                    <a:lnTo>
                      <a:pt x="116" y="202"/>
                    </a:lnTo>
                    <a:lnTo>
                      <a:pt x="126" y="203"/>
                    </a:lnTo>
                    <a:lnTo>
                      <a:pt x="136" y="204"/>
                    </a:lnTo>
                    <a:lnTo>
                      <a:pt x="147" y="204"/>
                    </a:lnTo>
                    <a:lnTo>
                      <a:pt x="157" y="202"/>
                    </a:lnTo>
                    <a:lnTo>
                      <a:pt x="170" y="200"/>
                    </a:lnTo>
                    <a:lnTo>
                      <a:pt x="181" y="197"/>
                    </a:lnTo>
                    <a:lnTo>
                      <a:pt x="192" y="194"/>
                    </a:lnTo>
                    <a:lnTo>
                      <a:pt x="202" y="190"/>
                    </a:lnTo>
                    <a:lnTo>
                      <a:pt x="211" y="185"/>
                    </a:lnTo>
                    <a:lnTo>
                      <a:pt x="218" y="181"/>
                    </a:lnTo>
                    <a:lnTo>
                      <a:pt x="226" y="176"/>
                    </a:lnTo>
                    <a:lnTo>
                      <a:pt x="231" y="171"/>
                    </a:lnTo>
                    <a:lnTo>
                      <a:pt x="236" y="166"/>
                    </a:lnTo>
                    <a:lnTo>
                      <a:pt x="240" y="161"/>
                    </a:lnTo>
                    <a:lnTo>
                      <a:pt x="242" y="156"/>
                    </a:lnTo>
                    <a:lnTo>
                      <a:pt x="245" y="151"/>
                    </a:lnTo>
                    <a:lnTo>
                      <a:pt x="246" y="145"/>
                    </a:lnTo>
                    <a:lnTo>
                      <a:pt x="246" y="140"/>
                    </a:lnTo>
                    <a:lnTo>
                      <a:pt x="246" y="129"/>
                    </a:lnTo>
                    <a:lnTo>
                      <a:pt x="243" y="118"/>
                    </a:lnTo>
                    <a:lnTo>
                      <a:pt x="240" y="108"/>
                    </a:lnTo>
                    <a:lnTo>
                      <a:pt x="235" y="99"/>
                    </a:lnTo>
                    <a:lnTo>
                      <a:pt x="228" y="90"/>
                    </a:lnTo>
                    <a:lnTo>
                      <a:pt x="223" y="83"/>
                    </a:lnTo>
                    <a:lnTo>
                      <a:pt x="213" y="72"/>
                    </a:lnTo>
                    <a:lnTo>
                      <a:pt x="210" y="68"/>
                    </a:lnTo>
                    <a:lnTo>
                      <a:pt x="210" y="0"/>
                    </a:lnTo>
                    <a:lnTo>
                      <a:pt x="81" y="32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9" name="Freeform 150">
                <a:extLst>
                  <a:ext uri="{FF2B5EF4-FFF2-40B4-BE49-F238E27FC236}">
                    <a16:creationId xmlns:a16="http://schemas.microsoft.com/office/drawing/2014/main" id="{A6469F89-AB56-4B08-A2E5-DDCD3C74A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9526" y="2079625"/>
                <a:ext cx="120650" cy="122238"/>
              </a:xfrm>
              <a:custGeom>
                <a:avLst/>
                <a:gdLst>
                  <a:gd name="T0" fmla="*/ 16 w 379"/>
                  <a:gd name="T1" fmla="*/ 102 h 306"/>
                  <a:gd name="T2" fmla="*/ 26 w 379"/>
                  <a:gd name="T3" fmla="*/ 100 h 306"/>
                  <a:gd name="T4" fmla="*/ 40 w 379"/>
                  <a:gd name="T5" fmla="*/ 106 h 306"/>
                  <a:gd name="T6" fmla="*/ 56 w 379"/>
                  <a:gd name="T7" fmla="*/ 126 h 306"/>
                  <a:gd name="T8" fmla="*/ 63 w 379"/>
                  <a:gd name="T9" fmla="*/ 148 h 306"/>
                  <a:gd name="T10" fmla="*/ 89 w 379"/>
                  <a:gd name="T11" fmla="*/ 143 h 306"/>
                  <a:gd name="T12" fmla="*/ 98 w 379"/>
                  <a:gd name="T13" fmla="*/ 136 h 306"/>
                  <a:gd name="T14" fmla="*/ 91 w 379"/>
                  <a:gd name="T15" fmla="*/ 107 h 306"/>
                  <a:gd name="T16" fmla="*/ 80 w 379"/>
                  <a:gd name="T17" fmla="*/ 77 h 306"/>
                  <a:gd name="T18" fmla="*/ 81 w 379"/>
                  <a:gd name="T19" fmla="*/ 67 h 306"/>
                  <a:gd name="T20" fmla="*/ 104 w 379"/>
                  <a:gd name="T21" fmla="*/ 77 h 306"/>
                  <a:gd name="T22" fmla="*/ 148 w 379"/>
                  <a:gd name="T23" fmla="*/ 84 h 306"/>
                  <a:gd name="T24" fmla="*/ 173 w 379"/>
                  <a:gd name="T25" fmla="*/ 83 h 306"/>
                  <a:gd name="T26" fmla="*/ 209 w 379"/>
                  <a:gd name="T27" fmla="*/ 75 h 306"/>
                  <a:gd name="T28" fmla="*/ 249 w 379"/>
                  <a:gd name="T29" fmla="*/ 59 h 306"/>
                  <a:gd name="T30" fmla="*/ 270 w 379"/>
                  <a:gd name="T31" fmla="*/ 39 h 306"/>
                  <a:gd name="T32" fmla="*/ 289 w 379"/>
                  <a:gd name="T33" fmla="*/ 21 h 306"/>
                  <a:gd name="T34" fmla="*/ 307 w 379"/>
                  <a:gd name="T35" fmla="*/ 17 h 306"/>
                  <a:gd name="T36" fmla="*/ 316 w 379"/>
                  <a:gd name="T37" fmla="*/ 22 h 306"/>
                  <a:gd name="T38" fmla="*/ 317 w 379"/>
                  <a:gd name="T39" fmla="*/ 9 h 306"/>
                  <a:gd name="T40" fmla="*/ 321 w 379"/>
                  <a:gd name="T41" fmla="*/ 6 h 306"/>
                  <a:gd name="T42" fmla="*/ 339 w 379"/>
                  <a:gd name="T43" fmla="*/ 0 h 306"/>
                  <a:gd name="T44" fmla="*/ 359 w 379"/>
                  <a:gd name="T45" fmla="*/ 9 h 306"/>
                  <a:gd name="T46" fmla="*/ 369 w 379"/>
                  <a:gd name="T47" fmla="*/ 16 h 306"/>
                  <a:gd name="T48" fmla="*/ 376 w 379"/>
                  <a:gd name="T49" fmla="*/ 27 h 306"/>
                  <a:gd name="T50" fmla="*/ 379 w 379"/>
                  <a:gd name="T51" fmla="*/ 48 h 306"/>
                  <a:gd name="T52" fmla="*/ 377 w 379"/>
                  <a:gd name="T53" fmla="*/ 80 h 306"/>
                  <a:gd name="T54" fmla="*/ 372 w 379"/>
                  <a:gd name="T55" fmla="*/ 129 h 306"/>
                  <a:gd name="T56" fmla="*/ 360 w 379"/>
                  <a:gd name="T57" fmla="*/ 183 h 306"/>
                  <a:gd name="T58" fmla="*/ 339 w 379"/>
                  <a:gd name="T59" fmla="*/ 229 h 306"/>
                  <a:gd name="T60" fmla="*/ 315 w 379"/>
                  <a:gd name="T61" fmla="*/ 263 h 306"/>
                  <a:gd name="T62" fmla="*/ 291 w 379"/>
                  <a:gd name="T63" fmla="*/ 286 h 306"/>
                  <a:gd name="T64" fmla="*/ 266 w 379"/>
                  <a:gd name="T65" fmla="*/ 300 h 306"/>
                  <a:gd name="T66" fmla="*/ 240 w 379"/>
                  <a:gd name="T67" fmla="*/ 306 h 306"/>
                  <a:gd name="T68" fmla="*/ 214 w 379"/>
                  <a:gd name="T69" fmla="*/ 306 h 306"/>
                  <a:gd name="T70" fmla="*/ 170 w 379"/>
                  <a:gd name="T71" fmla="*/ 296 h 306"/>
                  <a:gd name="T72" fmla="*/ 145 w 379"/>
                  <a:gd name="T73" fmla="*/ 284 h 306"/>
                  <a:gd name="T74" fmla="*/ 111 w 379"/>
                  <a:gd name="T75" fmla="*/ 259 h 306"/>
                  <a:gd name="T76" fmla="*/ 83 w 379"/>
                  <a:gd name="T77" fmla="*/ 223 h 306"/>
                  <a:gd name="T78" fmla="*/ 58 w 379"/>
                  <a:gd name="T79" fmla="*/ 181 h 306"/>
                  <a:gd name="T80" fmla="*/ 49 w 379"/>
                  <a:gd name="T81" fmla="*/ 186 h 306"/>
                  <a:gd name="T82" fmla="*/ 43 w 379"/>
                  <a:gd name="T83" fmla="*/ 187 h 306"/>
                  <a:gd name="T84" fmla="*/ 33 w 379"/>
                  <a:gd name="T85" fmla="*/ 184 h 306"/>
                  <a:gd name="T86" fmla="*/ 14 w 379"/>
                  <a:gd name="T87" fmla="*/ 162 h 306"/>
                  <a:gd name="T88" fmla="*/ 1 w 379"/>
                  <a:gd name="T89" fmla="*/ 135 h 306"/>
                  <a:gd name="T90" fmla="*/ 0 w 379"/>
                  <a:gd name="T91" fmla="*/ 125 h 306"/>
                  <a:gd name="T92" fmla="*/ 5 w 379"/>
                  <a:gd name="T93" fmla="*/ 112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79" h="306">
                    <a:moveTo>
                      <a:pt x="9" y="107"/>
                    </a:moveTo>
                    <a:lnTo>
                      <a:pt x="13" y="104"/>
                    </a:lnTo>
                    <a:lnTo>
                      <a:pt x="16" y="102"/>
                    </a:lnTo>
                    <a:lnTo>
                      <a:pt x="20" y="100"/>
                    </a:lnTo>
                    <a:lnTo>
                      <a:pt x="24" y="100"/>
                    </a:lnTo>
                    <a:lnTo>
                      <a:pt x="26" y="100"/>
                    </a:lnTo>
                    <a:lnTo>
                      <a:pt x="29" y="100"/>
                    </a:lnTo>
                    <a:lnTo>
                      <a:pt x="34" y="103"/>
                    </a:lnTo>
                    <a:lnTo>
                      <a:pt x="40" y="106"/>
                    </a:lnTo>
                    <a:lnTo>
                      <a:pt x="45" y="111"/>
                    </a:lnTo>
                    <a:lnTo>
                      <a:pt x="51" y="118"/>
                    </a:lnTo>
                    <a:lnTo>
                      <a:pt x="56" y="126"/>
                    </a:lnTo>
                    <a:lnTo>
                      <a:pt x="60" y="134"/>
                    </a:lnTo>
                    <a:lnTo>
                      <a:pt x="63" y="141"/>
                    </a:lnTo>
                    <a:lnTo>
                      <a:pt x="63" y="148"/>
                    </a:lnTo>
                    <a:lnTo>
                      <a:pt x="69" y="146"/>
                    </a:lnTo>
                    <a:lnTo>
                      <a:pt x="83" y="144"/>
                    </a:lnTo>
                    <a:lnTo>
                      <a:pt x="89" y="143"/>
                    </a:lnTo>
                    <a:lnTo>
                      <a:pt x="94" y="141"/>
                    </a:lnTo>
                    <a:lnTo>
                      <a:pt x="96" y="139"/>
                    </a:lnTo>
                    <a:lnTo>
                      <a:pt x="98" y="136"/>
                    </a:lnTo>
                    <a:lnTo>
                      <a:pt x="96" y="128"/>
                    </a:lnTo>
                    <a:lnTo>
                      <a:pt x="94" y="118"/>
                    </a:lnTo>
                    <a:lnTo>
                      <a:pt x="91" y="107"/>
                    </a:lnTo>
                    <a:lnTo>
                      <a:pt x="86" y="94"/>
                    </a:lnTo>
                    <a:lnTo>
                      <a:pt x="83" y="85"/>
                    </a:lnTo>
                    <a:lnTo>
                      <a:pt x="80" y="77"/>
                    </a:lnTo>
                    <a:lnTo>
                      <a:pt x="78" y="70"/>
                    </a:lnTo>
                    <a:lnTo>
                      <a:pt x="76" y="64"/>
                    </a:lnTo>
                    <a:lnTo>
                      <a:pt x="81" y="67"/>
                    </a:lnTo>
                    <a:lnTo>
                      <a:pt x="89" y="71"/>
                    </a:lnTo>
                    <a:lnTo>
                      <a:pt x="96" y="74"/>
                    </a:lnTo>
                    <a:lnTo>
                      <a:pt x="104" y="77"/>
                    </a:lnTo>
                    <a:lnTo>
                      <a:pt x="123" y="81"/>
                    </a:lnTo>
                    <a:lnTo>
                      <a:pt x="144" y="83"/>
                    </a:lnTo>
                    <a:lnTo>
                      <a:pt x="148" y="84"/>
                    </a:lnTo>
                    <a:lnTo>
                      <a:pt x="151" y="84"/>
                    </a:lnTo>
                    <a:lnTo>
                      <a:pt x="161" y="84"/>
                    </a:lnTo>
                    <a:lnTo>
                      <a:pt x="173" y="83"/>
                    </a:lnTo>
                    <a:lnTo>
                      <a:pt x="185" y="81"/>
                    </a:lnTo>
                    <a:lnTo>
                      <a:pt x="196" y="78"/>
                    </a:lnTo>
                    <a:lnTo>
                      <a:pt x="209" y="75"/>
                    </a:lnTo>
                    <a:lnTo>
                      <a:pt x="222" y="70"/>
                    </a:lnTo>
                    <a:lnTo>
                      <a:pt x="235" y="65"/>
                    </a:lnTo>
                    <a:lnTo>
                      <a:pt x="249" y="59"/>
                    </a:lnTo>
                    <a:lnTo>
                      <a:pt x="256" y="55"/>
                    </a:lnTo>
                    <a:lnTo>
                      <a:pt x="262" y="49"/>
                    </a:lnTo>
                    <a:lnTo>
                      <a:pt x="270" y="39"/>
                    </a:lnTo>
                    <a:lnTo>
                      <a:pt x="275" y="31"/>
                    </a:lnTo>
                    <a:lnTo>
                      <a:pt x="281" y="25"/>
                    </a:lnTo>
                    <a:lnTo>
                      <a:pt x="289" y="21"/>
                    </a:lnTo>
                    <a:lnTo>
                      <a:pt x="296" y="18"/>
                    </a:lnTo>
                    <a:lnTo>
                      <a:pt x="305" y="17"/>
                    </a:lnTo>
                    <a:lnTo>
                      <a:pt x="307" y="17"/>
                    </a:lnTo>
                    <a:lnTo>
                      <a:pt x="310" y="18"/>
                    </a:lnTo>
                    <a:lnTo>
                      <a:pt x="314" y="20"/>
                    </a:lnTo>
                    <a:lnTo>
                      <a:pt x="316" y="22"/>
                    </a:lnTo>
                    <a:lnTo>
                      <a:pt x="316" y="19"/>
                    </a:lnTo>
                    <a:lnTo>
                      <a:pt x="316" y="12"/>
                    </a:lnTo>
                    <a:lnTo>
                      <a:pt x="317" y="9"/>
                    </a:lnTo>
                    <a:lnTo>
                      <a:pt x="319" y="7"/>
                    </a:lnTo>
                    <a:lnTo>
                      <a:pt x="320" y="6"/>
                    </a:lnTo>
                    <a:lnTo>
                      <a:pt x="321" y="6"/>
                    </a:lnTo>
                    <a:lnTo>
                      <a:pt x="327" y="2"/>
                    </a:lnTo>
                    <a:lnTo>
                      <a:pt x="334" y="0"/>
                    </a:lnTo>
                    <a:lnTo>
                      <a:pt x="339" y="0"/>
                    </a:lnTo>
                    <a:lnTo>
                      <a:pt x="344" y="1"/>
                    </a:lnTo>
                    <a:lnTo>
                      <a:pt x="352" y="6"/>
                    </a:lnTo>
                    <a:lnTo>
                      <a:pt x="359" y="9"/>
                    </a:lnTo>
                    <a:lnTo>
                      <a:pt x="362" y="11"/>
                    </a:lnTo>
                    <a:lnTo>
                      <a:pt x="365" y="13"/>
                    </a:lnTo>
                    <a:lnTo>
                      <a:pt x="369" y="16"/>
                    </a:lnTo>
                    <a:lnTo>
                      <a:pt x="372" y="20"/>
                    </a:lnTo>
                    <a:lnTo>
                      <a:pt x="374" y="23"/>
                    </a:lnTo>
                    <a:lnTo>
                      <a:pt x="376" y="27"/>
                    </a:lnTo>
                    <a:lnTo>
                      <a:pt x="377" y="38"/>
                    </a:lnTo>
                    <a:lnTo>
                      <a:pt x="377" y="47"/>
                    </a:lnTo>
                    <a:lnTo>
                      <a:pt x="379" y="48"/>
                    </a:lnTo>
                    <a:lnTo>
                      <a:pt x="379" y="49"/>
                    </a:lnTo>
                    <a:lnTo>
                      <a:pt x="379" y="65"/>
                    </a:lnTo>
                    <a:lnTo>
                      <a:pt x="377" y="80"/>
                    </a:lnTo>
                    <a:lnTo>
                      <a:pt x="376" y="95"/>
                    </a:lnTo>
                    <a:lnTo>
                      <a:pt x="375" y="109"/>
                    </a:lnTo>
                    <a:lnTo>
                      <a:pt x="372" y="129"/>
                    </a:lnTo>
                    <a:lnTo>
                      <a:pt x="369" y="148"/>
                    </a:lnTo>
                    <a:lnTo>
                      <a:pt x="365" y="166"/>
                    </a:lnTo>
                    <a:lnTo>
                      <a:pt x="360" y="183"/>
                    </a:lnTo>
                    <a:lnTo>
                      <a:pt x="354" y="199"/>
                    </a:lnTo>
                    <a:lnTo>
                      <a:pt x="346" y="215"/>
                    </a:lnTo>
                    <a:lnTo>
                      <a:pt x="339" y="229"/>
                    </a:lnTo>
                    <a:lnTo>
                      <a:pt x="330" y="243"/>
                    </a:lnTo>
                    <a:lnTo>
                      <a:pt x="322" y="253"/>
                    </a:lnTo>
                    <a:lnTo>
                      <a:pt x="315" y="263"/>
                    </a:lnTo>
                    <a:lnTo>
                      <a:pt x="307" y="272"/>
                    </a:lnTo>
                    <a:lnTo>
                      <a:pt x="299" y="279"/>
                    </a:lnTo>
                    <a:lnTo>
                      <a:pt x="291" y="286"/>
                    </a:lnTo>
                    <a:lnTo>
                      <a:pt x="282" y="291"/>
                    </a:lnTo>
                    <a:lnTo>
                      <a:pt x="275" y="296"/>
                    </a:lnTo>
                    <a:lnTo>
                      <a:pt x="266" y="300"/>
                    </a:lnTo>
                    <a:lnTo>
                      <a:pt x="257" y="303"/>
                    </a:lnTo>
                    <a:lnTo>
                      <a:pt x="249" y="305"/>
                    </a:lnTo>
                    <a:lnTo>
                      <a:pt x="240" y="306"/>
                    </a:lnTo>
                    <a:lnTo>
                      <a:pt x="230" y="306"/>
                    </a:lnTo>
                    <a:lnTo>
                      <a:pt x="230" y="306"/>
                    </a:lnTo>
                    <a:lnTo>
                      <a:pt x="214" y="306"/>
                    </a:lnTo>
                    <a:lnTo>
                      <a:pt x="199" y="304"/>
                    </a:lnTo>
                    <a:lnTo>
                      <a:pt x="184" y="301"/>
                    </a:lnTo>
                    <a:lnTo>
                      <a:pt x="170" y="296"/>
                    </a:lnTo>
                    <a:lnTo>
                      <a:pt x="163" y="294"/>
                    </a:lnTo>
                    <a:lnTo>
                      <a:pt x="156" y="291"/>
                    </a:lnTo>
                    <a:lnTo>
                      <a:pt x="145" y="284"/>
                    </a:lnTo>
                    <a:lnTo>
                      <a:pt x="134" y="277"/>
                    </a:lnTo>
                    <a:lnTo>
                      <a:pt x="123" y="268"/>
                    </a:lnTo>
                    <a:lnTo>
                      <a:pt x="111" y="259"/>
                    </a:lnTo>
                    <a:lnTo>
                      <a:pt x="101" y="248"/>
                    </a:lnTo>
                    <a:lnTo>
                      <a:pt x="91" y="236"/>
                    </a:lnTo>
                    <a:lnTo>
                      <a:pt x="83" y="223"/>
                    </a:lnTo>
                    <a:lnTo>
                      <a:pt x="74" y="210"/>
                    </a:lnTo>
                    <a:lnTo>
                      <a:pt x="65" y="196"/>
                    </a:lnTo>
                    <a:lnTo>
                      <a:pt x="58" y="181"/>
                    </a:lnTo>
                    <a:lnTo>
                      <a:pt x="55" y="183"/>
                    </a:lnTo>
                    <a:lnTo>
                      <a:pt x="51" y="185"/>
                    </a:lnTo>
                    <a:lnTo>
                      <a:pt x="49" y="186"/>
                    </a:lnTo>
                    <a:lnTo>
                      <a:pt x="45" y="187"/>
                    </a:lnTo>
                    <a:lnTo>
                      <a:pt x="44" y="187"/>
                    </a:lnTo>
                    <a:lnTo>
                      <a:pt x="43" y="187"/>
                    </a:lnTo>
                    <a:lnTo>
                      <a:pt x="39" y="187"/>
                    </a:lnTo>
                    <a:lnTo>
                      <a:pt x="35" y="185"/>
                    </a:lnTo>
                    <a:lnTo>
                      <a:pt x="33" y="184"/>
                    </a:lnTo>
                    <a:lnTo>
                      <a:pt x="29" y="181"/>
                    </a:lnTo>
                    <a:lnTo>
                      <a:pt x="21" y="173"/>
                    </a:lnTo>
                    <a:lnTo>
                      <a:pt x="14" y="162"/>
                    </a:lnTo>
                    <a:lnTo>
                      <a:pt x="8" y="152"/>
                    </a:lnTo>
                    <a:lnTo>
                      <a:pt x="4" y="143"/>
                    </a:lnTo>
                    <a:lnTo>
                      <a:pt x="1" y="135"/>
                    </a:lnTo>
                    <a:lnTo>
                      <a:pt x="0" y="128"/>
                    </a:lnTo>
                    <a:lnTo>
                      <a:pt x="0" y="126"/>
                    </a:lnTo>
                    <a:lnTo>
                      <a:pt x="0" y="125"/>
                    </a:lnTo>
                    <a:lnTo>
                      <a:pt x="0" y="120"/>
                    </a:lnTo>
                    <a:lnTo>
                      <a:pt x="1" y="116"/>
                    </a:lnTo>
                    <a:lnTo>
                      <a:pt x="5" y="112"/>
                    </a:lnTo>
                    <a:lnTo>
                      <a:pt x="9" y="10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0" name="Freeform 151">
                <a:extLst>
                  <a:ext uri="{FF2B5EF4-FFF2-40B4-BE49-F238E27FC236}">
                    <a16:creationId xmlns:a16="http://schemas.microsoft.com/office/drawing/2014/main" id="{D8A515DB-44B5-4DAA-976D-BEFE78463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001" y="2027238"/>
                <a:ext cx="144463" cy="111125"/>
              </a:xfrm>
              <a:custGeom>
                <a:avLst/>
                <a:gdLst>
                  <a:gd name="T0" fmla="*/ 150 w 456"/>
                  <a:gd name="T1" fmla="*/ 2 h 283"/>
                  <a:gd name="T2" fmla="*/ 98 w 456"/>
                  <a:gd name="T3" fmla="*/ 8 h 283"/>
                  <a:gd name="T4" fmla="*/ 64 w 456"/>
                  <a:gd name="T5" fmla="*/ 21 h 283"/>
                  <a:gd name="T6" fmla="*/ 37 w 456"/>
                  <a:gd name="T7" fmla="*/ 43 h 283"/>
                  <a:gd name="T8" fmla="*/ 18 w 456"/>
                  <a:gd name="T9" fmla="*/ 73 h 283"/>
                  <a:gd name="T10" fmla="*/ 5 w 456"/>
                  <a:gd name="T11" fmla="*/ 103 h 283"/>
                  <a:gd name="T12" fmla="*/ 0 w 456"/>
                  <a:gd name="T13" fmla="*/ 134 h 283"/>
                  <a:gd name="T14" fmla="*/ 3 w 456"/>
                  <a:gd name="T15" fmla="*/ 181 h 283"/>
                  <a:gd name="T16" fmla="*/ 17 w 456"/>
                  <a:gd name="T17" fmla="*/ 228 h 283"/>
                  <a:gd name="T18" fmla="*/ 29 w 456"/>
                  <a:gd name="T19" fmla="*/ 265 h 283"/>
                  <a:gd name="T20" fmla="*/ 29 w 456"/>
                  <a:gd name="T21" fmla="*/ 260 h 283"/>
                  <a:gd name="T22" fmla="*/ 34 w 456"/>
                  <a:gd name="T23" fmla="*/ 247 h 283"/>
                  <a:gd name="T24" fmla="*/ 45 w 456"/>
                  <a:gd name="T25" fmla="*/ 237 h 283"/>
                  <a:gd name="T26" fmla="*/ 55 w 456"/>
                  <a:gd name="T27" fmla="*/ 235 h 283"/>
                  <a:gd name="T28" fmla="*/ 69 w 456"/>
                  <a:gd name="T29" fmla="*/ 241 h 283"/>
                  <a:gd name="T30" fmla="*/ 85 w 456"/>
                  <a:gd name="T31" fmla="*/ 261 h 283"/>
                  <a:gd name="T32" fmla="*/ 92 w 456"/>
                  <a:gd name="T33" fmla="*/ 283 h 283"/>
                  <a:gd name="T34" fmla="*/ 118 w 456"/>
                  <a:gd name="T35" fmla="*/ 278 h 283"/>
                  <a:gd name="T36" fmla="*/ 127 w 456"/>
                  <a:gd name="T37" fmla="*/ 271 h 283"/>
                  <a:gd name="T38" fmla="*/ 120 w 456"/>
                  <a:gd name="T39" fmla="*/ 242 h 283"/>
                  <a:gd name="T40" fmla="*/ 109 w 456"/>
                  <a:gd name="T41" fmla="*/ 212 h 283"/>
                  <a:gd name="T42" fmla="*/ 107 w 456"/>
                  <a:gd name="T43" fmla="*/ 201 h 283"/>
                  <a:gd name="T44" fmla="*/ 120 w 456"/>
                  <a:gd name="T45" fmla="*/ 208 h 283"/>
                  <a:gd name="T46" fmla="*/ 152 w 456"/>
                  <a:gd name="T47" fmla="*/ 216 h 283"/>
                  <a:gd name="T48" fmla="*/ 188 w 456"/>
                  <a:gd name="T49" fmla="*/ 219 h 283"/>
                  <a:gd name="T50" fmla="*/ 234 w 456"/>
                  <a:gd name="T51" fmla="*/ 210 h 283"/>
                  <a:gd name="T52" fmla="*/ 303 w 456"/>
                  <a:gd name="T53" fmla="*/ 183 h 283"/>
                  <a:gd name="T54" fmla="*/ 338 w 456"/>
                  <a:gd name="T55" fmla="*/ 169 h 283"/>
                  <a:gd name="T56" fmla="*/ 365 w 456"/>
                  <a:gd name="T57" fmla="*/ 149 h 283"/>
                  <a:gd name="T58" fmla="*/ 381 w 456"/>
                  <a:gd name="T59" fmla="*/ 143 h 283"/>
                  <a:gd name="T60" fmla="*/ 394 w 456"/>
                  <a:gd name="T61" fmla="*/ 148 h 283"/>
                  <a:gd name="T62" fmla="*/ 403 w 456"/>
                  <a:gd name="T63" fmla="*/ 158 h 283"/>
                  <a:gd name="T64" fmla="*/ 406 w 456"/>
                  <a:gd name="T65" fmla="*/ 182 h 283"/>
                  <a:gd name="T66" fmla="*/ 408 w 456"/>
                  <a:gd name="T67" fmla="*/ 200 h 283"/>
                  <a:gd name="T68" fmla="*/ 404 w 456"/>
                  <a:gd name="T69" fmla="*/ 244 h 283"/>
                  <a:gd name="T70" fmla="*/ 434 w 456"/>
                  <a:gd name="T71" fmla="*/ 220 h 283"/>
                  <a:gd name="T72" fmla="*/ 454 w 456"/>
                  <a:gd name="T73" fmla="*/ 182 h 283"/>
                  <a:gd name="T74" fmla="*/ 455 w 456"/>
                  <a:gd name="T75" fmla="*/ 149 h 283"/>
                  <a:gd name="T76" fmla="*/ 445 w 456"/>
                  <a:gd name="T77" fmla="*/ 113 h 283"/>
                  <a:gd name="T78" fmla="*/ 428 w 456"/>
                  <a:gd name="T79" fmla="*/ 83 h 283"/>
                  <a:gd name="T80" fmla="*/ 400 w 456"/>
                  <a:gd name="T81" fmla="*/ 59 h 283"/>
                  <a:gd name="T82" fmla="*/ 363 w 456"/>
                  <a:gd name="T83" fmla="*/ 37 h 283"/>
                  <a:gd name="T84" fmla="*/ 316 w 456"/>
                  <a:gd name="T85" fmla="*/ 16 h 283"/>
                  <a:gd name="T86" fmla="*/ 266 w 456"/>
                  <a:gd name="T87" fmla="*/ 2 h 283"/>
                  <a:gd name="T88" fmla="*/ 220 w 456"/>
                  <a:gd name="T89" fmla="*/ 0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56" h="283">
                    <a:moveTo>
                      <a:pt x="192" y="0"/>
                    </a:moveTo>
                    <a:lnTo>
                      <a:pt x="170" y="1"/>
                    </a:lnTo>
                    <a:lnTo>
                      <a:pt x="150" y="2"/>
                    </a:lnTo>
                    <a:lnTo>
                      <a:pt x="130" y="3"/>
                    </a:lnTo>
                    <a:lnTo>
                      <a:pt x="110" y="6"/>
                    </a:lnTo>
                    <a:lnTo>
                      <a:pt x="98" y="8"/>
                    </a:lnTo>
                    <a:lnTo>
                      <a:pt x="87" y="12"/>
                    </a:lnTo>
                    <a:lnTo>
                      <a:pt x="74" y="16"/>
                    </a:lnTo>
                    <a:lnTo>
                      <a:pt x="64" y="21"/>
                    </a:lnTo>
                    <a:lnTo>
                      <a:pt x="54" y="28"/>
                    </a:lnTo>
                    <a:lnTo>
                      <a:pt x="44" y="35"/>
                    </a:lnTo>
                    <a:lnTo>
                      <a:pt x="37" y="43"/>
                    </a:lnTo>
                    <a:lnTo>
                      <a:pt x="30" y="52"/>
                    </a:lnTo>
                    <a:lnTo>
                      <a:pt x="23" y="62"/>
                    </a:lnTo>
                    <a:lnTo>
                      <a:pt x="18" y="73"/>
                    </a:lnTo>
                    <a:lnTo>
                      <a:pt x="13" y="83"/>
                    </a:lnTo>
                    <a:lnTo>
                      <a:pt x="9" y="93"/>
                    </a:lnTo>
                    <a:lnTo>
                      <a:pt x="5" y="103"/>
                    </a:lnTo>
                    <a:lnTo>
                      <a:pt x="3" y="114"/>
                    </a:lnTo>
                    <a:lnTo>
                      <a:pt x="2" y="124"/>
                    </a:lnTo>
                    <a:lnTo>
                      <a:pt x="0" y="134"/>
                    </a:lnTo>
                    <a:lnTo>
                      <a:pt x="0" y="152"/>
                    </a:lnTo>
                    <a:lnTo>
                      <a:pt x="2" y="168"/>
                    </a:lnTo>
                    <a:lnTo>
                      <a:pt x="3" y="181"/>
                    </a:lnTo>
                    <a:lnTo>
                      <a:pt x="5" y="191"/>
                    </a:lnTo>
                    <a:lnTo>
                      <a:pt x="10" y="210"/>
                    </a:lnTo>
                    <a:lnTo>
                      <a:pt x="17" y="228"/>
                    </a:lnTo>
                    <a:lnTo>
                      <a:pt x="22" y="246"/>
                    </a:lnTo>
                    <a:lnTo>
                      <a:pt x="27" y="264"/>
                    </a:lnTo>
                    <a:lnTo>
                      <a:pt x="29" y="265"/>
                    </a:lnTo>
                    <a:lnTo>
                      <a:pt x="29" y="263"/>
                    </a:lnTo>
                    <a:lnTo>
                      <a:pt x="29" y="261"/>
                    </a:lnTo>
                    <a:lnTo>
                      <a:pt x="29" y="260"/>
                    </a:lnTo>
                    <a:lnTo>
                      <a:pt x="29" y="255"/>
                    </a:lnTo>
                    <a:lnTo>
                      <a:pt x="30" y="251"/>
                    </a:lnTo>
                    <a:lnTo>
                      <a:pt x="34" y="247"/>
                    </a:lnTo>
                    <a:lnTo>
                      <a:pt x="38" y="242"/>
                    </a:lnTo>
                    <a:lnTo>
                      <a:pt x="42" y="239"/>
                    </a:lnTo>
                    <a:lnTo>
                      <a:pt x="45" y="237"/>
                    </a:lnTo>
                    <a:lnTo>
                      <a:pt x="49" y="235"/>
                    </a:lnTo>
                    <a:lnTo>
                      <a:pt x="53" y="235"/>
                    </a:lnTo>
                    <a:lnTo>
                      <a:pt x="55" y="235"/>
                    </a:lnTo>
                    <a:lnTo>
                      <a:pt x="58" y="235"/>
                    </a:lnTo>
                    <a:lnTo>
                      <a:pt x="63" y="238"/>
                    </a:lnTo>
                    <a:lnTo>
                      <a:pt x="69" y="241"/>
                    </a:lnTo>
                    <a:lnTo>
                      <a:pt x="74" y="246"/>
                    </a:lnTo>
                    <a:lnTo>
                      <a:pt x="80" y="253"/>
                    </a:lnTo>
                    <a:lnTo>
                      <a:pt x="85" y="261"/>
                    </a:lnTo>
                    <a:lnTo>
                      <a:pt x="89" y="269"/>
                    </a:lnTo>
                    <a:lnTo>
                      <a:pt x="92" y="276"/>
                    </a:lnTo>
                    <a:lnTo>
                      <a:pt x="92" y="283"/>
                    </a:lnTo>
                    <a:lnTo>
                      <a:pt x="98" y="281"/>
                    </a:lnTo>
                    <a:lnTo>
                      <a:pt x="112" y="279"/>
                    </a:lnTo>
                    <a:lnTo>
                      <a:pt x="118" y="278"/>
                    </a:lnTo>
                    <a:lnTo>
                      <a:pt x="123" y="276"/>
                    </a:lnTo>
                    <a:lnTo>
                      <a:pt x="125" y="274"/>
                    </a:lnTo>
                    <a:lnTo>
                      <a:pt x="127" y="271"/>
                    </a:lnTo>
                    <a:lnTo>
                      <a:pt x="125" y="263"/>
                    </a:lnTo>
                    <a:lnTo>
                      <a:pt x="123" y="253"/>
                    </a:lnTo>
                    <a:lnTo>
                      <a:pt x="120" y="242"/>
                    </a:lnTo>
                    <a:lnTo>
                      <a:pt x="115" y="229"/>
                    </a:lnTo>
                    <a:lnTo>
                      <a:pt x="112" y="220"/>
                    </a:lnTo>
                    <a:lnTo>
                      <a:pt x="109" y="212"/>
                    </a:lnTo>
                    <a:lnTo>
                      <a:pt x="107" y="205"/>
                    </a:lnTo>
                    <a:lnTo>
                      <a:pt x="105" y="199"/>
                    </a:lnTo>
                    <a:lnTo>
                      <a:pt x="107" y="201"/>
                    </a:lnTo>
                    <a:lnTo>
                      <a:pt x="110" y="203"/>
                    </a:lnTo>
                    <a:lnTo>
                      <a:pt x="115" y="206"/>
                    </a:lnTo>
                    <a:lnTo>
                      <a:pt x="120" y="208"/>
                    </a:lnTo>
                    <a:lnTo>
                      <a:pt x="133" y="211"/>
                    </a:lnTo>
                    <a:lnTo>
                      <a:pt x="140" y="213"/>
                    </a:lnTo>
                    <a:lnTo>
                      <a:pt x="152" y="216"/>
                    </a:lnTo>
                    <a:lnTo>
                      <a:pt x="164" y="218"/>
                    </a:lnTo>
                    <a:lnTo>
                      <a:pt x="177" y="219"/>
                    </a:lnTo>
                    <a:lnTo>
                      <a:pt x="188" y="219"/>
                    </a:lnTo>
                    <a:lnTo>
                      <a:pt x="204" y="217"/>
                    </a:lnTo>
                    <a:lnTo>
                      <a:pt x="219" y="214"/>
                    </a:lnTo>
                    <a:lnTo>
                      <a:pt x="234" y="210"/>
                    </a:lnTo>
                    <a:lnTo>
                      <a:pt x="248" y="206"/>
                    </a:lnTo>
                    <a:lnTo>
                      <a:pt x="275" y="194"/>
                    </a:lnTo>
                    <a:lnTo>
                      <a:pt x="303" y="183"/>
                    </a:lnTo>
                    <a:lnTo>
                      <a:pt x="315" y="179"/>
                    </a:lnTo>
                    <a:lnTo>
                      <a:pt x="326" y="174"/>
                    </a:lnTo>
                    <a:lnTo>
                      <a:pt x="338" y="169"/>
                    </a:lnTo>
                    <a:lnTo>
                      <a:pt x="348" y="163"/>
                    </a:lnTo>
                    <a:lnTo>
                      <a:pt x="356" y="156"/>
                    </a:lnTo>
                    <a:lnTo>
                      <a:pt x="365" y="149"/>
                    </a:lnTo>
                    <a:lnTo>
                      <a:pt x="370" y="146"/>
                    </a:lnTo>
                    <a:lnTo>
                      <a:pt x="376" y="144"/>
                    </a:lnTo>
                    <a:lnTo>
                      <a:pt x="381" y="143"/>
                    </a:lnTo>
                    <a:lnTo>
                      <a:pt x="388" y="144"/>
                    </a:lnTo>
                    <a:lnTo>
                      <a:pt x="391" y="146"/>
                    </a:lnTo>
                    <a:lnTo>
                      <a:pt x="394" y="148"/>
                    </a:lnTo>
                    <a:lnTo>
                      <a:pt x="398" y="151"/>
                    </a:lnTo>
                    <a:lnTo>
                      <a:pt x="401" y="155"/>
                    </a:lnTo>
                    <a:lnTo>
                      <a:pt x="403" y="158"/>
                    </a:lnTo>
                    <a:lnTo>
                      <a:pt x="405" y="162"/>
                    </a:lnTo>
                    <a:lnTo>
                      <a:pt x="406" y="173"/>
                    </a:lnTo>
                    <a:lnTo>
                      <a:pt x="406" y="182"/>
                    </a:lnTo>
                    <a:lnTo>
                      <a:pt x="408" y="183"/>
                    </a:lnTo>
                    <a:lnTo>
                      <a:pt x="408" y="184"/>
                    </a:lnTo>
                    <a:lnTo>
                      <a:pt x="408" y="200"/>
                    </a:lnTo>
                    <a:lnTo>
                      <a:pt x="406" y="215"/>
                    </a:lnTo>
                    <a:lnTo>
                      <a:pt x="405" y="230"/>
                    </a:lnTo>
                    <a:lnTo>
                      <a:pt x="404" y="244"/>
                    </a:lnTo>
                    <a:lnTo>
                      <a:pt x="413" y="239"/>
                    </a:lnTo>
                    <a:lnTo>
                      <a:pt x="423" y="232"/>
                    </a:lnTo>
                    <a:lnTo>
                      <a:pt x="434" y="220"/>
                    </a:lnTo>
                    <a:lnTo>
                      <a:pt x="443" y="206"/>
                    </a:lnTo>
                    <a:lnTo>
                      <a:pt x="449" y="194"/>
                    </a:lnTo>
                    <a:lnTo>
                      <a:pt x="454" y="182"/>
                    </a:lnTo>
                    <a:lnTo>
                      <a:pt x="456" y="171"/>
                    </a:lnTo>
                    <a:lnTo>
                      <a:pt x="456" y="160"/>
                    </a:lnTo>
                    <a:lnTo>
                      <a:pt x="455" y="149"/>
                    </a:lnTo>
                    <a:lnTo>
                      <a:pt x="454" y="138"/>
                    </a:lnTo>
                    <a:lnTo>
                      <a:pt x="450" y="126"/>
                    </a:lnTo>
                    <a:lnTo>
                      <a:pt x="445" y="113"/>
                    </a:lnTo>
                    <a:lnTo>
                      <a:pt x="441" y="102"/>
                    </a:lnTo>
                    <a:lnTo>
                      <a:pt x="435" y="92"/>
                    </a:lnTo>
                    <a:lnTo>
                      <a:pt x="428" y="83"/>
                    </a:lnTo>
                    <a:lnTo>
                      <a:pt x="419" y="74"/>
                    </a:lnTo>
                    <a:lnTo>
                      <a:pt x="410" y="66"/>
                    </a:lnTo>
                    <a:lnTo>
                      <a:pt x="400" y="59"/>
                    </a:lnTo>
                    <a:lnTo>
                      <a:pt x="389" y="52"/>
                    </a:lnTo>
                    <a:lnTo>
                      <a:pt x="378" y="45"/>
                    </a:lnTo>
                    <a:lnTo>
                      <a:pt x="363" y="37"/>
                    </a:lnTo>
                    <a:lnTo>
                      <a:pt x="348" y="29"/>
                    </a:lnTo>
                    <a:lnTo>
                      <a:pt x="333" y="22"/>
                    </a:lnTo>
                    <a:lnTo>
                      <a:pt x="316" y="16"/>
                    </a:lnTo>
                    <a:lnTo>
                      <a:pt x="300" y="10"/>
                    </a:lnTo>
                    <a:lnTo>
                      <a:pt x="284" y="6"/>
                    </a:lnTo>
                    <a:lnTo>
                      <a:pt x="266" y="2"/>
                    </a:lnTo>
                    <a:lnTo>
                      <a:pt x="249" y="1"/>
                    </a:lnTo>
                    <a:lnTo>
                      <a:pt x="234" y="0"/>
                    </a:lnTo>
                    <a:lnTo>
                      <a:pt x="220" y="0"/>
                    </a:lnTo>
                    <a:lnTo>
                      <a:pt x="205" y="0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1" name="Freeform 152">
                <a:extLst>
                  <a:ext uri="{FF2B5EF4-FFF2-40B4-BE49-F238E27FC236}">
                    <a16:creationId xmlns:a16="http://schemas.microsoft.com/office/drawing/2014/main" id="{38DC0CD5-6802-4CC4-94F2-46CA8D47CD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901" y="2914650"/>
                <a:ext cx="7938" cy="14288"/>
              </a:xfrm>
              <a:custGeom>
                <a:avLst/>
                <a:gdLst>
                  <a:gd name="T0" fmla="*/ 26 w 26"/>
                  <a:gd name="T1" fmla="*/ 34 h 34"/>
                  <a:gd name="T2" fmla="*/ 0 w 26"/>
                  <a:gd name="T3" fmla="*/ 0 h 34"/>
                  <a:gd name="T4" fmla="*/ 26 w 26"/>
                  <a:gd name="T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" h="34">
                    <a:moveTo>
                      <a:pt x="26" y="34"/>
                    </a:moveTo>
                    <a:lnTo>
                      <a:pt x="0" y="0"/>
                    </a:lnTo>
                    <a:lnTo>
                      <a:pt x="26" y="34"/>
                    </a:lnTo>
                    <a:close/>
                  </a:path>
                </a:pathLst>
              </a:custGeom>
              <a:solidFill>
                <a:srgbClr val="1F2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2" name="Freeform 153">
                <a:extLst>
                  <a:ext uri="{FF2B5EF4-FFF2-40B4-BE49-F238E27FC236}">
                    <a16:creationId xmlns:a16="http://schemas.microsoft.com/office/drawing/2014/main" id="{ACDE3A55-6581-4B50-82D8-FF6FCBCE8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138" y="2909888"/>
                <a:ext cx="15875" cy="25400"/>
              </a:xfrm>
              <a:custGeom>
                <a:avLst/>
                <a:gdLst>
                  <a:gd name="T0" fmla="*/ 49 w 49"/>
                  <a:gd name="T1" fmla="*/ 63 h 63"/>
                  <a:gd name="T2" fmla="*/ 0 w 49"/>
                  <a:gd name="T3" fmla="*/ 0 h 63"/>
                  <a:gd name="T4" fmla="*/ 49 w 49"/>
                  <a:gd name="T5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63">
                    <a:moveTo>
                      <a:pt x="49" y="63"/>
                    </a:moveTo>
                    <a:lnTo>
                      <a:pt x="0" y="0"/>
                    </a:lnTo>
                    <a:lnTo>
                      <a:pt x="49" y="63"/>
                    </a:lnTo>
                    <a:close/>
                  </a:path>
                </a:pathLst>
              </a:custGeom>
              <a:solidFill>
                <a:srgbClr val="1E28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3" name="Freeform 154">
                <a:extLst>
                  <a:ext uri="{FF2B5EF4-FFF2-40B4-BE49-F238E27FC236}">
                    <a16:creationId xmlns:a16="http://schemas.microsoft.com/office/drawing/2014/main" id="{4B207C32-6171-4CA3-8517-1BAA23EF2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963" y="2906713"/>
                <a:ext cx="20638" cy="33338"/>
              </a:xfrm>
              <a:custGeom>
                <a:avLst/>
                <a:gdLst>
                  <a:gd name="T0" fmla="*/ 65 w 65"/>
                  <a:gd name="T1" fmla="*/ 82 h 82"/>
                  <a:gd name="T2" fmla="*/ 0 w 65"/>
                  <a:gd name="T3" fmla="*/ 0 h 82"/>
                  <a:gd name="T4" fmla="*/ 65 w 65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82">
                    <a:moveTo>
                      <a:pt x="65" y="82"/>
                    </a:moveTo>
                    <a:lnTo>
                      <a:pt x="0" y="0"/>
                    </a:lnTo>
                    <a:lnTo>
                      <a:pt x="65" y="82"/>
                    </a:lnTo>
                    <a:close/>
                  </a:path>
                </a:pathLst>
              </a:custGeom>
              <a:solidFill>
                <a:srgbClr val="1E27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4" name="Freeform 155">
                <a:extLst>
                  <a:ext uri="{FF2B5EF4-FFF2-40B4-BE49-F238E27FC236}">
                    <a16:creationId xmlns:a16="http://schemas.microsoft.com/office/drawing/2014/main" id="{B66B608B-7ABE-48B2-84F5-0CF6CC004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788" y="2905125"/>
                <a:ext cx="23813" cy="38100"/>
              </a:xfrm>
              <a:custGeom>
                <a:avLst/>
                <a:gdLst>
                  <a:gd name="T0" fmla="*/ 75 w 75"/>
                  <a:gd name="T1" fmla="*/ 96 h 96"/>
                  <a:gd name="T2" fmla="*/ 0 w 75"/>
                  <a:gd name="T3" fmla="*/ 0 h 96"/>
                  <a:gd name="T4" fmla="*/ 75 w 75"/>
                  <a:gd name="T5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96">
                    <a:moveTo>
                      <a:pt x="75" y="96"/>
                    </a:moveTo>
                    <a:lnTo>
                      <a:pt x="0" y="0"/>
                    </a:lnTo>
                    <a:lnTo>
                      <a:pt x="75" y="96"/>
                    </a:lnTo>
                    <a:close/>
                  </a:path>
                </a:pathLst>
              </a:custGeom>
              <a:solidFill>
                <a:srgbClr val="1D26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5" name="Freeform 156">
                <a:extLst>
                  <a:ext uri="{FF2B5EF4-FFF2-40B4-BE49-F238E27FC236}">
                    <a16:creationId xmlns:a16="http://schemas.microsoft.com/office/drawing/2014/main" id="{CE1A3909-EA95-44C8-A4B7-B10027542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201" y="2903538"/>
                <a:ext cx="26988" cy="42863"/>
              </a:xfrm>
              <a:custGeom>
                <a:avLst/>
                <a:gdLst>
                  <a:gd name="T0" fmla="*/ 84 w 84"/>
                  <a:gd name="T1" fmla="*/ 108 h 108"/>
                  <a:gd name="T2" fmla="*/ 0 w 84"/>
                  <a:gd name="T3" fmla="*/ 0 h 108"/>
                  <a:gd name="T4" fmla="*/ 84 w 84"/>
                  <a:gd name="T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108">
                    <a:moveTo>
                      <a:pt x="84" y="108"/>
                    </a:moveTo>
                    <a:lnTo>
                      <a:pt x="0" y="0"/>
                    </a:lnTo>
                    <a:lnTo>
                      <a:pt x="84" y="108"/>
                    </a:lnTo>
                    <a:close/>
                  </a:path>
                </a:pathLst>
              </a:custGeom>
              <a:solidFill>
                <a:srgbClr val="1C25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6" name="Freeform 157">
                <a:extLst>
                  <a:ext uri="{FF2B5EF4-FFF2-40B4-BE49-F238E27FC236}">
                    <a16:creationId xmlns:a16="http://schemas.microsoft.com/office/drawing/2014/main" id="{84C317CE-E7FE-4EE7-9035-ED9CCCAD8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6" y="2901950"/>
                <a:ext cx="30163" cy="46038"/>
              </a:xfrm>
              <a:custGeom>
                <a:avLst/>
                <a:gdLst>
                  <a:gd name="T0" fmla="*/ 93 w 93"/>
                  <a:gd name="T1" fmla="*/ 118 h 118"/>
                  <a:gd name="T2" fmla="*/ 0 w 93"/>
                  <a:gd name="T3" fmla="*/ 0 h 118"/>
                  <a:gd name="T4" fmla="*/ 93 w 93"/>
                  <a:gd name="T5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3" h="118">
                    <a:moveTo>
                      <a:pt x="93" y="118"/>
                    </a:moveTo>
                    <a:lnTo>
                      <a:pt x="0" y="0"/>
                    </a:lnTo>
                    <a:lnTo>
                      <a:pt x="93" y="118"/>
                    </a:lnTo>
                    <a:close/>
                  </a:path>
                </a:pathLst>
              </a:custGeom>
              <a:solidFill>
                <a:srgbClr val="1B24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7" name="Freeform 158">
                <a:extLst>
                  <a:ext uri="{FF2B5EF4-FFF2-40B4-BE49-F238E27FC236}">
                    <a16:creationId xmlns:a16="http://schemas.microsoft.com/office/drawing/2014/main" id="{C7F03520-3770-4FE3-81CD-4128673F4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8438" y="2900363"/>
                <a:ext cx="31750" cy="50800"/>
              </a:xfrm>
              <a:custGeom>
                <a:avLst/>
                <a:gdLst>
                  <a:gd name="T0" fmla="*/ 99 w 99"/>
                  <a:gd name="T1" fmla="*/ 126 h 126"/>
                  <a:gd name="T2" fmla="*/ 0 w 99"/>
                  <a:gd name="T3" fmla="*/ 0 h 126"/>
                  <a:gd name="T4" fmla="*/ 99 w 99"/>
                  <a:gd name="T5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26">
                    <a:moveTo>
                      <a:pt x="99" y="126"/>
                    </a:moveTo>
                    <a:lnTo>
                      <a:pt x="0" y="0"/>
                    </a:lnTo>
                    <a:lnTo>
                      <a:pt x="99" y="126"/>
                    </a:lnTo>
                    <a:close/>
                  </a:path>
                </a:pathLst>
              </a:custGeom>
              <a:solidFill>
                <a:srgbClr val="1A23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8" name="Freeform 159">
                <a:extLst>
                  <a:ext uri="{FF2B5EF4-FFF2-40B4-BE49-F238E27FC236}">
                    <a16:creationId xmlns:a16="http://schemas.microsoft.com/office/drawing/2014/main" id="{B81EB8C6-E84B-4BFD-921E-64FCCBE40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851" y="2900363"/>
                <a:ext cx="33338" cy="52388"/>
              </a:xfrm>
              <a:custGeom>
                <a:avLst/>
                <a:gdLst>
                  <a:gd name="T0" fmla="*/ 105 w 105"/>
                  <a:gd name="T1" fmla="*/ 133 h 133"/>
                  <a:gd name="T2" fmla="*/ 0 w 105"/>
                  <a:gd name="T3" fmla="*/ 0 h 133"/>
                  <a:gd name="T4" fmla="*/ 105 w 105"/>
                  <a:gd name="T5" fmla="*/ 133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" h="133">
                    <a:moveTo>
                      <a:pt x="105" y="133"/>
                    </a:moveTo>
                    <a:lnTo>
                      <a:pt x="0" y="0"/>
                    </a:lnTo>
                    <a:lnTo>
                      <a:pt x="105" y="133"/>
                    </a:lnTo>
                    <a:close/>
                  </a:path>
                </a:pathLst>
              </a:custGeom>
              <a:solidFill>
                <a:srgbClr val="1923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9" name="Freeform 160">
                <a:extLst>
                  <a:ext uri="{FF2B5EF4-FFF2-40B4-BE49-F238E27FC236}">
                    <a16:creationId xmlns:a16="http://schemas.microsoft.com/office/drawing/2014/main" id="{5529EB6D-B94D-4959-BF85-E4841B271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263" y="2898775"/>
                <a:ext cx="34925" cy="55563"/>
              </a:xfrm>
              <a:custGeom>
                <a:avLst/>
                <a:gdLst>
                  <a:gd name="T0" fmla="*/ 109 w 109"/>
                  <a:gd name="T1" fmla="*/ 140 h 140"/>
                  <a:gd name="T2" fmla="*/ 0 w 109"/>
                  <a:gd name="T3" fmla="*/ 0 h 140"/>
                  <a:gd name="T4" fmla="*/ 109 w 109"/>
                  <a:gd name="T5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9" h="140">
                    <a:moveTo>
                      <a:pt x="109" y="140"/>
                    </a:moveTo>
                    <a:lnTo>
                      <a:pt x="0" y="0"/>
                    </a:lnTo>
                    <a:lnTo>
                      <a:pt x="109" y="140"/>
                    </a:lnTo>
                    <a:close/>
                  </a:path>
                </a:pathLst>
              </a:custGeom>
              <a:solidFill>
                <a:srgbClr val="1922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0" name="Freeform 161">
                <a:extLst>
                  <a:ext uri="{FF2B5EF4-FFF2-40B4-BE49-F238E27FC236}">
                    <a16:creationId xmlns:a16="http://schemas.microsoft.com/office/drawing/2014/main" id="{176BF453-311E-4A6A-A1E1-AB73236F2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676" y="2898775"/>
                <a:ext cx="36513" cy="58738"/>
              </a:xfrm>
              <a:custGeom>
                <a:avLst/>
                <a:gdLst>
                  <a:gd name="T0" fmla="*/ 114 w 114"/>
                  <a:gd name="T1" fmla="*/ 146 h 146"/>
                  <a:gd name="T2" fmla="*/ 0 w 114"/>
                  <a:gd name="T3" fmla="*/ 0 h 146"/>
                  <a:gd name="T4" fmla="*/ 114 w 114"/>
                  <a:gd name="T5" fmla="*/ 14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46">
                    <a:moveTo>
                      <a:pt x="114" y="146"/>
                    </a:moveTo>
                    <a:lnTo>
                      <a:pt x="0" y="0"/>
                    </a:lnTo>
                    <a:lnTo>
                      <a:pt x="114" y="146"/>
                    </a:lnTo>
                    <a:close/>
                  </a:path>
                </a:pathLst>
              </a:custGeom>
              <a:solidFill>
                <a:srgbClr val="1821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1" name="Freeform 162">
                <a:extLst>
                  <a:ext uri="{FF2B5EF4-FFF2-40B4-BE49-F238E27FC236}">
                    <a16:creationId xmlns:a16="http://schemas.microsoft.com/office/drawing/2014/main" id="{A6344D0E-B7F0-4732-8E21-06871F98D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2898775"/>
                <a:ext cx="36513" cy="60325"/>
              </a:xfrm>
              <a:custGeom>
                <a:avLst/>
                <a:gdLst>
                  <a:gd name="T0" fmla="*/ 117 w 117"/>
                  <a:gd name="T1" fmla="*/ 151 h 151"/>
                  <a:gd name="T2" fmla="*/ 0 w 117"/>
                  <a:gd name="T3" fmla="*/ 0 h 151"/>
                  <a:gd name="T4" fmla="*/ 117 w 117"/>
                  <a:gd name="T5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7" h="151">
                    <a:moveTo>
                      <a:pt x="117" y="151"/>
                    </a:moveTo>
                    <a:lnTo>
                      <a:pt x="0" y="0"/>
                    </a:lnTo>
                    <a:lnTo>
                      <a:pt x="117" y="151"/>
                    </a:lnTo>
                    <a:close/>
                  </a:path>
                </a:pathLst>
              </a:custGeom>
              <a:solidFill>
                <a:srgbClr val="172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2" name="Freeform 163">
                <a:extLst>
                  <a:ext uri="{FF2B5EF4-FFF2-40B4-BE49-F238E27FC236}">
                    <a16:creationId xmlns:a16="http://schemas.microsoft.com/office/drawing/2014/main" id="{26720F26-83BB-46E9-B4AE-50D4ED405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501" y="2898775"/>
                <a:ext cx="38100" cy="61913"/>
              </a:xfrm>
              <a:custGeom>
                <a:avLst/>
                <a:gdLst>
                  <a:gd name="T0" fmla="*/ 121 w 121"/>
                  <a:gd name="T1" fmla="*/ 155 h 155"/>
                  <a:gd name="T2" fmla="*/ 0 w 121"/>
                  <a:gd name="T3" fmla="*/ 0 h 155"/>
                  <a:gd name="T4" fmla="*/ 121 w 121"/>
                  <a:gd name="T5" fmla="*/ 15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1" h="155">
                    <a:moveTo>
                      <a:pt x="121" y="155"/>
                    </a:moveTo>
                    <a:lnTo>
                      <a:pt x="0" y="0"/>
                    </a:lnTo>
                    <a:lnTo>
                      <a:pt x="121" y="155"/>
                    </a:lnTo>
                    <a:close/>
                  </a:path>
                </a:pathLst>
              </a:custGeom>
              <a:solidFill>
                <a:srgbClr val="161F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3" name="Freeform 164">
                <a:extLst>
                  <a:ext uri="{FF2B5EF4-FFF2-40B4-BE49-F238E27FC236}">
                    <a16:creationId xmlns:a16="http://schemas.microsoft.com/office/drawing/2014/main" id="{372D623D-EB3A-46C5-94ED-6D2FC7FD0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913" y="2898775"/>
                <a:ext cx="39688" cy="61913"/>
              </a:xfrm>
              <a:custGeom>
                <a:avLst/>
                <a:gdLst>
                  <a:gd name="T0" fmla="*/ 124 w 124"/>
                  <a:gd name="T1" fmla="*/ 158 h 158"/>
                  <a:gd name="T2" fmla="*/ 0 w 124"/>
                  <a:gd name="T3" fmla="*/ 0 h 158"/>
                  <a:gd name="T4" fmla="*/ 124 w 124"/>
                  <a:gd name="T5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4" h="158">
                    <a:moveTo>
                      <a:pt x="124" y="158"/>
                    </a:moveTo>
                    <a:lnTo>
                      <a:pt x="0" y="0"/>
                    </a:lnTo>
                    <a:lnTo>
                      <a:pt x="124" y="158"/>
                    </a:lnTo>
                    <a:close/>
                  </a:path>
                </a:pathLst>
              </a:custGeom>
              <a:solidFill>
                <a:srgbClr val="151E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4" name="Freeform 165">
                <a:extLst>
                  <a:ext uri="{FF2B5EF4-FFF2-40B4-BE49-F238E27FC236}">
                    <a16:creationId xmlns:a16="http://schemas.microsoft.com/office/drawing/2014/main" id="{793FF831-D093-4A6D-A6EC-EE07DD8D4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7326" y="2898775"/>
                <a:ext cx="39688" cy="63500"/>
              </a:xfrm>
              <a:custGeom>
                <a:avLst/>
                <a:gdLst>
                  <a:gd name="T0" fmla="*/ 126 w 126"/>
                  <a:gd name="T1" fmla="*/ 162 h 162"/>
                  <a:gd name="T2" fmla="*/ 0 w 126"/>
                  <a:gd name="T3" fmla="*/ 0 h 162"/>
                  <a:gd name="T4" fmla="*/ 126 w 126"/>
                  <a:gd name="T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" h="162">
                    <a:moveTo>
                      <a:pt x="126" y="162"/>
                    </a:moveTo>
                    <a:lnTo>
                      <a:pt x="0" y="0"/>
                    </a:lnTo>
                    <a:lnTo>
                      <a:pt x="126" y="162"/>
                    </a:lnTo>
                    <a:close/>
                  </a:path>
                </a:pathLst>
              </a:custGeom>
              <a:solidFill>
                <a:srgbClr val="151D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5" name="Freeform 166">
                <a:extLst>
                  <a:ext uri="{FF2B5EF4-FFF2-40B4-BE49-F238E27FC236}">
                    <a16:creationId xmlns:a16="http://schemas.microsoft.com/office/drawing/2014/main" id="{F182AB49-45BA-4380-B0B9-CD29B5AFC3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738" y="2898775"/>
                <a:ext cx="41275" cy="65088"/>
              </a:xfrm>
              <a:custGeom>
                <a:avLst/>
                <a:gdLst>
                  <a:gd name="T0" fmla="*/ 128 w 128"/>
                  <a:gd name="T1" fmla="*/ 165 h 165"/>
                  <a:gd name="T2" fmla="*/ 0 w 128"/>
                  <a:gd name="T3" fmla="*/ 0 h 165"/>
                  <a:gd name="T4" fmla="*/ 128 w 128"/>
                  <a:gd name="T5" fmla="*/ 165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8" h="165">
                    <a:moveTo>
                      <a:pt x="128" y="165"/>
                    </a:moveTo>
                    <a:lnTo>
                      <a:pt x="0" y="0"/>
                    </a:lnTo>
                    <a:lnTo>
                      <a:pt x="128" y="165"/>
                    </a:lnTo>
                    <a:close/>
                  </a:path>
                </a:pathLst>
              </a:custGeom>
              <a:solidFill>
                <a:srgbClr val="141C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6" name="Freeform 167">
                <a:extLst>
                  <a:ext uri="{FF2B5EF4-FFF2-40B4-BE49-F238E27FC236}">
                    <a16:creationId xmlns:a16="http://schemas.microsoft.com/office/drawing/2014/main" id="{2F724A5B-CF9C-43AA-ADB3-BA578B325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738" y="2898775"/>
                <a:ext cx="41275" cy="66675"/>
              </a:xfrm>
              <a:custGeom>
                <a:avLst/>
                <a:gdLst>
                  <a:gd name="T0" fmla="*/ 130 w 130"/>
                  <a:gd name="T1" fmla="*/ 167 h 167"/>
                  <a:gd name="T2" fmla="*/ 0 w 130"/>
                  <a:gd name="T3" fmla="*/ 0 h 167"/>
                  <a:gd name="T4" fmla="*/ 130 w 130"/>
                  <a:gd name="T5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0" h="167">
                    <a:moveTo>
                      <a:pt x="130" y="167"/>
                    </a:moveTo>
                    <a:lnTo>
                      <a:pt x="0" y="0"/>
                    </a:lnTo>
                    <a:lnTo>
                      <a:pt x="130" y="167"/>
                    </a:lnTo>
                    <a:close/>
                  </a:path>
                </a:pathLst>
              </a:custGeom>
              <a:solidFill>
                <a:srgbClr val="131B1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7" name="Freeform 168">
                <a:extLst>
                  <a:ext uri="{FF2B5EF4-FFF2-40B4-BE49-F238E27FC236}">
                    <a16:creationId xmlns:a16="http://schemas.microsoft.com/office/drawing/2014/main" id="{9EA9FCBF-B393-440E-AEC5-958C57651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151" y="2898775"/>
                <a:ext cx="41275" cy="66675"/>
              </a:xfrm>
              <a:custGeom>
                <a:avLst/>
                <a:gdLst>
                  <a:gd name="T0" fmla="*/ 131 w 131"/>
                  <a:gd name="T1" fmla="*/ 168 h 168"/>
                  <a:gd name="T2" fmla="*/ 0 w 131"/>
                  <a:gd name="T3" fmla="*/ 0 h 168"/>
                  <a:gd name="T4" fmla="*/ 131 w 131"/>
                  <a:gd name="T5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" h="168">
                    <a:moveTo>
                      <a:pt x="131" y="168"/>
                    </a:moveTo>
                    <a:lnTo>
                      <a:pt x="0" y="0"/>
                    </a:lnTo>
                    <a:lnTo>
                      <a:pt x="131" y="168"/>
                    </a:lnTo>
                    <a:close/>
                  </a:path>
                </a:pathLst>
              </a:custGeom>
              <a:solidFill>
                <a:srgbClr val="121A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8" name="Freeform 169">
                <a:extLst>
                  <a:ext uri="{FF2B5EF4-FFF2-40B4-BE49-F238E27FC236}">
                    <a16:creationId xmlns:a16="http://schemas.microsoft.com/office/drawing/2014/main" id="{EB1F6305-5542-4552-81DF-6DE7A7A97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563" y="2900363"/>
                <a:ext cx="42863" cy="66675"/>
              </a:xfrm>
              <a:custGeom>
                <a:avLst/>
                <a:gdLst>
                  <a:gd name="T0" fmla="*/ 133 w 133"/>
                  <a:gd name="T1" fmla="*/ 170 h 170"/>
                  <a:gd name="T2" fmla="*/ 0 w 133"/>
                  <a:gd name="T3" fmla="*/ 0 h 170"/>
                  <a:gd name="T4" fmla="*/ 133 w 133"/>
                  <a:gd name="T5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70">
                    <a:moveTo>
                      <a:pt x="133" y="170"/>
                    </a:moveTo>
                    <a:lnTo>
                      <a:pt x="0" y="0"/>
                    </a:lnTo>
                    <a:lnTo>
                      <a:pt x="133" y="170"/>
                    </a:lnTo>
                    <a:close/>
                  </a:path>
                </a:pathLst>
              </a:custGeom>
              <a:solidFill>
                <a:srgbClr val="111A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9" name="Freeform 170">
                <a:extLst>
                  <a:ext uri="{FF2B5EF4-FFF2-40B4-BE49-F238E27FC236}">
                    <a16:creationId xmlns:a16="http://schemas.microsoft.com/office/drawing/2014/main" id="{F784028A-A503-402F-8412-183572CC3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976" y="2900363"/>
                <a:ext cx="42863" cy="68263"/>
              </a:xfrm>
              <a:custGeom>
                <a:avLst/>
                <a:gdLst>
                  <a:gd name="T0" fmla="*/ 134 w 134"/>
                  <a:gd name="T1" fmla="*/ 170 h 170"/>
                  <a:gd name="T2" fmla="*/ 0 w 134"/>
                  <a:gd name="T3" fmla="*/ 0 h 170"/>
                  <a:gd name="T4" fmla="*/ 134 w 134"/>
                  <a:gd name="T5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70">
                    <a:moveTo>
                      <a:pt x="134" y="170"/>
                    </a:moveTo>
                    <a:lnTo>
                      <a:pt x="0" y="0"/>
                    </a:lnTo>
                    <a:lnTo>
                      <a:pt x="134" y="170"/>
                    </a:lnTo>
                    <a:close/>
                  </a:path>
                </a:pathLst>
              </a:custGeom>
              <a:solidFill>
                <a:srgbClr val="1019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0" name="Freeform 171">
                <a:extLst>
                  <a:ext uri="{FF2B5EF4-FFF2-40B4-BE49-F238E27FC236}">
                    <a16:creationId xmlns:a16="http://schemas.microsoft.com/office/drawing/2014/main" id="{15027BA5-1DED-4366-A0D8-C1CD6D60C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976" y="2900363"/>
                <a:ext cx="41275" cy="68263"/>
              </a:xfrm>
              <a:custGeom>
                <a:avLst/>
                <a:gdLst>
                  <a:gd name="T0" fmla="*/ 132 w 132"/>
                  <a:gd name="T1" fmla="*/ 171 h 171"/>
                  <a:gd name="T2" fmla="*/ 0 w 132"/>
                  <a:gd name="T3" fmla="*/ 0 h 171"/>
                  <a:gd name="T4" fmla="*/ 132 w 132"/>
                  <a:gd name="T5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2" h="171">
                    <a:moveTo>
                      <a:pt x="132" y="171"/>
                    </a:moveTo>
                    <a:lnTo>
                      <a:pt x="0" y="0"/>
                    </a:lnTo>
                    <a:lnTo>
                      <a:pt x="132" y="171"/>
                    </a:lnTo>
                    <a:close/>
                  </a:path>
                </a:pathLst>
              </a:custGeom>
              <a:solidFill>
                <a:srgbClr val="1018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1" name="Freeform 172">
                <a:extLst>
                  <a:ext uri="{FF2B5EF4-FFF2-40B4-BE49-F238E27FC236}">
                    <a16:creationId xmlns:a16="http://schemas.microsoft.com/office/drawing/2014/main" id="{A708B67C-8C68-42D5-BF5E-7E587643CC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9388" y="2901950"/>
                <a:ext cx="42863" cy="66675"/>
              </a:xfrm>
              <a:custGeom>
                <a:avLst/>
                <a:gdLst>
                  <a:gd name="T0" fmla="*/ 134 w 134"/>
                  <a:gd name="T1" fmla="*/ 170 h 170"/>
                  <a:gd name="T2" fmla="*/ 0 w 134"/>
                  <a:gd name="T3" fmla="*/ 0 h 170"/>
                  <a:gd name="T4" fmla="*/ 134 w 134"/>
                  <a:gd name="T5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70">
                    <a:moveTo>
                      <a:pt x="134" y="170"/>
                    </a:moveTo>
                    <a:lnTo>
                      <a:pt x="0" y="0"/>
                    </a:lnTo>
                    <a:lnTo>
                      <a:pt x="134" y="170"/>
                    </a:lnTo>
                    <a:close/>
                  </a:path>
                </a:pathLst>
              </a:custGeom>
              <a:solidFill>
                <a:srgbClr val="0F170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2" name="Freeform 173">
                <a:extLst>
                  <a:ext uri="{FF2B5EF4-FFF2-40B4-BE49-F238E27FC236}">
                    <a16:creationId xmlns:a16="http://schemas.microsoft.com/office/drawing/2014/main" id="{53BD2537-7DD9-4B0F-BA6F-4EEF80CE2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463" y="2914650"/>
                <a:ext cx="57150" cy="73025"/>
              </a:xfrm>
              <a:custGeom>
                <a:avLst/>
                <a:gdLst>
                  <a:gd name="T0" fmla="*/ 80 w 178"/>
                  <a:gd name="T1" fmla="*/ 6 h 184"/>
                  <a:gd name="T2" fmla="*/ 63 w 178"/>
                  <a:gd name="T3" fmla="*/ 1 h 184"/>
                  <a:gd name="T4" fmla="*/ 47 w 178"/>
                  <a:gd name="T5" fmla="*/ 0 h 184"/>
                  <a:gd name="T6" fmla="*/ 33 w 178"/>
                  <a:gd name="T7" fmla="*/ 2 h 184"/>
                  <a:gd name="T8" fmla="*/ 20 w 178"/>
                  <a:gd name="T9" fmla="*/ 8 h 184"/>
                  <a:gd name="T10" fmla="*/ 12 w 178"/>
                  <a:gd name="T11" fmla="*/ 17 h 184"/>
                  <a:gd name="T12" fmla="*/ 4 w 178"/>
                  <a:gd name="T13" fmla="*/ 28 h 184"/>
                  <a:gd name="T14" fmla="*/ 0 w 178"/>
                  <a:gd name="T15" fmla="*/ 43 h 184"/>
                  <a:gd name="T16" fmla="*/ 0 w 178"/>
                  <a:gd name="T17" fmla="*/ 59 h 184"/>
                  <a:gd name="T18" fmla="*/ 4 w 178"/>
                  <a:gd name="T19" fmla="*/ 77 h 184"/>
                  <a:gd name="T20" fmla="*/ 12 w 178"/>
                  <a:gd name="T21" fmla="*/ 95 h 184"/>
                  <a:gd name="T22" fmla="*/ 20 w 178"/>
                  <a:gd name="T23" fmla="*/ 112 h 184"/>
                  <a:gd name="T24" fmla="*/ 33 w 178"/>
                  <a:gd name="T25" fmla="*/ 129 h 184"/>
                  <a:gd name="T26" fmla="*/ 47 w 178"/>
                  <a:gd name="T27" fmla="*/ 145 h 184"/>
                  <a:gd name="T28" fmla="*/ 63 w 178"/>
                  <a:gd name="T29" fmla="*/ 158 h 184"/>
                  <a:gd name="T30" fmla="*/ 80 w 178"/>
                  <a:gd name="T31" fmla="*/ 169 h 184"/>
                  <a:gd name="T32" fmla="*/ 99 w 178"/>
                  <a:gd name="T33" fmla="*/ 178 h 184"/>
                  <a:gd name="T34" fmla="*/ 115 w 178"/>
                  <a:gd name="T35" fmla="*/ 183 h 184"/>
                  <a:gd name="T36" fmla="*/ 132 w 178"/>
                  <a:gd name="T37" fmla="*/ 184 h 184"/>
                  <a:gd name="T38" fmla="*/ 145 w 178"/>
                  <a:gd name="T39" fmla="*/ 181 h 184"/>
                  <a:gd name="T40" fmla="*/ 158 w 178"/>
                  <a:gd name="T41" fmla="*/ 176 h 184"/>
                  <a:gd name="T42" fmla="*/ 168 w 178"/>
                  <a:gd name="T43" fmla="*/ 167 h 184"/>
                  <a:gd name="T44" fmla="*/ 174 w 178"/>
                  <a:gd name="T45" fmla="*/ 156 h 184"/>
                  <a:gd name="T46" fmla="*/ 178 w 178"/>
                  <a:gd name="T47" fmla="*/ 141 h 184"/>
                  <a:gd name="T48" fmla="*/ 178 w 178"/>
                  <a:gd name="T49" fmla="*/ 124 h 184"/>
                  <a:gd name="T50" fmla="*/ 174 w 178"/>
                  <a:gd name="T51" fmla="*/ 107 h 184"/>
                  <a:gd name="T52" fmla="*/ 168 w 178"/>
                  <a:gd name="T53" fmla="*/ 89 h 184"/>
                  <a:gd name="T54" fmla="*/ 158 w 178"/>
                  <a:gd name="T55" fmla="*/ 71 h 184"/>
                  <a:gd name="T56" fmla="*/ 145 w 178"/>
                  <a:gd name="T57" fmla="*/ 55 h 184"/>
                  <a:gd name="T58" fmla="*/ 132 w 178"/>
                  <a:gd name="T59" fmla="*/ 39 h 184"/>
                  <a:gd name="T60" fmla="*/ 115 w 178"/>
                  <a:gd name="T61" fmla="*/ 26 h 184"/>
                  <a:gd name="T62" fmla="*/ 99 w 178"/>
                  <a:gd name="T63" fmla="*/ 1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8" h="184">
                    <a:moveTo>
                      <a:pt x="89" y="10"/>
                    </a:moveTo>
                    <a:lnTo>
                      <a:pt x="80" y="6"/>
                    </a:lnTo>
                    <a:lnTo>
                      <a:pt x="72" y="3"/>
                    </a:lnTo>
                    <a:lnTo>
                      <a:pt x="63" y="1"/>
                    </a:lnTo>
                    <a:lnTo>
                      <a:pt x="55" y="0"/>
                    </a:lnTo>
                    <a:lnTo>
                      <a:pt x="47" y="0"/>
                    </a:lnTo>
                    <a:lnTo>
                      <a:pt x="39" y="1"/>
                    </a:lnTo>
                    <a:lnTo>
                      <a:pt x="33" y="2"/>
                    </a:lnTo>
                    <a:lnTo>
                      <a:pt x="27" y="5"/>
                    </a:lnTo>
                    <a:lnTo>
                      <a:pt x="20" y="8"/>
                    </a:lnTo>
                    <a:lnTo>
                      <a:pt x="15" y="12"/>
                    </a:lnTo>
                    <a:lnTo>
                      <a:pt x="12" y="17"/>
                    </a:lnTo>
                    <a:lnTo>
                      <a:pt x="8" y="22"/>
                    </a:lnTo>
                    <a:lnTo>
                      <a:pt x="4" y="28"/>
                    </a:lnTo>
                    <a:lnTo>
                      <a:pt x="3" y="35"/>
                    </a:lnTo>
                    <a:lnTo>
                      <a:pt x="0" y="43"/>
                    </a:lnTo>
                    <a:lnTo>
                      <a:pt x="0" y="51"/>
                    </a:lnTo>
                    <a:lnTo>
                      <a:pt x="0" y="59"/>
                    </a:lnTo>
                    <a:lnTo>
                      <a:pt x="3" y="68"/>
                    </a:lnTo>
                    <a:lnTo>
                      <a:pt x="4" y="77"/>
                    </a:lnTo>
                    <a:lnTo>
                      <a:pt x="8" y="86"/>
                    </a:lnTo>
                    <a:lnTo>
                      <a:pt x="12" y="95"/>
                    </a:lnTo>
                    <a:lnTo>
                      <a:pt x="15" y="104"/>
                    </a:lnTo>
                    <a:lnTo>
                      <a:pt x="20" y="112"/>
                    </a:lnTo>
                    <a:lnTo>
                      <a:pt x="27" y="121"/>
                    </a:lnTo>
                    <a:lnTo>
                      <a:pt x="33" y="129"/>
                    </a:lnTo>
                    <a:lnTo>
                      <a:pt x="39" y="137"/>
                    </a:lnTo>
                    <a:lnTo>
                      <a:pt x="47" y="145"/>
                    </a:lnTo>
                    <a:lnTo>
                      <a:pt x="55" y="152"/>
                    </a:lnTo>
                    <a:lnTo>
                      <a:pt x="63" y="158"/>
                    </a:lnTo>
                    <a:lnTo>
                      <a:pt x="72" y="164"/>
                    </a:lnTo>
                    <a:lnTo>
                      <a:pt x="80" y="169"/>
                    </a:lnTo>
                    <a:lnTo>
                      <a:pt x="89" y="174"/>
                    </a:lnTo>
                    <a:lnTo>
                      <a:pt x="99" y="178"/>
                    </a:lnTo>
                    <a:lnTo>
                      <a:pt x="108" y="181"/>
                    </a:lnTo>
                    <a:lnTo>
                      <a:pt x="115" y="183"/>
                    </a:lnTo>
                    <a:lnTo>
                      <a:pt x="124" y="184"/>
                    </a:lnTo>
                    <a:lnTo>
                      <a:pt x="132" y="184"/>
                    </a:lnTo>
                    <a:lnTo>
                      <a:pt x="139" y="183"/>
                    </a:lnTo>
                    <a:lnTo>
                      <a:pt x="145" y="181"/>
                    </a:lnTo>
                    <a:lnTo>
                      <a:pt x="153" y="179"/>
                    </a:lnTo>
                    <a:lnTo>
                      <a:pt x="158" y="176"/>
                    </a:lnTo>
                    <a:lnTo>
                      <a:pt x="163" y="172"/>
                    </a:lnTo>
                    <a:lnTo>
                      <a:pt x="168" y="167"/>
                    </a:lnTo>
                    <a:lnTo>
                      <a:pt x="172" y="162"/>
                    </a:lnTo>
                    <a:lnTo>
                      <a:pt x="174" y="156"/>
                    </a:lnTo>
                    <a:lnTo>
                      <a:pt x="177" y="149"/>
                    </a:lnTo>
                    <a:lnTo>
                      <a:pt x="178" y="141"/>
                    </a:lnTo>
                    <a:lnTo>
                      <a:pt x="178" y="133"/>
                    </a:lnTo>
                    <a:lnTo>
                      <a:pt x="178" y="124"/>
                    </a:lnTo>
                    <a:lnTo>
                      <a:pt x="177" y="116"/>
                    </a:lnTo>
                    <a:lnTo>
                      <a:pt x="174" y="107"/>
                    </a:lnTo>
                    <a:lnTo>
                      <a:pt x="172" y="98"/>
                    </a:lnTo>
                    <a:lnTo>
                      <a:pt x="168" y="89"/>
                    </a:lnTo>
                    <a:lnTo>
                      <a:pt x="163" y="80"/>
                    </a:lnTo>
                    <a:lnTo>
                      <a:pt x="158" y="71"/>
                    </a:lnTo>
                    <a:lnTo>
                      <a:pt x="153" y="63"/>
                    </a:lnTo>
                    <a:lnTo>
                      <a:pt x="145" y="55"/>
                    </a:lnTo>
                    <a:lnTo>
                      <a:pt x="139" y="47"/>
                    </a:lnTo>
                    <a:lnTo>
                      <a:pt x="132" y="39"/>
                    </a:lnTo>
                    <a:lnTo>
                      <a:pt x="124" y="32"/>
                    </a:lnTo>
                    <a:lnTo>
                      <a:pt x="115" y="26"/>
                    </a:lnTo>
                    <a:lnTo>
                      <a:pt x="108" y="20"/>
                    </a:lnTo>
                    <a:lnTo>
                      <a:pt x="99" y="14"/>
                    </a:lnTo>
                    <a:lnTo>
                      <a:pt x="8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3" name="Freeform 174">
                <a:extLst>
                  <a:ext uri="{FF2B5EF4-FFF2-40B4-BE49-F238E27FC236}">
                    <a16:creationId xmlns:a16="http://schemas.microsoft.com/office/drawing/2014/main" id="{FEEEF343-6764-4D9D-890F-65CE8E3D9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801" y="2794000"/>
                <a:ext cx="44450" cy="182563"/>
              </a:xfrm>
              <a:custGeom>
                <a:avLst/>
                <a:gdLst>
                  <a:gd name="T0" fmla="*/ 0 w 140"/>
                  <a:gd name="T1" fmla="*/ 0 h 461"/>
                  <a:gd name="T2" fmla="*/ 0 w 140"/>
                  <a:gd name="T3" fmla="*/ 396 h 461"/>
                  <a:gd name="T4" fmla="*/ 140 w 140"/>
                  <a:gd name="T5" fmla="*/ 461 h 461"/>
                  <a:gd name="T6" fmla="*/ 140 w 140"/>
                  <a:gd name="T7" fmla="*/ 65 h 461"/>
                  <a:gd name="T8" fmla="*/ 0 w 140"/>
                  <a:gd name="T9" fmla="*/ 0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461">
                    <a:moveTo>
                      <a:pt x="0" y="0"/>
                    </a:moveTo>
                    <a:lnTo>
                      <a:pt x="0" y="396"/>
                    </a:lnTo>
                    <a:lnTo>
                      <a:pt x="140" y="461"/>
                    </a:lnTo>
                    <a:lnTo>
                      <a:pt x="140" y="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4" name="Freeform 175">
                <a:extLst>
                  <a:ext uri="{FF2B5EF4-FFF2-40B4-BE49-F238E27FC236}">
                    <a16:creationId xmlns:a16="http://schemas.microsoft.com/office/drawing/2014/main" id="{30F6969C-7B3F-4FC9-8821-43FB64157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801" y="2744788"/>
                <a:ext cx="128588" cy="74613"/>
              </a:xfrm>
              <a:custGeom>
                <a:avLst/>
                <a:gdLst>
                  <a:gd name="T0" fmla="*/ 260 w 401"/>
                  <a:gd name="T1" fmla="*/ 0 h 186"/>
                  <a:gd name="T2" fmla="*/ 0 w 401"/>
                  <a:gd name="T3" fmla="*/ 121 h 186"/>
                  <a:gd name="T4" fmla="*/ 140 w 401"/>
                  <a:gd name="T5" fmla="*/ 186 h 186"/>
                  <a:gd name="T6" fmla="*/ 401 w 401"/>
                  <a:gd name="T7" fmla="*/ 65 h 186"/>
                  <a:gd name="T8" fmla="*/ 260 w 401"/>
                  <a:gd name="T9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186">
                    <a:moveTo>
                      <a:pt x="260" y="0"/>
                    </a:moveTo>
                    <a:lnTo>
                      <a:pt x="0" y="121"/>
                    </a:lnTo>
                    <a:lnTo>
                      <a:pt x="140" y="186"/>
                    </a:lnTo>
                    <a:lnTo>
                      <a:pt x="401" y="65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5" name="Freeform 176">
                <a:extLst>
                  <a:ext uri="{FF2B5EF4-FFF2-40B4-BE49-F238E27FC236}">
                    <a16:creationId xmlns:a16="http://schemas.microsoft.com/office/drawing/2014/main" id="{3AC00B8E-A407-449D-B655-BE13B8CFC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201" y="2886075"/>
                <a:ext cx="520700" cy="330200"/>
              </a:xfrm>
              <a:custGeom>
                <a:avLst/>
                <a:gdLst>
                  <a:gd name="T0" fmla="*/ 1642 w 1643"/>
                  <a:gd name="T1" fmla="*/ 675 h 833"/>
                  <a:gd name="T2" fmla="*/ 1640 w 1643"/>
                  <a:gd name="T3" fmla="*/ 669 h 833"/>
                  <a:gd name="T4" fmla="*/ 1636 w 1643"/>
                  <a:gd name="T5" fmla="*/ 663 h 833"/>
                  <a:gd name="T6" fmla="*/ 1631 w 1643"/>
                  <a:gd name="T7" fmla="*/ 657 h 833"/>
                  <a:gd name="T8" fmla="*/ 1625 w 1643"/>
                  <a:gd name="T9" fmla="*/ 652 h 833"/>
                  <a:gd name="T10" fmla="*/ 1617 w 1643"/>
                  <a:gd name="T11" fmla="*/ 646 h 833"/>
                  <a:gd name="T12" fmla="*/ 1607 w 1643"/>
                  <a:gd name="T13" fmla="*/ 642 h 833"/>
                  <a:gd name="T14" fmla="*/ 219 w 1643"/>
                  <a:gd name="T15" fmla="*/ 0 h 833"/>
                  <a:gd name="T16" fmla="*/ 0 w 1643"/>
                  <a:gd name="T17" fmla="*/ 101 h 833"/>
                  <a:gd name="T18" fmla="*/ 0 w 1643"/>
                  <a:gd name="T19" fmla="*/ 176 h 833"/>
                  <a:gd name="T20" fmla="*/ 1388 w 1643"/>
                  <a:gd name="T21" fmla="*/ 817 h 833"/>
                  <a:gd name="T22" fmla="*/ 1393 w 1643"/>
                  <a:gd name="T23" fmla="*/ 820 h 833"/>
                  <a:gd name="T24" fmla="*/ 1400 w 1643"/>
                  <a:gd name="T25" fmla="*/ 822 h 833"/>
                  <a:gd name="T26" fmla="*/ 1405 w 1643"/>
                  <a:gd name="T27" fmla="*/ 823 h 833"/>
                  <a:gd name="T28" fmla="*/ 1410 w 1643"/>
                  <a:gd name="T29" fmla="*/ 825 h 833"/>
                  <a:gd name="T30" fmla="*/ 1416 w 1643"/>
                  <a:gd name="T31" fmla="*/ 826 h 833"/>
                  <a:gd name="T32" fmla="*/ 1422 w 1643"/>
                  <a:gd name="T33" fmla="*/ 828 h 833"/>
                  <a:gd name="T34" fmla="*/ 1428 w 1643"/>
                  <a:gd name="T35" fmla="*/ 829 h 833"/>
                  <a:gd name="T36" fmla="*/ 1435 w 1643"/>
                  <a:gd name="T37" fmla="*/ 830 h 833"/>
                  <a:gd name="T38" fmla="*/ 1441 w 1643"/>
                  <a:gd name="T39" fmla="*/ 831 h 833"/>
                  <a:gd name="T40" fmla="*/ 1447 w 1643"/>
                  <a:gd name="T41" fmla="*/ 831 h 833"/>
                  <a:gd name="T42" fmla="*/ 1453 w 1643"/>
                  <a:gd name="T43" fmla="*/ 832 h 833"/>
                  <a:gd name="T44" fmla="*/ 1460 w 1643"/>
                  <a:gd name="T45" fmla="*/ 832 h 833"/>
                  <a:gd name="T46" fmla="*/ 1467 w 1643"/>
                  <a:gd name="T47" fmla="*/ 833 h 833"/>
                  <a:gd name="T48" fmla="*/ 1473 w 1643"/>
                  <a:gd name="T49" fmla="*/ 833 h 833"/>
                  <a:gd name="T50" fmla="*/ 1481 w 1643"/>
                  <a:gd name="T51" fmla="*/ 833 h 833"/>
                  <a:gd name="T52" fmla="*/ 1487 w 1643"/>
                  <a:gd name="T53" fmla="*/ 832 h 833"/>
                  <a:gd name="T54" fmla="*/ 1495 w 1643"/>
                  <a:gd name="T55" fmla="*/ 832 h 833"/>
                  <a:gd name="T56" fmla="*/ 1501 w 1643"/>
                  <a:gd name="T57" fmla="*/ 831 h 833"/>
                  <a:gd name="T58" fmla="*/ 1508 w 1643"/>
                  <a:gd name="T59" fmla="*/ 831 h 833"/>
                  <a:gd name="T60" fmla="*/ 1515 w 1643"/>
                  <a:gd name="T61" fmla="*/ 830 h 833"/>
                  <a:gd name="T62" fmla="*/ 1522 w 1643"/>
                  <a:gd name="T63" fmla="*/ 829 h 833"/>
                  <a:gd name="T64" fmla="*/ 1528 w 1643"/>
                  <a:gd name="T65" fmla="*/ 828 h 833"/>
                  <a:gd name="T66" fmla="*/ 1536 w 1643"/>
                  <a:gd name="T67" fmla="*/ 827 h 833"/>
                  <a:gd name="T68" fmla="*/ 1542 w 1643"/>
                  <a:gd name="T69" fmla="*/ 826 h 833"/>
                  <a:gd name="T70" fmla="*/ 1548 w 1643"/>
                  <a:gd name="T71" fmla="*/ 824 h 833"/>
                  <a:gd name="T72" fmla="*/ 1556 w 1643"/>
                  <a:gd name="T73" fmla="*/ 823 h 833"/>
                  <a:gd name="T74" fmla="*/ 1562 w 1643"/>
                  <a:gd name="T75" fmla="*/ 821 h 833"/>
                  <a:gd name="T76" fmla="*/ 1568 w 1643"/>
                  <a:gd name="T77" fmla="*/ 819 h 833"/>
                  <a:gd name="T78" fmla="*/ 1575 w 1643"/>
                  <a:gd name="T79" fmla="*/ 817 h 833"/>
                  <a:gd name="T80" fmla="*/ 1581 w 1643"/>
                  <a:gd name="T81" fmla="*/ 815 h 833"/>
                  <a:gd name="T82" fmla="*/ 1587 w 1643"/>
                  <a:gd name="T83" fmla="*/ 813 h 833"/>
                  <a:gd name="T84" fmla="*/ 1593 w 1643"/>
                  <a:gd name="T85" fmla="*/ 811 h 833"/>
                  <a:gd name="T86" fmla="*/ 1593 w 1643"/>
                  <a:gd name="T87" fmla="*/ 811 h 833"/>
                  <a:gd name="T88" fmla="*/ 1603 w 1643"/>
                  <a:gd name="T89" fmla="*/ 806 h 833"/>
                  <a:gd name="T90" fmla="*/ 1613 w 1643"/>
                  <a:gd name="T91" fmla="*/ 800 h 833"/>
                  <a:gd name="T92" fmla="*/ 1622 w 1643"/>
                  <a:gd name="T93" fmla="*/ 795 h 833"/>
                  <a:gd name="T94" fmla="*/ 1628 w 1643"/>
                  <a:gd name="T95" fmla="*/ 789 h 833"/>
                  <a:gd name="T96" fmla="*/ 1635 w 1643"/>
                  <a:gd name="T97" fmla="*/ 783 h 833"/>
                  <a:gd name="T98" fmla="*/ 1638 w 1643"/>
                  <a:gd name="T99" fmla="*/ 776 h 833"/>
                  <a:gd name="T100" fmla="*/ 1641 w 1643"/>
                  <a:gd name="T101" fmla="*/ 770 h 833"/>
                  <a:gd name="T102" fmla="*/ 1643 w 1643"/>
                  <a:gd name="T103" fmla="*/ 763 h 833"/>
                  <a:gd name="T104" fmla="*/ 1643 w 1643"/>
                  <a:gd name="T105" fmla="*/ 757 h 833"/>
                  <a:gd name="T106" fmla="*/ 1643 w 1643"/>
                  <a:gd name="T107" fmla="*/ 682 h 833"/>
                  <a:gd name="T108" fmla="*/ 1642 w 1643"/>
                  <a:gd name="T109" fmla="*/ 675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43" h="833">
                    <a:moveTo>
                      <a:pt x="1642" y="675"/>
                    </a:moveTo>
                    <a:lnTo>
                      <a:pt x="1640" y="669"/>
                    </a:lnTo>
                    <a:lnTo>
                      <a:pt x="1636" y="663"/>
                    </a:lnTo>
                    <a:lnTo>
                      <a:pt x="1631" y="657"/>
                    </a:lnTo>
                    <a:lnTo>
                      <a:pt x="1625" y="652"/>
                    </a:lnTo>
                    <a:lnTo>
                      <a:pt x="1617" y="646"/>
                    </a:lnTo>
                    <a:lnTo>
                      <a:pt x="1607" y="642"/>
                    </a:lnTo>
                    <a:lnTo>
                      <a:pt x="219" y="0"/>
                    </a:lnTo>
                    <a:lnTo>
                      <a:pt x="0" y="101"/>
                    </a:lnTo>
                    <a:lnTo>
                      <a:pt x="0" y="176"/>
                    </a:lnTo>
                    <a:lnTo>
                      <a:pt x="1388" y="817"/>
                    </a:lnTo>
                    <a:lnTo>
                      <a:pt x="1393" y="820"/>
                    </a:lnTo>
                    <a:lnTo>
                      <a:pt x="1400" y="822"/>
                    </a:lnTo>
                    <a:lnTo>
                      <a:pt x="1405" y="823"/>
                    </a:lnTo>
                    <a:lnTo>
                      <a:pt x="1410" y="825"/>
                    </a:lnTo>
                    <a:lnTo>
                      <a:pt x="1416" y="826"/>
                    </a:lnTo>
                    <a:lnTo>
                      <a:pt x="1422" y="828"/>
                    </a:lnTo>
                    <a:lnTo>
                      <a:pt x="1428" y="829"/>
                    </a:lnTo>
                    <a:lnTo>
                      <a:pt x="1435" y="830"/>
                    </a:lnTo>
                    <a:lnTo>
                      <a:pt x="1441" y="831"/>
                    </a:lnTo>
                    <a:lnTo>
                      <a:pt x="1447" y="831"/>
                    </a:lnTo>
                    <a:lnTo>
                      <a:pt x="1453" y="832"/>
                    </a:lnTo>
                    <a:lnTo>
                      <a:pt x="1460" y="832"/>
                    </a:lnTo>
                    <a:lnTo>
                      <a:pt x="1467" y="833"/>
                    </a:lnTo>
                    <a:lnTo>
                      <a:pt x="1473" y="833"/>
                    </a:lnTo>
                    <a:lnTo>
                      <a:pt x="1481" y="833"/>
                    </a:lnTo>
                    <a:lnTo>
                      <a:pt x="1487" y="832"/>
                    </a:lnTo>
                    <a:lnTo>
                      <a:pt x="1495" y="832"/>
                    </a:lnTo>
                    <a:lnTo>
                      <a:pt x="1501" y="831"/>
                    </a:lnTo>
                    <a:lnTo>
                      <a:pt x="1508" y="831"/>
                    </a:lnTo>
                    <a:lnTo>
                      <a:pt x="1515" y="830"/>
                    </a:lnTo>
                    <a:lnTo>
                      <a:pt x="1522" y="829"/>
                    </a:lnTo>
                    <a:lnTo>
                      <a:pt x="1528" y="828"/>
                    </a:lnTo>
                    <a:lnTo>
                      <a:pt x="1536" y="827"/>
                    </a:lnTo>
                    <a:lnTo>
                      <a:pt x="1542" y="826"/>
                    </a:lnTo>
                    <a:lnTo>
                      <a:pt x="1548" y="824"/>
                    </a:lnTo>
                    <a:lnTo>
                      <a:pt x="1556" y="823"/>
                    </a:lnTo>
                    <a:lnTo>
                      <a:pt x="1562" y="821"/>
                    </a:lnTo>
                    <a:lnTo>
                      <a:pt x="1568" y="819"/>
                    </a:lnTo>
                    <a:lnTo>
                      <a:pt x="1575" y="817"/>
                    </a:lnTo>
                    <a:lnTo>
                      <a:pt x="1581" y="815"/>
                    </a:lnTo>
                    <a:lnTo>
                      <a:pt x="1587" y="813"/>
                    </a:lnTo>
                    <a:lnTo>
                      <a:pt x="1593" y="811"/>
                    </a:lnTo>
                    <a:lnTo>
                      <a:pt x="1593" y="811"/>
                    </a:lnTo>
                    <a:lnTo>
                      <a:pt x="1603" y="806"/>
                    </a:lnTo>
                    <a:lnTo>
                      <a:pt x="1613" y="800"/>
                    </a:lnTo>
                    <a:lnTo>
                      <a:pt x="1622" y="795"/>
                    </a:lnTo>
                    <a:lnTo>
                      <a:pt x="1628" y="789"/>
                    </a:lnTo>
                    <a:lnTo>
                      <a:pt x="1635" y="783"/>
                    </a:lnTo>
                    <a:lnTo>
                      <a:pt x="1638" y="776"/>
                    </a:lnTo>
                    <a:lnTo>
                      <a:pt x="1641" y="770"/>
                    </a:lnTo>
                    <a:lnTo>
                      <a:pt x="1643" y="763"/>
                    </a:lnTo>
                    <a:lnTo>
                      <a:pt x="1643" y="757"/>
                    </a:lnTo>
                    <a:lnTo>
                      <a:pt x="1643" y="682"/>
                    </a:lnTo>
                    <a:lnTo>
                      <a:pt x="1642" y="6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6" name="Freeform 177">
                <a:extLst>
                  <a:ext uri="{FF2B5EF4-FFF2-40B4-BE49-F238E27FC236}">
                    <a16:creationId xmlns:a16="http://schemas.microsoft.com/office/drawing/2014/main" id="{E5C80969-0938-410A-8DFA-4E896736D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201" y="2886075"/>
                <a:ext cx="520700" cy="301625"/>
              </a:xfrm>
              <a:custGeom>
                <a:avLst/>
                <a:gdLst>
                  <a:gd name="T0" fmla="*/ 1607 w 1643"/>
                  <a:gd name="T1" fmla="*/ 642 h 758"/>
                  <a:gd name="T2" fmla="*/ 219 w 1643"/>
                  <a:gd name="T3" fmla="*/ 0 h 758"/>
                  <a:gd name="T4" fmla="*/ 0 w 1643"/>
                  <a:gd name="T5" fmla="*/ 101 h 758"/>
                  <a:gd name="T6" fmla="*/ 1388 w 1643"/>
                  <a:gd name="T7" fmla="*/ 743 h 758"/>
                  <a:gd name="T8" fmla="*/ 1400 w 1643"/>
                  <a:gd name="T9" fmla="*/ 747 h 758"/>
                  <a:gd name="T10" fmla="*/ 1410 w 1643"/>
                  <a:gd name="T11" fmla="*/ 750 h 758"/>
                  <a:gd name="T12" fmla="*/ 1422 w 1643"/>
                  <a:gd name="T13" fmla="*/ 753 h 758"/>
                  <a:gd name="T14" fmla="*/ 1435 w 1643"/>
                  <a:gd name="T15" fmla="*/ 755 h 758"/>
                  <a:gd name="T16" fmla="*/ 1447 w 1643"/>
                  <a:gd name="T17" fmla="*/ 757 h 758"/>
                  <a:gd name="T18" fmla="*/ 1460 w 1643"/>
                  <a:gd name="T19" fmla="*/ 758 h 758"/>
                  <a:gd name="T20" fmla="*/ 1473 w 1643"/>
                  <a:gd name="T21" fmla="*/ 758 h 758"/>
                  <a:gd name="T22" fmla="*/ 1487 w 1643"/>
                  <a:gd name="T23" fmla="*/ 758 h 758"/>
                  <a:gd name="T24" fmla="*/ 1501 w 1643"/>
                  <a:gd name="T25" fmla="*/ 757 h 758"/>
                  <a:gd name="T26" fmla="*/ 1515 w 1643"/>
                  <a:gd name="T27" fmla="*/ 755 h 758"/>
                  <a:gd name="T28" fmla="*/ 1528 w 1643"/>
                  <a:gd name="T29" fmla="*/ 753 h 758"/>
                  <a:gd name="T30" fmla="*/ 1542 w 1643"/>
                  <a:gd name="T31" fmla="*/ 751 h 758"/>
                  <a:gd name="T32" fmla="*/ 1556 w 1643"/>
                  <a:gd name="T33" fmla="*/ 748 h 758"/>
                  <a:gd name="T34" fmla="*/ 1568 w 1643"/>
                  <a:gd name="T35" fmla="*/ 744 h 758"/>
                  <a:gd name="T36" fmla="*/ 1581 w 1643"/>
                  <a:gd name="T37" fmla="*/ 740 h 758"/>
                  <a:gd name="T38" fmla="*/ 1593 w 1643"/>
                  <a:gd name="T39" fmla="*/ 736 h 758"/>
                  <a:gd name="T40" fmla="*/ 1593 w 1643"/>
                  <a:gd name="T41" fmla="*/ 736 h 758"/>
                  <a:gd name="T42" fmla="*/ 1603 w 1643"/>
                  <a:gd name="T43" fmla="*/ 731 h 758"/>
                  <a:gd name="T44" fmla="*/ 1613 w 1643"/>
                  <a:gd name="T45" fmla="*/ 726 h 758"/>
                  <a:gd name="T46" fmla="*/ 1622 w 1643"/>
                  <a:gd name="T47" fmla="*/ 720 h 758"/>
                  <a:gd name="T48" fmla="*/ 1628 w 1643"/>
                  <a:gd name="T49" fmla="*/ 714 h 758"/>
                  <a:gd name="T50" fmla="*/ 1635 w 1643"/>
                  <a:gd name="T51" fmla="*/ 708 h 758"/>
                  <a:gd name="T52" fmla="*/ 1638 w 1643"/>
                  <a:gd name="T53" fmla="*/ 701 h 758"/>
                  <a:gd name="T54" fmla="*/ 1641 w 1643"/>
                  <a:gd name="T55" fmla="*/ 695 h 758"/>
                  <a:gd name="T56" fmla="*/ 1643 w 1643"/>
                  <a:gd name="T57" fmla="*/ 688 h 758"/>
                  <a:gd name="T58" fmla="*/ 1643 w 1643"/>
                  <a:gd name="T59" fmla="*/ 682 h 758"/>
                  <a:gd name="T60" fmla="*/ 1642 w 1643"/>
                  <a:gd name="T61" fmla="*/ 675 h 758"/>
                  <a:gd name="T62" fmla="*/ 1640 w 1643"/>
                  <a:gd name="T63" fmla="*/ 669 h 758"/>
                  <a:gd name="T64" fmla="*/ 1636 w 1643"/>
                  <a:gd name="T65" fmla="*/ 663 h 758"/>
                  <a:gd name="T66" fmla="*/ 1631 w 1643"/>
                  <a:gd name="T67" fmla="*/ 657 h 758"/>
                  <a:gd name="T68" fmla="*/ 1625 w 1643"/>
                  <a:gd name="T69" fmla="*/ 652 h 758"/>
                  <a:gd name="T70" fmla="*/ 1617 w 1643"/>
                  <a:gd name="T71" fmla="*/ 646 h 758"/>
                  <a:gd name="T72" fmla="*/ 1607 w 1643"/>
                  <a:gd name="T73" fmla="*/ 642 h 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643" h="758">
                    <a:moveTo>
                      <a:pt x="1607" y="642"/>
                    </a:moveTo>
                    <a:lnTo>
                      <a:pt x="219" y="0"/>
                    </a:lnTo>
                    <a:lnTo>
                      <a:pt x="0" y="101"/>
                    </a:lnTo>
                    <a:lnTo>
                      <a:pt x="1388" y="743"/>
                    </a:lnTo>
                    <a:lnTo>
                      <a:pt x="1400" y="747"/>
                    </a:lnTo>
                    <a:lnTo>
                      <a:pt x="1410" y="750"/>
                    </a:lnTo>
                    <a:lnTo>
                      <a:pt x="1422" y="753"/>
                    </a:lnTo>
                    <a:lnTo>
                      <a:pt x="1435" y="755"/>
                    </a:lnTo>
                    <a:lnTo>
                      <a:pt x="1447" y="757"/>
                    </a:lnTo>
                    <a:lnTo>
                      <a:pt x="1460" y="758"/>
                    </a:lnTo>
                    <a:lnTo>
                      <a:pt x="1473" y="758"/>
                    </a:lnTo>
                    <a:lnTo>
                      <a:pt x="1487" y="758"/>
                    </a:lnTo>
                    <a:lnTo>
                      <a:pt x="1501" y="757"/>
                    </a:lnTo>
                    <a:lnTo>
                      <a:pt x="1515" y="755"/>
                    </a:lnTo>
                    <a:lnTo>
                      <a:pt x="1528" y="753"/>
                    </a:lnTo>
                    <a:lnTo>
                      <a:pt x="1542" y="751"/>
                    </a:lnTo>
                    <a:lnTo>
                      <a:pt x="1556" y="748"/>
                    </a:lnTo>
                    <a:lnTo>
                      <a:pt x="1568" y="744"/>
                    </a:lnTo>
                    <a:lnTo>
                      <a:pt x="1581" y="740"/>
                    </a:lnTo>
                    <a:lnTo>
                      <a:pt x="1593" y="736"/>
                    </a:lnTo>
                    <a:lnTo>
                      <a:pt x="1593" y="736"/>
                    </a:lnTo>
                    <a:lnTo>
                      <a:pt x="1603" y="731"/>
                    </a:lnTo>
                    <a:lnTo>
                      <a:pt x="1613" y="726"/>
                    </a:lnTo>
                    <a:lnTo>
                      <a:pt x="1622" y="720"/>
                    </a:lnTo>
                    <a:lnTo>
                      <a:pt x="1628" y="714"/>
                    </a:lnTo>
                    <a:lnTo>
                      <a:pt x="1635" y="708"/>
                    </a:lnTo>
                    <a:lnTo>
                      <a:pt x="1638" y="701"/>
                    </a:lnTo>
                    <a:lnTo>
                      <a:pt x="1641" y="695"/>
                    </a:lnTo>
                    <a:lnTo>
                      <a:pt x="1643" y="688"/>
                    </a:lnTo>
                    <a:lnTo>
                      <a:pt x="1643" y="682"/>
                    </a:lnTo>
                    <a:lnTo>
                      <a:pt x="1642" y="675"/>
                    </a:lnTo>
                    <a:lnTo>
                      <a:pt x="1640" y="669"/>
                    </a:lnTo>
                    <a:lnTo>
                      <a:pt x="1636" y="663"/>
                    </a:lnTo>
                    <a:lnTo>
                      <a:pt x="1631" y="657"/>
                    </a:lnTo>
                    <a:lnTo>
                      <a:pt x="1625" y="652"/>
                    </a:lnTo>
                    <a:lnTo>
                      <a:pt x="1617" y="646"/>
                    </a:lnTo>
                    <a:lnTo>
                      <a:pt x="1607" y="642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7" name="Freeform 178">
                <a:extLst>
                  <a:ext uri="{FF2B5EF4-FFF2-40B4-BE49-F238E27FC236}">
                    <a16:creationId xmlns:a16="http://schemas.microsoft.com/office/drawing/2014/main" id="{116680BC-5682-40A3-A4CF-CC64F6575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2992438"/>
                <a:ext cx="522288" cy="330200"/>
              </a:xfrm>
              <a:custGeom>
                <a:avLst/>
                <a:gdLst>
                  <a:gd name="T0" fmla="*/ 1642 w 1643"/>
                  <a:gd name="T1" fmla="*/ 676 h 833"/>
                  <a:gd name="T2" fmla="*/ 1640 w 1643"/>
                  <a:gd name="T3" fmla="*/ 670 h 833"/>
                  <a:gd name="T4" fmla="*/ 1636 w 1643"/>
                  <a:gd name="T5" fmla="*/ 663 h 833"/>
                  <a:gd name="T6" fmla="*/ 1631 w 1643"/>
                  <a:gd name="T7" fmla="*/ 658 h 833"/>
                  <a:gd name="T8" fmla="*/ 1623 w 1643"/>
                  <a:gd name="T9" fmla="*/ 652 h 833"/>
                  <a:gd name="T10" fmla="*/ 1616 w 1643"/>
                  <a:gd name="T11" fmla="*/ 647 h 833"/>
                  <a:gd name="T12" fmla="*/ 1607 w 1643"/>
                  <a:gd name="T13" fmla="*/ 642 h 833"/>
                  <a:gd name="T14" fmla="*/ 219 w 1643"/>
                  <a:gd name="T15" fmla="*/ 0 h 833"/>
                  <a:gd name="T16" fmla="*/ 0 w 1643"/>
                  <a:gd name="T17" fmla="*/ 101 h 833"/>
                  <a:gd name="T18" fmla="*/ 0 w 1643"/>
                  <a:gd name="T19" fmla="*/ 176 h 833"/>
                  <a:gd name="T20" fmla="*/ 1388 w 1643"/>
                  <a:gd name="T21" fmla="*/ 818 h 833"/>
                  <a:gd name="T22" fmla="*/ 1393 w 1643"/>
                  <a:gd name="T23" fmla="*/ 820 h 833"/>
                  <a:gd name="T24" fmla="*/ 1398 w 1643"/>
                  <a:gd name="T25" fmla="*/ 822 h 833"/>
                  <a:gd name="T26" fmla="*/ 1405 w 1643"/>
                  <a:gd name="T27" fmla="*/ 824 h 833"/>
                  <a:gd name="T28" fmla="*/ 1410 w 1643"/>
                  <a:gd name="T29" fmla="*/ 825 h 833"/>
                  <a:gd name="T30" fmla="*/ 1416 w 1643"/>
                  <a:gd name="T31" fmla="*/ 827 h 833"/>
                  <a:gd name="T32" fmla="*/ 1421 w 1643"/>
                  <a:gd name="T33" fmla="*/ 828 h 833"/>
                  <a:gd name="T34" fmla="*/ 1427 w 1643"/>
                  <a:gd name="T35" fmla="*/ 829 h 833"/>
                  <a:gd name="T36" fmla="*/ 1433 w 1643"/>
                  <a:gd name="T37" fmla="*/ 830 h 833"/>
                  <a:gd name="T38" fmla="*/ 1440 w 1643"/>
                  <a:gd name="T39" fmla="*/ 831 h 833"/>
                  <a:gd name="T40" fmla="*/ 1446 w 1643"/>
                  <a:gd name="T41" fmla="*/ 832 h 833"/>
                  <a:gd name="T42" fmla="*/ 1453 w 1643"/>
                  <a:gd name="T43" fmla="*/ 832 h 833"/>
                  <a:gd name="T44" fmla="*/ 1460 w 1643"/>
                  <a:gd name="T45" fmla="*/ 833 h 833"/>
                  <a:gd name="T46" fmla="*/ 1466 w 1643"/>
                  <a:gd name="T47" fmla="*/ 833 h 833"/>
                  <a:gd name="T48" fmla="*/ 1473 w 1643"/>
                  <a:gd name="T49" fmla="*/ 833 h 833"/>
                  <a:gd name="T50" fmla="*/ 1480 w 1643"/>
                  <a:gd name="T51" fmla="*/ 833 h 833"/>
                  <a:gd name="T52" fmla="*/ 1487 w 1643"/>
                  <a:gd name="T53" fmla="*/ 833 h 833"/>
                  <a:gd name="T54" fmla="*/ 1493 w 1643"/>
                  <a:gd name="T55" fmla="*/ 832 h 833"/>
                  <a:gd name="T56" fmla="*/ 1501 w 1643"/>
                  <a:gd name="T57" fmla="*/ 832 h 833"/>
                  <a:gd name="T58" fmla="*/ 1507 w 1643"/>
                  <a:gd name="T59" fmla="*/ 831 h 833"/>
                  <a:gd name="T60" fmla="*/ 1515 w 1643"/>
                  <a:gd name="T61" fmla="*/ 830 h 833"/>
                  <a:gd name="T62" fmla="*/ 1521 w 1643"/>
                  <a:gd name="T63" fmla="*/ 829 h 833"/>
                  <a:gd name="T64" fmla="*/ 1528 w 1643"/>
                  <a:gd name="T65" fmla="*/ 828 h 833"/>
                  <a:gd name="T66" fmla="*/ 1535 w 1643"/>
                  <a:gd name="T67" fmla="*/ 827 h 833"/>
                  <a:gd name="T68" fmla="*/ 1542 w 1643"/>
                  <a:gd name="T69" fmla="*/ 826 h 833"/>
                  <a:gd name="T70" fmla="*/ 1548 w 1643"/>
                  <a:gd name="T71" fmla="*/ 824 h 833"/>
                  <a:gd name="T72" fmla="*/ 1555 w 1643"/>
                  <a:gd name="T73" fmla="*/ 823 h 833"/>
                  <a:gd name="T74" fmla="*/ 1562 w 1643"/>
                  <a:gd name="T75" fmla="*/ 821 h 833"/>
                  <a:gd name="T76" fmla="*/ 1568 w 1643"/>
                  <a:gd name="T77" fmla="*/ 819 h 833"/>
                  <a:gd name="T78" fmla="*/ 1575 w 1643"/>
                  <a:gd name="T79" fmla="*/ 817 h 833"/>
                  <a:gd name="T80" fmla="*/ 1581 w 1643"/>
                  <a:gd name="T81" fmla="*/ 815 h 833"/>
                  <a:gd name="T82" fmla="*/ 1587 w 1643"/>
                  <a:gd name="T83" fmla="*/ 813 h 833"/>
                  <a:gd name="T84" fmla="*/ 1592 w 1643"/>
                  <a:gd name="T85" fmla="*/ 811 h 833"/>
                  <a:gd name="T86" fmla="*/ 1592 w 1643"/>
                  <a:gd name="T87" fmla="*/ 811 h 833"/>
                  <a:gd name="T88" fmla="*/ 1603 w 1643"/>
                  <a:gd name="T89" fmla="*/ 806 h 833"/>
                  <a:gd name="T90" fmla="*/ 1613 w 1643"/>
                  <a:gd name="T91" fmla="*/ 801 h 833"/>
                  <a:gd name="T92" fmla="*/ 1621 w 1643"/>
                  <a:gd name="T93" fmla="*/ 795 h 833"/>
                  <a:gd name="T94" fmla="*/ 1628 w 1643"/>
                  <a:gd name="T95" fmla="*/ 789 h 833"/>
                  <a:gd name="T96" fmla="*/ 1633 w 1643"/>
                  <a:gd name="T97" fmla="*/ 783 h 833"/>
                  <a:gd name="T98" fmla="*/ 1638 w 1643"/>
                  <a:gd name="T99" fmla="*/ 777 h 833"/>
                  <a:gd name="T100" fmla="*/ 1641 w 1643"/>
                  <a:gd name="T101" fmla="*/ 770 h 833"/>
                  <a:gd name="T102" fmla="*/ 1642 w 1643"/>
                  <a:gd name="T103" fmla="*/ 764 h 833"/>
                  <a:gd name="T104" fmla="*/ 1643 w 1643"/>
                  <a:gd name="T105" fmla="*/ 757 h 833"/>
                  <a:gd name="T106" fmla="*/ 1643 w 1643"/>
                  <a:gd name="T107" fmla="*/ 682 h 833"/>
                  <a:gd name="T108" fmla="*/ 1642 w 1643"/>
                  <a:gd name="T109" fmla="*/ 676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43" h="833">
                    <a:moveTo>
                      <a:pt x="1642" y="676"/>
                    </a:moveTo>
                    <a:lnTo>
                      <a:pt x="1640" y="670"/>
                    </a:lnTo>
                    <a:lnTo>
                      <a:pt x="1636" y="663"/>
                    </a:lnTo>
                    <a:lnTo>
                      <a:pt x="1631" y="658"/>
                    </a:lnTo>
                    <a:lnTo>
                      <a:pt x="1623" y="652"/>
                    </a:lnTo>
                    <a:lnTo>
                      <a:pt x="1616" y="647"/>
                    </a:lnTo>
                    <a:lnTo>
                      <a:pt x="1607" y="642"/>
                    </a:lnTo>
                    <a:lnTo>
                      <a:pt x="219" y="0"/>
                    </a:lnTo>
                    <a:lnTo>
                      <a:pt x="0" y="101"/>
                    </a:lnTo>
                    <a:lnTo>
                      <a:pt x="0" y="176"/>
                    </a:lnTo>
                    <a:lnTo>
                      <a:pt x="1388" y="818"/>
                    </a:lnTo>
                    <a:lnTo>
                      <a:pt x="1393" y="820"/>
                    </a:lnTo>
                    <a:lnTo>
                      <a:pt x="1398" y="822"/>
                    </a:lnTo>
                    <a:lnTo>
                      <a:pt x="1405" y="824"/>
                    </a:lnTo>
                    <a:lnTo>
                      <a:pt x="1410" y="825"/>
                    </a:lnTo>
                    <a:lnTo>
                      <a:pt x="1416" y="827"/>
                    </a:lnTo>
                    <a:lnTo>
                      <a:pt x="1421" y="828"/>
                    </a:lnTo>
                    <a:lnTo>
                      <a:pt x="1427" y="829"/>
                    </a:lnTo>
                    <a:lnTo>
                      <a:pt x="1433" y="830"/>
                    </a:lnTo>
                    <a:lnTo>
                      <a:pt x="1440" y="831"/>
                    </a:lnTo>
                    <a:lnTo>
                      <a:pt x="1446" y="832"/>
                    </a:lnTo>
                    <a:lnTo>
                      <a:pt x="1453" y="832"/>
                    </a:lnTo>
                    <a:lnTo>
                      <a:pt x="1460" y="833"/>
                    </a:lnTo>
                    <a:lnTo>
                      <a:pt x="1466" y="833"/>
                    </a:lnTo>
                    <a:lnTo>
                      <a:pt x="1473" y="833"/>
                    </a:lnTo>
                    <a:lnTo>
                      <a:pt x="1480" y="833"/>
                    </a:lnTo>
                    <a:lnTo>
                      <a:pt x="1487" y="833"/>
                    </a:lnTo>
                    <a:lnTo>
                      <a:pt x="1493" y="832"/>
                    </a:lnTo>
                    <a:lnTo>
                      <a:pt x="1501" y="832"/>
                    </a:lnTo>
                    <a:lnTo>
                      <a:pt x="1507" y="831"/>
                    </a:lnTo>
                    <a:lnTo>
                      <a:pt x="1515" y="830"/>
                    </a:lnTo>
                    <a:lnTo>
                      <a:pt x="1521" y="829"/>
                    </a:lnTo>
                    <a:lnTo>
                      <a:pt x="1528" y="828"/>
                    </a:lnTo>
                    <a:lnTo>
                      <a:pt x="1535" y="827"/>
                    </a:lnTo>
                    <a:lnTo>
                      <a:pt x="1542" y="826"/>
                    </a:lnTo>
                    <a:lnTo>
                      <a:pt x="1548" y="824"/>
                    </a:lnTo>
                    <a:lnTo>
                      <a:pt x="1555" y="823"/>
                    </a:lnTo>
                    <a:lnTo>
                      <a:pt x="1562" y="821"/>
                    </a:lnTo>
                    <a:lnTo>
                      <a:pt x="1568" y="819"/>
                    </a:lnTo>
                    <a:lnTo>
                      <a:pt x="1575" y="817"/>
                    </a:lnTo>
                    <a:lnTo>
                      <a:pt x="1581" y="815"/>
                    </a:lnTo>
                    <a:lnTo>
                      <a:pt x="1587" y="813"/>
                    </a:lnTo>
                    <a:lnTo>
                      <a:pt x="1592" y="811"/>
                    </a:lnTo>
                    <a:lnTo>
                      <a:pt x="1592" y="811"/>
                    </a:lnTo>
                    <a:lnTo>
                      <a:pt x="1603" y="806"/>
                    </a:lnTo>
                    <a:lnTo>
                      <a:pt x="1613" y="801"/>
                    </a:lnTo>
                    <a:lnTo>
                      <a:pt x="1621" y="795"/>
                    </a:lnTo>
                    <a:lnTo>
                      <a:pt x="1628" y="789"/>
                    </a:lnTo>
                    <a:lnTo>
                      <a:pt x="1633" y="783"/>
                    </a:lnTo>
                    <a:lnTo>
                      <a:pt x="1638" y="777"/>
                    </a:lnTo>
                    <a:lnTo>
                      <a:pt x="1641" y="770"/>
                    </a:lnTo>
                    <a:lnTo>
                      <a:pt x="1642" y="764"/>
                    </a:lnTo>
                    <a:lnTo>
                      <a:pt x="1643" y="757"/>
                    </a:lnTo>
                    <a:lnTo>
                      <a:pt x="1643" y="682"/>
                    </a:lnTo>
                    <a:lnTo>
                      <a:pt x="1642" y="6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8" name="Freeform 179">
                <a:extLst>
                  <a:ext uri="{FF2B5EF4-FFF2-40B4-BE49-F238E27FC236}">
                    <a16:creationId xmlns:a16="http://schemas.microsoft.com/office/drawing/2014/main" id="{BD4C655C-D7EC-4802-82F9-338336BC3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2992438"/>
                <a:ext cx="522288" cy="300038"/>
              </a:xfrm>
              <a:custGeom>
                <a:avLst/>
                <a:gdLst>
                  <a:gd name="T0" fmla="*/ 1607 w 1643"/>
                  <a:gd name="T1" fmla="*/ 642 h 758"/>
                  <a:gd name="T2" fmla="*/ 219 w 1643"/>
                  <a:gd name="T3" fmla="*/ 0 h 758"/>
                  <a:gd name="T4" fmla="*/ 0 w 1643"/>
                  <a:gd name="T5" fmla="*/ 101 h 758"/>
                  <a:gd name="T6" fmla="*/ 1388 w 1643"/>
                  <a:gd name="T7" fmla="*/ 743 h 758"/>
                  <a:gd name="T8" fmla="*/ 1398 w 1643"/>
                  <a:gd name="T9" fmla="*/ 747 h 758"/>
                  <a:gd name="T10" fmla="*/ 1410 w 1643"/>
                  <a:gd name="T11" fmla="*/ 751 h 758"/>
                  <a:gd name="T12" fmla="*/ 1421 w 1643"/>
                  <a:gd name="T13" fmla="*/ 753 h 758"/>
                  <a:gd name="T14" fmla="*/ 1433 w 1643"/>
                  <a:gd name="T15" fmla="*/ 756 h 758"/>
                  <a:gd name="T16" fmla="*/ 1446 w 1643"/>
                  <a:gd name="T17" fmla="*/ 757 h 758"/>
                  <a:gd name="T18" fmla="*/ 1460 w 1643"/>
                  <a:gd name="T19" fmla="*/ 758 h 758"/>
                  <a:gd name="T20" fmla="*/ 1473 w 1643"/>
                  <a:gd name="T21" fmla="*/ 758 h 758"/>
                  <a:gd name="T22" fmla="*/ 1487 w 1643"/>
                  <a:gd name="T23" fmla="*/ 758 h 758"/>
                  <a:gd name="T24" fmla="*/ 1501 w 1643"/>
                  <a:gd name="T25" fmla="*/ 757 h 758"/>
                  <a:gd name="T26" fmla="*/ 1515 w 1643"/>
                  <a:gd name="T27" fmla="*/ 756 h 758"/>
                  <a:gd name="T28" fmla="*/ 1528 w 1643"/>
                  <a:gd name="T29" fmla="*/ 754 h 758"/>
                  <a:gd name="T30" fmla="*/ 1542 w 1643"/>
                  <a:gd name="T31" fmla="*/ 751 h 758"/>
                  <a:gd name="T32" fmla="*/ 1555 w 1643"/>
                  <a:gd name="T33" fmla="*/ 748 h 758"/>
                  <a:gd name="T34" fmla="*/ 1568 w 1643"/>
                  <a:gd name="T35" fmla="*/ 745 h 758"/>
                  <a:gd name="T36" fmla="*/ 1581 w 1643"/>
                  <a:gd name="T37" fmla="*/ 741 h 758"/>
                  <a:gd name="T38" fmla="*/ 1592 w 1643"/>
                  <a:gd name="T39" fmla="*/ 736 h 758"/>
                  <a:gd name="T40" fmla="*/ 1592 w 1643"/>
                  <a:gd name="T41" fmla="*/ 736 h 758"/>
                  <a:gd name="T42" fmla="*/ 1603 w 1643"/>
                  <a:gd name="T43" fmla="*/ 731 h 758"/>
                  <a:gd name="T44" fmla="*/ 1613 w 1643"/>
                  <a:gd name="T45" fmla="*/ 726 h 758"/>
                  <a:gd name="T46" fmla="*/ 1621 w 1643"/>
                  <a:gd name="T47" fmla="*/ 720 h 758"/>
                  <a:gd name="T48" fmla="*/ 1628 w 1643"/>
                  <a:gd name="T49" fmla="*/ 714 h 758"/>
                  <a:gd name="T50" fmla="*/ 1633 w 1643"/>
                  <a:gd name="T51" fmla="*/ 708 h 758"/>
                  <a:gd name="T52" fmla="*/ 1638 w 1643"/>
                  <a:gd name="T53" fmla="*/ 702 h 758"/>
                  <a:gd name="T54" fmla="*/ 1641 w 1643"/>
                  <a:gd name="T55" fmla="*/ 695 h 758"/>
                  <a:gd name="T56" fmla="*/ 1642 w 1643"/>
                  <a:gd name="T57" fmla="*/ 689 h 758"/>
                  <a:gd name="T58" fmla="*/ 1643 w 1643"/>
                  <a:gd name="T59" fmla="*/ 682 h 758"/>
                  <a:gd name="T60" fmla="*/ 1642 w 1643"/>
                  <a:gd name="T61" fmla="*/ 676 h 758"/>
                  <a:gd name="T62" fmla="*/ 1640 w 1643"/>
                  <a:gd name="T63" fmla="*/ 670 h 758"/>
                  <a:gd name="T64" fmla="*/ 1636 w 1643"/>
                  <a:gd name="T65" fmla="*/ 663 h 758"/>
                  <a:gd name="T66" fmla="*/ 1631 w 1643"/>
                  <a:gd name="T67" fmla="*/ 658 h 758"/>
                  <a:gd name="T68" fmla="*/ 1623 w 1643"/>
                  <a:gd name="T69" fmla="*/ 652 h 758"/>
                  <a:gd name="T70" fmla="*/ 1616 w 1643"/>
                  <a:gd name="T71" fmla="*/ 647 h 758"/>
                  <a:gd name="T72" fmla="*/ 1607 w 1643"/>
                  <a:gd name="T73" fmla="*/ 642 h 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643" h="758">
                    <a:moveTo>
                      <a:pt x="1607" y="642"/>
                    </a:moveTo>
                    <a:lnTo>
                      <a:pt x="219" y="0"/>
                    </a:lnTo>
                    <a:lnTo>
                      <a:pt x="0" y="101"/>
                    </a:lnTo>
                    <a:lnTo>
                      <a:pt x="1388" y="743"/>
                    </a:lnTo>
                    <a:lnTo>
                      <a:pt x="1398" y="747"/>
                    </a:lnTo>
                    <a:lnTo>
                      <a:pt x="1410" y="751"/>
                    </a:lnTo>
                    <a:lnTo>
                      <a:pt x="1421" y="753"/>
                    </a:lnTo>
                    <a:lnTo>
                      <a:pt x="1433" y="756"/>
                    </a:lnTo>
                    <a:lnTo>
                      <a:pt x="1446" y="757"/>
                    </a:lnTo>
                    <a:lnTo>
                      <a:pt x="1460" y="758"/>
                    </a:lnTo>
                    <a:lnTo>
                      <a:pt x="1473" y="758"/>
                    </a:lnTo>
                    <a:lnTo>
                      <a:pt x="1487" y="758"/>
                    </a:lnTo>
                    <a:lnTo>
                      <a:pt x="1501" y="757"/>
                    </a:lnTo>
                    <a:lnTo>
                      <a:pt x="1515" y="756"/>
                    </a:lnTo>
                    <a:lnTo>
                      <a:pt x="1528" y="754"/>
                    </a:lnTo>
                    <a:lnTo>
                      <a:pt x="1542" y="751"/>
                    </a:lnTo>
                    <a:lnTo>
                      <a:pt x="1555" y="748"/>
                    </a:lnTo>
                    <a:lnTo>
                      <a:pt x="1568" y="745"/>
                    </a:lnTo>
                    <a:lnTo>
                      <a:pt x="1581" y="741"/>
                    </a:lnTo>
                    <a:lnTo>
                      <a:pt x="1592" y="736"/>
                    </a:lnTo>
                    <a:lnTo>
                      <a:pt x="1592" y="736"/>
                    </a:lnTo>
                    <a:lnTo>
                      <a:pt x="1603" y="731"/>
                    </a:lnTo>
                    <a:lnTo>
                      <a:pt x="1613" y="726"/>
                    </a:lnTo>
                    <a:lnTo>
                      <a:pt x="1621" y="720"/>
                    </a:lnTo>
                    <a:lnTo>
                      <a:pt x="1628" y="714"/>
                    </a:lnTo>
                    <a:lnTo>
                      <a:pt x="1633" y="708"/>
                    </a:lnTo>
                    <a:lnTo>
                      <a:pt x="1638" y="702"/>
                    </a:lnTo>
                    <a:lnTo>
                      <a:pt x="1641" y="695"/>
                    </a:lnTo>
                    <a:lnTo>
                      <a:pt x="1642" y="689"/>
                    </a:lnTo>
                    <a:lnTo>
                      <a:pt x="1643" y="682"/>
                    </a:lnTo>
                    <a:lnTo>
                      <a:pt x="1642" y="676"/>
                    </a:lnTo>
                    <a:lnTo>
                      <a:pt x="1640" y="670"/>
                    </a:lnTo>
                    <a:lnTo>
                      <a:pt x="1636" y="663"/>
                    </a:lnTo>
                    <a:lnTo>
                      <a:pt x="1631" y="658"/>
                    </a:lnTo>
                    <a:lnTo>
                      <a:pt x="1623" y="652"/>
                    </a:lnTo>
                    <a:lnTo>
                      <a:pt x="1616" y="647"/>
                    </a:lnTo>
                    <a:lnTo>
                      <a:pt x="1607" y="642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9" name="Freeform 180">
                <a:extLst>
                  <a:ext uri="{FF2B5EF4-FFF2-40B4-BE49-F238E27FC236}">
                    <a16:creationId xmlns:a16="http://schemas.microsoft.com/office/drawing/2014/main" id="{048296D5-5AFC-4012-8AFC-A7DA35D71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5113" y="2336800"/>
                <a:ext cx="79375" cy="165100"/>
              </a:xfrm>
              <a:custGeom>
                <a:avLst/>
                <a:gdLst>
                  <a:gd name="T0" fmla="*/ 161 w 248"/>
                  <a:gd name="T1" fmla="*/ 0 h 416"/>
                  <a:gd name="T2" fmla="*/ 161 w 248"/>
                  <a:gd name="T3" fmla="*/ 33 h 416"/>
                  <a:gd name="T4" fmla="*/ 23 w 248"/>
                  <a:gd name="T5" fmla="*/ 330 h 416"/>
                  <a:gd name="T6" fmla="*/ 0 w 248"/>
                  <a:gd name="T7" fmla="*/ 416 h 416"/>
                  <a:gd name="T8" fmla="*/ 102 w 248"/>
                  <a:gd name="T9" fmla="*/ 384 h 416"/>
                  <a:gd name="T10" fmla="*/ 248 w 248"/>
                  <a:gd name="T11" fmla="*/ 63 h 416"/>
                  <a:gd name="T12" fmla="*/ 248 w 248"/>
                  <a:gd name="T13" fmla="*/ 30 h 416"/>
                  <a:gd name="T14" fmla="*/ 161 w 248"/>
                  <a:gd name="T15" fmla="*/ 0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8" h="416">
                    <a:moveTo>
                      <a:pt x="161" y="0"/>
                    </a:moveTo>
                    <a:lnTo>
                      <a:pt x="161" y="33"/>
                    </a:lnTo>
                    <a:lnTo>
                      <a:pt x="23" y="330"/>
                    </a:lnTo>
                    <a:lnTo>
                      <a:pt x="0" y="416"/>
                    </a:lnTo>
                    <a:lnTo>
                      <a:pt x="102" y="384"/>
                    </a:lnTo>
                    <a:lnTo>
                      <a:pt x="248" y="63"/>
                    </a:lnTo>
                    <a:lnTo>
                      <a:pt x="248" y="30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0" name="Freeform 181">
                <a:extLst>
                  <a:ext uri="{FF2B5EF4-FFF2-40B4-BE49-F238E27FC236}">
                    <a16:creationId xmlns:a16="http://schemas.microsoft.com/office/drawing/2014/main" id="{C4FC8C38-5D64-4963-AA18-C9229BC3B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663" y="2517775"/>
                <a:ext cx="20638" cy="312738"/>
              </a:xfrm>
              <a:custGeom>
                <a:avLst/>
                <a:gdLst>
                  <a:gd name="T0" fmla="*/ 0 w 64"/>
                  <a:gd name="T1" fmla="*/ 0 h 788"/>
                  <a:gd name="T2" fmla="*/ 0 w 64"/>
                  <a:gd name="T3" fmla="*/ 758 h 788"/>
                  <a:gd name="T4" fmla="*/ 64 w 64"/>
                  <a:gd name="T5" fmla="*/ 788 h 788"/>
                  <a:gd name="T6" fmla="*/ 64 w 64"/>
                  <a:gd name="T7" fmla="*/ 30 h 788"/>
                  <a:gd name="T8" fmla="*/ 0 w 64"/>
                  <a:gd name="T9" fmla="*/ 0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88">
                    <a:moveTo>
                      <a:pt x="0" y="0"/>
                    </a:moveTo>
                    <a:lnTo>
                      <a:pt x="0" y="758"/>
                    </a:lnTo>
                    <a:lnTo>
                      <a:pt x="64" y="788"/>
                    </a:lnTo>
                    <a:lnTo>
                      <a:pt x="6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1" name="Freeform 182">
                <a:extLst>
                  <a:ext uri="{FF2B5EF4-FFF2-40B4-BE49-F238E27FC236}">
                    <a16:creationId xmlns:a16="http://schemas.microsoft.com/office/drawing/2014/main" id="{86320F7F-79AA-41F4-8E34-D1068ECDA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838" y="2490788"/>
                <a:ext cx="57150" cy="33338"/>
              </a:xfrm>
              <a:custGeom>
                <a:avLst/>
                <a:gdLst>
                  <a:gd name="T0" fmla="*/ 153 w 179"/>
                  <a:gd name="T1" fmla="*/ 12 h 82"/>
                  <a:gd name="T2" fmla="*/ 139 w 179"/>
                  <a:gd name="T3" fmla="*/ 7 h 82"/>
                  <a:gd name="T4" fmla="*/ 123 w 179"/>
                  <a:gd name="T5" fmla="*/ 3 h 82"/>
                  <a:gd name="T6" fmla="*/ 106 w 179"/>
                  <a:gd name="T7" fmla="*/ 1 h 82"/>
                  <a:gd name="T8" fmla="*/ 89 w 179"/>
                  <a:gd name="T9" fmla="*/ 0 h 82"/>
                  <a:gd name="T10" fmla="*/ 73 w 179"/>
                  <a:gd name="T11" fmla="*/ 1 h 82"/>
                  <a:gd name="T12" fmla="*/ 56 w 179"/>
                  <a:gd name="T13" fmla="*/ 3 h 82"/>
                  <a:gd name="T14" fmla="*/ 40 w 179"/>
                  <a:gd name="T15" fmla="*/ 7 h 82"/>
                  <a:gd name="T16" fmla="*/ 26 w 179"/>
                  <a:gd name="T17" fmla="*/ 12 h 82"/>
                  <a:gd name="T18" fmla="*/ 20 w 179"/>
                  <a:gd name="T19" fmla="*/ 15 h 82"/>
                  <a:gd name="T20" fmla="*/ 15 w 179"/>
                  <a:gd name="T21" fmla="*/ 18 h 82"/>
                  <a:gd name="T22" fmla="*/ 10 w 179"/>
                  <a:gd name="T23" fmla="*/ 22 h 82"/>
                  <a:gd name="T24" fmla="*/ 8 w 179"/>
                  <a:gd name="T25" fmla="*/ 26 h 82"/>
                  <a:gd name="T26" fmla="*/ 4 w 179"/>
                  <a:gd name="T27" fmla="*/ 29 h 82"/>
                  <a:gd name="T28" fmla="*/ 3 w 179"/>
                  <a:gd name="T29" fmla="*/ 33 h 82"/>
                  <a:gd name="T30" fmla="*/ 2 w 179"/>
                  <a:gd name="T31" fmla="*/ 37 h 82"/>
                  <a:gd name="T32" fmla="*/ 0 w 179"/>
                  <a:gd name="T33" fmla="*/ 41 h 82"/>
                  <a:gd name="T34" fmla="*/ 2 w 179"/>
                  <a:gd name="T35" fmla="*/ 45 h 82"/>
                  <a:gd name="T36" fmla="*/ 3 w 179"/>
                  <a:gd name="T37" fmla="*/ 49 h 82"/>
                  <a:gd name="T38" fmla="*/ 4 w 179"/>
                  <a:gd name="T39" fmla="*/ 53 h 82"/>
                  <a:gd name="T40" fmla="*/ 8 w 179"/>
                  <a:gd name="T41" fmla="*/ 56 h 82"/>
                  <a:gd name="T42" fmla="*/ 10 w 179"/>
                  <a:gd name="T43" fmla="*/ 60 h 82"/>
                  <a:gd name="T44" fmla="*/ 15 w 179"/>
                  <a:gd name="T45" fmla="*/ 64 h 82"/>
                  <a:gd name="T46" fmla="*/ 20 w 179"/>
                  <a:gd name="T47" fmla="*/ 67 h 82"/>
                  <a:gd name="T48" fmla="*/ 26 w 179"/>
                  <a:gd name="T49" fmla="*/ 70 h 82"/>
                  <a:gd name="T50" fmla="*/ 40 w 179"/>
                  <a:gd name="T51" fmla="*/ 75 h 82"/>
                  <a:gd name="T52" fmla="*/ 56 w 179"/>
                  <a:gd name="T53" fmla="*/ 79 h 82"/>
                  <a:gd name="T54" fmla="*/ 73 w 179"/>
                  <a:gd name="T55" fmla="*/ 81 h 82"/>
                  <a:gd name="T56" fmla="*/ 89 w 179"/>
                  <a:gd name="T57" fmla="*/ 82 h 82"/>
                  <a:gd name="T58" fmla="*/ 106 w 179"/>
                  <a:gd name="T59" fmla="*/ 81 h 82"/>
                  <a:gd name="T60" fmla="*/ 123 w 179"/>
                  <a:gd name="T61" fmla="*/ 79 h 82"/>
                  <a:gd name="T62" fmla="*/ 139 w 179"/>
                  <a:gd name="T63" fmla="*/ 75 h 82"/>
                  <a:gd name="T64" fmla="*/ 153 w 179"/>
                  <a:gd name="T65" fmla="*/ 70 h 82"/>
                  <a:gd name="T66" fmla="*/ 159 w 179"/>
                  <a:gd name="T67" fmla="*/ 67 h 82"/>
                  <a:gd name="T68" fmla="*/ 164 w 179"/>
                  <a:gd name="T69" fmla="*/ 64 h 82"/>
                  <a:gd name="T70" fmla="*/ 168 w 179"/>
                  <a:gd name="T71" fmla="*/ 60 h 82"/>
                  <a:gd name="T72" fmla="*/ 171 w 179"/>
                  <a:gd name="T73" fmla="*/ 56 h 82"/>
                  <a:gd name="T74" fmla="*/ 175 w 179"/>
                  <a:gd name="T75" fmla="*/ 53 h 82"/>
                  <a:gd name="T76" fmla="*/ 176 w 179"/>
                  <a:gd name="T77" fmla="*/ 49 h 82"/>
                  <a:gd name="T78" fmla="*/ 178 w 179"/>
                  <a:gd name="T79" fmla="*/ 45 h 82"/>
                  <a:gd name="T80" fmla="*/ 179 w 179"/>
                  <a:gd name="T81" fmla="*/ 41 h 82"/>
                  <a:gd name="T82" fmla="*/ 178 w 179"/>
                  <a:gd name="T83" fmla="*/ 37 h 82"/>
                  <a:gd name="T84" fmla="*/ 176 w 179"/>
                  <a:gd name="T85" fmla="*/ 33 h 82"/>
                  <a:gd name="T86" fmla="*/ 175 w 179"/>
                  <a:gd name="T87" fmla="*/ 29 h 82"/>
                  <a:gd name="T88" fmla="*/ 171 w 179"/>
                  <a:gd name="T89" fmla="*/ 26 h 82"/>
                  <a:gd name="T90" fmla="*/ 168 w 179"/>
                  <a:gd name="T91" fmla="*/ 22 h 82"/>
                  <a:gd name="T92" fmla="*/ 164 w 179"/>
                  <a:gd name="T93" fmla="*/ 18 h 82"/>
                  <a:gd name="T94" fmla="*/ 159 w 179"/>
                  <a:gd name="T95" fmla="*/ 15 h 82"/>
                  <a:gd name="T96" fmla="*/ 153 w 179"/>
                  <a:gd name="T97" fmla="*/ 1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79" h="82">
                    <a:moveTo>
                      <a:pt x="153" y="12"/>
                    </a:moveTo>
                    <a:lnTo>
                      <a:pt x="139" y="7"/>
                    </a:lnTo>
                    <a:lnTo>
                      <a:pt x="123" y="3"/>
                    </a:lnTo>
                    <a:lnTo>
                      <a:pt x="106" y="1"/>
                    </a:lnTo>
                    <a:lnTo>
                      <a:pt x="89" y="0"/>
                    </a:lnTo>
                    <a:lnTo>
                      <a:pt x="73" y="1"/>
                    </a:lnTo>
                    <a:lnTo>
                      <a:pt x="56" y="3"/>
                    </a:lnTo>
                    <a:lnTo>
                      <a:pt x="40" y="7"/>
                    </a:lnTo>
                    <a:lnTo>
                      <a:pt x="26" y="12"/>
                    </a:lnTo>
                    <a:lnTo>
                      <a:pt x="20" y="15"/>
                    </a:lnTo>
                    <a:lnTo>
                      <a:pt x="15" y="18"/>
                    </a:lnTo>
                    <a:lnTo>
                      <a:pt x="10" y="22"/>
                    </a:lnTo>
                    <a:lnTo>
                      <a:pt x="8" y="26"/>
                    </a:lnTo>
                    <a:lnTo>
                      <a:pt x="4" y="29"/>
                    </a:lnTo>
                    <a:lnTo>
                      <a:pt x="3" y="33"/>
                    </a:lnTo>
                    <a:lnTo>
                      <a:pt x="2" y="37"/>
                    </a:lnTo>
                    <a:lnTo>
                      <a:pt x="0" y="41"/>
                    </a:lnTo>
                    <a:lnTo>
                      <a:pt x="2" y="45"/>
                    </a:lnTo>
                    <a:lnTo>
                      <a:pt x="3" y="49"/>
                    </a:lnTo>
                    <a:lnTo>
                      <a:pt x="4" y="53"/>
                    </a:lnTo>
                    <a:lnTo>
                      <a:pt x="8" y="56"/>
                    </a:lnTo>
                    <a:lnTo>
                      <a:pt x="10" y="60"/>
                    </a:lnTo>
                    <a:lnTo>
                      <a:pt x="15" y="64"/>
                    </a:lnTo>
                    <a:lnTo>
                      <a:pt x="20" y="67"/>
                    </a:lnTo>
                    <a:lnTo>
                      <a:pt x="26" y="70"/>
                    </a:lnTo>
                    <a:lnTo>
                      <a:pt x="40" y="75"/>
                    </a:lnTo>
                    <a:lnTo>
                      <a:pt x="56" y="79"/>
                    </a:lnTo>
                    <a:lnTo>
                      <a:pt x="73" y="81"/>
                    </a:lnTo>
                    <a:lnTo>
                      <a:pt x="89" y="82"/>
                    </a:lnTo>
                    <a:lnTo>
                      <a:pt x="106" y="81"/>
                    </a:lnTo>
                    <a:lnTo>
                      <a:pt x="123" y="79"/>
                    </a:lnTo>
                    <a:lnTo>
                      <a:pt x="139" y="75"/>
                    </a:lnTo>
                    <a:lnTo>
                      <a:pt x="153" y="70"/>
                    </a:lnTo>
                    <a:lnTo>
                      <a:pt x="159" y="67"/>
                    </a:lnTo>
                    <a:lnTo>
                      <a:pt x="164" y="64"/>
                    </a:lnTo>
                    <a:lnTo>
                      <a:pt x="168" y="60"/>
                    </a:lnTo>
                    <a:lnTo>
                      <a:pt x="171" y="56"/>
                    </a:lnTo>
                    <a:lnTo>
                      <a:pt x="175" y="53"/>
                    </a:lnTo>
                    <a:lnTo>
                      <a:pt x="176" y="49"/>
                    </a:lnTo>
                    <a:lnTo>
                      <a:pt x="178" y="45"/>
                    </a:lnTo>
                    <a:lnTo>
                      <a:pt x="179" y="41"/>
                    </a:lnTo>
                    <a:lnTo>
                      <a:pt x="178" y="37"/>
                    </a:lnTo>
                    <a:lnTo>
                      <a:pt x="176" y="33"/>
                    </a:lnTo>
                    <a:lnTo>
                      <a:pt x="175" y="29"/>
                    </a:lnTo>
                    <a:lnTo>
                      <a:pt x="171" y="26"/>
                    </a:lnTo>
                    <a:lnTo>
                      <a:pt x="168" y="22"/>
                    </a:lnTo>
                    <a:lnTo>
                      <a:pt x="164" y="18"/>
                    </a:lnTo>
                    <a:lnTo>
                      <a:pt x="159" y="15"/>
                    </a:lnTo>
                    <a:lnTo>
                      <a:pt x="153" y="12"/>
                    </a:lnTo>
                    <a:close/>
                  </a:path>
                </a:pathLst>
              </a:custGeom>
              <a:solidFill>
                <a:srgbClr val="3642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2" name="Freeform 183">
                <a:extLst>
                  <a:ext uri="{FF2B5EF4-FFF2-40B4-BE49-F238E27FC236}">
                    <a16:creationId xmlns:a16="http://schemas.microsoft.com/office/drawing/2014/main" id="{AA656109-7CAF-4117-9512-F63B92DFB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513" y="2455863"/>
                <a:ext cx="69850" cy="85725"/>
              </a:xfrm>
              <a:custGeom>
                <a:avLst/>
                <a:gdLst>
                  <a:gd name="T0" fmla="*/ 89 w 218"/>
                  <a:gd name="T1" fmla="*/ 30 h 217"/>
                  <a:gd name="T2" fmla="*/ 0 w 218"/>
                  <a:gd name="T3" fmla="*/ 0 h 217"/>
                  <a:gd name="T4" fmla="*/ 153 w 218"/>
                  <a:gd name="T5" fmla="*/ 187 h 217"/>
                  <a:gd name="T6" fmla="*/ 218 w 218"/>
                  <a:gd name="T7" fmla="*/ 217 h 217"/>
                  <a:gd name="T8" fmla="*/ 89 w 218"/>
                  <a:gd name="T9" fmla="*/ 3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" h="217">
                    <a:moveTo>
                      <a:pt x="89" y="30"/>
                    </a:moveTo>
                    <a:lnTo>
                      <a:pt x="0" y="0"/>
                    </a:lnTo>
                    <a:lnTo>
                      <a:pt x="153" y="187"/>
                    </a:lnTo>
                    <a:lnTo>
                      <a:pt x="218" y="217"/>
                    </a:lnTo>
                    <a:lnTo>
                      <a:pt x="89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3" name="Freeform 184">
                <a:extLst>
                  <a:ext uri="{FF2B5EF4-FFF2-40B4-BE49-F238E27FC236}">
                    <a16:creationId xmlns:a16="http://schemas.microsoft.com/office/drawing/2014/main" id="{15F9BF1E-DAB7-42AE-96F5-D10132681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713" y="2387600"/>
                <a:ext cx="26988" cy="112713"/>
              </a:xfrm>
              <a:custGeom>
                <a:avLst/>
                <a:gdLst>
                  <a:gd name="T0" fmla="*/ 0 w 88"/>
                  <a:gd name="T1" fmla="*/ 48 h 284"/>
                  <a:gd name="T2" fmla="*/ 0 w 88"/>
                  <a:gd name="T3" fmla="*/ 253 h 284"/>
                  <a:gd name="T4" fmla="*/ 65 w 88"/>
                  <a:gd name="T5" fmla="*/ 284 h 284"/>
                  <a:gd name="T6" fmla="*/ 88 w 88"/>
                  <a:gd name="T7" fmla="*/ 0 h 284"/>
                  <a:gd name="T8" fmla="*/ 0 w 88"/>
                  <a:gd name="T9" fmla="*/ 48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84">
                    <a:moveTo>
                      <a:pt x="0" y="48"/>
                    </a:moveTo>
                    <a:lnTo>
                      <a:pt x="0" y="253"/>
                    </a:lnTo>
                    <a:lnTo>
                      <a:pt x="65" y="284"/>
                    </a:lnTo>
                    <a:lnTo>
                      <a:pt x="88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4" name="Freeform 185">
                <a:extLst>
                  <a:ext uri="{FF2B5EF4-FFF2-40B4-BE49-F238E27FC236}">
                    <a16:creationId xmlns:a16="http://schemas.microsoft.com/office/drawing/2014/main" id="{46CC8E7C-269E-4478-A817-E8C301ED9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101" y="2303463"/>
                <a:ext cx="184150" cy="163513"/>
              </a:xfrm>
              <a:custGeom>
                <a:avLst/>
                <a:gdLst>
                  <a:gd name="T0" fmla="*/ 582 w 582"/>
                  <a:gd name="T1" fmla="*/ 30 h 414"/>
                  <a:gd name="T2" fmla="*/ 517 w 582"/>
                  <a:gd name="T3" fmla="*/ 0 h 414"/>
                  <a:gd name="T4" fmla="*/ 28 w 582"/>
                  <a:gd name="T5" fmla="*/ 225 h 414"/>
                  <a:gd name="T6" fmla="*/ 22 w 582"/>
                  <a:gd name="T7" fmla="*/ 229 h 414"/>
                  <a:gd name="T8" fmla="*/ 16 w 582"/>
                  <a:gd name="T9" fmla="*/ 233 h 414"/>
                  <a:gd name="T10" fmla="*/ 11 w 582"/>
                  <a:gd name="T11" fmla="*/ 237 h 414"/>
                  <a:gd name="T12" fmla="*/ 7 w 582"/>
                  <a:gd name="T13" fmla="*/ 242 h 414"/>
                  <a:gd name="T14" fmla="*/ 3 w 582"/>
                  <a:gd name="T15" fmla="*/ 248 h 414"/>
                  <a:gd name="T16" fmla="*/ 1 w 582"/>
                  <a:gd name="T17" fmla="*/ 254 h 414"/>
                  <a:gd name="T18" fmla="*/ 0 w 582"/>
                  <a:gd name="T19" fmla="*/ 260 h 414"/>
                  <a:gd name="T20" fmla="*/ 0 w 582"/>
                  <a:gd name="T21" fmla="*/ 266 h 414"/>
                  <a:gd name="T22" fmla="*/ 0 w 582"/>
                  <a:gd name="T23" fmla="*/ 384 h 414"/>
                  <a:gd name="T24" fmla="*/ 65 w 582"/>
                  <a:gd name="T25" fmla="*/ 414 h 414"/>
                  <a:gd name="T26" fmla="*/ 65 w 582"/>
                  <a:gd name="T27" fmla="*/ 296 h 414"/>
                  <a:gd name="T28" fmla="*/ 66 w 582"/>
                  <a:gd name="T29" fmla="*/ 290 h 414"/>
                  <a:gd name="T30" fmla="*/ 67 w 582"/>
                  <a:gd name="T31" fmla="*/ 284 h 414"/>
                  <a:gd name="T32" fmla="*/ 70 w 582"/>
                  <a:gd name="T33" fmla="*/ 278 h 414"/>
                  <a:gd name="T34" fmla="*/ 72 w 582"/>
                  <a:gd name="T35" fmla="*/ 273 h 414"/>
                  <a:gd name="T36" fmla="*/ 77 w 582"/>
                  <a:gd name="T37" fmla="*/ 268 h 414"/>
                  <a:gd name="T38" fmla="*/ 82 w 582"/>
                  <a:gd name="T39" fmla="*/ 263 h 414"/>
                  <a:gd name="T40" fmla="*/ 87 w 582"/>
                  <a:gd name="T41" fmla="*/ 259 h 414"/>
                  <a:gd name="T42" fmla="*/ 95 w 582"/>
                  <a:gd name="T43" fmla="*/ 256 h 414"/>
                  <a:gd name="T44" fmla="*/ 582 w 582"/>
                  <a:gd name="T45" fmla="*/ 30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2" h="414">
                    <a:moveTo>
                      <a:pt x="582" y="30"/>
                    </a:moveTo>
                    <a:lnTo>
                      <a:pt x="517" y="0"/>
                    </a:lnTo>
                    <a:lnTo>
                      <a:pt x="28" y="225"/>
                    </a:lnTo>
                    <a:lnTo>
                      <a:pt x="22" y="229"/>
                    </a:lnTo>
                    <a:lnTo>
                      <a:pt x="16" y="233"/>
                    </a:lnTo>
                    <a:lnTo>
                      <a:pt x="11" y="237"/>
                    </a:lnTo>
                    <a:lnTo>
                      <a:pt x="7" y="242"/>
                    </a:lnTo>
                    <a:lnTo>
                      <a:pt x="3" y="248"/>
                    </a:lnTo>
                    <a:lnTo>
                      <a:pt x="1" y="254"/>
                    </a:lnTo>
                    <a:lnTo>
                      <a:pt x="0" y="260"/>
                    </a:lnTo>
                    <a:lnTo>
                      <a:pt x="0" y="266"/>
                    </a:lnTo>
                    <a:lnTo>
                      <a:pt x="0" y="384"/>
                    </a:lnTo>
                    <a:lnTo>
                      <a:pt x="65" y="414"/>
                    </a:lnTo>
                    <a:lnTo>
                      <a:pt x="65" y="296"/>
                    </a:lnTo>
                    <a:lnTo>
                      <a:pt x="66" y="290"/>
                    </a:lnTo>
                    <a:lnTo>
                      <a:pt x="67" y="284"/>
                    </a:lnTo>
                    <a:lnTo>
                      <a:pt x="70" y="278"/>
                    </a:lnTo>
                    <a:lnTo>
                      <a:pt x="72" y="273"/>
                    </a:lnTo>
                    <a:lnTo>
                      <a:pt x="77" y="268"/>
                    </a:lnTo>
                    <a:lnTo>
                      <a:pt x="82" y="263"/>
                    </a:lnTo>
                    <a:lnTo>
                      <a:pt x="87" y="259"/>
                    </a:lnTo>
                    <a:lnTo>
                      <a:pt x="95" y="256"/>
                    </a:lnTo>
                    <a:lnTo>
                      <a:pt x="582" y="30"/>
                    </a:lnTo>
                    <a:close/>
                  </a:path>
                </a:pathLst>
              </a:custGeom>
              <a:solidFill>
                <a:srgbClr val="808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5" name="Freeform 186">
                <a:extLst>
                  <a:ext uri="{FF2B5EF4-FFF2-40B4-BE49-F238E27FC236}">
                    <a16:creationId xmlns:a16="http://schemas.microsoft.com/office/drawing/2014/main" id="{FB4C8ECF-320A-48BF-9355-FB329D851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101" y="2303463"/>
                <a:ext cx="190500" cy="169863"/>
              </a:xfrm>
              <a:custGeom>
                <a:avLst/>
                <a:gdLst>
                  <a:gd name="T0" fmla="*/ 536 w 602"/>
                  <a:gd name="T1" fmla="*/ 3 h 428"/>
                  <a:gd name="T2" fmla="*/ 532 w 602"/>
                  <a:gd name="T3" fmla="*/ 2 h 428"/>
                  <a:gd name="T4" fmla="*/ 529 w 602"/>
                  <a:gd name="T5" fmla="*/ 1 h 428"/>
                  <a:gd name="T6" fmla="*/ 526 w 602"/>
                  <a:gd name="T7" fmla="*/ 0 h 428"/>
                  <a:gd name="T8" fmla="*/ 522 w 602"/>
                  <a:gd name="T9" fmla="*/ 0 h 428"/>
                  <a:gd name="T10" fmla="*/ 518 w 602"/>
                  <a:gd name="T11" fmla="*/ 0 h 428"/>
                  <a:gd name="T12" fmla="*/ 514 w 602"/>
                  <a:gd name="T13" fmla="*/ 1 h 428"/>
                  <a:gd name="T14" fmla="*/ 511 w 602"/>
                  <a:gd name="T15" fmla="*/ 2 h 428"/>
                  <a:gd name="T16" fmla="*/ 507 w 602"/>
                  <a:gd name="T17" fmla="*/ 3 h 428"/>
                  <a:gd name="T18" fmla="*/ 274 w 602"/>
                  <a:gd name="T19" fmla="*/ 110 h 428"/>
                  <a:gd name="T20" fmla="*/ 28 w 602"/>
                  <a:gd name="T21" fmla="*/ 224 h 428"/>
                  <a:gd name="T22" fmla="*/ 22 w 602"/>
                  <a:gd name="T23" fmla="*/ 228 h 428"/>
                  <a:gd name="T24" fmla="*/ 16 w 602"/>
                  <a:gd name="T25" fmla="*/ 232 h 428"/>
                  <a:gd name="T26" fmla="*/ 11 w 602"/>
                  <a:gd name="T27" fmla="*/ 236 h 428"/>
                  <a:gd name="T28" fmla="*/ 7 w 602"/>
                  <a:gd name="T29" fmla="*/ 241 h 428"/>
                  <a:gd name="T30" fmla="*/ 3 w 602"/>
                  <a:gd name="T31" fmla="*/ 247 h 428"/>
                  <a:gd name="T32" fmla="*/ 1 w 602"/>
                  <a:gd name="T33" fmla="*/ 253 h 428"/>
                  <a:gd name="T34" fmla="*/ 0 w 602"/>
                  <a:gd name="T35" fmla="*/ 259 h 428"/>
                  <a:gd name="T36" fmla="*/ 0 w 602"/>
                  <a:gd name="T37" fmla="*/ 265 h 428"/>
                  <a:gd name="T38" fmla="*/ 0 w 602"/>
                  <a:gd name="T39" fmla="*/ 383 h 428"/>
                  <a:gd name="T40" fmla="*/ 86 w 602"/>
                  <a:gd name="T41" fmla="*/ 428 h 428"/>
                  <a:gd name="T42" fmla="*/ 86 w 602"/>
                  <a:gd name="T43" fmla="*/ 310 h 428"/>
                  <a:gd name="T44" fmla="*/ 86 w 602"/>
                  <a:gd name="T45" fmla="*/ 304 h 428"/>
                  <a:gd name="T46" fmla="*/ 88 w 602"/>
                  <a:gd name="T47" fmla="*/ 298 h 428"/>
                  <a:gd name="T48" fmla="*/ 90 w 602"/>
                  <a:gd name="T49" fmla="*/ 292 h 428"/>
                  <a:gd name="T50" fmla="*/ 93 w 602"/>
                  <a:gd name="T51" fmla="*/ 287 h 428"/>
                  <a:gd name="T52" fmla="*/ 97 w 602"/>
                  <a:gd name="T53" fmla="*/ 282 h 428"/>
                  <a:gd name="T54" fmla="*/ 102 w 602"/>
                  <a:gd name="T55" fmla="*/ 277 h 428"/>
                  <a:gd name="T56" fmla="*/ 108 w 602"/>
                  <a:gd name="T57" fmla="*/ 273 h 428"/>
                  <a:gd name="T58" fmla="*/ 115 w 602"/>
                  <a:gd name="T59" fmla="*/ 269 h 428"/>
                  <a:gd name="T60" fmla="*/ 341 w 602"/>
                  <a:gd name="T61" fmla="*/ 141 h 428"/>
                  <a:gd name="T62" fmla="*/ 572 w 602"/>
                  <a:gd name="T63" fmla="*/ 34 h 428"/>
                  <a:gd name="T64" fmla="*/ 576 w 602"/>
                  <a:gd name="T65" fmla="*/ 32 h 428"/>
                  <a:gd name="T66" fmla="*/ 579 w 602"/>
                  <a:gd name="T67" fmla="*/ 31 h 428"/>
                  <a:gd name="T68" fmla="*/ 583 w 602"/>
                  <a:gd name="T69" fmla="*/ 31 h 428"/>
                  <a:gd name="T70" fmla="*/ 587 w 602"/>
                  <a:gd name="T71" fmla="*/ 30 h 428"/>
                  <a:gd name="T72" fmla="*/ 591 w 602"/>
                  <a:gd name="T73" fmla="*/ 31 h 428"/>
                  <a:gd name="T74" fmla="*/ 594 w 602"/>
                  <a:gd name="T75" fmla="*/ 31 h 428"/>
                  <a:gd name="T76" fmla="*/ 598 w 602"/>
                  <a:gd name="T77" fmla="*/ 32 h 428"/>
                  <a:gd name="T78" fmla="*/ 602 w 602"/>
                  <a:gd name="T79" fmla="*/ 34 h 428"/>
                  <a:gd name="T80" fmla="*/ 536 w 602"/>
                  <a:gd name="T81" fmla="*/ 3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02" h="428">
                    <a:moveTo>
                      <a:pt x="536" y="3"/>
                    </a:moveTo>
                    <a:lnTo>
                      <a:pt x="532" y="2"/>
                    </a:lnTo>
                    <a:lnTo>
                      <a:pt x="529" y="1"/>
                    </a:lnTo>
                    <a:lnTo>
                      <a:pt x="526" y="0"/>
                    </a:lnTo>
                    <a:lnTo>
                      <a:pt x="522" y="0"/>
                    </a:lnTo>
                    <a:lnTo>
                      <a:pt x="518" y="0"/>
                    </a:lnTo>
                    <a:lnTo>
                      <a:pt x="514" y="1"/>
                    </a:lnTo>
                    <a:lnTo>
                      <a:pt x="511" y="2"/>
                    </a:lnTo>
                    <a:lnTo>
                      <a:pt x="507" y="3"/>
                    </a:lnTo>
                    <a:lnTo>
                      <a:pt x="274" y="110"/>
                    </a:lnTo>
                    <a:lnTo>
                      <a:pt x="28" y="224"/>
                    </a:lnTo>
                    <a:lnTo>
                      <a:pt x="22" y="228"/>
                    </a:lnTo>
                    <a:lnTo>
                      <a:pt x="16" y="232"/>
                    </a:lnTo>
                    <a:lnTo>
                      <a:pt x="11" y="236"/>
                    </a:lnTo>
                    <a:lnTo>
                      <a:pt x="7" y="241"/>
                    </a:lnTo>
                    <a:lnTo>
                      <a:pt x="3" y="247"/>
                    </a:lnTo>
                    <a:lnTo>
                      <a:pt x="1" y="253"/>
                    </a:lnTo>
                    <a:lnTo>
                      <a:pt x="0" y="259"/>
                    </a:lnTo>
                    <a:lnTo>
                      <a:pt x="0" y="265"/>
                    </a:lnTo>
                    <a:lnTo>
                      <a:pt x="0" y="383"/>
                    </a:lnTo>
                    <a:lnTo>
                      <a:pt x="86" y="428"/>
                    </a:lnTo>
                    <a:lnTo>
                      <a:pt x="86" y="310"/>
                    </a:lnTo>
                    <a:lnTo>
                      <a:pt x="86" y="304"/>
                    </a:lnTo>
                    <a:lnTo>
                      <a:pt x="88" y="298"/>
                    </a:lnTo>
                    <a:lnTo>
                      <a:pt x="90" y="292"/>
                    </a:lnTo>
                    <a:lnTo>
                      <a:pt x="93" y="287"/>
                    </a:lnTo>
                    <a:lnTo>
                      <a:pt x="97" y="282"/>
                    </a:lnTo>
                    <a:lnTo>
                      <a:pt x="102" y="277"/>
                    </a:lnTo>
                    <a:lnTo>
                      <a:pt x="108" y="273"/>
                    </a:lnTo>
                    <a:lnTo>
                      <a:pt x="115" y="269"/>
                    </a:lnTo>
                    <a:lnTo>
                      <a:pt x="341" y="141"/>
                    </a:lnTo>
                    <a:lnTo>
                      <a:pt x="572" y="34"/>
                    </a:lnTo>
                    <a:lnTo>
                      <a:pt x="576" y="32"/>
                    </a:lnTo>
                    <a:lnTo>
                      <a:pt x="579" y="31"/>
                    </a:lnTo>
                    <a:lnTo>
                      <a:pt x="583" y="31"/>
                    </a:lnTo>
                    <a:lnTo>
                      <a:pt x="587" y="30"/>
                    </a:lnTo>
                    <a:lnTo>
                      <a:pt x="591" y="31"/>
                    </a:lnTo>
                    <a:lnTo>
                      <a:pt x="594" y="31"/>
                    </a:lnTo>
                    <a:lnTo>
                      <a:pt x="598" y="32"/>
                    </a:lnTo>
                    <a:lnTo>
                      <a:pt x="602" y="34"/>
                    </a:lnTo>
                    <a:lnTo>
                      <a:pt x="536" y="3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6" name="Freeform 187">
                <a:extLst>
                  <a:ext uri="{FF2B5EF4-FFF2-40B4-BE49-F238E27FC236}">
                    <a16:creationId xmlns:a16="http://schemas.microsoft.com/office/drawing/2014/main" id="{B4BD1BF2-1798-43F3-B055-E126693054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5738" y="2316163"/>
                <a:ext cx="174625" cy="495300"/>
              </a:xfrm>
              <a:custGeom>
                <a:avLst/>
                <a:gdLst>
                  <a:gd name="T0" fmla="*/ 537 w 551"/>
                  <a:gd name="T1" fmla="*/ 4 h 1250"/>
                  <a:gd name="T2" fmla="*/ 529 w 551"/>
                  <a:gd name="T3" fmla="*/ 1 h 1250"/>
                  <a:gd name="T4" fmla="*/ 522 w 551"/>
                  <a:gd name="T5" fmla="*/ 0 h 1250"/>
                  <a:gd name="T6" fmla="*/ 514 w 551"/>
                  <a:gd name="T7" fmla="*/ 1 h 1250"/>
                  <a:gd name="T8" fmla="*/ 507 w 551"/>
                  <a:gd name="T9" fmla="*/ 4 h 1250"/>
                  <a:gd name="T10" fmla="*/ 276 w 551"/>
                  <a:gd name="T11" fmla="*/ 111 h 1250"/>
                  <a:gd name="T12" fmla="*/ 30 w 551"/>
                  <a:gd name="T13" fmla="*/ 225 h 1250"/>
                  <a:gd name="T14" fmla="*/ 22 w 551"/>
                  <a:gd name="T15" fmla="*/ 228 h 1250"/>
                  <a:gd name="T16" fmla="*/ 17 w 551"/>
                  <a:gd name="T17" fmla="*/ 232 h 1250"/>
                  <a:gd name="T18" fmla="*/ 12 w 551"/>
                  <a:gd name="T19" fmla="*/ 237 h 1250"/>
                  <a:gd name="T20" fmla="*/ 7 w 551"/>
                  <a:gd name="T21" fmla="*/ 242 h 1250"/>
                  <a:gd name="T22" fmla="*/ 5 w 551"/>
                  <a:gd name="T23" fmla="*/ 247 h 1250"/>
                  <a:gd name="T24" fmla="*/ 2 w 551"/>
                  <a:gd name="T25" fmla="*/ 253 h 1250"/>
                  <a:gd name="T26" fmla="*/ 1 w 551"/>
                  <a:gd name="T27" fmla="*/ 259 h 1250"/>
                  <a:gd name="T28" fmla="*/ 0 w 551"/>
                  <a:gd name="T29" fmla="*/ 265 h 1250"/>
                  <a:gd name="T30" fmla="*/ 0 w 551"/>
                  <a:gd name="T31" fmla="*/ 383 h 1250"/>
                  <a:gd name="T32" fmla="*/ 151 w 551"/>
                  <a:gd name="T33" fmla="*/ 570 h 1250"/>
                  <a:gd name="T34" fmla="*/ 174 w 551"/>
                  <a:gd name="T35" fmla="*/ 559 h 1250"/>
                  <a:gd name="T36" fmla="*/ 174 w 551"/>
                  <a:gd name="T37" fmla="*/ 1250 h 1250"/>
                  <a:gd name="T38" fmla="*/ 339 w 551"/>
                  <a:gd name="T39" fmla="*/ 1173 h 1250"/>
                  <a:gd name="T40" fmla="*/ 339 w 551"/>
                  <a:gd name="T41" fmla="*/ 483 h 1250"/>
                  <a:gd name="T42" fmla="*/ 399 w 551"/>
                  <a:gd name="T43" fmla="*/ 456 h 1250"/>
                  <a:gd name="T44" fmla="*/ 476 w 551"/>
                  <a:gd name="T45" fmla="*/ 292 h 1250"/>
                  <a:gd name="T46" fmla="*/ 551 w 551"/>
                  <a:gd name="T47" fmla="*/ 129 h 1250"/>
                  <a:gd name="T48" fmla="*/ 551 w 551"/>
                  <a:gd name="T49" fmla="*/ 24 h 1250"/>
                  <a:gd name="T50" fmla="*/ 551 w 551"/>
                  <a:gd name="T51" fmla="*/ 18 h 1250"/>
                  <a:gd name="T52" fmla="*/ 547 w 551"/>
                  <a:gd name="T53" fmla="*/ 12 h 1250"/>
                  <a:gd name="T54" fmla="*/ 543 w 551"/>
                  <a:gd name="T55" fmla="*/ 7 h 1250"/>
                  <a:gd name="T56" fmla="*/ 537 w 551"/>
                  <a:gd name="T57" fmla="*/ 4 h 1250"/>
                  <a:gd name="T58" fmla="*/ 73 w 551"/>
                  <a:gd name="T59" fmla="*/ 366 h 1250"/>
                  <a:gd name="T60" fmla="*/ 73 w 551"/>
                  <a:gd name="T61" fmla="*/ 366 h 1250"/>
                  <a:gd name="T62" fmla="*/ 73 w 551"/>
                  <a:gd name="T63" fmla="*/ 272 h 1250"/>
                  <a:gd name="T64" fmla="*/ 234 w 551"/>
                  <a:gd name="T65" fmla="*/ 197 h 1250"/>
                  <a:gd name="T66" fmla="*/ 234 w 551"/>
                  <a:gd name="T67" fmla="*/ 464 h 1250"/>
                  <a:gd name="T68" fmla="*/ 174 w 551"/>
                  <a:gd name="T69" fmla="*/ 492 h 1250"/>
                  <a:gd name="T70" fmla="*/ 73 w 551"/>
                  <a:gd name="T71" fmla="*/ 366 h 1250"/>
                  <a:gd name="T72" fmla="*/ 478 w 551"/>
                  <a:gd name="T73" fmla="*/ 118 h 1250"/>
                  <a:gd name="T74" fmla="*/ 478 w 551"/>
                  <a:gd name="T75" fmla="*/ 118 h 1250"/>
                  <a:gd name="T76" fmla="*/ 339 w 551"/>
                  <a:gd name="T77" fmla="*/ 415 h 1250"/>
                  <a:gd name="T78" fmla="*/ 279 w 551"/>
                  <a:gd name="T79" fmla="*/ 443 h 1250"/>
                  <a:gd name="T80" fmla="*/ 279 w 551"/>
                  <a:gd name="T81" fmla="*/ 177 h 1250"/>
                  <a:gd name="T82" fmla="*/ 478 w 551"/>
                  <a:gd name="T83" fmla="*/ 85 h 1250"/>
                  <a:gd name="T84" fmla="*/ 478 w 551"/>
                  <a:gd name="T85" fmla="*/ 118 h 1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51" h="1250">
                    <a:moveTo>
                      <a:pt x="537" y="4"/>
                    </a:moveTo>
                    <a:lnTo>
                      <a:pt x="529" y="1"/>
                    </a:lnTo>
                    <a:lnTo>
                      <a:pt x="522" y="0"/>
                    </a:lnTo>
                    <a:lnTo>
                      <a:pt x="514" y="1"/>
                    </a:lnTo>
                    <a:lnTo>
                      <a:pt x="507" y="4"/>
                    </a:lnTo>
                    <a:lnTo>
                      <a:pt x="276" y="111"/>
                    </a:lnTo>
                    <a:lnTo>
                      <a:pt x="30" y="225"/>
                    </a:lnTo>
                    <a:lnTo>
                      <a:pt x="22" y="228"/>
                    </a:lnTo>
                    <a:lnTo>
                      <a:pt x="17" y="232"/>
                    </a:lnTo>
                    <a:lnTo>
                      <a:pt x="12" y="237"/>
                    </a:lnTo>
                    <a:lnTo>
                      <a:pt x="7" y="242"/>
                    </a:lnTo>
                    <a:lnTo>
                      <a:pt x="5" y="247"/>
                    </a:lnTo>
                    <a:lnTo>
                      <a:pt x="2" y="253"/>
                    </a:lnTo>
                    <a:lnTo>
                      <a:pt x="1" y="259"/>
                    </a:lnTo>
                    <a:lnTo>
                      <a:pt x="0" y="265"/>
                    </a:lnTo>
                    <a:lnTo>
                      <a:pt x="0" y="383"/>
                    </a:lnTo>
                    <a:lnTo>
                      <a:pt x="151" y="570"/>
                    </a:lnTo>
                    <a:lnTo>
                      <a:pt x="174" y="559"/>
                    </a:lnTo>
                    <a:lnTo>
                      <a:pt x="174" y="1250"/>
                    </a:lnTo>
                    <a:lnTo>
                      <a:pt x="339" y="1173"/>
                    </a:lnTo>
                    <a:lnTo>
                      <a:pt x="339" y="483"/>
                    </a:lnTo>
                    <a:lnTo>
                      <a:pt x="399" y="456"/>
                    </a:lnTo>
                    <a:lnTo>
                      <a:pt x="476" y="292"/>
                    </a:lnTo>
                    <a:lnTo>
                      <a:pt x="551" y="129"/>
                    </a:lnTo>
                    <a:lnTo>
                      <a:pt x="551" y="24"/>
                    </a:lnTo>
                    <a:lnTo>
                      <a:pt x="551" y="18"/>
                    </a:lnTo>
                    <a:lnTo>
                      <a:pt x="547" y="12"/>
                    </a:lnTo>
                    <a:lnTo>
                      <a:pt x="543" y="7"/>
                    </a:lnTo>
                    <a:lnTo>
                      <a:pt x="537" y="4"/>
                    </a:lnTo>
                    <a:close/>
                    <a:moveTo>
                      <a:pt x="73" y="366"/>
                    </a:moveTo>
                    <a:lnTo>
                      <a:pt x="73" y="366"/>
                    </a:lnTo>
                    <a:lnTo>
                      <a:pt x="73" y="272"/>
                    </a:lnTo>
                    <a:lnTo>
                      <a:pt x="234" y="197"/>
                    </a:lnTo>
                    <a:lnTo>
                      <a:pt x="234" y="464"/>
                    </a:lnTo>
                    <a:lnTo>
                      <a:pt x="174" y="492"/>
                    </a:lnTo>
                    <a:lnTo>
                      <a:pt x="73" y="366"/>
                    </a:lnTo>
                    <a:close/>
                    <a:moveTo>
                      <a:pt x="478" y="118"/>
                    </a:moveTo>
                    <a:lnTo>
                      <a:pt x="478" y="118"/>
                    </a:lnTo>
                    <a:lnTo>
                      <a:pt x="339" y="415"/>
                    </a:lnTo>
                    <a:lnTo>
                      <a:pt x="279" y="443"/>
                    </a:lnTo>
                    <a:lnTo>
                      <a:pt x="279" y="177"/>
                    </a:lnTo>
                    <a:lnTo>
                      <a:pt x="478" y="85"/>
                    </a:lnTo>
                    <a:lnTo>
                      <a:pt x="478" y="11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7" name="Freeform 188">
                <a:extLst>
                  <a:ext uri="{FF2B5EF4-FFF2-40B4-BE49-F238E27FC236}">
                    <a16:creationId xmlns:a16="http://schemas.microsoft.com/office/drawing/2014/main" id="{C38706D2-D4EE-4F30-81D7-40CE48D7A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788" y="2782888"/>
                <a:ext cx="252413" cy="282575"/>
              </a:xfrm>
              <a:custGeom>
                <a:avLst/>
                <a:gdLst>
                  <a:gd name="T0" fmla="*/ 577 w 795"/>
                  <a:gd name="T1" fmla="*/ 0 h 712"/>
                  <a:gd name="T2" fmla="*/ 218 w 795"/>
                  <a:gd name="T3" fmla="*/ 166 h 712"/>
                  <a:gd name="T4" fmla="*/ 0 w 795"/>
                  <a:gd name="T5" fmla="*/ 637 h 712"/>
                  <a:gd name="T6" fmla="*/ 0 w 795"/>
                  <a:gd name="T7" fmla="*/ 712 h 712"/>
                  <a:gd name="T8" fmla="*/ 795 w 795"/>
                  <a:gd name="T9" fmla="*/ 344 h 712"/>
                  <a:gd name="T10" fmla="*/ 795 w 795"/>
                  <a:gd name="T11" fmla="*/ 270 h 712"/>
                  <a:gd name="T12" fmla="*/ 577 w 795"/>
                  <a:gd name="T13" fmla="*/ 0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5" h="712">
                    <a:moveTo>
                      <a:pt x="577" y="0"/>
                    </a:moveTo>
                    <a:lnTo>
                      <a:pt x="218" y="166"/>
                    </a:lnTo>
                    <a:lnTo>
                      <a:pt x="0" y="637"/>
                    </a:lnTo>
                    <a:lnTo>
                      <a:pt x="0" y="712"/>
                    </a:lnTo>
                    <a:lnTo>
                      <a:pt x="795" y="344"/>
                    </a:lnTo>
                    <a:lnTo>
                      <a:pt x="795" y="27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8" name="Freeform 189">
                <a:extLst>
                  <a:ext uri="{FF2B5EF4-FFF2-40B4-BE49-F238E27FC236}">
                    <a16:creationId xmlns:a16="http://schemas.microsoft.com/office/drawing/2014/main" id="{593A9994-5AE1-4A34-812E-329E78FD6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3001963"/>
                <a:ext cx="58738" cy="63500"/>
              </a:xfrm>
              <a:custGeom>
                <a:avLst/>
                <a:gdLst>
                  <a:gd name="T0" fmla="*/ 0 w 182"/>
                  <a:gd name="T1" fmla="*/ 0 h 159"/>
                  <a:gd name="T2" fmla="*/ 0 w 182"/>
                  <a:gd name="T3" fmla="*/ 75 h 159"/>
                  <a:gd name="T4" fmla="*/ 182 w 182"/>
                  <a:gd name="T5" fmla="*/ 159 h 159"/>
                  <a:gd name="T6" fmla="*/ 182 w 182"/>
                  <a:gd name="T7" fmla="*/ 84 h 159"/>
                  <a:gd name="T8" fmla="*/ 0 w 182"/>
                  <a:gd name="T9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2" h="159">
                    <a:moveTo>
                      <a:pt x="0" y="0"/>
                    </a:moveTo>
                    <a:lnTo>
                      <a:pt x="0" y="75"/>
                    </a:lnTo>
                    <a:lnTo>
                      <a:pt x="182" y="159"/>
                    </a:lnTo>
                    <a:lnTo>
                      <a:pt x="182" y="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4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9" name="Freeform 190">
                <a:extLst>
                  <a:ext uri="{FF2B5EF4-FFF2-40B4-BE49-F238E27FC236}">
                    <a16:creationId xmlns:a16="http://schemas.microsoft.com/office/drawing/2014/main" id="{D4809C6C-33DB-4D01-B2E5-6D8B3DE51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2814638"/>
                <a:ext cx="127000" cy="220663"/>
              </a:xfrm>
              <a:custGeom>
                <a:avLst/>
                <a:gdLst>
                  <a:gd name="T0" fmla="*/ 219 w 400"/>
                  <a:gd name="T1" fmla="*/ 0 h 556"/>
                  <a:gd name="T2" fmla="*/ 0 w 400"/>
                  <a:gd name="T3" fmla="*/ 472 h 556"/>
                  <a:gd name="T4" fmla="*/ 182 w 400"/>
                  <a:gd name="T5" fmla="*/ 556 h 556"/>
                  <a:gd name="T6" fmla="*/ 400 w 400"/>
                  <a:gd name="T7" fmla="*/ 85 h 556"/>
                  <a:gd name="T8" fmla="*/ 219 w 400"/>
                  <a:gd name="T9" fmla="*/ 0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" h="556">
                    <a:moveTo>
                      <a:pt x="219" y="0"/>
                    </a:moveTo>
                    <a:lnTo>
                      <a:pt x="0" y="472"/>
                    </a:lnTo>
                    <a:lnTo>
                      <a:pt x="182" y="556"/>
                    </a:lnTo>
                    <a:lnTo>
                      <a:pt x="400" y="85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C4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0" name="Freeform 191">
                <a:extLst>
                  <a:ext uri="{FF2B5EF4-FFF2-40B4-BE49-F238E27FC236}">
                    <a16:creationId xmlns:a16="http://schemas.microsoft.com/office/drawing/2014/main" id="{86D71915-5712-49A5-A5B6-DCD983016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901" y="2749550"/>
                <a:ext cx="171450" cy="98425"/>
              </a:xfrm>
              <a:custGeom>
                <a:avLst/>
                <a:gdLst>
                  <a:gd name="T0" fmla="*/ 357 w 540"/>
                  <a:gd name="T1" fmla="*/ 0 h 250"/>
                  <a:gd name="T2" fmla="*/ 0 w 540"/>
                  <a:gd name="T3" fmla="*/ 165 h 250"/>
                  <a:gd name="T4" fmla="*/ 181 w 540"/>
                  <a:gd name="T5" fmla="*/ 250 h 250"/>
                  <a:gd name="T6" fmla="*/ 540 w 540"/>
                  <a:gd name="T7" fmla="*/ 84 h 250"/>
                  <a:gd name="T8" fmla="*/ 357 w 540"/>
                  <a:gd name="T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250">
                    <a:moveTo>
                      <a:pt x="357" y="0"/>
                    </a:moveTo>
                    <a:lnTo>
                      <a:pt x="0" y="165"/>
                    </a:lnTo>
                    <a:lnTo>
                      <a:pt x="181" y="250"/>
                    </a:lnTo>
                    <a:lnTo>
                      <a:pt x="540" y="84"/>
                    </a:lnTo>
                    <a:lnTo>
                      <a:pt x="357" y="0"/>
                    </a:lnTo>
                    <a:close/>
                  </a:path>
                </a:pathLst>
              </a:custGeom>
              <a:solidFill>
                <a:srgbClr val="FFE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1" name="Freeform 192">
                <a:extLst>
                  <a:ext uri="{FF2B5EF4-FFF2-40B4-BE49-F238E27FC236}">
                    <a16:creationId xmlns:a16="http://schemas.microsoft.com/office/drawing/2014/main" id="{E2E15988-9324-420F-8175-8A28B274B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063" y="2311400"/>
                <a:ext cx="215900" cy="163513"/>
              </a:xfrm>
              <a:custGeom>
                <a:avLst/>
                <a:gdLst>
                  <a:gd name="T0" fmla="*/ 230 w 680"/>
                  <a:gd name="T1" fmla="*/ 85 h 413"/>
                  <a:gd name="T2" fmla="*/ 266 w 680"/>
                  <a:gd name="T3" fmla="*/ 107 h 413"/>
                  <a:gd name="T4" fmla="*/ 352 w 680"/>
                  <a:gd name="T5" fmla="*/ 159 h 413"/>
                  <a:gd name="T6" fmla="*/ 452 w 680"/>
                  <a:gd name="T7" fmla="*/ 221 h 413"/>
                  <a:gd name="T8" fmla="*/ 535 w 680"/>
                  <a:gd name="T9" fmla="*/ 270 h 413"/>
                  <a:gd name="T10" fmla="*/ 557 w 680"/>
                  <a:gd name="T11" fmla="*/ 275 h 413"/>
                  <a:gd name="T12" fmla="*/ 608 w 680"/>
                  <a:gd name="T13" fmla="*/ 290 h 413"/>
                  <a:gd name="T14" fmla="*/ 635 w 680"/>
                  <a:gd name="T15" fmla="*/ 303 h 413"/>
                  <a:gd name="T16" fmla="*/ 658 w 680"/>
                  <a:gd name="T17" fmla="*/ 318 h 413"/>
                  <a:gd name="T18" fmla="*/ 675 w 680"/>
                  <a:gd name="T19" fmla="*/ 338 h 413"/>
                  <a:gd name="T20" fmla="*/ 678 w 680"/>
                  <a:gd name="T21" fmla="*/ 349 h 413"/>
                  <a:gd name="T22" fmla="*/ 680 w 680"/>
                  <a:gd name="T23" fmla="*/ 361 h 413"/>
                  <a:gd name="T24" fmla="*/ 678 w 680"/>
                  <a:gd name="T25" fmla="*/ 373 h 413"/>
                  <a:gd name="T26" fmla="*/ 673 w 680"/>
                  <a:gd name="T27" fmla="*/ 383 h 413"/>
                  <a:gd name="T28" fmla="*/ 666 w 680"/>
                  <a:gd name="T29" fmla="*/ 392 h 413"/>
                  <a:gd name="T30" fmla="*/ 657 w 680"/>
                  <a:gd name="T31" fmla="*/ 400 h 413"/>
                  <a:gd name="T32" fmla="*/ 646 w 680"/>
                  <a:gd name="T33" fmla="*/ 405 h 413"/>
                  <a:gd name="T34" fmla="*/ 632 w 680"/>
                  <a:gd name="T35" fmla="*/ 410 h 413"/>
                  <a:gd name="T36" fmla="*/ 602 w 680"/>
                  <a:gd name="T37" fmla="*/ 413 h 413"/>
                  <a:gd name="T38" fmla="*/ 567 w 680"/>
                  <a:gd name="T39" fmla="*/ 408 h 413"/>
                  <a:gd name="T40" fmla="*/ 531 w 680"/>
                  <a:gd name="T41" fmla="*/ 396 h 413"/>
                  <a:gd name="T42" fmla="*/ 493 w 680"/>
                  <a:gd name="T43" fmla="*/ 374 h 413"/>
                  <a:gd name="T44" fmla="*/ 476 w 680"/>
                  <a:gd name="T45" fmla="*/ 360 h 413"/>
                  <a:gd name="T46" fmla="*/ 458 w 680"/>
                  <a:gd name="T47" fmla="*/ 343 h 413"/>
                  <a:gd name="T48" fmla="*/ 417 w 680"/>
                  <a:gd name="T49" fmla="*/ 329 h 413"/>
                  <a:gd name="T50" fmla="*/ 320 w 680"/>
                  <a:gd name="T51" fmla="*/ 293 h 413"/>
                  <a:gd name="T52" fmla="*/ 212 w 680"/>
                  <a:gd name="T53" fmla="*/ 248 h 413"/>
                  <a:gd name="T54" fmla="*/ 169 w 680"/>
                  <a:gd name="T55" fmla="*/ 226 h 413"/>
                  <a:gd name="T56" fmla="*/ 139 w 680"/>
                  <a:gd name="T57" fmla="*/ 207 h 413"/>
                  <a:gd name="T58" fmla="*/ 92 w 680"/>
                  <a:gd name="T59" fmla="*/ 161 h 413"/>
                  <a:gd name="T60" fmla="*/ 49 w 680"/>
                  <a:gd name="T61" fmla="*/ 108 h 413"/>
                  <a:gd name="T62" fmla="*/ 14 w 680"/>
                  <a:gd name="T63" fmla="*/ 64 h 413"/>
                  <a:gd name="T64" fmla="*/ 0 w 680"/>
                  <a:gd name="T65" fmla="*/ 4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3">
                    <a:moveTo>
                      <a:pt x="206" y="0"/>
                    </a:moveTo>
                    <a:lnTo>
                      <a:pt x="230" y="85"/>
                    </a:lnTo>
                    <a:lnTo>
                      <a:pt x="240" y="91"/>
                    </a:lnTo>
                    <a:lnTo>
                      <a:pt x="266" y="107"/>
                    </a:lnTo>
                    <a:lnTo>
                      <a:pt x="305" y="131"/>
                    </a:lnTo>
                    <a:lnTo>
                      <a:pt x="352" y="159"/>
                    </a:lnTo>
                    <a:lnTo>
                      <a:pt x="402" y="190"/>
                    </a:lnTo>
                    <a:lnTo>
                      <a:pt x="452" y="221"/>
                    </a:lnTo>
                    <a:lnTo>
                      <a:pt x="498" y="248"/>
                    </a:lnTo>
                    <a:lnTo>
                      <a:pt x="535" y="270"/>
                    </a:lnTo>
                    <a:lnTo>
                      <a:pt x="541" y="271"/>
                    </a:lnTo>
                    <a:lnTo>
                      <a:pt x="557" y="275"/>
                    </a:lnTo>
                    <a:lnTo>
                      <a:pt x="581" y="281"/>
                    </a:lnTo>
                    <a:lnTo>
                      <a:pt x="608" y="290"/>
                    </a:lnTo>
                    <a:lnTo>
                      <a:pt x="622" y="296"/>
                    </a:lnTo>
                    <a:lnTo>
                      <a:pt x="635" y="303"/>
                    </a:lnTo>
                    <a:lnTo>
                      <a:pt x="647" y="310"/>
                    </a:lnTo>
                    <a:lnTo>
                      <a:pt x="658" y="318"/>
                    </a:lnTo>
                    <a:lnTo>
                      <a:pt x="667" y="327"/>
                    </a:lnTo>
                    <a:lnTo>
                      <a:pt x="675" y="338"/>
                    </a:lnTo>
                    <a:lnTo>
                      <a:pt x="677" y="343"/>
                    </a:lnTo>
                    <a:lnTo>
                      <a:pt x="678" y="349"/>
                    </a:lnTo>
                    <a:lnTo>
                      <a:pt x="680" y="355"/>
                    </a:lnTo>
                    <a:lnTo>
                      <a:pt x="680" y="361"/>
                    </a:lnTo>
                    <a:lnTo>
                      <a:pt x="680" y="367"/>
                    </a:lnTo>
                    <a:lnTo>
                      <a:pt x="678" y="373"/>
                    </a:lnTo>
                    <a:lnTo>
                      <a:pt x="676" y="378"/>
                    </a:lnTo>
                    <a:lnTo>
                      <a:pt x="673" y="383"/>
                    </a:lnTo>
                    <a:lnTo>
                      <a:pt x="670" y="388"/>
                    </a:lnTo>
                    <a:lnTo>
                      <a:pt x="666" y="392"/>
                    </a:lnTo>
                    <a:lnTo>
                      <a:pt x="662" y="396"/>
                    </a:lnTo>
                    <a:lnTo>
                      <a:pt x="657" y="400"/>
                    </a:lnTo>
                    <a:lnTo>
                      <a:pt x="651" y="403"/>
                    </a:lnTo>
                    <a:lnTo>
                      <a:pt x="646" y="405"/>
                    </a:lnTo>
                    <a:lnTo>
                      <a:pt x="640" y="408"/>
                    </a:lnTo>
                    <a:lnTo>
                      <a:pt x="632" y="410"/>
                    </a:lnTo>
                    <a:lnTo>
                      <a:pt x="617" y="412"/>
                    </a:lnTo>
                    <a:lnTo>
                      <a:pt x="602" y="413"/>
                    </a:lnTo>
                    <a:lnTo>
                      <a:pt x="585" y="412"/>
                    </a:lnTo>
                    <a:lnTo>
                      <a:pt x="567" y="408"/>
                    </a:lnTo>
                    <a:lnTo>
                      <a:pt x="550" y="403"/>
                    </a:lnTo>
                    <a:lnTo>
                      <a:pt x="531" y="396"/>
                    </a:lnTo>
                    <a:lnTo>
                      <a:pt x="512" y="386"/>
                    </a:lnTo>
                    <a:lnTo>
                      <a:pt x="493" y="374"/>
                    </a:lnTo>
                    <a:lnTo>
                      <a:pt x="485" y="367"/>
                    </a:lnTo>
                    <a:lnTo>
                      <a:pt x="476" y="360"/>
                    </a:lnTo>
                    <a:lnTo>
                      <a:pt x="467" y="352"/>
                    </a:lnTo>
                    <a:lnTo>
                      <a:pt x="458" y="343"/>
                    </a:lnTo>
                    <a:lnTo>
                      <a:pt x="447" y="340"/>
                    </a:lnTo>
                    <a:lnTo>
                      <a:pt x="417" y="329"/>
                    </a:lnTo>
                    <a:lnTo>
                      <a:pt x="372" y="313"/>
                    </a:lnTo>
                    <a:lnTo>
                      <a:pt x="320" y="293"/>
                    </a:lnTo>
                    <a:lnTo>
                      <a:pt x="265" y="271"/>
                    </a:lnTo>
                    <a:lnTo>
                      <a:pt x="212" y="248"/>
                    </a:lnTo>
                    <a:lnTo>
                      <a:pt x="189" y="237"/>
                    </a:lnTo>
                    <a:lnTo>
                      <a:pt x="169" y="226"/>
                    </a:lnTo>
                    <a:lnTo>
                      <a:pt x="151" y="216"/>
                    </a:lnTo>
                    <a:lnTo>
                      <a:pt x="139" y="207"/>
                    </a:lnTo>
                    <a:lnTo>
                      <a:pt x="116" y="186"/>
                    </a:lnTo>
                    <a:lnTo>
                      <a:pt x="92" y="161"/>
                    </a:lnTo>
                    <a:lnTo>
                      <a:pt x="70" y="134"/>
                    </a:lnTo>
                    <a:lnTo>
                      <a:pt x="49" y="108"/>
                    </a:lnTo>
                    <a:lnTo>
                      <a:pt x="29" y="84"/>
                    </a:lnTo>
                    <a:lnTo>
                      <a:pt x="14" y="64"/>
                    </a:lnTo>
                    <a:lnTo>
                      <a:pt x="4" y="51"/>
                    </a:lnTo>
                    <a:lnTo>
                      <a:pt x="0" y="46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2" name="Freeform 193">
                <a:extLst>
                  <a:ext uri="{FF2B5EF4-FFF2-40B4-BE49-F238E27FC236}">
                    <a16:creationId xmlns:a16="http://schemas.microsoft.com/office/drawing/2014/main" id="{59F7D657-8D60-40BC-8BDA-432E71704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0313" y="2212975"/>
                <a:ext cx="106363" cy="131763"/>
              </a:xfrm>
              <a:custGeom>
                <a:avLst/>
                <a:gdLst>
                  <a:gd name="T0" fmla="*/ 95 w 333"/>
                  <a:gd name="T1" fmla="*/ 332 h 333"/>
                  <a:gd name="T2" fmla="*/ 107 w 333"/>
                  <a:gd name="T3" fmla="*/ 333 h 333"/>
                  <a:gd name="T4" fmla="*/ 138 w 333"/>
                  <a:gd name="T5" fmla="*/ 332 h 333"/>
                  <a:gd name="T6" fmla="*/ 159 w 333"/>
                  <a:gd name="T7" fmla="*/ 330 h 333"/>
                  <a:gd name="T8" fmla="*/ 183 w 333"/>
                  <a:gd name="T9" fmla="*/ 326 h 333"/>
                  <a:gd name="T10" fmla="*/ 209 w 333"/>
                  <a:gd name="T11" fmla="*/ 321 h 333"/>
                  <a:gd name="T12" fmla="*/ 237 w 333"/>
                  <a:gd name="T13" fmla="*/ 314 h 333"/>
                  <a:gd name="T14" fmla="*/ 262 w 333"/>
                  <a:gd name="T15" fmla="*/ 306 h 333"/>
                  <a:gd name="T16" fmla="*/ 282 w 333"/>
                  <a:gd name="T17" fmla="*/ 298 h 333"/>
                  <a:gd name="T18" fmla="*/ 299 w 333"/>
                  <a:gd name="T19" fmla="*/ 291 h 333"/>
                  <a:gd name="T20" fmla="*/ 312 w 333"/>
                  <a:gd name="T21" fmla="*/ 285 h 333"/>
                  <a:gd name="T22" fmla="*/ 328 w 333"/>
                  <a:gd name="T23" fmla="*/ 276 h 333"/>
                  <a:gd name="T24" fmla="*/ 333 w 333"/>
                  <a:gd name="T25" fmla="*/ 272 h 333"/>
                  <a:gd name="T26" fmla="*/ 329 w 333"/>
                  <a:gd name="T27" fmla="*/ 259 h 333"/>
                  <a:gd name="T28" fmla="*/ 315 w 333"/>
                  <a:gd name="T29" fmla="*/ 224 h 333"/>
                  <a:gd name="T30" fmla="*/ 307 w 333"/>
                  <a:gd name="T31" fmla="*/ 200 h 333"/>
                  <a:gd name="T32" fmla="*/ 294 w 333"/>
                  <a:gd name="T33" fmla="*/ 175 h 333"/>
                  <a:gd name="T34" fmla="*/ 280 w 333"/>
                  <a:gd name="T35" fmla="*/ 148 h 333"/>
                  <a:gd name="T36" fmla="*/ 264 w 333"/>
                  <a:gd name="T37" fmla="*/ 120 h 333"/>
                  <a:gd name="T38" fmla="*/ 257 w 333"/>
                  <a:gd name="T39" fmla="*/ 107 h 333"/>
                  <a:gd name="T40" fmla="*/ 247 w 333"/>
                  <a:gd name="T41" fmla="*/ 94 h 333"/>
                  <a:gd name="T42" fmla="*/ 238 w 333"/>
                  <a:gd name="T43" fmla="*/ 81 h 333"/>
                  <a:gd name="T44" fmla="*/ 227 w 333"/>
                  <a:gd name="T45" fmla="*/ 68 h 333"/>
                  <a:gd name="T46" fmla="*/ 217 w 333"/>
                  <a:gd name="T47" fmla="*/ 56 h 333"/>
                  <a:gd name="T48" fmla="*/ 205 w 333"/>
                  <a:gd name="T49" fmla="*/ 45 h 333"/>
                  <a:gd name="T50" fmla="*/ 194 w 333"/>
                  <a:gd name="T51" fmla="*/ 35 h 333"/>
                  <a:gd name="T52" fmla="*/ 182 w 333"/>
                  <a:gd name="T53" fmla="*/ 26 h 333"/>
                  <a:gd name="T54" fmla="*/ 169 w 333"/>
                  <a:gd name="T55" fmla="*/ 18 h 333"/>
                  <a:gd name="T56" fmla="*/ 157 w 333"/>
                  <a:gd name="T57" fmla="*/ 11 h 333"/>
                  <a:gd name="T58" fmla="*/ 143 w 333"/>
                  <a:gd name="T59" fmla="*/ 6 h 333"/>
                  <a:gd name="T60" fmla="*/ 129 w 333"/>
                  <a:gd name="T61" fmla="*/ 2 h 333"/>
                  <a:gd name="T62" fmla="*/ 114 w 333"/>
                  <a:gd name="T63" fmla="*/ 0 h 333"/>
                  <a:gd name="T64" fmla="*/ 100 w 333"/>
                  <a:gd name="T65" fmla="*/ 0 h 333"/>
                  <a:gd name="T66" fmla="*/ 84 w 333"/>
                  <a:gd name="T67" fmla="*/ 1 h 333"/>
                  <a:gd name="T68" fmla="*/ 69 w 333"/>
                  <a:gd name="T69" fmla="*/ 4 h 333"/>
                  <a:gd name="T70" fmla="*/ 54 w 333"/>
                  <a:gd name="T71" fmla="*/ 10 h 333"/>
                  <a:gd name="T72" fmla="*/ 42 w 333"/>
                  <a:gd name="T73" fmla="*/ 16 h 333"/>
                  <a:gd name="T74" fmla="*/ 30 w 333"/>
                  <a:gd name="T75" fmla="*/ 23 h 333"/>
                  <a:gd name="T76" fmla="*/ 22 w 333"/>
                  <a:gd name="T77" fmla="*/ 32 h 333"/>
                  <a:gd name="T78" fmla="*/ 14 w 333"/>
                  <a:gd name="T79" fmla="*/ 42 h 333"/>
                  <a:gd name="T80" fmla="*/ 8 w 333"/>
                  <a:gd name="T81" fmla="*/ 52 h 333"/>
                  <a:gd name="T82" fmla="*/ 4 w 333"/>
                  <a:gd name="T83" fmla="*/ 64 h 333"/>
                  <a:gd name="T84" fmla="*/ 2 w 333"/>
                  <a:gd name="T85" fmla="*/ 76 h 333"/>
                  <a:gd name="T86" fmla="*/ 0 w 333"/>
                  <a:gd name="T87" fmla="*/ 88 h 333"/>
                  <a:gd name="T88" fmla="*/ 0 w 333"/>
                  <a:gd name="T89" fmla="*/ 102 h 333"/>
                  <a:gd name="T90" fmla="*/ 0 w 333"/>
                  <a:gd name="T91" fmla="*/ 115 h 333"/>
                  <a:gd name="T92" fmla="*/ 3 w 333"/>
                  <a:gd name="T93" fmla="*/ 129 h 333"/>
                  <a:gd name="T94" fmla="*/ 5 w 333"/>
                  <a:gd name="T95" fmla="*/ 143 h 333"/>
                  <a:gd name="T96" fmla="*/ 9 w 333"/>
                  <a:gd name="T97" fmla="*/ 158 h 333"/>
                  <a:gd name="T98" fmla="*/ 14 w 333"/>
                  <a:gd name="T99" fmla="*/ 172 h 333"/>
                  <a:gd name="T100" fmla="*/ 19 w 333"/>
                  <a:gd name="T101" fmla="*/ 186 h 333"/>
                  <a:gd name="T102" fmla="*/ 30 w 333"/>
                  <a:gd name="T103" fmla="*/ 214 h 333"/>
                  <a:gd name="T104" fmla="*/ 43 w 333"/>
                  <a:gd name="T105" fmla="*/ 241 h 333"/>
                  <a:gd name="T106" fmla="*/ 55 w 333"/>
                  <a:gd name="T107" fmla="*/ 266 h 333"/>
                  <a:gd name="T108" fmla="*/ 68 w 333"/>
                  <a:gd name="T109" fmla="*/ 288 h 333"/>
                  <a:gd name="T110" fmla="*/ 88 w 333"/>
                  <a:gd name="T111" fmla="*/ 320 h 333"/>
                  <a:gd name="T112" fmla="*/ 95 w 333"/>
                  <a:gd name="T113" fmla="*/ 332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3" h="333">
                    <a:moveTo>
                      <a:pt x="95" y="332"/>
                    </a:moveTo>
                    <a:lnTo>
                      <a:pt x="107" y="333"/>
                    </a:lnTo>
                    <a:lnTo>
                      <a:pt x="138" y="332"/>
                    </a:lnTo>
                    <a:lnTo>
                      <a:pt x="159" y="330"/>
                    </a:lnTo>
                    <a:lnTo>
                      <a:pt x="183" y="326"/>
                    </a:lnTo>
                    <a:lnTo>
                      <a:pt x="209" y="321"/>
                    </a:lnTo>
                    <a:lnTo>
                      <a:pt x="237" y="314"/>
                    </a:lnTo>
                    <a:lnTo>
                      <a:pt x="262" y="306"/>
                    </a:lnTo>
                    <a:lnTo>
                      <a:pt x="282" y="298"/>
                    </a:lnTo>
                    <a:lnTo>
                      <a:pt x="299" y="291"/>
                    </a:lnTo>
                    <a:lnTo>
                      <a:pt x="312" y="285"/>
                    </a:lnTo>
                    <a:lnTo>
                      <a:pt x="328" y="276"/>
                    </a:lnTo>
                    <a:lnTo>
                      <a:pt x="333" y="272"/>
                    </a:lnTo>
                    <a:lnTo>
                      <a:pt x="329" y="259"/>
                    </a:lnTo>
                    <a:lnTo>
                      <a:pt x="315" y="224"/>
                    </a:lnTo>
                    <a:lnTo>
                      <a:pt x="307" y="200"/>
                    </a:lnTo>
                    <a:lnTo>
                      <a:pt x="294" y="175"/>
                    </a:lnTo>
                    <a:lnTo>
                      <a:pt x="280" y="148"/>
                    </a:lnTo>
                    <a:lnTo>
                      <a:pt x="264" y="120"/>
                    </a:lnTo>
                    <a:lnTo>
                      <a:pt x="257" y="107"/>
                    </a:lnTo>
                    <a:lnTo>
                      <a:pt x="247" y="94"/>
                    </a:lnTo>
                    <a:lnTo>
                      <a:pt x="238" y="81"/>
                    </a:lnTo>
                    <a:lnTo>
                      <a:pt x="227" y="68"/>
                    </a:lnTo>
                    <a:lnTo>
                      <a:pt x="217" y="56"/>
                    </a:lnTo>
                    <a:lnTo>
                      <a:pt x="205" y="45"/>
                    </a:lnTo>
                    <a:lnTo>
                      <a:pt x="194" y="35"/>
                    </a:lnTo>
                    <a:lnTo>
                      <a:pt x="182" y="26"/>
                    </a:lnTo>
                    <a:lnTo>
                      <a:pt x="169" y="18"/>
                    </a:lnTo>
                    <a:lnTo>
                      <a:pt x="157" y="11"/>
                    </a:lnTo>
                    <a:lnTo>
                      <a:pt x="143" y="6"/>
                    </a:lnTo>
                    <a:lnTo>
                      <a:pt x="129" y="2"/>
                    </a:lnTo>
                    <a:lnTo>
                      <a:pt x="114" y="0"/>
                    </a:lnTo>
                    <a:lnTo>
                      <a:pt x="100" y="0"/>
                    </a:lnTo>
                    <a:lnTo>
                      <a:pt x="84" y="1"/>
                    </a:lnTo>
                    <a:lnTo>
                      <a:pt x="69" y="4"/>
                    </a:lnTo>
                    <a:lnTo>
                      <a:pt x="54" y="10"/>
                    </a:lnTo>
                    <a:lnTo>
                      <a:pt x="42" y="16"/>
                    </a:lnTo>
                    <a:lnTo>
                      <a:pt x="30" y="23"/>
                    </a:lnTo>
                    <a:lnTo>
                      <a:pt x="22" y="32"/>
                    </a:lnTo>
                    <a:lnTo>
                      <a:pt x="14" y="42"/>
                    </a:lnTo>
                    <a:lnTo>
                      <a:pt x="8" y="52"/>
                    </a:lnTo>
                    <a:lnTo>
                      <a:pt x="4" y="64"/>
                    </a:lnTo>
                    <a:lnTo>
                      <a:pt x="2" y="76"/>
                    </a:lnTo>
                    <a:lnTo>
                      <a:pt x="0" y="88"/>
                    </a:lnTo>
                    <a:lnTo>
                      <a:pt x="0" y="102"/>
                    </a:lnTo>
                    <a:lnTo>
                      <a:pt x="0" y="115"/>
                    </a:lnTo>
                    <a:lnTo>
                      <a:pt x="3" y="129"/>
                    </a:lnTo>
                    <a:lnTo>
                      <a:pt x="5" y="143"/>
                    </a:lnTo>
                    <a:lnTo>
                      <a:pt x="9" y="158"/>
                    </a:lnTo>
                    <a:lnTo>
                      <a:pt x="14" y="172"/>
                    </a:lnTo>
                    <a:lnTo>
                      <a:pt x="19" y="186"/>
                    </a:lnTo>
                    <a:lnTo>
                      <a:pt x="30" y="214"/>
                    </a:lnTo>
                    <a:lnTo>
                      <a:pt x="43" y="241"/>
                    </a:lnTo>
                    <a:lnTo>
                      <a:pt x="55" y="266"/>
                    </a:lnTo>
                    <a:lnTo>
                      <a:pt x="68" y="288"/>
                    </a:lnTo>
                    <a:lnTo>
                      <a:pt x="88" y="320"/>
                    </a:lnTo>
                    <a:lnTo>
                      <a:pt x="95" y="3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3" name="Freeform 194">
                <a:extLst>
                  <a:ext uri="{FF2B5EF4-FFF2-40B4-BE49-F238E27FC236}">
                    <a16:creationId xmlns:a16="http://schemas.microsoft.com/office/drawing/2014/main" id="{ABCCE3DF-31C8-47BC-A016-44D4522FD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8501" y="2979738"/>
                <a:ext cx="11113" cy="153988"/>
              </a:xfrm>
              <a:custGeom>
                <a:avLst/>
                <a:gdLst>
                  <a:gd name="T0" fmla="*/ 34 w 34"/>
                  <a:gd name="T1" fmla="*/ 10 h 388"/>
                  <a:gd name="T2" fmla="*/ 33 w 34"/>
                  <a:gd name="T3" fmla="*/ 19 h 388"/>
                  <a:gd name="T4" fmla="*/ 30 w 34"/>
                  <a:gd name="T5" fmla="*/ 28 h 388"/>
                  <a:gd name="T6" fmla="*/ 29 w 34"/>
                  <a:gd name="T7" fmla="*/ 33 h 388"/>
                  <a:gd name="T8" fmla="*/ 28 w 34"/>
                  <a:gd name="T9" fmla="*/ 37 h 388"/>
                  <a:gd name="T10" fmla="*/ 25 w 34"/>
                  <a:gd name="T11" fmla="*/ 48 h 388"/>
                  <a:gd name="T12" fmla="*/ 20 w 34"/>
                  <a:gd name="T13" fmla="*/ 58 h 388"/>
                  <a:gd name="T14" fmla="*/ 19 w 34"/>
                  <a:gd name="T15" fmla="*/ 62 h 388"/>
                  <a:gd name="T16" fmla="*/ 17 w 34"/>
                  <a:gd name="T17" fmla="*/ 67 h 388"/>
                  <a:gd name="T18" fmla="*/ 10 w 34"/>
                  <a:gd name="T19" fmla="*/ 81 h 388"/>
                  <a:gd name="T20" fmla="*/ 0 w 34"/>
                  <a:gd name="T21" fmla="*/ 95 h 388"/>
                  <a:gd name="T22" fmla="*/ 0 w 34"/>
                  <a:gd name="T23" fmla="*/ 388 h 388"/>
                  <a:gd name="T24" fmla="*/ 9 w 34"/>
                  <a:gd name="T25" fmla="*/ 374 h 388"/>
                  <a:gd name="T26" fmla="*/ 17 w 34"/>
                  <a:gd name="T27" fmla="*/ 359 h 388"/>
                  <a:gd name="T28" fmla="*/ 17 w 34"/>
                  <a:gd name="T29" fmla="*/ 358 h 388"/>
                  <a:gd name="T30" fmla="*/ 18 w 34"/>
                  <a:gd name="T31" fmla="*/ 356 h 388"/>
                  <a:gd name="T32" fmla="*/ 19 w 34"/>
                  <a:gd name="T33" fmla="*/ 354 h 388"/>
                  <a:gd name="T34" fmla="*/ 20 w 34"/>
                  <a:gd name="T35" fmla="*/ 351 h 388"/>
                  <a:gd name="T36" fmla="*/ 24 w 34"/>
                  <a:gd name="T37" fmla="*/ 340 h 388"/>
                  <a:gd name="T38" fmla="*/ 28 w 34"/>
                  <a:gd name="T39" fmla="*/ 330 h 388"/>
                  <a:gd name="T40" fmla="*/ 28 w 34"/>
                  <a:gd name="T41" fmla="*/ 327 h 388"/>
                  <a:gd name="T42" fmla="*/ 29 w 34"/>
                  <a:gd name="T43" fmla="*/ 325 h 388"/>
                  <a:gd name="T44" fmla="*/ 29 w 34"/>
                  <a:gd name="T45" fmla="*/ 323 h 388"/>
                  <a:gd name="T46" fmla="*/ 30 w 34"/>
                  <a:gd name="T47" fmla="*/ 321 h 388"/>
                  <a:gd name="T48" fmla="*/ 31 w 34"/>
                  <a:gd name="T49" fmla="*/ 312 h 388"/>
                  <a:gd name="T50" fmla="*/ 33 w 34"/>
                  <a:gd name="T51" fmla="*/ 302 h 388"/>
                  <a:gd name="T52" fmla="*/ 33 w 34"/>
                  <a:gd name="T53" fmla="*/ 299 h 388"/>
                  <a:gd name="T54" fmla="*/ 33 w 34"/>
                  <a:gd name="T55" fmla="*/ 297 h 388"/>
                  <a:gd name="T56" fmla="*/ 33 w 34"/>
                  <a:gd name="T57" fmla="*/ 294 h 388"/>
                  <a:gd name="T58" fmla="*/ 34 w 34"/>
                  <a:gd name="T59" fmla="*/ 292 h 388"/>
                  <a:gd name="T60" fmla="*/ 34 w 34"/>
                  <a:gd name="T61" fmla="*/ 0 h 388"/>
                  <a:gd name="T62" fmla="*/ 34 w 34"/>
                  <a:gd name="T63" fmla="*/ 5 h 388"/>
                  <a:gd name="T64" fmla="*/ 34 w 34"/>
                  <a:gd name="T65" fmla="*/ 1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" h="388">
                    <a:moveTo>
                      <a:pt x="34" y="10"/>
                    </a:moveTo>
                    <a:lnTo>
                      <a:pt x="33" y="19"/>
                    </a:lnTo>
                    <a:lnTo>
                      <a:pt x="30" y="28"/>
                    </a:lnTo>
                    <a:lnTo>
                      <a:pt x="29" y="33"/>
                    </a:lnTo>
                    <a:lnTo>
                      <a:pt x="28" y="37"/>
                    </a:lnTo>
                    <a:lnTo>
                      <a:pt x="25" y="48"/>
                    </a:lnTo>
                    <a:lnTo>
                      <a:pt x="20" y="58"/>
                    </a:lnTo>
                    <a:lnTo>
                      <a:pt x="19" y="62"/>
                    </a:lnTo>
                    <a:lnTo>
                      <a:pt x="17" y="67"/>
                    </a:lnTo>
                    <a:lnTo>
                      <a:pt x="10" y="81"/>
                    </a:lnTo>
                    <a:lnTo>
                      <a:pt x="0" y="95"/>
                    </a:lnTo>
                    <a:lnTo>
                      <a:pt x="0" y="388"/>
                    </a:lnTo>
                    <a:lnTo>
                      <a:pt x="9" y="374"/>
                    </a:lnTo>
                    <a:lnTo>
                      <a:pt x="17" y="359"/>
                    </a:lnTo>
                    <a:lnTo>
                      <a:pt x="17" y="358"/>
                    </a:lnTo>
                    <a:lnTo>
                      <a:pt x="18" y="356"/>
                    </a:lnTo>
                    <a:lnTo>
                      <a:pt x="19" y="354"/>
                    </a:lnTo>
                    <a:lnTo>
                      <a:pt x="20" y="351"/>
                    </a:lnTo>
                    <a:lnTo>
                      <a:pt x="24" y="340"/>
                    </a:lnTo>
                    <a:lnTo>
                      <a:pt x="28" y="330"/>
                    </a:lnTo>
                    <a:lnTo>
                      <a:pt x="28" y="327"/>
                    </a:lnTo>
                    <a:lnTo>
                      <a:pt x="29" y="325"/>
                    </a:lnTo>
                    <a:lnTo>
                      <a:pt x="29" y="323"/>
                    </a:lnTo>
                    <a:lnTo>
                      <a:pt x="30" y="321"/>
                    </a:lnTo>
                    <a:lnTo>
                      <a:pt x="31" y="312"/>
                    </a:lnTo>
                    <a:lnTo>
                      <a:pt x="33" y="302"/>
                    </a:lnTo>
                    <a:lnTo>
                      <a:pt x="33" y="299"/>
                    </a:lnTo>
                    <a:lnTo>
                      <a:pt x="33" y="297"/>
                    </a:lnTo>
                    <a:lnTo>
                      <a:pt x="33" y="294"/>
                    </a:lnTo>
                    <a:lnTo>
                      <a:pt x="34" y="292"/>
                    </a:lnTo>
                    <a:lnTo>
                      <a:pt x="34" y="0"/>
                    </a:lnTo>
                    <a:lnTo>
                      <a:pt x="34" y="5"/>
                    </a:lnTo>
                    <a:lnTo>
                      <a:pt x="34" y="10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4" name="Freeform 195">
                <a:extLst>
                  <a:ext uri="{FF2B5EF4-FFF2-40B4-BE49-F238E27FC236}">
                    <a16:creationId xmlns:a16="http://schemas.microsoft.com/office/drawing/2014/main" id="{F270F2D3-DEEB-402B-AA39-3338B00FF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913" y="3086100"/>
                <a:ext cx="60325" cy="150813"/>
              </a:xfrm>
              <a:custGeom>
                <a:avLst/>
                <a:gdLst>
                  <a:gd name="T0" fmla="*/ 0 w 191"/>
                  <a:gd name="T1" fmla="*/ 89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0 w 191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0" y="89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0" y="89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5" name="Freeform 196">
                <a:extLst>
                  <a:ext uri="{FF2B5EF4-FFF2-40B4-BE49-F238E27FC236}">
                    <a16:creationId xmlns:a16="http://schemas.microsoft.com/office/drawing/2014/main" id="{59B6DA16-B154-424E-8523-7CF9640D4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751" y="3074988"/>
                <a:ext cx="196850" cy="190500"/>
              </a:xfrm>
              <a:custGeom>
                <a:avLst/>
                <a:gdLst>
                  <a:gd name="T0" fmla="*/ 569 w 619"/>
                  <a:gd name="T1" fmla="*/ 180 h 482"/>
                  <a:gd name="T2" fmla="*/ 512 w 619"/>
                  <a:gd name="T3" fmla="*/ 185 h 482"/>
                  <a:gd name="T4" fmla="*/ 477 w 619"/>
                  <a:gd name="T5" fmla="*/ 187 h 482"/>
                  <a:gd name="T6" fmla="*/ 449 w 619"/>
                  <a:gd name="T7" fmla="*/ 189 h 482"/>
                  <a:gd name="T8" fmla="*/ 419 w 619"/>
                  <a:gd name="T9" fmla="*/ 189 h 482"/>
                  <a:gd name="T10" fmla="*/ 381 w 619"/>
                  <a:gd name="T11" fmla="*/ 189 h 482"/>
                  <a:gd name="T12" fmla="*/ 339 w 619"/>
                  <a:gd name="T13" fmla="*/ 187 h 482"/>
                  <a:gd name="T14" fmla="*/ 321 w 619"/>
                  <a:gd name="T15" fmla="*/ 186 h 482"/>
                  <a:gd name="T16" fmla="*/ 280 w 619"/>
                  <a:gd name="T17" fmla="*/ 182 h 482"/>
                  <a:gd name="T18" fmla="*/ 255 w 619"/>
                  <a:gd name="T19" fmla="*/ 178 h 482"/>
                  <a:gd name="T20" fmla="*/ 223 w 619"/>
                  <a:gd name="T21" fmla="*/ 172 h 482"/>
                  <a:gd name="T22" fmla="*/ 200 w 619"/>
                  <a:gd name="T23" fmla="*/ 167 h 482"/>
                  <a:gd name="T24" fmla="*/ 163 w 619"/>
                  <a:gd name="T25" fmla="*/ 157 h 482"/>
                  <a:gd name="T26" fmla="*/ 125 w 619"/>
                  <a:gd name="T27" fmla="*/ 143 h 482"/>
                  <a:gd name="T28" fmla="*/ 88 w 619"/>
                  <a:gd name="T29" fmla="*/ 124 h 482"/>
                  <a:gd name="T30" fmla="*/ 54 w 619"/>
                  <a:gd name="T31" fmla="*/ 101 h 482"/>
                  <a:gd name="T32" fmla="*/ 29 w 619"/>
                  <a:gd name="T33" fmla="*/ 76 h 482"/>
                  <a:gd name="T34" fmla="*/ 13 w 619"/>
                  <a:gd name="T35" fmla="*/ 49 h 482"/>
                  <a:gd name="T36" fmla="*/ 3 w 619"/>
                  <a:gd name="T37" fmla="*/ 20 h 482"/>
                  <a:gd name="T38" fmla="*/ 0 w 619"/>
                  <a:gd name="T39" fmla="*/ 293 h 482"/>
                  <a:gd name="T40" fmla="*/ 4 w 619"/>
                  <a:gd name="T41" fmla="*/ 323 h 482"/>
                  <a:gd name="T42" fmla="*/ 16 w 619"/>
                  <a:gd name="T43" fmla="*/ 351 h 482"/>
                  <a:gd name="T44" fmla="*/ 35 w 619"/>
                  <a:gd name="T45" fmla="*/ 378 h 482"/>
                  <a:gd name="T46" fmla="*/ 63 w 619"/>
                  <a:gd name="T47" fmla="*/ 402 h 482"/>
                  <a:gd name="T48" fmla="*/ 99 w 619"/>
                  <a:gd name="T49" fmla="*/ 424 h 482"/>
                  <a:gd name="T50" fmla="*/ 136 w 619"/>
                  <a:gd name="T51" fmla="*/ 441 h 482"/>
                  <a:gd name="T52" fmla="*/ 163 w 619"/>
                  <a:gd name="T53" fmla="*/ 450 h 482"/>
                  <a:gd name="T54" fmla="*/ 185 w 619"/>
                  <a:gd name="T55" fmla="*/ 457 h 482"/>
                  <a:gd name="T56" fmla="*/ 209 w 619"/>
                  <a:gd name="T57" fmla="*/ 463 h 482"/>
                  <a:gd name="T58" fmla="*/ 221 w 619"/>
                  <a:gd name="T59" fmla="*/ 465 h 482"/>
                  <a:gd name="T60" fmla="*/ 256 w 619"/>
                  <a:gd name="T61" fmla="*/ 471 h 482"/>
                  <a:gd name="T62" fmla="*/ 279 w 619"/>
                  <a:gd name="T63" fmla="*/ 474 h 482"/>
                  <a:gd name="T64" fmla="*/ 301 w 619"/>
                  <a:gd name="T65" fmla="*/ 477 h 482"/>
                  <a:gd name="T66" fmla="*/ 335 w 619"/>
                  <a:gd name="T67" fmla="*/ 480 h 482"/>
                  <a:gd name="T68" fmla="*/ 336 w 619"/>
                  <a:gd name="T69" fmla="*/ 480 h 482"/>
                  <a:gd name="T70" fmla="*/ 361 w 619"/>
                  <a:gd name="T71" fmla="*/ 481 h 482"/>
                  <a:gd name="T72" fmla="*/ 390 w 619"/>
                  <a:gd name="T73" fmla="*/ 482 h 482"/>
                  <a:gd name="T74" fmla="*/ 419 w 619"/>
                  <a:gd name="T75" fmla="*/ 482 h 482"/>
                  <a:gd name="T76" fmla="*/ 450 w 619"/>
                  <a:gd name="T77" fmla="*/ 481 h 482"/>
                  <a:gd name="T78" fmla="*/ 495 w 619"/>
                  <a:gd name="T79" fmla="*/ 479 h 482"/>
                  <a:gd name="T80" fmla="*/ 521 w 619"/>
                  <a:gd name="T81" fmla="*/ 477 h 482"/>
                  <a:gd name="T82" fmla="*/ 567 w 619"/>
                  <a:gd name="T83" fmla="*/ 473 h 482"/>
                  <a:gd name="T84" fmla="*/ 612 w 619"/>
                  <a:gd name="T85" fmla="*/ 467 h 482"/>
                  <a:gd name="T86" fmla="*/ 617 w 619"/>
                  <a:gd name="T87" fmla="*/ 466 h 482"/>
                  <a:gd name="T88" fmla="*/ 610 w 619"/>
                  <a:gd name="T89" fmla="*/ 175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9" h="482">
                    <a:moveTo>
                      <a:pt x="610" y="175"/>
                    </a:moveTo>
                    <a:lnTo>
                      <a:pt x="590" y="177"/>
                    </a:lnTo>
                    <a:lnTo>
                      <a:pt x="569" y="180"/>
                    </a:lnTo>
                    <a:lnTo>
                      <a:pt x="549" y="182"/>
                    </a:lnTo>
                    <a:lnTo>
                      <a:pt x="529" y="184"/>
                    </a:lnTo>
                    <a:lnTo>
                      <a:pt x="512" y="185"/>
                    </a:lnTo>
                    <a:lnTo>
                      <a:pt x="496" y="186"/>
                    </a:lnTo>
                    <a:lnTo>
                      <a:pt x="486" y="187"/>
                    </a:lnTo>
                    <a:lnTo>
                      <a:pt x="477" y="187"/>
                    </a:lnTo>
                    <a:lnTo>
                      <a:pt x="467" y="188"/>
                    </a:lnTo>
                    <a:lnTo>
                      <a:pt x="459" y="188"/>
                    </a:lnTo>
                    <a:lnTo>
                      <a:pt x="449" y="189"/>
                    </a:lnTo>
                    <a:lnTo>
                      <a:pt x="439" y="189"/>
                    </a:lnTo>
                    <a:lnTo>
                      <a:pt x="429" y="189"/>
                    </a:lnTo>
                    <a:lnTo>
                      <a:pt x="419" y="189"/>
                    </a:lnTo>
                    <a:lnTo>
                      <a:pt x="407" y="189"/>
                    </a:lnTo>
                    <a:lnTo>
                      <a:pt x="395" y="189"/>
                    </a:lnTo>
                    <a:lnTo>
                      <a:pt x="381" y="189"/>
                    </a:lnTo>
                    <a:lnTo>
                      <a:pt x="367" y="189"/>
                    </a:lnTo>
                    <a:lnTo>
                      <a:pt x="352" y="188"/>
                    </a:lnTo>
                    <a:lnTo>
                      <a:pt x="339" y="187"/>
                    </a:lnTo>
                    <a:lnTo>
                      <a:pt x="337" y="187"/>
                    </a:lnTo>
                    <a:lnTo>
                      <a:pt x="336" y="187"/>
                    </a:lnTo>
                    <a:lnTo>
                      <a:pt x="321" y="186"/>
                    </a:lnTo>
                    <a:lnTo>
                      <a:pt x="308" y="185"/>
                    </a:lnTo>
                    <a:lnTo>
                      <a:pt x="294" y="183"/>
                    </a:lnTo>
                    <a:lnTo>
                      <a:pt x="280" y="182"/>
                    </a:lnTo>
                    <a:lnTo>
                      <a:pt x="273" y="181"/>
                    </a:lnTo>
                    <a:lnTo>
                      <a:pt x="266" y="180"/>
                    </a:lnTo>
                    <a:lnTo>
                      <a:pt x="255" y="178"/>
                    </a:lnTo>
                    <a:lnTo>
                      <a:pt x="244" y="176"/>
                    </a:lnTo>
                    <a:lnTo>
                      <a:pt x="233" y="174"/>
                    </a:lnTo>
                    <a:lnTo>
                      <a:pt x="223" y="172"/>
                    </a:lnTo>
                    <a:lnTo>
                      <a:pt x="218" y="171"/>
                    </a:lnTo>
                    <a:lnTo>
                      <a:pt x="213" y="170"/>
                    </a:lnTo>
                    <a:lnTo>
                      <a:pt x="200" y="167"/>
                    </a:lnTo>
                    <a:lnTo>
                      <a:pt x="188" y="164"/>
                    </a:lnTo>
                    <a:lnTo>
                      <a:pt x="175" y="161"/>
                    </a:lnTo>
                    <a:lnTo>
                      <a:pt x="163" y="157"/>
                    </a:lnTo>
                    <a:lnTo>
                      <a:pt x="150" y="153"/>
                    </a:lnTo>
                    <a:lnTo>
                      <a:pt x="138" y="148"/>
                    </a:lnTo>
                    <a:lnTo>
                      <a:pt x="125" y="143"/>
                    </a:lnTo>
                    <a:lnTo>
                      <a:pt x="114" y="138"/>
                    </a:lnTo>
                    <a:lnTo>
                      <a:pt x="100" y="131"/>
                    </a:lnTo>
                    <a:lnTo>
                      <a:pt x="88" y="124"/>
                    </a:lnTo>
                    <a:lnTo>
                      <a:pt x="75" y="117"/>
                    </a:lnTo>
                    <a:lnTo>
                      <a:pt x="64" y="109"/>
                    </a:lnTo>
                    <a:lnTo>
                      <a:pt x="54" y="101"/>
                    </a:lnTo>
                    <a:lnTo>
                      <a:pt x="45" y="93"/>
                    </a:lnTo>
                    <a:lnTo>
                      <a:pt x="36" y="85"/>
                    </a:lnTo>
                    <a:lnTo>
                      <a:pt x="29" y="76"/>
                    </a:lnTo>
                    <a:lnTo>
                      <a:pt x="23" y="67"/>
                    </a:lnTo>
                    <a:lnTo>
                      <a:pt x="16" y="58"/>
                    </a:lnTo>
                    <a:lnTo>
                      <a:pt x="13" y="49"/>
                    </a:lnTo>
                    <a:lnTo>
                      <a:pt x="8" y="39"/>
                    </a:lnTo>
                    <a:lnTo>
                      <a:pt x="5" y="30"/>
                    </a:lnTo>
                    <a:lnTo>
                      <a:pt x="3" y="20"/>
                    </a:lnTo>
                    <a:lnTo>
                      <a:pt x="1" y="10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1" y="303"/>
                    </a:lnTo>
                    <a:lnTo>
                      <a:pt x="3" y="313"/>
                    </a:lnTo>
                    <a:lnTo>
                      <a:pt x="4" y="323"/>
                    </a:lnTo>
                    <a:lnTo>
                      <a:pt x="8" y="332"/>
                    </a:lnTo>
                    <a:lnTo>
                      <a:pt x="11" y="342"/>
                    </a:lnTo>
                    <a:lnTo>
                      <a:pt x="16" y="351"/>
                    </a:lnTo>
                    <a:lnTo>
                      <a:pt x="21" y="360"/>
                    </a:lnTo>
                    <a:lnTo>
                      <a:pt x="28" y="369"/>
                    </a:lnTo>
                    <a:lnTo>
                      <a:pt x="35" y="378"/>
                    </a:lnTo>
                    <a:lnTo>
                      <a:pt x="44" y="386"/>
                    </a:lnTo>
                    <a:lnTo>
                      <a:pt x="53" y="394"/>
                    </a:lnTo>
                    <a:lnTo>
                      <a:pt x="63" y="402"/>
                    </a:lnTo>
                    <a:lnTo>
                      <a:pt x="74" y="410"/>
                    </a:lnTo>
                    <a:lnTo>
                      <a:pt x="86" y="417"/>
                    </a:lnTo>
                    <a:lnTo>
                      <a:pt x="99" y="424"/>
                    </a:lnTo>
                    <a:lnTo>
                      <a:pt x="113" y="431"/>
                    </a:lnTo>
                    <a:lnTo>
                      <a:pt x="124" y="436"/>
                    </a:lnTo>
                    <a:lnTo>
                      <a:pt x="136" y="441"/>
                    </a:lnTo>
                    <a:lnTo>
                      <a:pt x="149" y="445"/>
                    </a:lnTo>
                    <a:lnTo>
                      <a:pt x="161" y="450"/>
                    </a:lnTo>
                    <a:lnTo>
                      <a:pt x="163" y="450"/>
                    </a:lnTo>
                    <a:lnTo>
                      <a:pt x="163" y="450"/>
                    </a:lnTo>
                    <a:lnTo>
                      <a:pt x="174" y="453"/>
                    </a:lnTo>
                    <a:lnTo>
                      <a:pt x="185" y="457"/>
                    </a:lnTo>
                    <a:lnTo>
                      <a:pt x="196" y="459"/>
                    </a:lnTo>
                    <a:lnTo>
                      <a:pt x="208" y="462"/>
                    </a:lnTo>
                    <a:lnTo>
                      <a:pt x="209" y="463"/>
                    </a:lnTo>
                    <a:lnTo>
                      <a:pt x="211" y="463"/>
                    </a:lnTo>
                    <a:lnTo>
                      <a:pt x="216" y="464"/>
                    </a:lnTo>
                    <a:lnTo>
                      <a:pt x="221" y="465"/>
                    </a:lnTo>
                    <a:lnTo>
                      <a:pt x="235" y="468"/>
                    </a:lnTo>
                    <a:lnTo>
                      <a:pt x="249" y="470"/>
                    </a:lnTo>
                    <a:lnTo>
                      <a:pt x="256" y="471"/>
                    </a:lnTo>
                    <a:lnTo>
                      <a:pt x="265" y="472"/>
                    </a:lnTo>
                    <a:lnTo>
                      <a:pt x="271" y="473"/>
                    </a:lnTo>
                    <a:lnTo>
                      <a:pt x="279" y="474"/>
                    </a:lnTo>
                    <a:lnTo>
                      <a:pt x="284" y="475"/>
                    </a:lnTo>
                    <a:lnTo>
                      <a:pt x="290" y="476"/>
                    </a:lnTo>
                    <a:lnTo>
                      <a:pt x="301" y="477"/>
                    </a:lnTo>
                    <a:lnTo>
                      <a:pt x="313" y="478"/>
                    </a:lnTo>
                    <a:lnTo>
                      <a:pt x="324" y="479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6" y="480"/>
                    </a:lnTo>
                    <a:lnTo>
                      <a:pt x="337" y="480"/>
                    </a:lnTo>
                    <a:lnTo>
                      <a:pt x="349" y="481"/>
                    </a:lnTo>
                    <a:lnTo>
                      <a:pt x="361" y="481"/>
                    </a:lnTo>
                    <a:lnTo>
                      <a:pt x="372" y="482"/>
                    </a:lnTo>
                    <a:lnTo>
                      <a:pt x="385" y="482"/>
                    </a:lnTo>
                    <a:lnTo>
                      <a:pt x="390" y="482"/>
                    </a:lnTo>
                    <a:lnTo>
                      <a:pt x="395" y="482"/>
                    </a:lnTo>
                    <a:lnTo>
                      <a:pt x="406" y="482"/>
                    </a:lnTo>
                    <a:lnTo>
                      <a:pt x="419" y="482"/>
                    </a:lnTo>
                    <a:lnTo>
                      <a:pt x="431" y="482"/>
                    </a:lnTo>
                    <a:lnTo>
                      <a:pt x="444" y="482"/>
                    </a:lnTo>
                    <a:lnTo>
                      <a:pt x="450" y="481"/>
                    </a:lnTo>
                    <a:lnTo>
                      <a:pt x="457" y="481"/>
                    </a:lnTo>
                    <a:lnTo>
                      <a:pt x="476" y="480"/>
                    </a:lnTo>
                    <a:lnTo>
                      <a:pt x="495" y="479"/>
                    </a:lnTo>
                    <a:lnTo>
                      <a:pt x="506" y="479"/>
                    </a:lnTo>
                    <a:lnTo>
                      <a:pt x="516" y="478"/>
                    </a:lnTo>
                    <a:lnTo>
                      <a:pt x="521" y="477"/>
                    </a:lnTo>
                    <a:lnTo>
                      <a:pt x="527" y="477"/>
                    </a:lnTo>
                    <a:lnTo>
                      <a:pt x="547" y="475"/>
                    </a:lnTo>
                    <a:lnTo>
                      <a:pt x="567" y="473"/>
                    </a:lnTo>
                    <a:lnTo>
                      <a:pt x="589" y="470"/>
                    </a:lnTo>
                    <a:lnTo>
                      <a:pt x="609" y="467"/>
                    </a:lnTo>
                    <a:lnTo>
                      <a:pt x="612" y="467"/>
                    </a:lnTo>
                    <a:lnTo>
                      <a:pt x="615" y="467"/>
                    </a:lnTo>
                    <a:lnTo>
                      <a:pt x="616" y="467"/>
                    </a:lnTo>
                    <a:lnTo>
                      <a:pt x="617" y="466"/>
                    </a:lnTo>
                    <a:lnTo>
                      <a:pt x="619" y="174"/>
                    </a:lnTo>
                    <a:lnTo>
                      <a:pt x="614" y="174"/>
                    </a:lnTo>
                    <a:lnTo>
                      <a:pt x="610" y="17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6" name="Freeform 197">
                <a:extLst>
                  <a:ext uri="{FF2B5EF4-FFF2-40B4-BE49-F238E27FC236}">
                    <a16:creationId xmlns:a16="http://schemas.microsoft.com/office/drawing/2014/main" id="{5CDC8CCB-30D4-451E-A90C-3420A6C87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1" y="3143250"/>
                <a:ext cx="60325" cy="152400"/>
              </a:xfrm>
              <a:custGeom>
                <a:avLst/>
                <a:gdLst>
                  <a:gd name="T0" fmla="*/ 2 w 193"/>
                  <a:gd name="T1" fmla="*/ 0 h 381"/>
                  <a:gd name="T2" fmla="*/ 0 w 193"/>
                  <a:gd name="T3" fmla="*/ 292 h 381"/>
                  <a:gd name="T4" fmla="*/ 192 w 193"/>
                  <a:gd name="T5" fmla="*/ 381 h 381"/>
                  <a:gd name="T6" fmla="*/ 193 w 193"/>
                  <a:gd name="T7" fmla="*/ 88 h 381"/>
                  <a:gd name="T8" fmla="*/ 2 w 193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1">
                    <a:moveTo>
                      <a:pt x="2" y="0"/>
                    </a:moveTo>
                    <a:lnTo>
                      <a:pt x="0" y="292"/>
                    </a:lnTo>
                    <a:lnTo>
                      <a:pt x="192" y="381"/>
                    </a:lnTo>
                    <a:lnTo>
                      <a:pt x="193" y="8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7" name="Freeform 198">
                <a:extLst>
                  <a:ext uri="{FF2B5EF4-FFF2-40B4-BE49-F238E27FC236}">
                    <a16:creationId xmlns:a16="http://schemas.microsoft.com/office/drawing/2014/main" id="{D3F899E4-E4B7-45FE-AF91-05C0C4EEC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651" y="3114675"/>
                <a:ext cx="195263" cy="190500"/>
              </a:xfrm>
              <a:custGeom>
                <a:avLst/>
                <a:gdLst>
                  <a:gd name="T0" fmla="*/ 223 w 614"/>
                  <a:gd name="T1" fmla="*/ 309 h 480"/>
                  <a:gd name="T2" fmla="*/ 257 w 614"/>
                  <a:gd name="T3" fmla="*/ 303 h 480"/>
                  <a:gd name="T4" fmla="*/ 287 w 614"/>
                  <a:gd name="T5" fmla="*/ 299 h 480"/>
                  <a:gd name="T6" fmla="*/ 316 w 614"/>
                  <a:gd name="T7" fmla="*/ 296 h 480"/>
                  <a:gd name="T8" fmla="*/ 347 w 614"/>
                  <a:gd name="T9" fmla="*/ 294 h 480"/>
                  <a:gd name="T10" fmla="*/ 378 w 614"/>
                  <a:gd name="T11" fmla="*/ 293 h 480"/>
                  <a:gd name="T12" fmla="*/ 412 w 614"/>
                  <a:gd name="T13" fmla="*/ 293 h 480"/>
                  <a:gd name="T14" fmla="*/ 442 w 614"/>
                  <a:gd name="T15" fmla="*/ 293 h 480"/>
                  <a:gd name="T16" fmla="*/ 479 w 614"/>
                  <a:gd name="T17" fmla="*/ 295 h 480"/>
                  <a:gd name="T18" fmla="*/ 508 w 614"/>
                  <a:gd name="T19" fmla="*/ 297 h 480"/>
                  <a:gd name="T20" fmla="*/ 552 w 614"/>
                  <a:gd name="T21" fmla="*/ 301 h 480"/>
                  <a:gd name="T22" fmla="*/ 598 w 614"/>
                  <a:gd name="T23" fmla="*/ 306 h 480"/>
                  <a:gd name="T24" fmla="*/ 602 w 614"/>
                  <a:gd name="T25" fmla="*/ 14 h 480"/>
                  <a:gd name="T26" fmla="*/ 563 w 614"/>
                  <a:gd name="T27" fmla="*/ 9 h 480"/>
                  <a:gd name="T28" fmla="*/ 536 w 614"/>
                  <a:gd name="T29" fmla="*/ 6 h 480"/>
                  <a:gd name="T30" fmla="*/ 493 w 614"/>
                  <a:gd name="T31" fmla="*/ 3 h 480"/>
                  <a:gd name="T32" fmla="*/ 467 w 614"/>
                  <a:gd name="T33" fmla="*/ 1 h 480"/>
                  <a:gd name="T34" fmla="*/ 431 w 614"/>
                  <a:gd name="T35" fmla="*/ 0 h 480"/>
                  <a:gd name="T36" fmla="*/ 401 w 614"/>
                  <a:gd name="T37" fmla="*/ 0 h 480"/>
                  <a:gd name="T38" fmla="*/ 374 w 614"/>
                  <a:gd name="T39" fmla="*/ 0 h 480"/>
                  <a:gd name="T40" fmla="*/ 338 w 614"/>
                  <a:gd name="T41" fmla="*/ 2 h 480"/>
                  <a:gd name="T42" fmla="*/ 319 w 614"/>
                  <a:gd name="T43" fmla="*/ 3 h 480"/>
                  <a:gd name="T44" fmla="*/ 277 w 614"/>
                  <a:gd name="T45" fmla="*/ 8 h 480"/>
                  <a:gd name="T46" fmla="*/ 262 w 614"/>
                  <a:gd name="T47" fmla="*/ 9 h 480"/>
                  <a:gd name="T48" fmla="*/ 237 w 614"/>
                  <a:gd name="T49" fmla="*/ 14 h 480"/>
                  <a:gd name="T50" fmla="*/ 200 w 614"/>
                  <a:gd name="T51" fmla="*/ 22 h 480"/>
                  <a:gd name="T52" fmla="*/ 180 w 614"/>
                  <a:gd name="T53" fmla="*/ 27 h 480"/>
                  <a:gd name="T54" fmla="*/ 155 w 614"/>
                  <a:gd name="T55" fmla="*/ 34 h 480"/>
                  <a:gd name="T56" fmla="*/ 122 w 614"/>
                  <a:gd name="T57" fmla="*/ 46 h 480"/>
                  <a:gd name="T58" fmla="*/ 107 w 614"/>
                  <a:gd name="T59" fmla="*/ 53 h 480"/>
                  <a:gd name="T60" fmla="*/ 75 w 614"/>
                  <a:gd name="T61" fmla="*/ 72 h 480"/>
                  <a:gd name="T62" fmla="*/ 62 w 614"/>
                  <a:gd name="T63" fmla="*/ 79 h 480"/>
                  <a:gd name="T64" fmla="*/ 51 w 614"/>
                  <a:gd name="T65" fmla="*/ 89 h 480"/>
                  <a:gd name="T66" fmla="*/ 31 w 614"/>
                  <a:gd name="T67" fmla="*/ 109 h 480"/>
                  <a:gd name="T68" fmla="*/ 25 w 614"/>
                  <a:gd name="T69" fmla="*/ 116 h 480"/>
                  <a:gd name="T70" fmla="*/ 12 w 614"/>
                  <a:gd name="T71" fmla="*/ 138 h 480"/>
                  <a:gd name="T72" fmla="*/ 8 w 614"/>
                  <a:gd name="T73" fmla="*/ 148 h 480"/>
                  <a:gd name="T74" fmla="*/ 5 w 614"/>
                  <a:gd name="T75" fmla="*/ 159 h 480"/>
                  <a:gd name="T76" fmla="*/ 1 w 614"/>
                  <a:gd name="T77" fmla="*/ 185 h 480"/>
                  <a:gd name="T78" fmla="*/ 1 w 614"/>
                  <a:gd name="T79" fmla="*/ 471 h 480"/>
                  <a:gd name="T80" fmla="*/ 6 w 614"/>
                  <a:gd name="T81" fmla="*/ 444 h 480"/>
                  <a:gd name="T82" fmla="*/ 12 w 614"/>
                  <a:gd name="T83" fmla="*/ 430 h 480"/>
                  <a:gd name="T84" fmla="*/ 26 w 614"/>
                  <a:gd name="T85" fmla="*/ 407 h 480"/>
                  <a:gd name="T86" fmla="*/ 37 w 614"/>
                  <a:gd name="T87" fmla="*/ 394 h 480"/>
                  <a:gd name="T88" fmla="*/ 62 w 614"/>
                  <a:gd name="T89" fmla="*/ 372 h 480"/>
                  <a:gd name="T90" fmla="*/ 73 w 614"/>
                  <a:gd name="T91" fmla="*/ 364 h 480"/>
                  <a:gd name="T92" fmla="*/ 111 w 614"/>
                  <a:gd name="T93" fmla="*/ 344 h 480"/>
                  <a:gd name="T94" fmla="*/ 142 w 614"/>
                  <a:gd name="T95" fmla="*/ 331 h 480"/>
                  <a:gd name="T96" fmla="*/ 168 w 614"/>
                  <a:gd name="T97" fmla="*/ 322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4" h="480">
                    <a:moveTo>
                      <a:pt x="198" y="314"/>
                    </a:moveTo>
                    <a:lnTo>
                      <a:pt x="211" y="312"/>
                    </a:lnTo>
                    <a:lnTo>
                      <a:pt x="223" y="309"/>
                    </a:lnTo>
                    <a:lnTo>
                      <a:pt x="236" y="307"/>
                    </a:lnTo>
                    <a:lnTo>
                      <a:pt x="249" y="304"/>
                    </a:lnTo>
                    <a:lnTo>
                      <a:pt x="257" y="303"/>
                    </a:lnTo>
                    <a:lnTo>
                      <a:pt x="266" y="302"/>
                    </a:lnTo>
                    <a:lnTo>
                      <a:pt x="277" y="300"/>
                    </a:lnTo>
                    <a:lnTo>
                      <a:pt x="287" y="299"/>
                    </a:lnTo>
                    <a:lnTo>
                      <a:pt x="297" y="298"/>
                    </a:lnTo>
                    <a:lnTo>
                      <a:pt x="307" y="297"/>
                    </a:lnTo>
                    <a:lnTo>
                      <a:pt x="316" y="296"/>
                    </a:lnTo>
                    <a:lnTo>
                      <a:pt x="326" y="295"/>
                    </a:lnTo>
                    <a:lnTo>
                      <a:pt x="337" y="295"/>
                    </a:lnTo>
                    <a:lnTo>
                      <a:pt x="347" y="294"/>
                    </a:lnTo>
                    <a:lnTo>
                      <a:pt x="357" y="294"/>
                    </a:lnTo>
                    <a:lnTo>
                      <a:pt x="367" y="293"/>
                    </a:lnTo>
                    <a:lnTo>
                      <a:pt x="378" y="293"/>
                    </a:lnTo>
                    <a:lnTo>
                      <a:pt x="388" y="293"/>
                    </a:lnTo>
                    <a:lnTo>
                      <a:pt x="399" y="293"/>
                    </a:lnTo>
                    <a:lnTo>
                      <a:pt x="412" y="293"/>
                    </a:lnTo>
                    <a:lnTo>
                      <a:pt x="422" y="293"/>
                    </a:lnTo>
                    <a:lnTo>
                      <a:pt x="432" y="293"/>
                    </a:lnTo>
                    <a:lnTo>
                      <a:pt x="442" y="293"/>
                    </a:lnTo>
                    <a:lnTo>
                      <a:pt x="452" y="294"/>
                    </a:lnTo>
                    <a:lnTo>
                      <a:pt x="466" y="294"/>
                    </a:lnTo>
                    <a:lnTo>
                      <a:pt x="479" y="295"/>
                    </a:lnTo>
                    <a:lnTo>
                      <a:pt x="489" y="295"/>
                    </a:lnTo>
                    <a:lnTo>
                      <a:pt x="498" y="296"/>
                    </a:lnTo>
                    <a:lnTo>
                      <a:pt x="508" y="297"/>
                    </a:lnTo>
                    <a:lnTo>
                      <a:pt x="518" y="298"/>
                    </a:lnTo>
                    <a:lnTo>
                      <a:pt x="534" y="299"/>
                    </a:lnTo>
                    <a:lnTo>
                      <a:pt x="552" y="301"/>
                    </a:lnTo>
                    <a:lnTo>
                      <a:pt x="567" y="302"/>
                    </a:lnTo>
                    <a:lnTo>
                      <a:pt x="583" y="304"/>
                    </a:lnTo>
                    <a:lnTo>
                      <a:pt x="598" y="306"/>
                    </a:lnTo>
                    <a:lnTo>
                      <a:pt x="614" y="308"/>
                    </a:lnTo>
                    <a:lnTo>
                      <a:pt x="614" y="16"/>
                    </a:lnTo>
                    <a:lnTo>
                      <a:pt x="602" y="14"/>
                    </a:lnTo>
                    <a:lnTo>
                      <a:pt x="589" y="12"/>
                    </a:lnTo>
                    <a:lnTo>
                      <a:pt x="577" y="10"/>
                    </a:lnTo>
                    <a:lnTo>
                      <a:pt x="563" y="9"/>
                    </a:lnTo>
                    <a:lnTo>
                      <a:pt x="558" y="8"/>
                    </a:lnTo>
                    <a:lnTo>
                      <a:pt x="552" y="8"/>
                    </a:lnTo>
                    <a:lnTo>
                      <a:pt x="536" y="6"/>
                    </a:lnTo>
                    <a:lnTo>
                      <a:pt x="519" y="5"/>
                    </a:lnTo>
                    <a:lnTo>
                      <a:pt x="506" y="4"/>
                    </a:lnTo>
                    <a:lnTo>
                      <a:pt x="493" y="3"/>
                    </a:lnTo>
                    <a:lnTo>
                      <a:pt x="487" y="2"/>
                    </a:lnTo>
                    <a:lnTo>
                      <a:pt x="481" y="2"/>
                    </a:lnTo>
                    <a:lnTo>
                      <a:pt x="467" y="1"/>
                    </a:lnTo>
                    <a:lnTo>
                      <a:pt x="453" y="1"/>
                    </a:lnTo>
                    <a:lnTo>
                      <a:pt x="442" y="0"/>
                    </a:lnTo>
                    <a:lnTo>
                      <a:pt x="431" y="0"/>
                    </a:lnTo>
                    <a:lnTo>
                      <a:pt x="422" y="0"/>
                    </a:lnTo>
                    <a:lnTo>
                      <a:pt x="413" y="0"/>
                    </a:lnTo>
                    <a:lnTo>
                      <a:pt x="401" y="0"/>
                    </a:lnTo>
                    <a:lnTo>
                      <a:pt x="389" y="0"/>
                    </a:lnTo>
                    <a:lnTo>
                      <a:pt x="382" y="0"/>
                    </a:lnTo>
                    <a:lnTo>
                      <a:pt x="374" y="0"/>
                    </a:lnTo>
                    <a:lnTo>
                      <a:pt x="361" y="1"/>
                    </a:lnTo>
                    <a:lnTo>
                      <a:pt x="348" y="1"/>
                    </a:lnTo>
                    <a:lnTo>
                      <a:pt x="338" y="2"/>
                    </a:lnTo>
                    <a:lnTo>
                      <a:pt x="327" y="3"/>
                    </a:lnTo>
                    <a:lnTo>
                      <a:pt x="323" y="3"/>
                    </a:lnTo>
                    <a:lnTo>
                      <a:pt x="319" y="3"/>
                    </a:lnTo>
                    <a:lnTo>
                      <a:pt x="303" y="5"/>
                    </a:lnTo>
                    <a:lnTo>
                      <a:pt x="288" y="6"/>
                    </a:lnTo>
                    <a:lnTo>
                      <a:pt x="277" y="8"/>
                    </a:lnTo>
                    <a:lnTo>
                      <a:pt x="267" y="9"/>
                    </a:lnTo>
                    <a:lnTo>
                      <a:pt x="264" y="9"/>
                    </a:lnTo>
                    <a:lnTo>
                      <a:pt x="262" y="9"/>
                    </a:lnTo>
                    <a:lnTo>
                      <a:pt x="257" y="10"/>
                    </a:lnTo>
                    <a:lnTo>
                      <a:pt x="251" y="12"/>
                    </a:lnTo>
                    <a:lnTo>
                      <a:pt x="237" y="14"/>
                    </a:lnTo>
                    <a:lnTo>
                      <a:pt x="225" y="16"/>
                    </a:lnTo>
                    <a:lnTo>
                      <a:pt x="212" y="19"/>
                    </a:lnTo>
                    <a:lnTo>
                      <a:pt x="200" y="22"/>
                    </a:lnTo>
                    <a:lnTo>
                      <a:pt x="195" y="23"/>
                    </a:lnTo>
                    <a:lnTo>
                      <a:pt x="191" y="24"/>
                    </a:lnTo>
                    <a:lnTo>
                      <a:pt x="180" y="27"/>
                    </a:lnTo>
                    <a:lnTo>
                      <a:pt x="170" y="30"/>
                    </a:lnTo>
                    <a:lnTo>
                      <a:pt x="162" y="32"/>
                    </a:lnTo>
                    <a:lnTo>
                      <a:pt x="155" y="34"/>
                    </a:lnTo>
                    <a:lnTo>
                      <a:pt x="143" y="38"/>
                    </a:lnTo>
                    <a:lnTo>
                      <a:pt x="132" y="42"/>
                    </a:lnTo>
                    <a:lnTo>
                      <a:pt x="122" y="46"/>
                    </a:lnTo>
                    <a:lnTo>
                      <a:pt x="111" y="51"/>
                    </a:lnTo>
                    <a:lnTo>
                      <a:pt x="110" y="52"/>
                    </a:lnTo>
                    <a:lnTo>
                      <a:pt x="107" y="53"/>
                    </a:lnTo>
                    <a:lnTo>
                      <a:pt x="96" y="59"/>
                    </a:lnTo>
                    <a:lnTo>
                      <a:pt x="85" y="65"/>
                    </a:lnTo>
                    <a:lnTo>
                      <a:pt x="75" y="72"/>
                    </a:lnTo>
                    <a:lnTo>
                      <a:pt x="65" y="78"/>
                    </a:lnTo>
                    <a:lnTo>
                      <a:pt x="63" y="79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51" y="89"/>
                    </a:lnTo>
                    <a:lnTo>
                      <a:pt x="40" y="100"/>
                    </a:lnTo>
                    <a:lnTo>
                      <a:pt x="35" y="104"/>
                    </a:lnTo>
                    <a:lnTo>
                      <a:pt x="31" y="109"/>
                    </a:lnTo>
                    <a:lnTo>
                      <a:pt x="30" y="112"/>
                    </a:lnTo>
                    <a:lnTo>
                      <a:pt x="27" y="114"/>
                    </a:lnTo>
                    <a:lnTo>
                      <a:pt x="25" y="116"/>
                    </a:lnTo>
                    <a:lnTo>
                      <a:pt x="23" y="119"/>
                    </a:lnTo>
                    <a:lnTo>
                      <a:pt x="17" y="128"/>
                    </a:lnTo>
                    <a:lnTo>
                      <a:pt x="12" y="138"/>
                    </a:lnTo>
                    <a:lnTo>
                      <a:pt x="11" y="142"/>
                    </a:lnTo>
                    <a:lnTo>
                      <a:pt x="10" y="145"/>
                    </a:lnTo>
                    <a:lnTo>
                      <a:pt x="8" y="148"/>
                    </a:lnTo>
                    <a:lnTo>
                      <a:pt x="7" y="151"/>
                    </a:lnTo>
                    <a:lnTo>
                      <a:pt x="6" y="155"/>
                    </a:lnTo>
                    <a:lnTo>
                      <a:pt x="5" y="159"/>
                    </a:lnTo>
                    <a:lnTo>
                      <a:pt x="2" y="17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1"/>
                    </a:lnTo>
                    <a:lnTo>
                      <a:pt x="2" y="462"/>
                    </a:lnTo>
                    <a:lnTo>
                      <a:pt x="3" y="453"/>
                    </a:lnTo>
                    <a:lnTo>
                      <a:pt x="6" y="444"/>
                    </a:lnTo>
                    <a:lnTo>
                      <a:pt x="7" y="441"/>
                    </a:lnTo>
                    <a:lnTo>
                      <a:pt x="8" y="438"/>
                    </a:lnTo>
                    <a:lnTo>
                      <a:pt x="12" y="430"/>
                    </a:lnTo>
                    <a:lnTo>
                      <a:pt x="16" y="422"/>
                    </a:lnTo>
                    <a:lnTo>
                      <a:pt x="21" y="414"/>
                    </a:lnTo>
                    <a:lnTo>
                      <a:pt x="26" y="407"/>
                    </a:lnTo>
                    <a:lnTo>
                      <a:pt x="28" y="404"/>
                    </a:lnTo>
                    <a:lnTo>
                      <a:pt x="30" y="402"/>
                    </a:lnTo>
                    <a:lnTo>
                      <a:pt x="37" y="394"/>
                    </a:lnTo>
                    <a:lnTo>
                      <a:pt x="45" y="387"/>
                    </a:lnTo>
                    <a:lnTo>
                      <a:pt x="52" y="379"/>
                    </a:lnTo>
                    <a:lnTo>
                      <a:pt x="62" y="372"/>
                    </a:lnTo>
                    <a:lnTo>
                      <a:pt x="62" y="372"/>
                    </a:lnTo>
                    <a:lnTo>
                      <a:pt x="63" y="371"/>
                    </a:lnTo>
                    <a:lnTo>
                      <a:pt x="73" y="364"/>
                    </a:lnTo>
                    <a:lnTo>
                      <a:pt x="85" y="357"/>
                    </a:lnTo>
                    <a:lnTo>
                      <a:pt x="97" y="350"/>
                    </a:lnTo>
                    <a:lnTo>
                      <a:pt x="111" y="344"/>
                    </a:lnTo>
                    <a:lnTo>
                      <a:pt x="121" y="339"/>
                    </a:lnTo>
                    <a:lnTo>
                      <a:pt x="131" y="335"/>
                    </a:lnTo>
                    <a:lnTo>
                      <a:pt x="142" y="331"/>
                    </a:lnTo>
                    <a:lnTo>
                      <a:pt x="153" y="327"/>
                    </a:lnTo>
                    <a:lnTo>
                      <a:pt x="161" y="325"/>
                    </a:lnTo>
                    <a:lnTo>
                      <a:pt x="168" y="322"/>
                    </a:lnTo>
                    <a:lnTo>
                      <a:pt x="183" y="318"/>
                    </a:lnTo>
                    <a:lnTo>
                      <a:pt x="198" y="31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8" name="Freeform 199">
                <a:extLst>
                  <a:ext uri="{FF2B5EF4-FFF2-40B4-BE49-F238E27FC236}">
                    <a16:creationId xmlns:a16="http://schemas.microsoft.com/office/drawing/2014/main" id="{E56FB2D0-7F22-4513-8795-36D2281EC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401" y="3246438"/>
                <a:ext cx="11113" cy="155575"/>
              </a:xfrm>
              <a:custGeom>
                <a:avLst/>
                <a:gdLst>
                  <a:gd name="T0" fmla="*/ 1 w 36"/>
                  <a:gd name="T1" fmla="*/ 0 h 392"/>
                  <a:gd name="T2" fmla="*/ 0 w 36"/>
                  <a:gd name="T3" fmla="*/ 294 h 392"/>
                  <a:gd name="T4" fmla="*/ 9 w 36"/>
                  <a:gd name="T5" fmla="*/ 307 h 392"/>
                  <a:gd name="T6" fmla="*/ 15 w 36"/>
                  <a:gd name="T7" fmla="*/ 319 h 392"/>
                  <a:gd name="T8" fmla="*/ 21 w 36"/>
                  <a:gd name="T9" fmla="*/ 332 h 392"/>
                  <a:gd name="T10" fmla="*/ 26 w 36"/>
                  <a:gd name="T11" fmla="*/ 344 h 392"/>
                  <a:gd name="T12" fmla="*/ 30 w 36"/>
                  <a:gd name="T13" fmla="*/ 356 h 392"/>
                  <a:gd name="T14" fmla="*/ 34 w 36"/>
                  <a:gd name="T15" fmla="*/ 368 h 392"/>
                  <a:gd name="T16" fmla="*/ 35 w 36"/>
                  <a:gd name="T17" fmla="*/ 380 h 392"/>
                  <a:gd name="T18" fmla="*/ 35 w 36"/>
                  <a:gd name="T19" fmla="*/ 392 h 392"/>
                  <a:gd name="T20" fmla="*/ 36 w 36"/>
                  <a:gd name="T21" fmla="*/ 98 h 392"/>
                  <a:gd name="T22" fmla="*/ 36 w 36"/>
                  <a:gd name="T23" fmla="*/ 87 h 392"/>
                  <a:gd name="T24" fmla="*/ 34 w 36"/>
                  <a:gd name="T25" fmla="*/ 75 h 392"/>
                  <a:gd name="T26" fmla="*/ 31 w 36"/>
                  <a:gd name="T27" fmla="*/ 63 h 392"/>
                  <a:gd name="T28" fmla="*/ 27 w 36"/>
                  <a:gd name="T29" fmla="*/ 50 h 392"/>
                  <a:gd name="T30" fmla="*/ 22 w 36"/>
                  <a:gd name="T31" fmla="*/ 38 h 392"/>
                  <a:gd name="T32" fmla="*/ 16 w 36"/>
                  <a:gd name="T33" fmla="*/ 25 h 392"/>
                  <a:gd name="T34" fmla="*/ 9 w 36"/>
                  <a:gd name="T35" fmla="*/ 13 h 392"/>
                  <a:gd name="T36" fmla="*/ 1 w 36"/>
                  <a:gd name="T3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2">
                    <a:moveTo>
                      <a:pt x="1" y="0"/>
                    </a:moveTo>
                    <a:lnTo>
                      <a:pt x="0" y="294"/>
                    </a:lnTo>
                    <a:lnTo>
                      <a:pt x="9" y="307"/>
                    </a:lnTo>
                    <a:lnTo>
                      <a:pt x="15" y="319"/>
                    </a:lnTo>
                    <a:lnTo>
                      <a:pt x="21" y="332"/>
                    </a:lnTo>
                    <a:lnTo>
                      <a:pt x="26" y="344"/>
                    </a:lnTo>
                    <a:lnTo>
                      <a:pt x="30" y="356"/>
                    </a:lnTo>
                    <a:lnTo>
                      <a:pt x="34" y="368"/>
                    </a:lnTo>
                    <a:lnTo>
                      <a:pt x="35" y="380"/>
                    </a:lnTo>
                    <a:lnTo>
                      <a:pt x="35" y="392"/>
                    </a:lnTo>
                    <a:lnTo>
                      <a:pt x="36" y="98"/>
                    </a:lnTo>
                    <a:lnTo>
                      <a:pt x="36" y="87"/>
                    </a:lnTo>
                    <a:lnTo>
                      <a:pt x="34" y="75"/>
                    </a:lnTo>
                    <a:lnTo>
                      <a:pt x="31" y="63"/>
                    </a:lnTo>
                    <a:lnTo>
                      <a:pt x="27" y="50"/>
                    </a:lnTo>
                    <a:lnTo>
                      <a:pt x="22" y="38"/>
                    </a:lnTo>
                    <a:lnTo>
                      <a:pt x="16" y="25"/>
                    </a:lnTo>
                    <a:lnTo>
                      <a:pt x="9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9" name="Freeform 200">
                <a:extLst>
                  <a:ext uri="{FF2B5EF4-FFF2-40B4-BE49-F238E27FC236}">
                    <a16:creationId xmlns:a16="http://schemas.microsoft.com/office/drawing/2014/main" id="{45C27372-66DB-4A1D-8810-CBB37F4D5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876" y="3471863"/>
                <a:ext cx="423863" cy="285750"/>
              </a:xfrm>
              <a:custGeom>
                <a:avLst/>
                <a:gdLst>
                  <a:gd name="T0" fmla="*/ 981 w 1335"/>
                  <a:gd name="T1" fmla="*/ 114 h 723"/>
                  <a:gd name="T2" fmla="*/ 926 w 1335"/>
                  <a:gd name="T3" fmla="*/ 94 h 723"/>
                  <a:gd name="T4" fmla="*/ 874 w 1335"/>
                  <a:gd name="T5" fmla="*/ 76 h 723"/>
                  <a:gd name="T6" fmla="*/ 834 w 1335"/>
                  <a:gd name="T7" fmla="*/ 64 h 723"/>
                  <a:gd name="T8" fmla="*/ 744 w 1335"/>
                  <a:gd name="T9" fmla="*/ 40 h 723"/>
                  <a:gd name="T10" fmla="*/ 714 w 1335"/>
                  <a:gd name="T11" fmla="*/ 34 h 723"/>
                  <a:gd name="T12" fmla="*/ 647 w 1335"/>
                  <a:gd name="T13" fmla="*/ 21 h 723"/>
                  <a:gd name="T14" fmla="*/ 616 w 1335"/>
                  <a:gd name="T15" fmla="*/ 16 h 723"/>
                  <a:gd name="T16" fmla="*/ 571 w 1335"/>
                  <a:gd name="T17" fmla="*/ 10 h 723"/>
                  <a:gd name="T18" fmla="*/ 541 w 1335"/>
                  <a:gd name="T19" fmla="*/ 7 h 723"/>
                  <a:gd name="T20" fmla="*/ 502 w 1335"/>
                  <a:gd name="T21" fmla="*/ 3 h 723"/>
                  <a:gd name="T22" fmla="*/ 467 w 1335"/>
                  <a:gd name="T23" fmla="*/ 1 h 723"/>
                  <a:gd name="T24" fmla="*/ 426 w 1335"/>
                  <a:gd name="T25" fmla="*/ 0 h 723"/>
                  <a:gd name="T26" fmla="*/ 385 w 1335"/>
                  <a:gd name="T27" fmla="*/ 0 h 723"/>
                  <a:gd name="T28" fmla="*/ 351 w 1335"/>
                  <a:gd name="T29" fmla="*/ 1 h 723"/>
                  <a:gd name="T30" fmla="*/ 315 w 1335"/>
                  <a:gd name="T31" fmla="*/ 4 h 723"/>
                  <a:gd name="T32" fmla="*/ 271 w 1335"/>
                  <a:gd name="T33" fmla="*/ 8 h 723"/>
                  <a:gd name="T34" fmla="*/ 240 w 1335"/>
                  <a:gd name="T35" fmla="*/ 13 h 723"/>
                  <a:gd name="T36" fmla="*/ 190 w 1335"/>
                  <a:gd name="T37" fmla="*/ 24 h 723"/>
                  <a:gd name="T38" fmla="*/ 157 w 1335"/>
                  <a:gd name="T39" fmla="*/ 34 h 723"/>
                  <a:gd name="T40" fmla="*/ 120 w 1335"/>
                  <a:gd name="T41" fmla="*/ 47 h 723"/>
                  <a:gd name="T42" fmla="*/ 105 w 1335"/>
                  <a:gd name="T43" fmla="*/ 54 h 723"/>
                  <a:gd name="T44" fmla="*/ 72 w 1335"/>
                  <a:gd name="T45" fmla="*/ 73 h 723"/>
                  <a:gd name="T46" fmla="*/ 62 w 1335"/>
                  <a:gd name="T47" fmla="*/ 80 h 723"/>
                  <a:gd name="T48" fmla="*/ 40 w 1335"/>
                  <a:gd name="T49" fmla="*/ 99 h 723"/>
                  <a:gd name="T50" fmla="*/ 30 w 1335"/>
                  <a:gd name="T51" fmla="*/ 110 h 723"/>
                  <a:gd name="T52" fmla="*/ 22 w 1335"/>
                  <a:gd name="T53" fmla="*/ 121 h 723"/>
                  <a:gd name="T54" fmla="*/ 14 w 1335"/>
                  <a:gd name="T55" fmla="*/ 136 h 723"/>
                  <a:gd name="T56" fmla="*/ 9 w 1335"/>
                  <a:gd name="T57" fmla="*/ 148 h 723"/>
                  <a:gd name="T58" fmla="*/ 5 w 1335"/>
                  <a:gd name="T59" fmla="*/ 161 h 723"/>
                  <a:gd name="T60" fmla="*/ 1 w 1335"/>
                  <a:gd name="T61" fmla="*/ 181 h 723"/>
                  <a:gd name="T62" fmla="*/ 0 w 1335"/>
                  <a:gd name="T63" fmla="*/ 480 h 723"/>
                  <a:gd name="T64" fmla="*/ 4 w 1335"/>
                  <a:gd name="T65" fmla="*/ 455 h 723"/>
                  <a:gd name="T66" fmla="*/ 10 w 1335"/>
                  <a:gd name="T67" fmla="*/ 435 h 723"/>
                  <a:gd name="T68" fmla="*/ 20 w 1335"/>
                  <a:gd name="T69" fmla="*/ 416 h 723"/>
                  <a:gd name="T70" fmla="*/ 34 w 1335"/>
                  <a:gd name="T71" fmla="*/ 398 h 723"/>
                  <a:gd name="T72" fmla="*/ 61 w 1335"/>
                  <a:gd name="T73" fmla="*/ 373 h 723"/>
                  <a:gd name="T74" fmla="*/ 81 w 1335"/>
                  <a:gd name="T75" fmla="*/ 360 h 723"/>
                  <a:gd name="T76" fmla="*/ 110 w 1335"/>
                  <a:gd name="T77" fmla="*/ 344 h 723"/>
                  <a:gd name="T78" fmla="*/ 149 w 1335"/>
                  <a:gd name="T79" fmla="*/ 329 h 723"/>
                  <a:gd name="T80" fmla="*/ 190 w 1335"/>
                  <a:gd name="T81" fmla="*/ 316 h 723"/>
                  <a:gd name="T82" fmla="*/ 256 w 1335"/>
                  <a:gd name="T83" fmla="*/ 303 h 723"/>
                  <a:gd name="T84" fmla="*/ 308 w 1335"/>
                  <a:gd name="T85" fmla="*/ 297 h 723"/>
                  <a:gd name="T86" fmla="*/ 362 w 1335"/>
                  <a:gd name="T87" fmla="*/ 294 h 723"/>
                  <a:gd name="T88" fmla="*/ 421 w 1335"/>
                  <a:gd name="T89" fmla="*/ 293 h 723"/>
                  <a:gd name="T90" fmla="*/ 482 w 1335"/>
                  <a:gd name="T91" fmla="*/ 295 h 723"/>
                  <a:gd name="T92" fmla="*/ 530 w 1335"/>
                  <a:gd name="T93" fmla="*/ 299 h 723"/>
                  <a:gd name="T94" fmla="*/ 576 w 1335"/>
                  <a:gd name="T95" fmla="*/ 304 h 723"/>
                  <a:gd name="T96" fmla="*/ 627 w 1335"/>
                  <a:gd name="T97" fmla="*/ 311 h 723"/>
                  <a:gd name="T98" fmla="*/ 692 w 1335"/>
                  <a:gd name="T99" fmla="*/ 322 h 723"/>
                  <a:gd name="T100" fmla="*/ 748 w 1335"/>
                  <a:gd name="T101" fmla="*/ 334 h 723"/>
                  <a:gd name="T102" fmla="*/ 862 w 1335"/>
                  <a:gd name="T103" fmla="*/ 365 h 723"/>
                  <a:gd name="T104" fmla="*/ 909 w 1335"/>
                  <a:gd name="T105" fmla="*/ 381 h 723"/>
                  <a:gd name="T106" fmla="*/ 961 w 1335"/>
                  <a:gd name="T107" fmla="*/ 400 h 723"/>
                  <a:gd name="T108" fmla="*/ 1034 w 1335"/>
                  <a:gd name="T109" fmla="*/ 431 h 723"/>
                  <a:gd name="T110" fmla="*/ 1163 w 1335"/>
                  <a:gd name="T111" fmla="*/ 501 h 723"/>
                  <a:gd name="T112" fmla="*/ 1258 w 1335"/>
                  <a:gd name="T113" fmla="*/ 576 h 723"/>
                  <a:gd name="T114" fmla="*/ 1315 w 1335"/>
                  <a:gd name="T115" fmla="*/ 651 h 723"/>
                  <a:gd name="T116" fmla="*/ 1334 w 1335"/>
                  <a:gd name="T117" fmla="*/ 723 h 723"/>
                  <a:gd name="T118" fmla="*/ 1324 w 1335"/>
                  <a:gd name="T119" fmla="*/ 377 h 723"/>
                  <a:gd name="T120" fmla="*/ 1277 w 1335"/>
                  <a:gd name="T121" fmla="*/ 302 h 723"/>
                  <a:gd name="T122" fmla="*/ 1192 w 1335"/>
                  <a:gd name="T123" fmla="*/ 227 h 723"/>
                  <a:gd name="T124" fmla="*/ 1071 w 1335"/>
                  <a:gd name="T125" fmla="*/ 15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5" h="723">
                    <a:moveTo>
                      <a:pt x="1036" y="138"/>
                    </a:moveTo>
                    <a:lnTo>
                      <a:pt x="1017" y="130"/>
                    </a:lnTo>
                    <a:lnTo>
                      <a:pt x="999" y="122"/>
                    </a:lnTo>
                    <a:lnTo>
                      <a:pt x="981" y="114"/>
                    </a:lnTo>
                    <a:lnTo>
                      <a:pt x="962" y="107"/>
                    </a:lnTo>
                    <a:lnTo>
                      <a:pt x="951" y="103"/>
                    </a:lnTo>
                    <a:lnTo>
                      <a:pt x="941" y="99"/>
                    </a:lnTo>
                    <a:lnTo>
                      <a:pt x="926" y="94"/>
                    </a:lnTo>
                    <a:lnTo>
                      <a:pt x="911" y="88"/>
                    </a:lnTo>
                    <a:lnTo>
                      <a:pt x="896" y="83"/>
                    </a:lnTo>
                    <a:lnTo>
                      <a:pt x="881" y="78"/>
                    </a:lnTo>
                    <a:lnTo>
                      <a:pt x="874" y="76"/>
                    </a:lnTo>
                    <a:lnTo>
                      <a:pt x="868" y="74"/>
                    </a:lnTo>
                    <a:lnTo>
                      <a:pt x="866" y="73"/>
                    </a:lnTo>
                    <a:lnTo>
                      <a:pt x="863" y="72"/>
                    </a:lnTo>
                    <a:lnTo>
                      <a:pt x="834" y="64"/>
                    </a:lnTo>
                    <a:lnTo>
                      <a:pt x="807" y="56"/>
                    </a:lnTo>
                    <a:lnTo>
                      <a:pt x="778" y="48"/>
                    </a:lnTo>
                    <a:lnTo>
                      <a:pt x="749" y="41"/>
                    </a:lnTo>
                    <a:lnTo>
                      <a:pt x="744" y="40"/>
                    </a:lnTo>
                    <a:lnTo>
                      <a:pt x="741" y="39"/>
                    </a:lnTo>
                    <a:lnTo>
                      <a:pt x="738" y="39"/>
                    </a:lnTo>
                    <a:lnTo>
                      <a:pt x="736" y="38"/>
                    </a:lnTo>
                    <a:lnTo>
                      <a:pt x="714" y="34"/>
                    </a:lnTo>
                    <a:lnTo>
                      <a:pt x="693" y="29"/>
                    </a:lnTo>
                    <a:lnTo>
                      <a:pt x="672" y="25"/>
                    </a:lnTo>
                    <a:lnTo>
                      <a:pt x="651" y="22"/>
                    </a:lnTo>
                    <a:lnTo>
                      <a:pt x="647" y="21"/>
                    </a:lnTo>
                    <a:lnTo>
                      <a:pt x="645" y="20"/>
                    </a:lnTo>
                    <a:lnTo>
                      <a:pt x="636" y="19"/>
                    </a:lnTo>
                    <a:lnTo>
                      <a:pt x="628" y="18"/>
                    </a:lnTo>
                    <a:lnTo>
                      <a:pt x="616" y="16"/>
                    </a:lnTo>
                    <a:lnTo>
                      <a:pt x="602" y="14"/>
                    </a:lnTo>
                    <a:lnTo>
                      <a:pt x="590" y="12"/>
                    </a:lnTo>
                    <a:lnTo>
                      <a:pt x="577" y="11"/>
                    </a:lnTo>
                    <a:lnTo>
                      <a:pt x="571" y="10"/>
                    </a:lnTo>
                    <a:lnTo>
                      <a:pt x="563" y="9"/>
                    </a:lnTo>
                    <a:lnTo>
                      <a:pt x="557" y="8"/>
                    </a:lnTo>
                    <a:lnTo>
                      <a:pt x="551" y="8"/>
                    </a:lnTo>
                    <a:lnTo>
                      <a:pt x="541" y="7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4"/>
                    </a:lnTo>
                    <a:lnTo>
                      <a:pt x="502" y="3"/>
                    </a:lnTo>
                    <a:lnTo>
                      <a:pt x="493" y="3"/>
                    </a:lnTo>
                    <a:lnTo>
                      <a:pt x="488" y="2"/>
                    </a:lnTo>
                    <a:lnTo>
                      <a:pt x="483" y="2"/>
                    </a:lnTo>
                    <a:lnTo>
                      <a:pt x="467" y="1"/>
                    </a:lnTo>
                    <a:lnTo>
                      <a:pt x="451" y="1"/>
                    </a:lnTo>
                    <a:lnTo>
                      <a:pt x="441" y="0"/>
                    </a:lnTo>
                    <a:lnTo>
                      <a:pt x="432" y="0"/>
                    </a:lnTo>
                    <a:lnTo>
                      <a:pt x="426" y="0"/>
                    </a:lnTo>
                    <a:lnTo>
                      <a:pt x="421" y="0"/>
                    </a:lnTo>
                    <a:lnTo>
                      <a:pt x="407" y="0"/>
                    </a:lnTo>
                    <a:lnTo>
                      <a:pt x="393" y="0"/>
                    </a:lnTo>
                    <a:lnTo>
                      <a:pt x="385" y="0"/>
                    </a:lnTo>
                    <a:lnTo>
                      <a:pt x="375" y="0"/>
                    </a:lnTo>
                    <a:lnTo>
                      <a:pt x="370" y="0"/>
                    </a:lnTo>
                    <a:lnTo>
                      <a:pt x="363" y="1"/>
                    </a:lnTo>
                    <a:lnTo>
                      <a:pt x="351" y="1"/>
                    </a:lnTo>
                    <a:lnTo>
                      <a:pt x="337" y="2"/>
                    </a:lnTo>
                    <a:lnTo>
                      <a:pt x="328" y="3"/>
                    </a:lnTo>
                    <a:lnTo>
                      <a:pt x="320" y="3"/>
                    </a:lnTo>
                    <a:lnTo>
                      <a:pt x="315" y="4"/>
                    </a:lnTo>
                    <a:lnTo>
                      <a:pt x="310" y="4"/>
                    </a:lnTo>
                    <a:lnTo>
                      <a:pt x="295" y="6"/>
                    </a:lnTo>
                    <a:lnTo>
                      <a:pt x="280" y="8"/>
                    </a:lnTo>
                    <a:lnTo>
                      <a:pt x="271" y="8"/>
                    </a:lnTo>
                    <a:lnTo>
                      <a:pt x="262" y="9"/>
                    </a:lnTo>
                    <a:lnTo>
                      <a:pt x="260" y="10"/>
                    </a:lnTo>
                    <a:lnTo>
                      <a:pt x="257" y="11"/>
                    </a:lnTo>
                    <a:lnTo>
                      <a:pt x="240" y="13"/>
                    </a:lnTo>
                    <a:lnTo>
                      <a:pt x="223" y="16"/>
                    </a:lnTo>
                    <a:lnTo>
                      <a:pt x="207" y="20"/>
                    </a:lnTo>
                    <a:lnTo>
                      <a:pt x="191" y="24"/>
                    </a:lnTo>
                    <a:lnTo>
                      <a:pt x="190" y="24"/>
                    </a:lnTo>
                    <a:lnTo>
                      <a:pt x="188" y="24"/>
                    </a:lnTo>
                    <a:lnTo>
                      <a:pt x="176" y="28"/>
                    </a:lnTo>
                    <a:lnTo>
                      <a:pt x="164" y="32"/>
                    </a:lnTo>
                    <a:lnTo>
                      <a:pt x="157" y="34"/>
                    </a:lnTo>
                    <a:lnTo>
                      <a:pt x="150" y="36"/>
                    </a:lnTo>
                    <a:lnTo>
                      <a:pt x="140" y="39"/>
                    </a:lnTo>
                    <a:lnTo>
                      <a:pt x="130" y="43"/>
                    </a:lnTo>
                    <a:lnTo>
                      <a:pt x="120" y="47"/>
                    </a:lnTo>
                    <a:lnTo>
                      <a:pt x="111" y="51"/>
                    </a:lnTo>
                    <a:lnTo>
                      <a:pt x="109" y="52"/>
                    </a:lnTo>
                    <a:lnTo>
                      <a:pt x="107" y="53"/>
                    </a:lnTo>
                    <a:lnTo>
                      <a:pt x="105" y="54"/>
                    </a:lnTo>
                    <a:lnTo>
                      <a:pt x="104" y="55"/>
                    </a:lnTo>
                    <a:lnTo>
                      <a:pt x="92" y="61"/>
                    </a:lnTo>
                    <a:lnTo>
                      <a:pt x="82" y="67"/>
                    </a:lnTo>
                    <a:lnTo>
                      <a:pt x="72" y="73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51" y="89"/>
                    </a:lnTo>
                    <a:lnTo>
                      <a:pt x="41" y="98"/>
                    </a:lnTo>
                    <a:lnTo>
                      <a:pt x="40" y="99"/>
                    </a:lnTo>
                    <a:lnTo>
                      <a:pt x="40" y="100"/>
                    </a:lnTo>
                    <a:lnTo>
                      <a:pt x="37" y="102"/>
                    </a:lnTo>
                    <a:lnTo>
                      <a:pt x="35" y="105"/>
                    </a:lnTo>
                    <a:lnTo>
                      <a:pt x="30" y="110"/>
                    </a:lnTo>
                    <a:lnTo>
                      <a:pt x="26" y="116"/>
                    </a:lnTo>
                    <a:lnTo>
                      <a:pt x="25" y="117"/>
                    </a:lnTo>
                    <a:lnTo>
                      <a:pt x="24" y="118"/>
                    </a:lnTo>
                    <a:lnTo>
                      <a:pt x="22" y="121"/>
                    </a:lnTo>
                    <a:lnTo>
                      <a:pt x="21" y="124"/>
                    </a:lnTo>
                    <a:lnTo>
                      <a:pt x="17" y="129"/>
                    </a:lnTo>
                    <a:lnTo>
                      <a:pt x="15" y="134"/>
                    </a:lnTo>
                    <a:lnTo>
                      <a:pt x="14" y="136"/>
                    </a:lnTo>
                    <a:lnTo>
                      <a:pt x="12" y="138"/>
                    </a:lnTo>
                    <a:lnTo>
                      <a:pt x="11" y="140"/>
                    </a:lnTo>
                    <a:lnTo>
                      <a:pt x="11" y="142"/>
                    </a:lnTo>
                    <a:lnTo>
                      <a:pt x="9" y="148"/>
                    </a:lnTo>
                    <a:lnTo>
                      <a:pt x="6" y="154"/>
                    </a:lnTo>
                    <a:lnTo>
                      <a:pt x="5" y="157"/>
                    </a:lnTo>
                    <a:lnTo>
                      <a:pt x="5" y="159"/>
                    </a:lnTo>
                    <a:lnTo>
                      <a:pt x="5" y="161"/>
                    </a:lnTo>
                    <a:lnTo>
                      <a:pt x="4" y="163"/>
                    </a:lnTo>
                    <a:lnTo>
                      <a:pt x="2" y="170"/>
                    </a:lnTo>
                    <a:lnTo>
                      <a:pt x="2" y="178"/>
                    </a:lnTo>
                    <a:lnTo>
                      <a:pt x="1" y="18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0" y="475"/>
                    </a:lnTo>
                    <a:lnTo>
                      <a:pt x="1" y="471"/>
                    </a:lnTo>
                    <a:lnTo>
                      <a:pt x="2" y="463"/>
                    </a:lnTo>
                    <a:lnTo>
                      <a:pt x="4" y="455"/>
                    </a:lnTo>
                    <a:lnTo>
                      <a:pt x="4" y="451"/>
                    </a:lnTo>
                    <a:lnTo>
                      <a:pt x="5" y="447"/>
                    </a:lnTo>
                    <a:lnTo>
                      <a:pt x="7" y="441"/>
                    </a:lnTo>
                    <a:lnTo>
                      <a:pt x="10" y="435"/>
                    </a:lnTo>
                    <a:lnTo>
                      <a:pt x="11" y="431"/>
                    </a:lnTo>
                    <a:lnTo>
                      <a:pt x="14" y="427"/>
                    </a:lnTo>
                    <a:lnTo>
                      <a:pt x="16" y="422"/>
                    </a:lnTo>
                    <a:lnTo>
                      <a:pt x="20" y="416"/>
                    </a:lnTo>
                    <a:lnTo>
                      <a:pt x="22" y="412"/>
                    </a:lnTo>
                    <a:lnTo>
                      <a:pt x="25" y="408"/>
                    </a:lnTo>
                    <a:lnTo>
                      <a:pt x="30" y="403"/>
                    </a:lnTo>
                    <a:lnTo>
                      <a:pt x="34" y="398"/>
                    </a:lnTo>
                    <a:lnTo>
                      <a:pt x="37" y="394"/>
                    </a:lnTo>
                    <a:lnTo>
                      <a:pt x="40" y="391"/>
                    </a:lnTo>
                    <a:lnTo>
                      <a:pt x="50" y="382"/>
                    </a:lnTo>
                    <a:lnTo>
                      <a:pt x="61" y="373"/>
                    </a:lnTo>
                    <a:lnTo>
                      <a:pt x="61" y="373"/>
                    </a:lnTo>
                    <a:lnTo>
                      <a:pt x="61" y="372"/>
                    </a:lnTo>
                    <a:lnTo>
                      <a:pt x="71" y="366"/>
                    </a:lnTo>
                    <a:lnTo>
                      <a:pt x="81" y="360"/>
                    </a:lnTo>
                    <a:lnTo>
                      <a:pt x="91" y="354"/>
                    </a:lnTo>
                    <a:lnTo>
                      <a:pt x="102" y="348"/>
                    </a:lnTo>
                    <a:lnTo>
                      <a:pt x="106" y="346"/>
                    </a:lnTo>
                    <a:lnTo>
                      <a:pt x="110" y="344"/>
                    </a:lnTo>
                    <a:lnTo>
                      <a:pt x="120" y="340"/>
                    </a:lnTo>
                    <a:lnTo>
                      <a:pt x="129" y="336"/>
                    </a:lnTo>
                    <a:lnTo>
                      <a:pt x="139" y="332"/>
                    </a:lnTo>
                    <a:lnTo>
                      <a:pt x="149" y="329"/>
                    </a:lnTo>
                    <a:lnTo>
                      <a:pt x="156" y="326"/>
                    </a:lnTo>
                    <a:lnTo>
                      <a:pt x="164" y="324"/>
                    </a:lnTo>
                    <a:lnTo>
                      <a:pt x="176" y="320"/>
                    </a:lnTo>
                    <a:lnTo>
                      <a:pt x="190" y="316"/>
                    </a:lnTo>
                    <a:lnTo>
                      <a:pt x="206" y="313"/>
                    </a:lnTo>
                    <a:lnTo>
                      <a:pt x="222" y="309"/>
                    </a:lnTo>
                    <a:lnTo>
                      <a:pt x="238" y="306"/>
                    </a:lnTo>
                    <a:lnTo>
                      <a:pt x="256" y="303"/>
                    </a:lnTo>
                    <a:lnTo>
                      <a:pt x="267" y="302"/>
                    </a:lnTo>
                    <a:lnTo>
                      <a:pt x="278" y="300"/>
                    </a:lnTo>
                    <a:lnTo>
                      <a:pt x="293" y="299"/>
                    </a:lnTo>
                    <a:lnTo>
                      <a:pt x="308" y="297"/>
                    </a:lnTo>
                    <a:lnTo>
                      <a:pt x="322" y="296"/>
                    </a:lnTo>
                    <a:lnTo>
                      <a:pt x="336" y="295"/>
                    </a:lnTo>
                    <a:lnTo>
                      <a:pt x="350" y="294"/>
                    </a:lnTo>
                    <a:lnTo>
                      <a:pt x="362" y="294"/>
                    </a:lnTo>
                    <a:lnTo>
                      <a:pt x="377" y="293"/>
                    </a:lnTo>
                    <a:lnTo>
                      <a:pt x="393" y="293"/>
                    </a:lnTo>
                    <a:lnTo>
                      <a:pt x="407" y="293"/>
                    </a:lnTo>
                    <a:lnTo>
                      <a:pt x="421" y="293"/>
                    </a:lnTo>
                    <a:lnTo>
                      <a:pt x="435" y="293"/>
                    </a:lnTo>
                    <a:lnTo>
                      <a:pt x="450" y="294"/>
                    </a:lnTo>
                    <a:lnTo>
                      <a:pt x="466" y="294"/>
                    </a:lnTo>
                    <a:lnTo>
                      <a:pt x="482" y="295"/>
                    </a:lnTo>
                    <a:lnTo>
                      <a:pt x="496" y="296"/>
                    </a:lnTo>
                    <a:lnTo>
                      <a:pt x="510" y="297"/>
                    </a:lnTo>
                    <a:lnTo>
                      <a:pt x="520" y="298"/>
                    </a:lnTo>
                    <a:lnTo>
                      <a:pt x="530" y="299"/>
                    </a:lnTo>
                    <a:lnTo>
                      <a:pt x="540" y="300"/>
                    </a:lnTo>
                    <a:lnTo>
                      <a:pt x="550" y="301"/>
                    </a:lnTo>
                    <a:lnTo>
                      <a:pt x="562" y="302"/>
                    </a:lnTo>
                    <a:lnTo>
                      <a:pt x="576" y="304"/>
                    </a:lnTo>
                    <a:lnTo>
                      <a:pt x="588" y="305"/>
                    </a:lnTo>
                    <a:lnTo>
                      <a:pt x="602" y="307"/>
                    </a:lnTo>
                    <a:lnTo>
                      <a:pt x="615" y="309"/>
                    </a:lnTo>
                    <a:lnTo>
                      <a:pt x="627" y="311"/>
                    </a:lnTo>
                    <a:lnTo>
                      <a:pt x="638" y="313"/>
                    </a:lnTo>
                    <a:lnTo>
                      <a:pt x="650" y="314"/>
                    </a:lnTo>
                    <a:lnTo>
                      <a:pt x="671" y="318"/>
                    </a:lnTo>
                    <a:lnTo>
                      <a:pt x="692" y="322"/>
                    </a:lnTo>
                    <a:lnTo>
                      <a:pt x="713" y="326"/>
                    </a:lnTo>
                    <a:lnTo>
                      <a:pt x="734" y="331"/>
                    </a:lnTo>
                    <a:lnTo>
                      <a:pt x="741" y="333"/>
                    </a:lnTo>
                    <a:lnTo>
                      <a:pt x="748" y="334"/>
                    </a:lnTo>
                    <a:lnTo>
                      <a:pt x="777" y="341"/>
                    </a:lnTo>
                    <a:lnTo>
                      <a:pt x="806" y="349"/>
                    </a:lnTo>
                    <a:lnTo>
                      <a:pt x="834" y="357"/>
                    </a:lnTo>
                    <a:lnTo>
                      <a:pt x="862" y="365"/>
                    </a:lnTo>
                    <a:lnTo>
                      <a:pt x="871" y="368"/>
                    </a:lnTo>
                    <a:lnTo>
                      <a:pt x="881" y="371"/>
                    </a:lnTo>
                    <a:lnTo>
                      <a:pt x="896" y="376"/>
                    </a:lnTo>
                    <a:lnTo>
                      <a:pt x="909" y="381"/>
                    </a:lnTo>
                    <a:lnTo>
                      <a:pt x="924" y="386"/>
                    </a:lnTo>
                    <a:lnTo>
                      <a:pt x="939" y="392"/>
                    </a:lnTo>
                    <a:lnTo>
                      <a:pt x="951" y="396"/>
                    </a:lnTo>
                    <a:lnTo>
                      <a:pt x="961" y="400"/>
                    </a:lnTo>
                    <a:lnTo>
                      <a:pt x="979" y="407"/>
                    </a:lnTo>
                    <a:lnTo>
                      <a:pt x="998" y="415"/>
                    </a:lnTo>
                    <a:lnTo>
                      <a:pt x="1016" y="423"/>
                    </a:lnTo>
                    <a:lnTo>
                      <a:pt x="1034" y="431"/>
                    </a:lnTo>
                    <a:lnTo>
                      <a:pt x="1069" y="448"/>
                    </a:lnTo>
                    <a:lnTo>
                      <a:pt x="1103" y="465"/>
                    </a:lnTo>
                    <a:lnTo>
                      <a:pt x="1134" y="483"/>
                    </a:lnTo>
                    <a:lnTo>
                      <a:pt x="1163" y="501"/>
                    </a:lnTo>
                    <a:lnTo>
                      <a:pt x="1190" y="520"/>
                    </a:lnTo>
                    <a:lnTo>
                      <a:pt x="1214" y="538"/>
                    </a:lnTo>
                    <a:lnTo>
                      <a:pt x="1237" y="557"/>
                    </a:lnTo>
                    <a:lnTo>
                      <a:pt x="1258" y="576"/>
                    </a:lnTo>
                    <a:lnTo>
                      <a:pt x="1275" y="595"/>
                    </a:lnTo>
                    <a:lnTo>
                      <a:pt x="1290" y="614"/>
                    </a:lnTo>
                    <a:lnTo>
                      <a:pt x="1304" y="632"/>
                    </a:lnTo>
                    <a:lnTo>
                      <a:pt x="1315" y="651"/>
                    </a:lnTo>
                    <a:lnTo>
                      <a:pt x="1323" y="670"/>
                    </a:lnTo>
                    <a:lnTo>
                      <a:pt x="1329" y="688"/>
                    </a:lnTo>
                    <a:lnTo>
                      <a:pt x="1333" y="706"/>
                    </a:lnTo>
                    <a:lnTo>
                      <a:pt x="1334" y="723"/>
                    </a:lnTo>
                    <a:lnTo>
                      <a:pt x="1335" y="430"/>
                    </a:lnTo>
                    <a:lnTo>
                      <a:pt x="1334" y="413"/>
                    </a:lnTo>
                    <a:lnTo>
                      <a:pt x="1330" y="395"/>
                    </a:lnTo>
                    <a:lnTo>
                      <a:pt x="1324" y="377"/>
                    </a:lnTo>
                    <a:lnTo>
                      <a:pt x="1315" y="358"/>
                    </a:lnTo>
                    <a:lnTo>
                      <a:pt x="1305" y="340"/>
                    </a:lnTo>
                    <a:lnTo>
                      <a:pt x="1292" y="321"/>
                    </a:lnTo>
                    <a:lnTo>
                      <a:pt x="1277" y="302"/>
                    </a:lnTo>
                    <a:lnTo>
                      <a:pt x="1258" y="283"/>
                    </a:lnTo>
                    <a:lnTo>
                      <a:pt x="1238" y="264"/>
                    </a:lnTo>
                    <a:lnTo>
                      <a:pt x="1215" y="246"/>
                    </a:lnTo>
                    <a:lnTo>
                      <a:pt x="1192" y="227"/>
                    </a:lnTo>
                    <a:lnTo>
                      <a:pt x="1164" y="209"/>
                    </a:lnTo>
                    <a:lnTo>
                      <a:pt x="1136" y="190"/>
                    </a:lnTo>
                    <a:lnTo>
                      <a:pt x="1104" y="173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0" name="Freeform 201">
                <a:extLst>
                  <a:ext uri="{FF2B5EF4-FFF2-40B4-BE49-F238E27FC236}">
                    <a16:creationId xmlns:a16="http://schemas.microsoft.com/office/drawing/2014/main" id="{7CC6BBAB-0FCF-4012-9509-8E40D7AC6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663" y="3584575"/>
                <a:ext cx="60325" cy="150813"/>
              </a:xfrm>
              <a:custGeom>
                <a:avLst/>
                <a:gdLst>
                  <a:gd name="T0" fmla="*/ 1 w 191"/>
                  <a:gd name="T1" fmla="*/ 89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1 w 191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9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rgbClr val="D472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1" name="Freeform 202">
                <a:extLst>
                  <a:ext uri="{FF2B5EF4-FFF2-40B4-BE49-F238E27FC236}">
                    <a16:creationId xmlns:a16="http://schemas.microsoft.com/office/drawing/2014/main" id="{2A2385ED-9004-491D-B604-531D3482E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3382963"/>
                <a:ext cx="409575" cy="352425"/>
              </a:xfrm>
              <a:custGeom>
                <a:avLst/>
                <a:gdLst>
                  <a:gd name="T0" fmla="*/ 1 w 1290"/>
                  <a:gd name="T1" fmla="*/ 0 h 888"/>
                  <a:gd name="T2" fmla="*/ 0 w 1290"/>
                  <a:gd name="T3" fmla="*/ 293 h 888"/>
                  <a:gd name="T4" fmla="*/ 1289 w 1290"/>
                  <a:gd name="T5" fmla="*/ 888 h 888"/>
                  <a:gd name="T6" fmla="*/ 1290 w 1290"/>
                  <a:gd name="T7" fmla="*/ 596 h 888"/>
                  <a:gd name="T8" fmla="*/ 1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90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2" name="Freeform 203">
                <a:extLst>
                  <a:ext uri="{FF2B5EF4-FFF2-40B4-BE49-F238E27FC236}">
                    <a16:creationId xmlns:a16="http://schemas.microsoft.com/office/drawing/2014/main" id="{85119A52-7AEE-4D26-ACE2-53AAAD178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463" y="3448050"/>
                <a:ext cx="350838" cy="319088"/>
              </a:xfrm>
              <a:custGeom>
                <a:avLst/>
                <a:gdLst>
                  <a:gd name="T0" fmla="*/ 1 w 1106"/>
                  <a:gd name="T1" fmla="*/ 514 h 807"/>
                  <a:gd name="T2" fmla="*/ 0 w 1106"/>
                  <a:gd name="T3" fmla="*/ 807 h 807"/>
                  <a:gd name="T4" fmla="*/ 1105 w 1106"/>
                  <a:gd name="T5" fmla="*/ 293 h 807"/>
                  <a:gd name="T6" fmla="*/ 1106 w 1106"/>
                  <a:gd name="T7" fmla="*/ 0 h 807"/>
                  <a:gd name="T8" fmla="*/ 1 w 1106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6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3"/>
                    </a:lnTo>
                    <a:lnTo>
                      <a:pt x="1106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3" name="Freeform 204">
                <a:extLst>
                  <a:ext uri="{FF2B5EF4-FFF2-40B4-BE49-F238E27FC236}">
                    <a16:creationId xmlns:a16="http://schemas.microsoft.com/office/drawing/2014/main" id="{2C14FF2B-FBF8-4834-A92E-C5244F0B44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563" y="3776663"/>
                <a:ext cx="60325" cy="152400"/>
              </a:xfrm>
              <a:custGeom>
                <a:avLst/>
                <a:gdLst>
                  <a:gd name="T0" fmla="*/ 0 w 192"/>
                  <a:gd name="T1" fmla="*/ 0 h 381"/>
                  <a:gd name="T2" fmla="*/ 0 w 192"/>
                  <a:gd name="T3" fmla="*/ 293 h 381"/>
                  <a:gd name="T4" fmla="*/ 191 w 192"/>
                  <a:gd name="T5" fmla="*/ 381 h 381"/>
                  <a:gd name="T6" fmla="*/ 192 w 192"/>
                  <a:gd name="T7" fmla="*/ 89 h 381"/>
                  <a:gd name="T8" fmla="*/ 0 w 192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0" y="0"/>
                    </a:moveTo>
                    <a:lnTo>
                      <a:pt x="0" y="293"/>
                    </a:lnTo>
                    <a:lnTo>
                      <a:pt x="191" y="381"/>
                    </a:lnTo>
                    <a:lnTo>
                      <a:pt x="192" y="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4" name="Freeform 206">
                <a:extLst>
                  <a:ext uri="{FF2B5EF4-FFF2-40B4-BE49-F238E27FC236}">
                    <a16:creationId xmlns:a16="http://schemas.microsoft.com/office/drawing/2014/main" id="{0B49ADE7-BAFC-4C79-94CC-B6556ECBC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776" y="3756025"/>
                <a:ext cx="423863" cy="285750"/>
              </a:xfrm>
              <a:custGeom>
                <a:avLst/>
                <a:gdLst>
                  <a:gd name="T0" fmla="*/ 1315 w 1332"/>
                  <a:gd name="T1" fmla="*/ 68 h 720"/>
                  <a:gd name="T2" fmla="*/ 1286 w 1332"/>
                  <a:gd name="T3" fmla="*/ 111 h 720"/>
                  <a:gd name="T4" fmla="*/ 1257 w 1332"/>
                  <a:gd name="T5" fmla="*/ 145 h 720"/>
                  <a:gd name="T6" fmla="*/ 1213 w 1332"/>
                  <a:gd name="T7" fmla="*/ 183 h 720"/>
                  <a:gd name="T8" fmla="*/ 1163 w 1332"/>
                  <a:gd name="T9" fmla="*/ 219 h 720"/>
                  <a:gd name="T10" fmla="*/ 1107 w 1332"/>
                  <a:gd name="T11" fmla="*/ 253 h 720"/>
                  <a:gd name="T12" fmla="*/ 1036 w 1332"/>
                  <a:gd name="T13" fmla="*/ 290 h 720"/>
                  <a:gd name="T14" fmla="*/ 914 w 1332"/>
                  <a:gd name="T15" fmla="*/ 339 h 720"/>
                  <a:gd name="T16" fmla="*/ 789 w 1332"/>
                  <a:gd name="T17" fmla="*/ 377 h 720"/>
                  <a:gd name="T18" fmla="*/ 727 w 1332"/>
                  <a:gd name="T19" fmla="*/ 392 h 720"/>
                  <a:gd name="T20" fmla="*/ 659 w 1332"/>
                  <a:gd name="T21" fmla="*/ 405 h 720"/>
                  <a:gd name="T22" fmla="*/ 588 w 1332"/>
                  <a:gd name="T23" fmla="*/ 416 h 720"/>
                  <a:gd name="T24" fmla="*/ 501 w 1332"/>
                  <a:gd name="T25" fmla="*/ 424 h 720"/>
                  <a:gd name="T26" fmla="*/ 444 w 1332"/>
                  <a:gd name="T27" fmla="*/ 427 h 720"/>
                  <a:gd name="T28" fmla="*/ 369 w 1332"/>
                  <a:gd name="T29" fmla="*/ 427 h 720"/>
                  <a:gd name="T30" fmla="*/ 304 w 1332"/>
                  <a:gd name="T31" fmla="*/ 423 h 720"/>
                  <a:gd name="T32" fmla="*/ 249 w 1332"/>
                  <a:gd name="T33" fmla="*/ 416 h 720"/>
                  <a:gd name="T34" fmla="*/ 213 w 1332"/>
                  <a:gd name="T35" fmla="*/ 409 h 720"/>
                  <a:gd name="T36" fmla="*/ 159 w 1332"/>
                  <a:gd name="T37" fmla="*/ 394 h 720"/>
                  <a:gd name="T38" fmla="*/ 99 w 1332"/>
                  <a:gd name="T39" fmla="*/ 370 h 720"/>
                  <a:gd name="T40" fmla="*/ 44 w 1332"/>
                  <a:gd name="T41" fmla="*/ 332 h 720"/>
                  <a:gd name="T42" fmla="*/ 12 w 1332"/>
                  <a:gd name="T43" fmla="*/ 287 h 720"/>
                  <a:gd name="T44" fmla="*/ 2 w 1332"/>
                  <a:gd name="T45" fmla="*/ 238 h 720"/>
                  <a:gd name="T46" fmla="*/ 8 w 1332"/>
                  <a:gd name="T47" fmla="*/ 571 h 720"/>
                  <a:gd name="T48" fmla="*/ 35 w 1332"/>
                  <a:gd name="T49" fmla="*/ 616 h 720"/>
                  <a:gd name="T50" fmla="*/ 85 w 1332"/>
                  <a:gd name="T51" fmla="*/ 655 h 720"/>
                  <a:gd name="T52" fmla="*/ 146 w 1332"/>
                  <a:gd name="T53" fmla="*/ 683 h 720"/>
                  <a:gd name="T54" fmla="*/ 181 w 1332"/>
                  <a:gd name="T55" fmla="*/ 693 h 720"/>
                  <a:gd name="T56" fmla="*/ 224 w 1332"/>
                  <a:gd name="T57" fmla="*/ 704 h 720"/>
                  <a:gd name="T58" fmla="*/ 249 w 1332"/>
                  <a:gd name="T59" fmla="*/ 709 h 720"/>
                  <a:gd name="T60" fmla="*/ 293 w 1332"/>
                  <a:gd name="T61" fmla="*/ 715 h 720"/>
                  <a:gd name="T62" fmla="*/ 335 w 1332"/>
                  <a:gd name="T63" fmla="*/ 718 h 720"/>
                  <a:gd name="T64" fmla="*/ 376 w 1332"/>
                  <a:gd name="T65" fmla="*/ 720 h 720"/>
                  <a:gd name="T66" fmla="*/ 429 w 1332"/>
                  <a:gd name="T67" fmla="*/ 720 h 720"/>
                  <a:gd name="T68" fmla="*/ 468 w 1332"/>
                  <a:gd name="T69" fmla="*/ 719 h 720"/>
                  <a:gd name="T70" fmla="*/ 516 w 1332"/>
                  <a:gd name="T71" fmla="*/ 716 h 720"/>
                  <a:gd name="T72" fmla="*/ 586 w 1332"/>
                  <a:gd name="T73" fmla="*/ 709 h 720"/>
                  <a:gd name="T74" fmla="*/ 627 w 1332"/>
                  <a:gd name="T75" fmla="*/ 703 h 720"/>
                  <a:gd name="T76" fmla="*/ 699 w 1332"/>
                  <a:gd name="T77" fmla="*/ 690 h 720"/>
                  <a:gd name="T78" fmla="*/ 776 w 1332"/>
                  <a:gd name="T79" fmla="*/ 673 h 720"/>
                  <a:gd name="T80" fmla="*/ 819 w 1332"/>
                  <a:gd name="T81" fmla="*/ 662 h 720"/>
                  <a:gd name="T82" fmla="*/ 915 w 1332"/>
                  <a:gd name="T83" fmla="*/ 632 h 720"/>
                  <a:gd name="T84" fmla="*/ 1044 w 1332"/>
                  <a:gd name="T85" fmla="*/ 579 h 720"/>
                  <a:gd name="T86" fmla="*/ 1093 w 1332"/>
                  <a:gd name="T87" fmla="*/ 553 h 720"/>
                  <a:gd name="T88" fmla="*/ 1152 w 1332"/>
                  <a:gd name="T89" fmla="*/ 518 h 720"/>
                  <a:gd name="T90" fmla="*/ 1195 w 1332"/>
                  <a:gd name="T91" fmla="*/ 490 h 720"/>
                  <a:gd name="T92" fmla="*/ 1235 w 1332"/>
                  <a:gd name="T93" fmla="*/ 457 h 720"/>
                  <a:gd name="T94" fmla="*/ 1258 w 1332"/>
                  <a:gd name="T95" fmla="*/ 436 h 720"/>
                  <a:gd name="T96" fmla="*/ 1285 w 1332"/>
                  <a:gd name="T97" fmla="*/ 404 h 720"/>
                  <a:gd name="T98" fmla="*/ 1303 w 1332"/>
                  <a:gd name="T99" fmla="*/ 378 h 720"/>
                  <a:gd name="T100" fmla="*/ 1320 w 1332"/>
                  <a:gd name="T101" fmla="*/ 346 h 720"/>
                  <a:gd name="T102" fmla="*/ 1327 w 1332"/>
                  <a:gd name="T103" fmla="*/ 325 h 720"/>
                  <a:gd name="T104" fmla="*/ 1332 w 1332"/>
                  <a:gd name="T10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0">
                    <a:moveTo>
                      <a:pt x="1327" y="34"/>
                    </a:moveTo>
                    <a:lnTo>
                      <a:pt x="1326" y="39"/>
                    </a:lnTo>
                    <a:lnTo>
                      <a:pt x="1325" y="43"/>
                    </a:lnTo>
                    <a:lnTo>
                      <a:pt x="1320" y="55"/>
                    </a:lnTo>
                    <a:lnTo>
                      <a:pt x="1315" y="68"/>
                    </a:lnTo>
                    <a:lnTo>
                      <a:pt x="1310" y="76"/>
                    </a:lnTo>
                    <a:lnTo>
                      <a:pt x="1305" y="85"/>
                    </a:lnTo>
                    <a:lnTo>
                      <a:pt x="1298" y="94"/>
                    </a:lnTo>
                    <a:lnTo>
                      <a:pt x="1292" y="104"/>
                    </a:lnTo>
                    <a:lnTo>
                      <a:pt x="1286" y="111"/>
                    </a:lnTo>
                    <a:lnTo>
                      <a:pt x="1280" y="119"/>
                    </a:lnTo>
                    <a:lnTo>
                      <a:pt x="1273" y="127"/>
                    </a:lnTo>
                    <a:lnTo>
                      <a:pt x="1266" y="134"/>
                    </a:lnTo>
                    <a:lnTo>
                      <a:pt x="1262" y="139"/>
                    </a:lnTo>
                    <a:lnTo>
                      <a:pt x="1257" y="145"/>
                    </a:lnTo>
                    <a:lnTo>
                      <a:pt x="1255" y="148"/>
                    </a:lnTo>
                    <a:lnTo>
                      <a:pt x="1251" y="150"/>
                    </a:lnTo>
                    <a:lnTo>
                      <a:pt x="1236" y="164"/>
                    </a:lnTo>
                    <a:lnTo>
                      <a:pt x="1220" y="178"/>
                    </a:lnTo>
                    <a:lnTo>
                      <a:pt x="1213" y="183"/>
                    </a:lnTo>
                    <a:lnTo>
                      <a:pt x="1207" y="188"/>
                    </a:lnTo>
                    <a:lnTo>
                      <a:pt x="1195" y="197"/>
                    </a:lnTo>
                    <a:lnTo>
                      <a:pt x="1182" y="206"/>
                    </a:lnTo>
                    <a:lnTo>
                      <a:pt x="1173" y="213"/>
                    </a:lnTo>
                    <a:lnTo>
                      <a:pt x="1163" y="219"/>
                    </a:lnTo>
                    <a:lnTo>
                      <a:pt x="1153" y="226"/>
                    </a:lnTo>
                    <a:lnTo>
                      <a:pt x="1143" y="232"/>
                    </a:lnTo>
                    <a:lnTo>
                      <a:pt x="1131" y="239"/>
                    </a:lnTo>
                    <a:lnTo>
                      <a:pt x="1118" y="247"/>
                    </a:lnTo>
                    <a:lnTo>
                      <a:pt x="1107" y="253"/>
                    </a:lnTo>
                    <a:lnTo>
                      <a:pt x="1095" y="260"/>
                    </a:lnTo>
                    <a:lnTo>
                      <a:pt x="1082" y="266"/>
                    </a:lnTo>
                    <a:lnTo>
                      <a:pt x="1070" y="273"/>
                    </a:lnTo>
                    <a:lnTo>
                      <a:pt x="1054" y="281"/>
                    </a:lnTo>
                    <a:lnTo>
                      <a:pt x="1036" y="290"/>
                    </a:lnTo>
                    <a:lnTo>
                      <a:pt x="1007" y="303"/>
                    </a:lnTo>
                    <a:lnTo>
                      <a:pt x="977" y="316"/>
                    </a:lnTo>
                    <a:lnTo>
                      <a:pt x="946" y="328"/>
                    </a:lnTo>
                    <a:lnTo>
                      <a:pt x="916" y="339"/>
                    </a:lnTo>
                    <a:lnTo>
                      <a:pt x="914" y="339"/>
                    </a:lnTo>
                    <a:lnTo>
                      <a:pt x="912" y="340"/>
                    </a:lnTo>
                    <a:lnTo>
                      <a:pt x="882" y="350"/>
                    </a:lnTo>
                    <a:lnTo>
                      <a:pt x="851" y="360"/>
                    </a:lnTo>
                    <a:lnTo>
                      <a:pt x="820" y="369"/>
                    </a:lnTo>
                    <a:lnTo>
                      <a:pt x="789" y="377"/>
                    </a:lnTo>
                    <a:lnTo>
                      <a:pt x="782" y="379"/>
                    </a:lnTo>
                    <a:lnTo>
                      <a:pt x="777" y="380"/>
                    </a:lnTo>
                    <a:lnTo>
                      <a:pt x="761" y="384"/>
                    </a:lnTo>
                    <a:lnTo>
                      <a:pt x="744" y="388"/>
                    </a:lnTo>
                    <a:lnTo>
                      <a:pt x="727" y="392"/>
                    </a:lnTo>
                    <a:lnTo>
                      <a:pt x="711" y="395"/>
                    </a:lnTo>
                    <a:lnTo>
                      <a:pt x="700" y="398"/>
                    </a:lnTo>
                    <a:lnTo>
                      <a:pt x="687" y="400"/>
                    </a:lnTo>
                    <a:lnTo>
                      <a:pt x="672" y="403"/>
                    </a:lnTo>
                    <a:lnTo>
                      <a:pt x="659" y="405"/>
                    </a:lnTo>
                    <a:lnTo>
                      <a:pt x="644" y="408"/>
                    </a:lnTo>
                    <a:lnTo>
                      <a:pt x="629" y="410"/>
                    </a:lnTo>
                    <a:lnTo>
                      <a:pt x="619" y="412"/>
                    </a:lnTo>
                    <a:lnTo>
                      <a:pt x="609" y="413"/>
                    </a:lnTo>
                    <a:lnTo>
                      <a:pt x="588" y="416"/>
                    </a:lnTo>
                    <a:lnTo>
                      <a:pt x="566" y="418"/>
                    </a:lnTo>
                    <a:lnTo>
                      <a:pt x="545" y="421"/>
                    </a:lnTo>
                    <a:lnTo>
                      <a:pt x="524" y="423"/>
                    </a:lnTo>
                    <a:lnTo>
                      <a:pt x="513" y="424"/>
                    </a:lnTo>
                    <a:lnTo>
                      <a:pt x="501" y="424"/>
                    </a:lnTo>
                    <a:lnTo>
                      <a:pt x="490" y="425"/>
                    </a:lnTo>
                    <a:lnTo>
                      <a:pt x="479" y="426"/>
                    </a:lnTo>
                    <a:lnTo>
                      <a:pt x="469" y="426"/>
                    </a:lnTo>
                    <a:lnTo>
                      <a:pt x="458" y="427"/>
                    </a:lnTo>
                    <a:lnTo>
                      <a:pt x="444" y="427"/>
                    </a:lnTo>
                    <a:lnTo>
                      <a:pt x="429" y="427"/>
                    </a:lnTo>
                    <a:lnTo>
                      <a:pt x="415" y="428"/>
                    </a:lnTo>
                    <a:lnTo>
                      <a:pt x="400" y="428"/>
                    </a:lnTo>
                    <a:lnTo>
                      <a:pt x="385" y="427"/>
                    </a:lnTo>
                    <a:lnTo>
                      <a:pt x="369" y="427"/>
                    </a:lnTo>
                    <a:lnTo>
                      <a:pt x="358" y="427"/>
                    </a:lnTo>
                    <a:lnTo>
                      <a:pt x="348" y="426"/>
                    </a:lnTo>
                    <a:lnTo>
                      <a:pt x="330" y="425"/>
                    </a:lnTo>
                    <a:lnTo>
                      <a:pt x="313" y="423"/>
                    </a:lnTo>
                    <a:lnTo>
                      <a:pt x="304" y="423"/>
                    </a:lnTo>
                    <a:lnTo>
                      <a:pt x="296" y="422"/>
                    </a:lnTo>
                    <a:lnTo>
                      <a:pt x="284" y="421"/>
                    </a:lnTo>
                    <a:lnTo>
                      <a:pt x="273" y="419"/>
                    </a:lnTo>
                    <a:lnTo>
                      <a:pt x="260" y="417"/>
                    </a:lnTo>
                    <a:lnTo>
                      <a:pt x="249" y="416"/>
                    </a:lnTo>
                    <a:lnTo>
                      <a:pt x="246" y="415"/>
                    </a:lnTo>
                    <a:lnTo>
                      <a:pt x="243" y="414"/>
                    </a:lnTo>
                    <a:lnTo>
                      <a:pt x="233" y="413"/>
                    </a:lnTo>
                    <a:lnTo>
                      <a:pt x="223" y="411"/>
                    </a:lnTo>
                    <a:lnTo>
                      <a:pt x="213" y="409"/>
                    </a:lnTo>
                    <a:lnTo>
                      <a:pt x="204" y="406"/>
                    </a:lnTo>
                    <a:lnTo>
                      <a:pt x="193" y="404"/>
                    </a:lnTo>
                    <a:lnTo>
                      <a:pt x="183" y="401"/>
                    </a:lnTo>
                    <a:lnTo>
                      <a:pt x="170" y="397"/>
                    </a:lnTo>
                    <a:lnTo>
                      <a:pt x="159" y="394"/>
                    </a:lnTo>
                    <a:lnTo>
                      <a:pt x="148" y="390"/>
                    </a:lnTo>
                    <a:lnTo>
                      <a:pt x="135" y="386"/>
                    </a:lnTo>
                    <a:lnTo>
                      <a:pt x="124" y="381"/>
                    </a:lnTo>
                    <a:lnTo>
                      <a:pt x="113" y="376"/>
                    </a:lnTo>
                    <a:lnTo>
                      <a:pt x="99" y="370"/>
                    </a:lnTo>
                    <a:lnTo>
                      <a:pt x="87" y="362"/>
                    </a:lnTo>
                    <a:lnTo>
                      <a:pt x="75" y="355"/>
                    </a:lnTo>
                    <a:lnTo>
                      <a:pt x="64" y="348"/>
                    </a:lnTo>
                    <a:lnTo>
                      <a:pt x="54" y="340"/>
                    </a:lnTo>
                    <a:lnTo>
                      <a:pt x="44" y="332"/>
                    </a:lnTo>
                    <a:lnTo>
                      <a:pt x="37" y="323"/>
                    </a:lnTo>
                    <a:lnTo>
                      <a:pt x="29" y="314"/>
                    </a:lnTo>
                    <a:lnTo>
                      <a:pt x="23" y="306"/>
                    </a:lnTo>
                    <a:lnTo>
                      <a:pt x="17" y="297"/>
                    </a:lnTo>
                    <a:lnTo>
                      <a:pt x="12" y="287"/>
                    </a:lnTo>
                    <a:lnTo>
                      <a:pt x="8" y="278"/>
                    </a:lnTo>
                    <a:lnTo>
                      <a:pt x="5" y="268"/>
                    </a:lnTo>
                    <a:lnTo>
                      <a:pt x="3" y="258"/>
                    </a:lnTo>
                    <a:lnTo>
                      <a:pt x="2" y="248"/>
                    </a:lnTo>
                    <a:lnTo>
                      <a:pt x="2" y="238"/>
                    </a:lnTo>
                    <a:lnTo>
                      <a:pt x="0" y="531"/>
                    </a:lnTo>
                    <a:lnTo>
                      <a:pt x="0" y="541"/>
                    </a:lnTo>
                    <a:lnTo>
                      <a:pt x="2" y="551"/>
                    </a:lnTo>
                    <a:lnTo>
                      <a:pt x="4" y="561"/>
                    </a:lnTo>
                    <a:lnTo>
                      <a:pt x="8" y="571"/>
                    </a:lnTo>
                    <a:lnTo>
                      <a:pt x="12" y="580"/>
                    </a:lnTo>
                    <a:lnTo>
                      <a:pt x="15" y="589"/>
                    </a:lnTo>
                    <a:lnTo>
                      <a:pt x="22" y="598"/>
                    </a:lnTo>
                    <a:lnTo>
                      <a:pt x="28" y="607"/>
                    </a:lnTo>
                    <a:lnTo>
                      <a:pt x="35" y="616"/>
                    </a:lnTo>
                    <a:lnTo>
                      <a:pt x="44" y="624"/>
                    </a:lnTo>
                    <a:lnTo>
                      <a:pt x="53" y="632"/>
                    </a:lnTo>
                    <a:lnTo>
                      <a:pt x="63" y="640"/>
                    </a:lnTo>
                    <a:lnTo>
                      <a:pt x="74" y="648"/>
                    </a:lnTo>
                    <a:lnTo>
                      <a:pt x="85" y="655"/>
                    </a:lnTo>
                    <a:lnTo>
                      <a:pt x="99" y="662"/>
                    </a:lnTo>
                    <a:lnTo>
                      <a:pt x="113" y="669"/>
                    </a:lnTo>
                    <a:lnTo>
                      <a:pt x="123" y="674"/>
                    </a:lnTo>
                    <a:lnTo>
                      <a:pt x="134" y="678"/>
                    </a:lnTo>
                    <a:lnTo>
                      <a:pt x="146" y="683"/>
                    </a:lnTo>
                    <a:lnTo>
                      <a:pt x="158" y="687"/>
                    </a:lnTo>
                    <a:lnTo>
                      <a:pt x="160" y="687"/>
                    </a:lnTo>
                    <a:lnTo>
                      <a:pt x="161" y="688"/>
                    </a:lnTo>
                    <a:lnTo>
                      <a:pt x="171" y="691"/>
                    </a:lnTo>
                    <a:lnTo>
                      <a:pt x="181" y="693"/>
                    </a:lnTo>
                    <a:lnTo>
                      <a:pt x="191" y="696"/>
                    </a:lnTo>
                    <a:lnTo>
                      <a:pt x="203" y="699"/>
                    </a:lnTo>
                    <a:lnTo>
                      <a:pt x="205" y="700"/>
                    </a:lnTo>
                    <a:lnTo>
                      <a:pt x="206" y="700"/>
                    </a:lnTo>
                    <a:lnTo>
                      <a:pt x="224" y="704"/>
                    </a:lnTo>
                    <a:lnTo>
                      <a:pt x="241" y="707"/>
                    </a:lnTo>
                    <a:lnTo>
                      <a:pt x="245" y="708"/>
                    </a:lnTo>
                    <a:lnTo>
                      <a:pt x="248" y="708"/>
                    </a:lnTo>
                    <a:lnTo>
                      <a:pt x="248" y="708"/>
                    </a:lnTo>
                    <a:lnTo>
                      <a:pt x="249" y="709"/>
                    </a:lnTo>
                    <a:lnTo>
                      <a:pt x="259" y="710"/>
                    </a:lnTo>
                    <a:lnTo>
                      <a:pt x="269" y="712"/>
                    </a:lnTo>
                    <a:lnTo>
                      <a:pt x="280" y="713"/>
                    </a:lnTo>
                    <a:lnTo>
                      <a:pt x="290" y="714"/>
                    </a:lnTo>
                    <a:lnTo>
                      <a:pt x="293" y="715"/>
                    </a:lnTo>
                    <a:lnTo>
                      <a:pt x="295" y="715"/>
                    </a:lnTo>
                    <a:lnTo>
                      <a:pt x="304" y="716"/>
                    </a:lnTo>
                    <a:lnTo>
                      <a:pt x="311" y="716"/>
                    </a:lnTo>
                    <a:lnTo>
                      <a:pt x="323" y="717"/>
                    </a:lnTo>
                    <a:lnTo>
                      <a:pt x="335" y="718"/>
                    </a:lnTo>
                    <a:lnTo>
                      <a:pt x="341" y="719"/>
                    </a:lnTo>
                    <a:lnTo>
                      <a:pt x="346" y="719"/>
                    </a:lnTo>
                    <a:lnTo>
                      <a:pt x="358" y="719"/>
                    </a:lnTo>
                    <a:lnTo>
                      <a:pt x="368" y="720"/>
                    </a:lnTo>
                    <a:lnTo>
                      <a:pt x="376" y="720"/>
                    </a:lnTo>
                    <a:lnTo>
                      <a:pt x="385" y="720"/>
                    </a:lnTo>
                    <a:lnTo>
                      <a:pt x="393" y="720"/>
                    </a:lnTo>
                    <a:lnTo>
                      <a:pt x="400" y="720"/>
                    </a:lnTo>
                    <a:lnTo>
                      <a:pt x="414" y="720"/>
                    </a:lnTo>
                    <a:lnTo>
                      <a:pt x="429" y="720"/>
                    </a:lnTo>
                    <a:lnTo>
                      <a:pt x="436" y="720"/>
                    </a:lnTo>
                    <a:lnTo>
                      <a:pt x="444" y="720"/>
                    </a:lnTo>
                    <a:lnTo>
                      <a:pt x="450" y="720"/>
                    </a:lnTo>
                    <a:lnTo>
                      <a:pt x="456" y="719"/>
                    </a:lnTo>
                    <a:lnTo>
                      <a:pt x="468" y="719"/>
                    </a:lnTo>
                    <a:lnTo>
                      <a:pt x="478" y="718"/>
                    </a:lnTo>
                    <a:lnTo>
                      <a:pt x="489" y="718"/>
                    </a:lnTo>
                    <a:lnTo>
                      <a:pt x="500" y="717"/>
                    </a:lnTo>
                    <a:lnTo>
                      <a:pt x="508" y="717"/>
                    </a:lnTo>
                    <a:lnTo>
                      <a:pt x="516" y="716"/>
                    </a:lnTo>
                    <a:lnTo>
                      <a:pt x="520" y="716"/>
                    </a:lnTo>
                    <a:lnTo>
                      <a:pt x="523" y="715"/>
                    </a:lnTo>
                    <a:lnTo>
                      <a:pt x="544" y="713"/>
                    </a:lnTo>
                    <a:lnTo>
                      <a:pt x="565" y="711"/>
                    </a:lnTo>
                    <a:lnTo>
                      <a:pt x="586" y="709"/>
                    </a:lnTo>
                    <a:lnTo>
                      <a:pt x="609" y="706"/>
                    </a:lnTo>
                    <a:lnTo>
                      <a:pt x="611" y="706"/>
                    </a:lnTo>
                    <a:lnTo>
                      <a:pt x="614" y="705"/>
                    </a:lnTo>
                    <a:lnTo>
                      <a:pt x="621" y="704"/>
                    </a:lnTo>
                    <a:lnTo>
                      <a:pt x="627" y="703"/>
                    </a:lnTo>
                    <a:lnTo>
                      <a:pt x="642" y="700"/>
                    </a:lnTo>
                    <a:lnTo>
                      <a:pt x="657" y="698"/>
                    </a:lnTo>
                    <a:lnTo>
                      <a:pt x="671" y="695"/>
                    </a:lnTo>
                    <a:lnTo>
                      <a:pt x="686" y="693"/>
                    </a:lnTo>
                    <a:lnTo>
                      <a:pt x="699" y="690"/>
                    </a:lnTo>
                    <a:lnTo>
                      <a:pt x="710" y="688"/>
                    </a:lnTo>
                    <a:lnTo>
                      <a:pt x="726" y="684"/>
                    </a:lnTo>
                    <a:lnTo>
                      <a:pt x="744" y="681"/>
                    </a:lnTo>
                    <a:lnTo>
                      <a:pt x="760" y="677"/>
                    </a:lnTo>
                    <a:lnTo>
                      <a:pt x="776" y="673"/>
                    </a:lnTo>
                    <a:lnTo>
                      <a:pt x="781" y="672"/>
                    </a:lnTo>
                    <a:lnTo>
                      <a:pt x="786" y="671"/>
                    </a:lnTo>
                    <a:lnTo>
                      <a:pt x="786" y="670"/>
                    </a:lnTo>
                    <a:lnTo>
                      <a:pt x="787" y="670"/>
                    </a:lnTo>
                    <a:lnTo>
                      <a:pt x="819" y="662"/>
                    </a:lnTo>
                    <a:lnTo>
                      <a:pt x="850" y="653"/>
                    </a:lnTo>
                    <a:lnTo>
                      <a:pt x="881" y="643"/>
                    </a:lnTo>
                    <a:lnTo>
                      <a:pt x="911" y="633"/>
                    </a:lnTo>
                    <a:lnTo>
                      <a:pt x="914" y="632"/>
                    </a:lnTo>
                    <a:lnTo>
                      <a:pt x="915" y="632"/>
                    </a:lnTo>
                    <a:lnTo>
                      <a:pt x="946" y="620"/>
                    </a:lnTo>
                    <a:lnTo>
                      <a:pt x="976" y="608"/>
                    </a:lnTo>
                    <a:lnTo>
                      <a:pt x="1006" y="596"/>
                    </a:lnTo>
                    <a:lnTo>
                      <a:pt x="1036" y="583"/>
                    </a:lnTo>
                    <a:lnTo>
                      <a:pt x="1044" y="579"/>
                    </a:lnTo>
                    <a:lnTo>
                      <a:pt x="1051" y="575"/>
                    </a:lnTo>
                    <a:lnTo>
                      <a:pt x="1060" y="570"/>
                    </a:lnTo>
                    <a:lnTo>
                      <a:pt x="1069" y="566"/>
                    </a:lnTo>
                    <a:lnTo>
                      <a:pt x="1081" y="559"/>
                    </a:lnTo>
                    <a:lnTo>
                      <a:pt x="1093" y="553"/>
                    </a:lnTo>
                    <a:lnTo>
                      <a:pt x="1106" y="546"/>
                    </a:lnTo>
                    <a:lnTo>
                      <a:pt x="1117" y="540"/>
                    </a:lnTo>
                    <a:lnTo>
                      <a:pt x="1130" y="532"/>
                    </a:lnTo>
                    <a:lnTo>
                      <a:pt x="1142" y="525"/>
                    </a:lnTo>
                    <a:lnTo>
                      <a:pt x="1152" y="518"/>
                    </a:lnTo>
                    <a:lnTo>
                      <a:pt x="1162" y="512"/>
                    </a:lnTo>
                    <a:lnTo>
                      <a:pt x="1172" y="505"/>
                    </a:lnTo>
                    <a:lnTo>
                      <a:pt x="1182" y="499"/>
                    </a:lnTo>
                    <a:lnTo>
                      <a:pt x="1188" y="494"/>
                    </a:lnTo>
                    <a:lnTo>
                      <a:pt x="1195" y="490"/>
                    </a:lnTo>
                    <a:lnTo>
                      <a:pt x="1201" y="485"/>
                    </a:lnTo>
                    <a:lnTo>
                      <a:pt x="1206" y="481"/>
                    </a:lnTo>
                    <a:lnTo>
                      <a:pt x="1212" y="476"/>
                    </a:lnTo>
                    <a:lnTo>
                      <a:pt x="1218" y="471"/>
                    </a:lnTo>
                    <a:lnTo>
                      <a:pt x="1235" y="457"/>
                    </a:lnTo>
                    <a:lnTo>
                      <a:pt x="1250" y="443"/>
                    </a:lnTo>
                    <a:lnTo>
                      <a:pt x="1253" y="440"/>
                    </a:lnTo>
                    <a:lnTo>
                      <a:pt x="1256" y="437"/>
                    </a:lnTo>
                    <a:lnTo>
                      <a:pt x="1257" y="437"/>
                    </a:lnTo>
                    <a:lnTo>
                      <a:pt x="1258" y="436"/>
                    </a:lnTo>
                    <a:lnTo>
                      <a:pt x="1262" y="431"/>
                    </a:lnTo>
                    <a:lnTo>
                      <a:pt x="1266" y="427"/>
                    </a:lnTo>
                    <a:lnTo>
                      <a:pt x="1272" y="419"/>
                    </a:lnTo>
                    <a:lnTo>
                      <a:pt x="1278" y="412"/>
                    </a:lnTo>
                    <a:lnTo>
                      <a:pt x="1285" y="404"/>
                    </a:lnTo>
                    <a:lnTo>
                      <a:pt x="1291" y="397"/>
                    </a:lnTo>
                    <a:lnTo>
                      <a:pt x="1292" y="395"/>
                    </a:lnTo>
                    <a:lnTo>
                      <a:pt x="1295" y="393"/>
                    </a:lnTo>
                    <a:lnTo>
                      <a:pt x="1298" y="385"/>
                    </a:lnTo>
                    <a:lnTo>
                      <a:pt x="1303" y="378"/>
                    </a:lnTo>
                    <a:lnTo>
                      <a:pt x="1308" y="369"/>
                    </a:lnTo>
                    <a:lnTo>
                      <a:pt x="1313" y="361"/>
                    </a:lnTo>
                    <a:lnTo>
                      <a:pt x="1315" y="359"/>
                    </a:lnTo>
                    <a:lnTo>
                      <a:pt x="1316" y="357"/>
                    </a:lnTo>
                    <a:lnTo>
                      <a:pt x="1320" y="346"/>
                    </a:lnTo>
                    <a:lnTo>
                      <a:pt x="1323" y="336"/>
                    </a:lnTo>
                    <a:lnTo>
                      <a:pt x="1325" y="331"/>
                    </a:lnTo>
                    <a:lnTo>
                      <a:pt x="1326" y="327"/>
                    </a:lnTo>
                    <a:lnTo>
                      <a:pt x="1327" y="326"/>
                    </a:lnTo>
                    <a:lnTo>
                      <a:pt x="1327" y="325"/>
                    </a:lnTo>
                    <a:lnTo>
                      <a:pt x="1330" y="311"/>
                    </a:lnTo>
                    <a:lnTo>
                      <a:pt x="1331" y="297"/>
                    </a:lnTo>
                    <a:lnTo>
                      <a:pt x="1331" y="295"/>
                    </a:lnTo>
                    <a:lnTo>
                      <a:pt x="1331" y="293"/>
                    </a:lnTo>
                    <a:lnTo>
                      <a:pt x="1332" y="0"/>
                    </a:lnTo>
                    <a:lnTo>
                      <a:pt x="1332" y="8"/>
                    </a:lnTo>
                    <a:lnTo>
                      <a:pt x="1331" y="17"/>
                    </a:lnTo>
                    <a:lnTo>
                      <a:pt x="1330" y="25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5" name="Freeform 207">
                <a:extLst>
                  <a:ext uri="{FF2B5EF4-FFF2-40B4-BE49-F238E27FC236}">
                    <a16:creationId xmlns:a16="http://schemas.microsoft.com/office/drawing/2014/main" id="{7B1F0E58-7CFA-49E2-A451-DE9ED688E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7138" y="3776663"/>
                <a:ext cx="352425" cy="320675"/>
              </a:xfrm>
              <a:custGeom>
                <a:avLst/>
                <a:gdLst>
                  <a:gd name="T0" fmla="*/ 0 w 1107"/>
                  <a:gd name="T1" fmla="*/ 515 h 808"/>
                  <a:gd name="T2" fmla="*/ 0 w 1107"/>
                  <a:gd name="T3" fmla="*/ 808 h 808"/>
                  <a:gd name="T4" fmla="*/ 1107 w 1107"/>
                  <a:gd name="T5" fmla="*/ 293 h 808"/>
                  <a:gd name="T6" fmla="*/ 1107 w 1107"/>
                  <a:gd name="T7" fmla="*/ 0 h 808"/>
                  <a:gd name="T8" fmla="*/ 0 w 1107"/>
                  <a:gd name="T9" fmla="*/ 515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8">
                    <a:moveTo>
                      <a:pt x="0" y="515"/>
                    </a:moveTo>
                    <a:lnTo>
                      <a:pt x="0" y="808"/>
                    </a:lnTo>
                    <a:lnTo>
                      <a:pt x="1107" y="293"/>
                    </a:lnTo>
                    <a:lnTo>
                      <a:pt x="1107" y="0"/>
                    </a:lnTo>
                    <a:lnTo>
                      <a:pt x="0" y="51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6" name="Freeform 208">
                <a:extLst>
                  <a:ext uri="{FF2B5EF4-FFF2-40B4-BE49-F238E27FC236}">
                    <a16:creationId xmlns:a16="http://schemas.microsoft.com/office/drawing/2014/main" id="{0B42CE14-641B-4DD4-8570-6167964DA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151" y="3744913"/>
                <a:ext cx="407988" cy="352425"/>
              </a:xfrm>
              <a:custGeom>
                <a:avLst/>
                <a:gdLst>
                  <a:gd name="T0" fmla="*/ 1 w 1289"/>
                  <a:gd name="T1" fmla="*/ 0 h 889"/>
                  <a:gd name="T2" fmla="*/ 0 w 1289"/>
                  <a:gd name="T3" fmla="*/ 293 h 889"/>
                  <a:gd name="T4" fmla="*/ 1289 w 1289"/>
                  <a:gd name="T5" fmla="*/ 889 h 889"/>
                  <a:gd name="T6" fmla="*/ 1289 w 1289"/>
                  <a:gd name="T7" fmla="*/ 596 h 889"/>
                  <a:gd name="T8" fmla="*/ 1 w 1289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9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9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7" name="Freeform 209">
                <a:extLst>
                  <a:ext uri="{FF2B5EF4-FFF2-40B4-BE49-F238E27FC236}">
                    <a16:creationId xmlns:a16="http://schemas.microsoft.com/office/drawing/2014/main" id="{3EA5B0AF-62BF-48BD-80B9-21D20C0A0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2849563"/>
                <a:ext cx="1954213" cy="1131888"/>
              </a:xfrm>
              <a:custGeom>
                <a:avLst/>
                <a:gdLst>
                  <a:gd name="T0" fmla="*/ 5587 w 6155"/>
                  <a:gd name="T1" fmla="*/ 2105 h 2855"/>
                  <a:gd name="T2" fmla="*/ 5351 w 6155"/>
                  <a:gd name="T3" fmla="*/ 2100 h 2855"/>
                  <a:gd name="T4" fmla="*/ 4676 w 6155"/>
                  <a:gd name="T5" fmla="*/ 1001 h 2855"/>
                  <a:gd name="T6" fmla="*/ 4710 w 6155"/>
                  <a:gd name="T7" fmla="*/ 1117 h 2855"/>
                  <a:gd name="T8" fmla="*/ 4641 w 6155"/>
                  <a:gd name="T9" fmla="*/ 1213 h 2855"/>
                  <a:gd name="T10" fmla="*/ 4493 w 6155"/>
                  <a:gd name="T11" fmla="*/ 1270 h 2855"/>
                  <a:gd name="T12" fmla="*/ 4301 w 6155"/>
                  <a:gd name="T13" fmla="*/ 1287 h 2855"/>
                  <a:gd name="T14" fmla="*/ 4083 w 6155"/>
                  <a:gd name="T15" fmla="*/ 1269 h 2855"/>
                  <a:gd name="T16" fmla="*/ 3859 w 6155"/>
                  <a:gd name="T17" fmla="*/ 1217 h 2855"/>
                  <a:gd name="T18" fmla="*/ 3649 w 6155"/>
                  <a:gd name="T19" fmla="*/ 1135 h 2855"/>
                  <a:gd name="T20" fmla="*/ 3489 w 6155"/>
                  <a:gd name="T21" fmla="*/ 1035 h 2855"/>
                  <a:gd name="T22" fmla="*/ 3398 w 6155"/>
                  <a:gd name="T23" fmla="*/ 931 h 2855"/>
                  <a:gd name="T24" fmla="*/ 3379 w 6155"/>
                  <a:gd name="T25" fmla="*/ 833 h 2855"/>
                  <a:gd name="T26" fmla="*/ 3438 w 6155"/>
                  <a:gd name="T27" fmla="*/ 749 h 2855"/>
                  <a:gd name="T28" fmla="*/ 3588 w 6155"/>
                  <a:gd name="T29" fmla="*/ 687 h 2855"/>
                  <a:gd name="T30" fmla="*/ 3810 w 6155"/>
                  <a:gd name="T31" fmla="*/ 669 h 2855"/>
                  <a:gd name="T32" fmla="*/ 2893 w 6155"/>
                  <a:gd name="T33" fmla="*/ 0 h 2855"/>
                  <a:gd name="T34" fmla="*/ 1629 w 6155"/>
                  <a:gd name="T35" fmla="*/ 342 h 2855"/>
                  <a:gd name="T36" fmla="*/ 1588 w 6155"/>
                  <a:gd name="T37" fmla="*/ 239 h 2855"/>
                  <a:gd name="T38" fmla="*/ 1455 w 6155"/>
                  <a:gd name="T39" fmla="*/ 169 h 2855"/>
                  <a:gd name="T40" fmla="*/ 1274 w 6155"/>
                  <a:gd name="T41" fmla="*/ 142 h 2855"/>
                  <a:gd name="T42" fmla="*/ 1063 w 6155"/>
                  <a:gd name="T43" fmla="*/ 150 h 2855"/>
                  <a:gd name="T44" fmla="*/ 839 w 6155"/>
                  <a:gd name="T45" fmla="*/ 192 h 2855"/>
                  <a:gd name="T46" fmla="*/ 623 w 6155"/>
                  <a:gd name="T47" fmla="*/ 266 h 2855"/>
                  <a:gd name="T48" fmla="*/ 447 w 6155"/>
                  <a:gd name="T49" fmla="*/ 363 h 2855"/>
                  <a:gd name="T50" fmla="*/ 337 w 6155"/>
                  <a:gd name="T51" fmla="*/ 467 h 2855"/>
                  <a:gd name="T52" fmla="*/ 298 w 6155"/>
                  <a:gd name="T53" fmla="*/ 568 h 2855"/>
                  <a:gd name="T54" fmla="*/ 336 w 6155"/>
                  <a:gd name="T55" fmla="*/ 656 h 2855"/>
                  <a:gd name="T56" fmla="*/ 458 w 6155"/>
                  <a:gd name="T57" fmla="*/ 726 h 2855"/>
                  <a:gd name="T58" fmla="*/ 666 w 6155"/>
                  <a:gd name="T59" fmla="*/ 758 h 2855"/>
                  <a:gd name="T60" fmla="*/ 916 w 6155"/>
                  <a:gd name="T61" fmla="*/ 743 h 2855"/>
                  <a:gd name="T62" fmla="*/ 1453 w 6155"/>
                  <a:gd name="T63" fmla="*/ 1803 h 2855"/>
                  <a:gd name="T64" fmla="*/ 1462 w 6155"/>
                  <a:gd name="T65" fmla="*/ 1694 h 2855"/>
                  <a:gd name="T66" fmla="*/ 1574 w 6155"/>
                  <a:gd name="T67" fmla="*/ 1612 h 2855"/>
                  <a:gd name="T68" fmla="*/ 1740 w 6155"/>
                  <a:gd name="T69" fmla="*/ 1574 h 2855"/>
                  <a:gd name="T70" fmla="*/ 1945 w 6155"/>
                  <a:gd name="T71" fmla="*/ 1572 h 2855"/>
                  <a:gd name="T72" fmla="*/ 2169 w 6155"/>
                  <a:gd name="T73" fmla="*/ 1605 h 2855"/>
                  <a:gd name="T74" fmla="*/ 2389 w 6155"/>
                  <a:gd name="T75" fmla="*/ 1670 h 2855"/>
                  <a:gd name="T76" fmla="*/ 2584 w 6155"/>
                  <a:gd name="T77" fmla="*/ 1762 h 2855"/>
                  <a:gd name="T78" fmla="*/ 2713 w 6155"/>
                  <a:gd name="T79" fmla="*/ 1865 h 2855"/>
                  <a:gd name="T80" fmla="*/ 2775 w 6155"/>
                  <a:gd name="T81" fmla="*/ 1968 h 2855"/>
                  <a:gd name="T82" fmla="*/ 2761 w 6155"/>
                  <a:gd name="T83" fmla="*/ 2061 h 2855"/>
                  <a:gd name="T84" fmla="*/ 2668 w 6155"/>
                  <a:gd name="T85" fmla="*/ 2135 h 2855"/>
                  <a:gd name="T86" fmla="*/ 2479 w 6155"/>
                  <a:gd name="T87" fmla="*/ 2182 h 2855"/>
                  <a:gd name="T88" fmla="*/ 2237 w 6155"/>
                  <a:gd name="T89" fmla="*/ 2180 h 2855"/>
                  <a:gd name="T90" fmla="*/ 4550 w 6155"/>
                  <a:gd name="T91" fmla="*/ 2446 h 2855"/>
                  <a:gd name="T92" fmla="*/ 4533 w 6155"/>
                  <a:gd name="T93" fmla="*/ 2559 h 2855"/>
                  <a:gd name="T94" fmla="*/ 4617 w 6155"/>
                  <a:gd name="T95" fmla="*/ 2652 h 2855"/>
                  <a:gd name="T96" fmla="*/ 4774 w 6155"/>
                  <a:gd name="T97" fmla="*/ 2701 h 2855"/>
                  <a:gd name="T98" fmla="*/ 4970 w 6155"/>
                  <a:gd name="T99" fmla="*/ 2713 h 2855"/>
                  <a:gd name="T100" fmla="*/ 5190 w 6155"/>
                  <a:gd name="T101" fmla="*/ 2691 h 2855"/>
                  <a:gd name="T102" fmla="*/ 5412 w 6155"/>
                  <a:gd name="T103" fmla="*/ 2635 h 2855"/>
                  <a:gd name="T104" fmla="*/ 5617 w 6155"/>
                  <a:gd name="T105" fmla="*/ 2549 h 2855"/>
                  <a:gd name="T106" fmla="*/ 5766 w 6155"/>
                  <a:gd name="T107" fmla="*/ 2447 h 2855"/>
                  <a:gd name="T108" fmla="*/ 5846 w 6155"/>
                  <a:gd name="T109" fmla="*/ 2344 h 2855"/>
                  <a:gd name="T110" fmla="*/ 5852 w 6155"/>
                  <a:gd name="T111" fmla="*/ 2247 h 2855"/>
                  <a:gd name="T112" fmla="*/ 5781 w 6155"/>
                  <a:gd name="T113" fmla="*/ 2166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5">
                    <a:moveTo>
                      <a:pt x="5746" y="2147"/>
                    </a:moveTo>
                    <a:lnTo>
                      <a:pt x="5723" y="2138"/>
                    </a:lnTo>
                    <a:lnTo>
                      <a:pt x="5698" y="2129"/>
                    </a:lnTo>
                    <a:lnTo>
                      <a:pt x="5672" y="2121"/>
                    </a:lnTo>
                    <a:lnTo>
                      <a:pt x="5644" y="2115"/>
                    </a:lnTo>
                    <a:lnTo>
                      <a:pt x="5616" y="2109"/>
                    </a:lnTo>
                    <a:lnTo>
                      <a:pt x="5587" y="2105"/>
                    </a:lnTo>
                    <a:lnTo>
                      <a:pt x="5556" y="2101"/>
                    </a:lnTo>
                    <a:lnTo>
                      <a:pt x="5523" y="2098"/>
                    </a:lnTo>
                    <a:lnTo>
                      <a:pt x="5491" y="2097"/>
                    </a:lnTo>
                    <a:lnTo>
                      <a:pt x="5457" y="2096"/>
                    </a:lnTo>
                    <a:lnTo>
                      <a:pt x="5422" y="2096"/>
                    </a:lnTo>
                    <a:lnTo>
                      <a:pt x="5387" y="2098"/>
                    </a:lnTo>
                    <a:lnTo>
                      <a:pt x="5351" y="2100"/>
                    </a:lnTo>
                    <a:lnTo>
                      <a:pt x="5316" y="2103"/>
                    </a:lnTo>
                    <a:lnTo>
                      <a:pt x="5278" y="2107"/>
                    </a:lnTo>
                    <a:lnTo>
                      <a:pt x="5242" y="2112"/>
                    </a:lnTo>
                    <a:lnTo>
                      <a:pt x="5050" y="2023"/>
                    </a:lnTo>
                    <a:lnTo>
                      <a:pt x="6155" y="1509"/>
                    </a:lnTo>
                    <a:lnTo>
                      <a:pt x="4866" y="913"/>
                    </a:lnTo>
                    <a:lnTo>
                      <a:pt x="4676" y="1001"/>
                    </a:lnTo>
                    <a:lnTo>
                      <a:pt x="4687" y="1018"/>
                    </a:lnTo>
                    <a:lnTo>
                      <a:pt x="4696" y="1035"/>
                    </a:lnTo>
                    <a:lnTo>
                      <a:pt x="4702" y="1052"/>
                    </a:lnTo>
                    <a:lnTo>
                      <a:pt x="4707" y="1069"/>
                    </a:lnTo>
                    <a:lnTo>
                      <a:pt x="4710" y="1085"/>
                    </a:lnTo>
                    <a:lnTo>
                      <a:pt x="4711" y="1101"/>
                    </a:lnTo>
                    <a:lnTo>
                      <a:pt x="4710" y="1117"/>
                    </a:lnTo>
                    <a:lnTo>
                      <a:pt x="4706" y="1132"/>
                    </a:lnTo>
                    <a:lnTo>
                      <a:pt x="4701" y="1147"/>
                    </a:lnTo>
                    <a:lnTo>
                      <a:pt x="4694" y="1161"/>
                    </a:lnTo>
                    <a:lnTo>
                      <a:pt x="4684" y="1175"/>
                    </a:lnTo>
                    <a:lnTo>
                      <a:pt x="4671" y="1188"/>
                    </a:lnTo>
                    <a:lnTo>
                      <a:pt x="4657" y="1201"/>
                    </a:lnTo>
                    <a:lnTo>
                      <a:pt x="4641" y="1213"/>
                    </a:lnTo>
                    <a:lnTo>
                      <a:pt x="4622" y="1224"/>
                    </a:lnTo>
                    <a:lnTo>
                      <a:pt x="4601" y="1235"/>
                    </a:lnTo>
                    <a:lnTo>
                      <a:pt x="4581" y="1243"/>
                    </a:lnTo>
                    <a:lnTo>
                      <a:pt x="4561" y="1251"/>
                    </a:lnTo>
                    <a:lnTo>
                      <a:pt x="4539" y="1258"/>
                    </a:lnTo>
                    <a:lnTo>
                      <a:pt x="4516" y="1264"/>
                    </a:lnTo>
                    <a:lnTo>
                      <a:pt x="4493" y="1270"/>
                    </a:lnTo>
                    <a:lnTo>
                      <a:pt x="4468" y="1275"/>
                    </a:lnTo>
                    <a:lnTo>
                      <a:pt x="4441" y="1279"/>
                    </a:lnTo>
                    <a:lnTo>
                      <a:pt x="4415" y="1282"/>
                    </a:lnTo>
                    <a:lnTo>
                      <a:pt x="4388" y="1285"/>
                    </a:lnTo>
                    <a:lnTo>
                      <a:pt x="4359" y="1286"/>
                    </a:lnTo>
                    <a:lnTo>
                      <a:pt x="4330" y="1287"/>
                    </a:lnTo>
                    <a:lnTo>
                      <a:pt x="4301" y="1287"/>
                    </a:lnTo>
                    <a:lnTo>
                      <a:pt x="4271" y="1287"/>
                    </a:lnTo>
                    <a:lnTo>
                      <a:pt x="4240" y="1286"/>
                    </a:lnTo>
                    <a:lnTo>
                      <a:pt x="4210" y="1284"/>
                    </a:lnTo>
                    <a:lnTo>
                      <a:pt x="4179" y="1281"/>
                    </a:lnTo>
                    <a:lnTo>
                      <a:pt x="4146" y="1278"/>
                    </a:lnTo>
                    <a:lnTo>
                      <a:pt x="4115" y="1274"/>
                    </a:lnTo>
                    <a:lnTo>
                      <a:pt x="4083" y="1269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4" y="1243"/>
                    </a:lnTo>
                    <a:lnTo>
                      <a:pt x="3923" y="1235"/>
                    </a:lnTo>
                    <a:lnTo>
                      <a:pt x="3890" y="1227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7"/>
                    </a:lnTo>
                    <a:lnTo>
                      <a:pt x="3765" y="1186"/>
                    </a:lnTo>
                    <a:lnTo>
                      <a:pt x="3735" y="1174"/>
                    </a:lnTo>
                    <a:lnTo>
                      <a:pt x="3705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7" y="1107"/>
                    </a:lnTo>
                    <a:lnTo>
                      <a:pt x="3572" y="1093"/>
                    </a:lnTo>
                    <a:lnTo>
                      <a:pt x="3549" y="1079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89" y="1035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1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6"/>
                    </a:lnTo>
                    <a:lnTo>
                      <a:pt x="3398" y="931"/>
                    </a:lnTo>
                    <a:lnTo>
                      <a:pt x="3391" y="916"/>
                    </a:lnTo>
                    <a:lnTo>
                      <a:pt x="3384" y="902"/>
                    </a:lnTo>
                    <a:lnTo>
                      <a:pt x="3381" y="888"/>
                    </a:lnTo>
                    <a:lnTo>
                      <a:pt x="3378" y="873"/>
                    </a:lnTo>
                    <a:lnTo>
                      <a:pt x="3377" y="860"/>
                    </a:lnTo>
                    <a:lnTo>
                      <a:pt x="3377" y="846"/>
                    </a:lnTo>
                    <a:lnTo>
                      <a:pt x="3379" y="833"/>
                    </a:lnTo>
                    <a:lnTo>
                      <a:pt x="3383" y="819"/>
                    </a:lnTo>
                    <a:lnTo>
                      <a:pt x="3388" y="807"/>
                    </a:lnTo>
                    <a:lnTo>
                      <a:pt x="3394" y="794"/>
                    </a:lnTo>
                    <a:lnTo>
                      <a:pt x="3403" y="782"/>
                    </a:lnTo>
                    <a:lnTo>
                      <a:pt x="3413" y="771"/>
                    </a:lnTo>
                    <a:lnTo>
                      <a:pt x="3424" y="760"/>
                    </a:lnTo>
                    <a:lnTo>
                      <a:pt x="3438" y="749"/>
                    </a:lnTo>
                    <a:lnTo>
                      <a:pt x="3453" y="739"/>
                    </a:lnTo>
                    <a:lnTo>
                      <a:pt x="3469" y="729"/>
                    </a:lnTo>
                    <a:lnTo>
                      <a:pt x="3487" y="720"/>
                    </a:lnTo>
                    <a:lnTo>
                      <a:pt x="3511" y="710"/>
                    </a:lnTo>
                    <a:lnTo>
                      <a:pt x="3534" y="702"/>
                    </a:lnTo>
                    <a:lnTo>
                      <a:pt x="3561" y="694"/>
                    </a:lnTo>
                    <a:lnTo>
                      <a:pt x="3588" y="687"/>
                    </a:lnTo>
                    <a:lnTo>
                      <a:pt x="3617" y="682"/>
                    </a:lnTo>
                    <a:lnTo>
                      <a:pt x="3647" y="677"/>
                    </a:lnTo>
                    <a:lnTo>
                      <a:pt x="3677" y="674"/>
                    </a:lnTo>
                    <a:lnTo>
                      <a:pt x="3709" y="671"/>
                    </a:lnTo>
                    <a:lnTo>
                      <a:pt x="3742" y="669"/>
                    </a:lnTo>
                    <a:lnTo>
                      <a:pt x="3775" y="669"/>
                    </a:lnTo>
                    <a:lnTo>
                      <a:pt x="3810" y="669"/>
                    </a:lnTo>
                    <a:lnTo>
                      <a:pt x="3845" y="670"/>
                    </a:lnTo>
                    <a:lnTo>
                      <a:pt x="3882" y="672"/>
                    </a:lnTo>
                    <a:lnTo>
                      <a:pt x="3918" y="676"/>
                    </a:lnTo>
                    <a:lnTo>
                      <a:pt x="3954" y="680"/>
                    </a:lnTo>
                    <a:lnTo>
                      <a:pt x="3990" y="685"/>
                    </a:lnTo>
                    <a:lnTo>
                      <a:pt x="4181" y="596"/>
                    </a:lnTo>
                    <a:lnTo>
                      <a:pt x="2893" y="0"/>
                    </a:lnTo>
                    <a:lnTo>
                      <a:pt x="1788" y="515"/>
                    </a:lnTo>
                    <a:lnTo>
                      <a:pt x="1595" y="426"/>
                    </a:lnTo>
                    <a:lnTo>
                      <a:pt x="1607" y="409"/>
                    </a:lnTo>
                    <a:lnTo>
                      <a:pt x="1615" y="392"/>
                    </a:lnTo>
                    <a:lnTo>
                      <a:pt x="1621" y="375"/>
                    </a:lnTo>
                    <a:lnTo>
                      <a:pt x="1626" y="359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1"/>
                    </a:lnTo>
                    <a:lnTo>
                      <a:pt x="1624" y="295"/>
                    </a:lnTo>
                    <a:lnTo>
                      <a:pt x="1619" y="281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8" y="239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9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5" y="169"/>
                    </a:lnTo>
                    <a:lnTo>
                      <a:pt x="1432" y="163"/>
                    </a:lnTo>
                    <a:lnTo>
                      <a:pt x="1408" y="158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0" y="146"/>
                    </a:lnTo>
                    <a:lnTo>
                      <a:pt x="1303" y="144"/>
                    </a:lnTo>
                    <a:lnTo>
                      <a:pt x="1274" y="142"/>
                    </a:lnTo>
                    <a:lnTo>
                      <a:pt x="1245" y="141"/>
                    </a:lnTo>
                    <a:lnTo>
                      <a:pt x="1217" y="141"/>
                    </a:lnTo>
                    <a:lnTo>
                      <a:pt x="1187" y="141"/>
                    </a:lnTo>
                    <a:lnTo>
                      <a:pt x="1155" y="142"/>
                    </a:lnTo>
                    <a:lnTo>
                      <a:pt x="1125" y="144"/>
                    </a:lnTo>
                    <a:lnTo>
                      <a:pt x="1094" y="147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9"/>
                    </a:lnTo>
                    <a:lnTo>
                      <a:pt x="967" y="164"/>
                    </a:lnTo>
                    <a:lnTo>
                      <a:pt x="936" y="170"/>
                    </a:lnTo>
                    <a:lnTo>
                      <a:pt x="903" y="177"/>
                    </a:lnTo>
                    <a:lnTo>
                      <a:pt x="871" y="184"/>
                    </a:lnTo>
                    <a:lnTo>
                      <a:pt x="839" y="192"/>
                    </a:lnTo>
                    <a:lnTo>
                      <a:pt x="807" y="201"/>
                    </a:lnTo>
                    <a:lnTo>
                      <a:pt x="776" y="210"/>
                    </a:lnTo>
                    <a:lnTo>
                      <a:pt x="744" y="220"/>
                    </a:lnTo>
                    <a:lnTo>
                      <a:pt x="713" y="231"/>
                    </a:lnTo>
                    <a:lnTo>
                      <a:pt x="683" y="242"/>
                    </a:lnTo>
                    <a:lnTo>
                      <a:pt x="653" y="254"/>
                    </a:lnTo>
                    <a:lnTo>
                      <a:pt x="623" y="266"/>
                    </a:lnTo>
                    <a:lnTo>
                      <a:pt x="595" y="279"/>
                    </a:lnTo>
                    <a:lnTo>
                      <a:pt x="567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8" y="349"/>
                    </a:lnTo>
                    <a:lnTo>
                      <a:pt x="447" y="363"/>
                    </a:lnTo>
                    <a:lnTo>
                      <a:pt x="427" y="378"/>
                    </a:lnTo>
                    <a:lnTo>
                      <a:pt x="408" y="393"/>
                    </a:lnTo>
                    <a:lnTo>
                      <a:pt x="391" y="407"/>
                    </a:lnTo>
                    <a:lnTo>
                      <a:pt x="376" y="422"/>
                    </a:lnTo>
                    <a:lnTo>
                      <a:pt x="361" y="437"/>
                    </a:lnTo>
                    <a:lnTo>
                      <a:pt x="348" y="452"/>
                    </a:lnTo>
                    <a:lnTo>
                      <a:pt x="337" y="467"/>
                    </a:lnTo>
                    <a:lnTo>
                      <a:pt x="327" y="482"/>
                    </a:lnTo>
                    <a:lnTo>
                      <a:pt x="318" y="496"/>
                    </a:lnTo>
                    <a:lnTo>
                      <a:pt x="311" y="511"/>
                    </a:lnTo>
                    <a:lnTo>
                      <a:pt x="306" y="525"/>
                    </a:lnTo>
                    <a:lnTo>
                      <a:pt x="302" y="540"/>
                    </a:lnTo>
                    <a:lnTo>
                      <a:pt x="300" y="554"/>
                    </a:lnTo>
                    <a:lnTo>
                      <a:pt x="298" y="568"/>
                    </a:lnTo>
                    <a:lnTo>
                      <a:pt x="300" y="581"/>
                    </a:lnTo>
                    <a:lnTo>
                      <a:pt x="301" y="595"/>
                    </a:lnTo>
                    <a:lnTo>
                      <a:pt x="305" y="608"/>
                    </a:lnTo>
                    <a:lnTo>
                      <a:pt x="311" y="620"/>
                    </a:lnTo>
                    <a:lnTo>
                      <a:pt x="317" y="633"/>
                    </a:lnTo>
                    <a:lnTo>
                      <a:pt x="326" y="645"/>
                    </a:lnTo>
                    <a:lnTo>
                      <a:pt x="336" y="656"/>
                    </a:lnTo>
                    <a:lnTo>
                      <a:pt x="347" y="668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8"/>
                    </a:lnTo>
                    <a:lnTo>
                      <a:pt x="411" y="707"/>
                    </a:lnTo>
                    <a:lnTo>
                      <a:pt x="433" y="717"/>
                    </a:lnTo>
                    <a:lnTo>
                      <a:pt x="458" y="726"/>
                    </a:lnTo>
                    <a:lnTo>
                      <a:pt x="485" y="733"/>
                    </a:lnTo>
                    <a:lnTo>
                      <a:pt x="512" y="740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1" y="754"/>
                    </a:lnTo>
                    <a:lnTo>
                      <a:pt x="633" y="756"/>
                    </a:lnTo>
                    <a:lnTo>
                      <a:pt x="666" y="758"/>
                    </a:lnTo>
                    <a:lnTo>
                      <a:pt x="699" y="759"/>
                    </a:lnTo>
                    <a:lnTo>
                      <a:pt x="734" y="758"/>
                    </a:lnTo>
                    <a:lnTo>
                      <a:pt x="769" y="757"/>
                    </a:lnTo>
                    <a:lnTo>
                      <a:pt x="806" y="755"/>
                    </a:lnTo>
                    <a:lnTo>
                      <a:pt x="842" y="752"/>
                    </a:lnTo>
                    <a:lnTo>
                      <a:pt x="878" y="748"/>
                    </a:lnTo>
                    <a:lnTo>
                      <a:pt x="916" y="743"/>
                    </a:lnTo>
                    <a:lnTo>
                      <a:pt x="1107" y="831"/>
                    </a:lnTo>
                    <a:lnTo>
                      <a:pt x="0" y="1347"/>
                    </a:lnTo>
                    <a:lnTo>
                      <a:pt x="1289" y="1943"/>
                    </a:lnTo>
                    <a:lnTo>
                      <a:pt x="1479" y="1854"/>
                    </a:lnTo>
                    <a:lnTo>
                      <a:pt x="1468" y="1837"/>
                    </a:lnTo>
                    <a:lnTo>
                      <a:pt x="1459" y="1820"/>
                    </a:lnTo>
                    <a:lnTo>
                      <a:pt x="1453" y="1803"/>
                    </a:lnTo>
                    <a:lnTo>
                      <a:pt x="1448" y="1787"/>
                    </a:lnTo>
                    <a:lnTo>
                      <a:pt x="1445" y="1770"/>
                    </a:lnTo>
                    <a:lnTo>
                      <a:pt x="1444" y="1754"/>
                    </a:lnTo>
                    <a:lnTo>
                      <a:pt x="1445" y="1739"/>
                    </a:lnTo>
                    <a:lnTo>
                      <a:pt x="1449" y="1723"/>
                    </a:lnTo>
                    <a:lnTo>
                      <a:pt x="1454" y="1709"/>
                    </a:lnTo>
                    <a:lnTo>
                      <a:pt x="1462" y="1694"/>
                    </a:lnTo>
                    <a:lnTo>
                      <a:pt x="1472" y="1680"/>
                    </a:lnTo>
                    <a:lnTo>
                      <a:pt x="1484" y="1667"/>
                    </a:lnTo>
                    <a:lnTo>
                      <a:pt x="1498" y="1654"/>
                    </a:lnTo>
                    <a:lnTo>
                      <a:pt x="1514" y="1642"/>
                    </a:lnTo>
                    <a:lnTo>
                      <a:pt x="1533" y="1631"/>
                    </a:lnTo>
                    <a:lnTo>
                      <a:pt x="1554" y="1620"/>
                    </a:lnTo>
                    <a:lnTo>
                      <a:pt x="1574" y="1612"/>
                    </a:lnTo>
                    <a:lnTo>
                      <a:pt x="1594" y="1604"/>
                    </a:lnTo>
                    <a:lnTo>
                      <a:pt x="1617" y="1597"/>
                    </a:lnTo>
                    <a:lnTo>
                      <a:pt x="1639" y="1591"/>
                    </a:lnTo>
                    <a:lnTo>
                      <a:pt x="1663" y="1586"/>
                    </a:lnTo>
                    <a:lnTo>
                      <a:pt x="1688" y="1581"/>
                    </a:lnTo>
                    <a:lnTo>
                      <a:pt x="1714" y="1577"/>
                    </a:lnTo>
                    <a:lnTo>
                      <a:pt x="1740" y="1574"/>
                    </a:lnTo>
                    <a:lnTo>
                      <a:pt x="1768" y="1572"/>
                    </a:lnTo>
                    <a:lnTo>
                      <a:pt x="1796" y="1570"/>
                    </a:lnTo>
                    <a:lnTo>
                      <a:pt x="1825" y="1569"/>
                    </a:lnTo>
                    <a:lnTo>
                      <a:pt x="1854" y="1569"/>
                    </a:lnTo>
                    <a:lnTo>
                      <a:pt x="1884" y="1569"/>
                    </a:lnTo>
                    <a:lnTo>
                      <a:pt x="1915" y="1570"/>
                    </a:lnTo>
                    <a:lnTo>
                      <a:pt x="1945" y="1572"/>
                    </a:lnTo>
                    <a:lnTo>
                      <a:pt x="1976" y="1575"/>
                    </a:lnTo>
                    <a:lnTo>
                      <a:pt x="2009" y="1578"/>
                    </a:lnTo>
                    <a:lnTo>
                      <a:pt x="2040" y="1582"/>
                    </a:lnTo>
                    <a:lnTo>
                      <a:pt x="2073" y="1587"/>
                    </a:lnTo>
                    <a:lnTo>
                      <a:pt x="2104" y="1592"/>
                    </a:lnTo>
                    <a:lnTo>
                      <a:pt x="2136" y="1598"/>
                    </a:lnTo>
                    <a:lnTo>
                      <a:pt x="2169" y="1605"/>
                    </a:lnTo>
                    <a:lnTo>
                      <a:pt x="2200" y="1612"/>
                    </a:lnTo>
                    <a:lnTo>
                      <a:pt x="2232" y="1620"/>
                    </a:lnTo>
                    <a:lnTo>
                      <a:pt x="2265" y="1629"/>
                    </a:lnTo>
                    <a:lnTo>
                      <a:pt x="2296" y="1638"/>
                    </a:lnTo>
                    <a:lnTo>
                      <a:pt x="2327" y="1648"/>
                    </a:lnTo>
                    <a:lnTo>
                      <a:pt x="2359" y="1659"/>
                    </a:lnTo>
                    <a:lnTo>
                      <a:pt x="2389" y="1670"/>
                    </a:lnTo>
                    <a:lnTo>
                      <a:pt x="2420" y="1682"/>
                    </a:lnTo>
                    <a:lnTo>
                      <a:pt x="2449" y="1694"/>
                    </a:lnTo>
                    <a:lnTo>
                      <a:pt x="2479" y="1707"/>
                    </a:lnTo>
                    <a:lnTo>
                      <a:pt x="2506" y="1720"/>
                    </a:lnTo>
                    <a:lnTo>
                      <a:pt x="2534" y="1734"/>
                    </a:lnTo>
                    <a:lnTo>
                      <a:pt x="2559" y="1748"/>
                    </a:lnTo>
                    <a:lnTo>
                      <a:pt x="2584" y="1762"/>
                    </a:lnTo>
                    <a:lnTo>
                      <a:pt x="2606" y="1777"/>
                    </a:lnTo>
                    <a:lnTo>
                      <a:pt x="2627" y="1791"/>
                    </a:lnTo>
                    <a:lnTo>
                      <a:pt x="2647" y="1806"/>
                    </a:lnTo>
                    <a:lnTo>
                      <a:pt x="2666" y="1821"/>
                    </a:lnTo>
                    <a:lnTo>
                      <a:pt x="2683" y="1835"/>
                    </a:lnTo>
                    <a:lnTo>
                      <a:pt x="2700" y="1850"/>
                    </a:lnTo>
                    <a:lnTo>
                      <a:pt x="2713" y="1865"/>
                    </a:lnTo>
                    <a:lnTo>
                      <a:pt x="2727" y="1880"/>
                    </a:lnTo>
                    <a:lnTo>
                      <a:pt x="2738" y="1895"/>
                    </a:lnTo>
                    <a:lnTo>
                      <a:pt x="2748" y="1910"/>
                    </a:lnTo>
                    <a:lnTo>
                      <a:pt x="2757" y="1924"/>
                    </a:lnTo>
                    <a:lnTo>
                      <a:pt x="2765" y="1939"/>
                    </a:lnTo>
                    <a:lnTo>
                      <a:pt x="2770" y="1953"/>
                    </a:lnTo>
                    <a:lnTo>
                      <a:pt x="2775" y="1968"/>
                    </a:lnTo>
                    <a:lnTo>
                      <a:pt x="2777" y="1982"/>
                    </a:lnTo>
                    <a:lnTo>
                      <a:pt x="2778" y="1996"/>
                    </a:lnTo>
                    <a:lnTo>
                      <a:pt x="2778" y="2009"/>
                    </a:lnTo>
                    <a:lnTo>
                      <a:pt x="2776" y="2023"/>
                    </a:lnTo>
                    <a:lnTo>
                      <a:pt x="2772" y="2036"/>
                    </a:lnTo>
                    <a:lnTo>
                      <a:pt x="2767" y="2048"/>
                    </a:lnTo>
                    <a:lnTo>
                      <a:pt x="2761" y="2061"/>
                    </a:lnTo>
                    <a:lnTo>
                      <a:pt x="2752" y="2073"/>
                    </a:lnTo>
                    <a:lnTo>
                      <a:pt x="2742" y="2084"/>
                    </a:lnTo>
                    <a:lnTo>
                      <a:pt x="2731" y="2095"/>
                    </a:lnTo>
                    <a:lnTo>
                      <a:pt x="2717" y="2106"/>
                    </a:lnTo>
                    <a:lnTo>
                      <a:pt x="2702" y="2116"/>
                    </a:lnTo>
                    <a:lnTo>
                      <a:pt x="2686" y="2126"/>
                    </a:lnTo>
                    <a:lnTo>
                      <a:pt x="2668" y="2135"/>
                    </a:lnTo>
                    <a:lnTo>
                      <a:pt x="2645" y="2145"/>
                    </a:lnTo>
                    <a:lnTo>
                      <a:pt x="2621" y="2154"/>
                    </a:lnTo>
                    <a:lnTo>
                      <a:pt x="2595" y="2161"/>
                    </a:lnTo>
                    <a:lnTo>
                      <a:pt x="2567" y="2168"/>
                    </a:lnTo>
                    <a:lnTo>
                      <a:pt x="2539" y="2173"/>
                    </a:lnTo>
                    <a:lnTo>
                      <a:pt x="2509" y="2178"/>
                    </a:lnTo>
                    <a:lnTo>
                      <a:pt x="2479" y="2182"/>
                    </a:lnTo>
                    <a:lnTo>
                      <a:pt x="2446" y="2184"/>
                    </a:lnTo>
                    <a:lnTo>
                      <a:pt x="2414" y="2186"/>
                    </a:lnTo>
                    <a:lnTo>
                      <a:pt x="2380" y="2187"/>
                    </a:lnTo>
                    <a:lnTo>
                      <a:pt x="2345" y="2186"/>
                    </a:lnTo>
                    <a:lnTo>
                      <a:pt x="2310" y="2185"/>
                    </a:lnTo>
                    <a:lnTo>
                      <a:pt x="2274" y="2183"/>
                    </a:lnTo>
                    <a:lnTo>
                      <a:pt x="2237" y="2180"/>
                    </a:lnTo>
                    <a:lnTo>
                      <a:pt x="2201" y="2176"/>
                    </a:lnTo>
                    <a:lnTo>
                      <a:pt x="2164" y="2171"/>
                    </a:lnTo>
                    <a:lnTo>
                      <a:pt x="1974" y="2259"/>
                    </a:lnTo>
                    <a:lnTo>
                      <a:pt x="3262" y="2855"/>
                    </a:lnTo>
                    <a:lnTo>
                      <a:pt x="4369" y="2340"/>
                    </a:lnTo>
                    <a:lnTo>
                      <a:pt x="4561" y="2429"/>
                    </a:lnTo>
                    <a:lnTo>
                      <a:pt x="4550" y="2446"/>
                    </a:lnTo>
                    <a:lnTo>
                      <a:pt x="4543" y="2463"/>
                    </a:lnTo>
                    <a:lnTo>
                      <a:pt x="4535" y="2479"/>
                    </a:lnTo>
                    <a:lnTo>
                      <a:pt x="4531" y="2496"/>
                    </a:lnTo>
                    <a:lnTo>
                      <a:pt x="4528" y="2512"/>
                    </a:lnTo>
                    <a:lnTo>
                      <a:pt x="4528" y="2528"/>
                    </a:lnTo>
                    <a:lnTo>
                      <a:pt x="4529" y="2544"/>
                    </a:lnTo>
                    <a:lnTo>
                      <a:pt x="4533" y="2559"/>
                    </a:lnTo>
                    <a:lnTo>
                      <a:pt x="4539" y="2574"/>
                    </a:lnTo>
                    <a:lnTo>
                      <a:pt x="4546" y="2588"/>
                    </a:lnTo>
                    <a:lnTo>
                      <a:pt x="4556" y="2602"/>
                    </a:lnTo>
                    <a:lnTo>
                      <a:pt x="4569" y="2616"/>
                    </a:lnTo>
                    <a:lnTo>
                      <a:pt x="4583" y="2628"/>
                    </a:lnTo>
                    <a:lnTo>
                      <a:pt x="4599" y="2640"/>
                    </a:lnTo>
                    <a:lnTo>
                      <a:pt x="4617" y="2652"/>
                    </a:lnTo>
                    <a:lnTo>
                      <a:pt x="4639" y="2662"/>
                    </a:lnTo>
                    <a:lnTo>
                      <a:pt x="4659" y="2671"/>
                    </a:lnTo>
                    <a:lnTo>
                      <a:pt x="4680" y="2678"/>
                    </a:lnTo>
                    <a:lnTo>
                      <a:pt x="4702" y="2685"/>
                    </a:lnTo>
                    <a:lnTo>
                      <a:pt x="4725" y="2691"/>
                    </a:lnTo>
                    <a:lnTo>
                      <a:pt x="4749" y="2697"/>
                    </a:lnTo>
                    <a:lnTo>
                      <a:pt x="4774" y="2701"/>
                    </a:lnTo>
                    <a:lnTo>
                      <a:pt x="4800" y="2705"/>
                    </a:lnTo>
                    <a:lnTo>
                      <a:pt x="4826" y="2709"/>
                    </a:lnTo>
                    <a:lnTo>
                      <a:pt x="4854" y="2711"/>
                    </a:lnTo>
                    <a:lnTo>
                      <a:pt x="4882" y="2713"/>
                    </a:lnTo>
                    <a:lnTo>
                      <a:pt x="4911" y="2714"/>
                    </a:lnTo>
                    <a:lnTo>
                      <a:pt x="4940" y="2714"/>
                    </a:lnTo>
                    <a:lnTo>
                      <a:pt x="4970" y="2713"/>
                    </a:lnTo>
                    <a:lnTo>
                      <a:pt x="5001" y="2712"/>
                    </a:lnTo>
                    <a:lnTo>
                      <a:pt x="5031" y="2710"/>
                    </a:lnTo>
                    <a:lnTo>
                      <a:pt x="5062" y="2708"/>
                    </a:lnTo>
                    <a:lnTo>
                      <a:pt x="5095" y="2704"/>
                    </a:lnTo>
                    <a:lnTo>
                      <a:pt x="5126" y="2701"/>
                    </a:lnTo>
                    <a:lnTo>
                      <a:pt x="5157" y="2696"/>
                    </a:lnTo>
                    <a:lnTo>
                      <a:pt x="5190" y="2691"/>
                    </a:lnTo>
                    <a:lnTo>
                      <a:pt x="5222" y="2685"/>
                    </a:lnTo>
                    <a:lnTo>
                      <a:pt x="5253" y="2678"/>
                    </a:lnTo>
                    <a:lnTo>
                      <a:pt x="5286" y="2671"/>
                    </a:lnTo>
                    <a:lnTo>
                      <a:pt x="5318" y="2663"/>
                    </a:lnTo>
                    <a:lnTo>
                      <a:pt x="5350" y="2654"/>
                    </a:lnTo>
                    <a:lnTo>
                      <a:pt x="5381" y="2645"/>
                    </a:lnTo>
                    <a:lnTo>
                      <a:pt x="5412" y="2635"/>
                    </a:lnTo>
                    <a:lnTo>
                      <a:pt x="5443" y="2624"/>
                    </a:lnTo>
                    <a:lnTo>
                      <a:pt x="5473" y="2613"/>
                    </a:lnTo>
                    <a:lnTo>
                      <a:pt x="5505" y="2601"/>
                    </a:lnTo>
                    <a:lnTo>
                      <a:pt x="5533" y="2589"/>
                    </a:lnTo>
                    <a:lnTo>
                      <a:pt x="5562" y="2576"/>
                    </a:lnTo>
                    <a:lnTo>
                      <a:pt x="5591" y="2562"/>
                    </a:lnTo>
                    <a:lnTo>
                      <a:pt x="5617" y="2549"/>
                    </a:lnTo>
                    <a:lnTo>
                      <a:pt x="5642" y="2535"/>
                    </a:lnTo>
                    <a:lnTo>
                      <a:pt x="5667" y="2520"/>
                    </a:lnTo>
                    <a:lnTo>
                      <a:pt x="5689" y="2506"/>
                    </a:lnTo>
                    <a:lnTo>
                      <a:pt x="5711" y="2492"/>
                    </a:lnTo>
                    <a:lnTo>
                      <a:pt x="5731" y="2477"/>
                    </a:lnTo>
                    <a:lnTo>
                      <a:pt x="5749" y="2462"/>
                    </a:lnTo>
                    <a:lnTo>
                      <a:pt x="5766" y="2447"/>
                    </a:lnTo>
                    <a:lnTo>
                      <a:pt x="5782" y="2432"/>
                    </a:lnTo>
                    <a:lnTo>
                      <a:pt x="5796" y="2418"/>
                    </a:lnTo>
                    <a:lnTo>
                      <a:pt x="5808" y="2403"/>
                    </a:lnTo>
                    <a:lnTo>
                      <a:pt x="5821" y="2388"/>
                    </a:lnTo>
                    <a:lnTo>
                      <a:pt x="5831" y="2373"/>
                    </a:lnTo>
                    <a:lnTo>
                      <a:pt x="5838" y="2358"/>
                    </a:lnTo>
                    <a:lnTo>
                      <a:pt x="5846" y="2344"/>
                    </a:lnTo>
                    <a:lnTo>
                      <a:pt x="5851" y="2329"/>
                    </a:lnTo>
                    <a:lnTo>
                      <a:pt x="5854" y="2315"/>
                    </a:lnTo>
                    <a:lnTo>
                      <a:pt x="5857" y="2301"/>
                    </a:lnTo>
                    <a:lnTo>
                      <a:pt x="5858" y="2287"/>
                    </a:lnTo>
                    <a:lnTo>
                      <a:pt x="5858" y="2273"/>
                    </a:lnTo>
                    <a:lnTo>
                      <a:pt x="5856" y="2260"/>
                    </a:lnTo>
                    <a:lnTo>
                      <a:pt x="5852" y="2247"/>
                    </a:lnTo>
                    <a:lnTo>
                      <a:pt x="5847" y="2234"/>
                    </a:lnTo>
                    <a:lnTo>
                      <a:pt x="5839" y="2222"/>
                    </a:lnTo>
                    <a:lnTo>
                      <a:pt x="5831" y="2210"/>
                    </a:lnTo>
                    <a:lnTo>
                      <a:pt x="5821" y="2198"/>
                    </a:lnTo>
                    <a:lnTo>
                      <a:pt x="5809" y="2187"/>
                    </a:lnTo>
                    <a:lnTo>
                      <a:pt x="5796" y="2176"/>
                    </a:lnTo>
                    <a:lnTo>
                      <a:pt x="5781" y="2166"/>
                    </a:lnTo>
                    <a:lnTo>
                      <a:pt x="5764" y="2157"/>
                    </a:lnTo>
                    <a:lnTo>
                      <a:pt x="5746" y="2147"/>
                    </a:lnTo>
                    <a:close/>
                  </a:path>
                </a:pathLst>
              </a:custGeom>
              <a:solidFill>
                <a:srgbClr val="F693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8" name="Freeform 210">
                <a:extLst>
                  <a:ext uri="{FF2B5EF4-FFF2-40B4-BE49-F238E27FC236}">
                    <a16:creationId xmlns:a16="http://schemas.microsoft.com/office/drawing/2014/main" id="{408CB2F8-5EEC-46BA-88C2-D9C71D8597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19313" y="3227388"/>
                <a:ext cx="515938" cy="374650"/>
              </a:xfrm>
              <a:custGeom>
                <a:avLst/>
                <a:gdLst>
                  <a:gd name="T0" fmla="*/ 1627 w 1629"/>
                  <a:gd name="T1" fmla="*/ 283 h 945"/>
                  <a:gd name="T2" fmla="*/ 1014 w 1629"/>
                  <a:gd name="T3" fmla="*/ 0 h 945"/>
                  <a:gd name="T4" fmla="*/ 0 w 1629"/>
                  <a:gd name="T5" fmla="*/ 473 h 945"/>
                  <a:gd name="T6" fmla="*/ 1020 w 1629"/>
                  <a:gd name="T7" fmla="*/ 945 h 945"/>
                  <a:gd name="T8" fmla="*/ 1224 w 1629"/>
                  <a:gd name="T9" fmla="*/ 851 h 945"/>
                  <a:gd name="T10" fmla="*/ 815 w 1629"/>
                  <a:gd name="T11" fmla="*/ 662 h 945"/>
                  <a:gd name="T12" fmla="*/ 1221 w 1629"/>
                  <a:gd name="T13" fmla="*/ 473 h 945"/>
                  <a:gd name="T14" fmla="*/ 1425 w 1629"/>
                  <a:gd name="T15" fmla="*/ 567 h 945"/>
                  <a:gd name="T16" fmla="*/ 1629 w 1629"/>
                  <a:gd name="T17" fmla="*/ 473 h 945"/>
                  <a:gd name="T18" fmla="*/ 1425 w 1629"/>
                  <a:gd name="T19" fmla="*/ 379 h 945"/>
                  <a:gd name="T20" fmla="*/ 1627 w 1629"/>
                  <a:gd name="T21" fmla="*/ 283 h 945"/>
                  <a:gd name="T22" fmla="*/ 610 w 1629"/>
                  <a:gd name="T23" fmla="*/ 568 h 945"/>
                  <a:gd name="T24" fmla="*/ 610 w 1629"/>
                  <a:gd name="T25" fmla="*/ 568 h 945"/>
                  <a:gd name="T26" fmla="*/ 407 w 1629"/>
                  <a:gd name="T27" fmla="*/ 473 h 945"/>
                  <a:gd name="T28" fmla="*/ 1015 w 1629"/>
                  <a:gd name="T29" fmla="*/ 189 h 945"/>
                  <a:gd name="T30" fmla="*/ 1220 w 1629"/>
                  <a:gd name="T31" fmla="*/ 283 h 945"/>
                  <a:gd name="T32" fmla="*/ 610 w 1629"/>
                  <a:gd name="T33" fmla="*/ 568 h 9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29" h="945">
                    <a:moveTo>
                      <a:pt x="1627" y="283"/>
                    </a:moveTo>
                    <a:lnTo>
                      <a:pt x="1014" y="0"/>
                    </a:lnTo>
                    <a:lnTo>
                      <a:pt x="0" y="473"/>
                    </a:lnTo>
                    <a:lnTo>
                      <a:pt x="1020" y="945"/>
                    </a:lnTo>
                    <a:lnTo>
                      <a:pt x="1224" y="851"/>
                    </a:lnTo>
                    <a:lnTo>
                      <a:pt x="815" y="662"/>
                    </a:lnTo>
                    <a:lnTo>
                      <a:pt x="1221" y="473"/>
                    </a:lnTo>
                    <a:lnTo>
                      <a:pt x="1425" y="567"/>
                    </a:lnTo>
                    <a:lnTo>
                      <a:pt x="1629" y="473"/>
                    </a:lnTo>
                    <a:lnTo>
                      <a:pt x="1425" y="379"/>
                    </a:lnTo>
                    <a:lnTo>
                      <a:pt x="1627" y="283"/>
                    </a:lnTo>
                    <a:close/>
                    <a:moveTo>
                      <a:pt x="610" y="568"/>
                    </a:moveTo>
                    <a:lnTo>
                      <a:pt x="610" y="568"/>
                    </a:lnTo>
                    <a:lnTo>
                      <a:pt x="407" y="473"/>
                    </a:lnTo>
                    <a:lnTo>
                      <a:pt x="1015" y="189"/>
                    </a:lnTo>
                    <a:lnTo>
                      <a:pt x="1220" y="283"/>
                    </a:lnTo>
                    <a:lnTo>
                      <a:pt x="610" y="5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9" name="Freeform 211">
                <a:extLst>
                  <a:ext uri="{FF2B5EF4-FFF2-40B4-BE49-F238E27FC236}">
                    <a16:creationId xmlns:a16="http://schemas.microsoft.com/office/drawing/2014/main" id="{4488EBDA-33CB-4413-9AF6-C55B8DB72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251" y="3376613"/>
                <a:ext cx="130175" cy="74613"/>
              </a:xfrm>
              <a:custGeom>
                <a:avLst/>
                <a:gdLst>
                  <a:gd name="T0" fmla="*/ 202 w 407"/>
                  <a:gd name="T1" fmla="*/ 0 h 188"/>
                  <a:gd name="T2" fmla="*/ 0 w 407"/>
                  <a:gd name="T3" fmla="*/ 94 h 188"/>
                  <a:gd name="T4" fmla="*/ 203 w 407"/>
                  <a:gd name="T5" fmla="*/ 188 h 188"/>
                  <a:gd name="T6" fmla="*/ 407 w 407"/>
                  <a:gd name="T7" fmla="*/ 94 h 188"/>
                  <a:gd name="T8" fmla="*/ 202 w 407"/>
                  <a:gd name="T9" fmla="*/ 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7" h="188">
                    <a:moveTo>
                      <a:pt x="202" y="0"/>
                    </a:moveTo>
                    <a:lnTo>
                      <a:pt x="0" y="94"/>
                    </a:lnTo>
                    <a:lnTo>
                      <a:pt x="203" y="188"/>
                    </a:lnTo>
                    <a:lnTo>
                      <a:pt x="407" y="9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0" name="Freeform 212">
                <a:extLst>
                  <a:ext uri="{FF2B5EF4-FFF2-40B4-BE49-F238E27FC236}">
                    <a16:creationId xmlns:a16="http://schemas.microsoft.com/office/drawing/2014/main" id="{E1110CD2-68F5-4CB5-906B-9338DD420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051" y="3544888"/>
                <a:ext cx="11113" cy="155575"/>
              </a:xfrm>
              <a:custGeom>
                <a:avLst/>
                <a:gdLst>
                  <a:gd name="T0" fmla="*/ 2 w 37"/>
                  <a:gd name="T1" fmla="*/ 0 h 391"/>
                  <a:gd name="T2" fmla="*/ 0 w 37"/>
                  <a:gd name="T3" fmla="*/ 293 h 391"/>
                  <a:gd name="T4" fmla="*/ 2 w 37"/>
                  <a:gd name="T5" fmla="*/ 305 h 391"/>
                  <a:gd name="T6" fmla="*/ 3 w 37"/>
                  <a:gd name="T7" fmla="*/ 317 h 391"/>
                  <a:gd name="T8" fmla="*/ 5 w 37"/>
                  <a:gd name="T9" fmla="*/ 329 h 391"/>
                  <a:gd name="T10" fmla="*/ 9 w 37"/>
                  <a:gd name="T11" fmla="*/ 341 h 391"/>
                  <a:gd name="T12" fmla="*/ 14 w 37"/>
                  <a:gd name="T13" fmla="*/ 353 h 391"/>
                  <a:gd name="T14" fmla="*/ 20 w 37"/>
                  <a:gd name="T15" fmla="*/ 366 h 391"/>
                  <a:gd name="T16" fmla="*/ 28 w 37"/>
                  <a:gd name="T17" fmla="*/ 378 h 391"/>
                  <a:gd name="T18" fmla="*/ 35 w 37"/>
                  <a:gd name="T19" fmla="*/ 391 h 391"/>
                  <a:gd name="T20" fmla="*/ 37 w 37"/>
                  <a:gd name="T21" fmla="*/ 98 h 391"/>
                  <a:gd name="T22" fmla="*/ 28 w 37"/>
                  <a:gd name="T23" fmla="*/ 86 h 391"/>
                  <a:gd name="T24" fmla="*/ 22 w 37"/>
                  <a:gd name="T25" fmla="*/ 73 h 391"/>
                  <a:gd name="T26" fmla="*/ 15 w 37"/>
                  <a:gd name="T27" fmla="*/ 61 h 391"/>
                  <a:gd name="T28" fmla="*/ 10 w 37"/>
                  <a:gd name="T29" fmla="*/ 48 h 391"/>
                  <a:gd name="T30" fmla="*/ 7 w 37"/>
                  <a:gd name="T31" fmla="*/ 36 h 391"/>
                  <a:gd name="T32" fmla="*/ 4 w 37"/>
                  <a:gd name="T33" fmla="*/ 24 h 391"/>
                  <a:gd name="T34" fmla="*/ 2 w 37"/>
                  <a:gd name="T35" fmla="*/ 12 h 391"/>
                  <a:gd name="T36" fmla="*/ 2 w 37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7" h="391">
                    <a:moveTo>
                      <a:pt x="2" y="0"/>
                    </a:moveTo>
                    <a:lnTo>
                      <a:pt x="0" y="293"/>
                    </a:lnTo>
                    <a:lnTo>
                      <a:pt x="2" y="305"/>
                    </a:lnTo>
                    <a:lnTo>
                      <a:pt x="3" y="317"/>
                    </a:lnTo>
                    <a:lnTo>
                      <a:pt x="5" y="329"/>
                    </a:lnTo>
                    <a:lnTo>
                      <a:pt x="9" y="341"/>
                    </a:lnTo>
                    <a:lnTo>
                      <a:pt x="14" y="353"/>
                    </a:lnTo>
                    <a:lnTo>
                      <a:pt x="20" y="366"/>
                    </a:lnTo>
                    <a:lnTo>
                      <a:pt x="28" y="378"/>
                    </a:lnTo>
                    <a:lnTo>
                      <a:pt x="35" y="391"/>
                    </a:lnTo>
                    <a:lnTo>
                      <a:pt x="37" y="98"/>
                    </a:lnTo>
                    <a:lnTo>
                      <a:pt x="28" y="86"/>
                    </a:lnTo>
                    <a:lnTo>
                      <a:pt x="22" y="73"/>
                    </a:lnTo>
                    <a:lnTo>
                      <a:pt x="15" y="61"/>
                    </a:lnTo>
                    <a:lnTo>
                      <a:pt x="10" y="48"/>
                    </a:lnTo>
                    <a:lnTo>
                      <a:pt x="7" y="36"/>
                    </a:lnTo>
                    <a:lnTo>
                      <a:pt x="4" y="24"/>
                    </a:lnTo>
                    <a:lnTo>
                      <a:pt x="2" y="1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1" name="Freeform 213">
                <a:extLst>
                  <a:ext uri="{FF2B5EF4-FFF2-40B4-BE49-F238E27FC236}">
                    <a16:creationId xmlns:a16="http://schemas.microsoft.com/office/drawing/2014/main" id="{0BBB582F-C8D6-4208-9D0A-83EDEDAEA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426" y="3586163"/>
                <a:ext cx="61913" cy="152400"/>
              </a:xfrm>
              <a:custGeom>
                <a:avLst/>
                <a:gdLst>
                  <a:gd name="T0" fmla="*/ 2 w 194"/>
                  <a:gd name="T1" fmla="*/ 0 h 382"/>
                  <a:gd name="T2" fmla="*/ 0 w 194"/>
                  <a:gd name="T3" fmla="*/ 293 h 382"/>
                  <a:gd name="T4" fmla="*/ 193 w 194"/>
                  <a:gd name="T5" fmla="*/ 382 h 382"/>
                  <a:gd name="T6" fmla="*/ 194 w 194"/>
                  <a:gd name="T7" fmla="*/ 89 h 382"/>
                  <a:gd name="T8" fmla="*/ 2 w 194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2">
                    <a:moveTo>
                      <a:pt x="2" y="0"/>
                    </a:moveTo>
                    <a:lnTo>
                      <a:pt x="0" y="293"/>
                    </a:lnTo>
                    <a:lnTo>
                      <a:pt x="193" y="382"/>
                    </a:lnTo>
                    <a:lnTo>
                      <a:pt x="194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2" name="Freeform 214">
                <a:extLst>
                  <a:ext uri="{FF2B5EF4-FFF2-40B4-BE49-F238E27FC236}">
                    <a16:creationId xmlns:a16="http://schemas.microsoft.com/office/drawing/2014/main" id="{BF7CE0BC-12EA-437D-AAAF-90D0EA6B6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338" y="3616325"/>
                <a:ext cx="195263" cy="190500"/>
              </a:xfrm>
              <a:custGeom>
                <a:avLst/>
                <a:gdLst>
                  <a:gd name="T0" fmla="*/ 482 w 617"/>
                  <a:gd name="T1" fmla="*/ 41 h 482"/>
                  <a:gd name="T2" fmla="*/ 456 w 617"/>
                  <a:gd name="T3" fmla="*/ 32 h 482"/>
                  <a:gd name="T4" fmla="*/ 433 w 617"/>
                  <a:gd name="T5" fmla="*/ 26 h 482"/>
                  <a:gd name="T6" fmla="*/ 408 w 617"/>
                  <a:gd name="T7" fmla="*/ 20 h 482"/>
                  <a:gd name="T8" fmla="*/ 396 w 617"/>
                  <a:gd name="T9" fmla="*/ 17 h 482"/>
                  <a:gd name="T10" fmla="*/ 362 w 617"/>
                  <a:gd name="T11" fmla="*/ 11 h 482"/>
                  <a:gd name="T12" fmla="*/ 340 w 617"/>
                  <a:gd name="T13" fmla="*/ 8 h 482"/>
                  <a:gd name="T14" fmla="*/ 317 w 617"/>
                  <a:gd name="T15" fmla="*/ 5 h 482"/>
                  <a:gd name="T16" fmla="*/ 283 w 617"/>
                  <a:gd name="T17" fmla="*/ 2 h 482"/>
                  <a:gd name="T18" fmla="*/ 281 w 617"/>
                  <a:gd name="T19" fmla="*/ 2 h 482"/>
                  <a:gd name="T20" fmla="*/ 257 w 617"/>
                  <a:gd name="T21" fmla="*/ 1 h 482"/>
                  <a:gd name="T22" fmla="*/ 228 w 617"/>
                  <a:gd name="T23" fmla="*/ 0 h 482"/>
                  <a:gd name="T24" fmla="*/ 200 w 617"/>
                  <a:gd name="T25" fmla="*/ 0 h 482"/>
                  <a:gd name="T26" fmla="*/ 168 w 617"/>
                  <a:gd name="T27" fmla="*/ 1 h 482"/>
                  <a:gd name="T28" fmla="*/ 125 w 617"/>
                  <a:gd name="T29" fmla="*/ 3 h 482"/>
                  <a:gd name="T30" fmla="*/ 97 w 617"/>
                  <a:gd name="T31" fmla="*/ 5 h 482"/>
                  <a:gd name="T32" fmla="*/ 55 w 617"/>
                  <a:gd name="T33" fmla="*/ 9 h 482"/>
                  <a:gd name="T34" fmla="*/ 11 w 617"/>
                  <a:gd name="T35" fmla="*/ 15 h 482"/>
                  <a:gd name="T36" fmla="*/ 1 w 617"/>
                  <a:gd name="T37" fmla="*/ 16 h 482"/>
                  <a:gd name="T38" fmla="*/ 15 w 617"/>
                  <a:gd name="T39" fmla="*/ 307 h 482"/>
                  <a:gd name="T40" fmla="*/ 72 w 617"/>
                  <a:gd name="T41" fmla="*/ 300 h 482"/>
                  <a:gd name="T42" fmla="*/ 123 w 617"/>
                  <a:gd name="T43" fmla="*/ 296 h 482"/>
                  <a:gd name="T44" fmla="*/ 170 w 617"/>
                  <a:gd name="T45" fmla="*/ 294 h 482"/>
                  <a:gd name="T46" fmla="*/ 200 w 617"/>
                  <a:gd name="T47" fmla="*/ 293 h 482"/>
                  <a:gd name="T48" fmla="*/ 237 w 617"/>
                  <a:gd name="T49" fmla="*/ 293 h 482"/>
                  <a:gd name="T50" fmla="*/ 278 w 617"/>
                  <a:gd name="T51" fmla="*/ 295 h 482"/>
                  <a:gd name="T52" fmla="*/ 296 w 617"/>
                  <a:gd name="T53" fmla="*/ 296 h 482"/>
                  <a:gd name="T54" fmla="*/ 338 w 617"/>
                  <a:gd name="T55" fmla="*/ 301 h 482"/>
                  <a:gd name="T56" fmla="*/ 363 w 617"/>
                  <a:gd name="T57" fmla="*/ 304 h 482"/>
                  <a:gd name="T58" fmla="*/ 396 w 617"/>
                  <a:gd name="T59" fmla="*/ 310 h 482"/>
                  <a:gd name="T60" fmla="*/ 418 w 617"/>
                  <a:gd name="T61" fmla="*/ 315 h 482"/>
                  <a:gd name="T62" fmla="*/ 455 w 617"/>
                  <a:gd name="T63" fmla="*/ 325 h 482"/>
                  <a:gd name="T64" fmla="*/ 492 w 617"/>
                  <a:gd name="T65" fmla="*/ 339 h 482"/>
                  <a:gd name="T66" fmla="*/ 531 w 617"/>
                  <a:gd name="T67" fmla="*/ 358 h 482"/>
                  <a:gd name="T68" fmla="*/ 564 w 617"/>
                  <a:gd name="T69" fmla="*/ 381 h 482"/>
                  <a:gd name="T70" fmla="*/ 588 w 617"/>
                  <a:gd name="T71" fmla="*/ 406 h 482"/>
                  <a:gd name="T72" fmla="*/ 606 w 617"/>
                  <a:gd name="T73" fmla="*/ 433 h 482"/>
                  <a:gd name="T74" fmla="*/ 614 w 617"/>
                  <a:gd name="T75" fmla="*/ 462 h 482"/>
                  <a:gd name="T76" fmla="*/ 617 w 617"/>
                  <a:gd name="T77" fmla="*/ 190 h 482"/>
                  <a:gd name="T78" fmla="*/ 613 w 617"/>
                  <a:gd name="T79" fmla="*/ 160 h 482"/>
                  <a:gd name="T80" fmla="*/ 602 w 617"/>
                  <a:gd name="T81" fmla="*/ 131 h 482"/>
                  <a:gd name="T82" fmla="*/ 582 w 617"/>
                  <a:gd name="T83" fmla="*/ 105 h 482"/>
                  <a:gd name="T84" fmla="*/ 554 w 617"/>
                  <a:gd name="T85" fmla="*/ 80 h 482"/>
                  <a:gd name="T86" fmla="*/ 520 w 617"/>
                  <a:gd name="T87" fmla="*/ 58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17" h="482">
                    <a:moveTo>
                      <a:pt x="506" y="51"/>
                    </a:moveTo>
                    <a:lnTo>
                      <a:pt x="493" y="46"/>
                    </a:lnTo>
                    <a:lnTo>
                      <a:pt x="482" y="41"/>
                    </a:lnTo>
                    <a:lnTo>
                      <a:pt x="470" y="37"/>
                    </a:lnTo>
                    <a:lnTo>
                      <a:pt x="456" y="33"/>
                    </a:lnTo>
                    <a:lnTo>
                      <a:pt x="456" y="32"/>
                    </a:lnTo>
                    <a:lnTo>
                      <a:pt x="455" y="32"/>
                    </a:lnTo>
                    <a:lnTo>
                      <a:pt x="445" y="29"/>
                    </a:lnTo>
                    <a:lnTo>
                      <a:pt x="433" y="26"/>
                    </a:lnTo>
                    <a:lnTo>
                      <a:pt x="422" y="23"/>
                    </a:lnTo>
                    <a:lnTo>
                      <a:pt x="411" y="20"/>
                    </a:lnTo>
                    <a:lnTo>
                      <a:pt x="408" y="20"/>
                    </a:lnTo>
                    <a:lnTo>
                      <a:pt x="407" y="19"/>
                    </a:lnTo>
                    <a:lnTo>
                      <a:pt x="402" y="18"/>
                    </a:lnTo>
                    <a:lnTo>
                      <a:pt x="396" y="17"/>
                    </a:lnTo>
                    <a:lnTo>
                      <a:pt x="383" y="15"/>
                    </a:lnTo>
                    <a:lnTo>
                      <a:pt x="370" y="12"/>
                    </a:lnTo>
                    <a:lnTo>
                      <a:pt x="362" y="11"/>
                    </a:lnTo>
                    <a:lnTo>
                      <a:pt x="353" y="10"/>
                    </a:lnTo>
                    <a:lnTo>
                      <a:pt x="346" y="9"/>
                    </a:lnTo>
                    <a:lnTo>
                      <a:pt x="340" y="8"/>
                    </a:lnTo>
                    <a:lnTo>
                      <a:pt x="333" y="7"/>
                    </a:lnTo>
                    <a:lnTo>
                      <a:pt x="328" y="6"/>
                    </a:lnTo>
                    <a:lnTo>
                      <a:pt x="317" y="5"/>
                    </a:lnTo>
                    <a:lnTo>
                      <a:pt x="306" y="4"/>
                    </a:lnTo>
                    <a:lnTo>
                      <a:pt x="295" y="3"/>
                    </a:lnTo>
                    <a:lnTo>
                      <a:pt x="283" y="2"/>
                    </a:lnTo>
                    <a:lnTo>
                      <a:pt x="283" y="2"/>
                    </a:lnTo>
                    <a:lnTo>
                      <a:pt x="283" y="2"/>
                    </a:lnTo>
                    <a:lnTo>
                      <a:pt x="281" y="2"/>
                    </a:lnTo>
                    <a:lnTo>
                      <a:pt x="280" y="2"/>
                    </a:lnTo>
                    <a:lnTo>
                      <a:pt x="268" y="2"/>
                    </a:lnTo>
                    <a:lnTo>
                      <a:pt x="257" y="1"/>
                    </a:lnTo>
                    <a:lnTo>
                      <a:pt x="246" y="1"/>
                    </a:lnTo>
                    <a:lnTo>
                      <a:pt x="235" y="0"/>
                    </a:lnTo>
                    <a:lnTo>
                      <a:pt x="228" y="0"/>
                    </a:lnTo>
                    <a:lnTo>
                      <a:pt x="223" y="0"/>
                    </a:lnTo>
                    <a:lnTo>
                      <a:pt x="212" y="0"/>
                    </a:lnTo>
                    <a:lnTo>
                      <a:pt x="200" y="0"/>
                    </a:lnTo>
                    <a:lnTo>
                      <a:pt x="188" y="0"/>
                    </a:lnTo>
                    <a:lnTo>
                      <a:pt x="176" y="1"/>
                    </a:lnTo>
                    <a:lnTo>
                      <a:pt x="168" y="1"/>
                    </a:lnTo>
                    <a:lnTo>
                      <a:pt x="161" y="1"/>
                    </a:lnTo>
                    <a:lnTo>
                      <a:pt x="142" y="2"/>
                    </a:lnTo>
                    <a:lnTo>
                      <a:pt x="125" y="3"/>
                    </a:lnTo>
                    <a:lnTo>
                      <a:pt x="113" y="4"/>
                    </a:lnTo>
                    <a:lnTo>
                      <a:pt x="103" y="4"/>
                    </a:lnTo>
                    <a:lnTo>
                      <a:pt x="97" y="5"/>
                    </a:lnTo>
                    <a:lnTo>
                      <a:pt x="92" y="6"/>
                    </a:lnTo>
                    <a:lnTo>
                      <a:pt x="73" y="7"/>
                    </a:lnTo>
                    <a:lnTo>
                      <a:pt x="55" y="9"/>
                    </a:lnTo>
                    <a:lnTo>
                      <a:pt x="35" y="12"/>
                    </a:lnTo>
                    <a:lnTo>
                      <a:pt x="16" y="14"/>
                    </a:lnTo>
                    <a:lnTo>
                      <a:pt x="11" y="15"/>
                    </a:lnTo>
                    <a:lnTo>
                      <a:pt x="6" y="15"/>
                    </a:lnTo>
                    <a:lnTo>
                      <a:pt x="4" y="16"/>
                    </a:lnTo>
                    <a:lnTo>
                      <a:pt x="1" y="16"/>
                    </a:lnTo>
                    <a:lnTo>
                      <a:pt x="0" y="309"/>
                    </a:lnTo>
                    <a:lnTo>
                      <a:pt x="7" y="308"/>
                    </a:lnTo>
                    <a:lnTo>
                      <a:pt x="15" y="307"/>
                    </a:lnTo>
                    <a:lnTo>
                      <a:pt x="35" y="304"/>
                    </a:lnTo>
                    <a:lnTo>
                      <a:pt x="53" y="302"/>
                    </a:lnTo>
                    <a:lnTo>
                      <a:pt x="72" y="300"/>
                    </a:lnTo>
                    <a:lnTo>
                      <a:pt x="91" y="298"/>
                    </a:lnTo>
                    <a:lnTo>
                      <a:pt x="107" y="297"/>
                    </a:lnTo>
                    <a:lnTo>
                      <a:pt x="123" y="296"/>
                    </a:lnTo>
                    <a:lnTo>
                      <a:pt x="142" y="295"/>
                    </a:lnTo>
                    <a:lnTo>
                      <a:pt x="160" y="294"/>
                    </a:lnTo>
                    <a:lnTo>
                      <a:pt x="170" y="294"/>
                    </a:lnTo>
                    <a:lnTo>
                      <a:pt x="180" y="293"/>
                    </a:lnTo>
                    <a:lnTo>
                      <a:pt x="190" y="293"/>
                    </a:lnTo>
                    <a:lnTo>
                      <a:pt x="200" y="293"/>
                    </a:lnTo>
                    <a:lnTo>
                      <a:pt x="211" y="293"/>
                    </a:lnTo>
                    <a:lnTo>
                      <a:pt x="222" y="293"/>
                    </a:lnTo>
                    <a:lnTo>
                      <a:pt x="237" y="293"/>
                    </a:lnTo>
                    <a:lnTo>
                      <a:pt x="251" y="294"/>
                    </a:lnTo>
                    <a:lnTo>
                      <a:pt x="265" y="294"/>
                    </a:lnTo>
                    <a:lnTo>
                      <a:pt x="278" y="295"/>
                    </a:lnTo>
                    <a:lnTo>
                      <a:pt x="280" y="295"/>
                    </a:lnTo>
                    <a:lnTo>
                      <a:pt x="282" y="295"/>
                    </a:lnTo>
                    <a:lnTo>
                      <a:pt x="296" y="296"/>
                    </a:lnTo>
                    <a:lnTo>
                      <a:pt x="311" y="297"/>
                    </a:lnTo>
                    <a:lnTo>
                      <a:pt x="325" y="299"/>
                    </a:lnTo>
                    <a:lnTo>
                      <a:pt x="338" y="301"/>
                    </a:lnTo>
                    <a:lnTo>
                      <a:pt x="345" y="302"/>
                    </a:lnTo>
                    <a:lnTo>
                      <a:pt x="352" y="303"/>
                    </a:lnTo>
                    <a:lnTo>
                      <a:pt x="363" y="304"/>
                    </a:lnTo>
                    <a:lnTo>
                      <a:pt x="375" y="306"/>
                    </a:lnTo>
                    <a:lnTo>
                      <a:pt x="385" y="308"/>
                    </a:lnTo>
                    <a:lnTo>
                      <a:pt x="396" y="310"/>
                    </a:lnTo>
                    <a:lnTo>
                      <a:pt x="401" y="311"/>
                    </a:lnTo>
                    <a:lnTo>
                      <a:pt x="406" y="312"/>
                    </a:lnTo>
                    <a:lnTo>
                      <a:pt x="418" y="315"/>
                    </a:lnTo>
                    <a:lnTo>
                      <a:pt x="431" y="318"/>
                    </a:lnTo>
                    <a:lnTo>
                      <a:pt x="443" y="322"/>
                    </a:lnTo>
                    <a:lnTo>
                      <a:pt x="455" y="325"/>
                    </a:lnTo>
                    <a:lnTo>
                      <a:pt x="468" y="330"/>
                    </a:lnTo>
                    <a:lnTo>
                      <a:pt x="481" y="334"/>
                    </a:lnTo>
                    <a:lnTo>
                      <a:pt x="492" y="339"/>
                    </a:lnTo>
                    <a:lnTo>
                      <a:pt x="505" y="344"/>
                    </a:lnTo>
                    <a:lnTo>
                      <a:pt x="518" y="351"/>
                    </a:lnTo>
                    <a:lnTo>
                      <a:pt x="531" y="358"/>
                    </a:lnTo>
                    <a:lnTo>
                      <a:pt x="543" y="365"/>
                    </a:lnTo>
                    <a:lnTo>
                      <a:pt x="553" y="373"/>
                    </a:lnTo>
                    <a:lnTo>
                      <a:pt x="564" y="381"/>
                    </a:lnTo>
                    <a:lnTo>
                      <a:pt x="573" y="389"/>
                    </a:lnTo>
                    <a:lnTo>
                      <a:pt x="582" y="397"/>
                    </a:lnTo>
                    <a:lnTo>
                      <a:pt x="588" y="406"/>
                    </a:lnTo>
                    <a:lnTo>
                      <a:pt x="596" y="415"/>
                    </a:lnTo>
                    <a:lnTo>
                      <a:pt x="601" y="424"/>
                    </a:lnTo>
                    <a:lnTo>
                      <a:pt x="606" y="433"/>
                    </a:lnTo>
                    <a:lnTo>
                      <a:pt x="609" y="443"/>
                    </a:lnTo>
                    <a:lnTo>
                      <a:pt x="612" y="452"/>
                    </a:lnTo>
                    <a:lnTo>
                      <a:pt x="614" y="462"/>
                    </a:lnTo>
                    <a:lnTo>
                      <a:pt x="616" y="472"/>
                    </a:lnTo>
                    <a:lnTo>
                      <a:pt x="616" y="482"/>
                    </a:lnTo>
                    <a:lnTo>
                      <a:pt x="617" y="190"/>
                    </a:lnTo>
                    <a:lnTo>
                      <a:pt x="617" y="179"/>
                    </a:lnTo>
                    <a:lnTo>
                      <a:pt x="616" y="169"/>
                    </a:lnTo>
                    <a:lnTo>
                      <a:pt x="613" y="160"/>
                    </a:lnTo>
                    <a:lnTo>
                      <a:pt x="611" y="150"/>
                    </a:lnTo>
                    <a:lnTo>
                      <a:pt x="607" y="140"/>
                    </a:lnTo>
                    <a:lnTo>
                      <a:pt x="602" y="131"/>
                    </a:lnTo>
                    <a:lnTo>
                      <a:pt x="596" y="122"/>
                    </a:lnTo>
                    <a:lnTo>
                      <a:pt x="589" y="113"/>
                    </a:lnTo>
                    <a:lnTo>
                      <a:pt x="582" y="105"/>
                    </a:lnTo>
                    <a:lnTo>
                      <a:pt x="574" y="96"/>
                    </a:lnTo>
                    <a:lnTo>
                      <a:pt x="564" y="88"/>
                    </a:lnTo>
                    <a:lnTo>
                      <a:pt x="554" y="80"/>
                    </a:lnTo>
                    <a:lnTo>
                      <a:pt x="543" y="72"/>
                    </a:lnTo>
                    <a:lnTo>
                      <a:pt x="532" y="65"/>
                    </a:lnTo>
                    <a:lnTo>
                      <a:pt x="520" y="58"/>
                    </a:lnTo>
                    <a:lnTo>
                      <a:pt x="506" y="51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3" name="Freeform 215">
                <a:extLst>
                  <a:ext uri="{FF2B5EF4-FFF2-40B4-BE49-F238E27FC236}">
                    <a16:creationId xmlns:a16="http://schemas.microsoft.com/office/drawing/2014/main" id="{FA1C42FD-20CD-4700-B449-4A89B3D3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651" y="3641725"/>
                <a:ext cx="195263" cy="190500"/>
              </a:xfrm>
              <a:custGeom>
                <a:avLst/>
                <a:gdLst>
                  <a:gd name="T0" fmla="*/ 607 w 616"/>
                  <a:gd name="T1" fmla="*/ 42 h 480"/>
                  <a:gd name="T2" fmla="*/ 595 w 616"/>
                  <a:gd name="T3" fmla="*/ 66 h 480"/>
                  <a:gd name="T4" fmla="*/ 586 w 616"/>
                  <a:gd name="T5" fmla="*/ 78 h 480"/>
                  <a:gd name="T6" fmla="*/ 563 w 616"/>
                  <a:gd name="T7" fmla="*/ 101 h 480"/>
                  <a:gd name="T8" fmla="*/ 552 w 616"/>
                  <a:gd name="T9" fmla="*/ 109 h 480"/>
                  <a:gd name="T10" fmla="*/ 518 w 616"/>
                  <a:gd name="T11" fmla="*/ 130 h 480"/>
                  <a:gd name="T12" fmla="*/ 485 w 616"/>
                  <a:gd name="T13" fmla="*/ 145 h 480"/>
                  <a:gd name="T14" fmla="*/ 455 w 616"/>
                  <a:gd name="T15" fmla="*/ 155 h 480"/>
                  <a:gd name="T16" fmla="*/ 417 w 616"/>
                  <a:gd name="T17" fmla="*/ 166 h 480"/>
                  <a:gd name="T18" fmla="*/ 379 w 616"/>
                  <a:gd name="T19" fmla="*/ 174 h 480"/>
                  <a:gd name="T20" fmla="*/ 350 w 616"/>
                  <a:gd name="T21" fmla="*/ 179 h 480"/>
                  <a:gd name="T22" fmla="*/ 319 w 616"/>
                  <a:gd name="T23" fmla="*/ 182 h 480"/>
                  <a:gd name="T24" fmla="*/ 290 w 616"/>
                  <a:gd name="T25" fmla="*/ 185 h 480"/>
                  <a:gd name="T26" fmla="*/ 259 w 616"/>
                  <a:gd name="T27" fmla="*/ 186 h 480"/>
                  <a:gd name="T28" fmla="*/ 227 w 616"/>
                  <a:gd name="T29" fmla="*/ 187 h 480"/>
                  <a:gd name="T30" fmla="*/ 194 w 616"/>
                  <a:gd name="T31" fmla="*/ 187 h 480"/>
                  <a:gd name="T32" fmla="*/ 164 w 616"/>
                  <a:gd name="T33" fmla="*/ 187 h 480"/>
                  <a:gd name="T34" fmla="*/ 126 w 616"/>
                  <a:gd name="T35" fmla="*/ 185 h 480"/>
                  <a:gd name="T36" fmla="*/ 97 w 616"/>
                  <a:gd name="T37" fmla="*/ 183 h 480"/>
                  <a:gd name="T38" fmla="*/ 49 w 616"/>
                  <a:gd name="T39" fmla="*/ 178 h 480"/>
                  <a:gd name="T40" fmla="*/ 1 w 616"/>
                  <a:gd name="T41" fmla="*/ 172 h 480"/>
                  <a:gd name="T42" fmla="*/ 26 w 616"/>
                  <a:gd name="T43" fmla="*/ 468 h 480"/>
                  <a:gd name="T44" fmla="*/ 57 w 616"/>
                  <a:gd name="T45" fmla="*/ 472 h 480"/>
                  <a:gd name="T46" fmla="*/ 96 w 616"/>
                  <a:gd name="T47" fmla="*/ 475 h 480"/>
                  <a:gd name="T48" fmla="*/ 129 w 616"/>
                  <a:gd name="T49" fmla="*/ 478 h 480"/>
                  <a:gd name="T50" fmla="*/ 162 w 616"/>
                  <a:gd name="T51" fmla="*/ 479 h 480"/>
                  <a:gd name="T52" fmla="*/ 194 w 616"/>
                  <a:gd name="T53" fmla="*/ 480 h 480"/>
                  <a:gd name="T54" fmla="*/ 226 w 616"/>
                  <a:gd name="T55" fmla="*/ 480 h 480"/>
                  <a:gd name="T56" fmla="*/ 255 w 616"/>
                  <a:gd name="T57" fmla="*/ 479 h 480"/>
                  <a:gd name="T58" fmla="*/ 289 w 616"/>
                  <a:gd name="T59" fmla="*/ 478 h 480"/>
                  <a:gd name="T60" fmla="*/ 312 w 616"/>
                  <a:gd name="T61" fmla="*/ 476 h 480"/>
                  <a:gd name="T62" fmla="*/ 349 w 616"/>
                  <a:gd name="T63" fmla="*/ 471 h 480"/>
                  <a:gd name="T64" fmla="*/ 359 w 616"/>
                  <a:gd name="T65" fmla="*/ 470 h 480"/>
                  <a:gd name="T66" fmla="*/ 391 w 616"/>
                  <a:gd name="T67" fmla="*/ 464 h 480"/>
                  <a:gd name="T68" fmla="*/ 421 w 616"/>
                  <a:gd name="T69" fmla="*/ 458 h 480"/>
                  <a:gd name="T70" fmla="*/ 446 w 616"/>
                  <a:gd name="T71" fmla="*/ 450 h 480"/>
                  <a:gd name="T72" fmla="*/ 472 w 616"/>
                  <a:gd name="T73" fmla="*/ 442 h 480"/>
                  <a:gd name="T74" fmla="*/ 505 w 616"/>
                  <a:gd name="T75" fmla="*/ 429 h 480"/>
                  <a:gd name="T76" fmla="*/ 520 w 616"/>
                  <a:gd name="T77" fmla="*/ 421 h 480"/>
                  <a:gd name="T78" fmla="*/ 551 w 616"/>
                  <a:gd name="T79" fmla="*/ 402 h 480"/>
                  <a:gd name="T80" fmla="*/ 553 w 616"/>
                  <a:gd name="T81" fmla="*/ 401 h 480"/>
                  <a:gd name="T82" fmla="*/ 581 w 616"/>
                  <a:gd name="T83" fmla="*/ 376 h 480"/>
                  <a:gd name="T84" fmla="*/ 588 w 616"/>
                  <a:gd name="T85" fmla="*/ 366 h 480"/>
                  <a:gd name="T86" fmla="*/ 598 w 616"/>
                  <a:gd name="T87" fmla="*/ 352 h 480"/>
                  <a:gd name="T88" fmla="*/ 606 w 616"/>
                  <a:gd name="T89" fmla="*/ 335 h 480"/>
                  <a:gd name="T90" fmla="*/ 610 w 616"/>
                  <a:gd name="T91" fmla="*/ 325 h 480"/>
                  <a:gd name="T92" fmla="*/ 615 w 616"/>
                  <a:gd name="T93" fmla="*/ 297 h 480"/>
                  <a:gd name="T94" fmla="*/ 616 w 616"/>
                  <a:gd name="T95" fmla="*/ 0 h 480"/>
                  <a:gd name="T96" fmla="*/ 612 w 616"/>
                  <a:gd name="T97" fmla="*/ 27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610" y="36"/>
                    </a:moveTo>
                    <a:lnTo>
                      <a:pt x="608" y="39"/>
                    </a:lnTo>
                    <a:lnTo>
                      <a:pt x="607" y="42"/>
                    </a:lnTo>
                    <a:lnTo>
                      <a:pt x="603" y="50"/>
                    </a:lnTo>
                    <a:lnTo>
                      <a:pt x="600" y="58"/>
                    </a:lnTo>
                    <a:lnTo>
                      <a:pt x="595" y="66"/>
                    </a:lnTo>
                    <a:lnTo>
                      <a:pt x="590" y="73"/>
                    </a:lnTo>
                    <a:lnTo>
                      <a:pt x="587" y="76"/>
                    </a:lnTo>
                    <a:lnTo>
                      <a:pt x="586" y="78"/>
                    </a:lnTo>
                    <a:lnTo>
                      <a:pt x="578" y="86"/>
                    </a:lnTo>
                    <a:lnTo>
                      <a:pt x="571" y="93"/>
                    </a:lnTo>
                    <a:lnTo>
                      <a:pt x="563" y="101"/>
                    </a:lnTo>
                    <a:lnTo>
                      <a:pt x="555" y="108"/>
                    </a:lnTo>
                    <a:lnTo>
                      <a:pt x="553" y="108"/>
                    </a:lnTo>
                    <a:lnTo>
                      <a:pt x="552" y="109"/>
                    </a:lnTo>
                    <a:lnTo>
                      <a:pt x="542" y="116"/>
                    </a:lnTo>
                    <a:lnTo>
                      <a:pt x="531" y="123"/>
                    </a:lnTo>
                    <a:lnTo>
                      <a:pt x="518" y="130"/>
                    </a:lnTo>
                    <a:lnTo>
                      <a:pt x="506" y="136"/>
                    </a:lnTo>
                    <a:lnTo>
                      <a:pt x="495" y="141"/>
                    </a:lnTo>
                    <a:lnTo>
                      <a:pt x="485" y="145"/>
                    </a:lnTo>
                    <a:lnTo>
                      <a:pt x="473" y="149"/>
                    </a:lnTo>
                    <a:lnTo>
                      <a:pt x="462" y="153"/>
                    </a:lnTo>
                    <a:lnTo>
                      <a:pt x="455" y="155"/>
                    </a:lnTo>
                    <a:lnTo>
                      <a:pt x="447" y="158"/>
                    </a:lnTo>
                    <a:lnTo>
                      <a:pt x="432" y="162"/>
                    </a:lnTo>
                    <a:lnTo>
                      <a:pt x="417" y="166"/>
                    </a:lnTo>
                    <a:lnTo>
                      <a:pt x="405" y="169"/>
                    </a:lnTo>
                    <a:lnTo>
                      <a:pt x="392" y="171"/>
                    </a:lnTo>
                    <a:lnTo>
                      <a:pt x="379" y="174"/>
                    </a:lnTo>
                    <a:lnTo>
                      <a:pt x="366" y="176"/>
                    </a:lnTo>
                    <a:lnTo>
                      <a:pt x="357" y="177"/>
                    </a:lnTo>
                    <a:lnTo>
                      <a:pt x="350" y="179"/>
                    </a:lnTo>
                    <a:lnTo>
                      <a:pt x="340" y="180"/>
                    </a:lnTo>
                    <a:lnTo>
                      <a:pt x="329" y="181"/>
                    </a:lnTo>
                    <a:lnTo>
                      <a:pt x="319" y="182"/>
                    </a:lnTo>
                    <a:lnTo>
                      <a:pt x="310" y="183"/>
                    </a:lnTo>
                    <a:lnTo>
                      <a:pt x="300" y="184"/>
                    </a:lnTo>
                    <a:lnTo>
                      <a:pt x="290" y="185"/>
                    </a:lnTo>
                    <a:lnTo>
                      <a:pt x="279" y="185"/>
                    </a:lnTo>
                    <a:lnTo>
                      <a:pt x="269" y="186"/>
                    </a:lnTo>
                    <a:lnTo>
                      <a:pt x="259" y="186"/>
                    </a:lnTo>
                    <a:lnTo>
                      <a:pt x="249" y="187"/>
                    </a:lnTo>
                    <a:lnTo>
                      <a:pt x="237" y="187"/>
                    </a:lnTo>
                    <a:lnTo>
                      <a:pt x="227" y="187"/>
                    </a:lnTo>
                    <a:lnTo>
                      <a:pt x="216" y="187"/>
                    </a:lnTo>
                    <a:lnTo>
                      <a:pt x="204" y="187"/>
                    </a:lnTo>
                    <a:lnTo>
                      <a:pt x="194" y="187"/>
                    </a:lnTo>
                    <a:lnTo>
                      <a:pt x="184" y="187"/>
                    </a:lnTo>
                    <a:lnTo>
                      <a:pt x="174" y="187"/>
                    </a:lnTo>
                    <a:lnTo>
                      <a:pt x="164" y="187"/>
                    </a:lnTo>
                    <a:lnTo>
                      <a:pt x="150" y="186"/>
                    </a:lnTo>
                    <a:lnTo>
                      <a:pt x="136" y="185"/>
                    </a:lnTo>
                    <a:lnTo>
                      <a:pt x="126" y="185"/>
                    </a:lnTo>
                    <a:lnTo>
                      <a:pt x="117" y="184"/>
                    </a:lnTo>
                    <a:lnTo>
                      <a:pt x="107" y="183"/>
                    </a:lnTo>
                    <a:lnTo>
                      <a:pt x="97" y="183"/>
                    </a:lnTo>
                    <a:lnTo>
                      <a:pt x="81" y="181"/>
                    </a:lnTo>
                    <a:lnTo>
                      <a:pt x="64" y="179"/>
                    </a:lnTo>
                    <a:lnTo>
                      <a:pt x="49" y="178"/>
                    </a:lnTo>
                    <a:lnTo>
                      <a:pt x="32" y="176"/>
                    </a:lnTo>
                    <a:lnTo>
                      <a:pt x="17" y="174"/>
                    </a:lnTo>
                    <a:lnTo>
                      <a:pt x="1" y="172"/>
                    </a:lnTo>
                    <a:lnTo>
                      <a:pt x="0" y="465"/>
                    </a:lnTo>
                    <a:lnTo>
                      <a:pt x="14" y="466"/>
                    </a:lnTo>
                    <a:lnTo>
                      <a:pt x="26" y="468"/>
                    </a:lnTo>
                    <a:lnTo>
                      <a:pt x="39" y="470"/>
                    </a:lnTo>
                    <a:lnTo>
                      <a:pt x="51" y="471"/>
                    </a:lnTo>
                    <a:lnTo>
                      <a:pt x="57" y="472"/>
                    </a:lnTo>
                    <a:lnTo>
                      <a:pt x="62" y="472"/>
                    </a:lnTo>
                    <a:lnTo>
                      <a:pt x="80" y="474"/>
                    </a:lnTo>
                    <a:lnTo>
                      <a:pt x="96" y="475"/>
                    </a:lnTo>
                    <a:lnTo>
                      <a:pt x="109" y="476"/>
                    </a:lnTo>
                    <a:lnTo>
                      <a:pt x="121" y="478"/>
                    </a:lnTo>
                    <a:lnTo>
                      <a:pt x="129" y="478"/>
                    </a:lnTo>
                    <a:lnTo>
                      <a:pt x="135" y="478"/>
                    </a:lnTo>
                    <a:lnTo>
                      <a:pt x="149" y="479"/>
                    </a:lnTo>
                    <a:lnTo>
                      <a:pt x="162" y="479"/>
                    </a:lnTo>
                    <a:lnTo>
                      <a:pt x="174" y="480"/>
                    </a:lnTo>
                    <a:lnTo>
                      <a:pt x="184" y="480"/>
                    </a:lnTo>
                    <a:lnTo>
                      <a:pt x="194" y="480"/>
                    </a:lnTo>
                    <a:lnTo>
                      <a:pt x="202" y="480"/>
                    </a:lnTo>
                    <a:lnTo>
                      <a:pt x="215" y="480"/>
                    </a:lnTo>
                    <a:lnTo>
                      <a:pt x="226" y="480"/>
                    </a:lnTo>
                    <a:lnTo>
                      <a:pt x="234" y="480"/>
                    </a:lnTo>
                    <a:lnTo>
                      <a:pt x="241" y="480"/>
                    </a:lnTo>
                    <a:lnTo>
                      <a:pt x="255" y="479"/>
                    </a:lnTo>
                    <a:lnTo>
                      <a:pt x="267" y="479"/>
                    </a:lnTo>
                    <a:lnTo>
                      <a:pt x="279" y="478"/>
                    </a:lnTo>
                    <a:lnTo>
                      <a:pt x="289" y="478"/>
                    </a:lnTo>
                    <a:lnTo>
                      <a:pt x="292" y="477"/>
                    </a:lnTo>
                    <a:lnTo>
                      <a:pt x="296" y="477"/>
                    </a:lnTo>
                    <a:lnTo>
                      <a:pt x="312" y="476"/>
                    </a:lnTo>
                    <a:lnTo>
                      <a:pt x="327" y="474"/>
                    </a:lnTo>
                    <a:lnTo>
                      <a:pt x="339" y="473"/>
                    </a:lnTo>
                    <a:lnTo>
                      <a:pt x="349" y="471"/>
                    </a:lnTo>
                    <a:lnTo>
                      <a:pt x="351" y="471"/>
                    </a:lnTo>
                    <a:lnTo>
                      <a:pt x="352" y="471"/>
                    </a:lnTo>
                    <a:lnTo>
                      <a:pt x="359" y="470"/>
                    </a:lnTo>
                    <a:lnTo>
                      <a:pt x="365" y="469"/>
                    </a:lnTo>
                    <a:lnTo>
                      <a:pt x="377" y="466"/>
                    </a:lnTo>
                    <a:lnTo>
                      <a:pt x="391" y="464"/>
                    </a:lnTo>
                    <a:lnTo>
                      <a:pt x="404" y="461"/>
                    </a:lnTo>
                    <a:lnTo>
                      <a:pt x="416" y="458"/>
                    </a:lnTo>
                    <a:lnTo>
                      <a:pt x="421" y="458"/>
                    </a:lnTo>
                    <a:lnTo>
                      <a:pt x="425" y="457"/>
                    </a:lnTo>
                    <a:lnTo>
                      <a:pt x="436" y="454"/>
                    </a:lnTo>
                    <a:lnTo>
                      <a:pt x="446" y="450"/>
                    </a:lnTo>
                    <a:lnTo>
                      <a:pt x="453" y="448"/>
                    </a:lnTo>
                    <a:lnTo>
                      <a:pt x="461" y="446"/>
                    </a:lnTo>
                    <a:lnTo>
                      <a:pt x="472" y="442"/>
                    </a:lnTo>
                    <a:lnTo>
                      <a:pt x="483" y="438"/>
                    </a:lnTo>
                    <a:lnTo>
                      <a:pt x="493" y="434"/>
                    </a:lnTo>
                    <a:lnTo>
                      <a:pt x="505" y="429"/>
                    </a:lnTo>
                    <a:lnTo>
                      <a:pt x="506" y="428"/>
                    </a:lnTo>
                    <a:lnTo>
                      <a:pt x="508" y="427"/>
                    </a:lnTo>
                    <a:lnTo>
                      <a:pt x="520" y="421"/>
                    </a:lnTo>
                    <a:lnTo>
                      <a:pt x="531" y="415"/>
                    </a:lnTo>
                    <a:lnTo>
                      <a:pt x="541" y="409"/>
                    </a:lnTo>
                    <a:lnTo>
                      <a:pt x="551" y="402"/>
                    </a:lnTo>
                    <a:lnTo>
                      <a:pt x="552" y="401"/>
                    </a:lnTo>
                    <a:lnTo>
                      <a:pt x="553" y="401"/>
                    </a:lnTo>
                    <a:lnTo>
                      <a:pt x="553" y="401"/>
                    </a:lnTo>
                    <a:lnTo>
                      <a:pt x="566" y="391"/>
                    </a:lnTo>
                    <a:lnTo>
                      <a:pt x="576" y="381"/>
                    </a:lnTo>
                    <a:lnTo>
                      <a:pt x="581" y="376"/>
                    </a:lnTo>
                    <a:lnTo>
                      <a:pt x="585" y="371"/>
                    </a:lnTo>
                    <a:lnTo>
                      <a:pt x="587" y="369"/>
                    </a:lnTo>
                    <a:lnTo>
                      <a:pt x="588" y="366"/>
                    </a:lnTo>
                    <a:lnTo>
                      <a:pt x="591" y="364"/>
                    </a:lnTo>
                    <a:lnTo>
                      <a:pt x="592" y="362"/>
                    </a:lnTo>
                    <a:lnTo>
                      <a:pt x="598" y="352"/>
                    </a:lnTo>
                    <a:lnTo>
                      <a:pt x="603" y="342"/>
                    </a:lnTo>
                    <a:lnTo>
                      <a:pt x="605" y="339"/>
                    </a:lnTo>
                    <a:lnTo>
                      <a:pt x="606" y="335"/>
                    </a:lnTo>
                    <a:lnTo>
                      <a:pt x="607" y="332"/>
                    </a:lnTo>
                    <a:lnTo>
                      <a:pt x="608" y="329"/>
                    </a:lnTo>
                    <a:lnTo>
                      <a:pt x="610" y="325"/>
                    </a:lnTo>
                    <a:lnTo>
                      <a:pt x="611" y="321"/>
                    </a:lnTo>
                    <a:lnTo>
                      <a:pt x="613" y="309"/>
                    </a:lnTo>
                    <a:lnTo>
                      <a:pt x="615" y="297"/>
                    </a:lnTo>
                    <a:lnTo>
                      <a:pt x="615" y="295"/>
                    </a:lnTo>
                    <a:lnTo>
                      <a:pt x="615" y="293"/>
                    </a:lnTo>
                    <a:lnTo>
                      <a:pt x="616" y="0"/>
                    </a:lnTo>
                    <a:lnTo>
                      <a:pt x="615" y="10"/>
                    </a:lnTo>
                    <a:lnTo>
                      <a:pt x="613" y="19"/>
                    </a:lnTo>
                    <a:lnTo>
                      <a:pt x="612" y="27"/>
                    </a:lnTo>
                    <a:lnTo>
                      <a:pt x="610" y="36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4" name="Freeform 216">
                <a:extLst>
                  <a:ext uri="{FF2B5EF4-FFF2-40B4-BE49-F238E27FC236}">
                    <a16:creationId xmlns:a16="http://schemas.microsoft.com/office/drawing/2014/main" id="{F9A092CB-0DBE-47BA-9865-BAA4C69F4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326" y="3709988"/>
                <a:ext cx="60325" cy="150813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rgbClr val="C40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5" name="Freeform 217">
                <a:extLst>
                  <a:ext uri="{FF2B5EF4-FFF2-40B4-BE49-F238E27FC236}">
                    <a16:creationId xmlns:a16="http://schemas.microsoft.com/office/drawing/2014/main" id="{3A931BE4-3D27-4B1F-966E-9CBF1B39A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326" y="3748088"/>
                <a:ext cx="11113" cy="153988"/>
              </a:xfrm>
              <a:custGeom>
                <a:avLst/>
                <a:gdLst>
                  <a:gd name="T0" fmla="*/ 6 w 35"/>
                  <a:gd name="T1" fmla="*/ 351 h 388"/>
                  <a:gd name="T2" fmla="*/ 10 w 35"/>
                  <a:gd name="T3" fmla="*/ 340 h 388"/>
                  <a:gd name="T4" fmla="*/ 14 w 35"/>
                  <a:gd name="T5" fmla="*/ 330 h 388"/>
                  <a:gd name="T6" fmla="*/ 16 w 35"/>
                  <a:gd name="T7" fmla="*/ 326 h 388"/>
                  <a:gd name="T8" fmla="*/ 18 w 35"/>
                  <a:gd name="T9" fmla="*/ 321 h 388"/>
                  <a:gd name="T10" fmla="*/ 25 w 35"/>
                  <a:gd name="T11" fmla="*/ 307 h 388"/>
                  <a:gd name="T12" fmla="*/ 34 w 35"/>
                  <a:gd name="T13" fmla="*/ 292 h 388"/>
                  <a:gd name="T14" fmla="*/ 34 w 35"/>
                  <a:gd name="T15" fmla="*/ 292 h 388"/>
                  <a:gd name="T16" fmla="*/ 34 w 35"/>
                  <a:gd name="T17" fmla="*/ 292 h 388"/>
                  <a:gd name="T18" fmla="*/ 35 w 35"/>
                  <a:gd name="T19" fmla="*/ 0 h 388"/>
                  <a:gd name="T20" fmla="*/ 26 w 35"/>
                  <a:gd name="T21" fmla="*/ 14 h 388"/>
                  <a:gd name="T22" fmla="*/ 19 w 35"/>
                  <a:gd name="T23" fmla="*/ 29 h 388"/>
                  <a:gd name="T24" fmla="*/ 18 w 35"/>
                  <a:gd name="T25" fmla="*/ 30 h 388"/>
                  <a:gd name="T26" fmla="*/ 18 w 35"/>
                  <a:gd name="T27" fmla="*/ 32 h 388"/>
                  <a:gd name="T28" fmla="*/ 16 w 35"/>
                  <a:gd name="T29" fmla="*/ 34 h 388"/>
                  <a:gd name="T30" fmla="*/ 15 w 35"/>
                  <a:gd name="T31" fmla="*/ 37 h 388"/>
                  <a:gd name="T32" fmla="*/ 11 w 35"/>
                  <a:gd name="T33" fmla="*/ 48 h 388"/>
                  <a:gd name="T34" fmla="*/ 8 w 35"/>
                  <a:gd name="T35" fmla="*/ 58 h 388"/>
                  <a:gd name="T36" fmla="*/ 6 w 35"/>
                  <a:gd name="T37" fmla="*/ 60 h 388"/>
                  <a:gd name="T38" fmla="*/ 5 w 35"/>
                  <a:gd name="T39" fmla="*/ 63 h 388"/>
                  <a:gd name="T40" fmla="*/ 5 w 35"/>
                  <a:gd name="T41" fmla="*/ 65 h 388"/>
                  <a:gd name="T42" fmla="*/ 5 w 35"/>
                  <a:gd name="T43" fmla="*/ 67 h 388"/>
                  <a:gd name="T44" fmla="*/ 4 w 35"/>
                  <a:gd name="T45" fmla="*/ 76 h 388"/>
                  <a:gd name="T46" fmla="*/ 3 w 35"/>
                  <a:gd name="T47" fmla="*/ 85 h 388"/>
                  <a:gd name="T48" fmla="*/ 1 w 35"/>
                  <a:gd name="T49" fmla="*/ 88 h 388"/>
                  <a:gd name="T50" fmla="*/ 1 w 35"/>
                  <a:gd name="T51" fmla="*/ 91 h 388"/>
                  <a:gd name="T52" fmla="*/ 1 w 35"/>
                  <a:gd name="T53" fmla="*/ 93 h 388"/>
                  <a:gd name="T54" fmla="*/ 1 w 35"/>
                  <a:gd name="T55" fmla="*/ 95 h 388"/>
                  <a:gd name="T56" fmla="*/ 0 w 35"/>
                  <a:gd name="T57" fmla="*/ 388 h 388"/>
                  <a:gd name="T58" fmla="*/ 1 w 35"/>
                  <a:gd name="T59" fmla="*/ 383 h 388"/>
                  <a:gd name="T60" fmla="*/ 1 w 35"/>
                  <a:gd name="T61" fmla="*/ 378 h 388"/>
                  <a:gd name="T62" fmla="*/ 3 w 35"/>
                  <a:gd name="T63" fmla="*/ 369 h 388"/>
                  <a:gd name="T64" fmla="*/ 4 w 35"/>
                  <a:gd name="T65" fmla="*/ 360 h 388"/>
                  <a:gd name="T66" fmla="*/ 5 w 35"/>
                  <a:gd name="T67" fmla="*/ 355 h 388"/>
                  <a:gd name="T68" fmla="*/ 6 w 35"/>
                  <a:gd name="T69" fmla="*/ 351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" h="388">
                    <a:moveTo>
                      <a:pt x="6" y="351"/>
                    </a:moveTo>
                    <a:lnTo>
                      <a:pt x="10" y="340"/>
                    </a:lnTo>
                    <a:lnTo>
                      <a:pt x="14" y="330"/>
                    </a:lnTo>
                    <a:lnTo>
                      <a:pt x="16" y="326"/>
                    </a:lnTo>
                    <a:lnTo>
                      <a:pt x="18" y="321"/>
                    </a:lnTo>
                    <a:lnTo>
                      <a:pt x="25" y="307"/>
                    </a:lnTo>
                    <a:lnTo>
                      <a:pt x="34" y="292"/>
                    </a:lnTo>
                    <a:lnTo>
                      <a:pt x="34" y="292"/>
                    </a:lnTo>
                    <a:lnTo>
                      <a:pt x="34" y="292"/>
                    </a:lnTo>
                    <a:lnTo>
                      <a:pt x="35" y="0"/>
                    </a:lnTo>
                    <a:lnTo>
                      <a:pt x="26" y="14"/>
                    </a:lnTo>
                    <a:lnTo>
                      <a:pt x="19" y="29"/>
                    </a:lnTo>
                    <a:lnTo>
                      <a:pt x="18" y="30"/>
                    </a:lnTo>
                    <a:lnTo>
                      <a:pt x="18" y="32"/>
                    </a:lnTo>
                    <a:lnTo>
                      <a:pt x="16" y="34"/>
                    </a:lnTo>
                    <a:lnTo>
                      <a:pt x="15" y="37"/>
                    </a:lnTo>
                    <a:lnTo>
                      <a:pt x="11" y="48"/>
                    </a:lnTo>
                    <a:lnTo>
                      <a:pt x="8" y="58"/>
                    </a:lnTo>
                    <a:lnTo>
                      <a:pt x="6" y="60"/>
                    </a:lnTo>
                    <a:lnTo>
                      <a:pt x="5" y="63"/>
                    </a:lnTo>
                    <a:lnTo>
                      <a:pt x="5" y="65"/>
                    </a:lnTo>
                    <a:lnTo>
                      <a:pt x="5" y="67"/>
                    </a:lnTo>
                    <a:lnTo>
                      <a:pt x="4" y="76"/>
                    </a:lnTo>
                    <a:lnTo>
                      <a:pt x="3" y="85"/>
                    </a:lnTo>
                    <a:lnTo>
                      <a:pt x="1" y="88"/>
                    </a:lnTo>
                    <a:lnTo>
                      <a:pt x="1" y="91"/>
                    </a:lnTo>
                    <a:lnTo>
                      <a:pt x="1" y="93"/>
                    </a:lnTo>
                    <a:lnTo>
                      <a:pt x="1" y="95"/>
                    </a:lnTo>
                    <a:lnTo>
                      <a:pt x="0" y="388"/>
                    </a:lnTo>
                    <a:lnTo>
                      <a:pt x="1" y="383"/>
                    </a:lnTo>
                    <a:lnTo>
                      <a:pt x="1" y="378"/>
                    </a:lnTo>
                    <a:lnTo>
                      <a:pt x="3" y="369"/>
                    </a:lnTo>
                    <a:lnTo>
                      <a:pt x="4" y="360"/>
                    </a:lnTo>
                    <a:lnTo>
                      <a:pt x="5" y="355"/>
                    </a:lnTo>
                    <a:lnTo>
                      <a:pt x="6" y="351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6" name="Freeform 218">
                <a:extLst>
                  <a:ext uri="{FF2B5EF4-FFF2-40B4-BE49-F238E27FC236}">
                    <a16:creationId xmlns:a16="http://schemas.microsoft.com/office/drawing/2014/main" id="{A6953A4D-8ED7-4173-9FC1-E34CB5176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688" y="3916363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3 h 888"/>
                  <a:gd name="T4" fmla="*/ 1289 w 1289"/>
                  <a:gd name="T5" fmla="*/ 888 h 888"/>
                  <a:gd name="T6" fmla="*/ 1289 w 1289"/>
                  <a:gd name="T7" fmla="*/ 596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7" name="Freeform 219">
                <a:extLst>
                  <a:ext uri="{FF2B5EF4-FFF2-40B4-BE49-F238E27FC236}">
                    <a16:creationId xmlns:a16="http://schemas.microsoft.com/office/drawing/2014/main" id="{70F44306-B3F7-40CA-A73A-20C30A28A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988" y="4037013"/>
                <a:ext cx="422275" cy="285750"/>
              </a:xfrm>
              <a:custGeom>
                <a:avLst/>
                <a:gdLst>
                  <a:gd name="T0" fmla="*/ 1175 w 1332"/>
                  <a:gd name="T1" fmla="*/ 34 h 721"/>
                  <a:gd name="T2" fmla="*/ 1141 w 1332"/>
                  <a:gd name="T3" fmla="*/ 24 h 721"/>
                  <a:gd name="T4" fmla="*/ 1090 w 1332"/>
                  <a:gd name="T5" fmla="*/ 13 h 721"/>
                  <a:gd name="T6" fmla="*/ 1075 w 1332"/>
                  <a:gd name="T7" fmla="*/ 11 h 721"/>
                  <a:gd name="T8" fmla="*/ 1037 w 1332"/>
                  <a:gd name="T9" fmla="*/ 6 h 721"/>
                  <a:gd name="T10" fmla="*/ 992 w 1332"/>
                  <a:gd name="T11" fmla="*/ 2 h 721"/>
                  <a:gd name="T12" fmla="*/ 949 w 1332"/>
                  <a:gd name="T13" fmla="*/ 0 h 721"/>
                  <a:gd name="T14" fmla="*/ 898 w 1332"/>
                  <a:gd name="T15" fmla="*/ 1 h 721"/>
                  <a:gd name="T16" fmla="*/ 855 w 1332"/>
                  <a:gd name="T17" fmla="*/ 2 h 721"/>
                  <a:gd name="T18" fmla="*/ 814 w 1332"/>
                  <a:gd name="T19" fmla="*/ 5 h 721"/>
                  <a:gd name="T20" fmla="*/ 725 w 1332"/>
                  <a:gd name="T21" fmla="*/ 15 h 721"/>
                  <a:gd name="T22" fmla="*/ 691 w 1332"/>
                  <a:gd name="T23" fmla="*/ 20 h 721"/>
                  <a:gd name="T24" fmla="*/ 624 w 1332"/>
                  <a:gd name="T25" fmla="*/ 33 h 721"/>
                  <a:gd name="T26" fmla="*/ 553 w 1332"/>
                  <a:gd name="T27" fmla="*/ 49 h 721"/>
                  <a:gd name="T28" fmla="*/ 484 w 1332"/>
                  <a:gd name="T29" fmla="*/ 68 h 721"/>
                  <a:gd name="T30" fmla="*/ 388 w 1332"/>
                  <a:gd name="T31" fmla="*/ 101 h 721"/>
                  <a:gd name="T32" fmla="*/ 282 w 1332"/>
                  <a:gd name="T33" fmla="*/ 146 h 721"/>
                  <a:gd name="T34" fmla="*/ 227 w 1332"/>
                  <a:gd name="T35" fmla="*/ 175 h 721"/>
                  <a:gd name="T36" fmla="*/ 170 w 1332"/>
                  <a:gd name="T37" fmla="*/ 209 h 721"/>
                  <a:gd name="T38" fmla="*/ 133 w 1332"/>
                  <a:gd name="T39" fmla="*/ 236 h 721"/>
                  <a:gd name="T40" fmla="*/ 83 w 1332"/>
                  <a:gd name="T41" fmla="*/ 278 h 721"/>
                  <a:gd name="T42" fmla="*/ 72 w 1332"/>
                  <a:gd name="T43" fmla="*/ 290 h 721"/>
                  <a:gd name="T44" fmla="*/ 42 w 1332"/>
                  <a:gd name="T45" fmla="*/ 325 h 721"/>
                  <a:gd name="T46" fmla="*/ 24 w 1332"/>
                  <a:gd name="T47" fmla="*/ 352 h 721"/>
                  <a:gd name="T48" fmla="*/ 9 w 1332"/>
                  <a:gd name="T49" fmla="*/ 385 h 721"/>
                  <a:gd name="T50" fmla="*/ 3 w 1332"/>
                  <a:gd name="T51" fmla="*/ 410 h 721"/>
                  <a:gd name="T52" fmla="*/ 0 w 1332"/>
                  <a:gd name="T53" fmla="*/ 721 h 721"/>
                  <a:gd name="T54" fmla="*/ 7 w 1332"/>
                  <a:gd name="T55" fmla="*/ 683 h 721"/>
                  <a:gd name="T56" fmla="*/ 29 w 1332"/>
                  <a:gd name="T57" fmla="*/ 636 h 721"/>
                  <a:gd name="T58" fmla="*/ 59 w 1332"/>
                  <a:gd name="T59" fmla="*/ 595 h 721"/>
                  <a:gd name="T60" fmla="*/ 82 w 1332"/>
                  <a:gd name="T61" fmla="*/ 571 h 721"/>
                  <a:gd name="T62" fmla="*/ 138 w 1332"/>
                  <a:gd name="T63" fmla="*/ 524 h 721"/>
                  <a:gd name="T64" fmla="*/ 190 w 1332"/>
                  <a:gd name="T65" fmla="*/ 489 h 721"/>
                  <a:gd name="T66" fmla="*/ 250 w 1332"/>
                  <a:gd name="T67" fmla="*/ 455 h 721"/>
                  <a:gd name="T68" fmla="*/ 357 w 1332"/>
                  <a:gd name="T69" fmla="*/ 405 h 721"/>
                  <a:gd name="T70" fmla="*/ 451 w 1332"/>
                  <a:gd name="T71" fmla="*/ 371 h 721"/>
                  <a:gd name="T72" fmla="*/ 558 w 1332"/>
                  <a:gd name="T73" fmla="*/ 341 h 721"/>
                  <a:gd name="T74" fmla="*/ 634 w 1332"/>
                  <a:gd name="T75" fmla="*/ 323 h 721"/>
                  <a:gd name="T76" fmla="*/ 705 w 1332"/>
                  <a:gd name="T77" fmla="*/ 311 h 721"/>
                  <a:gd name="T78" fmla="*/ 789 w 1332"/>
                  <a:gd name="T79" fmla="*/ 300 h 721"/>
                  <a:gd name="T80" fmla="*/ 855 w 1332"/>
                  <a:gd name="T81" fmla="*/ 295 h 721"/>
                  <a:gd name="T82" fmla="*/ 919 w 1332"/>
                  <a:gd name="T83" fmla="*/ 293 h 721"/>
                  <a:gd name="T84" fmla="*/ 986 w 1332"/>
                  <a:gd name="T85" fmla="*/ 295 h 721"/>
                  <a:gd name="T86" fmla="*/ 1049 w 1332"/>
                  <a:gd name="T87" fmla="*/ 300 h 721"/>
                  <a:gd name="T88" fmla="*/ 1089 w 1332"/>
                  <a:gd name="T89" fmla="*/ 306 h 721"/>
                  <a:gd name="T90" fmla="*/ 1140 w 1332"/>
                  <a:gd name="T91" fmla="*/ 317 h 721"/>
                  <a:gd name="T92" fmla="*/ 1197 w 1332"/>
                  <a:gd name="T93" fmla="*/ 335 h 721"/>
                  <a:gd name="T94" fmla="*/ 1259 w 1332"/>
                  <a:gd name="T95" fmla="*/ 366 h 721"/>
                  <a:gd name="T96" fmla="*/ 1305 w 1332"/>
                  <a:gd name="T97" fmla="*/ 406 h 721"/>
                  <a:gd name="T98" fmla="*/ 1329 w 1332"/>
                  <a:gd name="T99" fmla="*/ 453 h 721"/>
                  <a:gd name="T100" fmla="*/ 1332 w 1332"/>
                  <a:gd name="T101" fmla="*/ 180 h 721"/>
                  <a:gd name="T102" fmla="*/ 1317 w 1332"/>
                  <a:gd name="T103" fmla="*/ 131 h 721"/>
                  <a:gd name="T104" fmla="*/ 1281 w 1332"/>
                  <a:gd name="T105" fmla="*/ 88 h 721"/>
                  <a:gd name="T106" fmla="*/ 1221 w 1332"/>
                  <a:gd name="T107" fmla="*/ 52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32" h="721">
                    <a:moveTo>
                      <a:pt x="1221" y="52"/>
                    </a:moveTo>
                    <a:lnTo>
                      <a:pt x="1210" y="47"/>
                    </a:lnTo>
                    <a:lnTo>
                      <a:pt x="1199" y="42"/>
                    </a:lnTo>
                    <a:lnTo>
                      <a:pt x="1187" y="38"/>
                    </a:lnTo>
                    <a:lnTo>
                      <a:pt x="1175" y="34"/>
                    </a:lnTo>
                    <a:lnTo>
                      <a:pt x="1174" y="33"/>
                    </a:lnTo>
                    <a:lnTo>
                      <a:pt x="1171" y="33"/>
                    </a:lnTo>
                    <a:lnTo>
                      <a:pt x="1161" y="30"/>
                    </a:lnTo>
                    <a:lnTo>
                      <a:pt x="1152" y="27"/>
                    </a:lnTo>
                    <a:lnTo>
                      <a:pt x="1141" y="24"/>
                    </a:lnTo>
                    <a:lnTo>
                      <a:pt x="1131" y="22"/>
                    </a:lnTo>
                    <a:lnTo>
                      <a:pt x="1129" y="21"/>
                    </a:lnTo>
                    <a:lnTo>
                      <a:pt x="1126" y="20"/>
                    </a:lnTo>
                    <a:lnTo>
                      <a:pt x="1109" y="17"/>
                    </a:lnTo>
                    <a:lnTo>
                      <a:pt x="1090" y="13"/>
                    </a:lnTo>
                    <a:lnTo>
                      <a:pt x="1087" y="13"/>
                    </a:lnTo>
                    <a:lnTo>
                      <a:pt x="1086" y="12"/>
                    </a:lnTo>
                    <a:lnTo>
                      <a:pt x="1085" y="12"/>
                    </a:lnTo>
                    <a:lnTo>
                      <a:pt x="1085" y="12"/>
                    </a:lnTo>
                    <a:lnTo>
                      <a:pt x="1075" y="11"/>
                    </a:lnTo>
                    <a:lnTo>
                      <a:pt x="1065" y="9"/>
                    </a:lnTo>
                    <a:lnTo>
                      <a:pt x="1054" y="8"/>
                    </a:lnTo>
                    <a:lnTo>
                      <a:pt x="1044" y="6"/>
                    </a:lnTo>
                    <a:lnTo>
                      <a:pt x="1040" y="6"/>
                    </a:lnTo>
                    <a:lnTo>
                      <a:pt x="1037" y="6"/>
                    </a:lnTo>
                    <a:lnTo>
                      <a:pt x="1030" y="5"/>
                    </a:lnTo>
                    <a:lnTo>
                      <a:pt x="1021" y="5"/>
                    </a:lnTo>
                    <a:lnTo>
                      <a:pt x="1010" y="3"/>
                    </a:lnTo>
                    <a:lnTo>
                      <a:pt x="999" y="3"/>
                    </a:lnTo>
                    <a:lnTo>
                      <a:pt x="992" y="2"/>
                    </a:lnTo>
                    <a:lnTo>
                      <a:pt x="986" y="2"/>
                    </a:lnTo>
                    <a:lnTo>
                      <a:pt x="976" y="2"/>
                    </a:lnTo>
                    <a:lnTo>
                      <a:pt x="965" y="1"/>
                    </a:lnTo>
                    <a:lnTo>
                      <a:pt x="957" y="1"/>
                    </a:lnTo>
                    <a:lnTo>
                      <a:pt x="949" y="0"/>
                    </a:lnTo>
                    <a:lnTo>
                      <a:pt x="941" y="0"/>
                    </a:lnTo>
                    <a:lnTo>
                      <a:pt x="934" y="0"/>
                    </a:lnTo>
                    <a:lnTo>
                      <a:pt x="920" y="0"/>
                    </a:lnTo>
                    <a:lnTo>
                      <a:pt x="905" y="1"/>
                    </a:lnTo>
                    <a:lnTo>
                      <a:pt x="898" y="1"/>
                    </a:lnTo>
                    <a:lnTo>
                      <a:pt x="890" y="1"/>
                    </a:lnTo>
                    <a:lnTo>
                      <a:pt x="884" y="1"/>
                    </a:lnTo>
                    <a:lnTo>
                      <a:pt x="878" y="1"/>
                    </a:lnTo>
                    <a:lnTo>
                      <a:pt x="866" y="2"/>
                    </a:lnTo>
                    <a:lnTo>
                      <a:pt x="855" y="2"/>
                    </a:lnTo>
                    <a:lnTo>
                      <a:pt x="845" y="3"/>
                    </a:lnTo>
                    <a:lnTo>
                      <a:pt x="834" y="4"/>
                    </a:lnTo>
                    <a:lnTo>
                      <a:pt x="826" y="4"/>
                    </a:lnTo>
                    <a:lnTo>
                      <a:pt x="818" y="5"/>
                    </a:lnTo>
                    <a:lnTo>
                      <a:pt x="814" y="5"/>
                    </a:lnTo>
                    <a:lnTo>
                      <a:pt x="810" y="5"/>
                    </a:lnTo>
                    <a:lnTo>
                      <a:pt x="789" y="7"/>
                    </a:lnTo>
                    <a:lnTo>
                      <a:pt x="768" y="10"/>
                    </a:lnTo>
                    <a:lnTo>
                      <a:pt x="746" y="12"/>
                    </a:lnTo>
                    <a:lnTo>
                      <a:pt x="725" y="15"/>
                    </a:lnTo>
                    <a:lnTo>
                      <a:pt x="723" y="15"/>
                    </a:lnTo>
                    <a:lnTo>
                      <a:pt x="720" y="16"/>
                    </a:lnTo>
                    <a:lnTo>
                      <a:pt x="714" y="17"/>
                    </a:lnTo>
                    <a:lnTo>
                      <a:pt x="706" y="18"/>
                    </a:lnTo>
                    <a:lnTo>
                      <a:pt x="691" y="20"/>
                    </a:lnTo>
                    <a:lnTo>
                      <a:pt x="676" y="23"/>
                    </a:lnTo>
                    <a:lnTo>
                      <a:pt x="661" y="25"/>
                    </a:lnTo>
                    <a:lnTo>
                      <a:pt x="648" y="28"/>
                    </a:lnTo>
                    <a:lnTo>
                      <a:pt x="635" y="31"/>
                    </a:lnTo>
                    <a:lnTo>
                      <a:pt x="624" y="33"/>
                    </a:lnTo>
                    <a:lnTo>
                      <a:pt x="608" y="36"/>
                    </a:lnTo>
                    <a:lnTo>
                      <a:pt x="590" y="40"/>
                    </a:lnTo>
                    <a:lnTo>
                      <a:pt x="574" y="44"/>
                    </a:lnTo>
                    <a:lnTo>
                      <a:pt x="558" y="48"/>
                    </a:lnTo>
                    <a:lnTo>
                      <a:pt x="553" y="49"/>
                    </a:lnTo>
                    <a:lnTo>
                      <a:pt x="548" y="50"/>
                    </a:lnTo>
                    <a:lnTo>
                      <a:pt x="546" y="50"/>
                    </a:lnTo>
                    <a:lnTo>
                      <a:pt x="546" y="51"/>
                    </a:lnTo>
                    <a:lnTo>
                      <a:pt x="515" y="59"/>
                    </a:lnTo>
                    <a:lnTo>
                      <a:pt x="484" y="68"/>
                    </a:lnTo>
                    <a:lnTo>
                      <a:pt x="453" y="78"/>
                    </a:lnTo>
                    <a:lnTo>
                      <a:pt x="422" y="88"/>
                    </a:lnTo>
                    <a:lnTo>
                      <a:pt x="420" y="89"/>
                    </a:lnTo>
                    <a:lnTo>
                      <a:pt x="419" y="89"/>
                    </a:lnTo>
                    <a:lnTo>
                      <a:pt x="388" y="101"/>
                    </a:lnTo>
                    <a:lnTo>
                      <a:pt x="357" y="113"/>
                    </a:lnTo>
                    <a:lnTo>
                      <a:pt x="327" y="125"/>
                    </a:lnTo>
                    <a:lnTo>
                      <a:pt x="298" y="139"/>
                    </a:lnTo>
                    <a:lnTo>
                      <a:pt x="290" y="142"/>
                    </a:lnTo>
                    <a:lnTo>
                      <a:pt x="282" y="146"/>
                    </a:lnTo>
                    <a:lnTo>
                      <a:pt x="273" y="151"/>
                    </a:lnTo>
                    <a:lnTo>
                      <a:pt x="264" y="155"/>
                    </a:lnTo>
                    <a:lnTo>
                      <a:pt x="252" y="162"/>
                    </a:lnTo>
                    <a:lnTo>
                      <a:pt x="239" y="168"/>
                    </a:lnTo>
                    <a:lnTo>
                      <a:pt x="227" y="175"/>
                    </a:lnTo>
                    <a:lnTo>
                      <a:pt x="215" y="182"/>
                    </a:lnTo>
                    <a:lnTo>
                      <a:pt x="203" y="189"/>
                    </a:lnTo>
                    <a:lnTo>
                      <a:pt x="190" y="196"/>
                    </a:lnTo>
                    <a:lnTo>
                      <a:pt x="180" y="203"/>
                    </a:lnTo>
                    <a:lnTo>
                      <a:pt x="170" y="209"/>
                    </a:lnTo>
                    <a:lnTo>
                      <a:pt x="160" y="216"/>
                    </a:lnTo>
                    <a:lnTo>
                      <a:pt x="152" y="222"/>
                    </a:lnTo>
                    <a:lnTo>
                      <a:pt x="144" y="227"/>
                    </a:lnTo>
                    <a:lnTo>
                      <a:pt x="138" y="231"/>
                    </a:lnTo>
                    <a:lnTo>
                      <a:pt x="133" y="236"/>
                    </a:lnTo>
                    <a:lnTo>
                      <a:pt x="127" y="240"/>
                    </a:lnTo>
                    <a:lnTo>
                      <a:pt x="120" y="245"/>
                    </a:lnTo>
                    <a:lnTo>
                      <a:pt x="114" y="250"/>
                    </a:lnTo>
                    <a:lnTo>
                      <a:pt x="98" y="264"/>
                    </a:lnTo>
                    <a:lnTo>
                      <a:pt x="83" y="278"/>
                    </a:lnTo>
                    <a:lnTo>
                      <a:pt x="80" y="281"/>
                    </a:lnTo>
                    <a:lnTo>
                      <a:pt x="77" y="284"/>
                    </a:lnTo>
                    <a:lnTo>
                      <a:pt x="75" y="285"/>
                    </a:lnTo>
                    <a:lnTo>
                      <a:pt x="75" y="285"/>
                    </a:lnTo>
                    <a:lnTo>
                      <a:pt x="72" y="290"/>
                    </a:lnTo>
                    <a:lnTo>
                      <a:pt x="68" y="294"/>
                    </a:lnTo>
                    <a:lnTo>
                      <a:pt x="60" y="302"/>
                    </a:lnTo>
                    <a:lnTo>
                      <a:pt x="54" y="309"/>
                    </a:lnTo>
                    <a:lnTo>
                      <a:pt x="48" y="317"/>
                    </a:lnTo>
                    <a:lnTo>
                      <a:pt x="42" y="325"/>
                    </a:lnTo>
                    <a:lnTo>
                      <a:pt x="40" y="327"/>
                    </a:lnTo>
                    <a:lnTo>
                      <a:pt x="38" y="329"/>
                    </a:lnTo>
                    <a:lnTo>
                      <a:pt x="34" y="336"/>
                    </a:lnTo>
                    <a:lnTo>
                      <a:pt x="29" y="343"/>
                    </a:lnTo>
                    <a:lnTo>
                      <a:pt x="24" y="352"/>
                    </a:lnTo>
                    <a:lnTo>
                      <a:pt x="19" y="361"/>
                    </a:lnTo>
                    <a:lnTo>
                      <a:pt x="18" y="363"/>
                    </a:lnTo>
                    <a:lnTo>
                      <a:pt x="17" y="365"/>
                    </a:lnTo>
                    <a:lnTo>
                      <a:pt x="13" y="375"/>
                    </a:lnTo>
                    <a:lnTo>
                      <a:pt x="9" y="385"/>
                    </a:lnTo>
                    <a:lnTo>
                      <a:pt x="8" y="390"/>
                    </a:lnTo>
                    <a:lnTo>
                      <a:pt x="7" y="394"/>
                    </a:lnTo>
                    <a:lnTo>
                      <a:pt x="7" y="395"/>
                    </a:lnTo>
                    <a:lnTo>
                      <a:pt x="5" y="396"/>
                    </a:lnTo>
                    <a:lnTo>
                      <a:pt x="3" y="410"/>
                    </a:lnTo>
                    <a:lnTo>
                      <a:pt x="2" y="424"/>
                    </a:lnTo>
                    <a:lnTo>
                      <a:pt x="2" y="426"/>
                    </a:lnTo>
                    <a:lnTo>
                      <a:pt x="2" y="428"/>
                    </a:lnTo>
                    <a:lnTo>
                      <a:pt x="2" y="428"/>
                    </a:lnTo>
                    <a:lnTo>
                      <a:pt x="0" y="721"/>
                    </a:lnTo>
                    <a:lnTo>
                      <a:pt x="0" y="713"/>
                    </a:lnTo>
                    <a:lnTo>
                      <a:pt x="2" y="704"/>
                    </a:lnTo>
                    <a:lnTo>
                      <a:pt x="3" y="696"/>
                    </a:lnTo>
                    <a:lnTo>
                      <a:pt x="5" y="687"/>
                    </a:lnTo>
                    <a:lnTo>
                      <a:pt x="7" y="683"/>
                    </a:lnTo>
                    <a:lnTo>
                      <a:pt x="9" y="678"/>
                    </a:lnTo>
                    <a:lnTo>
                      <a:pt x="13" y="666"/>
                    </a:lnTo>
                    <a:lnTo>
                      <a:pt x="18" y="653"/>
                    </a:lnTo>
                    <a:lnTo>
                      <a:pt x="23" y="645"/>
                    </a:lnTo>
                    <a:lnTo>
                      <a:pt x="29" y="636"/>
                    </a:lnTo>
                    <a:lnTo>
                      <a:pt x="34" y="627"/>
                    </a:lnTo>
                    <a:lnTo>
                      <a:pt x="40" y="617"/>
                    </a:lnTo>
                    <a:lnTo>
                      <a:pt x="47" y="610"/>
                    </a:lnTo>
                    <a:lnTo>
                      <a:pt x="53" y="602"/>
                    </a:lnTo>
                    <a:lnTo>
                      <a:pt x="59" y="595"/>
                    </a:lnTo>
                    <a:lnTo>
                      <a:pt x="67" y="587"/>
                    </a:lnTo>
                    <a:lnTo>
                      <a:pt x="70" y="582"/>
                    </a:lnTo>
                    <a:lnTo>
                      <a:pt x="75" y="576"/>
                    </a:lnTo>
                    <a:lnTo>
                      <a:pt x="79" y="574"/>
                    </a:lnTo>
                    <a:lnTo>
                      <a:pt x="82" y="571"/>
                    </a:lnTo>
                    <a:lnTo>
                      <a:pt x="97" y="557"/>
                    </a:lnTo>
                    <a:lnTo>
                      <a:pt x="113" y="543"/>
                    </a:lnTo>
                    <a:lnTo>
                      <a:pt x="119" y="538"/>
                    </a:lnTo>
                    <a:lnTo>
                      <a:pt x="125" y="533"/>
                    </a:lnTo>
                    <a:lnTo>
                      <a:pt x="138" y="524"/>
                    </a:lnTo>
                    <a:lnTo>
                      <a:pt x="150" y="515"/>
                    </a:lnTo>
                    <a:lnTo>
                      <a:pt x="159" y="509"/>
                    </a:lnTo>
                    <a:lnTo>
                      <a:pt x="169" y="502"/>
                    </a:lnTo>
                    <a:lnTo>
                      <a:pt x="179" y="496"/>
                    </a:lnTo>
                    <a:lnTo>
                      <a:pt x="190" y="489"/>
                    </a:lnTo>
                    <a:lnTo>
                      <a:pt x="202" y="482"/>
                    </a:lnTo>
                    <a:lnTo>
                      <a:pt x="214" y="474"/>
                    </a:lnTo>
                    <a:lnTo>
                      <a:pt x="227" y="468"/>
                    </a:lnTo>
                    <a:lnTo>
                      <a:pt x="238" y="461"/>
                    </a:lnTo>
                    <a:lnTo>
                      <a:pt x="250" y="455"/>
                    </a:lnTo>
                    <a:lnTo>
                      <a:pt x="263" y="448"/>
                    </a:lnTo>
                    <a:lnTo>
                      <a:pt x="279" y="440"/>
                    </a:lnTo>
                    <a:lnTo>
                      <a:pt x="297" y="431"/>
                    </a:lnTo>
                    <a:lnTo>
                      <a:pt x="327" y="418"/>
                    </a:lnTo>
                    <a:lnTo>
                      <a:pt x="357" y="405"/>
                    </a:lnTo>
                    <a:lnTo>
                      <a:pt x="387" y="394"/>
                    </a:lnTo>
                    <a:lnTo>
                      <a:pt x="418" y="382"/>
                    </a:lnTo>
                    <a:lnTo>
                      <a:pt x="419" y="382"/>
                    </a:lnTo>
                    <a:lnTo>
                      <a:pt x="420" y="381"/>
                    </a:lnTo>
                    <a:lnTo>
                      <a:pt x="451" y="371"/>
                    </a:lnTo>
                    <a:lnTo>
                      <a:pt x="483" y="361"/>
                    </a:lnTo>
                    <a:lnTo>
                      <a:pt x="514" y="352"/>
                    </a:lnTo>
                    <a:lnTo>
                      <a:pt x="545" y="344"/>
                    </a:lnTo>
                    <a:lnTo>
                      <a:pt x="551" y="342"/>
                    </a:lnTo>
                    <a:lnTo>
                      <a:pt x="558" y="341"/>
                    </a:lnTo>
                    <a:lnTo>
                      <a:pt x="574" y="337"/>
                    </a:lnTo>
                    <a:lnTo>
                      <a:pt x="590" y="333"/>
                    </a:lnTo>
                    <a:lnTo>
                      <a:pt x="606" y="329"/>
                    </a:lnTo>
                    <a:lnTo>
                      <a:pt x="623" y="326"/>
                    </a:lnTo>
                    <a:lnTo>
                      <a:pt x="634" y="323"/>
                    </a:lnTo>
                    <a:lnTo>
                      <a:pt x="646" y="321"/>
                    </a:lnTo>
                    <a:lnTo>
                      <a:pt x="661" y="318"/>
                    </a:lnTo>
                    <a:lnTo>
                      <a:pt x="675" y="316"/>
                    </a:lnTo>
                    <a:lnTo>
                      <a:pt x="690" y="313"/>
                    </a:lnTo>
                    <a:lnTo>
                      <a:pt x="705" y="311"/>
                    </a:lnTo>
                    <a:lnTo>
                      <a:pt x="715" y="309"/>
                    </a:lnTo>
                    <a:lnTo>
                      <a:pt x="724" y="308"/>
                    </a:lnTo>
                    <a:lnTo>
                      <a:pt x="746" y="305"/>
                    </a:lnTo>
                    <a:lnTo>
                      <a:pt x="768" y="302"/>
                    </a:lnTo>
                    <a:lnTo>
                      <a:pt x="789" y="300"/>
                    </a:lnTo>
                    <a:lnTo>
                      <a:pt x="810" y="298"/>
                    </a:lnTo>
                    <a:lnTo>
                      <a:pt x="821" y="297"/>
                    </a:lnTo>
                    <a:lnTo>
                      <a:pt x="833" y="296"/>
                    </a:lnTo>
                    <a:lnTo>
                      <a:pt x="844" y="296"/>
                    </a:lnTo>
                    <a:lnTo>
                      <a:pt x="855" y="295"/>
                    </a:lnTo>
                    <a:lnTo>
                      <a:pt x="865" y="295"/>
                    </a:lnTo>
                    <a:lnTo>
                      <a:pt x="876" y="294"/>
                    </a:lnTo>
                    <a:lnTo>
                      <a:pt x="890" y="294"/>
                    </a:lnTo>
                    <a:lnTo>
                      <a:pt x="904" y="293"/>
                    </a:lnTo>
                    <a:lnTo>
                      <a:pt x="919" y="293"/>
                    </a:lnTo>
                    <a:lnTo>
                      <a:pt x="933" y="293"/>
                    </a:lnTo>
                    <a:lnTo>
                      <a:pt x="949" y="293"/>
                    </a:lnTo>
                    <a:lnTo>
                      <a:pt x="964" y="294"/>
                    </a:lnTo>
                    <a:lnTo>
                      <a:pt x="975" y="294"/>
                    </a:lnTo>
                    <a:lnTo>
                      <a:pt x="986" y="295"/>
                    </a:lnTo>
                    <a:lnTo>
                      <a:pt x="1004" y="296"/>
                    </a:lnTo>
                    <a:lnTo>
                      <a:pt x="1021" y="297"/>
                    </a:lnTo>
                    <a:lnTo>
                      <a:pt x="1029" y="298"/>
                    </a:lnTo>
                    <a:lnTo>
                      <a:pt x="1036" y="299"/>
                    </a:lnTo>
                    <a:lnTo>
                      <a:pt x="1049" y="300"/>
                    </a:lnTo>
                    <a:lnTo>
                      <a:pt x="1061" y="302"/>
                    </a:lnTo>
                    <a:lnTo>
                      <a:pt x="1072" y="303"/>
                    </a:lnTo>
                    <a:lnTo>
                      <a:pt x="1085" y="305"/>
                    </a:lnTo>
                    <a:lnTo>
                      <a:pt x="1087" y="306"/>
                    </a:lnTo>
                    <a:lnTo>
                      <a:pt x="1089" y="306"/>
                    </a:lnTo>
                    <a:lnTo>
                      <a:pt x="1100" y="308"/>
                    </a:lnTo>
                    <a:lnTo>
                      <a:pt x="1110" y="310"/>
                    </a:lnTo>
                    <a:lnTo>
                      <a:pt x="1120" y="312"/>
                    </a:lnTo>
                    <a:lnTo>
                      <a:pt x="1130" y="314"/>
                    </a:lnTo>
                    <a:lnTo>
                      <a:pt x="1140" y="317"/>
                    </a:lnTo>
                    <a:lnTo>
                      <a:pt x="1151" y="320"/>
                    </a:lnTo>
                    <a:lnTo>
                      <a:pt x="1162" y="323"/>
                    </a:lnTo>
                    <a:lnTo>
                      <a:pt x="1174" y="327"/>
                    </a:lnTo>
                    <a:lnTo>
                      <a:pt x="1186" y="331"/>
                    </a:lnTo>
                    <a:lnTo>
                      <a:pt x="1197" y="335"/>
                    </a:lnTo>
                    <a:lnTo>
                      <a:pt x="1209" y="340"/>
                    </a:lnTo>
                    <a:lnTo>
                      <a:pt x="1220" y="344"/>
                    </a:lnTo>
                    <a:lnTo>
                      <a:pt x="1234" y="351"/>
                    </a:lnTo>
                    <a:lnTo>
                      <a:pt x="1246" y="358"/>
                    </a:lnTo>
                    <a:lnTo>
                      <a:pt x="1259" y="366"/>
                    </a:lnTo>
                    <a:lnTo>
                      <a:pt x="1270" y="373"/>
                    </a:lnTo>
                    <a:lnTo>
                      <a:pt x="1280" y="381"/>
                    </a:lnTo>
                    <a:lnTo>
                      <a:pt x="1289" y="389"/>
                    </a:lnTo>
                    <a:lnTo>
                      <a:pt x="1297" y="398"/>
                    </a:lnTo>
                    <a:lnTo>
                      <a:pt x="1305" y="406"/>
                    </a:lnTo>
                    <a:lnTo>
                      <a:pt x="1311" y="415"/>
                    </a:lnTo>
                    <a:lnTo>
                      <a:pt x="1316" y="424"/>
                    </a:lnTo>
                    <a:lnTo>
                      <a:pt x="1321" y="433"/>
                    </a:lnTo>
                    <a:lnTo>
                      <a:pt x="1325" y="443"/>
                    </a:lnTo>
                    <a:lnTo>
                      <a:pt x="1329" y="453"/>
                    </a:lnTo>
                    <a:lnTo>
                      <a:pt x="1330" y="462"/>
                    </a:lnTo>
                    <a:lnTo>
                      <a:pt x="1331" y="472"/>
                    </a:lnTo>
                    <a:lnTo>
                      <a:pt x="1332" y="483"/>
                    </a:lnTo>
                    <a:lnTo>
                      <a:pt x="1332" y="190"/>
                    </a:lnTo>
                    <a:lnTo>
                      <a:pt x="1332" y="180"/>
                    </a:lnTo>
                    <a:lnTo>
                      <a:pt x="1331" y="170"/>
                    </a:lnTo>
                    <a:lnTo>
                      <a:pt x="1329" y="160"/>
                    </a:lnTo>
                    <a:lnTo>
                      <a:pt x="1326" y="150"/>
                    </a:lnTo>
                    <a:lnTo>
                      <a:pt x="1322" y="141"/>
                    </a:lnTo>
                    <a:lnTo>
                      <a:pt x="1317" y="131"/>
                    </a:lnTo>
                    <a:lnTo>
                      <a:pt x="1312" y="122"/>
                    </a:lnTo>
                    <a:lnTo>
                      <a:pt x="1306" y="114"/>
                    </a:lnTo>
                    <a:lnTo>
                      <a:pt x="1299" y="105"/>
                    </a:lnTo>
                    <a:lnTo>
                      <a:pt x="1290" y="96"/>
                    </a:lnTo>
                    <a:lnTo>
                      <a:pt x="1281" y="88"/>
                    </a:lnTo>
                    <a:lnTo>
                      <a:pt x="1271" y="80"/>
                    </a:lnTo>
                    <a:lnTo>
                      <a:pt x="1260" y="73"/>
                    </a:lnTo>
                    <a:lnTo>
                      <a:pt x="1247" y="65"/>
                    </a:lnTo>
                    <a:lnTo>
                      <a:pt x="1235" y="58"/>
                    </a:lnTo>
                    <a:lnTo>
                      <a:pt x="1221" y="5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8" name="Freeform 220">
                <a:extLst>
                  <a:ext uri="{FF2B5EF4-FFF2-40B4-BE49-F238E27FC236}">
                    <a16:creationId xmlns:a16="http://schemas.microsoft.com/office/drawing/2014/main" id="{671EBCE4-451C-4967-9780-2B9022673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151" y="4149725"/>
                <a:ext cx="61913" cy="152400"/>
              </a:xfrm>
              <a:custGeom>
                <a:avLst/>
                <a:gdLst>
                  <a:gd name="T0" fmla="*/ 2 w 194"/>
                  <a:gd name="T1" fmla="*/ 0 h 381"/>
                  <a:gd name="T2" fmla="*/ 0 w 194"/>
                  <a:gd name="T3" fmla="*/ 292 h 381"/>
                  <a:gd name="T4" fmla="*/ 193 w 194"/>
                  <a:gd name="T5" fmla="*/ 381 h 381"/>
                  <a:gd name="T6" fmla="*/ 194 w 194"/>
                  <a:gd name="T7" fmla="*/ 88 h 381"/>
                  <a:gd name="T8" fmla="*/ 2 w 194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1">
                    <a:moveTo>
                      <a:pt x="2" y="0"/>
                    </a:moveTo>
                    <a:lnTo>
                      <a:pt x="0" y="292"/>
                    </a:lnTo>
                    <a:lnTo>
                      <a:pt x="193" y="381"/>
                    </a:lnTo>
                    <a:lnTo>
                      <a:pt x="194" y="8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9" name="Freeform 221">
                <a:extLst>
                  <a:ext uri="{FF2B5EF4-FFF2-40B4-BE49-F238E27FC236}">
                    <a16:creationId xmlns:a16="http://schemas.microsoft.com/office/drawing/2014/main" id="{0C97B747-F309-48F1-A98B-D74DC56623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063" y="3981450"/>
                <a:ext cx="350838" cy="320675"/>
              </a:xfrm>
              <a:custGeom>
                <a:avLst/>
                <a:gdLst>
                  <a:gd name="T0" fmla="*/ 1 w 1105"/>
                  <a:gd name="T1" fmla="*/ 514 h 807"/>
                  <a:gd name="T2" fmla="*/ 0 w 1105"/>
                  <a:gd name="T3" fmla="*/ 807 h 807"/>
                  <a:gd name="T4" fmla="*/ 1105 w 1105"/>
                  <a:gd name="T5" fmla="*/ 293 h 807"/>
                  <a:gd name="T6" fmla="*/ 1105 w 1105"/>
                  <a:gd name="T7" fmla="*/ 0 h 807"/>
                  <a:gd name="T8" fmla="*/ 1 w 1105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5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3"/>
                    </a:lnTo>
                    <a:lnTo>
                      <a:pt x="1105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0" name="Freeform 222">
                <a:extLst>
                  <a:ext uri="{FF2B5EF4-FFF2-40B4-BE49-F238E27FC236}">
                    <a16:creationId xmlns:a16="http://schemas.microsoft.com/office/drawing/2014/main" id="{97F9685B-6F5A-4E8F-BB7D-E6A7ABC0E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426" y="4278313"/>
                <a:ext cx="60325" cy="152400"/>
              </a:xfrm>
              <a:custGeom>
                <a:avLst/>
                <a:gdLst>
                  <a:gd name="T0" fmla="*/ 1 w 192"/>
                  <a:gd name="T1" fmla="*/ 89 h 382"/>
                  <a:gd name="T2" fmla="*/ 0 w 192"/>
                  <a:gd name="T3" fmla="*/ 382 h 382"/>
                  <a:gd name="T4" fmla="*/ 191 w 192"/>
                  <a:gd name="T5" fmla="*/ 293 h 382"/>
                  <a:gd name="T6" fmla="*/ 192 w 192"/>
                  <a:gd name="T7" fmla="*/ 0 h 382"/>
                  <a:gd name="T8" fmla="*/ 1 w 192"/>
                  <a:gd name="T9" fmla="*/ 89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2">
                    <a:moveTo>
                      <a:pt x="1" y="89"/>
                    </a:moveTo>
                    <a:lnTo>
                      <a:pt x="0" y="382"/>
                    </a:lnTo>
                    <a:lnTo>
                      <a:pt x="191" y="293"/>
                    </a:lnTo>
                    <a:lnTo>
                      <a:pt x="192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1" name="Freeform 223">
                <a:extLst>
                  <a:ext uri="{FF2B5EF4-FFF2-40B4-BE49-F238E27FC236}">
                    <a16:creationId xmlns:a16="http://schemas.microsoft.com/office/drawing/2014/main" id="{72FE3FDF-F88E-41D6-A8E3-F9D7648A3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676" y="4256088"/>
                <a:ext cx="423863" cy="287338"/>
              </a:xfrm>
              <a:custGeom>
                <a:avLst/>
                <a:gdLst>
                  <a:gd name="T0" fmla="*/ 1323 w 1334"/>
                  <a:gd name="T1" fmla="*/ 293 h 723"/>
                  <a:gd name="T2" fmla="*/ 1307 w 1334"/>
                  <a:gd name="T3" fmla="*/ 318 h 723"/>
                  <a:gd name="T4" fmla="*/ 1282 w 1334"/>
                  <a:gd name="T5" fmla="*/ 343 h 723"/>
                  <a:gd name="T6" fmla="*/ 1258 w 1334"/>
                  <a:gd name="T7" fmla="*/ 360 h 723"/>
                  <a:gd name="T8" fmla="*/ 1215 w 1334"/>
                  <a:gd name="T9" fmla="*/ 383 h 723"/>
                  <a:gd name="T10" fmla="*/ 1179 w 1334"/>
                  <a:gd name="T11" fmla="*/ 396 h 723"/>
                  <a:gd name="T12" fmla="*/ 1128 w 1334"/>
                  <a:gd name="T13" fmla="*/ 410 h 723"/>
                  <a:gd name="T14" fmla="*/ 1068 w 1334"/>
                  <a:gd name="T15" fmla="*/ 421 h 723"/>
                  <a:gd name="T16" fmla="*/ 1013 w 1334"/>
                  <a:gd name="T17" fmla="*/ 427 h 723"/>
                  <a:gd name="T18" fmla="*/ 957 w 1334"/>
                  <a:gd name="T19" fmla="*/ 430 h 723"/>
                  <a:gd name="T20" fmla="*/ 899 w 1334"/>
                  <a:gd name="T21" fmla="*/ 430 h 723"/>
                  <a:gd name="T22" fmla="*/ 838 w 1334"/>
                  <a:gd name="T23" fmla="*/ 427 h 723"/>
                  <a:gd name="T24" fmla="*/ 796 w 1334"/>
                  <a:gd name="T25" fmla="*/ 423 h 723"/>
                  <a:gd name="T26" fmla="*/ 746 w 1334"/>
                  <a:gd name="T27" fmla="*/ 417 h 723"/>
                  <a:gd name="T28" fmla="*/ 696 w 1334"/>
                  <a:gd name="T29" fmla="*/ 410 h 723"/>
                  <a:gd name="T30" fmla="*/ 622 w 1334"/>
                  <a:gd name="T31" fmla="*/ 396 h 723"/>
                  <a:gd name="T32" fmla="*/ 558 w 1334"/>
                  <a:gd name="T33" fmla="*/ 381 h 723"/>
                  <a:gd name="T34" fmla="*/ 463 w 1334"/>
                  <a:gd name="T35" fmla="*/ 355 h 723"/>
                  <a:gd name="T36" fmla="*/ 410 w 1334"/>
                  <a:gd name="T37" fmla="*/ 336 h 723"/>
                  <a:gd name="T38" fmla="*/ 355 w 1334"/>
                  <a:gd name="T39" fmla="*/ 315 h 723"/>
                  <a:gd name="T40" fmla="*/ 265 w 1334"/>
                  <a:gd name="T41" fmla="*/ 275 h 723"/>
                  <a:gd name="T42" fmla="*/ 145 w 1334"/>
                  <a:gd name="T43" fmla="*/ 203 h 723"/>
                  <a:gd name="T44" fmla="*/ 60 w 1334"/>
                  <a:gd name="T45" fmla="*/ 128 h 723"/>
                  <a:gd name="T46" fmla="*/ 11 w 1334"/>
                  <a:gd name="T47" fmla="*/ 53 h 723"/>
                  <a:gd name="T48" fmla="*/ 0 w 1334"/>
                  <a:gd name="T49" fmla="*/ 292 h 723"/>
                  <a:gd name="T50" fmla="*/ 18 w 1334"/>
                  <a:gd name="T51" fmla="*/ 364 h 723"/>
                  <a:gd name="T52" fmla="*/ 76 w 1334"/>
                  <a:gd name="T53" fmla="*/ 439 h 723"/>
                  <a:gd name="T54" fmla="*/ 170 w 1334"/>
                  <a:gd name="T55" fmla="*/ 514 h 723"/>
                  <a:gd name="T56" fmla="*/ 300 w 1334"/>
                  <a:gd name="T57" fmla="*/ 585 h 723"/>
                  <a:gd name="T58" fmla="*/ 372 w 1334"/>
                  <a:gd name="T59" fmla="*/ 616 h 723"/>
                  <a:gd name="T60" fmla="*/ 423 w 1334"/>
                  <a:gd name="T61" fmla="*/ 634 h 723"/>
                  <a:gd name="T62" fmla="*/ 466 w 1334"/>
                  <a:gd name="T63" fmla="*/ 649 h 723"/>
                  <a:gd name="T64" fmla="*/ 528 w 1334"/>
                  <a:gd name="T65" fmla="*/ 667 h 723"/>
                  <a:gd name="T66" fmla="*/ 593 w 1334"/>
                  <a:gd name="T67" fmla="*/ 683 h 723"/>
                  <a:gd name="T68" fmla="*/ 642 w 1334"/>
                  <a:gd name="T69" fmla="*/ 693 h 723"/>
                  <a:gd name="T70" fmla="*/ 691 w 1334"/>
                  <a:gd name="T71" fmla="*/ 702 h 723"/>
                  <a:gd name="T72" fmla="*/ 732 w 1334"/>
                  <a:gd name="T73" fmla="*/ 708 h 723"/>
                  <a:gd name="T74" fmla="*/ 771 w 1334"/>
                  <a:gd name="T75" fmla="*/ 714 h 723"/>
                  <a:gd name="T76" fmla="*/ 804 w 1334"/>
                  <a:gd name="T77" fmla="*/ 717 h 723"/>
                  <a:gd name="T78" fmla="*/ 841 w 1334"/>
                  <a:gd name="T79" fmla="*/ 720 h 723"/>
                  <a:gd name="T80" fmla="*/ 883 w 1334"/>
                  <a:gd name="T81" fmla="*/ 722 h 723"/>
                  <a:gd name="T82" fmla="*/ 913 w 1334"/>
                  <a:gd name="T83" fmla="*/ 723 h 723"/>
                  <a:gd name="T84" fmla="*/ 961 w 1334"/>
                  <a:gd name="T85" fmla="*/ 722 h 723"/>
                  <a:gd name="T86" fmla="*/ 998 w 1334"/>
                  <a:gd name="T87" fmla="*/ 720 h 723"/>
                  <a:gd name="T88" fmla="*/ 1025 w 1334"/>
                  <a:gd name="T89" fmla="*/ 718 h 723"/>
                  <a:gd name="T90" fmla="*/ 1072 w 1334"/>
                  <a:gd name="T91" fmla="*/ 713 h 723"/>
                  <a:gd name="T92" fmla="*/ 1112 w 1334"/>
                  <a:gd name="T93" fmla="*/ 706 h 723"/>
                  <a:gd name="T94" fmla="*/ 1147 w 1334"/>
                  <a:gd name="T95" fmla="*/ 698 h 723"/>
                  <a:gd name="T96" fmla="*/ 1185 w 1334"/>
                  <a:gd name="T97" fmla="*/ 687 h 723"/>
                  <a:gd name="T98" fmla="*/ 1223 w 1334"/>
                  <a:gd name="T99" fmla="*/ 671 h 723"/>
                  <a:gd name="T100" fmla="*/ 1249 w 1334"/>
                  <a:gd name="T101" fmla="*/ 658 h 723"/>
                  <a:gd name="T102" fmla="*/ 1272 w 1334"/>
                  <a:gd name="T103" fmla="*/ 643 h 723"/>
                  <a:gd name="T104" fmla="*/ 1295 w 1334"/>
                  <a:gd name="T105" fmla="*/ 623 h 723"/>
                  <a:gd name="T106" fmla="*/ 1308 w 1334"/>
                  <a:gd name="T107" fmla="*/ 609 h 723"/>
                  <a:gd name="T108" fmla="*/ 1323 w 1334"/>
                  <a:gd name="T109" fmla="*/ 585 h 723"/>
                  <a:gd name="T110" fmla="*/ 1327 w 1334"/>
                  <a:gd name="T111" fmla="*/ 572 h 723"/>
                  <a:gd name="T112" fmla="*/ 1333 w 1334"/>
                  <a:gd name="T113" fmla="*/ 540 h 723"/>
                  <a:gd name="T114" fmla="*/ 1334 w 1334"/>
                  <a:gd name="T115" fmla="*/ 252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34" h="723">
                    <a:moveTo>
                      <a:pt x="1328" y="279"/>
                    </a:moveTo>
                    <a:lnTo>
                      <a:pt x="1327" y="282"/>
                    </a:lnTo>
                    <a:lnTo>
                      <a:pt x="1327" y="285"/>
                    </a:lnTo>
                    <a:lnTo>
                      <a:pt x="1323" y="293"/>
                    </a:lnTo>
                    <a:lnTo>
                      <a:pt x="1319" y="301"/>
                    </a:lnTo>
                    <a:lnTo>
                      <a:pt x="1314" y="308"/>
                    </a:lnTo>
                    <a:lnTo>
                      <a:pt x="1309" y="316"/>
                    </a:lnTo>
                    <a:lnTo>
                      <a:pt x="1307" y="318"/>
                    </a:lnTo>
                    <a:lnTo>
                      <a:pt x="1304" y="321"/>
                    </a:lnTo>
                    <a:lnTo>
                      <a:pt x="1298" y="328"/>
                    </a:lnTo>
                    <a:lnTo>
                      <a:pt x="1290" y="336"/>
                    </a:lnTo>
                    <a:lnTo>
                      <a:pt x="1282" y="343"/>
                    </a:lnTo>
                    <a:lnTo>
                      <a:pt x="1273" y="350"/>
                    </a:lnTo>
                    <a:lnTo>
                      <a:pt x="1270" y="352"/>
                    </a:lnTo>
                    <a:lnTo>
                      <a:pt x="1268" y="353"/>
                    </a:lnTo>
                    <a:lnTo>
                      <a:pt x="1258" y="360"/>
                    </a:lnTo>
                    <a:lnTo>
                      <a:pt x="1248" y="366"/>
                    </a:lnTo>
                    <a:lnTo>
                      <a:pt x="1237" y="373"/>
                    </a:lnTo>
                    <a:lnTo>
                      <a:pt x="1224" y="379"/>
                    </a:lnTo>
                    <a:lnTo>
                      <a:pt x="1215" y="383"/>
                    </a:lnTo>
                    <a:lnTo>
                      <a:pt x="1205" y="387"/>
                    </a:lnTo>
                    <a:lnTo>
                      <a:pt x="1195" y="390"/>
                    </a:lnTo>
                    <a:lnTo>
                      <a:pt x="1185" y="394"/>
                    </a:lnTo>
                    <a:lnTo>
                      <a:pt x="1179" y="396"/>
                    </a:lnTo>
                    <a:lnTo>
                      <a:pt x="1172" y="398"/>
                    </a:lnTo>
                    <a:lnTo>
                      <a:pt x="1158" y="402"/>
                    </a:lnTo>
                    <a:lnTo>
                      <a:pt x="1144" y="406"/>
                    </a:lnTo>
                    <a:lnTo>
                      <a:pt x="1128" y="410"/>
                    </a:lnTo>
                    <a:lnTo>
                      <a:pt x="1113" y="413"/>
                    </a:lnTo>
                    <a:lnTo>
                      <a:pt x="1095" y="417"/>
                    </a:lnTo>
                    <a:lnTo>
                      <a:pt x="1079" y="419"/>
                    </a:lnTo>
                    <a:lnTo>
                      <a:pt x="1068" y="421"/>
                    </a:lnTo>
                    <a:lnTo>
                      <a:pt x="1057" y="422"/>
                    </a:lnTo>
                    <a:lnTo>
                      <a:pt x="1042" y="424"/>
                    </a:lnTo>
                    <a:lnTo>
                      <a:pt x="1027" y="426"/>
                    </a:lnTo>
                    <a:lnTo>
                      <a:pt x="1013" y="427"/>
                    </a:lnTo>
                    <a:lnTo>
                      <a:pt x="998" y="428"/>
                    </a:lnTo>
                    <a:lnTo>
                      <a:pt x="986" y="429"/>
                    </a:lnTo>
                    <a:lnTo>
                      <a:pt x="972" y="429"/>
                    </a:lnTo>
                    <a:lnTo>
                      <a:pt x="957" y="430"/>
                    </a:lnTo>
                    <a:lnTo>
                      <a:pt x="942" y="430"/>
                    </a:lnTo>
                    <a:lnTo>
                      <a:pt x="928" y="430"/>
                    </a:lnTo>
                    <a:lnTo>
                      <a:pt x="914" y="430"/>
                    </a:lnTo>
                    <a:lnTo>
                      <a:pt x="899" y="430"/>
                    </a:lnTo>
                    <a:lnTo>
                      <a:pt x="884" y="429"/>
                    </a:lnTo>
                    <a:lnTo>
                      <a:pt x="868" y="428"/>
                    </a:lnTo>
                    <a:lnTo>
                      <a:pt x="852" y="428"/>
                    </a:lnTo>
                    <a:lnTo>
                      <a:pt x="838" y="427"/>
                    </a:lnTo>
                    <a:lnTo>
                      <a:pt x="824" y="426"/>
                    </a:lnTo>
                    <a:lnTo>
                      <a:pt x="814" y="425"/>
                    </a:lnTo>
                    <a:lnTo>
                      <a:pt x="806" y="424"/>
                    </a:lnTo>
                    <a:lnTo>
                      <a:pt x="796" y="423"/>
                    </a:lnTo>
                    <a:lnTo>
                      <a:pt x="786" y="422"/>
                    </a:lnTo>
                    <a:lnTo>
                      <a:pt x="772" y="421"/>
                    </a:lnTo>
                    <a:lnTo>
                      <a:pt x="758" y="419"/>
                    </a:lnTo>
                    <a:lnTo>
                      <a:pt x="746" y="417"/>
                    </a:lnTo>
                    <a:lnTo>
                      <a:pt x="733" y="416"/>
                    </a:lnTo>
                    <a:lnTo>
                      <a:pt x="721" y="414"/>
                    </a:lnTo>
                    <a:lnTo>
                      <a:pt x="707" y="412"/>
                    </a:lnTo>
                    <a:lnTo>
                      <a:pt x="696" y="410"/>
                    </a:lnTo>
                    <a:lnTo>
                      <a:pt x="686" y="408"/>
                    </a:lnTo>
                    <a:lnTo>
                      <a:pt x="664" y="405"/>
                    </a:lnTo>
                    <a:lnTo>
                      <a:pt x="643" y="401"/>
                    </a:lnTo>
                    <a:lnTo>
                      <a:pt x="622" y="396"/>
                    </a:lnTo>
                    <a:lnTo>
                      <a:pt x="601" y="392"/>
                    </a:lnTo>
                    <a:lnTo>
                      <a:pt x="593" y="390"/>
                    </a:lnTo>
                    <a:lnTo>
                      <a:pt x="587" y="388"/>
                    </a:lnTo>
                    <a:lnTo>
                      <a:pt x="558" y="381"/>
                    </a:lnTo>
                    <a:lnTo>
                      <a:pt x="529" y="374"/>
                    </a:lnTo>
                    <a:lnTo>
                      <a:pt x="501" y="366"/>
                    </a:lnTo>
                    <a:lnTo>
                      <a:pt x="472" y="357"/>
                    </a:lnTo>
                    <a:lnTo>
                      <a:pt x="463" y="355"/>
                    </a:lnTo>
                    <a:lnTo>
                      <a:pt x="455" y="352"/>
                    </a:lnTo>
                    <a:lnTo>
                      <a:pt x="440" y="347"/>
                    </a:lnTo>
                    <a:lnTo>
                      <a:pt x="425" y="342"/>
                    </a:lnTo>
                    <a:lnTo>
                      <a:pt x="410" y="336"/>
                    </a:lnTo>
                    <a:lnTo>
                      <a:pt x="396" y="331"/>
                    </a:lnTo>
                    <a:lnTo>
                      <a:pt x="385" y="327"/>
                    </a:lnTo>
                    <a:lnTo>
                      <a:pt x="373" y="323"/>
                    </a:lnTo>
                    <a:lnTo>
                      <a:pt x="355" y="315"/>
                    </a:lnTo>
                    <a:lnTo>
                      <a:pt x="337" y="308"/>
                    </a:lnTo>
                    <a:lnTo>
                      <a:pt x="318" y="300"/>
                    </a:lnTo>
                    <a:lnTo>
                      <a:pt x="301" y="292"/>
                    </a:lnTo>
                    <a:lnTo>
                      <a:pt x="265" y="275"/>
                    </a:lnTo>
                    <a:lnTo>
                      <a:pt x="232" y="257"/>
                    </a:lnTo>
                    <a:lnTo>
                      <a:pt x="201" y="239"/>
                    </a:lnTo>
                    <a:lnTo>
                      <a:pt x="171" y="221"/>
                    </a:lnTo>
                    <a:lnTo>
                      <a:pt x="145" y="203"/>
                    </a:lnTo>
                    <a:lnTo>
                      <a:pt x="120" y="184"/>
                    </a:lnTo>
                    <a:lnTo>
                      <a:pt x="97" y="165"/>
                    </a:lnTo>
                    <a:lnTo>
                      <a:pt x="77" y="147"/>
                    </a:lnTo>
                    <a:lnTo>
                      <a:pt x="60" y="128"/>
                    </a:lnTo>
                    <a:lnTo>
                      <a:pt x="43" y="109"/>
                    </a:lnTo>
                    <a:lnTo>
                      <a:pt x="31" y="90"/>
                    </a:lnTo>
                    <a:lnTo>
                      <a:pt x="20" y="72"/>
                    </a:lnTo>
                    <a:lnTo>
                      <a:pt x="11" y="53"/>
                    </a:lnTo>
                    <a:lnTo>
                      <a:pt x="5" y="35"/>
                    </a:lnTo>
                    <a:lnTo>
                      <a:pt x="1" y="17"/>
                    </a:lnTo>
                    <a:lnTo>
                      <a:pt x="0" y="0"/>
                    </a:lnTo>
                    <a:lnTo>
                      <a:pt x="0" y="292"/>
                    </a:lnTo>
                    <a:lnTo>
                      <a:pt x="1" y="310"/>
                    </a:lnTo>
                    <a:lnTo>
                      <a:pt x="4" y="328"/>
                    </a:lnTo>
                    <a:lnTo>
                      <a:pt x="10" y="346"/>
                    </a:lnTo>
                    <a:lnTo>
                      <a:pt x="18" y="364"/>
                    </a:lnTo>
                    <a:lnTo>
                      <a:pt x="30" y="383"/>
                    </a:lnTo>
                    <a:lnTo>
                      <a:pt x="42" y="402"/>
                    </a:lnTo>
                    <a:lnTo>
                      <a:pt x="58" y="421"/>
                    </a:lnTo>
                    <a:lnTo>
                      <a:pt x="76" y="439"/>
                    </a:lnTo>
                    <a:lnTo>
                      <a:pt x="96" y="458"/>
                    </a:lnTo>
                    <a:lnTo>
                      <a:pt x="118" y="477"/>
                    </a:lnTo>
                    <a:lnTo>
                      <a:pt x="143" y="496"/>
                    </a:lnTo>
                    <a:lnTo>
                      <a:pt x="170" y="514"/>
                    </a:lnTo>
                    <a:lnTo>
                      <a:pt x="200" y="532"/>
                    </a:lnTo>
                    <a:lnTo>
                      <a:pt x="231" y="550"/>
                    </a:lnTo>
                    <a:lnTo>
                      <a:pt x="263" y="568"/>
                    </a:lnTo>
                    <a:lnTo>
                      <a:pt x="300" y="585"/>
                    </a:lnTo>
                    <a:lnTo>
                      <a:pt x="317" y="593"/>
                    </a:lnTo>
                    <a:lnTo>
                      <a:pt x="336" y="601"/>
                    </a:lnTo>
                    <a:lnTo>
                      <a:pt x="355" y="608"/>
                    </a:lnTo>
                    <a:lnTo>
                      <a:pt x="372" y="616"/>
                    </a:lnTo>
                    <a:lnTo>
                      <a:pt x="383" y="620"/>
                    </a:lnTo>
                    <a:lnTo>
                      <a:pt x="395" y="624"/>
                    </a:lnTo>
                    <a:lnTo>
                      <a:pt x="408" y="629"/>
                    </a:lnTo>
                    <a:lnTo>
                      <a:pt x="423" y="634"/>
                    </a:lnTo>
                    <a:lnTo>
                      <a:pt x="438" y="639"/>
                    </a:lnTo>
                    <a:lnTo>
                      <a:pt x="453" y="644"/>
                    </a:lnTo>
                    <a:lnTo>
                      <a:pt x="460" y="647"/>
                    </a:lnTo>
                    <a:lnTo>
                      <a:pt x="466" y="649"/>
                    </a:lnTo>
                    <a:lnTo>
                      <a:pt x="468" y="650"/>
                    </a:lnTo>
                    <a:lnTo>
                      <a:pt x="471" y="650"/>
                    </a:lnTo>
                    <a:lnTo>
                      <a:pt x="500" y="659"/>
                    </a:lnTo>
                    <a:lnTo>
                      <a:pt x="528" y="667"/>
                    </a:lnTo>
                    <a:lnTo>
                      <a:pt x="557" y="674"/>
                    </a:lnTo>
                    <a:lnTo>
                      <a:pt x="586" y="681"/>
                    </a:lnTo>
                    <a:lnTo>
                      <a:pt x="589" y="682"/>
                    </a:lnTo>
                    <a:lnTo>
                      <a:pt x="593" y="683"/>
                    </a:lnTo>
                    <a:lnTo>
                      <a:pt x="597" y="684"/>
                    </a:lnTo>
                    <a:lnTo>
                      <a:pt x="599" y="684"/>
                    </a:lnTo>
                    <a:lnTo>
                      <a:pt x="621" y="689"/>
                    </a:lnTo>
                    <a:lnTo>
                      <a:pt x="642" y="693"/>
                    </a:lnTo>
                    <a:lnTo>
                      <a:pt x="663" y="697"/>
                    </a:lnTo>
                    <a:lnTo>
                      <a:pt x="684" y="701"/>
                    </a:lnTo>
                    <a:lnTo>
                      <a:pt x="687" y="702"/>
                    </a:lnTo>
                    <a:lnTo>
                      <a:pt x="691" y="702"/>
                    </a:lnTo>
                    <a:lnTo>
                      <a:pt x="698" y="703"/>
                    </a:lnTo>
                    <a:lnTo>
                      <a:pt x="706" y="705"/>
                    </a:lnTo>
                    <a:lnTo>
                      <a:pt x="719" y="707"/>
                    </a:lnTo>
                    <a:lnTo>
                      <a:pt x="732" y="708"/>
                    </a:lnTo>
                    <a:lnTo>
                      <a:pt x="744" y="710"/>
                    </a:lnTo>
                    <a:lnTo>
                      <a:pt x="758" y="712"/>
                    </a:lnTo>
                    <a:lnTo>
                      <a:pt x="764" y="713"/>
                    </a:lnTo>
                    <a:lnTo>
                      <a:pt x="771" y="714"/>
                    </a:lnTo>
                    <a:lnTo>
                      <a:pt x="778" y="714"/>
                    </a:lnTo>
                    <a:lnTo>
                      <a:pt x="784" y="715"/>
                    </a:lnTo>
                    <a:lnTo>
                      <a:pt x="794" y="716"/>
                    </a:lnTo>
                    <a:lnTo>
                      <a:pt x="804" y="717"/>
                    </a:lnTo>
                    <a:lnTo>
                      <a:pt x="813" y="718"/>
                    </a:lnTo>
                    <a:lnTo>
                      <a:pt x="823" y="718"/>
                    </a:lnTo>
                    <a:lnTo>
                      <a:pt x="832" y="719"/>
                    </a:lnTo>
                    <a:lnTo>
                      <a:pt x="841" y="720"/>
                    </a:lnTo>
                    <a:lnTo>
                      <a:pt x="846" y="720"/>
                    </a:lnTo>
                    <a:lnTo>
                      <a:pt x="852" y="720"/>
                    </a:lnTo>
                    <a:lnTo>
                      <a:pt x="868" y="721"/>
                    </a:lnTo>
                    <a:lnTo>
                      <a:pt x="883" y="722"/>
                    </a:lnTo>
                    <a:lnTo>
                      <a:pt x="893" y="722"/>
                    </a:lnTo>
                    <a:lnTo>
                      <a:pt x="903" y="723"/>
                    </a:lnTo>
                    <a:lnTo>
                      <a:pt x="908" y="723"/>
                    </a:lnTo>
                    <a:lnTo>
                      <a:pt x="913" y="723"/>
                    </a:lnTo>
                    <a:lnTo>
                      <a:pt x="927" y="723"/>
                    </a:lnTo>
                    <a:lnTo>
                      <a:pt x="941" y="723"/>
                    </a:lnTo>
                    <a:lnTo>
                      <a:pt x="951" y="723"/>
                    </a:lnTo>
                    <a:lnTo>
                      <a:pt x="961" y="722"/>
                    </a:lnTo>
                    <a:lnTo>
                      <a:pt x="966" y="722"/>
                    </a:lnTo>
                    <a:lnTo>
                      <a:pt x="971" y="722"/>
                    </a:lnTo>
                    <a:lnTo>
                      <a:pt x="984" y="721"/>
                    </a:lnTo>
                    <a:lnTo>
                      <a:pt x="998" y="720"/>
                    </a:lnTo>
                    <a:lnTo>
                      <a:pt x="1007" y="720"/>
                    </a:lnTo>
                    <a:lnTo>
                      <a:pt x="1015" y="720"/>
                    </a:lnTo>
                    <a:lnTo>
                      <a:pt x="1020" y="719"/>
                    </a:lnTo>
                    <a:lnTo>
                      <a:pt x="1025" y="718"/>
                    </a:lnTo>
                    <a:lnTo>
                      <a:pt x="1040" y="717"/>
                    </a:lnTo>
                    <a:lnTo>
                      <a:pt x="1055" y="715"/>
                    </a:lnTo>
                    <a:lnTo>
                      <a:pt x="1064" y="714"/>
                    </a:lnTo>
                    <a:lnTo>
                      <a:pt x="1072" y="713"/>
                    </a:lnTo>
                    <a:lnTo>
                      <a:pt x="1074" y="713"/>
                    </a:lnTo>
                    <a:lnTo>
                      <a:pt x="1078" y="712"/>
                    </a:lnTo>
                    <a:lnTo>
                      <a:pt x="1094" y="709"/>
                    </a:lnTo>
                    <a:lnTo>
                      <a:pt x="1112" y="706"/>
                    </a:lnTo>
                    <a:lnTo>
                      <a:pt x="1128" y="703"/>
                    </a:lnTo>
                    <a:lnTo>
                      <a:pt x="1143" y="699"/>
                    </a:lnTo>
                    <a:lnTo>
                      <a:pt x="1145" y="699"/>
                    </a:lnTo>
                    <a:lnTo>
                      <a:pt x="1147" y="698"/>
                    </a:lnTo>
                    <a:lnTo>
                      <a:pt x="1159" y="695"/>
                    </a:lnTo>
                    <a:lnTo>
                      <a:pt x="1170" y="691"/>
                    </a:lnTo>
                    <a:lnTo>
                      <a:pt x="1178" y="689"/>
                    </a:lnTo>
                    <a:lnTo>
                      <a:pt x="1185" y="687"/>
                    </a:lnTo>
                    <a:lnTo>
                      <a:pt x="1195" y="683"/>
                    </a:lnTo>
                    <a:lnTo>
                      <a:pt x="1204" y="679"/>
                    </a:lnTo>
                    <a:lnTo>
                      <a:pt x="1214" y="675"/>
                    </a:lnTo>
                    <a:lnTo>
                      <a:pt x="1223" y="671"/>
                    </a:lnTo>
                    <a:lnTo>
                      <a:pt x="1225" y="670"/>
                    </a:lnTo>
                    <a:lnTo>
                      <a:pt x="1228" y="669"/>
                    </a:lnTo>
                    <a:lnTo>
                      <a:pt x="1239" y="664"/>
                    </a:lnTo>
                    <a:lnTo>
                      <a:pt x="1249" y="658"/>
                    </a:lnTo>
                    <a:lnTo>
                      <a:pt x="1258" y="652"/>
                    </a:lnTo>
                    <a:lnTo>
                      <a:pt x="1267" y="646"/>
                    </a:lnTo>
                    <a:lnTo>
                      <a:pt x="1269" y="644"/>
                    </a:lnTo>
                    <a:lnTo>
                      <a:pt x="1272" y="643"/>
                    </a:lnTo>
                    <a:lnTo>
                      <a:pt x="1272" y="643"/>
                    </a:lnTo>
                    <a:lnTo>
                      <a:pt x="1273" y="643"/>
                    </a:lnTo>
                    <a:lnTo>
                      <a:pt x="1284" y="633"/>
                    </a:lnTo>
                    <a:lnTo>
                      <a:pt x="1295" y="623"/>
                    </a:lnTo>
                    <a:lnTo>
                      <a:pt x="1299" y="618"/>
                    </a:lnTo>
                    <a:lnTo>
                      <a:pt x="1303" y="613"/>
                    </a:lnTo>
                    <a:lnTo>
                      <a:pt x="1305" y="611"/>
                    </a:lnTo>
                    <a:lnTo>
                      <a:pt x="1308" y="609"/>
                    </a:lnTo>
                    <a:lnTo>
                      <a:pt x="1309" y="606"/>
                    </a:lnTo>
                    <a:lnTo>
                      <a:pt x="1312" y="604"/>
                    </a:lnTo>
                    <a:lnTo>
                      <a:pt x="1318" y="594"/>
                    </a:lnTo>
                    <a:lnTo>
                      <a:pt x="1323" y="585"/>
                    </a:lnTo>
                    <a:lnTo>
                      <a:pt x="1324" y="581"/>
                    </a:lnTo>
                    <a:lnTo>
                      <a:pt x="1325" y="577"/>
                    </a:lnTo>
                    <a:lnTo>
                      <a:pt x="1327" y="575"/>
                    </a:lnTo>
                    <a:lnTo>
                      <a:pt x="1327" y="572"/>
                    </a:lnTo>
                    <a:lnTo>
                      <a:pt x="1329" y="568"/>
                    </a:lnTo>
                    <a:lnTo>
                      <a:pt x="1330" y="564"/>
                    </a:lnTo>
                    <a:lnTo>
                      <a:pt x="1333" y="552"/>
                    </a:lnTo>
                    <a:lnTo>
                      <a:pt x="1333" y="540"/>
                    </a:lnTo>
                    <a:lnTo>
                      <a:pt x="1333" y="538"/>
                    </a:lnTo>
                    <a:lnTo>
                      <a:pt x="1333" y="536"/>
                    </a:lnTo>
                    <a:lnTo>
                      <a:pt x="1334" y="243"/>
                    </a:lnTo>
                    <a:lnTo>
                      <a:pt x="1334" y="252"/>
                    </a:lnTo>
                    <a:lnTo>
                      <a:pt x="1333" y="261"/>
                    </a:lnTo>
                    <a:lnTo>
                      <a:pt x="1330" y="270"/>
                    </a:lnTo>
                    <a:lnTo>
                      <a:pt x="1328" y="27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2" name="Freeform 224">
                <a:extLst>
                  <a:ext uri="{FF2B5EF4-FFF2-40B4-BE49-F238E27FC236}">
                    <a16:creationId xmlns:a16="http://schemas.microsoft.com/office/drawing/2014/main" id="{A17B6CCD-C527-43BB-A396-16516CEE0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751" y="4278313"/>
                <a:ext cx="409575" cy="352425"/>
              </a:xfrm>
              <a:custGeom>
                <a:avLst/>
                <a:gdLst>
                  <a:gd name="T0" fmla="*/ 1 w 1289"/>
                  <a:gd name="T1" fmla="*/ 0 h 889"/>
                  <a:gd name="T2" fmla="*/ 0 w 1289"/>
                  <a:gd name="T3" fmla="*/ 293 h 889"/>
                  <a:gd name="T4" fmla="*/ 1288 w 1289"/>
                  <a:gd name="T5" fmla="*/ 889 h 889"/>
                  <a:gd name="T6" fmla="*/ 1289 w 1289"/>
                  <a:gd name="T7" fmla="*/ 596 h 889"/>
                  <a:gd name="T8" fmla="*/ 1 w 1289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9">
                    <a:moveTo>
                      <a:pt x="1" y="0"/>
                    </a:moveTo>
                    <a:lnTo>
                      <a:pt x="0" y="293"/>
                    </a:lnTo>
                    <a:lnTo>
                      <a:pt x="1288" y="889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3" name="Freeform 225">
                <a:extLst>
                  <a:ext uri="{FF2B5EF4-FFF2-40B4-BE49-F238E27FC236}">
                    <a16:creationId xmlns:a16="http://schemas.microsoft.com/office/drawing/2014/main" id="{A5E6278D-9299-4420-88FF-EA7B65A7C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738" y="4311650"/>
                <a:ext cx="352425" cy="319088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2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2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4" name="Freeform 226">
                <a:extLst>
                  <a:ext uri="{FF2B5EF4-FFF2-40B4-BE49-F238E27FC236}">
                    <a16:creationId xmlns:a16="http://schemas.microsoft.com/office/drawing/2014/main" id="{09CFE58A-4609-47AF-BC83-A6EC0B0D9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688" y="3382963"/>
                <a:ext cx="1954213" cy="1131888"/>
              </a:xfrm>
              <a:custGeom>
                <a:avLst/>
                <a:gdLst>
                  <a:gd name="T0" fmla="*/ 5236 w 6153"/>
                  <a:gd name="T1" fmla="*/ 839 h 2853"/>
                  <a:gd name="T2" fmla="*/ 5459 w 6153"/>
                  <a:gd name="T3" fmla="*/ 821 h 2853"/>
                  <a:gd name="T4" fmla="*/ 5609 w 6153"/>
                  <a:gd name="T5" fmla="*/ 759 h 2853"/>
                  <a:gd name="T6" fmla="*/ 5667 w 6153"/>
                  <a:gd name="T7" fmla="*/ 676 h 2853"/>
                  <a:gd name="T8" fmla="*/ 5649 w 6153"/>
                  <a:gd name="T9" fmla="*/ 578 h 2853"/>
                  <a:gd name="T10" fmla="*/ 5557 w 6153"/>
                  <a:gd name="T11" fmla="*/ 474 h 2853"/>
                  <a:gd name="T12" fmla="*/ 5398 w 6153"/>
                  <a:gd name="T13" fmla="*/ 374 h 2853"/>
                  <a:gd name="T14" fmla="*/ 5188 w 6153"/>
                  <a:gd name="T15" fmla="*/ 291 h 2853"/>
                  <a:gd name="T16" fmla="*/ 4963 w 6153"/>
                  <a:gd name="T17" fmla="*/ 240 h 2853"/>
                  <a:gd name="T18" fmla="*/ 4745 w 6153"/>
                  <a:gd name="T19" fmla="*/ 222 h 2853"/>
                  <a:gd name="T20" fmla="*/ 4554 w 6153"/>
                  <a:gd name="T21" fmla="*/ 239 h 2853"/>
                  <a:gd name="T22" fmla="*/ 4406 w 6153"/>
                  <a:gd name="T23" fmla="*/ 295 h 2853"/>
                  <a:gd name="T24" fmla="*/ 4337 w 6153"/>
                  <a:gd name="T25" fmla="*/ 392 h 2853"/>
                  <a:gd name="T26" fmla="*/ 4371 w 6153"/>
                  <a:gd name="T27" fmla="*/ 507 h 2853"/>
                  <a:gd name="T28" fmla="*/ 2088 w 6153"/>
                  <a:gd name="T29" fmla="*/ 591 h 2853"/>
                  <a:gd name="T30" fmla="*/ 2323 w 6153"/>
                  <a:gd name="T31" fmla="*/ 595 h 2853"/>
                  <a:gd name="T32" fmla="*/ 2500 w 6153"/>
                  <a:gd name="T33" fmla="*/ 647 h 2853"/>
                  <a:gd name="T34" fmla="*/ 2583 w 6153"/>
                  <a:gd name="T35" fmla="*/ 725 h 2853"/>
                  <a:gd name="T36" fmla="*/ 2586 w 6153"/>
                  <a:gd name="T37" fmla="*/ 820 h 2853"/>
                  <a:gd name="T38" fmla="*/ 2518 w 6153"/>
                  <a:gd name="T39" fmla="*/ 923 h 2853"/>
                  <a:gd name="T40" fmla="*/ 2378 w 6153"/>
                  <a:gd name="T41" fmla="*/ 1026 h 2853"/>
                  <a:gd name="T42" fmla="*/ 2179 w 6153"/>
                  <a:gd name="T43" fmla="*/ 1115 h 2853"/>
                  <a:gd name="T44" fmla="*/ 1958 w 6153"/>
                  <a:gd name="T45" fmla="*/ 1175 h 2853"/>
                  <a:gd name="T46" fmla="*/ 1737 w 6153"/>
                  <a:gd name="T47" fmla="*/ 1203 h 2853"/>
                  <a:gd name="T48" fmla="*/ 1536 w 6153"/>
                  <a:gd name="T49" fmla="*/ 1196 h 2853"/>
                  <a:gd name="T50" fmla="*/ 1375 w 6153"/>
                  <a:gd name="T51" fmla="*/ 1153 h 2853"/>
                  <a:gd name="T52" fmla="*/ 1275 w 6153"/>
                  <a:gd name="T53" fmla="*/ 1065 h 2853"/>
                  <a:gd name="T54" fmla="*/ 1278 w 6153"/>
                  <a:gd name="T55" fmla="*/ 954 h 2853"/>
                  <a:gd name="T56" fmla="*/ 1061 w 6153"/>
                  <a:gd name="T57" fmla="*/ 2024 h 2853"/>
                  <a:gd name="T58" fmla="*/ 816 w 6153"/>
                  <a:gd name="T59" fmla="*/ 2016 h 2853"/>
                  <a:gd name="T60" fmla="*/ 617 w 6153"/>
                  <a:gd name="T61" fmla="*/ 2055 h 2853"/>
                  <a:gd name="T62" fmla="*/ 510 w 6153"/>
                  <a:gd name="T63" fmla="*/ 2127 h 2853"/>
                  <a:gd name="T64" fmla="*/ 485 w 6153"/>
                  <a:gd name="T65" fmla="*/ 2218 h 2853"/>
                  <a:gd name="T66" fmla="*/ 535 w 6153"/>
                  <a:gd name="T67" fmla="*/ 2320 h 2853"/>
                  <a:gd name="T68" fmla="*/ 656 w 6153"/>
                  <a:gd name="T69" fmla="*/ 2423 h 2853"/>
                  <a:gd name="T70" fmla="*/ 844 w 6153"/>
                  <a:gd name="T71" fmla="*/ 2518 h 2853"/>
                  <a:gd name="T72" fmla="*/ 1062 w 6153"/>
                  <a:gd name="T73" fmla="*/ 2588 h 2853"/>
                  <a:gd name="T74" fmla="*/ 1286 w 6153"/>
                  <a:gd name="T75" fmla="*/ 2625 h 2853"/>
                  <a:gd name="T76" fmla="*/ 1495 w 6153"/>
                  <a:gd name="T77" fmla="*/ 2628 h 2853"/>
                  <a:gd name="T78" fmla="*/ 1668 w 6153"/>
                  <a:gd name="T79" fmla="*/ 2596 h 2853"/>
                  <a:gd name="T80" fmla="*/ 1791 w 6153"/>
                  <a:gd name="T81" fmla="*/ 2520 h 2853"/>
                  <a:gd name="T82" fmla="*/ 1814 w 6153"/>
                  <a:gd name="T83" fmla="*/ 2413 h 2853"/>
                  <a:gd name="T84" fmla="*/ 4368 w 6153"/>
                  <a:gd name="T85" fmla="*/ 2339 h 2853"/>
                  <a:gd name="T86" fmla="*/ 3962 w 6153"/>
                  <a:gd name="T87" fmla="*/ 2266 h 2853"/>
                  <a:gd name="T88" fmla="*/ 3746 w 6153"/>
                  <a:gd name="T89" fmla="*/ 2241 h 2853"/>
                  <a:gd name="T90" fmla="*/ 3608 w 6153"/>
                  <a:gd name="T91" fmla="*/ 2175 h 2853"/>
                  <a:gd name="T92" fmla="*/ 3560 w 6153"/>
                  <a:gd name="T93" fmla="*/ 2089 h 2853"/>
                  <a:gd name="T94" fmla="*/ 3588 w 6153"/>
                  <a:gd name="T95" fmla="*/ 1989 h 2853"/>
                  <a:gd name="T96" fmla="*/ 3688 w 6153"/>
                  <a:gd name="T97" fmla="*/ 1885 h 2853"/>
                  <a:gd name="T98" fmla="*/ 3856 w 6153"/>
                  <a:gd name="T99" fmla="*/ 1787 h 2853"/>
                  <a:gd name="T100" fmla="*/ 4068 w 6153"/>
                  <a:gd name="T101" fmla="*/ 1708 h 2853"/>
                  <a:gd name="T102" fmla="*/ 4292 w 6153"/>
                  <a:gd name="T103" fmla="*/ 1662 h 2853"/>
                  <a:gd name="T104" fmla="*/ 4507 w 6153"/>
                  <a:gd name="T105" fmla="*/ 1648 h 2853"/>
                  <a:gd name="T106" fmla="*/ 4693 w 6153"/>
                  <a:gd name="T107" fmla="*/ 1670 h 2853"/>
                  <a:gd name="T108" fmla="*/ 4835 w 6153"/>
                  <a:gd name="T109" fmla="*/ 1734 h 2853"/>
                  <a:gd name="T110" fmla="*/ 4890 w 6153"/>
                  <a:gd name="T111" fmla="*/ 1834 h 2853"/>
                  <a:gd name="T112" fmla="*/ 5049 w 6153"/>
                  <a:gd name="T113" fmla="*/ 2022 h 2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3" h="2853">
                    <a:moveTo>
                      <a:pt x="4865" y="912"/>
                    </a:moveTo>
                    <a:lnTo>
                      <a:pt x="5055" y="824"/>
                    </a:lnTo>
                    <a:lnTo>
                      <a:pt x="5093" y="829"/>
                    </a:lnTo>
                    <a:lnTo>
                      <a:pt x="5129" y="833"/>
                    </a:lnTo>
                    <a:lnTo>
                      <a:pt x="5165" y="836"/>
                    </a:lnTo>
                    <a:lnTo>
                      <a:pt x="5201" y="838"/>
                    </a:lnTo>
                    <a:lnTo>
                      <a:pt x="5236" y="839"/>
                    </a:lnTo>
                    <a:lnTo>
                      <a:pt x="5271" y="840"/>
                    </a:lnTo>
                    <a:lnTo>
                      <a:pt x="5305" y="839"/>
                    </a:lnTo>
                    <a:lnTo>
                      <a:pt x="5338" y="837"/>
                    </a:lnTo>
                    <a:lnTo>
                      <a:pt x="5370" y="835"/>
                    </a:lnTo>
                    <a:lnTo>
                      <a:pt x="5400" y="831"/>
                    </a:lnTo>
                    <a:lnTo>
                      <a:pt x="5430" y="827"/>
                    </a:lnTo>
                    <a:lnTo>
                      <a:pt x="5459" y="821"/>
                    </a:lnTo>
                    <a:lnTo>
                      <a:pt x="5486" y="814"/>
                    </a:lnTo>
                    <a:lnTo>
                      <a:pt x="5512" y="807"/>
                    </a:lnTo>
                    <a:lnTo>
                      <a:pt x="5536" y="798"/>
                    </a:lnTo>
                    <a:lnTo>
                      <a:pt x="5560" y="788"/>
                    </a:lnTo>
                    <a:lnTo>
                      <a:pt x="5577" y="779"/>
                    </a:lnTo>
                    <a:lnTo>
                      <a:pt x="5594" y="769"/>
                    </a:lnTo>
                    <a:lnTo>
                      <a:pt x="5609" y="759"/>
                    </a:lnTo>
                    <a:lnTo>
                      <a:pt x="5622" y="749"/>
                    </a:lnTo>
                    <a:lnTo>
                      <a:pt x="5634" y="737"/>
                    </a:lnTo>
                    <a:lnTo>
                      <a:pt x="5644" y="726"/>
                    </a:lnTo>
                    <a:lnTo>
                      <a:pt x="5652" y="714"/>
                    </a:lnTo>
                    <a:lnTo>
                      <a:pt x="5659" y="702"/>
                    </a:lnTo>
                    <a:lnTo>
                      <a:pt x="5664" y="689"/>
                    </a:lnTo>
                    <a:lnTo>
                      <a:pt x="5667" y="676"/>
                    </a:lnTo>
                    <a:lnTo>
                      <a:pt x="5669" y="662"/>
                    </a:lnTo>
                    <a:lnTo>
                      <a:pt x="5670" y="649"/>
                    </a:lnTo>
                    <a:lnTo>
                      <a:pt x="5669" y="635"/>
                    </a:lnTo>
                    <a:lnTo>
                      <a:pt x="5666" y="621"/>
                    </a:lnTo>
                    <a:lnTo>
                      <a:pt x="5661" y="607"/>
                    </a:lnTo>
                    <a:lnTo>
                      <a:pt x="5656" y="592"/>
                    </a:lnTo>
                    <a:lnTo>
                      <a:pt x="5649" y="578"/>
                    </a:lnTo>
                    <a:lnTo>
                      <a:pt x="5640" y="563"/>
                    </a:lnTo>
                    <a:lnTo>
                      <a:pt x="5630" y="548"/>
                    </a:lnTo>
                    <a:lnTo>
                      <a:pt x="5619" y="533"/>
                    </a:lnTo>
                    <a:lnTo>
                      <a:pt x="5605" y="518"/>
                    </a:lnTo>
                    <a:lnTo>
                      <a:pt x="5591" y="503"/>
                    </a:lnTo>
                    <a:lnTo>
                      <a:pt x="5575" y="489"/>
                    </a:lnTo>
                    <a:lnTo>
                      <a:pt x="5557" y="474"/>
                    </a:lnTo>
                    <a:lnTo>
                      <a:pt x="5539" y="459"/>
                    </a:lnTo>
                    <a:lnTo>
                      <a:pt x="5519" y="444"/>
                    </a:lnTo>
                    <a:lnTo>
                      <a:pt x="5497" y="430"/>
                    </a:lnTo>
                    <a:lnTo>
                      <a:pt x="5475" y="415"/>
                    </a:lnTo>
                    <a:lnTo>
                      <a:pt x="5450" y="401"/>
                    </a:lnTo>
                    <a:lnTo>
                      <a:pt x="5425" y="387"/>
                    </a:lnTo>
                    <a:lnTo>
                      <a:pt x="5398" y="374"/>
                    </a:lnTo>
                    <a:lnTo>
                      <a:pt x="5370" y="360"/>
                    </a:lnTo>
                    <a:lnTo>
                      <a:pt x="5340" y="347"/>
                    </a:lnTo>
                    <a:lnTo>
                      <a:pt x="5311" y="335"/>
                    </a:lnTo>
                    <a:lnTo>
                      <a:pt x="5280" y="323"/>
                    </a:lnTo>
                    <a:lnTo>
                      <a:pt x="5250" y="312"/>
                    </a:lnTo>
                    <a:lnTo>
                      <a:pt x="5219" y="301"/>
                    </a:lnTo>
                    <a:lnTo>
                      <a:pt x="5188" y="291"/>
                    </a:lnTo>
                    <a:lnTo>
                      <a:pt x="5155" y="282"/>
                    </a:lnTo>
                    <a:lnTo>
                      <a:pt x="5124" y="273"/>
                    </a:lnTo>
                    <a:lnTo>
                      <a:pt x="5091" y="265"/>
                    </a:lnTo>
                    <a:lnTo>
                      <a:pt x="5060" y="258"/>
                    </a:lnTo>
                    <a:lnTo>
                      <a:pt x="5028" y="251"/>
                    </a:lnTo>
                    <a:lnTo>
                      <a:pt x="4995" y="245"/>
                    </a:lnTo>
                    <a:lnTo>
                      <a:pt x="4963" y="240"/>
                    </a:lnTo>
                    <a:lnTo>
                      <a:pt x="4932" y="235"/>
                    </a:lnTo>
                    <a:lnTo>
                      <a:pt x="4900" y="231"/>
                    </a:lnTo>
                    <a:lnTo>
                      <a:pt x="4868" y="228"/>
                    </a:lnTo>
                    <a:lnTo>
                      <a:pt x="4837" y="225"/>
                    </a:lnTo>
                    <a:lnTo>
                      <a:pt x="4807" y="224"/>
                    </a:lnTo>
                    <a:lnTo>
                      <a:pt x="4775" y="222"/>
                    </a:lnTo>
                    <a:lnTo>
                      <a:pt x="4745" y="222"/>
                    </a:lnTo>
                    <a:lnTo>
                      <a:pt x="4717" y="222"/>
                    </a:lnTo>
                    <a:lnTo>
                      <a:pt x="4688" y="223"/>
                    </a:lnTo>
                    <a:lnTo>
                      <a:pt x="4659" y="225"/>
                    </a:lnTo>
                    <a:lnTo>
                      <a:pt x="4632" y="227"/>
                    </a:lnTo>
                    <a:lnTo>
                      <a:pt x="4605" y="230"/>
                    </a:lnTo>
                    <a:lnTo>
                      <a:pt x="4579" y="234"/>
                    </a:lnTo>
                    <a:lnTo>
                      <a:pt x="4554" y="239"/>
                    </a:lnTo>
                    <a:lnTo>
                      <a:pt x="4530" y="244"/>
                    </a:lnTo>
                    <a:lnTo>
                      <a:pt x="4508" y="250"/>
                    </a:lnTo>
                    <a:lnTo>
                      <a:pt x="4486" y="257"/>
                    </a:lnTo>
                    <a:lnTo>
                      <a:pt x="4466" y="265"/>
                    </a:lnTo>
                    <a:lnTo>
                      <a:pt x="4446" y="273"/>
                    </a:lnTo>
                    <a:lnTo>
                      <a:pt x="4424" y="284"/>
                    </a:lnTo>
                    <a:lnTo>
                      <a:pt x="4406" y="295"/>
                    </a:lnTo>
                    <a:lnTo>
                      <a:pt x="4389" y="308"/>
                    </a:lnTo>
                    <a:lnTo>
                      <a:pt x="4376" y="320"/>
                    </a:lnTo>
                    <a:lnTo>
                      <a:pt x="4363" y="333"/>
                    </a:lnTo>
                    <a:lnTo>
                      <a:pt x="4353" y="347"/>
                    </a:lnTo>
                    <a:lnTo>
                      <a:pt x="4346" y="362"/>
                    </a:lnTo>
                    <a:lnTo>
                      <a:pt x="4341" y="377"/>
                    </a:lnTo>
                    <a:lnTo>
                      <a:pt x="4337" y="392"/>
                    </a:lnTo>
                    <a:lnTo>
                      <a:pt x="4336" y="407"/>
                    </a:lnTo>
                    <a:lnTo>
                      <a:pt x="4337" y="423"/>
                    </a:lnTo>
                    <a:lnTo>
                      <a:pt x="4339" y="440"/>
                    </a:lnTo>
                    <a:lnTo>
                      <a:pt x="4344" y="456"/>
                    </a:lnTo>
                    <a:lnTo>
                      <a:pt x="4351" y="473"/>
                    </a:lnTo>
                    <a:lnTo>
                      <a:pt x="4359" y="490"/>
                    </a:lnTo>
                    <a:lnTo>
                      <a:pt x="4371" y="507"/>
                    </a:lnTo>
                    <a:lnTo>
                      <a:pt x="4181" y="596"/>
                    </a:lnTo>
                    <a:lnTo>
                      <a:pt x="2891" y="0"/>
                    </a:lnTo>
                    <a:lnTo>
                      <a:pt x="1786" y="514"/>
                    </a:lnTo>
                    <a:lnTo>
                      <a:pt x="1978" y="603"/>
                    </a:lnTo>
                    <a:lnTo>
                      <a:pt x="2014" y="598"/>
                    </a:lnTo>
                    <a:lnTo>
                      <a:pt x="2052" y="594"/>
                    </a:lnTo>
                    <a:lnTo>
                      <a:pt x="2088" y="591"/>
                    </a:lnTo>
                    <a:lnTo>
                      <a:pt x="2123" y="589"/>
                    </a:lnTo>
                    <a:lnTo>
                      <a:pt x="2158" y="587"/>
                    </a:lnTo>
                    <a:lnTo>
                      <a:pt x="2193" y="587"/>
                    </a:lnTo>
                    <a:lnTo>
                      <a:pt x="2227" y="588"/>
                    </a:lnTo>
                    <a:lnTo>
                      <a:pt x="2259" y="589"/>
                    </a:lnTo>
                    <a:lnTo>
                      <a:pt x="2292" y="592"/>
                    </a:lnTo>
                    <a:lnTo>
                      <a:pt x="2323" y="595"/>
                    </a:lnTo>
                    <a:lnTo>
                      <a:pt x="2353" y="600"/>
                    </a:lnTo>
                    <a:lnTo>
                      <a:pt x="2382" y="606"/>
                    </a:lnTo>
                    <a:lnTo>
                      <a:pt x="2409" y="612"/>
                    </a:lnTo>
                    <a:lnTo>
                      <a:pt x="2434" y="620"/>
                    </a:lnTo>
                    <a:lnTo>
                      <a:pt x="2459" y="629"/>
                    </a:lnTo>
                    <a:lnTo>
                      <a:pt x="2483" y="638"/>
                    </a:lnTo>
                    <a:lnTo>
                      <a:pt x="2500" y="647"/>
                    </a:lnTo>
                    <a:lnTo>
                      <a:pt x="2518" y="657"/>
                    </a:lnTo>
                    <a:lnTo>
                      <a:pt x="2533" y="667"/>
                    </a:lnTo>
                    <a:lnTo>
                      <a:pt x="2545" y="678"/>
                    </a:lnTo>
                    <a:lnTo>
                      <a:pt x="2558" y="689"/>
                    </a:lnTo>
                    <a:lnTo>
                      <a:pt x="2568" y="701"/>
                    </a:lnTo>
                    <a:lnTo>
                      <a:pt x="2575" y="713"/>
                    </a:lnTo>
                    <a:lnTo>
                      <a:pt x="2583" y="725"/>
                    </a:lnTo>
                    <a:lnTo>
                      <a:pt x="2588" y="738"/>
                    </a:lnTo>
                    <a:lnTo>
                      <a:pt x="2591" y="751"/>
                    </a:lnTo>
                    <a:lnTo>
                      <a:pt x="2594" y="764"/>
                    </a:lnTo>
                    <a:lnTo>
                      <a:pt x="2594" y="778"/>
                    </a:lnTo>
                    <a:lnTo>
                      <a:pt x="2594" y="792"/>
                    </a:lnTo>
                    <a:lnTo>
                      <a:pt x="2591" y="806"/>
                    </a:lnTo>
                    <a:lnTo>
                      <a:pt x="2586" y="820"/>
                    </a:lnTo>
                    <a:lnTo>
                      <a:pt x="2581" y="835"/>
                    </a:lnTo>
                    <a:lnTo>
                      <a:pt x="2574" y="849"/>
                    </a:lnTo>
                    <a:lnTo>
                      <a:pt x="2566" y="864"/>
                    </a:lnTo>
                    <a:lnTo>
                      <a:pt x="2556" y="879"/>
                    </a:lnTo>
                    <a:lnTo>
                      <a:pt x="2544" y="894"/>
                    </a:lnTo>
                    <a:lnTo>
                      <a:pt x="2531" y="908"/>
                    </a:lnTo>
                    <a:lnTo>
                      <a:pt x="2518" y="923"/>
                    </a:lnTo>
                    <a:lnTo>
                      <a:pt x="2501" y="938"/>
                    </a:lnTo>
                    <a:lnTo>
                      <a:pt x="2484" y="953"/>
                    </a:lnTo>
                    <a:lnTo>
                      <a:pt x="2467" y="968"/>
                    </a:lnTo>
                    <a:lnTo>
                      <a:pt x="2447" y="982"/>
                    </a:lnTo>
                    <a:lnTo>
                      <a:pt x="2425" y="997"/>
                    </a:lnTo>
                    <a:lnTo>
                      <a:pt x="2402" y="1011"/>
                    </a:lnTo>
                    <a:lnTo>
                      <a:pt x="2378" y="1026"/>
                    </a:lnTo>
                    <a:lnTo>
                      <a:pt x="2353" y="1039"/>
                    </a:lnTo>
                    <a:lnTo>
                      <a:pt x="2327" y="1053"/>
                    </a:lnTo>
                    <a:lnTo>
                      <a:pt x="2298" y="1067"/>
                    </a:lnTo>
                    <a:lnTo>
                      <a:pt x="2269" y="1080"/>
                    </a:lnTo>
                    <a:lnTo>
                      <a:pt x="2239" y="1092"/>
                    </a:lnTo>
                    <a:lnTo>
                      <a:pt x="2209" y="1104"/>
                    </a:lnTo>
                    <a:lnTo>
                      <a:pt x="2179" y="1115"/>
                    </a:lnTo>
                    <a:lnTo>
                      <a:pt x="2148" y="1126"/>
                    </a:lnTo>
                    <a:lnTo>
                      <a:pt x="2117" y="1136"/>
                    </a:lnTo>
                    <a:lnTo>
                      <a:pt x="2085" y="1145"/>
                    </a:lnTo>
                    <a:lnTo>
                      <a:pt x="2054" y="1153"/>
                    </a:lnTo>
                    <a:lnTo>
                      <a:pt x="2022" y="1161"/>
                    </a:lnTo>
                    <a:lnTo>
                      <a:pt x="1989" y="1169"/>
                    </a:lnTo>
                    <a:lnTo>
                      <a:pt x="1958" y="1175"/>
                    </a:lnTo>
                    <a:lnTo>
                      <a:pt x="1926" y="1181"/>
                    </a:lnTo>
                    <a:lnTo>
                      <a:pt x="1893" y="1187"/>
                    </a:lnTo>
                    <a:lnTo>
                      <a:pt x="1862" y="1191"/>
                    </a:lnTo>
                    <a:lnTo>
                      <a:pt x="1831" y="1195"/>
                    </a:lnTo>
                    <a:lnTo>
                      <a:pt x="1798" y="1199"/>
                    </a:lnTo>
                    <a:lnTo>
                      <a:pt x="1767" y="1201"/>
                    </a:lnTo>
                    <a:lnTo>
                      <a:pt x="1737" y="1203"/>
                    </a:lnTo>
                    <a:lnTo>
                      <a:pt x="1706" y="1204"/>
                    </a:lnTo>
                    <a:lnTo>
                      <a:pt x="1677" y="1205"/>
                    </a:lnTo>
                    <a:lnTo>
                      <a:pt x="1647" y="1205"/>
                    </a:lnTo>
                    <a:lnTo>
                      <a:pt x="1618" y="1204"/>
                    </a:lnTo>
                    <a:lnTo>
                      <a:pt x="1589" y="1202"/>
                    </a:lnTo>
                    <a:lnTo>
                      <a:pt x="1562" y="1200"/>
                    </a:lnTo>
                    <a:lnTo>
                      <a:pt x="1536" y="1196"/>
                    </a:lnTo>
                    <a:lnTo>
                      <a:pt x="1509" y="1193"/>
                    </a:lnTo>
                    <a:lnTo>
                      <a:pt x="1485" y="1188"/>
                    </a:lnTo>
                    <a:lnTo>
                      <a:pt x="1461" y="1183"/>
                    </a:lnTo>
                    <a:lnTo>
                      <a:pt x="1438" y="1176"/>
                    </a:lnTo>
                    <a:lnTo>
                      <a:pt x="1416" y="1169"/>
                    </a:lnTo>
                    <a:lnTo>
                      <a:pt x="1395" y="1162"/>
                    </a:lnTo>
                    <a:lnTo>
                      <a:pt x="1375" y="1153"/>
                    </a:lnTo>
                    <a:lnTo>
                      <a:pt x="1355" y="1143"/>
                    </a:lnTo>
                    <a:lnTo>
                      <a:pt x="1336" y="1131"/>
                    </a:lnTo>
                    <a:lnTo>
                      <a:pt x="1318" y="1119"/>
                    </a:lnTo>
                    <a:lnTo>
                      <a:pt x="1305" y="1107"/>
                    </a:lnTo>
                    <a:lnTo>
                      <a:pt x="1292" y="1093"/>
                    </a:lnTo>
                    <a:lnTo>
                      <a:pt x="1282" y="1079"/>
                    </a:lnTo>
                    <a:lnTo>
                      <a:pt x="1275" y="1065"/>
                    </a:lnTo>
                    <a:lnTo>
                      <a:pt x="1268" y="1050"/>
                    </a:lnTo>
                    <a:lnTo>
                      <a:pt x="1265" y="1035"/>
                    </a:lnTo>
                    <a:lnTo>
                      <a:pt x="1263" y="1019"/>
                    </a:lnTo>
                    <a:lnTo>
                      <a:pt x="1265" y="1003"/>
                    </a:lnTo>
                    <a:lnTo>
                      <a:pt x="1267" y="987"/>
                    </a:lnTo>
                    <a:lnTo>
                      <a:pt x="1271" y="970"/>
                    </a:lnTo>
                    <a:lnTo>
                      <a:pt x="1278" y="954"/>
                    </a:lnTo>
                    <a:lnTo>
                      <a:pt x="1287" y="937"/>
                    </a:lnTo>
                    <a:lnTo>
                      <a:pt x="1297" y="920"/>
                    </a:lnTo>
                    <a:lnTo>
                      <a:pt x="1106" y="831"/>
                    </a:lnTo>
                    <a:lnTo>
                      <a:pt x="0" y="1345"/>
                    </a:lnTo>
                    <a:lnTo>
                      <a:pt x="1288" y="1941"/>
                    </a:lnTo>
                    <a:lnTo>
                      <a:pt x="1098" y="2029"/>
                    </a:lnTo>
                    <a:lnTo>
                      <a:pt x="1061" y="2024"/>
                    </a:lnTo>
                    <a:lnTo>
                      <a:pt x="1025" y="2020"/>
                    </a:lnTo>
                    <a:lnTo>
                      <a:pt x="989" y="2017"/>
                    </a:lnTo>
                    <a:lnTo>
                      <a:pt x="952" y="2015"/>
                    </a:lnTo>
                    <a:lnTo>
                      <a:pt x="917" y="2014"/>
                    </a:lnTo>
                    <a:lnTo>
                      <a:pt x="884" y="2013"/>
                    </a:lnTo>
                    <a:lnTo>
                      <a:pt x="850" y="2014"/>
                    </a:lnTo>
                    <a:lnTo>
                      <a:pt x="816" y="2016"/>
                    </a:lnTo>
                    <a:lnTo>
                      <a:pt x="785" y="2018"/>
                    </a:lnTo>
                    <a:lnTo>
                      <a:pt x="754" y="2022"/>
                    </a:lnTo>
                    <a:lnTo>
                      <a:pt x="724" y="2026"/>
                    </a:lnTo>
                    <a:lnTo>
                      <a:pt x="695" y="2032"/>
                    </a:lnTo>
                    <a:lnTo>
                      <a:pt x="667" y="2039"/>
                    </a:lnTo>
                    <a:lnTo>
                      <a:pt x="642" y="2046"/>
                    </a:lnTo>
                    <a:lnTo>
                      <a:pt x="617" y="2055"/>
                    </a:lnTo>
                    <a:lnTo>
                      <a:pt x="595" y="2065"/>
                    </a:lnTo>
                    <a:lnTo>
                      <a:pt x="576" y="2074"/>
                    </a:lnTo>
                    <a:lnTo>
                      <a:pt x="560" y="2084"/>
                    </a:lnTo>
                    <a:lnTo>
                      <a:pt x="545" y="2094"/>
                    </a:lnTo>
                    <a:lnTo>
                      <a:pt x="531" y="2104"/>
                    </a:lnTo>
                    <a:lnTo>
                      <a:pt x="520" y="2116"/>
                    </a:lnTo>
                    <a:lnTo>
                      <a:pt x="510" y="2127"/>
                    </a:lnTo>
                    <a:lnTo>
                      <a:pt x="502" y="2139"/>
                    </a:lnTo>
                    <a:lnTo>
                      <a:pt x="495" y="2151"/>
                    </a:lnTo>
                    <a:lnTo>
                      <a:pt x="490" y="2164"/>
                    </a:lnTo>
                    <a:lnTo>
                      <a:pt x="486" y="2177"/>
                    </a:lnTo>
                    <a:lnTo>
                      <a:pt x="485" y="2191"/>
                    </a:lnTo>
                    <a:lnTo>
                      <a:pt x="484" y="2204"/>
                    </a:lnTo>
                    <a:lnTo>
                      <a:pt x="485" y="2218"/>
                    </a:lnTo>
                    <a:lnTo>
                      <a:pt x="488" y="2232"/>
                    </a:lnTo>
                    <a:lnTo>
                      <a:pt x="493" y="2246"/>
                    </a:lnTo>
                    <a:lnTo>
                      <a:pt x="498" y="2261"/>
                    </a:lnTo>
                    <a:lnTo>
                      <a:pt x="505" y="2275"/>
                    </a:lnTo>
                    <a:lnTo>
                      <a:pt x="514" y="2290"/>
                    </a:lnTo>
                    <a:lnTo>
                      <a:pt x="524" y="2305"/>
                    </a:lnTo>
                    <a:lnTo>
                      <a:pt x="535" y="2320"/>
                    </a:lnTo>
                    <a:lnTo>
                      <a:pt x="549" y="2335"/>
                    </a:lnTo>
                    <a:lnTo>
                      <a:pt x="564" y="2350"/>
                    </a:lnTo>
                    <a:lnTo>
                      <a:pt x="579" y="2364"/>
                    </a:lnTo>
                    <a:lnTo>
                      <a:pt x="596" y="2379"/>
                    </a:lnTo>
                    <a:lnTo>
                      <a:pt x="615" y="2394"/>
                    </a:lnTo>
                    <a:lnTo>
                      <a:pt x="635" y="2409"/>
                    </a:lnTo>
                    <a:lnTo>
                      <a:pt x="656" y="2423"/>
                    </a:lnTo>
                    <a:lnTo>
                      <a:pt x="680" y="2438"/>
                    </a:lnTo>
                    <a:lnTo>
                      <a:pt x="704" y="2452"/>
                    </a:lnTo>
                    <a:lnTo>
                      <a:pt x="730" y="2466"/>
                    </a:lnTo>
                    <a:lnTo>
                      <a:pt x="756" y="2479"/>
                    </a:lnTo>
                    <a:lnTo>
                      <a:pt x="785" y="2493"/>
                    </a:lnTo>
                    <a:lnTo>
                      <a:pt x="814" y="2506"/>
                    </a:lnTo>
                    <a:lnTo>
                      <a:pt x="844" y="2518"/>
                    </a:lnTo>
                    <a:lnTo>
                      <a:pt x="874" y="2530"/>
                    </a:lnTo>
                    <a:lnTo>
                      <a:pt x="904" y="2541"/>
                    </a:lnTo>
                    <a:lnTo>
                      <a:pt x="935" y="2552"/>
                    </a:lnTo>
                    <a:lnTo>
                      <a:pt x="966" y="2562"/>
                    </a:lnTo>
                    <a:lnTo>
                      <a:pt x="999" y="2571"/>
                    </a:lnTo>
                    <a:lnTo>
                      <a:pt x="1030" y="2580"/>
                    </a:lnTo>
                    <a:lnTo>
                      <a:pt x="1062" y="2588"/>
                    </a:lnTo>
                    <a:lnTo>
                      <a:pt x="1095" y="2595"/>
                    </a:lnTo>
                    <a:lnTo>
                      <a:pt x="1126" y="2602"/>
                    </a:lnTo>
                    <a:lnTo>
                      <a:pt x="1158" y="2608"/>
                    </a:lnTo>
                    <a:lnTo>
                      <a:pt x="1191" y="2613"/>
                    </a:lnTo>
                    <a:lnTo>
                      <a:pt x="1222" y="2618"/>
                    </a:lnTo>
                    <a:lnTo>
                      <a:pt x="1255" y="2622"/>
                    </a:lnTo>
                    <a:lnTo>
                      <a:pt x="1286" y="2625"/>
                    </a:lnTo>
                    <a:lnTo>
                      <a:pt x="1317" y="2628"/>
                    </a:lnTo>
                    <a:lnTo>
                      <a:pt x="1348" y="2629"/>
                    </a:lnTo>
                    <a:lnTo>
                      <a:pt x="1378" y="2631"/>
                    </a:lnTo>
                    <a:lnTo>
                      <a:pt x="1408" y="2631"/>
                    </a:lnTo>
                    <a:lnTo>
                      <a:pt x="1437" y="2631"/>
                    </a:lnTo>
                    <a:lnTo>
                      <a:pt x="1466" y="2630"/>
                    </a:lnTo>
                    <a:lnTo>
                      <a:pt x="1495" y="2628"/>
                    </a:lnTo>
                    <a:lnTo>
                      <a:pt x="1522" y="2626"/>
                    </a:lnTo>
                    <a:lnTo>
                      <a:pt x="1548" y="2623"/>
                    </a:lnTo>
                    <a:lnTo>
                      <a:pt x="1574" y="2619"/>
                    </a:lnTo>
                    <a:lnTo>
                      <a:pt x="1599" y="2614"/>
                    </a:lnTo>
                    <a:lnTo>
                      <a:pt x="1623" y="2609"/>
                    </a:lnTo>
                    <a:lnTo>
                      <a:pt x="1646" y="2603"/>
                    </a:lnTo>
                    <a:lnTo>
                      <a:pt x="1668" y="2596"/>
                    </a:lnTo>
                    <a:lnTo>
                      <a:pt x="1689" y="2588"/>
                    </a:lnTo>
                    <a:lnTo>
                      <a:pt x="1708" y="2580"/>
                    </a:lnTo>
                    <a:lnTo>
                      <a:pt x="1729" y="2569"/>
                    </a:lnTo>
                    <a:lnTo>
                      <a:pt x="1748" y="2558"/>
                    </a:lnTo>
                    <a:lnTo>
                      <a:pt x="1764" y="2546"/>
                    </a:lnTo>
                    <a:lnTo>
                      <a:pt x="1778" y="2533"/>
                    </a:lnTo>
                    <a:lnTo>
                      <a:pt x="1791" y="2520"/>
                    </a:lnTo>
                    <a:lnTo>
                      <a:pt x="1801" y="2506"/>
                    </a:lnTo>
                    <a:lnTo>
                      <a:pt x="1808" y="2491"/>
                    </a:lnTo>
                    <a:lnTo>
                      <a:pt x="1814" y="2477"/>
                    </a:lnTo>
                    <a:lnTo>
                      <a:pt x="1817" y="2461"/>
                    </a:lnTo>
                    <a:lnTo>
                      <a:pt x="1818" y="2446"/>
                    </a:lnTo>
                    <a:lnTo>
                      <a:pt x="1818" y="2430"/>
                    </a:lnTo>
                    <a:lnTo>
                      <a:pt x="1814" y="2413"/>
                    </a:lnTo>
                    <a:lnTo>
                      <a:pt x="1809" y="2397"/>
                    </a:lnTo>
                    <a:lnTo>
                      <a:pt x="1803" y="2380"/>
                    </a:lnTo>
                    <a:lnTo>
                      <a:pt x="1794" y="2363"/>
                    </a:lnTo>
                    <a:lnTo>
                      <a:pt x="1783" y="2346"/>
                    </a:lnTo>
                    <a:lnTo>
                      <a:pt x="1974" y="2257"/>
                    </a:lnTo>
                    <a:lnTo>
                      <a:pt x="3262" y="2853"/>
                    </a:lnTo>
                    <a:lnTo>
                      <a:pt x="4368" y="2339"/>
                    </a:lnTo>
                    <a:lnTo>
                      <a:pt x="4177" y="2250"/>
                    </a:lnTo>
                    <a:lnTo>
                      <a:pt x="4139" y="2255"/>
                    </a:lnTo>
                    <a:lnTo>
                      <a:pt x="4103" y="2259"/>
                    </a:lnTo>
                    <a:lnTo>
                      <a:pt x="4067" y="2262"/>
                    </a:lnTo>
                    <a:lnTo>
                      <a:pt x="4031" y="2265"/>
                    </a:lnTo>
                    <a:lnTo>
                      <a:pt x="3996" y="2266"/>
                    </a:lnTo>
                    <a:lnTo>
                      <a:pt x="3962" y="2266"/>
                    </a:lnTo>
                    <a:lnTo>
                      <a:pt x="3928" y="2266"/>
                    </a:lnTo>
                    <a:lnTo>
                      <a:pt x="3895" y="2264"/>
                    </a:lnTo>
                    <a:lnTo>
                      <a:pt x="3863" y="2261"/>
                    </a:lnTo>
                    <a:lnTo>
                      <a:pt x="3832" y="2258"/>
                    </a:lnTo>
                    <a:lnTo>
                      <a:pt x="3802" y="2253"/>
                    </a:lnTo>
                    <a:lnTo>
                      <a:pt x="3773" y="2247"/>
                    </a:lnTo>
                    <a:lnTo>
                      <a:pt x="3746" y="2241"/>
                    </a:lnTo>
                    <a:lnTo>
                      <a:pt x="3720" y="2233"/>
                    </a:lnTo>
                    <a:lnTo>
                      <a:pt x="3695" y="2224"/>
                    </a:lnTo>
                    <a:lnTo>
                      <a:pt x="3672" y="2215"/>
                    </a:lnTo>
                    <a:lnTo>
                      <a:pt x="3653" y="2206"/>
                    </a:lnTo>
                    <a:lnTo>
                      <a:pt x="3637" y="2196"/>
                    </a:lnTo>
                    <a:lnTo>
                      <a:pt x="3622" y="2186"/>
                    </a:lnTo>
                    <a:lnTo>
                      <a:pt x="3608" y="2175"/>
                    </a:lnTo>
                    <a:lnTo>
                      <a:pt x="3597" y="2164"/>
                    </a:lnTo>
                    <a:lnTo>
                      <a:pt x="3587" y="2152"/>
                    </a:lnTo>
                    <a:lnTo>
                      <a:pt x="3578" y="2140"/>
                    </a:lnTo>
                    <a:lnTo>
                      <a:pt x="3571" y="2128"/>
                    </a:lnTo>
                    <a:lnTo>
                      <a:pt x="3566" y="2115"/>
                    </a:lnTo>
                    <a:lnTo>
                      <a:pt x="3562" y="2102"/>
                    </a:lnTo>
                    <a:lnTo>
                      <a:pt x="3560" y="2089"/>
                    </a:lnTo>
                    <a:lnTo>
                      <a:pt x="3560" y="2075"/>
                    </a:lnTo>
                    <a:lnTo>
                      <a:pt x="3561" y="2061"/>
                    </a:lnTo>
                    <a:lnTo>
                      <a:pt x="3563" y="2047"/>
                    </a:lnTo>
                    <a:lnTo>
                      <a:pt x="3567" y="2033"/>
                    </a:lnTo>
                    <a:lnTo>
                      <a:pt x="3572" y="2018"/>
                    </a:lnTo>
                    <a:lnTo>
                      <a:pt x="3580" y="2004"/>
                    </a:lnTo>
                    <a:lnTo>
                      <a:pt x="3588" y="1989"/>
                    </a:lnTo>
                    <a:lnTo>
                      <a:pt x="3598" y="1974"/>
                    </a:lnTo>
                    <a:lnTo>
                      <a:pt x="3610" y="1960"/>
                    </a:lnTo>
                    <a:lnTo>
                      <a:pt x="3622" y="1945"/>
                    </a:lnTo>
                    <a:lnTo>
                      <a:pt x="3636" y="1930"/>
                    </a:lnTo>
                    <a:lnTo>
                      <a:pt x="3652" y="1915"/>
                    </a:lnTo>
                    <a:lnTo>
                      <a:pt x="3670" y="1900"/>
                    </a:lnTo>
                    <a:lnTo>
                      <a:pt x="3688" y="1885"/>
                    </a:lnTo>
                    <a:lnTo>
                      <a:pt x="3707" y="1871"/>
                    </a:lnTo>
                    <a:lnTo>
                      <a:pt x="3730" y="1856"/>
                    </a:lnTo>
                    <a:lnTo>
                      <a:pt x="3752" y="1842"/>
                    </a:lnTo>
                    <a:lnTo>
                      <a:pt x="3776" y="1828"/>
                    </a:lnTo>
                    <a:lnTo>
                      <a:pt x="3801" y="1814"/>
                    </a:lnTo>
                    <a:lnTo>
                      <a:pt x="3827" y="1800"/>
                    </a:lnTo>
                    <a:lnTo>
                      <a:pt x="3856" y="1787"/>
                    </a:lnTo>
                    <a:lnTo>
                      <a:pt x="3885" y="1773"/>
                    </a:lnTo>
                    <a:lnTo>
                      <a:pt x="3915" y="1761"/>
                    </a:lnTo>
                    <a:lnTo>
                      <a:pt x="3945" y="1749"/>
                    </a:lnTo>
                    <a:lnTo>
                      <a:pt x="3975" y="1738"/>
                    </a:lnTo>
                    <a:lnTo>
                      <a:pt x="4006" y="1728"/>
                    </a:lnTo>
                    <a:lnTo>
                      <a:pt x="4037" y="1718"/>
                    </a:lnTo>
                    <a:lnTo>
                      <a:pt x="4068" y="1708"/>
                    </a:lnTo>
                    <a:lnTo>
                      <a:pt x="4101" y="1700"/>
                    </a:lnTo>
                    <a:lnTo>
                      <a:pt x="4132" y="1692"/>
                    </a:lnTo>
                    <a:lnTo>
                      <a:pt x="4164" y="1684"/>
                    </a:lnTo>
                    <a:lnTo>
                      <a:pt x="4196" y="1678"/>
                    </a:lnTo>
                    <a:lnTo>
                      <a:pt x="4228" y="1672"/>
                    </a:lnTo>
                    <a:lnTo>
                      <a:pt x="4261" y="1666"/>
                    </a:lnTo>
                    <a:lnTo>
                      <a:pt x="4292" y="1662"/>
                    </a:lnTo>
                    <a:lnTo>
                      <a:pt x="4324" y="1658"/>
                    </a:lnTo>
                    <a:lnTo>
                      <a:pt x="4356" y="1654"/>
                    </a:lnTo>
                    <a:lnTo>
                      <a:pt x="4387" y="1652"/>
                    </a:lnTo>
                    <a:lnTo>
                      <a:pt x="4417" y="1650"/>
                    </a:lnTo>
                    <a:lnTo>
                      <a:pt x="4448" y="1649"/>
                    </a:lnTo>
                    <a:lnTo>
                      <a:pt x="4478" y="1648"/>
                    </a:lnTo>
                    <a:lnTo>
                      <a:pt x="4507" y="1648"/>
                    </a:lnTo>
                    <a:lnTo>
                      <a:pt x="4535" y="1649"/>
                    </a:lnTo>
                    <a:lnTo>
                      <a:pt x="4564" y="1651"/>
                    </a:lnTo>
                    <a:lnTo>
                      <a:pt x="4592" y="1653"/>
                    </a:lnTo>
                    <a:lnTo>
                      <a:pt x="4618" y="1657"/>
                    </a:lnTo>
                    <a:lnTo>
                      <a:pt x="4644" y="1660"/>
                    </a:lnTo>
                    <a:lnTo>
                      <a:pt x="4669" y="1665"/>
                    </a:lnTo>
                    <a:lnTo>
                      <a:pt x="4693" y="1670"/>
                    </a:lnTo>
                    <a:lnTo>
                      <a:pt x="4717" y="1677"/>
                    </a:lnTo>
                    <a:lnTo>
                      <a:pt x="4738" y="1684"/>
                    </a:lnTo>
                    <a:lnTo>
                      <a:pt x="4759" y="1691"/>
                    </a:lnTo>
                    <a:lnTo>
                      <a:pt x="4779" y="1700"/>
                    </a:lnTo>
                    <a:lnTo>
                      <a:pt x="4800" y="1710"/>
                    </a:lnTo>
                    <a:lnTo>
                      <a:pt x="4819" y="1722"/>
                    </a:lnTo>
                    <a:lnTo>
                      <a:pt x="4835" y="1734"/>
                    </a:lnTo>
                    <a:lnTo>
                      <a:pt x="4850" y="1747"/>
                    </a:lnTo>
                    <a:lnTo>
                      <a:pt x="4862" y="1760"/>
                    </a:lnTo>
                    <a:lnTo>
                      <a:pt x="4872" y="1774"/>
                    </a:lnTo>
                    <a:lnTo>
                      <a:pt x="4880" y="1788"/>
                    </a:lnTo>
                    <a:lnTo>
                      <a:pt x="4885" y="1803"/>
                    </a:lnTo>
                    <a:lnTo>
                      <a:pt x="4889" y="1818"/>
                    </a:lnTo>
                    <a:lnTo>
                      <a:pt x="4890" y="1834"/>
                    </a:lnTo>
                    <a:lnTo>
                      <a:pt x="4890" y="1850"/>
                    </a:lnTo>
                    <a:lnTo>
                      <a:pt x="4888" y="1866"/>
                    </a:lnTo>
                    <a:lnTo>
                      <a:pt x="4883" y="1883"/>
                    </a:lnTo>
                    <a:lnTo>
                      <a:pt x="4877" y="1900"/>
                    </a:lnTo>
                    <a:lnTo>
                      <a:pt x="4868" y="1917"/>
                    </a:lnTo>
                    <a:lnTo>
                      <a:pt x="4857" y="1934"/>
                    </a:lnTo>
                    <a:lnTo>
                      <a:pt x="5049" y="2022"/>
                    </a:lnTo>
                    <a:lnTo>
                      <a:pt x="6153" y="1508"/>
                    </a:lnTo>
                    <a:lnTo>
                      <a:pt x="4865" y="9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5" name="Freeform 227">
                <a:extLst>
                  <a:ext uri="{FF2B5EF4-FFF2-40B4-BE49-F238E27FC236}">
                    <a16:creationId xmlns:a16="http://schemas.microsoft.com/office/drawing/2014/main" id="{50DC3E33-A6AF-4C6D-BF63-9E332B7A4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851" y="2143125"/>
                <a:ext cx="12700" cy="155575"/>
              </a:xfrm>
              <a:custGeom>
                <a:avLst/>
                <a:gdLst>
                  <a:gd name="T0" fmla="*/ 2 w 37"/>
                  <a:gd name="T1" fmla="*/ 0 h 391"/>
                  <a:gd name="T2" fmla="*/ 0 w 37"/>
                  <a:gd name="T3" fmla="*/ 293 h 391"/>
                  <a:gd name="T4" fmla="*/ 2 w 37"/>
                  <a:gd name="T5" fmla="*/ 304 h 391"/>
                  <a:gd name="T6" fmla="*/ 3 w 37"/>
                  <a:gd name="T7" fmla="*/ 316 h 391"/>
                  <a:gd name="T8" fmla="*/ 5 w 37"/>
                  <a:gd name="T9" fmla="*/ 328 h 391"/>
                  <a:gd name="T10" fmla="*/ 9 w 37"/>
                  <a:gd name="T11" fmla="*/ 341 h 391"/>
                  <a:gd name="T12" fmla="*/ 14 w 37"/>
                  <a:gd name="T13" fmla="*/ 353 h 391"/>
                  <a:gd name="T14" fmla="*/ 20 w 37"/>
                  <a:gd name="T15" fmla="*/ 365 h 391"/>
                  <a:gd name="T16" fmla="*/ 28 w 37"/>
                  <a:gd name="T17" fmla="*/ 378 h 391"/>
                  <a:gd name="T18" fmla="*/ 35 w 37"/>
                  <a:gd name="T19" fmla="*/ 391 h 391"/>
                  <a:gd name="T20" fmla="*/ 37 w 37"/>
                  <a:gd name="T21" fmla="*/ 98 h 391"/>
                  <a:gd name="T22" fmla="*/ 28 w 37"/>
                  <a:gd name="T23" fmla="*/ 85 h 391"/>
                  <a:gd name="T24" fmla="*/ 22 w 37"/>
                  <a:gd name="T25" fmla="*/ 73 h 391"/>
                  <a:gd name="T26" fmla="*/ 15 w 37"/>
                  <a:gd name="T27" fmla="*/ 60 h 391"/>
                  <a:gd name="T28" fmla="*/ 10 w 37"/>
                  <a:gd name="T29" fmla="*/ 48 h 391"/>
                  <a:gd name="T30" fmla="*/ 7 w 37"/>
                  <a:gd name="T31" fmla="*/ 36 h 391"/>
                  <a:gd name="T32" fmla="*/ 4 w 37"/>
                  <a:gd name="T33" fmla="*/ 24 h 391"/>
                  <a:gd name="T34" fmla="*/ 3 w 37"/>
                  <a:gd name="T35" fmla="*/ 12 h 391"/>
                  <a:gd name="T36" fmla="*/ 2 w 37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7" h="391">
                    <a:moveTo>
                      <a:pt x="2" y="0"/>
                    </a:moveTo>
                    <a:lnTo>
                      <a:pt x="0" y="293"/>
                    </a:lnTo>
                    <a:lnTo>
                      <a:pt x="2" y="304"/>
                    </a:lnTo>
                    <a:lnTo>
                      <a:pt x="3" y="316"/>
                    </a:lnTo>
                    <a:lnTo>
                      <a:pt x="5" y="328"/>
                    </a:lnTo>
                    <a:lnTo>
                      <a:pt x="9" y="341"/>
                    </a:lnTo>
                    <a:lnTo>
                      <a:pt x="14" y="353"/>
                    </a:lnTo>
                    <a:lnTo>
                      <a:pt x="20" y="365"/>
                    </a:lnTo>
                    <a:lnTo>
                      <a:pt x="28" y="378"/>
                    </a:lnTo>
                    <a:lnTo>
                      <a:pt x="35" y="391"/>
                    </a:lnTo>
                    <a:lnTo>
                      <a:pt x="37" y="98"/>
                    </a:lnTo>
                    <a:lnTo>
                      <a:pt x="28" y="85"/>
                    </a:lnTo>
                    <a:lnTo>
                      <a:pt x="22" y="73"/>
                    </a:lnTo>
                    <a:lnTo>
                      <a:pt x="15" y="60"/>
                    </a:lnTo>
                    <a:lnTo>
                      <a:pt x="10" y="48"/>
                    </a:lnTo>
                    <a:lnTo>
                      <a:pt x="7" y="36"/>
                    </a:lnTo>
                    <a:lnTo>
                      <a:pt x="4" y="24"/>
                    </a:lnTo>
                    <a:lnTo>
                      <a:pt x="3" y="1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17E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6" name="Freeform 228">
                <a:extLst>
                  <a:ext uri="{FF2B5EF4-FFF2-40B4-BE49-F238E27FC236}">
                    <a16:creationId xmlns:a16="http://schemas.microsoft.com/office/drawing/2014/main" id="{A198A980-42EB-47F1-820F-35E69DE84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226" y="2184400"/>
                <a:ext cx="61913" cy="152400"/>
              </a:xfrm>
              <a:custGeom>
                <a:avLst/>
                <a:gdLst>
                  <a:gd name="T0" fmla="*/ 2 w 194"/>
                  <a:gd name="T1" fmla="*/ 0 h 381"/>
                  <a:gd name="T2" fmla="*/ 0 w 194"/>
                  <a:gd name="T3" fmla="*/ 293 h 381"/>
                  <a:gd name="T4" fmla="*/ 193 w 194"/>
                  <a:gd name="T5" fmla="*/ 381 h 381"/>
                  <a:gd name="T6" fmla="*/ 194 w 194"/>
                  <a:gd name="T7" fmla="*/ 89 h 381"/>
                  <a:gd name="T8" fmla="*/ 2 w 194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1">
                    <a:moveTo>
                      <a:pt x="2" y="0"/>
                    </a:moveTo>
                    <a:lnTo>
                      <a:pt x="0" y="293"/>
                    </a:lnTo>
                    <a:lnTo>
                      <a:pt x="193" y="381"/>
                    </a:lnTo>
                    <a:lnTo>
                      <a:pt x="194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7" name="Freeform 229">
                <a:extLst>
                  <a:ext uri="{FF2B5EF4-FFF2-40B4-BE49-F238E27FC236}">
                    <a16:creationId xmlns:a16="http://schemas.microsoft.com/office/drawing/2014/main" id="{1F95A207-0D83-47FC-A0EC-6DFE0F156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138" y="2214563"/>
                <a:ext cx="195263" cy="190500"/>
              </a:xfrm>
              <a:custGeom>
                <a:avLst/>
                <a:gdLst>
                  <a:gd name="T0" fmla="*/ 482 w 617"/>
                  <a:gd name="T1" fmla="*/ 41 h 482"/>
                  <a:gd name="T2" fmla="*/ 456 w 617"/>
                  <a:gd name="T3" fmla="*/ 32 h 482"/>
                  <a:gd name="T4" fmla="*/ 433 w 617"/>
                  <a:gd name="T5" fmla="*/ 25 h 482"/>
                  <a:gd name="T6" fmla="*/ 408 w 617"/>
                  <a:gd name="T7" fmla="*/ 19 h 482"/>
                  <a:gd name="T8" fmla="*/ 397 w 617"/>
                  <a:gd name="T9" fmla="*/ 17 h 482"/>
                  <a:gd name="T10" fmla="*/ 362 w 617"/>
                  <a:gd name="T11" fmla="*/ 10 h 482"/>
                  <a:gd name="T12" fmla="*/ 340 w 617"/>
                  <a:gd name="T13" fmla="*/ 7 h 482"/>
                  <a:gd name="T14" fmla="*/ 317 w 617"/>
                  <a:gd name="T15" fmla="*/ 5 h 482"/>
                  <a:gd name="T16" fmla="*/ 285 w 617"/>
                  <a:gd name="T17" fmla="*/ 2 h 482"/>
                  <a:gd name="T18" fmla="*/ 281 w 617"/>
                  <a:gd name="T19" fmla="*/ 2 h 482"/>
                  <a:gd name="T20" fmla="*/ 257 w 617"/>
                  <a:gd name="T21" fmla="*/ 1 h 482"/>
                  <a:gd name="T22" fmla="*/ 229 w 617"/>
                  <a:gd name="T23" fmla="*/ 0 h 482"/>
                  <a:gd name="T24" fmla="*/ 201 w 617"/>
                  <a:gd name="T25" fmla="*/ 0 h 482"/>
                  <a:gd name="T26" fmla="*/ 169 w 617"/>
                  <a:gd name="T27" fmla="*/ 0 h 482"/>
                  <a:gd name="T28" fmla="*/ 125 w 617"/>
                  <a:gd name="T29" fmla="*/ 3 h 482"/>
                  <a:gd name="T30" fmla="*/ 99 w 617"/>
                  <a:gd name="T31" fmla="*/ 5 h 482"/>
                  <a:gd name="T32" fmla="*/ 55 w 617"/>
                  <a:gd name="T33" fmla="*/ 9 h 482"/>
                  <a:gd name="T34" fmla="*/ 11 w 617"/>
                  <a:gd name="T35" fmla="*/ 14 h 482"/>
                  <a:gd name="T36" fmla="*/ 1 w 617"/>
                  <a:gd name="T37" fmla="*/ 16 h 482"/>
                  <a:gd name="T38" fmla="*/ 15 w 617"/>
                  <a:gd name="T39" fmla="*/ 307 h 482"/>
                  <a:gd name="T40" fmla="*/ 72 w 617"/>
                  <a:gd name="T41" fmla="*/ 300 h 482"/>
                  <a:gd name="T42" fmla="*/ 124 w 617"/>
                  <a:gd name="T43" fmla="*/ 296 h 482"/>
                  <a:gd name="T44" fmla="*/ 170 w 617"/>
                  <a:gd name="T45" fmla="*/ 293 h 482"/>
                  <a:gd name="T46" fmla="*/ 200 w 617"/>
                  <a:gd name="T47" fmla="*/ 293 h 482"/>
                  <a:gd name="T48" fmla="*/ 237 w 617"/>
                  <a:gd name="T49" fmla="*/ 293 h 482"/>
                  <a:gd name="T50" fmla="*/ 278 w 617"/>
                  <a:gd name="T51" fmla="*/ 295 h 482"/>
                  <a:gd name="T52" fmla="*/ 297 w 617"/>
                  <a:gd name="T53" fmla="*/ 296 h 482"/>
                  <a:gd name="T54" fmla="*/ 338 w 617"/>
                  <a:gd name="T55" fmla="*/ 300 h 482"/>
                  <a:gd name="T56" fmla="*/ 363 w 617"/>
                  <a:gd name="T57" fmla="*/ 304 h 482"/>
                  <a:gd name="T58" fmla="*/ 396 w 617"/>
                  <a:gd name="T59" fmla="*/ 310 h 482"/>
                  <a:gd name="T60" fmla="*/ 418 w 617"/>
                  <a:gd name="T61" fmla="*/ 315 h 482"/>
                  <a:gd name="T62" fmla="*/ 456 w 617"/>
                  <a:gd name="T63" fmla="*/ 325 h 482"/>
                  <a:gd name="T64" fmla="*/ 492 w 617"/>
                  <a:gd name="T65" fmla="*/ 339 h 482"/>
                  <a:gd name="T66" fmla="*/ 531 w 617"/>
                  <a:gd name="T67" fmla="*/ 357 h 482"/>
                  <a:gd name="T68" fmla="*/ 565 w 617"/>
                  <a:gd name="T69" fmla="*/ 380 h 482"/>
                  <a:gd name="T70" fmla="*/ 590 w 617"/>
                  <a:gd name="T71" fmla="*/ 406 h 482"/>
                  <a:gd name="T72" fmla="*/ 606 w 617"/>
                  <a:gd name="T73" fmla="*/ 433 h 482"/>
                  <a:gd name="T74" fmla="*/ 615 w 617"/>
                  <a:gd name="T75" fmla="*/ 462 h 482"/>
                  <a:gd name="T76" fmla="*/ 617 w 617"/>
                  <a:gd name="T77" fmla="*/ 189 h 482"/>
                  <a:gd name="T78" fmla="*/ 613 w 617"/>
                  <a:gd name="T79" fmla="*/ 159 h 482"/>
                  <a:gd name="T80" fmla="*/ 602 w 617"/>
                  <a:gd name="T81" fmla="*/ 131 h 482"/>
                  <a:gd name="T82" fmla="*/ 582 w 617"/>
                  <a:gd name="T83" fmla="*/ 104 h 482"/>
                  <a:gd name="T84" fmla="*/ 555 w 617"/>
                  <a:gd name="T85" fmla="*/ 80 h 482"/>
                  <a:gd name="T86" fmla="*/ 520 w 617"/>
                  <a:gd name="T87" fmla="*/ 58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17" h="482">
                    <a:moveTo>
                      <a:pt x="506" y="51"/>
                    </a:moveTo>
                    <a:lnTo>
                      <a:pt x="493" y="46"/>
                    </a:lnTo>
                    <a:lnTo>
                      <a:pt x="482" y="41"/>
                    </a:lnTo>
                    <a:lnTo>
                      <a:pt x="470" y="36"/>
                    </a:lnTo>
                    <a:lnTo>
                      <a:pt x="456" y="32"/>
                    </a:lnTo>
                    <a:lnTo>
                      <a:pt x="456" y="32"/>
                    </a:lnTo>
                    <a:lnTo>
                      <a:pt x="455" y="32"/>
                    </a:lnTo>
                    <a:lnTo>
                      <a:pt x="445" y="28"/>
                    </a:lnTo>
                    <a:lnTo>
                      <a:pt x="433" y="25"/>
                    </a:lnTo>
                    <a:lnTo>
                      <a:pt x="422" y="22"/>
                    </a:lnTo>
                    <a:lnTo>
                      <a:pt x="411" y="20"/>
                    </a:lnTo>
                    <a:lnTo>
                      <a:pt x="408" y="19"/>
                    </a:lnTo>
                    <a:lnTo>
                      <a:pt x="407" y="19"/>
                    </a:lnTo>
                    <a:lnTo>
                      <a:pt x="402" y="18"/>
                    </a:lnTo>
                    <a:lnTo>
                      <a:pt x="397" y="17"/>
                    </a:lnTo>
                    <a:lnTo>
                      <a:pt x="383" y="14"/>
                    </a:lnTo>
                    <a:lnTo>
                      <a:pt x="370" y="12"/>
                    </a:lnTo>
                    <a:lnTo>
                      <a:pt x="362" y="10"/>
                    </a:lnTo>
                    <a:lnTo>
                      <a:pt x="353" y="9"/>
                    </a:lnTo>
                    <a:lnTo>
                      <a:pt x="346" y="8"/>
                    </a:lnTo>
                    <a:lnTo>
                      <a:pt x="340" y="7"/>
                    </a:lnTo>
                    <a:lnTo>
                      <a:pt x="333" y="7"/>
                    </a:lnTo>
                    <a:lnTo>
                      <a:pt x="328" y="6"/>
                    </a:lnTo>
                    <a:lnTo>
                      <a:pt x="317" y="5"/>
                    </a:lnTo>
                    <a:lnTo>
                      <a:pt x="306" y="4"/>
                    </a:lnTo>
                    <a:lnTo>
                      <a:pt x="296" y="3"/>
                    </a:lnTo>
                    <a:lnTo>
                      <a:pt x="285" y="2"/>
                    </a:lnTo>
                    <a:lnTo>
                      <a:pt x="283" y="2"/>
                    </a:lnTo>
                    <a:lnTo>
                      <a:pt x="283" y="2"/>
                    </a:lnTo>
                    <a:lnTo>
                      <a:pt x="281" y="2"/>
                    </a:lnTo>
                    <a:lnTo>
                      <a:pt x="280" y="2"/>
                    </a:lnTo>
                    <a:lnTo>
                      <a:pt x="268" y="1"/>
                    </a:lnTo>
                    <a:lnTo>
                      <a:pt x="257" y="1"/>
                    </a:lnTo>
                    <a:lnTo>
                      <a:pt x="246" y="0"/>
                    </a:lnTo>
                    <a:lnTo>
                      <a:pt x="235" y="0"/>
                    </a:lnTo>
                    <a:lnTo>
                      <a:pt x="229" y="0"/>
                    </a:lnTo>
                    <a:lnTo>
                      <a:pt x="224" y="0"/>
                    </a:lnTo>
                    <a:lnTo>
                      <a:pt x="212" y="0"/>
                    </a:lnTo>
                    <a:lnTo>
                      <a:pt x="201" y="0"/>
                    </a:lnTo>
                    <a:lnTo>
                      <a:pt x="189" y="0"/>
                    </a:lnTo>
                    <a:lnTo>
                      <a:pt x="176" y="0"/>
                    </a:lnTo>
                    <a:lnTo>
                      <a:pt x="169" y="0"/>
                    </a:lnTo>
                    <a:lnTo>
                      <a:pt x="161" y="1"/>
                    </a:lnTo>
                    <a:lnTo>
                      <a:pt x="144" y="2"/>
                    </a:lnTo>
                    <a:lnTo>
                      <a:pt x="125" y="3"/>
                    </a:lnTo>
                    <a:lnTo>
                      <a:pt x="114" y="3"/>
                    </a:lnTo>
                    <a:lnTo>
                      <a:pt x="104" y="4"/>
                    </a:lnTo>
                    <a:lnTo>
                      <a:pt x="99" y="5"/>
                    </a:lnTo>
                    <a:lnTo>
                      <a:pt x="92" y="5"/>
                    </a:lnTo>
                    <a:lnTo>
                      <a:pt x="74" y="7"/>
                    </a:lnTo>
                    <a:lnTo>
                      <a:pt x="55" y="9"/>
                    </a:lnTo>
                    <a:lnTo>
                      <a:pt x="36" y="11"/>
                    </a:lnTo>
                    <a:lnTo>
                      <a:pt x="16" y="14"/>
                    </a:lnTo>
                    <a:lnTo>
                      <a:pt x="11" y="14"/>
                    </a:lnTo>
                    <a:lnTo>
                      <a:pt x="6" y="15"/>
                    </a:lnTo>
                    <a:lnTo>
                      <a:pt x="4" y="15"/>
                    </a:lnTo>
                    <a:lnTo>
                      <a:pt x="1" y="16"/>
                    </a:lnTo>
                    <a:lnTo>
                      <a:pt x="0" y="308"/>
                    </a:lnTo>
                    <a:lnTo>
                      <a:pt x="7" y="307"/>
                    </a:lnTo>
                    <a:lnTo>
                      <a:pt x="15" y="307"/>
                    </a:lnTo>
                    <a:lnTo>
                      <a:pt x="35" y="304"/>
                    </a:lnTo>
                    <a:lnTo>
                      <a:pt x="54" y="302"/>
                    </a:lnTo>
                    <a:lnTo>
                      <a:pt x="72" y="300"/>
                    </a:lnTo>
                    <a:lnTo>
                      <a:pt x="91" y="298"/>
                    </a:lnTo>
                    <a:lnTo>
                      <a:pt x="107" y="297"/>
                    </a:lnTo>
                    <a:lnTo>
                      <a:pt x="124" y="296"/>
                    </a:lnTo>
                    <a:lnTo>
                      <a:pt x="142" y="295"/>
                    </a:lnTo>
                    <a:lnTo>
                      <a:pt x="160" y="294"/>
                    </a:lnTo>
                    <a:lnTo>
                      <a:pt x="170" y="293"/>
                    </a:lnTo>
                    <a:lnTo>
                      <a:pt x="180" y="293"/>
                    </a:lnTo>
                    <a:lnTo>
                      <a:pt x="190" y="293"/>
                    </a:lnTo>
                    <a:lnTo>
                      <a:pt x="200" y="293"/>
                    </a:lnTo>
                    <a:lnTo>
                      <a:pt x="211" y="293"/>
                    </a:lnTo>
                    <a:lnTo>
                      <a:pt x="224" y="293"/>
                    </a:lnTo>
                    <a:lnTo>
                      <a:pt x="237" y="293"/>
                    </a:lnTo>
                    <a:lnTo>
                      <a:pt x="251" y="293"/>
                    </a:lnTo>
                    <a:lnTo>
                      <a:pt x="265" y="294"/>
                    </a:lnTo>
                    <a:lnTo>
                      <a:pt x="278" y="295"/>
                    </a:lnTo>
                    <a:lnTo>
                      <a:pt x="280" y="295"/>
                    </a:lnTo>
                    <a:lnTo>
                      <a:pt x="282" y="295"/>
                    </a:lnTo>
                    <a:lnTo>
                      <a:pt x="297" y="296"/>
                    </a:lnTo>
                    <a:lnTo>
                      <a:pt x="311" y="297"/>
                    </a:lnTo>
                    <a:lnTo>
                      <a:pt x="325" y="299"/>
                    </a:lnTo>
                    <a:lnTo>
                      <a:pt x="338" y="300"/>
                    </a:lnTo>
                    <a:lnTo>
                      <a:pt x="346" y="301"/>
                    </a:lnTo>
                    <a:lnTo>
                      <a:pt x="352" y="302"/>
                    </a:lnTo>
                    <a:lnTo>
                      <a:pt x="363" y="304"/>
                    </a:lnTo>
                    <a:lnTo>
                      <a:pt x="375" y="306"/>
                    </a:lnTo>
                    <a:lnTo>
                      <a:pt x="385" y="308"/>
                    </a:lnTo>
                    <a:lnTo>
                      <a:pt x="396" y="310"/>
                    </a:lnTo>
                    <a:lnTo>
                      <a:pt x="401" y="311"/>
                    </a:lnTo>
                    <a:lnTo>
                      <a:pt x="406" y="312"/>
                    </a:lnTo>
                    <a:lnTo>
                      <a:pt x="418" y="315"/>
                    </a:lnTo>
                    <a:lnTo>
                      <a:pt x="431" y="318"/>
                    </a:lnTo>
                    <a:lnTo>
                      <a:pt x="443" y="321"/>
                    </a:lnTo>
                    <a:lnTo>
                      <a:pt x="456" y="325"/>
                    </a:lnTo>
                    <a:lnTo>
                      <a:pt x="468" y="329"/>
                    </a:lnTo>
                    <a:lnTo>
                      <a:pt x="481" y="334"/>
                    </a:lnTo>
                    <a:lnTo>
                      <a:pt x="492" y="339"/>
                    </a:lnTo>
                    <a:lnTo>
                      <a:pt x="505" y="344"/>
                    </a:lnTo>
                    <a:lnTo>
                      <a:pt x="518" y="350"/>
                    </a:lnTo>
                    <a:lnTo>
                      <a:pt x="531" y="357"/>
                    </a:lnTo>
                    <a:lnTo>
                      <a:pt x="543" y="365"/>
                    </a:lnTo>
                    <a:lnTo>
                      <a:pt x="555" y="372"/>
                    </a:lnTo>
                    <a:lnTo>
                      <a:pt x="565" y="380"/>
                    </a:lnTo>
                    <a:lnTo>
                      <a:pt x="573" y="388"/>
                    </a:lnTo>
                    <a:lnTo>
                      <a:pt x="582" y="397"/>
                    </a:lnTo>
                    <a:lnTo>
                      <a:pt x="590" y="406"/>
                    </a:lnTo>
                    <a:lnTo>
                      <a:pt x="596" y="414"/>
                    </a:lnTo>
                    <a:lnTo>
                      <a:pt x="601" y="423"/>
                    </a:lnTo>
                    <a:lnTo>
                      <a:pt x="606" y="433"/>
                    </a:lnTo>
                    <a:lnTo>
                      <a:pt x="610" y="442"/>
                    </a:lnTo>
                    <a:lnTo>
                      <a:pt x="613" y="452"/>
                    </a:lnTo>
                    <a:lnTo>
                      <a:pt x="615" y="462"/>
                    </a:lnTo>
                    <a:lnTo>
                      <a:pt x="616" y="472"/>
                    </a:lnTo>
                    <a:lnTo>
                      <a:pt x="617" y="482"/>
                    </a:lnTo>
                    <a:lnTo>
                      <a:pt x="617" y="189"/>
                    </a:lnTo>
                    <a:lnTo>
                      <a:pt x="617" y="179"/>
                    </a:lnTo>
                    <a:lnTo>
                      <a:pt x="616" y="169"/>
                    </a:lnTo>
                    <a:lnTo>
                      <a:pt x="613" y="159"/>
                    </a:lnTo>
                    <a:lnTo>
                      <a:pt x="611" y="150"/>
                    </a:lnTo>
                    <a:lnTo>
                      <a:pt x="607" y="140"/>
                    </a:lnTo>
                    <a:lnTo>
                      <a:pt x="602" y="131"/>
                    </a:lnTo>
                    <a:lnTo>
                      <a:pt x="597" y="122"/>
                    </a:lnTo>
                    <a:lnTo>
                      <a:pt x="590" y="113"/>
                    </a:lnTo>
                    <a:lnTo>
                      <a:pt x="582" y="104"/>
                    </a:lnTo>
                    <a:lnTo>
                      <a:pt x="575" y="96"/>
                    </a:lnTo>
                    <a:lnTo>
                      <a:pt x="565" y="88"/>
                    </a:lnTo>
                    <a:lnTo>
                      <a:pt x="555" y="80"/>
                    </a:lnTo>
                    <a:lnTo>
                      <a:pt x="545" y="72"/>
                    </a:lnTo>
                    <a:lnTo>
                      <a:pt x="532" y="65"/>
                    </a:lnTo>
                    <a:lnTo>
                      <a:pt x="520" y="58"/>
                    </a:lnTo>
                    <a:lnTo>
                      <a:pt x="506" y="51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8" name="Freeform 230">
                <a:extLst>
                  <a:ext uri="{FF2B5EF4-FFF2-40B4-BE49-F238E27FC236}">
                    <a16:creationId xmlns:a16="http://schemas.microsoft.com/office/drawing/2014/main" id="{2A1DE63D-2CEF-47D2-AB80-CD39B4B8D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451" y="2239963"/>
                <a:ext cx="196850" cy="190500"/>
              </a:xfrm>
              <a:custGeom>
                <a:avLst/>
                <a:gdLst>
                  <a:gd name="T0" fmla="*/ 607 w 616"/>
                  <a:gd name="T1" fmla="*/ 42 h 480"/>
                  <a:gd name="T2" fmla="*/ 595 w 616"/>
                  <a:gd name="T3" fmla="*/ 65 h 480"/>
                  <a:gd name="T4" fmla="*/ 586 w 616"/>
                  <a:gd name="T5" fmla="*/ 78 h 480"/>
                  <a:gd name="T6" fmla="*/ 564 w 616"/>
                  <a:gd name="T7" fmla="*/ 100 h 480"/>
                  <a:gd name="T8" fmla="*/ 552 w 616"/>
                  <a:gd name="T9" fmla="*/ 109 h 480"/>
                  <a:gd name="T10" fmla="*/ 519 w 616"/>
                  <a:gd name="T11" fmla="*/ 129 h 480"/>
                  <a:gd name="T12" fmla="*/ 485 w 616"/>
                  <a:gd name="T13" fmla="*/ 145 h 480"/>
                  <a:gd name="T14" fmla="*/ 455 w 616"/>
                  <a:gd name="T15" fmla="*/ 155 h 480"/>
                  <a:gd name="T16" fmla="*/ 417 w 616"/>
                  <a:gd name="T17" fmla="*/ 165 h 480"/>
                  <a:gd name="T18" fmla="*/ 379 w 616"/>
                  <a:gd name="T19" fmla="*/ 173 h 480"/>
                  <a:gd name="T20" fmla="*/ 350 w 616"/>
                  <a:gd name="T21" fmla="*/ 178 h 480"/>
                  <a:gd name="T22" fmla="*/ 319 w 616"/>
                  <a:gd name="T23" fmla="*/ 182 h 480"/>
                  <a:gd name="T24" fmla="*/ 290 w 616"/>
                  <a:gd name="T25" fmla="*/ 184 h 480"/>
                  <a:gd name="T26" fmla="*/ 259 w 616"/>
                  <a:gd name="T27" fmla="*/ 186 h 480"/>
                  <a:gd name="T28" fmla="*/ 227 w 616"/>
                  <a:gd name="T29" fmla="*/ 187 h 480"/>
                  <a:gd name="T30" fmla="*/ 194 w 616"/>
                  <a:gd name="T31" fmla="*/ 187 h 480"/>
                  <a:gd name="T32" fmla="*/ 164 w 616"/>
                  <a:gd name="T33" fmla="*/ 186 h 480"/>
                  <a:gd name="T34" fmla="*/ 126 w 616"/>
                  <a:gd name="T35" fmla="*/ 184 h 480"/>
                  <a:gd name="T36" fmla="*/ 98 w 616"/>
                  <a:gd name="T37" fmla="*/ 182 h 480"/>
                  <a:gd name="T38" fmla="*/ 49 w 616"/>
                  <a:gd name="T39" fmla="*/ 177 h 480"/>
                  <a:gd name="T40" fmla="*/ 1 w 616"/>
                  <a:gd name="T41" fmla="*/ 171 h 480"/>
                  <a:gd name="T42" fmla="*/ 26 w 616"/>
                  <a:gd name="T43" fmla="*/ 468 h 480"/>
                  <a:gd name="T44" fmla="*/ 58 w 616"/>
                  <a:gd name="T45" fmla="*/ 471 h 480"/>
                  <a:gd name="T46" fmla="*/ 96 w 616"/>
                  <a:gd name="T47" fmla="*/ 475 h 480"/>
                  <a:gd name="T48" fmla="*/ 129 w 616"/>
                  <a:gd name="T49" fmla="*/ 477 h 480"/>
                  <a:gd name="T50" fmla="*/ 163 w 616"/>
                  <a:gd name="T51" fmla="*/ 479 h 480"/>
                  <a:gd name="T52" fmla="*/ 194 w 616"/>
                  <a:gd name="T53" fmla="*/ 480 h 480"/>
                  <a:gd name="T54" fmla="*/ 226 w 616"/>
                  <a:gd name="T55" fmla="*/ 480 h 480"/>
                  <a:gd name="T56" fmla="*/ 255 w 616"/>
                  <a:gd name="T57" fmla="*/ 479 h 480"/>
                  <a:gd name="T58" fmla="*/ 289 w 616"/>
                  <a:gd name="T59" fmla="*/ 477 h 480"/>
                  <a:gd name="T60" fmla="*/ 312 w 616"/>
                  <a:gd name="T61" fmla="*/ 475 h 480"/>
                  <a:gd name="T62" fmla="*/ 349 w 616"/>
                  <a:gd name="T63" fmla="*/ 471 h 480"/>
                  <a:gd name="T64" fmla="*/ 359 w 616"/>
                  <a:gd name="T65" fmla="*/ 469 h 480"/>
                  <a:gd name="T66" fmla="*/ 391 w 616"/>
                  <a:gd name="T67" fmla="*/ 464 h 480"/>
                  <a:gd name="T68" fmla="*/ 421 w 616"/>
                  <a:gd name="T69" fmla="*/ 457 h 480"/>
                  <a:gd name="T70" fmla="*/ 446 w 616"/>
                  <a:gd name="T71" fmla="*/ 450 h 480"/>
                  <a:gd name="T72" fmla="*/ 472 w 616"/>
                  <a:gd name="T73" fmla="*/ 442 h 480"/>
                  <a:gd name="T74" fmla="*/ 505 w 616"/>
                  <a:gd name="T75" fmla="*/ 429 h 480"/>
                  <a:gd name="T76" fmla="*/ 520 w 616"/>
                  <a:gd name="T77" fmla="*/ 421 h 480"/>
                  <a:gd name="T78" fmla="*/ 551 w 616"/>
                  <a:gd name="T79" fmla="*/ 402 h 480"/>
                  <a:gd name="T80" fmla="*/ 554 w 616"/>
                  <a:gd name="T81" fmla="*/ 400 h 480"/>
                  <a:gd name="T82" fmla="*/ 577 w 616"/>
                  <a:gd name="T83" fmla="*/ 380 h 480"/>
                  <a:gd name="T84" fmla="*/ 587 w 616"/>
                  <a:gd name="T85" fmla="*/ 368 h 480"/>
                  <a:gd name="T86" fmla="*/ 592 w 616"/>
                  <a:gd name="T87" fmla="*/ 361 h 480"/>
                  <a:gd name="T88" fmla="*/ 605 w 616"/>
                  <a:gd name="T89" fmla="*/ 338 h 480"/>
                  <a:gd name="T90" fmla="*/ 609 w 616"/>
                  <a:gd name="T91" fmla="*/ 329 h 480"/>
                  <a:gd name="T92" fmla="*/ 614 w 616"/>
                  <a:gd name="T93" fmla="*/ 309 h 480"/>
                  <a:gd name="T94" fmla="*/ 615 w 616"/>
                  <a:gd name="T95" fmla="*/ 293 h 480"/>
                  <a:gd name="T96" fmla="*/ 615 w 616"/>
                  <a:gd name="T97" fmla="*/ 18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610" y="36"/>
                    </a:moveTo>
                    <a:lnTo>
                      <a:pt x="609" y="39"/>
                    </a:lnTo>
                    <a:lnTo>
                      <a:pt x="607" y="42"/>
                    </a:lnTo>
                    <a:lnTo>
                      <a:pt x="604" y="50"/>
                    </a:lnTo>
                    <a:lnTo>
                      <a:pt x="600" y="58"/>
                    </a:lnTo>
                    <a:lnTo>
                      <a:pt x="595" y="65"/>
                    </a:lnTo>
                    <a:lnTo>
                      <a:pt x="590" y="73"/>
                    </a:lnTo>
                    <a:lnTo>
                      <a:pt x="587" y="75"/>
                    </a:lnTo>
                    <a:lnTo>
                      <a:pt x="586" y="78"/>
                    </a:lnTo>
                    <a:lnTo>
                      <a:pt x="579" y="85"/>
                    </a:lnTo>
                    <a:lnTo>
                      <a:pt x="571" y="93"/>
                    </a:lnTo>
                    <a:lnTo>
                      <a:pt x="564" y="100"/>
                    </a:lnTo>
                    <a:lnTo>
                      <a:pt x="555" y="108"/>
                    </a:lnTo>
                    <a:lnTo>
                      <a:pt x="554" y="108"/>
                    </a:lnTo>
                    <a:lnTo>
                      <a:pt x="552" y="109"/>
                    </a:lnTo>
                    <a:lnTo>
                      <a:pt x="542" y="116"/>
                    </a:lnTo>
                    <a:lnTo>
                      <a:pt x="531" y="123"/>
                    </a:lnTo>
                    <a:lnTo>
                      <a:pt x="519" y="129"/>
                    </a:lnTo>
                    <a:lnTo>
                      <a:pt x="506" y="136"/>
                    </a:lnTo>
                    <a:lnTo>
                      <a:pt x="495" y="140"/>
                    </a:lnTo>
                    <a:lnTo>
                      <a:pt x="485" y="145"/>
                    </a:lnTo>
                    <a:lnTo>
                      <a:pt x="474" y="149"/>
                    </a:lnTo>
                    <a:lnTo>
                      <a:pt x="462" y="153"/>
                    </a:lnTo>
                    <a:lnTo>
                      <a:pt x="455" y="155"/>
                    </a:lnTo>
                    <a:lnTo>
                      <a:pt x="447" y="157"/>
                    </a:lnTo>
                    <a:lnTo>
                      <a:pt x="432" y="161"/>
                    </a:lnTo>
                    <a:lnTo>
                      <a:pt x="417" y="165"/>
                    </a:lnTo>
                    <a:lnTo>
                      <a:pt x="405" y="168"/>
                    </a:lnTo>
                    <a:lnTo>
                      <a:pt x="392" y="171"/>
                    </a:lnTo>
                    <a:lnTo>
                      <a:pt x="379" y="173"/>
                    </a:lnTo>
                    <a:lnTo>
                      <a:pt x="366" y="175"/>
                    </a:lnTo>
                    <a:lnTo>
                      <a:pt x="359" y="177"/>
                    </a:lnTo>
                    <a:lnTo>
                      <a:pt x="350" y="178"/>
                    </a:lnTo>
                    <a:lnTo>
                      <a:pt x="340" y="179"/>
                    </a:lnTo>
                    <a:lnTo>
                      <a:pt x="329" y="181"/>
                    </a:lnTo>
                    <a:lnTo>
                      <a:pt x="319" y="182"/>
                    </a:lnTo>
                    <a:lnTo>
                      <a:pt x="310" y="183"/>
                    </a:lnTo>
                    <a:lnTo>
                      <a:pt x="300" y="184"/>
                    </a:lnTo>
                    <a:lnTo>
                      <a:pt x="290" y="184"/>
                    </a:lnTo>
                    <a:lnTo>
                      <a:pt x="279" y="185"/>
                    </a:lnTo>
                    <a:lnTo>
                      <a:pt x="269" y="186"/>
                    </a:lnTo>
                    <a:lnTo>
                      <a:pt x="259" y="186"/>
                    </a:lnTo>
                    <a:lnTo>
                      <a:pt x="249" y="186"/>
                    </a:lnTo>
                    <a:lnTo>
                      <a:pt x="239" y="187"/>
                    </a:lnTo>
                    <a:lnTo>
                      <a:pt x="227" y="187"/>
                    </a:lnTo>
                    <a:lnTo>
                      <a:pt x="216" y="187"/>
                    </a:lnTo>
                    <a:lnTo>
                      <a:pt x="204" y="187"/>
                    </a:lnTo>
                    <a:lnTo>
                      <a:pt x="194" y="187"/>
                    </a:lnTo>
                    <a:lnTo>
                      <a:pt x="184" y="187"/>
                    </a:lnTo>
                    <a:lnTo>
                      <a:pt x="174" y="186"/>
                    </a:lnTo>
                    <a:lnTo>
                      <a:pt x="164" y="186"/>
                    </a:lnTo>
                    <a:lnTo>
                      <a:pt x="150" y="186"/>
                    </a:lnTo>
                    <a:lnTo>
                      <a:pt x="136" y="185"/>
                    </a:lnTo>
                    <a:lnTo>
                      <a:pt x="126" y="184"/>
                    </a:lnTo>
                    <a:lnTo>
                      <a:pt x="118" y="184"/>
                    </a:lnTo>
                    <a:lnTo>
                      <a:pt x="108" y="183"/>
                    </a:lnTo>
                    <a:lnTo>
                      <a:pt x="98" y="182"/>
                    </a:lnTo>
                    <a:lnTo>
                      <a:pt x="81" y="181"/>
                    </a:lnTo>
                    <a:lnTo>
                      <a:pt x="64" y="179"/>
                    </a:lnTo>
                    <a:lnTo>
                      <a:pt x="49" y="177"/>
                    </a:lnTo>
                    <a:lnTo>
                      <a:pt x="33" y="176"/>
                    </a:lnTo>
                    <a:lnTo>
                      <a:pt x="18" y="174"/>
                    </a:lnTo>
                    <a:lnTo>
                      <a:pt x="1" y="171"/>
                    </a:lnTo>
                    <a:lnTo>
                      <a:pt x="0" y="464"/>
                    </a:lnTo>
                    <a:lnTo>
                      <a:pt x="14" y="466"/>
                    </a:lnTo>
                    <a:lnTo>
                      <a:pt x="26" y="468"/>
                    </a:lnTo>
                    <a:lnTo>
                      <a:pt x="39" y="469"/>
                    </a:lnTo>
                    <a:lnTo>
                      <a:pt x="51" y="471"/>
                    </a:lnTo>
                    <a:lnTo>
                      <a:pt x="58" y="471"/>
                    </a:lnTo>
                    <a:lnTo>
                      <a:pt x="63" y="472"/>
                    </a:lnTo>
                    <a:lnTo>
                      <a:pt x="80" y="473"/>
                    </a:lnTo>
                    <a:lnTo>
                      <a:pt x="96" y="475"/>
                    </a:lnTo>
                    <a:lnTo>
                      <a:pt x="109" y="476"/>
                    </a:lnTo>
                    <a:lnTo>
                      <a:pt x="121" y="477"/>
                    </a:lnTo>
                    <a:lnTo>
                      <a:pt x="129" y="477"/>
                    </a:lnTo>
                    <a:lnTo>
                      <a:pt x="135" y="478"/>
                    </a:lnTo>
                    <a:lnTo>
                      <a:pt x="149" y="478"/>
                    </a:lnTo>
                    <a:lnTo>
                      <a:pt x="163" y="479"/>
                    </a:lnTo>
                    <a:lnTo>
                      <a:pt x="174" y="479"/>
                    </a:lnTo>
                    <a:lnTo>
                      <a:pt x="184" y="480"/>
                    </a:lnTo>
                    <a:lnTo>
                      <a:pt x="194" y="480"/>
                    </a:lnTo>
                    <a:lnTo>
                      <a:pt x="202" y="480"/>
                    </a:lnTo>
                    <a:lnTo>
                      <a:pt x="215" y="480"/>
                    </a:lnTo>
                    <a:lnTo>
                      <a:pt x="226" y="480"/>
                    </a:lnTo>
                    <a:lnTo>
                      <a:pt x="234" y="480"/>
                    </a:lnTo>
                    <a:lnTo>
                      <a:pt x="241" y="480"/>
                    </a:lnTo>
                    <a:lnTo>
                      <a:pt x="255" y="479"/>
                    </a:lnTo>
                    <a:lnTo>
                      <a:pt x="267" y="478"/>
                    </a:lnTo>
                    <a:lnTo>
                      <a:pt x="279" y="478"/>
                    </a:lnTo>
                    <a:lnTo>
                      <a:pt x="289" y="477"/>
                    </a:lnTo>
                    <a:lnTo>
                      <a:pt x="292" y="477"/>
                    </a:lnTo>
                    <a:lnTo>
                      <a:pt x="296" y="477"/>
                    </a:lnTo>
                    <a:lnTo>
                      <a:pt x="312" y="475"/>
                    </a:lnTo>
                    <a:lnTo>
                      <a:pt x="327" y="473"/>
                    </a:lnTo>
                    <a:lnTo>
                      <a:pt x="339" y="472"/>
                    </a:lnTo>
                    <a:lnTo>
                      <a:pt x="349" y="471"/>
                    </a:lnTo>
                    <a:lnTo>
                      <a:pt x="351" y="471"/>
                    </a:lnTo>
                    <a:lnTo>
                      <a:pt x="354" y="471"/>
                    </a:lnTo>
                    <a:lnTo>
                      <a:pt x="359" y="469"/>
                    </a:lnTo>
                    <a:lnTo>
                      <a:pt x="365" y="468"/>
                    </a:lnTo>
                    <a:lnTo>
                      <a:pt x="379" y="466"/>
                    </a:lnTo>
                    <a:lnTo>
                      <a:pt x="391" y="464"/>
                    </a:lnTo>
                    <a:lnTo>
                      <a:pt x="404" y="461"/>
                    </a:lnTo>
                    <a:lnTo>
                      <a:pt x="416" y="458"/>
                    </a:lnTo>
                    <a:lnTo>
                      <a:pt x="421" y="457"/>
                    </a:lnTo>
                    <a:lnTo>
                      <a:pt x="426" y="456"/>
                    </a:lnTo>
                    <a:lnTo>
                      <a:pt x="436" y="453"/>
                    </a:lnTo>
                    <a:lnTo>
                      <a:pt x="446" y="450"/>
                    </a:lnTo>
                    <a:lnTo>
                      <a:pt x="454" y="448"/>
                    </a:lnTo>
                    <a:lnTo>
                      <a:pt x="461" y="446"/>
                    </a:lnTo>
                    <a:lnTo>
                      <a:pt x="472" y="442"/>
                    </a:lnTo>
                    <a:lnTo>
                      <a:pt x="484" y="438"/>
                    </a:lnTo>
                    <a:lnTo>
                      <a:pt x="495" y="433"/>
                    </a:lnTo>
                    <a:lnTo>
                      <a:pt x="505" y="429"/>
                    </a:lnTo>
                    <a:lnTo>
                      <a:pt x="506" y="428"/>
                    </a:lnTo>
                    <a:lnTo>
                      <a:pt x="509" y="427"/>
                    </a:lnTo>
                    <a:lnTo>
                      <a:pt x="520" y="421"/>
                    </a:lnTo>
                    <a:lnTo>
                      <a:pt x="531" y="415"/>
                    </a:lnTo>
                    <a:lnTo>
                      <a:pt x="541" y="408"/>
                    </a:lnTo>
                    <a:lnTo>
                      <a:pt x="551" y="402"/>
                    </a:lnTo>
                    <a:lnTo>
                      <a:pt x="552" y="401"/>
                    </a:lnTo>
                    <a:lnTo>
                      <a:pt x="554" y="400"/>
                    </a:lnTo>
                    <a:lnTo>
                      <a:pt x="554" y="400"/>
                    </a:lnTo>
                    <a:lnTo>
                      <a:pt x="554" y="400"/>
                    </a:lnTo>
                    <a:lnTo>
                      <a:pt x="566" y="390"/>
                    </a:lnTo>
                    <a:lnTo>
                      <a:pt x="577" y="380"/>
                    </a:lnTo>
                    <a:lnTo>
                      <a:pt x="581" y="375"/>
                    </a:lnTo>
                    <a:lnTo>
                      <a:pt x="585" y="371"/>
                    </a:lnTo>
                    <a:lnTo>
                      <a:pt x="587" y="368"/>
                    </a:lnTo>
                    <a:lnTo>
                      <a:pt x="589" y="366"/>
                    </a:lnTo>
                    <a:lnTo>
                      <a:pt x="591" y="363"/>
                    </a:lnTo>
                    <a:lnTo>
                      <a:pt x="592" y="361"/>
                    </a:lnTo>
                    <a:lnTo>
                      <a:pt x="599" y="352"/>
                    </a:lnTo>
                    <a:lnTo>
                      <a:pt x="604" y="342"/>
                    </a:lnTo>
                    <a:lnTo>
                      <a:pt x="605" y="338"/>
                    </a:lnTo>
                    <a:lnTo>
                      <a:pt x="606" y="334"/>
                    </a:lnTo>
                    <a:lnTo>
                      <a:pt x="607" y="332"/>
                    </a:lnTo>
                    <a:lnTo>
                      <a:pt x="609" y="329"/>
                    </a:lnTo>
                    <a:lnTo>
                      <a:pt x="610" y="325"/>
                    </a:lnTo>
                    <a:lnTo>
                      <a:pt x="611" y="321"/>
                    </a:lnTo>
                    <a:lnTo>
                      <a:pt x="614" y="309"/>
                    </a:lnTo>
                    <a:lnTo>
                      <a:pt x="615" y="297"/>
                    </a:lnTo>
                    <a:lnTo>
                      <a:pt x="615" y="295"/>
                    </a:lnTo>
                    <a:lnTo>
                      <a:pt x="615" y="293"/>
                    </a:lnTo>
                    <a:lnTo>
                      <a:pt x="616" y="0"/>
                    </a:lnTo>
                    <a:lnTo>
                      <a:pt x="616" y="9"/>
                    </a:lnTo>
                    <a:lnTo>
                      <a:pt x="615" y="18"/>
                    </a:lnTo>
                    <a:lnTo>
                      <a:pt x="612" y="27"/>
                    </a:lnTo>
                    <a:lnTo>
                      <a:pt x="610" y="36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9" name="Freeform 231">
                <a:extLst>
                  <a:ext uri="{FF2B5EF4-FFF2-40B4-BE49-F238E27FC236}">
                    <a16:creationId xmlns:a16="http://schemas.microsoft.com/office/drawing/2014/main" id="{3B5A85CA-A0ED-4544-8158-A44D6CEFC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126" y="2308225"/>
                <a:ext cx="61913" cy="150813"/>
              </a:xfrm>
              <a:custGeom>
                <a:avLst/>
                <a:gdLst>
                  <a:gd name="T0" fmla="*/ 1 w 191"/>
                  <a:gd name="T1" fmla="*/ 89 h 382"/>
                  <a:gd name="T2" fmla="*/ 0 w 191"/>
                  <a:gd name="T3" fmla="*/ 382 h 382"/>
                  <a:gd name="T4" fmla="*/ 190 w 191"/>
                  <a:gd name="T5" fmla="*/ 293 h 382"/>
                  <a:gd name="T6" fmla="*/ 191 w 191"/>
                  <a:gd name="T7" fmla="*/ 0 h 382"/>
                  <a:gd name="T8" fmla="*/ 1 w 191"/>
                  <a:gd name="T9" fmla="*/ 89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2">
                    <a:moveTo>
                      <a:pt x="1" y="89"/>
                    </a:moveTo>
                    <a:lnTo>
                      <a:pt x="0" y="382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0" name="Freeform 232">
                <a:extLst>
                  <a:ext uri="{FF2B5EF4-FFF2-40B4-BE49-F238E27FC236}">
                    <a16:creationId xmlns:a16="http://schemas.microsoft.com/office/drawing/2014/main" id="{56CA96E3-0CD5-476B-87D4-6BB60DD0EB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126" y="2346325"/>
                <a:ext cx="11113" cy="153988"/>
              </a:xfrm>
              <a:custGeom>
                <a:avLst/>
                <a:gdLst>
                  <a:gd name="T0" fmla="*/ 6 w 35"/>
                  <a:gd name="T1" fmla="*/ 351 h 389"/>
                  <a:gd name="T2" fmla="*/ 10 w 35"/>
                  <a:gd name="T3" fmla="*/ 341 h 389"/>
                  <a:gd name="T4" fmla="*/ 14 w 35"/>
                  <a:gd name="T5" fmla="*/ 331 h 389"/>
                  <a:gd name="T6" fmla="*/ 16 w 35"/>
                  <a:gd name="T7" fmla="*/ 326 h 389"/>
                  <a:gd name="T8" fmla="*/ 18 w 35"/>
                  <a:gd name="T9" fmla="*/ 322 h 389"/>
                  <a:gd name="T10" fmla="*/ 25 w 35"/>
                  <a:gd name="T11" fmla="*/ 308 h 389"/>
                  <a:gd name="T12" fmla="*/ 35 w 35"/>
                  <a:gd name="T13" fmla="*/ 293 h 389"/>
                  <a:gd name="T14" fmla="*/ 35 w 35"/>
                  <a:gd name="T15" fmla="*/ 293 h 389"/>
                  <a:gd name="T16" fmla="*/ 35 w 35"/>
                  <a:gd name="T17" fmla="*/ 293 h 389"/>
                  <a:gd name="T18" fmla="*/ 35 w 35"/>
                  <a:gd name="T19" fmla="*/ 0 h 389"/>
                  <a:gd name="T20" fmla="*/ 26 w 35"/>
                  <a:gd name="T21" fmla="*/ 15 h 389"/>
                  <a:gd name="T22" fmla="*/ 19 w 35"/>
                  <a:gd name="T23" fmla="*/ 29 h 389"/>
                  <a:gd name="T24" fmla="*/ 18 w 35"/>
                  <a:gd name="T25" fmla="*/ 31 h 389"/>
                  <a:gd name="T26" fmla="*/ 18 w 35"/>
                  <a:gd name="T27" fmla="*/ 32 h 389"/>
                  <a:gd name="T28" fmla="*/ 16 w 35"/>
                  <a:gd name="T29" fmla="*/ 35 h 389"/>
                  <a:gd name="T30" fmla="*/ 15 w 35"/>
                  <a:gd name="T31" fmla="*/ 38 h 389"/>
                  <a:gd name="T32" fmla="*/ 11 w 35"/>
                  <a:gd name="T33" fmla="*/ 48 h 389"/>
                  <a:gd name="T34" fmla="*/ 8 w 35"/>
                  <a:gd name="T35" fmla="*/ 58 h 389"/>
                  <a:gd name="T36" fmla="*/ 6 w 35"/>
                  <a:gd name="T37" fmla="*/ 61 h 389"/>
                  <a:gd name="T38" fmla="*/ 6 w 35"/>
                  <a:gd name="T39" fmla="*/ 64 h 389"/>
                  <a:gd name="T40" fmla="*/ 5 w 35"/>
                  <a:gd name="T41" fmla="*/ 66 h 389"/>
                  <a:gd name="T42" fmla="*/ 5 w 35"/>
                  <a:gd name="T43" fmla="*/ 68 h 389"/>
                  <a:gd name="T44" fmla="*/ 4 w 35"/>
                  <a:gd name="T45" fmla="*/ 77 h 389"/>
                  <a:gd name="T46" fmla="*/ 3 w 35"/>
                  <a:gd name="T47" fmla="*/ 86 h 389"/>
                  <a:gd name="T48" fmla="*/ 3 w 35"/>
                  <a:gd name="T49" fmla="*/ 89 h 389"/>
                  <a:gd name="T50" fmla="*/ 1 w 35"/>
                  <a:gd name="T51" fmla="*/ 92 h 389"/>
                  <a:gd name="T52" fmla="*/ 1 w 35"/>
                  <a:gd name="T53" fmla="*/ 94 h 389"/>
                  <a:gd name="T54" fmla="*/ 1 w 35"/>
                  <a:gd name="T55" fmla="*/ 96 h 389"/>
                  <a:gd name="T56" fmla="*/ 0 w 35"/>
                  <a:gd name="T57" fmla="*/ 389 h 389"/>
                  <a:gd name="T58" fmla="*/ 1 w 35"/>
                  <a:gd name="T59" fmla="*/ 384 h 389"/>
                  <a:gd name="T60" fmla="*/ 1 w 35"/>
                  <a:gd name="T61" fmla="*/ 379 h 389"/>
                  <a:gd name="T62" fmla="*/ 3 w 35"/>
                  <a:gd name="T63" fmla="*/ 370 h 389"/>
                  <a:gd name="T64" fmla="*/ 4 w 35"/>
                  <a:gd name="T65" fmla="*/ 360 h 389"/>
                  <a:gd name="T66" fmla="*/ 5 w 35"/>
                  <a:gd name="T67" fmla="*/ 356 h 389"/>
                  <a:gd name="T68" fmla="*/ 6 w 35"/>
                  <a:gd name="T69" fmla="*/ 351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" h="389">
                    <a:moveTo>
                      <a:pt x="6" y="351"/>
                    </a:moveTo>
                    <a:lnTo>
                      <a:pt x="10" y="341"/>
                    </a:lnTo>
                    <a:lnTo>
                      <a:pt x="14" y="331"/>
                    </a:lnTo>
                    <a:lnTo>
                      <a:pt x="16" y="326"/>
                    </a:lnTo>
                    <a:lnTo>
                      <a:pt x="18" y="322"/>
                    </a:lnTo>
                    <a:lnTo>
                      <a:pt x="25" y="308"/>
                    </a:lnTo>
                    <a:lnTo>
                      <a:pt x="35" y="293"/>
                    </a:lnTo>
                    <a:lnTo>
                      <a:pt x="35" y="293"/>
                    </a:lnTo>
                    <a:lnTo>
                      <a:pt x="35" y="293"/>
                    </a:lnTo>
                    <a:lnTo>
                      <a:pt x="35" y="0"/>
                    </a:lnTo>
                    <a:lnTo>
                      <a:pt x="26" y="15"/>
                    </a:lnTo>
                    <a:lnTo>
                      <a:pt x="19" y="29"/>
                    </a:lnTo>
                    <a:lnTo>
                      <a:pt x="18" y="31"/>
                    </a:lnTo>
                    <a:lnTo>
                      <a:pt x="18" y="32"/>
                    </a:lnTo>
                    <a:lnTo>
                      <a:pt x="16" y="35"/>
                    </a:lnTo>
                    <a:lnTo>
                      <a:pt x="15" y="38"/>
                    </a:lnTo>
                    <a:lnTo>
                      <a:pt x="11" y="48"/>
                    </a:lnTo>
                    <a:lnTo>
                      <a:pt x="8" y="58"/>
                    </a:lnTo>
                    <a:lnTo>
                      <a:pt x="6" y="61"/>
                    </a:lnTo>
                    <a:lnTo>
                      <a:pt x="6" y="64"/>
                    </a:lnTo>
                    <a:lnTo>
                      <a:pt x="5" y="66"/>
                    </a:lnTo>
                    <a:lnTo>
                      <a:pt x="5" y="68"/>
                    </a:lnTo>
                    <a:lnTo>
                      <a:pt x="4" y="77"/>
                    </a:lnTo>
                    <a:lnTo>
                      <a:pt x="3" y="86"/>
                    </a:lnTo>
                    <a:lnTo>
                      <a:pt x="3" y="89"/>
                    </a:lnTo>
                    <a:lnTo>
                      <a:pt x="1" y="92"/>
                    </a:lnTo>
                    <a:lnTo>
                      <a:pt x="1" y="94"/>
                    </a:lnTo>
                    <a:lnTo>
                      <a:pt x="1" y="96"/>
                    </a:lnTo>
                    <a:lnTo>
                      <a:pt x="0" y="389"/>
                    </a:lnTo>
                    <a:lnTo>
                      <a:pt x="1" y="384"/>
                    </a:lnTo>
                    <a:lnTo>
                      <a:pt x="1" y="379"/>
                    </a:lnTo>
                    <a:lnTo>
                      <a:pt x="3" y="370"/>
                    </a:lnTo>
                    <a:lnTo>
                      <a:pt x="4" y="360"/>
                    </a:lnTo>
                    <a:lnTo>
                      <a:pt x="5" y="356"/>
                    </a:lnTo>
                    <a:lnTo>
                      <a:pt x="6" y="351"/>
                    </a:lnTo>
                    <a:close/>
                  </a:path>
                </a:pathLst>
              </a:custGeom>
              <a:solidFill>
                <a:srgbClr val="117E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1" name="Freeform 233">
                <a:extLst>
                  <a:ext uri="{FF2B5EF4-FFF2-40B4-BE49-F238E27FC236}">
                    <a16:creationId xmlns:a16="http://schemas.microsoft.com/office/drawing/2014/main" id="{4DA4A1DD-130F-4695-B7E7-A425FDE69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488" y="251460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2 h 888"/>
                  <a:gd name="T4" fmla="*/ 1289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2"/>
                    </a:lnTo>
                    <a:lnTo>
                      <a:pt x="1289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2" name="Freeform 234">
                <a:extLst>
                  <a:ext uri="{FF2B5EF4-FFF2-40B4-BE49-F238E27FC236}">
                    <a16:creationId xmlns:a16="http://schemas.microsoft.com/office/drawing/2014/main" id="{696D86A5-F328-4925-A6D9-4515CC781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788" y="2635250"/>
                <a:ext cx="423863" cy="285750"/>
              </a:xfrm>
              <a:custGeom>
                <a:avLst/>
                <a:gdLst>
                  <a:gd name="T0" fmla="*/ 1174 w 1333"/>
                  <a:gd name="T1" fmla="*/ 34 h 721"/>
                  <a:gd name="T2" fmla="*/ 1140 w 1333"/>
                  <a:gd name="T3" fmla="*/ 24 h 721"/>
                  <a:gd name="T4" fmla="*/ 1089 w 1333"/>
                  <a:gd name="T5" fmla="*/ 13 h 721"/>
                  <a:gd name="T6" fmla="*/ 1074 w 1333"/>
                  <a:gd name="T7" fmla="*/ 10 h 721"/>
                  <a:gd name="T8" fmla="*/ 1037 w 1333"/>
                  <a:gd name="T9" fmla="*/ 6 h 721"/>
                  <a:gd name="T10" fmla="*/ 992 w 1333"/>
                  <a:gd name="T11" fmla="*/ 2 h 721"/>
                  <a:gd name="T12" fmla="*/ 948 w 1333"/>
                  <a:gd name="T13" fmla="*/ 0 h 721"/>
                  <a:gd name="T14" fmla="*/ 897 w 1333"/>
                  <a:gd name="T15" fmla="*/ 0 h 721"/>
                  <a:gd name="T16" fmla="*/ 855 w 1333"/>
                  <a:gd name="T17" fmla="*/ 2 h 721"/>
                  <a:gd name="T18" fmla="*/ 813 w 1333"/>
                  <a:gd name="T19" fmla="*/ 5 h 721"/>
                  <a:gd name="T20" fmla="*/ 724 w 1333"/>
                  <a:gd name="T21" fmla="*/ 15 h 721"/>
                  <a:gd name="T22" fmla="*/ 690 w 1333"/>
                  <a:gd name="T23" fmla="*/ 20 h 721"/>
                  <a:gd name="T24" fmla="*/ 623 w 1333"/>
                  <a:gd name="T25" fmla="*/ 32 h 721"/>
                  <a:gd name="T26" fmla="*/ 552 w 1333"/>
                  <a:gd name="T27" fmla="*/ 49 h 721"/>
                  <a:gd name="T28" fmla="*/ 483 w 1333"/>
                  <a:gd name="T29" fmla="*/ 68 h 721"/>
                  <a:gd name="T30" fmla="*/ 387 w 1333"/>
                  <a:gd name="T31" fmla="*/ 100 h 721"/>
                  <a:gd name="T32" fmla="*/ 281 w 1333"/>
                  <a:gd name="T33" fmla="*/ 145 h 721"/>
                  <a:gd name="T34" fmla="*/ 227 w 1333"/>
                  <a:gd name="T35" fmla="*/ 174 h 721"/>
                  <a:gd name="T36" fmla="*/ 170 w 1333"/>
                  <a:gd name="T37" fmla="*/ 209 h 721"/>
                  <a:gd name="T38" fmla="*/ 132 w 1333"/>
                  <a:gd name="T39" fmla="*/ 235 h 721"/>
                  <a:gd name="T40" fmla="*/ 82 w 1333"/>
                  <a:gd name="T41" fmla="*/ 277 h 721"/>
                  <a:gd name="T42" fmla="*/ 71 w 1333"/>
                  <a:gd name="T43" fmla="*/ 289 h 721"/>
                  <a:gd name="T44" fmla="*/ 41 w 1333"/>
                  <a:gd name="T45" fmla="*/ 324 h 721"/>
                  <a:gd name="T46" fmla="*/ 23 w 1333"/>
                  <a:gd name="T47" fmla="*/ 352 h 721"/>
                  <a:gd name="T48" fmla="*/ 10 w 1333"/>
                  <a:gd name="T49" fmla="*/ 385 h 721"/>
                  <a:gd name="T50" fmla="*/ 2 w 1333"/>
                  <a:gd name="T51" fmla="*/ 410 h 721"/>
                  <a:gd name="T52" fmla="*/ 0 w 1333"/>
                  <a:gd name="T53" fmla="*/ 721 h 721"/>
                  <a:gd name="T54" fmla="*/ 6 w 1333"/>
                  <a:gd name="T55" fmla="*/ 682 h 721"/>
                  <a:gd name="T56" fmla="*/ 28 w 1333"/>
                  <a:gd name="T57" fmla="*/ 636 h 721"/>
                  <a:gd name="T58" fmla="*/ 58 w 1333"/>
                  <a:gd name="T59" fmla="*/ 594 h 721"/>
                  <a:gd name="T60" fmla="*/ 81 w 1333"/>
                  <a:gd name="T61" fmla="*/ 570 h 721"/>
                  <a:gd name="T62" fmla="*/ 137 w 1333"/>
                  <a:gd name="T63" fmla="*/ 524 h 721"/>
                  <a:gd name="T64" fmla="*/ 189 w 1333"/>
                  <a:gd name="T65" fmla="*/ 489 h 721"/>
                  <a:gd name="T66" fmla="*/ 249 w 1333"/>
                  <a:gd name="T67" fmla="*/ 454 h 721"/>
                  <a:gd name="T68" fmla="*/ 356 w 1333"/>
                  <a:gd name="T69" fmla="*/ 405 h 721"/>
                  <a:gd name="T70" fmla="*/ 451 w 1333"/>
                  <a:gd name="T71" fmla="*/ 370 h 721"/>
                  <a:gd name="T72" fmla="*/ 557 w 1333"/>
                  <a:gd name="T73" fmla="*/ 340 h 721"/>
                  <a:gd name="T74" fmla="*/ 633 w 1333"/>
                  <a:gd name="T75" fmla="*/ 323 h 721"/>
                  <a:gd name="T76" fmla="*/ 704 w 1333"/>
                  <a:gd name="T77" fmla="*/ 310 h 721"/>
                  <a:gd name="T78" fmla="*/ 788 w 1333"/>
                  <a:gd name="T79" fmla="*/ 300 h 721"/>
                  <a:gd name="T80" fmla="*/ 854 w 1333"/>
                  <a:gd name="T81" fmla="*/ 295 h 721"/>
                  <a:gd name="T82" fmla="*/ 918 w 1333"/>
                  <a:gd name="T83" fmla="*/ 293 h 721"/>
                  <a:gd name="T84" fmla="*/ 985 w 1333"/>
                  <a:gd name="T85" fmla="*/ 294 h 721"/>
                  <a:gd name="T86" fmla="*/ 1048 w 1333"/>
                  <a:gd name="T87" fmla="*/ 300 h 721"/>
                  <a:gd name="T88" fmla="*/ 1089 w 1333"/>
                  <a:gd name="T89" fmla="*/ 306 h 721"/>
                  <a:gd name="T90" fmla="*/ 1139 w 1333"/>
                  <a:gd name="T91" fmla="*/ 317 h 721"/>
                  <a:gd name="T92" fmla="*/ 1196 w 1333"/>
                  <a:gd name="T93" fmla="*/ 335 h 721"/>
                  <a:gd name="T94" fmla="*/ 1258 w 1333"/>
                  <a:gd name="T95" fmla="*/ 365 h 721"/>
                  <a:gd name="T96" fmla="*/ 1304 w 1333"/>
                  <a:gd name="T97" fmla="*/ 406 h 721"/>
                  <a:gd name="T98" fmla="*/ 1328 w 1333"/>
                  <a:gd name="T99" fmla="*/ 452 h 721"/>
                  <a:gd name="T100" fmla="*/ 1331 w 1333"/>
                  <a:gd name="T101" fmla="*/ 179 h 721"/>
                  <a:gd name="T102" fmla="*/ 1316 w 1333"/>
                  <a:gd name="T103" fmla="*/ 131 h 721"/>
                  <a:gd name="T104" fmla="*/ 1280 w 1333"/>
                  <a:gd name="T105" fmla="*/ 88 h 721"/>
                  <a:gd name="T106" fmla="*/ 1220 w 1333"/>
                  <a:gd name="T107" fmla="*/ 51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33" h="721">
                    <a:moveTo>
                      <a:pt x="1220" y="51"/>
                    </a:moveTo>
                    <a:lnTo>
                      <a:pt x="1209" y="46"/>
                    </a:lnTo>
                    <a:lnTo>
                      <a:pt x="1198" y="42"/>
                    </a:lnTo>
                    <a:lnTo>
                      <a:pt x="1186" y="38"/>
                    </a:lnTo>
                    <a:lnTo>
                      <a:pt x="1174" y="34"/>
                    </a:lnTo>
                    <a:lnTo>
                      <a:pt x="1173" y="33"/>
                    </a:lnTo>
                    <a:lnTo>
                      <a:pt x="1170" y="32"/>
                    </a:lnTo>
                    <a:lnTo>
                      <a:pt x="1160" y="29"/>
                    </a:lnTo>
                    <a:lnTo>
                      <a:pt x="1152" y="27"/>
                    </a:lnTo>
                    <a:lnTo>
                      <a:pt x="1140" y="24"/>
                    </a:lnTo>
                    <a:lnTo>
                      <a:pt x="1130" y="21"/>
                    </a:lnTo>
                    <a:lnTo>
                      <a:pt x="1128" y="21"/>
                    </a:lnTo>
                    <a:lnTo>
                      <a:pt x="1125" y="20"/>
                    </a:lnTo>
                    <a:lnTo>
                      <a:pt x="1108" y="16"/>
                    </a:lnTo>
                    <a:lnTo>
                      <a:pt x="1089" y="13"/>
                    </a:lnTo>
                    <a:lnTo>
                      <a:pt x="1088" y="12"/>
                    </a:lnTo>
                    <a:lnTo>
                      <a:pt x="1085" y="12"/>
                    </a:lnTo>
                    <a:lnTo>
                      <a:pt x="1084" y="12"/>
                    </a:lnTo>
                    <a:lnTo>
                      <a:pt x="1084" y="12"/>
                    </a:lnTo>
                    <a:lnTo>
                      <a:pt x="1074" y="10"/>
                    </a:lnTo>
                    <a:lnTo>
                      <a:pt x="1064" y="9"/>
                    </a:lnTo>
                    <a:lnTo>
                      <a:pt x="1053" y="7"/>
                    </a:lnTo>
                    <a:lnTo>
                      <a:pt x="1043" y="6"/>
                    </a:lnTo>
                    <a:lnTo>
                      <a:pt x="1039" y="6"/>
                    </a:lnTo>
                    <a:lnTo>
                      <a:pt x="1037" y="6"/>
                    </a:lnTo>
                    <a:lnTo>
                      <a:pt x="1029" y="5"/>
                    </a:lnTo>
                    <a:lnTo>
                      <a:pt x="1022" y="4"/>
                    </a:lnTo>
                    <a:lnTo>
                      <a:pt x="1009" y="3"/>
                    </a:lnTo>
                    <a:lnTo>
                      <a:pt x="998" y="2"/>
                    </a:lnTo>
                    <a:lnTo>
                      <a:pt x="992" y="2"/>
                    </a:lnTo>
                    <a:lnTo>
                      <a:pt x="987" y="2"/>
                    </a:lnTo>
                    <a:lnTo>
                      <a:pt x="975" y="1"/>
                    </a:lnTo>
                    <a:lnTo>
                      <a:pt x="964" y="1"/>
                    </a:lnTo>
                    <a:lnTo>
                      <a:pt x="957" y="0"/>
                    </a:lnTo>
                    <a:lnTo>
                      <a:pt x="948" y="0"/>
                    </a:lnTo>
                    <a:lnTo>
                      <a:pt x="940" y="0"/>
                    </a:lnTo>
                    <a:lnTo>
                      <a:pt x="933" y="0"/>
                    </a:lnTo>
                    <a:lnTo>
                      <a:pt x="919" y="0"/>
                    </a:lnTo>
                    <a:lnTo>
                      <a:pt x="904" y="0"/>
                    </a:lnTo>
                    <a:lnTo>
                      <a:pt x="897" y="0"/>
                    </a:lnTo>
                    <a:lnTo>
                      <a:pt x="889" y="0"/>
                    </a:lnTo>
                    <a:lnTo>
                      <a:pt x="883" y="1"/>
                    </a:lnTo>
                    <a:lnTo>
                      <a:pt x="877" y="1"/>
                    </a:lnTo>
                    <a:lnTo>
                      <a:pt x="865" y="1"/>
                    </a:lnTo>
                    <a:lnTo>
                      <a:pt x="855" y="2"/>
                    </a:lnTo>
                    <a:lnTo>
                      <a:pt x="844" y="3"/>
                    </a:lnTo>
                    <a:lnTo>
                      <a:pt x="833" y="3"/>
                    </a:lnTo>
                    <a:lnTo>
                      <a:pt x="825" y="4"/>
                    </a:lnTo>
                    <a:lnTo>
                      <a:pt x="817" y="4"/>
                    </a:lnTo>
                    <a:lnTo>
                      <a:pt x="813" y="5"/>
                    </a:lnTo>
                    <a:lnTo>
                      <a:pt x="809" y="5"/>
                    </a:lnTo>
                    <a:lnTo>
                      <a:pt x="789" y="7"/>
                    </a:lnTo>
                    <a:lnTo>
                      <a:pt x="768" y="9"/>
                    </a:lnTo>
                    <a:lnTo>
                      <a:pt x="745" y="12"/>
                    </a:lnTo>
                    <a:lnTo>
                      <a:pt x="724" y="15"/>
                    </a:lnTo>
                    <a:lnTo>
                      <a:pt x="722" y="15"/>
                    </a:lnTo>
                    <a:lnTo>
                      <a:pt x="719" y="15"/>
                    </a:lnTo>
                    <a:lnTo>
                      <a:pt x="713" y="16"/>
                    </a:lnTo>
                    <a:lnTo>
                      <a:pt x="705" y="18"/>
                    </a:lnTo>
                    <a:lnTo>
                      <a:pt x="690" y="20"/>
                    </a:lnTo>
                    <a:lnTo>
                      <a:pt x="675" y="22"/>
                    </a:lnTo>
                    <a:lnTo>
                      <a:pt x="662" y="25"/>
                    </a:lnTo>
                    <a:lnTo>
                      <a:pt x="647" y="28"/>
                    </a:lnTo>
                    <a:lnTo>
                      <a:pt x="634" y="30"/>
                    </a:lnTo>
                    <a:lnTo>
                      <a:pt x="623" y="32"/>
                    </a:lnTo>
                    <a:lnTo>
                      <a:pt x="607" y="36"/>
                    </a:lnTo>
                    <a:lnTo>
                      <a:pt x="589" y="40"/>
                    </a:lnTo>
                    <a:lnTo>
                      <a:pt x="573" y="43"/>
                    </a:lnTo>
                    <a:lnTo>
                      <a:pt x="557" y="47"/>
                    </a:lnTo>
                    <a:lnTo>
                      <a:pt x="552" y="49"/>
                    </a:lnTo>
                    <a:lnTo>
                      <a:pt x="547" y="50"/>
                    </a:lnTo>
                    <a:lnTo>
                      <a:pt x="547" y="50"/>
                    </a:lnTo>
                    <a:lnTo>
                      <a:pt x="546" y="50"/>
                    </a:lnTo>
                    <a:lnTo>
                      <a:pt x="514" y="59"/>
                    </a:lnTo>
                    <a:lnTo>
                      <a:pt x="483" y="68"/>
                    </a:lnTo>
                    <a:lnTo>
                      <a:pt x="452" y="78"/>
                    </a:lnTo>
                    <a:lnTo>
                      <a:pt x="421" y="88"/>
                    </a:lnTo>
                    <a:lnTo>
                      <a:pt x="419" y="88"/>
                    </a:lnTo>
                    <a:lnTo>
                      <a:pt x="418" y="89"/>
                    </a:lnTo>
                    <a:lnTo>
                      <a:pt x="387" y="100"/>
                    </a:lnTo>
                    <a:lnTo>
                      <a:pt x="357" y="112"/>
                    </a:lnTo>
                    <a:lnTo>
                      <a:pt x="326" y="125"/>
                    </a:lnTo>
                    <a:lnTo>
                      <a:pt x="297" y="138"/>
                    </a:lnTo>
                    <a:lnTo>
                      <a:pt x="289" y="142"/>
                    </a:lnTo>
                    <a:lnTo>
                      <a:pt x="281" y="145"/>
                    </a:lnTo>
                    <a:lnTo>
                      <a:pt x="272" y="150"/>
                    </a:lnTo>
                    <a:lnTo>
                      <a:pt x="263" y="155"/>
                    </a:lnTo>
                    <a:lnTo>
                      <a:pt x="251" y="161"/>
                    </a:lnTo>
                    <a:lnTo>
                      <a:pt x="238" y="168"/>
                    </a:lnTo>
                    <a:lnTo>
                      <a:pt x="227" y="174"/>
                    </a:lnTo>
                    <a:lnTo>
                      <a:pt x="214" y="181"/>
                    </a:lnTo>
                    <a:lnTo>
                      <a:pt x="202" y="188"/>
                    </a:lnTo>
                    <a:lnTo>
                      <a:pt x="189" y="196"/>
                    </a:lnTo>
                    <a:lnTo>
                      <a:pt x="179" y="202"/>
                    </a:lnTo>
                    <a:lnTo>
                      <a:pt x="170" y="209"/>
                    </a:lnTo>
                    <a:lnTo>
                      <a:pt x="160" y="215"/>
                    </a:lnTo>
                    <a:lnTo>
                      <a:pt x="151" y="222"/>
                    </a:lnTo>
                    <a:lnTo>
                      <a:pt x="143" y="226"/>
                    </a:lnTo>
                    <a:lnTo>
                      <a:pt x="137" y="231"/>
                    </a:lnTo>
                    <a:lnTo>
                      <a:pt x="132" y="235"/>
                    </a:lnTo>
                    <a:lnTo>
                      <a:pt x="126" y="240"/>
                    </a:lnTo>
                    <a:lnTo>
                      <a:pt x="120" y="245"/>
                    </a:lnTo>
                    <a:lnTo>
                      <a:pt x="113" y="250"/>
                    </a:lnTo>
                    <a:lnTo>
                      <a:pt x="97" y="264"/>
                    </a:lnTo>
                    <a:lnTo>
                      <a:pt x="82" y="277"/>
                    </a:lnTo>
                    <a:lnTo>
                      <a:pt x="80" y="280"/>
                    </a:lnTo>
                    <a:lnTo>
                      <a:pt x="76" y="283"/>
                    </a:lnTo>
                    <a:lnTo>
                      <a:pt x="75" y="284"/>
                    </a:lnTo>
                    <a:lnTo>
                      <a:pt x="75" y="285"/>
                    </a:lnTo>
                    <a:lnTo>
                      <a:pt x="71" y="289"/>
                    </a:lnTo>
                    <a:lnTo>
                      <a:pt x="67" y="294"/>
                    </a:lnTo>
                    <a:lnTo>
                      <a:pt x="60" y="301"/>
                    </a:lnTo>
                    <a:lnTo>
                      <a:pt x="53" y="309"/>
                    </a:lnTo>
                    <a:lnTo>
                      <a:pt x="47" y="317"/>
                    </a:lnTo>
                    <a:lnTo>
                      <a:pt x="41" y="324"/>
                    </a:lnTo>
                    <a:lnTo>
                      <a:pt x="40" y="326"/>
                    </a:lnTo>
                    <a:lnTo>
                      <a:pt x="38" y="328"/>
                    </a:lnTo>
                    <a:lnTo>
                      <a:pt x="33" y="336"/>
                    </a:lnTo>
                    <a:lnTo>
                      <a:pt x="28" y="343"/>
                    </a:lnTo>
                    <a:lnTo>
                      <a:pt x="23" y="352"/>
                    </a:lnTo>
                    <a:lnTo>
                      <a:pt x="18" y="360"/>
                    </a:lnTo>
                    <a:lnTo>
                      <a:pt x="17" y="362"/>
                    </a:lnTo>
                    <a:lnTo>
                      <a:pt x="17" y="364"/>
                    </a:lnTo>
                    <a:lnTo>
                      <a:pt x="12" y="375"/>
                    </a:lnTo>
                    <a:lnTo>
                      <a:pt x="10" y="385"/>
                    </a:lnTo>
                    <a:lnTo>
                      <a:pt x="7" y="389"/>
                    </a:lnTo>
                    <a:lnTo>
                      <a:pt x="6" y="394"/>
                    </a:lnTo>
                    <a:lnTo>
                      <a:pt x="6" y="395"/>
                    </a:lnTo>
                    <a:lnTo>
                      <a:pt x="5" y="396"/>
                    </a:lnTo>
                    <a:lnTo>
                      <a:pt x="2" y="410"/>
                    </a:lnTo>
                    <a:lnTo>
                      <a:pt x="1" y="424"/>
                    </a:lnTo>
                    <a:lnTo>
                      <a:pt x="1" y="426"/>
                    </a:lnTo>
                    <a:lnTo>
                      <a:pt x="1" y="428"/>
                    </a:lnTo>
                    <a:lnTo>
                      <a:pt x="1" y="428"/>
                    </a:lnTo>
                    <a:lnTo>
                      <a:pt x="0" y="721"/>
                    </a:lnTo>
                    <a:lnTo>
                      <a:pt x="0" y="712"/>
                    </a:lnTo>
                    <a:lnTo>
                      <a:pt x="1" y="704"/>
                    </a:lnTo>
                    <a:lnTo>
                      <a:pt x="2" y="695"/>
                    </a:lnTo>
                    <a:lnTo>
                      <a:pt x="5" y="687"/>
                    </a:lnTo>
                    <a:lnTo>
                      <a:pt x="6" y="682"/>
                    </a:lnTo>
                    <a:lnTo>
                      <a:pt x="8" y="678"/>
                    </a:lnTo>
                    <a:lnTo>
                      <a:pt x="12" y="665"/>
                    </a:lnTo>
                    <a:lnTo>
                      <a:pt x="18" y="653"/>
                    </a:lnTo>
                    <a:lnTo>
                      <a:pt x="22" y="644"/>
                    </a:lnTo>
                    <a:lnTo>
                      <a:pt x="28" y="636"/>
                    </a:lnTo>
                    <a:lnTo>
                      <a:pt x="33" y="626"/>
                    </a:lnTo>
                    <a:lnTo>
                      <a:pt x="40" y="617"/>
                    </a:lnTo>
                    <a:lnTo>
                      <a:pt x="46" y="609"/>
                    </a:lnTo>
                    <a:lnTo>
                      <a:pt x="52" y="602"/>
                    </a:lnTo>
                    <a:lnTo>
                      <a:pt x="58" y="594"/>
                    </a:lnTo>
                    <a:lnTo>
                      <a:pt x="66" y="587"/>
                    </a:lnTo>
                    <a:lnTo>
                      <a:pt x="71" y="581"/>
                    </a:lnTo>
                    <a:lnTo>
                      <a:pt x="75" y="576"/>
                    </a:lnTo>
                    <a:lnTo>
                      <a:pt x="78" y="573"/>
                    </a:lnTo>
                    <a:lnTo>
                      <a:pt x="81" y="570"/>
                    </a:lnTo>
                    <a:lnTo>
                      <a:pt x="96" y="556"/>
                    </a:lnTo>
                    <a:lnTo>
                      <a:pt x="112" y="542"/>
                    </a:lnTo>
                    <a:lnTo>
                      <a:pt x="118" y="537"/>
                    </a:lnTo>
                    <a:lnTo>
                      <a:pt x="125" y="533"/>
                    </a:lnTo>
                    <a:lnTo>
                      <a:pt x="137" y="524"/>
                    </a:lnTo>
                    <a:lnTo>
                      <a:pt x="150" y="515"/>
                    </a:lnTo>
                    <a:lnTo>
                      <a:pt x="160" y="508"/>
                    </a:lnTo>
                    <a:lnTo>
                      <a:pt x="168" y="502"/>
                    </a:lnTo>
                    <a:lnTo>
                      <a:pt x="178" y="495"/>
                    </a:lnTo>
                    <a:lnTo>
                      <a:pt x="189" y="489"/>
                    </a:lnTo>
                    <a:lnTo>
                      <a:pt x="201" y="481"/>
                    </a:lnTo>
                    <a:lnTo>
                      <a:pt x="213" y="474"/>
                    </a:lnTo>
                    <a:lnTo>
                      <a:pt x="226" y="467"/>
                    </a:lnTo>
                    <a:lnTo>
                      <a:pt x="237" y="461"/>
                    </a:lnTo>
                    <a:lnTo>
                      <a:pt x="249" y="454"/>
                    </a:lnTo>
                    <a:lnTo>
                      <a:pt x="262" y="448"/>
                    </a:lnTo>
                    <a:lnTo>
                      <a:pt x="279" y="439"/>
                    </a:lnTo>
                    <a:lnTo>
                      <a:pt x="296" y="431"/>
                    </a:lnTo>
                    <a:lnTo>
                      <a:pt x="326" y="418"/>
                    </a:lnTo>
                    <a:lnTo>
                      <a:pt x="356" y="405"/>
                    </a:lnTo>
                    <a:lnTo>
                      <a:pt x="386" y="393"/>
                    </a:lnTo>
                    <a:lnTo>
                      <a:pt x="417" y="382"/>
                    </a:lnTo>
                    <a:lnTo>
                      <a:pt x="418" y="381"/>
                    </a:lnTo>
                    <a:lnTo>
                      <a:pt x="421" y="381"/>
                    </a:lnTo>
                    <a:lnTo>
                      <a:pt x="451" y="370"/>
                    </a:lnTo>
                    <a:lnTo>
                      <a:pt x="482" y="361"/>
                    </a:lnTo>
                    <a:lnTo>
                      <a:pt x="513" y="352"/>
                    </a:lnTo>
                    <a:lnTo>
                      <a:pt x="544" y="343"/>
                    </a:lnTo>
                    <a:lnTo>
                      <a:pt x="551" y="342"/>
                    </a:lnTo>
                    <a:lnTo>
                      <a:pt x="557" y="340"/>
                    </a:lnTo>
                    <a:lnTo>
                      <a:pt x="573" y="336"/>
                    </a:lnTo>
                    <a:lnTo>
                      <a:pt x="589" y="332"/>
                    </a:lnTo>
                    <a:lnTo>
                      <a:pt x="606" y="329"/>
                    </a:lnTo>
                    <a:lnTo>
                      <a:pt x="622" y="325"/>
                    </a:lnTo>
                    <a:lnTo>
                      <a:pt x="633" y="323"/>
                    </a:lnTo>
                    <a:lnTo>
                      <a:pt x="646" y="321"/>
                    </a:lnTo>
                    <a:lnTo>
                      <a:pt x="661" y="318"/>
                    </a:lnTo>
                    <a:lnTo>
                      <a:pt x="675" y="315"/>
                    </a:lnTo>
                    <a:lnTo>
                      <a:pt x="689" y="313"/>
                    </a:lnTo>
                    <a:lnTo>
                      <a:pt x="704" y="310"/>
                    </a:lnTo>
                    <a:lnTo>
                      <a:pt x="714" y="309"/>
                    </a:lnTo>
                    <a:lnTo>
                      <a:pt x="723" y="307"/>
                    </a:lnTo>
                    <a:lnTo>
                      <a:pt x="745" y="305"/>
                    </a:lnTo>
                    <a:lnTo>
                      <a:pt x="767" y="302"/>
                    </a:lnTo>
                    <a:lnTo>
                      <a:pt x="788" y="300"/>
                    </a:lnTo>
                    <a:lnTo>
                      <a:pt x="809" y="298"/>
                    </a:lnTo>
                    <a:lnTo>
                      <a:pt x="820" y="297"/>
                    </a:lnTo>
                    <a:lnTo>
                      <a:pt x="832" y="296"/>
                    </a:lnTo>
                    <a:lnTo>
                      <a:pt x="843" y="295"/>
                    </a:lnTo>
                    <a:lnTo>
                      <a:pt x="854" y="295"/>
                    </a:lnTo>
                    <a:lnTo>
                      <a:pt x="864" y="294"/>
                    </a:lnTo>
                    <a:lnTo>
                      <a:pt x="875" y="294"/>
                    </a:lnTo>
                    <a:lnTo>
                      <a:pt x="889" y="293"/>
                    </a:lnTo>
                    <a:lnTo>
                      <a:pt x="903" y="293"/>
                    </a:lnTo>
                    <a:lnTo>
                      <a:pt x="918" y="293"/>
                    </a:lnTo>
                    <a:lnTo>
                      <a:pt x="932" y="293"/>
                    </a:lnTo>
                    <a:lnTo>
                      <a:pt x="948" y="293"/>
                    </a:lnTo>
                    <a:lnTo>
                      <a:pt x="963" y="293"/>
                    </a:lnTo>
                    <a:lnTo>
                      <a:pt x="974" y="294"/>
                    </a:lnTo>
                    <a:lnTo>
                      <a:pt x="985" y="294"/>
                    </a:lnTo>
                    <a:lnTo>
                      <a:pt x="1003" y="296"/>
                    </a:lnTo>
                    <a:lnTo>
                      <a:pt x="1020" y="297"/>
                    </a:lnTo>
                    <a:lnTo>
                      <a:pt x="1028" y="298"/>
                    </a:lnTo>
                    <a:lnTo>
                      <a:pt x="1035" y="298"/>
                    </a:lnTo>
                    <a:lnTo>
                      <a:pt x="1048" y="300"/>
                    </a:lnTo>
                    <a:lnTo>
                      <a:pt x="1060" y="301"/>
                    </a:lnTo>
                    <a:lnTo>
                      <a:pt x="1072" y="303"/>
                    </a:lnTo>
                    <a:lnTo>
                      <a:pt x="1084" y="305"/>
                    </a:lnTo>
                    <a:lnTo>
                      <a:pt x="1087" y="305"/>
                    </a:lnTo>
                    <a:lnTo>
                      <a:pt x="1089" y="306"/>
                    </a:lnTo>
                    <a:lnTo>
                      <a:pt x="1099" y="308"/>
                    </a:lnTo>
                    <a:lnTo>
                      <a:pt x="1109" y="310"/>
                    </a:lnTo>
                    <a:lnTo>
                      <a:pt x="1119" y="312"/>
                    </a:lnTo>
                    <a:lnTo>
                      <a:pt x="1129" y="314"/>
                    </a:lnTo>
                    <a:lnTo>
                      <a:pt x="1139" y="317"/>
                    </a:lnTo>
                    <a:lnTo>
                      <a:pt x="1150" y="320"/>
                    </a:lnTo>
                    <a:lnTo>
                      <a:pt x="1162" y="323"/>
                    </a:lnTo>
                    <a:lnTo>
                      <a:pt x="1173" y="326"/>
                    </a:lnTo>
                    <a:lnTo>
                      <a:pt x="1185" y="330"/>
                    </a:lnTo>
                    <a:lnTo>
                      <a:pt x="1196" y="335"/>
                    </a:lnTo>
                    <a:lnTo>
                      <a:pt x="1208" y="339"/>
                    </a:lnTo>
                    <a:lnTo>
                      <a:pt x="1219" y="344"/>
                    </a:lnTo>
                    <a:lnTo>
                      <a:pt x="1233" y="351"/>
                    </a:lnTo>
                    <a:lnTo>
                      <a:pt x="1245" y="358"/>
                    </a:lnTo>
                    <a:lnTo>
                      <a:pt x="1258" y="365"/>
                    </a:lnTo>
                    <a:lnTo>
                      <a:pt x="1269" y="373"/>
                    </a:lnTo>
                    <a:lnTo>
                      <a:pt x="1279" y="381"/>
                    </a:lnTo>
                    <a:lnTo>
                      <a:pt x="1288" y="389"/>
                    </a:lnTo>
                    <a:lnTo>
                      <a:pt x="1296" y="397"/>
                    </a:lnTo>
                    <a:lnTo>
                      <a:pt x="1304" y="406"/>
                    </a:lnTo>
                    <a:lnTo>
                      <a:pt x="1310" y="415"/>
                    </a:lnTo>
                    <a:lnTo>
                      <a:pt x="1315" y="424"/>
                    </a:lnTo>
                    <a:lnTo>
                      <a:pt x="1320" y="433"/>
                    </a:lnTo>
                    <a:lnTo>
                      <a:pt x="1324" y="443"/>
                    </a:lnTo>
                    <a:lnTo>
                      <a:pt x="1328" y="452"/>
                    </a:lnTo>
                    <a:lnTo>
                      <a:pt x="1329" y="462"/>
                    </a:lnTo>
                    <a:lnTo>
                      <a:pt x="1330" y="472"/>
                    </a:lnTo>
                    <a:lnTo>
                      <a:pt x="1331" y="482"/>
                    </a:lnTo>
                    <a:lnTo>
                      <a:pt x="1333" y="189"/>
                    </a:lnTo>
                    <a:lnTo>
                      <a:pt x="1331" y="179"/>
                    </a:lnTo>
                    <a:lnTo>
                      <a:pt x="1330" y="169"/>
                    </a:lnTo>
                    <a:lnTo>
                      <a:pt x="1329" y="159"/>
                    </a:lnTo>
                    <a:lnTo>
                      <a:pt x="1325" y="150"/>
                    </a:lnTo>
                    <a:lnTo>
                      <a:pt x="1321" y="140"/>
                    </a:lnTo>
                    <a:lnTo>
                      <a:pt x="1316" y="131"/>
                    </a:lnTo>
                    <a:lnTo>
                      <a:pt x="1311" y="122"/>
                    </a:lnTo>
                    <a:lnTo>
                      <a:pt x="1305" y="113"/>
                    </a:lnTo>
                    <a:lnTo>
                      <a:pt x="1298" y="104"/>
                    </a:lnTo>
                    <a:lnTo>
                      <a:pt x="1289" y="96"/>
                    </a:lnTo>
                    <a:lnTo>
                      <a:pt x="1280" y="88"/>
                    </a:lnTo>
                    <a:lnTo>
                      <a:pt x="1270" y="80"/>
                    </a:lnTo>
                    <a:lnTo>
                      <a:pt x="1259" y="72"/>
                    </a:lnTo>
                    <a:lnTo>
                      <a:pt x="1246" y="65"/>
                    </a:lnTo>
                    <a:lnTo>
                      <a:pt x="1234" y="58"/>
                    </a:lnTo>
                    <a:lnTo>
                      <a:pt x="1220" y="51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3" name="Freeform 235">
                <a:extLst>
                  <a:ext uri="{FF2B5EF4-FFF2-40B4-BE49-F238E27FC236}">
                    <a16:creationId xmlns:a16="http://schemas.microsoft.com/office/drawing/2014/main" id="{CFB14F9F-212E-45AF-9EEE-6C0496DDB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9538" y="2747963"/>
                <a:ext cx="60325" cy="152400"/>
              </a:xfrm>
              <a:custGeom>
                <a:avLst/>
                <a:gdLst>
                  <a:gd name="T0" fmla="*/ 2 w 194"/>
                  <a:gd name="T1" fmla="*/ 0 h 382"/>
                  <a:gd name="T2" fmla="*/ 0 w 194"/>
                  <a:gd name="T3" fmla="*/ 293 h 382"/>
                  <a:gd name="T4" fmla="*/ 193 w 194"/>
                  <a:gd name="T5" fmla="*/ 382 h 382"/>
                  <a:gd name="T6" fmla="*/ 194 w 194"/>
                  <a:gd name="T7" fmla="*/ 89 h 382"/>
                  <a:gd name="T8" fmla="*/ 2 w 194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2">
                    <a:moveTo>
                      <a:pt x="2" y="0"/>
                    </a:moveTo>
                    <a:lnTo>
                      <a:pt x="0" y="293"/>
                    </a:lnTo>
                    <a:lnTo>
                      <a:pt x="193" y="382"/>
                    </a:lnTo>
                    <a:lnTo>
                      <a:pt x="194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4" name="Freeform 236">
                <a:extLst>
                  <a:ext uri="{FF2B5EF4-FFF2-40B4-BE49-F238E27FC236}">
                    <a16:creationId xmlns:a16="http://schemas.microsoft.com/office/drawing/2014/main" id="{CA5185F2-64A3-468F-8112-DB03DF3A3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9863" y="2579688"/>
                <a:ext cx="352425" cy="320675"/>
              </a:xfrm>
              <a:custGeom>
                <a:avLst/>
                <a:gdLst>
                  <a:gd name="T0" fmla="*/ 1 w 1107"/>
                  <a:gd name="T1" fmla="*/ 515 h 808"/>
                  <a:gd name="T2" fmla="*/ 0 w 1107"/>
                  <a:gd name="T3" fmla="*/ 808 h 808"/>
                  <a:gd name="T4" fmla="*/ 1106 w 1107"/>
                  <a:gd name="T5" fmla="*/ 293 h 808"/>
                  <a:gd name="T6" fmla="*/ 1107 w 1107"/>
                  <a:gd name="T7" fmla="*/ 0 h 808"/>
                  <a:gd name="T8" fmla="*/ 1 w 1107"/>
                  <a:gd name="T9" fmla="*/ 515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8">
                    <a:moveTo>
                      <a:pt x="1" y="515"/>
                    </a:moveTo>
                    <a:lnTo>
                      <a:pt x="0" y="808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1" y="51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5" name="Freeform 237">
                <a:extLst>
                  <a:ext uri="{FF2B5EF4-FFF2-40B4-BE49-F238E27FC236}">
                    <a16:creationId xmlns:a16="http://schemas.microsoft.com/office/drawing/2014/main" id="{2E3E7095-5CA8-4B0D-8E76-ED0B0C7C5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226" y="2876550"/>
                <a:ext cx="60325" cy="150813"/>
              </a:xfrm>
              <a:custGeom>
                <a:avLst/>
                <a:gdLst>
                  <a:gd name="T0" fmla="*/ 1 w 192"/>
                  <a:gd name="T1" fmla="*/ 89 h 381"/>
                  <a:gd name="T2" fmla="*/ 0 w 192"/>
                  <a:gd name="T3" fmla="*/ 381 h 381"/>
                  <a:gd name="T4" fmla="*/ 191 w 192"/>
                  <a:gd name="T5" fmla="*/ 293 h 381"/>
                  <a:gd name="T6" fmla="*/ 192 w 192"/>
                  <a:gd name="T7" fmla="*/ 0 h 381"/>
                  <a:gd name="T8" fmla="*/ 1 w 192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1" y="89"/>
                    </a:moveTo>
                    <a:lnTo>
                      <a:pt x="0" y="381"/>
                    </a:lnTo>
                    <a:lnTo>
                      <a:pt x="191" y="293"/>
                    </a:lnTo>
                    <a:lnTo>
                      <a:pt x="192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6" name="Freeform 238">
                <a:extLst>
                  <a:ext uri="{FF2B5EF4-FFF2-40B4-BE49-F238E27FC236}">
                    <a16:creationId xmlns:a16="http://schemas.microsoft.com/office/drawing/2014/main" id="{2FA67F95-5D45-4E2C-9258-BEFA81E76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476" y="2854325"/>
                <a:ext cx="423863" cy="287338"/>
              </a:xfrm>
              <a:custGeom>
                <a:avLst/>
                <a:gdLst>
                  <a:gd name="T0" fmla="*/ 1323 w 1334"/>
                  <a:gd name="T1" fmla="*/ 293 h 723"/>
                  <a:gd name="T2" fmla="*/ 1307 w 1334"/>
                  <a:gd name="T3" fmla="*/ 319 h 723"/>
                  <a:gd name="T4" fmla="*/ 1282 w 1334"/>
                  <a:gd name="T5" fmla="*/ 344 h 723"/>
                  <a:gd name="T6" fmla="*/ 1259 w 1334"/>
                  <a:gd name="T7" fmla="*/ 360 h 723"/>
                  <a:gd name="T8" fmla="*/ 1216 w 1334"/>
                  <a:gd name="T9" fmla="*/ 383 h 723"/>
                  <a:gd name="T10" fmla="*/ 1179 w 1334"/>
                  <a:gd name="T11" fmla="*/ 397 h 723"/>
                  <a:gd name="T12" fmla="*/ 1129 w 1334"/>
                  <a:gd name="T13" fmla="*/ 411 h 723"/>
                  <a:gd name="T14" fmla="*/ 1068 w 1334"/>
                  <a:gd name="T15" fmla="*/ 421 h 723"/>
                  <a:gd name="T16" fmla="*/ 1013 w 1334"/>
                  <a:gd name="T17" fmla="*/ 427 h 723"/>
                  <a:gd name="T18" fmla="*/ 957 w 1334"/>
                  <a:gd name="T19" fmla="*/ 430 h 723"/>
                  <a:gd name="T20" fmla="*/ 899 w 1334"/>
                  <a:gd name="T21" fmla="*/ 430 h 723"/>
                  <a:gd name="T22" fmla="*/ 838 w 1334"/>
                  <a:gd name="T23" fmla="*/ 427 h 723"/>
                  <a:gd name="T24" fmla="*/ 796 w 1334"/>
                  <a:gd name="T25" fmla="*/ 424 h 723"/>
                  <a:gd name="T26" fmla="*/ 746 w 1334"/>
                  <a:gd name="T27" fmla="*/ 418 h 723"/>
                  <a:gd name="T28" fmla="*/ 696 w 1334"/>
                  <a:gd name="T29" fmla="*/ 411 h 723"/>
                  <a:gd name="T30" fmla="*/ 622 w 1334"/>
                  <a:gd name="T31" fmla="*/ 397 h 723"/>
                  <a:gd name="T32" fmla="*/ 558 w 1334"/>
                  <a:gd name="T33" fmla="*/ 382 h 723"/>
                  <a:gd name="T34" fmla="*/ 463 w 1334"/>
                  <a:gd name="T35" fmla="*/ 355 h 723"/>
                  <a:gd name="T36" fmla="*/ 410 w 1334"/>
                  <a:gd name="T37" fmla="*/ 337 h 723"/>
                  <a:gd name="T38" fmla="*/ 355 w 1334"/>
                  <a:gd name="T39" fmla="*/ 316 h 723"/>
                  <a:gd name="T40" fmla="*/ 265 w 1334"/>
                  <a:gd name="T41" fmla="*/ 275 h 723"/>
                  <a:gd name="T42" fmla="*/ 145 w 1334"/>
                  <a:gd name="T43" fmla="*/ 203 h 723"/>
                  <a:gd name="T44" fmla="*/ 60 w 1334"/>
                  <a:gd name="T45" fmla="*/ 128 h 723"/>
                  <a:gd name="T46" fmla="*/ 11 w 1334"/>
                  <a:gd name="T47" fmla="*/ 54 h 723"/>
                  <a:gd name="T48" fmla="*/ 0 w 1334"/>
                  <a:gd name="T49" fmla="*/ 293 h 723"/>
                  <a:gd name="T50" fmla="*/ 19 w 1334"/>
                  <a:gd name="T51" fmla="*/ 365 h 723"/>
                  <a:gd name="T52" fmla="*/ 76 w 1334"/>
                  <a:gd name="T53" fmla="*/ 440 h 723"/>
                  <a:gd name="T54" fmla="*/ 171 w 1334"/>
                  <a:gd name="T55" fmla="*/ 515 h 723"/>
                  <a:gd name="T56" fmla="*/ 300 w 1334"/>
                  <a:gd name="T57" fmla="*/ 585 h 723"/>
                  <a:gd name="T58" fmla="*/ 373 w 1334"/>
                  <a:gd name="T59" fmla="*/ 616 h 723"/>
                  <a:gd name="T60" fmla="*/ 423 w 1334"/>
                  <a:gd name="T61" fmla="*/ 635 h 723"/>
                  <a:gd name="T62" fmla="*/ 467 w 1334"/>
                  <a:gd name="T63" fmla="*/ 649 h 723"/>
                  <a:gd name="T64" fmla="*/ 528 w 1334"/>
                  <a:gd name="T65" fmla="*/ 667 h 723"/>
                  <a:gd name="T66" fmla="*/ 593 w 1334"/>
                  <a:gd name="T67" fmla="*/ 684 h 723"/>
                  <a:gd name="T68" fmla="*/ 642 w 1334"/>
                  <a:gd name="T69" fmla="*/ 694 h 723"/>
                  <a:gd name="T70" fmla="*/ 691 w 1334"/>
                  <a:gd name="T71" fmla="*/ 703 h 723"/>
                  <a:gd name="T72" fmla="*/ 732 w 1334"/>
                  <a:gd name="T73" fmla="*/ 709 h 723"/>
                  <a:gd name="T74" fmla="*/ 771 w 1334"/>
                  <a:gd name="T75" fmla="*/ 714 h 723"/>
                  <a:gd name="T76" fmla="*/ 804 w 1334"/>
                  <a:gd name="T77" fmla="*/ 717 h 723"/>
                  <a:gd name="T78" fmla="*/ 841 w 1334"/>
                  <a:gd name="T79" fmla="*/ 721 h 723"/>
                  <a:gd name="T80" fmla="*/ 883 w 1334"/>
                  <a:gd name="T81" fmla="*/ 722 h 723"/>
                  <a:gd name="T82" fmla="*/ 913 w 1334"/>
                  <a:gd name="T83" fmla="*/ 723 h 723"/>
                  <a:gd name="T84" fmla="*/ 961 w 1334"/>
                  <a:gd name="T85" fmla="*/ 723 h 723"/>
                  <a:gd name="T86" fmla="*/ 998 w 1334"/>
                  <a:gd name="T87" fmla="*/ 721 h 723"/>
                  <a:gd name="T88" fmla="*/ 1026 w 1334"/>
                  <a:gd name="T89" fmla="*/ 719 h 723"/>
                  <a:gd name="T90" fmla="*/ 1072 w 1334"/>
                  <a:gd name="T91" fmla="*/ 714 h 723"/>
                  <a:gd name="T92" fmla="*/ 1112 w 1334"/>
                  <a:gd name="T93" fmla="*/ 707 h 723"/>
                  <a:gd name="T94" fmla="*/ 1147 w 1334"/>
                  <a:gd name="T95" fmla="*/ 699 h 723"/>
                  <a:gd name="T96" fmla="*/ 1186 w 1334"/>
                  <a:gd name="T97" fmla="*/ 687 h 723"/>
                  <a:gd name="T98" fmla="*/ 1224 w 1334"/>
                  <a:gd name="T99" fmla="*/ 672 h 723"/>
                  <a:gd name="T100" fmla="*/ 1249 w 1334"/>
                  <a:gd name="T101" fmla="*/ 659 h 723"/>
                  <a:gd name="T102" fmla="*/ 1272 w 1334"/>
                  <a:gd name="T103" fmla="*/ 644 h 723"/>
                  <a:gd name="T104" fmla="*/ 1295 w 1334"/>
                  <a:gd name="T105" fmla="*/ 624 h 723"/>
                  <a:gd name="T106" fmla="*/ 1308 w 1334"/>
                  <a:gd name="T107" fmla="*/ 609 h 723"/>
                  <a:gd name="T108" fmla="*/ 1323 w 1334"/>
                  <a:gd name="T109" fmla="*/ 585 h 723"/>
                  <a:gd name="T110" fmla="*/ 1328 w 1334"/>
                  <a:gd name="T111" fmla="*/ 572 h 723"/>
                  <a:gd name="T112" fmla="*/ 1333 w 1334"/>
                  <a:gd name="T113" fmla="*/ 540 h 723"/>
                  <a:gd name="T114" fmla="*/ 1334 w 1334"/>
                  <a:gd name="T115" fmla="*/ 253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34" h="723">
                    <a:moveTo>
                      <a:pt x="1328" y="279"/>
                    </a:moveTo>
                    <a:lnTo>
                      <a:pt x="1328" y="282"/>
                    </a:lnTo>
                    <a:lnTo>
                      <a:pt x="1327" y="285"/>
                    </a:lnTo>
                    <a:lnTo>
                      <a:pt x="1323" y="293"/>
                    </a:lnTo>
                    <a:lnTo>
                      <a:pt x="1319" y="301"/>
                    </a:lnTo>
                    <a:lnTo>
                      <a:pt x="1314" y="309"/>
                    </a:lnTo>
                    <a:lnTo>
                      <a:pt x="1309" y="316"/>
                    </a:lnTo>
                    <a:lnTo>
                      <a:pt x="1307" y="319"/>
                    </a:lnTo>
                    <a:lnTo>
                      <a:pt x="1304" y="321"/>
                    </a:lnTo>
                    <a:lnTo>
                      <a:pt x="1298" y="329"/>
                    </a:lnTo>
                    <a:lnTo>
                      <a:pt x="1290" y="336"/>
                    </a:lnTo>
                    <a:lnTo>
                      <a:pt x="1282" y="344"/>
                    </a:lnTo>
                    <a:lnTo>
                      <a:pt x="1273" y="351"/>
                    </a:lnTo>
                    <a:lnTo>
                      <a:pt x="1270" y="352"/>
                    </a:lnTo>
                    <a:lnTo>
                      <a:pt x="1268" y="354"/>
                    </a:lnTo>
                    <a:lnTo>
                      <a:pt x="1259" y="360"/>
                    </a:lnTo>
                    <a:lnTo>
                      <a:pt x="1248" y="367"/>
                    </a:lnTo>
                    <a:lnTo>
                      <a:pt x="1237" y="373"/>
                    </a:lnTo>
                    <a:lnTo>
                      <a:pt x="1224" y="379"/>
                    </a:lnTo>
                    <a:lnTo>
                      <a:pt x="1216" y="383"/>
                    </a:lnTo>
                    <a:lnTo>
                      <a:pt x="1206" y="387"/>
                    </a:lnTo>
                    <a:lnTo>
                      <a:pt x="1196" y="391"/>
                    </a:lnTo>
                    <a:lnTo>
                      <a:pt x="1186" y="395"/>
                    </a:lnTo>
                    <a:lnTo>
                      <a:pt x="1179" y="397"/>
                    </a:lnTo>
                    <a:lnTo>
                      <a:pt x="1172" y="399"/>
                    </a:lnTo>
                    <a:lnTo>
                      <a:pt x="1158" y="403"/>
                    </a:lnTo>
                    <a:lnTo>
                      <a:pt x="1144" y="407"/>
                    </a:lnTo>
                    <a:lnTo>
                      <a:pt x="1129" y="411"/>
                    </a:lnTo>
                    <a:lnTo>
                      <a:pt x="1113" y="414"/>
                    </a:lnTo>
                    <a:lnTo>
                      <a:pt x="1096" y="417"/>
                    </a:lnTo>
                    <a:lnTo>
                      <a:pt x="1079" y="420"/>
                    </a:lnTo>
                    <a:lnTo>
                      <a:pt x="1068" y="421"/>
                    </a:lnTo>
                    <a:lnTo>
                      <a:pt x="1057" y="423"/>
                    </a:lnTo>
                    <a:lnTo>
                      <a:pt x="1042" y="425"/>
                    </a:lnTo>
                    <a:lnTo>
                      <a:pt x="1027" y="426"/>
                    </a:lnTo>
                    <a:lnTo>
                      <a:pt x="1013" y="427"/>
                    </a:lnTo>
                    <a:lnTo>
                      <a:pt x="999" y="428"/>
                    </a:lnTo>
                    <a:lnTo>
                      <a:pt x="986" y="429"/>
                    </a:lnTo>
                    <a:lnTo>
                      <a:pt x="972" y="430"/>
                    </a:lnTo>
                    <a:lnTo>
                      <a:pt x="957" y="430"/>
                    </a:lnTo>
                    <a:lnTo>
                      <a:pt x="942" y="430"/>
                    </a:lnTo>
                    <a:lnTo>
                      <a:pt x="928" y="430"/>
                    </a:lnTo>
                    <a:lnTo>
                      <a:pt x="914" y="430"/>
                    </a:lnTo>
                    <a:lnTo>
                      <a:pt x="899" y="430"/>
                    </a:lnTo>
                    <a:lnTo>
                      <a:pt x="884" y="430"/>
                    </a:lnTo>
                    <a:lnTo>
                      <a:pt x="868" y="429"/>
                    </a:lnTo>
                    <a:lnTo>
                      <a:pt x="853" y="428"/>
                    </a:lnTo>
                    <a:lnTo>
                      <a:pt x="838" y="427"/>
                    </a:lnTo>
                    <a:lnTo>
                      <a:pt x="824" y="426"/>
                    </a:lnTo>
                    <a:lnTo>
                      <a:pt x="814" y="425"/>
                    </a:lnTo>
                    <a:lnTo>
                      <a:pt x="806" y="425"/>
                    </a:lnTo>
                    <a:lnTo>
                      <a:pt x="796" y="424"/>
                    </a:lnTo>
                    <a:lnTo>
                      <a:pt x="786" y="423"/>
                    </a:lnTo>
                    <a:lnTo>
                      <a:pt x="772" y="421"/>
                    </a:lnTo>
                    <a:lnTo>
                      <a:pt x="759" y="420"/>
                    </a:lnTo>
                    <a:lnTo>
                      <a:pt x="746" y="418"/>
                    </a:lnTo>
                    <a:lnTo>
                      <a:pt x="733" y="416"/>
                    </a:lnTo>
                    <a:lnTo>
                      <a:pt x="721" y="414"/>
                    </a:lnTo>
                    <a:lnTo>
                      <a:pt x="707" y="412"/>
                    </a:lnTo>
                    <a:lnTo>
                      <a:pt x="696" y="411"/>
                    </a:lnTo>
                    <a:lnTo>
                      <a:pt x="686" y="409"/>
                    </a:lnTo>
                    <a:lnTo>
                      <a:pt x="665" y="405"/>
                    </a:lnTo>
                    <a:lnTo>
                      <a:pt x="643" y="401"/>
                    </a:lnTo>
                    <a:lnTo>
                      <a:pt x="622" y="397"/>
                    </a:lnTo>
                    <a:lnTo>
                      <a:pt x="601" y="392"/>
                    </a:lnTo>
                    <a:lnTo>
                      <a:pt x="593" y="391"/>
                    </a:lnTo>
                    <a:lnTo>
                      <a:pt x="587" y="389"/>
                    </a:lnTo>
                    <a:lnTo>
                      <a:pt x="558" y="382"/>
                    </a:lnTo>
                    <a:lnTo>
                      <a:pt x="530" y="375"/>
                    </a:lnTo>
                    <a:lnTo>
                      <a:pt x="501" y="367"/>
                    </a:lnTo>
                    <a:lnTo>
                      <a:pt x="472" y="358"/>
                    </a:lnTo>
                    <a:lnTo>
                      <a:pt x="463" y="355"/>
                    </a:lnTo>
                    <a:lnTo>
                      <a:pt x="455" y="352"/>
                    </a:lnTo>
                    <a:lnTo>
                      <a:pt x="440" y="347"/>
                    </a:lnTo>
                    <a:lnTo>
                      <a:pt x="425" y="342"/>
                    </a:lnTo>
                    <a:lnTo>
                      <a:pt x="410" y="337"/>
                    </a:lnTo>
                    <a:lnTo>
                      <a:pt x="396" y="332"/>
                    </a:lnTo>
                    <a:lnTo>
                      <a:pt x="385" y="327"/>
                    </a:lnTo>
                    <a:lnTo>
                      <a:pt x="373" y="323"/>
                    </a:lnTo>
                    <a:lnTo>
                      <a:pt x="355" y="316"/>
                    </a:lnTo>
                    <a:lnTo>
                      <a:pt x="337" y="308"/>
                    </a:lnTo>
                    <a:lnTo>
                      <a:pt x="318" y="301"/>
                    </a:lnTo>
                    <a:lnTo>
                      <a:pt x="301" y="293"/>
                    </a:lnTo>
                    <a:lnTo>
                      <a:pt x="265" y="275"/>
                    </a:lnTo>
                    <a:lnTo>
                      <a:pt x="232" y="258"/>
                    </a:lnTo>
                    <a:lnTo>
                      <a:pt x="201" y="240"/>
                    </a:lnTo>
                    <a:lnTo>
                      <a:pt x="171" y="222"/>
                    </a:lnTo>
                    <a:lnTo>
                      <a:pt x="145" y="203"/>
                    </a:lnTo>
                    <a:lnTo>
                      <a:pt x="120" y="185"/>
                    </a:lnTo>
                    <a:lnTo>
                      <a:pt x="97" y="166"/>
                    </a:lnTo>
                    <a:lnTo>
                      <a:pt x="77" y="147"/>
                    </a:lnTo>
                    <a:lnTo>
                      <a:pt x="60" y="128"/>
                    </a:lnTo>
                    <a:lnTo>
                      <a:pt x="44" y="110"/>
                    </a:lnTo>
                    <a:lnTo>
                      <a:pt x="31" y="91"/>
                    </a:lnTo>
                    <a:lnTo>
                      <a:pt x="20" y="72"/>
                    </a:lnTo>
                    <a:lnTo>
                      <a:pt x="11" y="54"/>
                    </a:lnTo>
                    <a:lnTo>
                      <a:pt x="5" y="36"/>
                    </a:lnTo>
                    <a:lnTo>
                      <a:pt x="1" y="18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1" y="310"/>
                    </a:lnTo>
                    <a:lnTo>
                      <a:pt x="5" y="328"/>
                    </a:lnTo>
                    <a:lnTo>
                      <a:pt x="10" y="346"/>
                    </a:lnTo>
                    <a:lnTo>
                      <a:pt x="19" y="365"/>
                    </a:lnTo>
                    <a:lnTo>
                      <a:pt x="30" y="384"/>
                    </a:lnTo>
                    <a:lnTo>
                      <a:pt x="42" y="402"/>
                    </a:lnTo>
                    <a:lnTo>
                      <a:pt x="59" y="421"/>
                    </a:lnTo>
                    <a:lnTo>
                      <a:pt x="76" y="440"/>
                    </a:lnTo>
                    <a:lnTo>
                      <a:pt x="96" y="459"/>
                    </a:lnTo>
                    <a:lnTo>
                      <a:pt x="119" y="478"/>
                    </a:lnTo>
                    <a:lnTo>
                      <a:pt x="144" y="496"/>
                    </a:lnTo>
                    <a:lnTo>
                      <a:pt x="171" y="515"/>
                    </a:lnTo>
                    <a:lnTo>
                      <a:pt x="200" y="533"/>
                    </a:lnTo>
                    <a:lnTo>
                      <a:pt x="231" y="551"/>
                    </a:lnTo>
                    <a:lnTo>
                      <a:pt x="263" y="568"/>
                    </a:lnTo>
                    <a:lnTo>
                      <a:pt x="300" y="585"/>
                    </a:lnTo>
                    <a:lnTo>
                      <a:pt x="317" y="593"/>
                    </a:lnTo>
                    <a:lnTo>
                      <a:pt x="336" y="601"/>
                    </a:lnTo>
                    <a:lnTo>
                      <a:pt x="355" y="609"/>
                    </a:lnTo>
                    <a:lnTo>
                      <a:pt x="373" y="616"/>
                    </a:lnTo>
                    <a:lnTo>
                      <a:pt x="383" y="620"/>
                    </a:lnTo>
                    <a:lnTo>
                      <a:pt x="395" y="624"/>
                    </a:lnTo>
                    <a:lnTo>
                      <a:pt x="410" y="630"/>
                    </a:lnTo>
                    <a:lnTo>
                      <a:pt x="423" y="635"/>
                    </a:lnTo>
                    <a:lnTo>
                      <a:pt x="438" y="640"/>
                    </a:lnTo>
                    <a:lnTo>
                      <a:pt x="453" y="645"/>
                    </a:lnTo>
                    <a:lnTo>
                      <a:pt x="460" y="647"/>
                    </a:lnTo>
                    <a:lnTo>
                      <a:pt x="467" y="649"/>
                    </a:lnTo>
                    <a:lnTo>
                      <a:pt x="468" y="650"/>
                    </a:lnTo>
                    <a:lnTo>
                      <a:pt x="471" y="651"/>
                    </a:lnTo>
                    <a:lnTo>
                      <a:pt x="500" y="659"/>
                    </a:lnTo>
                    <a:lnTo>
                      <a:pt x="528" y="667"/>
                    </a:lnTo>
                    <a:lnTo>
                      <a:pt x="557" y="675"/>
                    </a:lnTo>
                    <a:lnTo>
                      <a:pt x="586" y="682"/>
                    </a:lnTo>
                    <a:lnTo>
                      <a:pt x="590" y="683"/>
                    </a:lnTo>
                    <a:lnTo>
                      <a:pt x="593" y="684"/>
                    </a:lnTo>
                    <a:lnTo>
                      <a:pt x="597" y="684"/>
                    </a:lnTo>
                    <a:lnTo>
                      <a:pt x="600" y="685"/>
                    </a:lnTo>
                    <a:lnTo>
                      <a:pt x="621" y="690"/>
                    </a:lnTo>
                    <a:lnTo>
                      <a:pt x="642" y="694"/>
                    </a:lnTo>
                    <a:lnTo>
                      <a:pt x="663" y="698"/>
                    </a:lnTo>
                    <a:lnTo>
                      <a:pt x="685" y="702"/>
                    </a:lnTo>
                    <a:lnTo>
                      <a:pt x="687" y="702"/>
                    </a:lnTo>
                    <a:lnTo>
                      <a:pt x="691" y="703"/>
                    </a:lnTo>
                    <a:lnTo>
                      <a:pt x="698" y="704"/>
                    </a:lnTo>
                    <a:lnTo>
                      <a:pt x="706" y="705"/>
                    </a:lnTo>
                    <a:lnTo>
                      <a:pt x="720" y="707"/>
                    </a:lnTo>
                    <a:lnTo>
                      <a:pt x="732" y="709"/>
                    </a:lnTo>
                    <a:lnTo>
                      <a:pt x="745" y="711"/>
                    </a:lnTo>
                    <a:lnTo>
                      <a:pt x="758" y="712"/>
                    </a:lnTo>
                    <a:lnTo>
                      <a:pt x="764" y="713"/>
                    </a:lnTo>
                    <a:lnTo>
                      <a:pt x="771" y="714"/>
                    </a:lnTo>
                    <a:lnTo>
                      <a:pt x="778" y="715"/>
                    </a:lnTo>
                    <a:lnTo>
                      <a:pt x="784" y="715"/>
                    </a:lnTo>
                    <a:lnTo>
                      <a:pt x="794" y="716"/>
                    </a:lnTo>
                    <a:lnTo>
                      <a:pt x="804" y="717"/>
                    </a:lnTo>
                    <a:lnTo>
                      <a:pt x="814" y="718"/>
                    </a:lnTo>
                    <a:lnTo>
                      <a:pt x="823" y="719"/>
                    </a:lnTo>
                    <a:lnTo>
                      <a:pt x="832" y="720"/>
                    </a:lnTo>
                    <a:lnTo>
                      <a:pt x="841" y="721"/>
                    </a:lnTo>
                    <a:lnTo>
                      <a:pt x="847" y="721"/>
                    </a:lnTo>
                    <a:lnTo>
                      <a:pt x="852" y="721"/>
                    </a:lnTo>
                    <a:lnTo>
                      <a:pt x="868" y="722"/>
                    </a:lnTo>
                    <a:lnTo>
                      <a:pt x="883" y="722"/>
                    </a:lnTo>
                    <a:lnTo>
                      <a:pt x="893" y="723"/>
                    </a:lnTo>
                    <a:lnTo>
                      <a:pt x="903" y="723"/>
                    </a:lnTo>
                    <a:lnTo>
                      <a:pt x="908" y="723"/>
                    </a:lnTo>
                    <a:lnTo>
                      <a:pt x="913" y="723"/>
                    </a:lnTo>
                    <a:lnTo>
                      <a:pt x="927" y="723"/>
                    </a:lnTo>
                    <a:lnTo>
                      <a:pt x="941" y="723"/>
                    </a:lnTo>
                    <a:lnTo>
                      <a:pt x="951" y="723"/>
                    </a:lnTo>
                    <a:lnTo>
                      <a:pt x="961" y="723"/>
                    </a:lnTo>
                    <a:lnTo>
                      <a:pt x="966" y="723"/>
                    </a:lnTo>
                    <a:lnTo>
                      <a:pt x="971" y="722"/>
                    </a:lnTo>
                    <a:lnTo>
                      <a:pt x="984" y="722"/>
                    </a:lnTo>
                    <a:lnTo>
                      <a:pt x="998" y="721"/>
                    </a:lnTo>
                    <a:lnTo>
                      <a:pt x="1007" y="721"/>
                    </a:lnTo>
                    <a:lnTo>
                      <a:pt x="1016" y="720"/>
                    </a:lnTo>
                    <a:lnTo>
                      <a:pt x="1021" y="720"/>
                    </a:lnTo>
                    <a:lnTo>
                      <a:pt x="1026" y="719"/>
                    </a:lnTo>
                    <a:lnTo>
                      <a:pt x="1041" y="717"/>
                    </a:lnTo>
                    <a:lnTo>
                      <a:pt x="1056" y="716"/>
                    </a:lnTo>
                    <a:lnTo>
                      <a:pt x="1064" y="715"/>
                    </a:lnTo>
                    <a:lnTo>
                      <a:pt x="1072" y="714"/>
                    </a:lnTo>
                    <a:lnTo>
                      <a:pt x="1076" y="713"/>
                    </a:lnTo>
                    <a:lnTo>
                      <a:pt x="1078" y="713"/>
                    </a:lnTo>
                    <a:lnTo>
                      <a:pt x="1094" y="710"/>
                    </a:lnTo>
                    <a:lnTo>
                      <a:pt x="1112" y="707"/>
                    </a:lnTo>
                    <a:lnTo>
                      <a:pt x="1128" y="703"/>
                    </a:lnTo>
                    <a:lnTo>
                      <a:pt x="1143" y="700"/>
                    </a:lnTo>
                    <a:lnTo>
                      <a:pt x="1146" y="699"/>
                    </a:lnTo>
                    <a:lnTo>
                      <a:pt x="1147" y="699"/>
                    </a:lnTo>
                    <a:lnTo>
                      <a:pt x="1159" y="695"/>
                    </a:lnTo>
                    <a:lnTo>
                      <a:pt x="1171" y="692"/>
                    </a:lnTo>
                    <a:lnTo>
                      <a:pt x="1178" y="690"/>
                    </a:lnTo>
                    <a:lnTo>
                      <a:pt x="1186" y="687"/>
                    </a:lnTo>
                    <a:lnTo>
                      <a:pt x="1196" y="684"/>
                    </a:lnTo>
                    <a:lnTo>
                      <a:pt x="1206" y="680"/>
                    </a:lnTo>
                    <a:lnTo>
                      <a:pt x="1214" y="676"/>
                    </a:lnTo>
                    <a:lnTo>
                      <a:pt x="1224" y="672"/>
                    </a:lnTo>
                    <a:lnTo>
                      <a:pt x="1226" y="671"/>
                    </a:lnTo>
                    <a:lnTo>
                      <a:pt x="1228" y="670"/>
                    </a:lnTo>
                    <a:lnTo>
                      <a:pt x="1239" y="664"/>
                    </a:lnTo>
                    <a:lnTo>
                      <a:pt x="1249" y="659"/>
                    </a:lnTo>
                    <a:lnTo>
                      <a:pt x="1258" y="653"/>
                    </a:lnTo>
                    <a:lnTo>
                      <a:pt x="1267" y="647"/>
                    </a:lnTo>
                    <a:lnTo>
                      <a:pt x="1269" y="645"/>
                    </a:lnTo>
                    <a:lnTo>
                      <a:pt x="1272" y="644"/>
                    </a:lnTo>
                    <a:lnTo>
                      <a:pt x="1273" y="643"/>
                    </a:lnTo>
                    <a:lnTo>
                      <a:pt x="1273" y="643"/>
                    </a:lnTo>
                    <a:lnTo>
                      <a:pt x="1284" y="634"/>
                    </a:lnTo>
                    <a:lnTo>
                      <a:pt x="1295" y="624"/>
                    </a:lnTo>
                    <a:lnTo>
                      <a:pt x="1299" y="619"/>
                    </a:lnTo>
                    <a:lnTo>
                      <a:pt x="1303" y="614"/>
                    </a:lnTo>
                    <a:lnTo>
                      <a:pt x="1305" y="612"/>
                    </a:lnTo>
                    <a:lnTo>
                      <a:pt x="1308" y="609"/>
                    </a:lnTo>
                    <a:lnTo>
                      <a:pt x="1309" y="607"/>
                    </a:lnTo>
                    <a:lnTo>
                      <a:pt x="1312" y="605"/>
                    </a:lnTo>
                    <a:lnTo>
                      <a:pt x="1318" y="595"/>
                    </a:lnTo>
                    <a:lnTo>
                      <a:pt x="1323" y="585"/>
                    </a:lnTo>
                    <a:lnTo>
                      <a:pt x="1324" y="582"/>
                    </a:lnTo>
                    <a:lnTo>
                      <a:pt x="1325" y="578"/>
                    </a:lnTo>
                    <a:lnTo>
                      <a:pt x="1327" y="575"/>
                    </a:lnTo>
                    <a:lnTo>
                      <a:pt x="1328" y="572"/>
                    </a:lnTo>
                    <a:lnTo>
                      <a:pt x="1329" y="568"/>
                    </a:lnTo>
                    <a:lnTo>
                      <a:pt x="1330" y="564"/>
                    </a:lnTo>
                    <a:lnTo>
                      <a:pt x="1333" y="552"/>
                    </a:lnTo>
                    <a:lnTo>
                      <a:pt x="1333" y="540"/>
                    </a:lnTo>
                    <a:lnTo>
                      <a:pt x="1334" y="538"/>
                    </a:lnTo>
                    <a:lnTo>
                      <a:pt x="1334" y="536"/>
                    </a:lnTo>
                    <a:lnTo>
                      <a:pt x="1334" y="244"/>
                    </a:lnTo>
                    <a:lnTo>
                      <a:pt x="1334" y="253"/>
                    </a:lnTo>
                    <a:lnTo>
                      <a:pt x="1333" y="262"/>
                    </a:lnTo>
                    <a:lnTo>
                      <a:pt x="1330" y="271"/>
                    </a:lnTo>
                    <a:lnTo>
                      <a:pt x="1328" y="27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7" name="Freeform 239">
                <a:extLst>
                  <a:ext uri="{FF2B5EF4-FFF2-40B4-BE49-F238E27FC236}">
                    <a16:creationId xmlns:a16="http://schemas.microsoft.com/office/drawing/2014/main" id="{6088ADE4-36E8-499E-ABFB-BA30C6A85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551" y="287655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3 h 888"/>
                  <a:gd name="T4" fmla="*/ 1288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8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8" name="Freeform 240">
                <a:extLst>
                  <a:ext uri="{FF2B5EF4-FFF2-40B4-BE49-F238E27FC236}">
                    <a16:creationId xmlns:a16="http://schemas.microsoft.com/office/drawing/2014/main" id="{006291B7-C3B6-4EB1-9A0B-9A12F4C6B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126" y="2908300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3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9" name="Freeform 241">
                <a:extLst>
                  <a:ext uri="{FF2B5EF4-FFF2-40B4-BE49-F238E27FC236}">
                    <a16:creationId xmlns:a16="http://schemas.microsoft.com/office/drawing/2014/main" id="{5AA4561A-739B-443A-A0E2-D2ACD799D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8076" y="1981200"/>
                <a:ext cx="1954213" cy="1131888"/>
              </a:xfrm>
              <a:custGeom>
                <a:avLst/>
                <a:gdLst>
                  <a:gd name="T0" fmla="*/ 5236 w 6155"/>
                  <a:gd name="T1" fmla="*/ 839 h 2852"/>
                  <a:gd name="T2" fmla="*/ 5459 w 6155"/>
                  <a:gd name="T3" fmla="*/ 821 h 2852"/>
                  <a:gd name="T4" fmla="*/ 5609 w 6155"/>
                  <a:gd name="T5" fmla="*/ 759 h 2852"/>
                  <a:gd name="T6" fmla="*/ 5668 w 6155"/>
                  <a:gd name="T7" fmla="*/ 675 h 2852"/>
                  <a:gd name="T8" fmla="*/ 5649 w 6155"/>
                  <a:gd name="T9" fmla="*/ 577 h 2852"/>
                  <a:gd name="T10" fmla="*/ 5558 w 6155"/>
                  <a:gd name="T11" fmla="*/ 473 h 2852"/>
                  <a:gd name="T12" fmla="*/ 5398 w 6155"/>
                  <a:gd name="T13" fmla="*/ 373 h 2852"/>
                  <a:gd name="T14" fmla="*/ 5188 w 6155"/>
                  <a:gd name="T15" fmla="*/ 291 h 2852"/>
                  <a:gd name="T16" fmla="*/ 4964 w 6155"/>
                  <a:gd name="T17" fmla="*/ 240 h 2852"/>
                  <a:gd name="T18" fmla="*/ 4745 w 6155"/>
                  <a:gd name="T19" fmla="*/ 221 h 2852"/>
                  <a:gd name="T20" fmla="*/ 4556 w 6155"/>
                  <a:gd name="T21" fmla="*/ 238 h 2852"/>
                  <a:gd name="T22" fmla="*/ 4406 w 6155"/>
                  <a:gd name="T23" fmla="*/ 295 h 2852"/>
                  <a:gd name="T24" fmla="*/ 4337 w 6155"/>
                  <a:gd name="T25" fmla="*/ 391 h 2852"/>
                  <a:gd name="T26" fmla="*/ 4371 w 6155"/>
                  <a:gd name="T27" fmla="*/ 507 h 2852"/>
                  <a:gd name="T28" fmla="*/ 2088 w 6155"/>
                  <a:gd name="T29" fmla="*/ 590 h 2852"/>
                  <a:gd name="T30" fmla="*/ 2323 w 6155"/>
                  <a:gd name="T31" fmla="*/ 595 h 2852"/>
                  <a:gd name="T32" fmla="*/ 2500 w 6155"/>
                  <a:gd name="T33" fmla="*/ 647 h 2852"/>
                  <a:gd name="T34" fmla="*/ 2583 w 6155"/>
                  <a:gd name="T35" fmla="*/ 725 h 2852"/>
                  <a:gd name="T36" fmla="*/ 2587 w 6155"/>
                  <a:gd name="T37" fmla="*/ 820 h 2852"/>
                  <a:gd name="T38" fmla="*/ 2518 w 6155"/>
                  <a:gd name="T39" fmla="*/ 923 h 2852"/>
                  <a:gd name="T40" fmla="*/ 2378 w 6155"/>
                  <a:gd name="T41" fmla="*/ 1025 h 2852"/>
                  <a:gd name="T42" fmla="*/ 2179 w 6155"/>
                  <a:gd name="T43" fmla="*/ 1115 h 2852"/>
                  <a:gd name="T44" fmla="*/ 1958 w 6155"/>
                  <a:gd name="T45" fmla="*/ 1175 h 2852"/>
                  <a:gd name="T46" fmla="*/ 1737 w 6155"/>
                  <a:gd name="T47" fmla="*/ 1203 h 2852"/>
                  <a:gd name="T48" fmla="*/ 1536 w 6155"/>
                  <a:gd name="T49" fmla="*/ 1196 h 2852"/>
                  <a:gd name="T50" fmla="*/ 1375 w 6155"/>
                  <a:gd name="T51" fmla="*/ 1153 h 2852"/>
                  <a:gd name="T52" fmla="*/ 1275 w 6155"/>
                  <a:gd name="T53" fmla="*/ 1065 h 2852"/>
                  <a:gd name="T54" fmla="*/ 1278 w 6155"/>
                  <a:gd name="T55" fmla="*/ 953 h 2852"/>
                  <a:gd name="T56" fmla="*/ 1061 w 6155"/>
                  <a:gd name="T57" fmla="*/ 2024 h 2852"/>
                  <a:gd name="T58" fmla="*/ 816 w 6155"/>
                  <a:gd name="T59" fmla="*/ 2015 h 2852"/>
                  <a:gd name="T60" fmla="*/ 618 w 6155"/>
                  <a:gd name="T61" fmla="*/ 2055 h 2852"/>
                  <a:gd name="T62" fmla="*/ 510 w 6155"/>
                  <a:gd name="T63" fmla="*/ 2127 h 2852"/>
                  <a:gd name="T64" fmla="*/ 485 w 6155"/>
                  <a:gd name="T65" fmla="*/ 2218 h 2852"/>
                  <a:gd name="T66" fmla="*/ 536 w 6155"/>
                  <a:gd name="T67" fmla="*/ 2319 h 2852"/>
                  <a:gd name="T68" fmla="*/ 658 w 6155"/>
                  <a:gd name="T69" fmla="*/ 2423 h 2852"/>
                  <a:gd name="T70" fmla="*/ 844 w 6155"/>
                  <a:gd name="T71" fmla="*/ 2518 h 2852"/>
                  <a:gd name="T72" fmla="*/ 1062 w 6155"/>
                  <a:gd name="T73" fmla="*/ 2587 h 2852"/>
                  <a:gd name="T74" fmla="*/ 1286 w 6155"/>
                  <a:gd name="T75" fmla="*/ 2625 h 2852"/>
                  <a:gd name="T76" fmla="*/ 1495 w 6155"/>
                  <a:gd name="T77" fmla="*/ 2628 h 2852"/>
                  <a:gd name="T78" fmla="*/ 1668 w 6155"/>
                  <a:gd name="T79" fmla="*/ 2595 h 2852"/>
                  <a:gd name="T80" fmla="*/ 1791 w 6155"/>
                  <a:gd name="T81" fmla="*/ 2519 h 2852"/>
                  <a:gd name="T82" fmla="*/ 1814 w 6155"/>
                  <a:gd name="T83" fmla="*/ 2413 h 2852"/>
                  <a:gd name="T84" fmla="*/ 4368 w 6155"/>
                  <a:gd name="T85" fmla="*/ 2338 h 2852"/>
                  <a:gd name="T86" fmla="*/ 3962 w 6155"/>
                  <a:gd name="T87" fmla="*/ 2266 h 2852"/>
                  <a:gd name="T88" fmla="*/ 3746 w 6155"/>
                  <a:gd name="T89" fmla="*/ 2240 h 2852"/>
                  <a:gd name="T90" fmla="*/ 3609 w 6155"/>
                  <a:gd name="T91" fmla="*/ 2175 h 2852"/>
                  <a:gd name="T92" fmla="*/ 3561 w 6155"/>
                  <a:gd name="T93" fmla="*/ 2088 h 2852"/>
                  <a:gd name="T94" fmla="*/ 3589 w 6155"/>
                  <a:gd name="T95" fmla="*/ 1989 h 2852"/>
                  <a:gd name="T96" fmla="*/ 3689 w 6155"/>
                  <a:gd name="T97" fmla="*/ 1885 h 2852"/>
                  <a:gd name="T98" fmla="*/ 3856 w 6155"/>
                  <a:gd name="T99" fmla="*/ 1786 h 2852"/>
                  <a:gd name="T100" fmla="*/ 4068 w 6155"/>
                  <a:gd name="T101" fmla="*/ 1708 h 2852"/>
                  <a:gd name="T102" fmla="*/ 4292 w 6155"/>
                  <a:gd name="T103" fmla="*/ 1661 h 2852"/>
                  <a:gd name="T104" fmla="*/ 4507 w 6155"/>
                  <a:gd name="T105" fmla="*/ 1648 h 2852"/>
                  <a:gd name="T106" fmla="*/ 4693 w 6155"/>
                  <a:gd name="T107" fmla="*/ 1670 h 2852"/>
                  <a:gd name="T108" fmla="*/ 4835 w 6155"/>
                  <a:gd name="T109" fmla="*/ 1733 h 2852"/>
                  <a:gd name="T110" fmla="*/ 4892 w 6155"/>
                  <a:gd name="T111" fmla="*/ 1833 h 2852"/>
                  <a:gd name="T112" fmla="*/ 5049 w 6155"/>
                  <a:gd name="T113" fmla="*/ 2022 h 2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2">
                    <a:moveTo>
                      <a:pt x="4865" y="912"/>
                    </a:moveTo>
                    <a:lnTo>
                      <a:pt x="5055" y="823"/>
                    </a:lnTo>
                    <a:lnTo>
                      <a:pt x="5093" y="828"/>
                    </a:lnTo>
                    <a:lnTo>
                      <a:pt x="5129" y="832"/>
                    </a:lnTo>
                    <a:lnTo>
                      <a:pt x="5165" y="836"/>
                    </a:lnTo>
                    <a:lnTo>
                      <a:pt x="5202" y="838"/>
                    </a:lnTo>
                    <a:lnTo>
                      <a:pt x="5236" y="839"/>
                    </a:lnTo>
                    <a:lnTo>
                      <a:pt x="5271" y="839"/>
                    </a:lnTo>
                    <a:lnTo>
                      <a:pt x="5305" y="839"/>
                    </a:lnTo>
                    <a:lnTo>
                      <a:pt x="5338" y="837"/>
                    </a:lnTo>
                    <a:lnTo>
                      <a:pt x="5370" y="834"/>
                    </a:lnTo>
                    <a:lnTo>
                      <a:pt x="5400" y="831"/>
                    </a:lnTo>
                    <a:lnTo>
                      <a:pt x="5430" y="826"/>
                    </a:lnTo>
                    <a:lnTo>
                      <a:pt x="5459" y="821"/>
                    </a:lnTo>
                    <a:lnTo>
                      <a:pt x="5486" y="814"/>
                    </a:lnTo>
                    <a:lnTo>
                      <a:pt x="5513" y="806"/>
                    </a:lnTo>
                    <a:lnTo>
                      <a:pt x="5536" y="798"/>
                    </a:lnTo>
                    <a:lnTo>
                      <a:pt x="5560" y="788"/>
                    </a:lnTo>
                    <a:lnTo>
                      <a:pt x="5578" y="779"/>
                    </a:lnTo>
                    <a:lnTo>
                      <a:pt x="5594" y="769"/>
                    </a:lnTo>
                    <a:lnTo>
                      <a:pt x="5609" y="759"/>
                    </a:lnTo>
                    <a:lnTo>
                      <a:pt x="5623" y="748"/>
                    </a:lnTo>
                    <a:lnTo>
                      <a:pt x="5634" y="737"/>
                    </a:lnTo>
                    <a:lnTo>
                      <a:pt x="5644" y="725"/>
                    </a:lnTo>
                    <a:lnTo>
                      <a:pt x="5653" y="714"/>
                    </a:lnTo>
                    <a:lnTo>
                      <a:pt x="5659" y="701"/>
                    </a:lnTo>
                    <a:lnTo>
                      <a:pt x="5664" y="688"/>
                    </a:lnTo>
                    <a:lnTo>
                      <a:pt x="5668" y="675"/>
                    </a:lnTo>
                    <a:lnTo>
                      <a:pt x="5670" y="662"/>
                    </a:lnTo>
                    <a:lnTo>
                      <a:pt x="5670" y="648"/>
                    </a:lnTo>
                    <a:lnTo>
                      <a:pt x="5669" y="635"/>
                    </a:lnTo>
                    <a:lnTo>
                      <a:pt x="5666" y="620"/>
                    </a:lnTo>
                    <a:lnTo>
                      <a:pt x="5663" y="606"/>
                    </a:lnTo>
                    <a:lnTo>
                      <a:pt x="5656" y="592"/>
                    </a:lnTo>
                    <a:lnTo>
                      <a:pt x="5649" y="577"/>
                    </a:lnTo>
                    <a:lnTo>
                      <a:pt x="5640" y="562"/>
                    </a:lnTo>
                    <a:lnTo>
                      <a:pt x="5630" y="548"/>
                    </a:lnTo>
                    <a:lnTo>
                      <a:pt x="5619" y="533"/>
                    </a:lnTo>
                    <a:lnTo>
                      <a:pt x="5605" y="518"/>
                    </a:lnTo>
                    <a:lnTo>
                      <a:pt x="5591" y="503"/>
                    </a:lnTo>
                    <a:lnTo>
                      <a:pt x="5575" y="488"/>
                    </a:lnTo>
                    <a:lnTo>
                      <a:pt x="5558" y="473"/>
                    </a:lnTo>
                    <a:lnTo>
                      <a:pt x="5539" y="459"/>
                    </a:lnTo>
                    <a:lnTo>
                      <a:pt x="5519" y="444"/>
                    </a:lnTo>
                    <a:lnTo>
                      <a:pt x="5498" y="429"/>
                    </a:lnTo>
                    <a:lnTo>
                      <a:pt x="5475" y="415"/>
                    </a:lnTo>
                    <a:lnTo>
                      <a:pt x="5450" y="401"/>
                    </a:lnTo>
                    <a:lnTo>
                      <a:pt x="5425" y="387"/>
                    </a:lnTo>
                    <a:lnTo>
                      <a:pt x="5398" y="373"/>
                    </a:lnTo>
                    <a:lnTo>
                      <a:pt x="5370" y="360"/>
                    </a:lnTo>
                    <a:lnTo>
                      <a:pt x="5340" y="347"/>
                    </a:lnTo>
                    <a:lnTo>
                      <a:pt x="5311" y="334"/>
                    </a:lnTo>
                    <a:lnTo>
                      <a:pt x="5280" y="322"/>
                    </a:lnTo>
                    <a:lnTo>
                      <a:pt x="5250" y="311"/>
                    </a:lnTo>
                    <a:lnTo>
                      <a:pt x="5219" y="301"/>
                    </a:lnTo>
                    <a:lnTo>
                      <a:pt x="5188" y="291"/>
                    </a:lnTo>
                    <a:lnTo>
                      <a:pt x="5157" y="282"/>
                    </a:lnTo>
                    <a:lnTo>
                      <a:pt x="5124" y="273"/>
                    </a:lnTo>
                    <a:lnTo>
                      <a:pt x="5092" y="265"/>
                    </a:lnTo>
                    <a:lnTo>
                      <a:pt x="5060" y="258"/>
                    </a:lnTo>
                    <a:lnTo>
                      <a:pt x="5028" y="251"/>
                    </a:lnTo>
                    <a:lnTo>
                      <a:pt x="4995" y="245"/>
                    </a:lnTo>
                    <a:lnTo>
                      <a:pt x="4964" y="240"/>
                    </a:lnTo>
                    <a:lnTo>
                      <a:pt x="4932" y="235"/>
                    </a:lnTo>
                    <a:lnTo>
                      <a:pt x="4900" y="231"/>
                    </a:lnTo>
                    <a:lnTo>
                      <a:pt x="4868" y="228"/>
                    </a:lnTo>
                    <a:lnTo>
                      <a:pt x="4837" y="225"/>
                    </a:lnTo>
                    <a:lnTo>
                      <a:pt x="4807" y="223"/>
                    </a:lnTo>
                    <a:lnTo>
                      <a:pt x="4775" y="222"/>
                    </a:lnTo>
                    <a:lnTo>
                      <a:pt x="4745" y="221"/>
                    </a:lnTo>
                    <a:lnTo>
                      <a:pt x="4717" y="222"/>
                    </a:lnTo>
                    <a:lnTo>
                      <a:pt x="4688" y="223"/>
                    </a:lnTo>
                    <a:lnTo>
                      <a:pt x="4659" y="224"/>
                    </a:lnTo>
                    <a:lnTo>
                      <a:pt x="4632" y="227"/>
                    </a:lnTo>
                    <a:lnTo>
                      <a:pt x="4606" y="230"/>
                    </a:lnTo>
                    <a:lnTo>
                      <a:pt x="4579" y="234"/>
                    </a:lnTo>
                    <a:lnTo>
                      <a:pt x="4556" y="238"/>
                    </a:lnTo>
                    <a:lnTo>
                      <a:pt x="4531" y="244"/>
                    </a:lnTo>
                    <a:lnTo>
                      <a:pt x="4508" y="250"/>
                    </a:lnTo>
                    <a:lnTo>
                      <a:pt x="4486" y="257"/>
                    </a:lnTo>
                    <a:lnTo>
                      <a:pt x="4466" y="265"/>
                    </a:lnTo>
                    <a:lnTo>
                      <a:pt x="4446" y="273"/>
                    </a:lnTo>
                    <a:lnTo>
                      <a:pt x="4424" y="284"/>
                    </a:lnTo>
                    <a:lnTo>
                      <a:pt x="4406" y="295"/>
                    </a:lnTo>
                    <a:lnTo>
                      <a:pt x="4389" y="307"/>
                    </a:lnTo>
                    <a:lnTo>
                      <a:pt x="4376" y="320"/>
                    </a:lnTo>
                    <a:lnTo>
                      <a:pt x="4363" y="333"/>
                    </a:lnTo>
                    <a:lnTo>
                      <a:pt x="4353" y="347"/>
                    </a:lnTo>
                    <a:lnTo>
                      <a:pt x="4346" y="361"/>
                    </a:lnTo>
                    <a:lnTo>
                      <a:pt x="4341" y="376"/>
                    </a:lnTo>
                    <a:lnTo>
                      <a:pt x="4337" y="391"/>
                    </a:lnTo>
                    <a:lnTo>
                      <a:pt x="4336" y="407"/>
                    </a:lnTo>
                    <a:lnTo>
                      <a:pt x="4337" y="423"/>
                    </a:lnTo>
                    <a:lnTo>
                      <a:pt x="4339" y="439"/>
                    </a:lnTo>
                    <a:lnTo>
                      <a:pt x="4344" y="456"/>
                    </a:lnTo>
                    <a:lnTo>
                      <a:pt x="4351" y="473"/>
                    </a:lnTo>
                    <a:lnTo>
                      <a:pt x="4359" y="490"/>
                    </a:lnTo>
                    <a:lnTo>
                      <a:pt x="4371" y="507"/>
                    </a:lnTo>
                    <a:lnTo>
                      <a:pt x="4181" y="595"/>
                    </a:lnTo>
                    <a:lnTo>
                      <a:pt x="2891" y="0"/>
                    </a:lnTo>
                    <a:lnTo>
                      <a:pt x="1786" y="514"/>
                    </a:lnTo>
                    <a:lnTo>
                      <a:pt x="1978" y="603"/>
                    </a:lnTo>
                    <a:lnTo>
                      <a:pt x="2014" y="598"/>
                    </a:lnTo>
                    <a:lnTo>
                      <a:pt x="2052" y="594"/>
                    </a:lnTo>
                    <a:lnTo>
                      <a:pt x="2088" y="590"/>
                    </a:lnTo>
                    <a:lnTo>
                      <a:pt x="2123" y="588"/>
                    </a:lnTo>
                    <a:lnTo>
                      <a:pt x="2158" y="587"/>
                    </a:lnTo>
                    <a:lnTo>
                      <a:pt x="2193" y="587"/>
                    </a:lnTo>
                    <a:lnTo>
                      <a:pt x="2227" y="587"/>
                    </a:lnTo>
                    <a:lnTo>
                      <a:pt x="2259" y="589"/>
                    </a:lnTo>
                    <a:lnTo>
                      <a:pt x="2292" y="591"/>
                    </a:lnTo>
                    <a:lnTo>
                      <a:pt x="2323" y="595"/>
                    </a:lnTo>
                    <a:lnTo>
                      <a:pt x="2353" y="600"/>
                    </a:lnTo>
                    <a:lnTo>
                      <a:pt x="2382" y="605"/>
                    </a:lnTo>
                    <a:lnTo>
                      <a:pt x="2409" y="612"/>
                    </a:lnTo>
                    <a:lnTo>
                      <a:pt x="2435" y="620"/>
                    </a:lnTo>
                    <a:lnTo>
                      <a:pt x="2459" y="628"/>
                    </a:lnTo>
                    <a:lnTo>
                      <a:pt x="2483" y="638"/>
                    </a:lnTo>
                    <a:lnTo>
                      <a:pt x="2500" y="647"/>
                    </a:lnTo>
                    <a:lnTo>
                      <a:pt x="2518" y="657"/>
                    </a:lnTo>
                    <a:lnTo>
                      <a:pt x="2533" y="667"/>
                    </a:lnTo>
                    <a:lnTo>
                      <a:pt x="2545" y="678"/>
                    </a:lnTo>
                    <a:lnTo>
                      <a:pt x="2558" y="689"/>
                    </a:lnTo>
                    <a:lnTo>
                      <a:pt x="2568" y="700"/>
                    </a:lnTo>
                    <a:lnTo>
                      <a:pt x="2575" y="712"/>
                    </a:lnTo>
                    <a:lnTo>
                      <a:pt x="2583" y="725"/>
                    </a:lnTo>
                    <a:lnTo>
                      <a:pt x="2588" y="737"/>
                    </a:lnTo>
                    <a:lnTo>
                      <a:pt x="2592" y="750"/>
                    </a:lnTo>
                    <a:lnTo>
                      <a:pt x="2594" y="764"/>
                    </a:lnTo>
                    <a:lnTo>
                      <a:pt x="2594" y="777"/>
                    </a:lnTo>
                    <a:lnTo>
                      <a:pt x="2594" y="791"/>
                    </a:lnTo>
                    <a:lnTo>
                      <a:pt x="2592" y="805"/>
                    </a:lnTo>
                    <a:lnTo>
                      <a:pt x="2587" y="820"/>
                    </a:lnTo>
                    <a:lnTo>
                      <a:pt x="2582" y="834"/>
                    </a:lnTo>
                    <a:lnTo>
                      <a:pt x="2574" y="849"/>
                    </a:lnTo>
                    <a:lnTo>
                      <a:pt x="2567" y="863"/>
                    </a:lnTo>
                    <a:lnTo>
                      <a:pt x="2557" y="878"/>
                    </a:lnTo>
                    <a:lnTo>
                      <a:pt x="2544" y="893"/>
                    </a:lnTo>
                    <a:lnTo>
                      <a:pt x="2532" y="908"/>
                    </a:lnTo>
                    <a:lnTo>
                      <a:pt x="2518" y="923"/>
                    </a:lnTo>
                    <a:lnTo>
                      <a:pt x="2502" y="938"/>
                    </a:lnTo>
                    <a:lnTo>
                      <a:pt x="2484" y="953"/>
                    </a:lnTo>
                    <a:lnTo>
                      <a:pt x="2467" y="967"/>
                    </a:lnTo>
                    <a:lnTo>
                      <a:pt x="2447" y="982"/>
                    </a:lnTo>
                    <a:lnTo>
                      <a:pt x="2425" y="997"/>
                    </a:lnTo>
                    <a:lnTo>
                      <a:pt x="2402" y="1011"/>
                    </a:lnTo>
                    <a:lnTo>
                      <a:pt x="2378" y="1025"/>
                    </a:lnTo>
                    <a:lnTo>
                      <a:pt x="2353" y="1039"/>
                    </a:lnTo>
                    <a:lnTo>
                      <a:pt x="2327" y="1053"/>
                    </a:lnTo>
                    <a:lnTo>
                      <a:pt x="2298" y="1066"/>
                    </a:lnTo>
                    <a:lnTo>
                      <a:pt x="2269" y="1079"/>
                    </a:lnTo>
                    <a:lnTo>
                      <a:pt x="2239" y="1092"/>
                    </a:lnTo>
                    <a:lnTo>
                      <a:pt x="2209" y="1103"/>
                    </a:lnTo>
                    <a:lnTo>
                      <a:pt x="2179" y="1115"/>
                    </a:lnTo>
                    <a:lnTo>
                      <a:pt x="2148" y="1125"/>
                    </a:lnTo>
                    <a:lnTo>
                      <a:pt x="2117" y="1135"/>
                    </a:lnTo>
                    <a:lnTo>
                      <a:pt x="2086" y="1144"/>
                    </a:lnTo>
                    <a:lnTo>
                      <a:pt x="2054" y="1153"/>
                    </a:lnTo>
                    <a:lnTo>
                      <a:pt x="2022" y="1161"/>
                    </a:lnTo>
                    <a:lnTo>
                      <a:pt x="1989" y="1168"/>
                    </a:lnTo>
                    <a:lnTo>
                      <a:pt x="1958" y="1175"/>
                    </a:lnTo>
                    <a:lnTo>
                      <a:pt x="1926" y="1181"/>
                    </a:lnTo>
                    <a:lnTo>
                      <a:pt x="1894" y="1186"/>
                    </a:lnTo>
                    <a:lnTo>
                      <a:pt x="1862" y="1191"/>
                    </a:lnTo>
                    <a:lnTo>
                      <a:pt x="1831" y="1195"/>
                    </a:lnTo>
                    <a:lnTo>
                      <a:pt x="1798" y="1198"/>
                    </a:lnTo>
                    <a:lnTo>
                      <a:pt x="1768" y="1201"/>
                    </a:lnTo>
                    <a:lnTo>
                      <a:pt x="1737" y="1203"/>
                    </a:lnTo>
                    <a:lnTo>
                      <a:pt x="1707" y="1204"/>
                    </a:lnTo>
                    <a:lnTo>
                      <a:pt x="1677" y="1204"/>
                    </a:lnTo>
                    <a:lnTo>
                      <a:pt x="1647" y="1204"/>
                    </a:lnTo>
                    <a:lnTo>
                      <a:pt x="1618" y="1203"/>
                    </a:lnTo>
                    <a:lnTo>
                      <a:pt x="1590" y="1202"/>
                    </a:lnTo>
                    <a:lnTo>
                      <a:pt x="1562" y="1199"/>
                    </a:lnTo>
                    <a:lnTo>
                      <a:pt x="1536" y="1196"/>
                    </a:lnTo>
                    <a:lnTo>
                      <a:pt x="1510" y="1192"/>
                    </a:lnTo>
                    <a:lnTo>
                      <a:pt x="1485" y="1187"/>
                    </a:lnTo>
                    <a:lnTo>
                      <a:pt x="1461" y="1182"/>
                    </a:lnTo>
                    <a:lnTo>
                      <a:pt x="1438" y="1176"/>
                    </a:lnTo>
                    <a:lnTo>
                      <a:pt x="1416" y="1169"/>
                    </a:lnTo>
                    <a:lnTo>
                      <a:pt x="1395" y="1161"/>
                    </a:lnTo>
                    <a:lnTo>
                      <a:pt x="1375" y="1153"/>
                    </a:lnTo>
                    <a:lnTo>
                      <a:pt x="1355" y="1142"/>
                    </a:lnTo>
                    <a:lnTo>
                      <a:pt x="1336" y="1131"/>
                    </a:lnTo>
                    <a:lnTo>
                      <a:pt x="1318" y="1119"/>
                    </a:lnTo>
                    <a:lnTo>
                      <a:pt x="1305" y="1106"/>
                    </a:lnTo>
                    <a:lnTo>
                      <a:pt x="1292" y="1093"/>
                    </a:lnTo>
                    <a:lnTo>
                      <a:pt x="1282" y="1079"/>
                    </a:lnTo>
                    <a:lnTo>
                      <a:pt x="1275" y="1065"/>
                    </a:lnTo>
                    <a:lnTo>
                      <a:pt x="1268" y="1050"/>
                    </a:lnTo>
                    <a:lnTo>
                      <a:pt x="1265" y="1035"/>
                    </a:lnTo>
                    <a:lnTo>
                      <a:pt x="1263" y="1019"/>
                    </a:lnTo>
                    <a:lnTo>
                      <a:pt x="1265" y="1003"/>
                    </a:lnTo>
                    <a:lnTo>
                      <a:pt x="1267" y="987"/>
                    </a:lnTo>
                    <a:lnTo>
                      <a:pt x="1272" y="970"/>
                    </a:lnTo>
                    <a:lnTo>
                      <a:pt x="1278" y="953"/>
                    </a:lnTo>
                    <a:lnTo>
                      <a:pt x="1287" y="936"/>
                    </a:lnTo>
                    <a:lnTo>
                      <a:pt x="1297" y="919"/>
                    </a:lnTo>
                    <a:lnTo>
                      <a:pt x="1106" y="830"/>
                    </a:lnTo>
                    <a:lnTo>
                      <a:pt x="0" y="1345"/>
                    </a:lnTo>
                    <a:lnTo>
                      <a:pt x="1288" y="1940"/>
                    </a:lnTo>
                    <a:lnTo>
                      <a:pt x="1099" y="2029"/>
                    </a:lnTo>
                    <a:lnTo>
                      <a:pt x="1061" y="2024"/>
                    </a:lnTo>
                    <a:lnTo>
                      <a:pt x="1025" y="2020"/>
                    </a:lnTo>
                    <a:lnTo>
                      <a:pt x="989" y="2017"/>
                    </a:lnTo>
                    <a:lnTo>
                      <a:pt x="952" y="2015"/>
                    </a:lnTo>
                    <a:lnTo>
                      <a:pt x="917" y="2013"/>
                    </a:lnTo>
                    <a:lnTo>
                      <a:pt x="884" y="2013"/>
                    </a:lnTo>
                    <a:lnTo>
                      <a:pt x="850" y="2014"/>
                    </a:lnTo>
                    <a:lnTo>
                      <a:pt x="816" y="2015"/>
                    </a:lnTo>
                    <a:lnTo>
                      <a:pt x="785" y="2018"/>
                    </a:lnTo>
                    <a:lnTo>
                      <a:pt x="754" y="2021"/>
                    </a:lnTo>
                    <a:lnTo>
                      <a:pt x="724" y="2026"/>
                    </a:lnTo>
                    <a:lnTo>
                      <a:pt x="695" y="2032"/>
                    </a:lnTo>
                    <a:lnTo>
                      <a:pt x="668" y="2038"/>
                    </a:lnTo>
                    <a:lnTo>
                      <a:pt x="643" y="2046"/>
                    </a:lnTo>
                    <a:lnTo>
                      <a:pt x="618" y="2055"/>
                    </a:lnTo>
                    <a:lnTo>
                      <a:pt x="595" y="2064"/>
                    </a:lnTo>
                    <a:lnTo>
                      <a:pt x="576" y="2073"/>
                    </a:lnTo>
                    <a:lnTo>
                      <a:pt x="560" y="2083"/>
                    </a:lnTo>
                    <a:lnTo>
                      <a:pt x="545" y="2093"/>
                    </a:lnTo>
                    <a:lnTo>
                      <a:pt x="533" y="2104"/>
                    </a:lnTo>
                    <a:lnTo>
                      <a:pt x="520" y="2115"/>
                    </a:lnTo>
                    <a:lnTo>
                      <a:pt x="510" y="2127"/>
                    </a:lnTo>
                    <a:lnTo>
                      <a:pt x="503" y="2139"/>
                    </a:lnTo>
                    <a:lnTo>
                      <a:pt x="495" y="2151"/>
                    </a:lnTo>
                    <a:lnTo>
                      <a:pt x="490" y="2164"/>
                    </a:lnTo>
                    <a:lnTo>
                      <a:pt x="486" y="2177"/>
                    </a:lnTo>
                    <a:lnTo>
                      <a:pt x="485" y="2190"/>
                    </a:lnTo>
                    <a:lnTo>
                      <a:pt x="485" y="2204"/>
                    </a:lnTo>
                    <a:lnTo>
                      <a:pt x="485" y="2218"/>
                    </a:lnTo>
                    <a:lnTo>
                      <a:pt x="489" y="2232"/>
                    </a:lnTo>
                    <a:lnTo>
                      <a:pt x="493" y="2246"/>
                    </a:lnTo>
                    <a:lnTo>
                      <a:pt x="498" y="2260"/>
                    </a:lnTo>
                    <a:lnTo>
                      <a:pt x="505" y="2275"/>
                    </a:lnTo>
                    <a:lnTo>
                      <a:pt x="514" y="2290"/>
                    </a:lnTo>
                    <a:lnTo>
                      <a:pt x="524" y="2305"/>
                    </a:lnTo>
                    <a:lnTo>
                      <a:pt x="536" y="2319"/>
                    </a:lnTo>
                    <a:lnTo>
                      <a:pt x="549" y="2334"/>
                    </a:lnTo>
                    <a:lnTo>
                      <a:pt x="564" y="2349"/>
                    </a:lnTo>
                    <a:lnTo>
                      <a:pt x="579" y="2364"/>
                    </a:lnTo>
                    <a:lnTo>
                      <a:pt x="596" y="2379"/>
                    </a:lnTo>
                    <a:lnTo>
                      <a:pt x="615" y="2394"/>
                    </a:lnTo>
                    <a:lnTo>
                      <a:pt x="635" y="2408"/>
                    </a:lnTo>
                    <a:lnTo>
                      <a:pt x="658" y="2423"/>
                    </a:lnTo>
                    <a:lnTo>
                      <a:pt x="680" y="2437"/>
                    </a:lnTo>
                    <a:lnTo>
                      <a:pt x="704" y="2451"/>
                    </a:lnTo>
                    <a:lnTo>
                      <a:pt x="730" y="2465"/>
                    </a:lnTo>
                    <a:lnTo>
                      <a:pt x="756" y="2479"/>
                    </a:lnTo>
                    <a:lnTo>
                      <a:pt x="785" y="2493"/>
                    </a:lnTo>
                    <a:lnTo>
                      <a:pt x="814" y="2506"/>
                    </a:lnTo>
                    <a:lnTo>
                      <a:pt x="844" y="2518"/>
                    </a:lnTo>
                    <a:lnTo>
                      <a:pt x="874" y="2530"/>
                    </a:lnTo>
                    <a:lnTo>
                      <a:pt x="905" y="2541"/>
                    </a:lnTo>
                    <a:lnTo>
                      <a:pt x="935" y="2551"/>
                    </a:lnTo>
                    <a:lnTo>
                      <a:pt x="967" y="2561"/>
                    </a:lnTo>
                    <a:lnTo>
                      <a:pt x="999" y="2571"/>
                    </a:lnTo>
                    <a:lnTo>
                      <a:pt x="1030" y="2579"/>
                    </a:lnTo>
                    <a:lnTo>
                      <a:pt x="1062" y="2587"/>
                    </a:lnTo>
                    <a:lnTo>
                      <a:pt x="1095" y="2595"/>
                    </a:lnTo>
                    <a:lnTo>
                      <a:pt x="1126" y="2601"/>
                    </a:lnTo>
                    <a:lnTo>
                      <a:pt x="1159" y="2607"/>
                    </a:lnTo>
                    <a:lnTo>
                      <a:pt x="1191" y="2613"/>
                    </a:lnTo>
                    <a:lnTo>
                      <a:pt x="1222" y="2617"/>
                    </a:lnTo>
                    <a:lnTo>
                      <a:pt x="1255" y="2621"/>
                    </a:lnTo>
                    <a:lnTo>
                      <a:pt x="1286" y="2625"/>
                    </a:lnTo>
                    <a:lnTo>
                      <a:pt x="1317" y="2627"/>
                    </a:lnTo>
                    <a:lnTo>
                      <a:pt x="1348" y="2629"/>
                    </a:lnTo>
                    <a:lnTo>
                      <a:pt x="1378" y="2630"/>
                    </a:lnTo>
                    <a:lnTo>
                      <a:pt x="1408" y="2631"/>
                    </a:lnTo>
                    <a:lnTo>
                      <a:pt x="1437" y="2630"/>
                    </a:lnTo>
                    <a:lnTo>
                      <a:pt x="1467" y="2629"/>
                    </a:lnTo>
                    <a:lnTo>
                      <a:pt x="1495" y="2628"/>
                    </a:lnTo>
                    <a:lnTo>
                      <a:pt x="1522" y="2625"/>
                    </a:lnTo>
                    <a:lnTo>
                      <a:pt x="1548" y="2622"/>
                    </a:lnTo>
                    <a:lnTo>
                      <a:pt x="1575" y="2618"/>
                    </a:lnTo>
                    <a:lnTo>
                      <a:pt x="1600" y="2614"/>
                    </a:lnTo>
                    <a:lnTo>
                      <a:pt x="1623" y="2608"/>
                    </a:lnTo>
                    <a:lnTo>
                      <a:pt x="1647" y="2602"/>
                    </a:lnTo>
                    <a:lnTo>
                      <a:pt x="1668" y="2595"/>
                    </a:lnTo>
                    <a:lnTo>
                      <a:pt x="1690" y="2588"/>
                    </a:lnTo>
                    <a:lnTo>
                      <a:pt x="1708" y="2579"/>
                    </a:lnTo>
                    <a:lnTo>
                      <a:pt x="1730" y="2569"/>
                    </a:lnTo>
                    <a:lnTo>
                      <a:pt x="1748" y="2557"/>
                    </a:lnTo>
                    <a:lnTo>
                      <a:pt x="1764" y="2545"/>
                    </a:lnTo>
                    <a:lnTo>
                      <a:pt x="1779" y="2532"/>
                    </a:lnTo>
                    <a:lnTo>
                      <a:pt x="1791" y="2519"/>
                    </a:lnTo>
                    <a:lnTo>
                      <a:pt x="1801" y="2505"/>
                    </a:lnTo>
                    <a:lnTo>
                      <a:pt x="1808" y="2491"/>
                    </a:lnTo>
                    <a:lnTo>
                      <a:pt x="1814" y="2476"/>
                    </a:lnTo>
                    <a:lnTo>
                      <a:pt x="1817" y="2461"/>
                    </a:lnTo>
                    <a:lnTo>
                      <a:pt x="1818" y="2445"/>
                    </a:lnTo>
                    <a:lnTo>
                      <a:pt x="1818" y="2429"/>
                    </a:lnTo>
                    <a:lnTo>
                      <a:pt x="1814" y="2413"/>
                    </a:lnTo>
                    <a:lnTo>
                      <a:pt x="1811" y="2396"/>
                    </a:lnTo>
                    <a:lnTo>
                      <a:pt x="1803" y="2380"/>
                    </a:lnTo>
                    <a:lnTo>
                      <a:pt x="1794" y="2363"/>
                    </a:lnTo>
                    <a:lnTo>
                      <a:pt x="1783" y="2346"/>
                    </a:lnTo>
                    <a:lnTo>
                      <a:pt x="1974" y="2257"/>
                    </a:lnTo>
                    <a:lnTo>
                      <a:pt x="3262" y="2852"/>
                    </a:lnTo>
                    <a:lnTo>
                      <a:pt x="4368" y="2338"/>
                    </a:lnTo>
                    <a:lnTo>
                      <a:pt x="4177" y="2250"/>
                    </a:lnTo>
                    <a:lnTo>
                      <a:pt x="4140" y="2255"/>
                    </a:lnTo>
                    <a:lnTo>
                      <a:pt x="4103" y="2259"/>
                    </a:lnTo>
                    <a:lnTo>
                      <a:pt x="4067" y="2262"/>
                    </a:lnTo>
                    <a:lnTo>
                      <a:pt x="4031" y="2264"/>
                    </a:lnTo>
                    <a:lnTo>
                      <a:pt x="3996" y="2265"/>
                    </a:lnTo>
                    <a:lnTo>
                      <a:pt x="3962" y="2266"/>
                    </a:lnTo>
                    <a:lnTo>
                      <a:pt x="3928" y="2265"/>
                    </a:lnTo>
                    <a:lnTo>
                      <a:pt x="3895" y="2263"/>
                    </a:lnTo>
                    <a:lnTo>
                      <a:pt x="3863" y="2261"/>
                    </a:lnTo>
                    <a:lnTo>
                      <a:pt x="3832" y="2257"/>
                    </a:lnTo>
                    <a:lnTo>
                      <a:pt x="3802" y="2253"/>
                    </a:lnTo>
                    <a:lnTo>
                      <a:pt x="3773" y="2247"/>
                    </a:lnTo>
                    <a:lnTo>
                      <a:pt x="3746" y="2240"/>
                    </a:lnTo>
                    <a:lnTo>
                      <a:pt x="3720" y="2233"/>
                    </a:lnTo>
                    <a:lnTo>
                      <a:pt x="3695" y="2224"/>
                    </a:lnTo>
                    <a:lnTo>
                      <a:pt x="3672" y="2214"/>
                    </a:lnTo>
                    <a:lnTo>
                      <a:pt x="3654" y="2205"/>
                    </a:lnTo>
                    <a:lnTo>
                      <a:pt x="3637" y="2195"/>
                    </a:lnTo>
                    <a:lnTo>
                      <a:pt x="3622" y="2185"/>
                    </a:lnTo>
                    <a:lnTo>
                      <a:pt x="3609" y="2175"/>
                    </a:lnTo>
                    <a:lnTo>
                      <a:pt x="3597" y="2163"/>
                    </a:lnTo>
                    <a:lnTo>
                      <a:pt x="3587" y="2152"/>
                    </a:lnTo>
                    <a:lnTo>
                      <a:pt x="3579" y="2140"/>
                    </a:lnTo>
                    <a:lnTo>
                      <a:pt x="3571" y="2128"/>
                    </a:lnTo>
                    <a:lnTo>
                      <a:pt x="3566" y="2115"/>
                    </a:lnTo>
                    <a:lnTo>
                      <a:pt x="3562" y="2102"/>
                    </a:lnTo>
                    <a:lnTo>
                      <a:pt x="3561" y="2088"/>
                    </a:lnTo>
                    <a:lnTo>
                      <a:pt x="3560" y="2075"/>
                    </a:lnTo>
                    <a:lnTo>
                      <a:pt x="3561" y="2061"/>
                    </a:lnTo>
                    <a:lnTo>
                      <a:pt x="3564" y="2047"/>
                    </a:lnTo>
                    <a:lnTo>
                      <a:pt x="3567" y="2033"/>
                    </a:lnTo>
                    <a:lnTo>
                      <a:pt x="3572" y="2018"/>
                    </a:lnTo>
                    <a:lnTo>
                      <a:pt x="3580" y="2003"/>
                    </a:lnTo>
                    <a:lnTo>
                      <a:pt x="3589" y="1989"/>
                    </a:lnTo>
                    <a:lnTo>
                      <a:pt x="3599" y="1974"/>
                    </a:lnTo>
                    <a:lnTo>
                      <a:pt x="3610" y="1959"/>
                    </a:lnTo>
                    <a:lnTo>
                      <a:pt x="3622" y="1944"/>
                    </a:lnTo>
                    <a:lnTo>
                      <a:pt x="3637" y="1929"/>
                    </a:lnTo>
                    <a:lnTo>
                      <a:pt x="3652" y="1914"/>
                    </a:lnTo>
                    <a:lnTo>
                      <a:pt x="3670" y="1900"/>
                    </a:lnTo>
                    <a:lnTo>
                      <a:pt x="3689" y="1885"/>
                    </a:lnTo>
                    <a:lnTo>
                      <a:pt x="3709" y="1870"/>
                    </a:lnTo>
                    <a:lnTo>
                      <a:pt x="3730" y="1856"/>
                    </a:lnTo>
                    <a:lnTo>
                      <a:pt x="3752" y="1841"/>
                    </a:lnTo>
                    <a:lnTo>
                      <a:pt x="3776" y="1827"/>
                    </a:lnTo>
                    <a:lnTo>
                      <a:pt x="3801" y="1813"/>
                    </a:lnTo>
                    <a:lnTo>
                      <a:pt x="3828" y="1800"/>
                    </a:lnTo>
                    <a:lnTo>
                      <a:pt x="3856" y="1786"/>
                    </a:lnTo>
                    <a:lnTo>
                      <a:pt x="3885" y="1773"/>
                    </a:lnTo>
                    <a:lnTo>
                      <a:pt x="3915" y="1761"/>
                    </a:lnTo>
                    <a:lnTo>
                      <a:pt x="3945" y="1749"/>
                    </a:lnTo>
                    <a:lnTo>
                      <a:pt x="3975" y="1738"/>
                    </a:lnTo>
                    <a:lnTo>
                      <a:pt x="4006" y="1727"/>
                    </a:lnTo>
                    <a:lnTo>
                      <a:pt x="4037" y="1717"/>
                    </a:lnTo>
                    <a:lnTo>
                      <a:pt x="4068" y="1708"/>
                    </a:lnTo>
                    <a:lnTo>
                      <a:pt x="4101" y="1699"/>
                    </a:lnTo>
                    <a:lnTo>
                      <a:pt x="4132" y="1691"/>
                    </a:lnTo>
                    <a:lnTo>
                      <a:pt x="4165" y="1684"/>
                    </a:lnTo>
                    <a:lnTo>
                      <a:pt x="4197" y="1677"/>
                    </a:lnTo>
                    <a:lnTo>
                      <a:pt x="4228" y="1671"/>
                    </a:lnTo>
                    <a:lnTo>
                      <a:pt x="4261" y="1666"/>
                    </a:lnTo>
                    <a:lnTo>
                      <a:pt x="4292" y="1661"/>
                    </a:lnTo>
                    <a:lnTo>
                      <a:pt x="4324" y="1657"/>
                    </a:lnTo>
                    <a:lnTo>
                      <a:pt x="4356" y="1654"/>
                    </a:lnTo>
                    <a:lnTo>
                      <a:pt x="4387" y="1651"/>
                    </a:lnTo>
                    <a:lnTo>
                      <a:pt x="4418" y="1649"/>
                    </a:lnTo>
                    <a:lnTo>
                      <a:pt x="4448" y="1648"/>
                    </a:lnTo>
                    <a:lnTo>
                      <a:pt x="4478" y="1648"/>
                    </a:lnTo>
                    <a:lnTo>
                      <a:pt x="4507" y="1648"/>
                    </a:lnTo>
                    <a:lnTo>
                      <a:pt x="4536" y="1649"/>
                    </a:lnTo>
                    <a:lnTo>
                      <a:pt x="4564" y="1651"/>
                    </a:lnTo>
                    <a:lnTo>
                      <a:pt x="4592" y="1653"/>
                    </a:lnTo>
                    <a:lnTo>
                      <a:pt x="4618" y="1656"/>
                    </a:lnTo>
                    <a:lnTo>
                      <a:pt x="4644" y="1660"/>
                    </a:lnTo>
                    <a:lnTo>
                      <a:pt x="4669" y="1665"/>
                    </a:lnTo>
                    <a:lnTo>
                      <a:pt x="4693" y="1670"/>
                    </a:lnTo>
                    <a:lnTo>
                      <a:pt x="4717" y="1676"/>
                    </a:lnTo>
                    <a:lnTo>
                      <a:pt x="4738" y="1683"/>
                    </a:lnTo>
                    <a:lnTo>
                      <a:pt x="4759" y="1691"/>
                    </a:lnTo>
                    <a:lnTo>
                      <a:pt x="4779" y="1699"/>
                    </a:lnTo>
                    <a:lnTo>
                      <a:pt x="4800" y="1710"/>
                    </a:lnTo>
                    <a:lnTo>
                      <a:pt x="4819" y="1721"/>
                    </a:lnTo>
                    <a:lnTo>
                      <a:pt x="4835" y="1733"/>
                    </a:lnTo>
                    <a:lnTo>
                      <a:pt x="4850" y="1746"/>
                    </a:lnTo>
                    <a:lnTo>
                      <a:pt x="4863" y="1759"/>
                    </a:lnTo>
                    <a:lnTo>
                      <a:pt x="4873" y="1773"/>
                    </a:lnTo>
                    <a:lnTo>
                      <a:pt x="4880" y="1788"/>
                    </a:lnTo>
                    <a:lnTo>
                      <a:pt x="4885" y="1803"/>
                    </a:lnTo>
                    <a:lnTo>
                      <a:pt x="4889" y="1818"/>
                    </a:lnTo>
                    <a:lnTo>
                      <a:pt x="4892" y="1833"/>
                    </a:lnTo>
                    <a:lnTo>
                      <a:pt x="4890" y="1849"/>
                    </a:lnTo>
                    <a:lnTo>
                      <a:pt x="4888" y="1866"/>
                    </a:lnTo>
                    <a:lnTo>
                      <a:pt x="4883" y="1882"/>
                    </a:lnTo>
                    <a:lnTo>
                      <a:pt x="4877" y="1899"/>
                    </a:lnTo>
                    <a:lnTo>
                      <a:pt x="4868" y="1916"/>
                    </a:lnTo>
                    <a:lnTo>
                      <a:pt x="4857" y="1933"/>
                    </a:lnTo>
                    <a:lnTo>
                      <a:pt x="5049" y="2022"/>
                    </a:lnTo>
                    <a:lnTo>
                      <a:pt x="6155" y="1507"/>
                    </a:lnTo>
                    <a:lnTo>
                      <a:pt x="4865" y="9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0" name="Rectangle 243">
                <a:extLst>
                  <a:ext uri="{FF2B5EF4-FFF2-40B4-BE49-F238E27FC236}">
                    <a16:creationId xmlns:a16="http://schemas.microsoft.com/office/drawing/2014/main" id="{03FCC45D-6958-4EA2-8EA1-68D5F968E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6126" y="4575175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1" name="Rectangle 244">
                <a:extLst>
                  <a:ext uri="{FF2B5EF4-FFF2-40B4-BE49-F238E27FC236}">
                    <a16:creationId xmlns:a16="http://schemas.microsoft.com/office/drawing/2014/main" id="{A67F0B89-A892-4957-91A3-DB0DA5D93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5951" y="4651375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2" name="Rectangle 245">
                <a:extLst>
                  <a:ext uri="{FF2B5EF4-FFF2-40B4-BE49-F238E27FC236}">
                    <a16:creationId xmlns:a16="http://schemas.microsoft.com/office/drawing/2014/main" id="{8A126EFD-79A6-4A9F-B575-418E5AEF4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138" y="4762500"/>
                <a:ext cx="7938" cy="57150"/>
              </a:xfrm>
              <a:prstGeom prst="rect">
                <a:avLst/>
              </a:pr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3" name="Freeform 246">
                <a:extLst>
                  <a:ext uri="{FF2B5EF4-FFF2-40B4-BE49-F238E27FC236}">
                    <a16:creationId xmlns:a16="http://schemas.microsoft.com/office/drawing/2014/main" id="{FA09741F-EBBD-43CC-A574-7A06D6C07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3438" y="4764088"/>
                <a:ext cx="0" cy="1588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4" name="Freeform 247">
                <a:extLst>
                  <a:ext uri="{FF2B5EF4-FFF2-40B4-BE49-F238E27FC236}">
                    <a16:creationId xmlns:a16="http://schemas.microsoft.com/office/drawing/2014/main" id="{E1C87BD4-F61E-41B1-9818-5643F97E3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5026" y="4764088"/>
                <a:ext cx="0" cy="1588"/>
              </a:xfrm>
              <a:custGeom>
                <a:avLst/>
                <a:gdLst>
                  <a:gd name="T0" fmla="*/ 0 h 5"/>
                  <a:gd name="T1" fmla="*/ 5 h 5"/>
                  <a:gd name="T2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">
                    <a:moveTo>
                      <a:pt x="0" y="0"/>
                    </a:move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5" name="Freeform 248">
                <a:extLst>
                  <a:ext uri="{FF2B5EF4-FFF2-40B4-BE49-F238E27FC236}">
                    <a16:creationId xmlns:a16="http://schemas.microsoft.com/office/drawing/2014/main" id="{0A383880-8641-4BE9-AD5F-53971279B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5026" y="4762500"/>
                <a:ext cx="0" cy="3175"/>
              </a:xfrm>
              <a:custGeom>
                <a:avLst/>
                <a:gdLst>
                  <a:gd name="T0" fmla="*/ 0 h 8"/>
                  <a:gd name="T1" fmla="*/ 8 h 8"/>
                  <a:gd name="T2" fmla="*/ 0 h 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8">
                    <a:moveTo>
                      <a:pt x="0" y="0"/>
                    </a:move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6" name="Freeform 249">
                <a:extLst>
                  <a:ext uri="{FF2B5EF4-FFF2-40B4-BE49-F238E27FC236}">
                    <a16:creationId xmlns:a16="http://schemas.microsoft.com/office/drawing/2014/main" id="{2C22AEDE-0793-4C1A-B0CF-CCB822DD5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6613" y="4762500"/>
                <a:ext cx="0" cy="4763"/>
              </a:xfrm>
              <a:custGeom>
                <a:avLst/>
                <a:gdLst>
                  <a:gd name="T0" fmla="*/ 0 h 11"/>
                  <a:gd name="T1" fmla="*/ 11 h 11"/>
                  <a:gd name="T2" fmla="*/ 0 h 1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1">
                    <a:moveTo>
                      <a:pt x="0" y="0"/>
                    </a:moveTo>
                    <a:lnTo>
                      <a:pt x="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7" name="Freeform 250">
                <a:extLst>
                  <a:ext uri="{FF2B5EF4-FFF2-40B4-BE49-F238E27FC236}">
                    <a16:creationId xmlns:a16="http://schemas.microsoft.com/office/drawing/2014/main" id="{E8874405-03B6-4A54-A69E-6F3E7E256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8201" y="4760913"/>
                <a:ext cx="0" cy="6350"/>
              </a:xfrm>
              <a:custGeom>
                <a:avLst/>
                <a:gdLst>
                  <a:gd name="T0" fmla="*/ 0 h 15"/>
                  <a:gd name="T1" fmla="*/ 15 h 15"/>
                  <a:gd name="T2" fmla="*/ 0 h 1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5">
                    <a:moveTo>
                      <a:pt x="0" y="0"/>
                    </a:moveTo>
                    <a:lnTo>
                      <a:pt x="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8" name="Freeform 251">
                <a:extLst>
                  <a:ext uri="{FF2B5EF4-FFF2-40B4-BE49-F238E27FC236}">
                    <a16:creationId xmlns:a16="http://schemas.microsoft.com/office/drawing/2014/main" id="{3C7CE2A3-09D9-4F55-B599-1AF3E59F1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788" y="4760913"/>
                <a:ext cx="0" cy="7938"/>
              </a:xfrm>
              <a:custGeom>
                <a:avLst/>
                <a:gdLst>
                  <a:gd name="T0" fmla="*/ 0 h 18"/>
                  <a:gd name="T1" fmla="*/ 18 h 18"/>
                  <a:gd name="T2" fmla="*/ 0 h 1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8">
                    <a:moveTo>
                      <a:pt x="0" y="0"/>
                    </a:moveTo>
                    <a:lnTo>
                      <a:pt x="0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9" name="Freeform 252">
                <a:extLst>
                  <a:ext uri="{FF2B5EF4-FFF2-40B4-BE49-F238E27FC236}">
                    <a16:creationId xmlns:a16="http://schemas.microsoft.com/office/drawing/2014/main" id="{89B7A458-DCFC-4BEB-97DD-41012F21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788" y="4760913"/>
                <a:ext cx="0" cy="7938"/>
              </a:xfrm>
              <a:custGeom>
                <a:avLst/>
                <a:gdLst>
                  <a:gd name="T0" fmla="*/ 0 h 21"/>
                  <a:gd name="T1" fmla="*/ 21 h 21"/>
                  <a:gd name="T2" fmla="*/ 0 h 2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1">
                    <a:moveTo>
                      <a:pt x="0" y="0"/>
                    </a:move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0" name="Freeform 253">
                <a:extLst>
                  <a:ext uri="{FF2B5EF4-FFF2-40B4-BE49-F238E27FC236}">
                    <a16:creationId xmlns:a16="http://schemas.microsoft.com/office/drawing/2014/main" id="{8711A118-2423-4E87-971C-C8BB8EC52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1376" y="4759325"/>
                <a:ext cx="0" cy="9525"/>
              </a:xfrm>
              <a:custGeom>
                <a:avLst/>
                <a:gdLst>
                  <a:gd name="T0" fmla="*/ 0 h 24"/>
                  <a:gd name="T1" fmla="*/ 24 h 24"/>
                  <a:gd name="T2" fmla="*/ 0 h 2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4">
                    <a:moveTo>
                      <a:pt x="0" y="0"/>
                    </a:moveTo>
                    <a:lnTo>
                      <a:pt x="0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1" name="Freeform 254">
                <a:extLst>
                  <a:ext uri="{FF2B5EF4-FFF2-40B4-BE49-F238E27FC236}">
                    <a16:creationId xmlns:a16="http://schemas.microsoft.com/office/drawing/2014/main" id="{148B63E4-A309-428E-AB28-988578AF9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963" y="4759325"/>
                <a:ext cx="0" cy="11113"/>
              </a:xfrm>
              <a:custGeom>
                <a:avLst/>
                <a:gdLst>
                  <a:gd name="T0" fmla="*/ 0 h 27"/>
                  <a:gd name="T1" fmla="*/ 27 h 27"/>
                  <a:gd name="T2" fmla="*/ 0 h 2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7">
                    <a:moveTo>
                      <a:pt x="0" y="0"/>
                    </a:moveTo>
                    <a:lnTo>
                      <a:pt x="0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2" name="Freeform 255">
                <a:extLst>
                  <a:ext uri="{FF2B5EF4-FFF2-40B4-BE49-F238E27FC236}">
                    <a16:creationId xmlns:a16="http://schemas.microsoft.com/office/drawing/2014/main" id="{433EA261-E528-45B3-A602-95676AE89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963" y="4757738"/>
                <a:ext cx="0" cy="12700"/>
              </a:xfrm>
              <a:custGeom>
                <a:avLst/>
                <a:gdLst>
                  <a:gd name="T0" fmla="*/ 0 h 31"/>
                  <a:gd name="T1" fmla="*/ 31 h 31"/>
                  <a:gd name="T2" fmla="*/ 0 h 3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1">
                    <a:moveTo>
                      <a:pt x="0" y="0"/>
                    </a:moveTo>
                    <a:lnTo>
                      <a:pt x="0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3" name="Freeform 256">
                <a:extLst>
                  <a:ext uri="{FF2B5EF4-FFF2-40B4-BE49-F238E27FC236}">
                    <a16:creationId xmlns:a16="http://schemas.microsoft.com/office/drawing/2014/main" id="{DFAD11D5-9F88-4962-9B3F-319738211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4551" y="4757738"/>
                <a:ext cx="0" cy="14288"/>
              </a:xfrm>
              <a:custGeom>
                <a:avLst/>
                <a:gdLst>
                  <a:gd name="T0" fmla="*/ 0 h 34"/>
                  <a:gd name="T1" fmla="*/ 34 h 34"/>
                  <a:gd name="T2" fmla="*/ 0 h 3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4">
                    <a:moveTo>
                      <a:pt x="0" y="0"/>
                    </a:moveTo>
                    <a:lnTo>
                      <a:pt x="0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4" name="Freeform 257">
                <a:extLst>
                  <a:ext uri="{FF2B5EF4-FFF2-40B4-BE49-F238E27FC236}">
                    <a16:creationId xmlns:a16="http://schemas.microsoft.com/office/drawing/2014/main" id="{E40B03FA-3F71-445F-96A1-01C9CCAE9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138" y="4757738"/>
                <a:ext cx="0" cy="14288"/>
              </a:xfrm>
              <a:custGeom>
                <a:avLst/>
                <a:gdLst>
                  <a:gd name="T0" fmla="*/ 0 h 37"/>
                  <a:gd name="T1" fmla="*/ 37 h 37"/>
                  <a:gd name="T2" fmla="*/ 0 h 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7">
                    <a:moveTo>
                      <a:pt x="0" y="0"/>
                    </a:moveTo>
                    <a:lnTo>
                      <a:pt x="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5" name="Freeform 258">
                <a:extLst>
                  <a:ext uri="{FF2B5EF4-FFF2-40B4-BE49-F238E27FC236}">
                    <a16:creationId xmlns:a16="http://schemas.microsoft.com/office/drawing/2014/main" id="{B9FEF069-A4A6-4B9A-B783-CFDC0725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138" y="4756150"/>
                <a:ext cx="0" cy="15875"/>
              </a:xfrm>
              <a:custGeom>
                <a:avLst/>
                <a:gdLst>
                  <a:gd name="T0" fmla="*/ 0 h 41"/>
                  <a:gd name="T1" fmla="*/ 41 h 41"/>
                  <a:gd name="T2" fmla="*/ 0 h 4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1">
                    <a:moveTo>
                      <a:pt x="0" y="0"/>
                    </a:moveTo>
                    <a:lnTo>
                      <a:pt x="0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D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6" name="Freeform 259">
                <a:extLst>
                  <a:ext uri="{FF2B5EF4-FFF2-40B4-BE49-F238E27FC236}">
                    <a16:creationId xmlns:a16="http://schemas.microsoft.com/office/drawing/2014/main" id="{7ED6A221-ABD5-4A9C-AB73-27F262386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6" y="4756150"/>
                <a:ext cx="0" cy="17463"/>
              </a:xfrm>
              <a:custGeom>
                <a:avLst/>
                <a:gdLst>
                  <a:gd name="T0" fmla="*/ 0 h 44"/>
                  <a:gd name="T1" fmla="*/ 44 h 44"/>
                  <a:gd name="T2" fmla="*/ 0 h 4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4">
                    <a:moveTo>
                      <a:pt x="0" y="0"/>
                    </a:moveTo>
                    <a:lnTo>
                      <a:pt x="0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7" name="Freeform 260">
                <a:extLst>
                  <a:ext uri="{FF2B5EF4-FFF2-40B4-BE49-F238E27FC236}">
                    <a16:creationId xmlns:a16="http://schemas.microsoft.com/office/drawing/2014/main" id="{4DFF09FC-0C2B-45ED-8479-855DB0CB0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9313" y="4754563"/>
                <a:ext cx="0" cy="19050"/>
              </a:xfrm>
              <a:custGeom>
                <a:avLst/>
                <a:gdLst>
                  <a:gd name="T0" fmla="*/ 0 h 47"/>
                  <a:gd name="T1" fmla="*/ 47 h 47"/>
                  <a:gd name="T2" fmla="*/ 0 h 4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7">
                    <a:moveTo>
                      <a:pt x="0" y="0"/>
                    </a:move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D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8" name="Freeform 261">
                <a:extLst>
                  <a:ext uri="{FF2B5EF4-FFF2-40B4-BE49-F238E27FC236}">
                    <a16:creationId xmlns:a16="http://schemas.microsoft.com/office/drawing/2014/main" id="{23B6DDB3-A244-431B-AA8F-652C38CCD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0901" y="4754563"/>
                <a:ext cx="0" cy="20638"/>
              </a:xfrm>
              <a:custGeom>
                <a:avLst/>
                <a:gdLst>
                  <a:gd name="T0" fmla="*/ 0 h 50"/>
                  <a:gd name="T1" fmla="*/ 50 h 50"/>
                  <a:gd name="T2" fmla="*/ 0 h 5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0">
                    <a:moveTo>
                      <a:pt x="0" y="0"/>
                    </a:move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DD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" name="Freeform 262">
                <a:extLst>
                  <a:ext uri="{FF2B5EF4-FFF2-40B4-BE49-F238E27FC236}">
                    <a16:creationId xmlns:a16="http://schemas.microsoft.com/office/drawing/2014/main" id="{5436D227-045A-49EB-AE5A-C8564C6E6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0901" y="4754563"/>
                <a:ext cx="0" cy="20638"/>
              </a:xfrm>
              <a:custGeom>
                <a:avLst/>
                <a:gdLst>
                  <a:gd name="T0" fmla="*/ 0 h 53"/>
                  <a:gd name="T1" fmla="*/ 53 h 53"/>
                  <a:gd name="T2" fmla="*/ 0 h 5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3">
                    <a:moveTo>
                      <a:pt x="0" y="0"/>
                    </a:moveTo>
                    <a:lnTo>
                      <a:pt x="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" name="Freeform 263">
                <a:extLst>
                  <a:ext uri="{FF2B5EF4-FFF2-40B4-BE49-F238E27FC236}">
                    <a16:creationId xmlns:a16="http://schemas.microsoft.com/office/drawing/2014/main" id="{5A44B45E-04FA-45B5-9146-47D957D1E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2488" y="4752975"/>
                <a:ext cx="0" cy="22225"/>
              </a:xfrm>
              <a:custGeom>
                <a:avLst/>
                <a:gdLst>
                  <a:gd name="T0" fmla="*/ 0 h 57"/>
                  <a:gd name="T1" fmla="*/ 57 h 57"/>
                  <a:gd name="T2" fmla="*/ 0 h 5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7">
                    <a:moveTo>
                      <a:pt x="0" y="0"/>
                    </a:move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D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1" name="Freeform 264">
                <a:extLst>
                  <a:ext uri="{FF2B5EF4-FFF2-40B4-BE49-F238E27FC236}">
                    <a16:creationId xmlns:a16="http://schemas.microsoft.com/office/drawing/2014/main" id="{72153B07-1A20-43F2-B0DF-9107740E0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4076" y="4752975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D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2" name="Freeform 265">
                <a:extLst>
                  <a:ext uri="{FF2B5EF4-FFF2-40B4-BE49-F238E27FC236}">
                    <a16:creationId xmlns:a16="http://schemas.microsoft.com/office/drawing/2014/main" id="{68C12774-0DD4-49D2-8DC4-F155004B2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4076" y="475138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D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3" name="Freeform 266">
                <a:extLst>
                  <a:ext uri="{FF2B5EF4-FFF2-40B4-BE49-F238E27FC236}">
                    <a16:creationId xmlns:a16="http://schemas.microsoft.com/office/drawing/2014/main" id="{EE0E37B3-63F4-4E01-B5F4-EAE96AF19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5663" y="4751388"/>
                <a:ext cx="0" cy="23813"/>
              </a:xfrm>
              <a:custGeom>
                <a:avLst/>
                <a:gdLst>
                  <a:gd name="T0" fmla="*/ 0 h 59"/>
                  <a:gd name="T1" fmla="*/ 59 h 59"/>
                  <a:gd name="T2" fmla="*/ 0 h 5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9">
                    <a:moveTo>
                      <a:pt x="0" y="0"/>
                    </a:move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D8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4" name="Freeform 267">
                <a:extLst>
                  <a:ext uri="{FF2B5EF4-FFF2-40B4-BE49-F238E27FC236}">
                    <a16:creationId xmlns:a16="http://schemas.microsoft.com/office/drawing/2014/main" id="{FDBBDDFC-1907-4AC6-862D-354B4D402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7251" y="475138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D7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5" name="Freeform 268">
                <a:extLst>
                  <a:ext uri="{FF2B5EF4-FFF2-40B4-BE49-F238E27FC236}">
                    <a16:creationId xmlns:a16="http://schemas.microsoft.com/office/drawing/2014/main" id="{45CB6C9D-10B6-46B0-9530-D4C854AC3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7251" y="4749800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6" name="Freeform 269">
                <a:extLst>
                  <a:ext uri="{FF2B5EF4-FFF2-40B4-BE49-F238E27FC236}">
                    <a16:creationId xmlns:a16="http://schemas.microsoft.com/office/drawing/2014/main" id="{6EBC2B97-A154-4806-8E67-BEE2CBC62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8838" y="4749800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D5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7" name="Freeform 270">
                <a:extLst>
                  <a:ext uri="{FF2B5EF4-FFF2-40B4-BE49-F238E27FC236}">
                    <a16:creationId xmlns:a16="http://schemas.microsoft.com/office/drawing/2014/main" id="{007C3578-414F-4974-8959-991F5CA2E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0426" y="4748213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D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8" name="Freeform 271">
                <a:extLst>
                  <a:ext uri="{FF2B5EF4-FFF2-40B4-BE49-F238E27FC236}">
                    <a16:creationId xmlns:a16="http://schemas.microsoft.com/office/drawing/2014/main" id="{EBAE0D27-8114-43A4-952A-565529742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013" y="4748213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ED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9" name="Freeform 272">
                <a:extLst>
                  <a:ext uri="{FF2B5EF4-FFF2-40B4-BE49-F238E27FC236}">
                    <a16:creationId xmlns:a16="http://schemas.microsoft.com/office/drawing/2014/main" id="{A81DFD43-1097-41A8-8C46-72936FE47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013" y="4748213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D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0" name="Freeform 273">
                <a:extLst>
                  <a:ext uri="{FF2B5EF4-FFF2-40B4-BE49-F238E27FC236}">
                    <a16:creationId xmlns:a16="http://schemas.microsoft.com/office/drawing/2014/main" id="{8C917BF8-C3C3-4D7F-A88B-AB40B4EBD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3601" y="4746625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1" name="Freeform 274">
                <a:extLst>
                  <a:ext uri="{FF2B5EF4-FFF2-40B4-BE49-F238E27FC236}">
                    <a16:creationId xmlns:a16="http://schemas.microsoft.com/office/drawing/2014/main" id="{4A99F020-50B0-4824-A701-6C64F5D7A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4746625"/>
                <a:ext cx="0" cy="23813"/>
              </a:xfrm>
              <a:custGeom>
                <a:avLst/>
                <a:gdLst>
                  <a:gd name="T0" fmla="*/ 0 h 59"/>
                  <a:gd name="T1" fmla="*/ 59 h 59"/>
                  <a:gd name="T2" fmla="*/ 0 h 5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9">
                    <a:moveTo>
                      <a:pt x="0" y="0"/>
                    </a:move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AD0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2" name="Freeform 275">
                <a:extLst>
                  <a:ext uri="{FF2B5EF4-FFF2-40B4-BE49-F238E27FC236}">
                    <a16:creationId xmlns:a16="http://schemas.microsoft.com/office/drawing/2014/main" id="{B5978DA7-5B38-47FC-8C49-55ECFBDAB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474503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CF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3" name="Freeform 276">
                <a:extLst>
                  <a:ext uri="{FF2B5EF4-FFF2-40B4-BE49-F238E27FC236}">
                    <a16:creationId xmlns:a16="http://schemas.microsoft.com/office/drawing/2014/main" id="{1680CA08-FB4B-4060-953E-2D885937E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776" y="474503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C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4" name="Freeform 277">
                <a:extLst>
                  <a:ext uri="{FF2B5EF4-FFF2-40B4-BE49-F238E27FC236}">
                    <a16:creationId xmlns:a16="http://schemas.microsoft.com/office/drawing/2014/main" id="{9AE1CCD8-693D-4AF1-9120-023864CE7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363" y="474503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D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5" name="Freeform 278">
                <a:extLst>
                  <a:ext uri="{FF2B5EF4-FFF2-40B4-BE49-F238E27FC236}">
                    <a16:creationId xmlns:a16="http://schemas.microsoft.com/office/drawing/2014/main" id="{C573819D-5E83-4DC3-AD58-E52B28C7AC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363" y="4745038"/>
                <a:ext cx="0" cy="22225"/>
              </a:xfrm>
              <a:custGeom>
                <a:avLst/>
                <a:gdLst>
                  <a:gd name="T0" fmla="*/ 0 h 57"/>
                  <a:gd name="T1" fmla="*/ 57 h 57"/>
                  <a:gd name="T2" fmla="*/ 0 h 5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7">
                    <a:moveTo>
                      <a:pt x="0" y="0"/>
                    </a:move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CC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6" name="Freeform 279">
                <a:extLst>
                  <a:ext uri="{FF2B5EF4-FFF2-40B4-BE49-F238E27FC236}">
                    <a16:creationId xmlns:a16="http://schemas.microsoft.com/office/drawing/2014/main" id="{030FCC65-8BEC-4CED-801F-3DD037F4E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951" y="4745038"/>
                <a:ext cx="0" cy="22225"/>
              </a:xfrm>
              <a:custGeom>
                <a:avLst/>
                <a:gdLst>
                  <a:gd name="T0" fmla="*/ 0 h 53"/>
                  <a:gd name="T1" fmla="*/ 53 h 53"/>
                  <a:gd name="T2" fmla="*/ 0 h 5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3">
                    <a:moveTo>
                      <a:pt x="0" y="0"/>
                    </a:moveTo>
                    <a:lnTo>
                      <a:pt x="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7" name="Freeform 280">
                <a:extLst>
                  <a:ext uri="{FF2B5EF4-FFF2-40B4-BE49-F238E27FC236}">
                    <a16:creationId xmlns:a16="http://schemas.microsoft.com/office/drawing/2014/main" id="{6380F7E9-E904-4488-BDFD-617D29F51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1538" y="4746625"/>
                <a:ext cx="0" cy="19050"/>
              </a:xfrm>
              <a:custGeom>
                <a:avLst/>
                <a:gdLst>
                  <a:gd name="T0" fmla="*/ 0 h 50"/>
                  <a:gd name="T1" fmla="*/ 50 h 50"/>
                  <a:gd name="T2" fmla="*/ 0 h 5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0">
                    <a:moveTo>
                      <a:pt x="0" y="0"/>
                    </a:move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CA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8" name="Freeform 281">
                <a:extLst>
                  <a:ext uri="{FF2B5EF4-FFF2-40B4-BE49-F238E27FC236}">
                    <a16:creationId xmlns:a16="http://schemas.microsoft.com/office/drawing/2014/main" id="{308F7556-5564-4523-8619-C98184AB7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3126" y="4746625"/>
                <a:ext cx="0" cy="19050"/>
              </a:xfrm>
              <a:custGeom>
                <a:avLst/>
                <a:gdLst>
                  <a:gd name="T0" fmla="*/ 0 h 47"/>
                  <a:gd name="T1" fmla="*/ 47 h 47"/>
                  <a:gd name="T2" fmla="*/ 0 h 4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7">
                    <a:moveTo>
                      <a:pt x="0" y="0"/>
                    </a:move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C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9" name="Freeform 282">
                <a:extLst>
                  <a:ext uri="{FF2B5EF4-FFF2-40B4-BE49-F238E27FC236}">
                    <a16:creationId xmlns:a16="http://schemas.microsoft.com/office/drawing/2014/main" id="{7E3D68E1-B177-4358-A68E-618762161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3126" y="4748213"/>
                <a:ext cx="0" cy="17463"/>
              </a:xfrm>
              <a:custGeom>
                <a:avLst/>
                <a:gdLst>
                  <a:gd name="T0" fmla="*/ 0 h 44"/>
                  <a:gd name="T1" fmla="*/ 44 h 44"/>
                  <a:gd name="T2" fmla="*/ 0 h 4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4">
                    <a:moveTo>
                      <a:pt x="0" y="0"/>
                    </a:moveTo>
                    <a:lnTo>
                      <a:pt x="0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8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0" name="Freeform 283">
                <a:extLst>
                  <a:ext uri="{FF2B5EF4-FFF2-40B4-BE49-F238E27FC236}">
                    <a16:creationId xmlns:a16="http://schemas.microsoft.com/office/drawing/2014/main" id="{24C81E31-0968-4BB0-BE29-920E296F8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4713" y="4748213"/>
                <a:ext cx="0" cy="15875"/>
              </a:xfrm>
              <a:custGeom>
                <a:avLst/>
                <a:gdLst>
                  <a:gd name="T0" fmla="*/ 0 h 41"/>
                  <a:gd name="T1" fmla="*/ 41 h 41"/>
                  <a:gd name="T2" fmla="*/ 0 h 4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1">
                    <a:moveTo>
                      <a:pt x="0" y="0"/>
                    </a:moveTo>
                    <a:lnTo>
                      <a:pt x="0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C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1" name="Freeform 284">
                <a:extLst>
                  <a:ext uri="{FF2B5EF4-FFF2-40B4-BE49-F238E27FC236}">
                    <a16:creationId xmlns:a16="http://schemas.microsoft.com/office/drawing/2014/main" id="{F500BF24-FB32-450A-9089-B65A41968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6301" y="4748213"/>
                <a:ext cx="0" cy="15875"/>
              </a:xfrm>
              <a:custGeom>
                <a:avLst/>
                <a:gdLst>
                  <a:gd name="T0" fmla="*/ 0 h 37"/>
                  <a:gd name="T1" fmla="*/ 37 h 37"/>
                  <a:gd name="T2" fmla="*/ 0 h 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7">
                    <a:moveTo>
                      <a:pt x="0" y="0"/>
                    </a:moveTo>
                    <a:lnTo>
                      <a:pt x="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7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2" name="Freeform 285">
                <a:extLst>
                  <a:ext uri="{FF2B5EF4-FFF2-40B4-BE49-F238E27FC236}">
                    <a16:creationId xmlns:a16="http://schemas.microsoft.com/office/drawing/2014/main" id="{B3F2FD6E-E160-4AF2-AD09-3C18099F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6301" y="4749800"/>
                <a:ext cx="0" cy="12700"/>
              </a:xfrm>
              <a:custGeom>
                <a:avLst/>
                <a:gdLst>
                  <a:gd name="T0" fmla="*/ 0 h 34"/>
                  <a:gd name="T1" fmla="*/ 34 h 34"/>
                  <a:gd name="T2" fmla="*/ 0 h 3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4">
                    <a:moveTo>
                      <a:pt x="0" y="0"/>
                    </a:moveTo>
                    <a:lnTo>
                      <a:pt x="0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3" name="Freeform 286">
                <a:extLst>
                  <a:ext uri="{FF2B5EF4-FFF2-40B4-BE49-F238E27FC236}">
                    <a16:creationId xmlns:a16="http://schemas.microsoft.com/office/drawing/2014/main" id="{16C72613-987A-45B1-BC0F-6DFD670C3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7888" y="4749800"/>
                <a:ext cx="0" cy="12700"/>
              </a:xfrm>
              <a:custGeom>
                <a:avLst/>
                <a:gdLst>
                  <a:gd name="T0" fmla="*/ 0 h 31"/>
                  <a:gd name="T1" fmla="*/ 31 h 31"/>
                  <a:gd name="T2" fmla="*/ 0 h 3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1">
                    <a:moveTo>
                      <a:pt x="0" y="0"/>
                    </a:moveTo>
                    <a:lnTo>
                      <a:pt x="0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C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4" name="Freeform 287">
                <a:extLst>
                  <a:ext uri="{FF2B5EF4-FFF2-40B4-BE49-F238E27FC236}">
                    <a16:creationId xmlns:a16="http://schemas.microsoft.com/office/drawing/2014/main" id="{5FBABC79-70CD-48E4-BEF2-2613A020C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476" y="4751388"/>
                <a:ext cx="0" cy="9525"/>
              </a:xfrm>
              <a:custGeom>
                <a:avLst/>
                <a:gdLst>
                  <a:gd name="T0" fmla="*/ 0 h 27"/>
                  <a:gd name="T1" fmla="*/ 27 h 27"/>
                  <a:gd name="T2" fmla="*/ 0 h 2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7">
                    <a:moveTo>
                      <a:pt x="0" y="0"/>
                    </a:moveTo>
                    <a:lnTo>
                      <a:pt x="0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C4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5" name="Freeform 288">
                <a:extLst>
                  <a:ext uri="{FF2B5EF4-FFF2-40B4-BE49-F238E27FC236}">
                    <a16:creationId xmlns:a16="http://schemas.microsoft.com/office/drawing/2014/main" id="{C41D1D2D-D433-4D97-BF56-40A9C2D72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476" y="4751388"/>
                <a:ext cx="0" cy="9525"/>
              </a:xfrm>
              <a:custGeom>
                <a:avLst/>
                <a:gdLst>
                  <a:gd name="T0" fmla="*/ 0 h 25"/>
                  <a:gd name="T1" fmla="*/ 25 h 25"/>
                  <a:gd name="T2" fmla="*/ 0 h 2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5">
                    <a:moveTo>
                      <a:pt x="0" y="0"/>
                    </a:move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6" name="Freeform 289">
                <a:extLst>
                  <a:ext uri="{FF2B5EF4-FFF2-40B4-BE49-F238E27FC236}">
                    <a16:creationId xmlns:a16="http://schemas.microsoft.com/office/drawing/2014/main" id="{86D58A2A-B12E-49EB-AFBB-33D3D661BF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1063" y="4751388"/>
                <a:ext cx="0" cy="9525"/>
              </a:xfrm>
              <a:custGeom>
                <a:avLst/>
                <a:gdLst>
                  <a:gd name="T0" fmla="*/ 0 h 21"/>
                  <a:gd name="T1" fmla="*/ 21 h 21"/>
                  <a:gd name="T2" fmla="*/ 0 h 2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1">
                    <a:moveTo>
                      <a:pt x="0" y="0"/>
                    </a:move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7C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7" name="Freeform 290">
                <a:extLst>
                  <a:ext uri="{FF2B5EF4-FFF2-40B4-BE49-F238E27FC236}">
                    <a16:creationId xmlns:a16="http://schemas.microsoft.com/office/drawing/2014/main" id="{6773967F-1EB7-4ACD-A2C8-CA0713C36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1" y="4752975"/>
                <a:ext cx="0" cy="6350"/>
              </a:xfrm>
              <a:custGeom>
                <a:avLst/>
                <a:gdLst>
                  <a:gd name="T0" fmla="*/ 0 h 18"/>
                  <a:gd name="T1" fmla="*/ 18 h 18"/>
                  <a:gd name="T2" fmla="*/ 0 h 1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8">
                    <a:moveTo>
                      <a:pt x="0" y="0"/>
                    </a:moveTo>
                    <a:lnTo>
                      <a:pt x="0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6C1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8" name="Freeform 291">
                <a:extLst>
                  <a:ext uri="{FF2B5EF4-FFF2-40B4-BE49-F238E27FC236}">
                    <a16:creationId xmlns:a16="http://schemas.microsoft.com/office/drawing/2014/main" id="{C0B5E56A-BA77-458F-9073-897D58A60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4238" y="4752975"/>
                <a:ext cx="0" cy="6350"/>
              </a:xfrm>
              <a:custGeom>
                <a:avLst/>
                <a:gdLst>
                  <a:gd name="T0" fmla="*/ 0 h 15"/>
                  <a:gd name="T1" fmla="*/ 15 h 15"/>
                  <a:gd name="T2" fmla="*/ 0 h 1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5">
                    <a:moveTo>
                      <a:pt x="0" y="0"/>
                    </a:moveTo>
                    <a:lnTo>
                      <a:pt x="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C0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" name="Freeform 292">
                <a:extLst>
                  <a:ext uri="{FF2B5EF4-FFF2-40B4-BE49-F238E27FC236}">
                    <a16:creationId xmlns:a16="http://schemas.microsoft.com/office/drawing/2014/main" id="{79FC6174-B232-497F-AD12-294E7CE1C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4238" y="4754563"/>
                <a:ext cx="0" cy="3175"/>
              </a:xfrm>
              <a:custGeom>
                <a:avLst/>
                <a:gdLst>
                  <a:gd name="T0" fmla="*/ 0 h 11"/>
                  <a:gd name="T1" fmla="*/ 11 h 11"/>
                  <a:gd name="T2" fmla="*/ 0 h 1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1">
                    <a:moveTo>
                      <a:pt x="0" y="0"/>
                    </a:moveTo>
                    <a:lnTo>
                      <a:pt x="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B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0" name="Freeform 293">
                <a:extLst>
                  <a:ext uri="{FF2B5EF4-FFF2-40B4-BE49-F238E27FC236}">
                    <a16:creationId xmlns:a16="http://schemas.microsoft.com/office/drawing/2014/main" id="{C15C54EF-A510-4C27-B256-78FE07D39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5826" y="4754563"/>
                <a:ext cx="0" cy="3175"/>
              </a:xfrm>
              <a:custGeom>
                <a:avLst/>
                <a:gdLst>
                  <a:gd name="T0" fmla="*/ 0 h 8"/>
                  <a:gd name="T1" fmla="*/ 8 h 8"/>
                  <a:gd name="T2" fmla="*/ 0 h 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8">
                    <a:moveTo>
                      <a:pt x="0" y="0"/>
                    </a:move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2BE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1" name="Freeform 294">
                <a:extLst>
                  <a:ext uri="{FF2B5EF4-FFF2-40B4-BE49-F238E27FC236}">
                    <a16:creationId xmlns:a16="http://schemas.microsoft.com/office/drawing/2014/main" id="{1301D09B-FEA0-4FB1-BB4C-97B70AC94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7413" y="4754563"/>
                <a:ext cx="0" cy="3175"/>
              </a:xfrm>
              <a:custGeom>
                <a:avLst/>
                <a:gdLst>
                  <a:gd name="T0" fmla="*/ 0 h 5"/>
                  <a:gd name="T1" fmla="*/ 5 h 5"/>
                  <a:gd name="T2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">
                    <a:moveTo>
                      <a:pt x="0" y="0"/>
                    </a:move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B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2" name="Freeform 295">
                <a:extLst>
                  <a:ext uri="{FF2B5EF4-FFF2-40B4-BE49-F238E27FC236}">
                    <a16:creationId xmlns:a16="http://schemas.microsoft.com/office/drawing/2014/main" id="{722DD101-6B06-4B16-9E3D-9CCE5C908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6276" y="4521200"/>
                <a:ext cx="36513" cy="153988"/>
              </a:xfrm>
              <a:custGeom>
                <a:avLst/>
                <a:gdLst>
                  <a:gd name="T0" fmla="*/ 92 w 118"/>
                  <a:gd name="T1" fmla="*/ 17 h 388"/>
                  <a:gd name="T2" fmla="*/ 91 w 118"/>
                  <a:gd name="T3" fmla="*/ 11 h 388"/>
                  <a:gd name="T4" fmla="*/ 86 w 118"/>
                  <a:gd name="T5" fmla="*/ 5 h 388"/>
                  <a:gd name="T6" fmla="*/ 79 w 118"/>
                  <a:gd name="T7" fmla="*/ 1 h 388"/>
                  <a:gd name="T8" fmla="*/ 70 w 118"/>
                  <a:gd name="T9" fmla="*/ 0 h 388"/>
                  <a:gd name="T10" fmla="*/ 61 w 118"/>
                  <a:gd name="T11" fmla="*/ 2 h 388"/>
                  <a:gd name="T12" fmla="*/ 55 w 118"/>
                  <a:gd name="T13" fmla="*/ 5 h 388"/>
                  <a:gd name="T14" fmla="*/ 50 w 118"/>
                  <a:gd name="T15" fmla="*/ 11 h 388"/>
                  <a:gd name="T16" fmla="*/ 47 w 118"/>
                  <a:gd name="T17" fmla="*/ 21 h 388"/>
                  <a:gd name="T18" fmla="*/ 49 w 118"/>
                  <a:gd name="T19" fmla="*/ 33 h 388"/>
                  <a:gd name="T20" fmla="*/ 54 w 118"/>
                  <a:gd name="T21" fmla="*/ 52 h 388"/>
                  <a:gd name="T22" fmla="*/ 65 w 118"/>
                  <a:gd name="T23" fmla="*/ 75 h 388"/>
                  <a:gd name="T24" fmla="*/ 71 w 118"/>
                  <a:gd name="T25" fmla="*/ 97 h 388"/>
                  <a:gd name="T26" fmla="*/ 69 w 118"/>
                  <a:gd name="T27" fmla="*/ 129 h 388"/>
                  <a:gd name="T28" fmla="*/ 70 w 118"/>
                  <a:gd name="T29" fmla="*/ 167 h 388"/>
                  <a:gd name="T30" fmla="*/ 74 w 118"/>
                  <a:gd name="T31" fmla="*/ 199 h 388"/>
                  <a:gd name="T32" fmla="*/ 74 w 118"/>
                  <a:gd name="T33" fmla="*/ 227 h 388"/>
                  <a:gd name="T34" fmla="*/ 66 w 118"/>
                  <a:gd name="T35" fmla="*/ 262 h 388"/>
                  <a:gd name="T36" fmla="*/ 54 w 118"/>
                  <a:gd name="T37" fmla="*/ 296 h 388"/>
                  <a:gd name="T38" fmla="*/ 39 w 118"/>
                  <a:gd name="T39" fmla="*/ 324 h 388"/>
                  <a:gd name="T40" fmla="*/ 17 w 118"/>
                  <a:gd name="T41" fmla="*/ 347 h 388"/>
                  <a:gd name="T42" fmla="*/ 4 w 118"/>
                  <a:gd name="T43" fmla="*/ 362 h 388"/>
                  <a:gd name="T44" fmla="*/ 1 w 118"/>
                  <a:gd name="T45" fmla="*/ 368 h 388"/>
                  <a:gd name="T46" fmla="*/ 1 w 118"/>
                  <a:gd name="T47" fmla="*/ 375 h 388"/>
                  <a:gd name="T48" fmla="*/ 5 w 118"/>
                  <a:gd name="T49" fmla="*/ 381 h 388"/>
                  <a:gd name="T50" fmla="*/ 11 w 118"/>
                  <a:gd name="T51" fmla="*/ 386 h 388"/>
                  <a:gd name="T52" fmla="*/ 20 w 118"/>
                  <a:gd name="T53" fmla="*/ 388 h 388"/>
                  <a:gd name="T54" fmla="*/ 29 w 118"/>
                  <a:gd name="T55" fmla="*/ 388 h 388"/>
                  <a:gd name="T56" fmla="*/ 36 w 118"/>
                  <a:gd name="T57" fmla="*/ 385 h 388"/>
                  <a:gd name="T58" fmla="*/ 54 w 118"/>
                  <a:gd name="T59" fmla="*/ 369 h 388"/>
                  <a:gd name="T60" fmla="*/ 77 w 118"/>
                  <a:gd name="T61" fmla="*/ 341 h 388"/>
                  <a:gd name="T62" fmla="*/ 96 w 118"/>
                  <a:gd name="T63" fmla="*/ 309 h 388"/>
                  <a:gd name="T64" fmla="*/ 110 w 118"/>
                  <a:gd name="T65" fmla="*/ 270 h 388"/>
                  <a:gd name="T66" fmla="*/ 118 w 118"/>
                  <a:gd name="T67" fmla="*/ 230 h 388"/>
                  <a:gd name="T68" fmla="*/ 117 w 118"/>
                  <a:gd name="T69" fmla="*/ 198 h 388"/>
                  <a:gd name="T70" fmla="*/ 115 w 118"/>
                  <a:gd name="T71" fmla="*/ 166 h 388"/>
                  <a:gd name="T72" fmla="*/ 113 w 118"/>
                  <a:gd name="T73" fmla="*/ 131 h 388"/>
                  <a:gd name="T74" fmla="*/ 116 w 118"/>
                  <a:gd name="T75" fmla="*/ 103 h 388"/>
                  <a:gd name="T76" fmla="*/ 115 w 118"/>
                  <a:gd name="T77" fmla="*/ 88 h 388"/>
                  <a:gd name="T78" fmla="*/ 107 w 118"/>
                  <a:gd name="T79" fmla="*/ 66 h 388"/>
                  <a:gd name="T80" fmla="*/ 97 w 118"/>
                  <a:gd name="T81" fmla="*/ 43 h 388"/>
                  <a:gd name="T82" fmla="*/ 92 w 118"/>
                  <a:gd name="T83" fmla="*/ 27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8" h="388">
                    <a:moveTo>
                      <a:pt x="92" y="21"/>
                    </a:moveTo>
                    <a:lnTo>
                      <a:pt x="92" y="17"/>
                    </a:lnTo>
                    <a:lnTo>
                      <a:pt x="92" y="14"/>
                    </a:lnTo>
                    <a:lnTo>
                      <a:pt x="91" y="11"/>
                    </a:lnTo>
                    <a:lnTo>
                      <a:pt x="89" y="8"/>
                    </a:lnTo>
                    <a:lnTo>
                      <a:pt x="86" y="5"/>
                    </a:lnTo>
                    <a:lnTo>
                      <a:pt x="82" y="3"/>
                    </a:lnTo>
                    <a:lnTo>
                      <a:pt x="79" y="1"/>
                    </a:lnTo>
                    <a:lnTo>
                      <a:pt x="75" y="0"/>
                    </a:lnTo>
                    <a:lnTo>
                      <a:pt x="70" y="0"/>
                    </a:lnTo>
                    <a:lnTo>
                      <a:pt x="66" y="0"/>
                    </a:lnTo>
                    <a:lnTo>
                      <a:pt x="61" y="2"/>
                    </a:lnTo>
                    <a:lnTo>
                      <a:pt x="57" y="3"/>
                    </a:lnTo>
                    <a:lnTo>
                      <a:pt x="55" y="5"/>
                    </a:lnTo>
                    <a:lnTo>
                      <a:pt x="52" y="8"/>
                    </a:lnTo>
                    <a:lnTo>
                      <a:pt x="50" y="11"/>
                    </a:lnTo>
                    <a:lnTo>
                      <a:pt x="49" y="15"/>
                    </a:lnTo>
                    <a:lnTo>
                      <a:pt x="47" y="21"/>
                    </a:lnTo>
                    <a:lnTo>
                      <a:pt x="47" y="27"/>
                    </a:lnTo>
                    <a:lnTo>
                      <a:pt x="49" y="33"/>
                    </a:lnTo>
                    <a:lnTo>
                      <a:pt x="50" y="40"/>
                    </a:lnTo>
                    <a:lnTo>
                      <a:pt x="54" y="52"/>
                    </a:lnTo>
                    <a:lnTo>
                      <a:pt x="60" y="64"/>
                    </a:lnTo>
                    <a:lnTo>
                      <a:pt x="65" y="75"/>
                    </a:lnTo>
                    <a:lnTo>
                      <a:pt x="69" y="86"/>
                    </a:lnTo>
                    <a:lnTo>
                      <a:pt x="71" y="97"/>
                    </a:lnTo>
                    <a:lnTo>
                      <a:pt x="71" y="107"/>
                    </a:lnTo>
                    <a:lnTo>
                      <a:pt x="69" y="129"/>
                    </a:lnTo>
                    <a:lnTo>
                      <a:pt x="69" y="149"/>
                    </a:lnTo>
                    <a:lnTo>
                      <a:pt x="70" y="167"/>
                    </a:lnTo>
                    <a:lnTo>
                      <a:pt x="71" y="185"/>
                    </a:lnTo>
                    <a:lnTo>
                      <a:pt x="74" y="199"/>
                    </a:lnTo>
                    <a:lnTo>
                      <a:pt x="74" y="213"/>
                    </a:lnTo>
                    <a:lnTo>
                      <a:pt x="74" y="227"/>
                    </a:lnTo>
                    <a:lnTo>
                      <a:pt x="71" y="241"/>
                    </a:lnTo>
                    <a:lnTo>
                      <a:pt x="66" y="262"/>
                    </a:lnTo>
                    <a:lnTo>
                      <a:pt x="61" y="280"/>
                    </a:lnTo>
                    <a:lnTo>
                      <a:pt x="54" y="296"/>
                    </a:lnTo>
                    <a:lnTo>
                      <a:pt x="46" y="311"/>
                    </a:lnTo>
                    <a:lnTo>
                      <a:pt x="39" y="324"/>
                    </a:lnTo>
                    <a:lnTo>
                      <a:pt x="29" y="336"/>
                    </a:lnTo>
                    <a:lnTo>
                      <a:pt x="17" y="347"/>
                    </a:lnTo>
                    <a:lnTo>
                      <a:pt x="6" y="359"/>
                    </a:lnTo>
                    <a:lnTo>
                      <a:pt x="4" y="362"/>
                    </a:lnTo>
                    <a:lnTo>
                      <a:pt x="1" y="365"/>
                    </a:lnTo>
                    <a:lnTo>
                      <a:pt x="1" y="368"/>
                    </a:lnTo>
                    <a:lnTo>
                      <a:pt x="0" y="372"/>
                    </a:lnTo>
                    <a:lnTo>
                      <a:pt x="1" y="375"/>
                    </a:lnTo>
                    <a:lnTo>
                      <a:pt x="2" y="378"/>
                    </a:lnTo>
                    <a:lnTo>
                      <a:pt x="5" y="381"/>
                    </a:lnTo>
                    <a:lnTo>
                      <a:pt x="7" y="384"/>
                    </a:lnTo>
                    <a:lnTo>
                      <a:pt x="11" y="386"/>
                    </a:lnTo>
                    <a:lnTo>
                      <a:pt x="16" y="388"/>
                    </a:lnTo>
                    <a:lnTo>
                      <a:pt x="20" y="388"/>
                    </a:lnTo>
                    <a:lnTo>
                      <a:pt x="24" y="388"/>
                    </a:lnTo>
                    <a:lnTo>
                      <a:pt x="29" y="388"/>
                    </a:lnTo>
                    <a:lnTo>
                      <a:pt x="32" y="387"/>
                    </a:lnTo>
                    <a:lnTo>
                      <a:pt x="36" y="385"/>
                    </a:lnTo>
                    <a:lnTo>
                      <a:pt x="40" y="382"/>
                    </a:lnTo>
                    <a:lnTo>
                      <a:pt x="54" y="369"/>
                    </a:lnTo>
                    <a:lnTo>
                      <a:pt x="66" y="355"/>
                    </a:lnTo>
                    <a:lnTo>
                      <a:pt x="77" y="341"/>
                    </a:lnTo>
                    <a:lnTo>
                      <a:pt x="87" y="326"/>
                    </a:lnTo>
                    <a:lnTo>
                      <a:pt x="96" y="309"/>
                    </a:lnTo>
                    <a:lnTo>
                      <a:pt x="103" y="291"/>
                    </a:lnTo>
                    <a:lnTo>
                      <a:pt x="110" y="270"/>
                    </a:lnTo>
                    <a:lnTo>
                      <a:pt x="116" y="247"/>
                    </a:lnTo>
                    <a:lnTo>
                      <a:pt x="118" y="230"/>
                    </a:lnTo>
                    <a:lnTo>
                      <a:pt x="118" y="214"/>
                    </a:lnTo>
                    <a:lnTo>
                      <a:pt x="117" y="198"/>
                    </a:lnTo>
                    <a:lnTo>
                      <a:pt x="116" y="181"/>
                    </a:lnTo>
                    <a:lnTo>
                      <a:pt x="115" y="166"/>
                    </a:lnTo>
                    <a:lnTo>
                      <a:pt x="113" y="149"/>
                    </a:lnTo>
                    <a:lnTo>
                      <a:pt x="113" y="131"/>
                    </a:lnTo>
                    <a:lnTo>
                      <a:pt x="115" y="111"/>
                    </a:lnTo>
                    <a:lnTo>
                      <a:pt x="116" y="103"/>
                    </a:lnTo>
                    <a:lnTo>
                      <a:pt x="116" y="96"/>
                    </a:lnTo>
                    <a:lnTo>
                      <a:pt x="115" y="88"/>
                    </a:lnTo>
                    <a:lnTo>
                      <a:pt x="112" y="81"/>
                    </a:lnTo>
                    <a:lnTo>
                      <a:pt x="107" y="66"/>
                    </a:lnTo>
                    <a:lnTo>
                      <a:pt x="101" y="52"/>
                    </a:lnTo>
                    <a:lnTo>
                      <a:pt x="97" y="43"/>
                    </a:lnTo>
                    <a:lnTo>
                      <a:pt x="95" y="35"/>
                    </a:lnTo>
                    <a:lnTo>
                      <a:pt x="92" y="27"/>
                    </a:lnTo>
                    <a:lnTo>
                      <a:pt x="92" y="21"/>
                    </a:lnTo>
                    <a:close/>
                  </a:path>
                </a:pathLst>
              </a:custGeom>
              <a:solidFill>
                <a:srgbClr val="CF1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3" name="Freeform 296">
                <a:extLst>
                  <a:ext uri="{FF2B5EF4-FFF2-40B4-BE49-F238E27FC236}">
                    <a16:creationId xmlns:a16="http://schemas.microsoft.com/office/drawing/2014/main" id="{D3921372-36EA-4469-984E-1FFDEDB5E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6751" y="4652963"/>
                <a:ext cx="28575" cy="36513"/>
              </a:xfrm>
              <a:custGeom>
                <a:avLst/>
                <a:gdLst>
                  <a:gd name="T0" fmla="*/ 45 w 90"/>
                  <a:gd name="T1" fmla="*/ 5 h 93"/>
                  <a:gd name="T2" fmla="*/ 54 w 90"/>
                  <a:gd name="T3" fmla="*/ 10 h 93"/>
                  <a:gd name="T4" fmla="*/ 63 w 90"/>
                  <a:gd name="T5" fmla="*/ 16 h 93"/>
                  <a:gd name="T6" fmla="*/ 70 w 90"/>
                  <a:gd name="T7" fmla="*/ 23 h 93"/>
                  <a:gd name="T8" fmla="*/ 78 w 90"/>
                  <a:gd name="T9" fmla="*/ 32 h 93"/>
                  <a:gd name="T10" fmla="*/ 83 w 90"/>
                  <a:gd name="T11" fmla="*/ 40 h 93"/>
                  <a:gd name="T12" fmla="*/ 86 w 90"/>
                  <a:gd name="T13" fmla="*/ 49 h 93"/>
                  <a:gd name="T14" fmla="*/ 89 w 90"/>
                  <a:gd name="T15" fmla="*/ 59 h 93"/>
                  <a:gd name="T16" fmla="*/ 90 w 90"/>
                  <a:gd name="T17" fmla="*/ 67 h 93"/>
                  <a:gd name="T18" fmla="*/ 89 w 90"/>
                  <a:gd name="T19" fmla="*/ 75 h 93"/>
                  <a:gd name="T20" fmla="*/ 86 w 90"/>
                  <a:gd name="T21" fmla="*/ 82 h 93"/>
                  <a:gd name="T22" fmla="*/ 83 w 90"/>
                  <a:gd name="T23" fmla="*/ 87 h 93"/>
                  <a:gd name="T24" fmla="*/ 78 w 90"/>
                  <a:gd name="T25" fmla="*/ 91 h 93"/>
                  <a:gd name="T26" fmla="*/ 70 w 90"/>
                  <a:gd name="T27" fmla="*/ 93 h 93"/>
                  <a:gd name="T28" fmla="*/ 63 w 90"/>
                  <a:gd name="T29" fmla="*/ 93 h 93"/>
                  <a:gd name="T30" fmla="*/ 54 w 90"/>
                  <a:gd name="T31" fmla="*/ 92 h 93"/>
                  <a:gd name="T32" fmla="*/ 45 w 90"/>
                  <a:gd name="T33" fmla="*/ 88 h 93"/>
                  <a:gd name="T34" fmla="*/ 36 w 90"/>
                  <a:gd name="T35" fmla="*/ 83 h 93"/>
                  <a:gd name="T36" fmla="*/ 28 w 90"/>
                  <a:gd name="T37" fmla="*/ 77 h 93"/>
                  <a:gd name="T38" fmla="*/ 20 w 90"/>
                  <a:gd name="T39" fmla="*/ 69 h 93"/>
                  <a:gd name="T40" fmla="*/ 13 w 90"/>
                  <a:gd name="T41" fmla="*/ 61 h 93"/>
                  <a:gd name="T42" fmla="*/ 8 w 90"/>
                  <a:gd name="T43" fmla="*/ 53 h 93"/>
                  <a:gd name="T44" fmla="*/ 4 w 90"/>
                  <a:gd name="T45" fmla="*/ 43 h 93"/>
                  <a:gd name="T46" fmla="*/ 0 w 90"/>
                  <a:gd name="T47" fmla="*/ 34 h 93"/>
                  <a:gd name="T48" fmla="*/ 0 w 90"/>
                  <a:gd name="T49" fmla="*/ 26 h 93"/>
                  <a:gd name="T50" fmla="*/ 0 w 90"/>
                  <a:gd name="T51" fmla="*/ 18 h 93"/>
                  <a:gd name="T52" fmla="*/ 4 w 90"/>
                  <a:gd name="T53" fmla="*/ 11 h 93"/>
                  <a:gd name="T54" fmla="*/ 8 w 90"/>
                  <a:gd name="T55" fmla="*/ 6 h 93"/>
                  <a:gd name="T56" fmla="*/ 13 w 90"/>
                  <a:gd name="T57" fmla="*/ 2 h 93"/>
                  <a:gd name="T58" fmla="*/ 20 w 90"/>
                  <a:gd name="T59" fmla="*/ 0 h 93"/>
                  <a:gd name="T60" fmla="*/ 28 w 90"/>
                  <a:gd name="T61" fmla="*/ 0 h 93"/>
                  <a:gd name="T62" fmla="*/ 36 w 90"/>
                  <a:gd name="T63" fmla="*/ 1 h 93"/>
                  <a:gd name="T64" fmla="*/ 45 w 90"/>
                  <a:gd name="T65" fmla="*/ 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0" h="93">
                    <a:moveTo>
                      <a:pt x="45" y="5"/>
                    </a:moveTo>
                    <a:lnTo>
                      <a:pt x="54" y="10"/>
                    </a:lnTo>
                    <a:lnTo>
                      <a:pt x="63" y="16"/>
                    </a:lnTo>
                    <a:lnTo>
                      <a:pt x="70" y="23"/>
                    </a:lnTo>
                    <a:lnTo>
                      <a:pt x="78" y="32"/>
                    </a:lnTo>
                    <a:lnTo>
                      <a:pt x="83" y="40"/>
                    </a:lnTo>
                    <a:lnTo>
                      <a:pt x="86" y="49"/>
                    </a:lnTo>
                    <a:lnTo>
                      <a:pt x="89" y="59"/>
                    </a:lnTo>
                    <a:lnTo>
                      <a:pt x="90" y="67"/>
                    </a:lnTo>
                    <a:lnTo>
                      <a:pt x="89" y="75"/>
                    </a:lnTo>
                    <a:lnTo>
                      <a:pt x="86" y="82"/>
                    </a:lnTo>
                    <a:lnTo>
                      <a:pt x="83" y="87"/>
                    </a:lnTo>
                    <a:lnTo>
                      <a:pt x="78" y="91"/>
                    </a:lnTo>
                    <a:lnTo>
                      <a:pt x="70" y="93"/>
                    </a:lnTo>
                    <a:lnTo>
                      <a:pt x="63" y="93"/>
                    </a:lnTo>
                    <a:lnTo>
                      <a:pt x="54" y="92"/>
                    </a:lnTo>
                    <a:lnTo>
                      <a:pt x="45" y="88"/>
                    </a:lnTo>
                    <a:lnTo>
                      <a:pt x="36" y="83"/>
                    </a:lnTo>
                    <a:lnTo>
                      <a:pt x="28" y="77"/>
                    </a:lnTo>
                    <a:lnTo>
                      <a:pt x="20" y="69"/>
                    </a:lnTo>
                    <a:lnTo>
                      <a:pt x="13" y="61"/>
                    </a:lnTo>
                    <a:lnTo>
                      <a:pt x="8" y="53"/>
                    </a:lnTo>
                    <a:lnTo>
                      <a:pt x="4" y="43"/>
                    </a:lnTo>
                    <a:lnTo>
                      <a:pt x="0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11"/>
                    </a:lnTo>
                    <a:lnTo>
                      <a:pt x="8" y="6"/>
                    </a:lnTo>
                    <a:lnTo>
                      <a:pt x="13" y="2"/>
                    </a:lnTo>
                    <a:lnTo>
                      <a:pt x="20" y="0"/>
                    </a:lnTo>
                    <a:lnTo>
                      <a:pt x="28" y="0"/>
                    </a:lnTo>
                    <a:lnTo>
                      <a:pt x="36" y="1"/>
                    </a:lnTo>
                    <a:lnTo>
                      <a:pt x="45" y="5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4" name="Freeform 297">
                <a:extLst>
                  <a:ext uri="{FF2B5EF4-FFF2-40B4-BE49-F238E27FC236}">
                    <a16:creationId xmlns:a16="http://schemas.microsoft.com/office/drawing/2014/main" id="{72640B4E-0097-431E-B0D9-E4E2465C14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7213" y="4540250"/>
                <a:ext cx="215900" cy="277813"/>
              </a:xfrm>
              <a:custGeom>
                <a:avLst/>
                <a:gdLst>
                  <a:gd name="T0" fmla="*/ 289 w 681"/>
                  <a:gd name="T1" fmla="*/ 17 h 703"/>
                  <a:gd name="T2" fmla="*/ 224 w 681"/>
                  <a:gd name="T3" fmla="*/ 2 h 703"/>
                  <a:gd name="T4" fmla="*/ 164 w 681"/>
                  <a:gd name="T5" fmla="*/ 1 h 703"/>
                  <a:gd name="T6" fmla="*/ 112 w 681"/>
                  <a:gd name="T7" fmla="*/ 13 h 703"/>
                  <a:gd name="T8" fmla="*/ 68 w 681"/>
                  <a:gd name="T9" fmla="*/ 37 h 703"/>
                  <a:gd name="T10" fmla="*/ 34 w 681"/>
                  <a:gd name="T11" fmla="*/ 74 h 703"/>
                  <a:gd name="T12" fmla="*/ 10 w 681"/>
                  <a:gd name="T13" fmla="*/ 121 h 703"/>
                  <a:gd name="T14" fmla="*/ 0 w 681"/>
                  <a:gd name="T15" fmla="*/ 178 h 703"/>
                  <a:gd name="T16" fmla="*/ 4 w 681"/>
                  <a:gd name="T17" fmla="*/ 244 h 703"/>
                  <a:gd name="T18" fmla="*/ 20 w 681"/>
                  <a:gd name="T19" fmla="*/ 312 h 703"/>
                  <a:gd name="T20" fmla="*/ 49 w 681"/>
                  <a:gd name="T21" fmla="*/ 380 h 703"/>
                  <a:gd name="T22" fmla="*/ 89 w 681"/>
                  <a:gd name="T23" fmla="*/ 447 h 703"/>
                  <a:gd name="T24" fmla="*/ 137 w 681"/>
                  <a:gd name="T25" fmla="*/ 510 h 703"/>
                  <a:gd name="T26" fmla="*/ 193 w 681"/>
                  <a:gd name="T27" fmla="*/ 567 h 703"/>
                  <a:gd name="T28" fmla="*/ 255 w 681"/>
                  <a:gd name="T29" fmla="*/ 617 h 703"/>
                  <a:gd name="T30" fmla="*/ 323 w 681"/>
                  <a:gd name="T31" fmla="*/ 658 h 703"/>
                  <a:gd name="T32" fmla="*/ 393 w 681"/>
                  <a:gd name="T33" fmla="*/ 687 h 703"/>
                  <a:gd name="T34" fmla="*/ 458 w 681"/>
                  <a:gd name="T35" fmla="*/ 701 h 703"/>
                  <a:gd name="T36" fmla="*/ 518 w 681"/>
                  <a:gd name="T37" fmla="*/ 702 h 703"/>
                  <a:gd name="T38" fmla="*/ 569 w 681"/>
                  <a:gd name="T39" fmla="*/ 690 h 703"/>
                  <a:gd name="T40" fmla="*/ 614 w 681"/>
                  <a:gd name="T41" fmla="*/ 666 h 703"/>
                  <a:gd name="T42" fmla="*/ 648 w 681"/>
                  <a:gd name="T43" fmla="*/ 630 h 703"/>
                  <a:gd name="T44" fmla="*/ 670 w 681"/>
                  <a:gd name="T45" fmla="*/ 583 h 703"/>
                  <a:gd name="T46" fmla="*/ 680 w 681"/>
                  <a:gd name="T47" fmla="*/ 525 h 703"/>
                  <a:gd name="T48" fmla="*/ 678 w 681"/>
                  <a:gd name="T49" fmla="*/ 459 h 703"/>
                  <a:gd name="T50" fmla="*/ 660 w 681"/>
                  <a:gd name="T51" fmla="*/ 391 h 703"/>
                  <a:gd name="T52" fmla="*/ 631 w 681"/>
                  <a:gd name="T53" fmla="*/ 323 h 703"/>
                  <a:gd name="T54" fmla="*/ 593 w 681"/>
                  <a:gd name="T55" fmla="*/ 257 h 703"/>
                  <a:gd name="T56" fmla="*/ 544 w 681"/>
                  <a:gd name="T57" fmla="*/ 194 h 703"/>
                  <a:gd name="T58" fmla="*/ 488 w 681"/>
                  <a:gd name="T59" fmla="*/ 136 h 703"/>
                  <a:gd name="T60" fmla="*/ 425 w 681"/>
                  <a:gd name="T61" fmla="*/ 86 h 703"/>
                  <a:gd name="T62" fmla="*/ 358 w 681"/>
                  <a:gd name="T63" fmla="*/ 46 h 703"/>
                  <a:gd name="T64" fmla="*/ 611 w 681"/>
                  <a:gd name="T65" fmla="*/ 490 h 703"/>
                  <a:gd name="T66" fmla="*/ 604 w 681"/>
                  <a:gd name="T67" fmla="*/ 536 h 703"/>
                  <a:gd name="T68" fmla="*/ 585 w 681"/>
                  <a:gd name="T69" fmla="*/ 574 h 703"/>
                  <a:gd name="T70" fmla="*/ 559 w 681"/>
                  <a:gd name="T71" fmla="*/ 603 h 703"/>
                  <a:gd name="T72" fmla="*/ 523 w 681"/>
                  <a:gd name="T73" fmla="*/ 622 h 703"/>
                  <a:gd name="T74" fmla="*/ 481 w 681"/>
                  <a:gd name="T75" fmla="*/ 632 h 703"/>
                  <a:gd name="T76" fmla="*/ 434 w 681"/>
                  <a:gd name="T77" fmla="*/ 631 h 703"/>
                  <a:gd name="T78" fmla="*/ 382 w 681"/>
                  <a:gd name="T79" fmla="*/ 619 h 703"/>
                  <a:gd name="T80" fmla="*/ 327 w 681"/>
                  <a:gd name="T81" fmla="*/ 596 h 703"/>
                  <a:gd name="T82" fmla="*/ 260 w 681"/>
                  <a:gd name="T83" fmla="*/ 554 h 703"/>
                  <a:gd name="T84" fmla="*/ 168 w 681"/>
                  <a:gd name="T85" fmla="*/ 466 h 703"/>
                  <a:gd name="T86" fmla="*/ 102 w 681"/>
                  <a:gd name="T87" fmla="*/ 361 h 703"/>
                  <a:gd name="T88" fmla="*/ 72 w 681"/>
                  <a:gd name="T89" fmla="*/ 266 h 703"/>
                  <a:gd name="T90" fmla="*/ 69 w 681"/>
                  <a:gd name="T91" fmla="*/ 213 h 703"/>
                  <a:gd name="T92" fmla="*/ 78 w 681"/>
                  <a:gd name="T93" fmla="*/ 167 h 703"/>
                  <a:gd name="T94" fmla="*/ 95 w 681"/>
                  <a:gd name="T95" fmla="*/ 130 h 703"/>
                  <a:gd name="T96" fmla="*/ 123 w 681"/>
                  <a:gd name="T97" fmla="*/ 101 h 703"/>
                  <a:gd name="T98" fmla="*/ 158 w 681"/>
                  <a:gd name="T99" fmla="*/ 82 h 703"/>
                  <a:gd name="T100" fmla="*/ 200 w 681"/>
                  <a:gd name="T101" fmla="*/ 72 h 703"/>
                  <a:gd name="T102" fmla="*/ 248 w 681"/>
                  <a:gd name="T103" fmla="*/ 73 h 703"/>
                  <a:gd name="T104" fmla="*/ 299 w 681"/>
                  <a:gd name="T105" fmla="*/ 84 h 703"/>
                  <a:gd name="T106" fmla="*/ 354 w 681"/>
                  <a:gd name="T107" fmla="*/ 107 h 703"/>
                  <a:gd name="T108" fmla="*/ 422 w 681"/>
                  <a:gd name="T109" fmla="*/ 149 h 703"/>
                  <a:gd name="T110" fmla="*/ 514 w 681"/>
                  <a:gd name="T111" fmla="*/ 238 h 703"/>
                  <a:gd name="T112" fmla="*/ 579 w 681"/>
                  <a:gd name="T113" fmla="*/ 342 h 703"/>
                  <a:gd name="T114" fmla="*/ 609 w 681"/>
                  <a:gd name="T115" fmla="*/ 438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3">
                    <a:moveTo>
                      <a:pt x="340" y="37"/>
                    </a:moveTo>
                    <a:lnTo>
                      <a:pt x="323" y="29"/>
                    </a:lnTo>
                    <a:lnTo>
                      <a:pt x="305" y="23"/>
                    </a:lnTo>
                    <a:lnTo>
                      <a:pt x="289" y="17"/>
                    </a:lnTo>
                    <a:lnTo>
                      <a:pt x="272" y="12"/>
                    </a:lnTo>
                    <a:lnTo>
                      <a:pt x="255" y="8"/>
                    </a:lnTo>
                    <a:lnTo>
                      <a:pt x="239" y="5"/>
                    </a:lnTo>
                    <a:lnTo>
                      <a:pt x="224" y="2"/>
                    </a:lnTo>
                    <a:lnTo>
                      <a:pt x="208" y="1"/>
                    </a:lnTo>
                    <a:lnTo>
                      <a:pt x="193" y="0"/>
                    </a:lnTo>
                    <a:lnTo>
                      <a:pt x="178" y="0"/>
                    </a:lnTo>
                    <a:lnTo>
                      <a:pt x="164" y="1"/>
                    </a:lnTo>
                    <a:lnTo>
                      <a:pt x="150" y="3"/>
                    </a:lnTo>
                    <a:lnTo>
                      <a:pt x="137" y="6"/>
                    </a:lnTo>
                    <a:lnTo>
                      <a:pt x="124" y="9"/>
                    </a:lnTo>
                    <a:lnTo>
                      <a:pt x="112" y="13"/>
                    </a:lnTo>
                    <a:lnTo>
                      <a:pt x="100" y="18"/>
                    </a:lnTo>
                    <a:lnTo>
                      <a:pt x="89" y="24"/>
                    </a:lnTo>
                    <a:lnTo>
                      <a:pt x="78" y="30"/>
                    </a:lnTo>
                    <a:lnTo>
                      <a:pt x="68" y="37"/>
                    </a:lnTo>
                    <a:lnTo>
                      <a:pt x="58" y="45"/>
                    </a:lnTo>
                    <a:lnTo>
                      <a:pt x="49" y="54"/>
                    </a:lnTo>
                    <a:lnTo>
                      <a:pt x="42" y="63"/>
                    </a:lnTo>
                    <a:lnTo>
                      <a:pt x="34" y="74"/>
                    </a:lnTo>
                    <a:lnTo>
                      <a:pt x="27" y="84"/>
                    </a:lnTo>
                    <a:lnTo>
                      <a:pt x="20" y="96"/>
                    </a:lnTo>
                    <a:lnTo>
                      <a:pt x="15" y="108"/>
                    </a:lnTo>
                    <a:lnTo>
                      <a:pt x="10" y="121"/>
                    </a:lnTo>
                    <a:lnTo>
                      <a:pt x="7" y="134"/>
                    </a:lnTo>
                    <a:lnTo>
                      <a:pt x="4" y="148"/>
                    </a:lnTo>
                    <a:lnTo>
                      <a:pt x="2" y="163"/>
                    </a:lnTo>
                    <a:lnTo>
                      <a:pt x="0" y="178"/>
                    </a:lnTo>
                    <a:lnTo>
                      <a:pt x="0" y="194"/>
                    </a:lnTo>
                    <a:lnTo>
                      <a:pt x="0" y="211"/>
                    </a:lnTo>
                    <a:lnTo>
                      <a:pt x="2" y="227"/>
                    </a:lnTo>
                    <a:lnTo>
                      <a:pt x="4" y="244"/>
                    </a:lnTo>
                    <a:lnTo>
                      <a:pt x="7" y="261"/>
                    </a:lnTo>
                    <a:lnTo>
                      <a:pt x="10" y="278"/>
                    </a:lnTo>
                    <a:lnTo>
                      <a:pt x="15" y="295"/>
                    </a:lnTo>
                    <a:lnTo>
                      <a:pt x="20" y="312"/>
                    </a:lnTo>
                    <a:lnTo>
                      <a:pt x="27" y="329"/>
                    </a:lnTo>
                    <a:lnTo>
                      <a:pt x="34" y="346"/>
                    </a:lnTo>
                    <a:lnTo>
                      <a:pt x="42" y="363"/>
                    </a:lnTo>
                    <a:lnTo>
                      <a:pt x="49" y="380"/>
                    </a:lnTo>
                    <a:lnTo>
                      <a:pt x="58" y="397"/>
                    </a:lnTo>
                    <a:lnTo>
                      <a:pt x="68" y="414"/>
                    </a:lnTo>
                    <a:lnTo>
                      <a:pt x="78" y="430"/>
                    </a:lnTo>
                    <a:lnTo>
                      <a:pt x="89" y="447"/>
                    </a:lnTo>
                    <a:lnTo>
                      <a:pt x="100" y="463"/>
                    </a:lnTo>
                    <a:lnTo>
                      <a:pt x="112" y="479"/>
                    </a:lnTo>
                    <a:lnTo>
                      <a:pt x="124" y="494"/>
                    </a:lnTo>
                    <a:lnTo>
                      <a:pt x="137" y="510"/>
                    </a:lnTo>
                    <a:lnTo>
                      <a:pt x="150" y="525"/>
                    </a:lnTo>
                    <a:lnTo>
                      <a:pt x="164" y="539"/>
                    </a:lnTo>
                    <a:lnTo>
                      <a:pt x="178" y="553"/>
                    </a:lnTo>
                    <a:lnTo>
                      <a:pt x="193" y="567"/>
                    </a:lnTo>
                    <a:lnTo>
                      <a:pt x="208" y="580"/>
                    </a:lnTo>
                    <a:lnTo>
                      <a:pt x="224" y="593"/>
                    </a:lnTo>
                    <a:lnTo>
                      <a:pt x="239" y="605"/>
                    </a:lnTo>
                    <a:lnTo>
                      <a:pt x="255" y="617"/>
                    </a:lnTo>
                    <a:lnTo>
                      <a:pt x="272" y="628"/>
                    </a:lnTo>
                    <a:lnTo>
                      <a:pt x="289" y="639"/>
                    </a:lnTo>
                    <a:lnTo>
                      <a:pt x="305" y="649"/>
                    </a:lnTo>
                    <a:lnTo>
                      <a:pt x="323" y="658"/>
                    </a:lnTo>
                    <a:lnTo>
                      <a:pt x="340" y="666"/>
                    </a:lnTo>
                    <a:lnTo>
                      <a:pt x="358" y="674"/>
                    </a:lnTo>
                    <a:lnTo>
                      <a:pt x="375" y="681"/>
                    </a:lnTo>
                    <a:lnTo>
                      <a:pt x="393" y="687"/>
                    </a:lnTo>
                    <a:lnTo>
                      <a:pt x="409" y="692"/>
                    </a:lnTo>
                    <a:lnTo>
                      <a:pt x="425" y="696"/>
                    </a:lnTo>
                    <a:lnTo>
                      <a:pt x="442" y="699"/>
                    </a:lnTo>
                    <a:lnTo>
                      <a:pt x="458" y="701"/>
                    </a:lnTo>
                    <a:lnTo>
                      <a:pt x="473" y="703"/>
                    </a:lnTo>
                    <a:lnTo>
                      <a:pt x="488" y="703"/>
                    </a:lnTo>
                    <a:lnTo>
                      <a:pt x="503" y="703"/>
                    </a:lnTo>
                    <a:lnTo>
                      <a:pt x="518" y="702"/>
                    </a:lnTo>
                    <a:lnTo>
                      <a:pt x="531" y="701"/>
                    </a:lnTo>
                    <a:lnTo>
                      <a:pt x="544" y="698"/>
                    </a:lnTo>
                    <a:lnTo>
                      <a:pt x="558" y="695"/>
                    </a:lnTo>
                    <a:lnTo>
                      <a:pt x="569" y="690"/>
                    </a:lnTo>
                    <a:lnTo>
                      <a:pt x="581" y="685"/>
                    </a:lnTo>
                    <a:lnTo>
                      <a:pt x="593" y="680"/>
                    </a:lnTo>
                    <a:lnTo>
                      <a:pt x="604" y="673"/>
                    </a:lnTo>
                    <a:lnTo>
                      <a:pt x="614" y="666"/>
                    </a:lnTo>
                    <a:lnTo>
                      <a:pt x="623" y="658"/>
                    </a:lnTo>
                    <a:lnTo>
                      <a:pt x="631" y="649"/>
                    </a:lnTo>
                    <a:lnTo>
                      <a:pt x="640" y="640"/>
                    </a:lnTo>
                    <a:lnTo>
                      <a:pt x="648" y="630"/>
                    </a:lnTo>
                    <a:lnTo>
                      <a:pt x="654" y="619"/>
                    </a:lnTo>
                    <a:lnTo>
                      <a:pt x="660" y="608"/>
                    </a:lnTo>
                    <a:lnTo>
                      <a:pt x="665" y="595"/>
                    </a:lnTo>
                    <a:lnTo>
                      <a:pt x="670" y="583"/>
                    </a:lnTo>
                    <a:lnTo>
                      <a:pt x="674" y="569"/>
                    </a:lnTo>
                    <a:lnTo>
                      <a:pt x="678" y="555"/>
                    </a:lnTo>
                    <a:lnTo>
                      <a:pt x="679" y="540"/>
                    </a:lnTo>
                    <a:lnTo>
                      <a:pt x="680" y="525"/>
                    </a:lnTo>
                    <a:lnTo>
                      <a:pt x="681" y="509"/>
                    </a:lnTo>
                    <a:lnTo>
                      <a:pt x="680" y="493"/>
                    </a:lnTo>
                    <a:lnTo>
                      <a:pt x="679" y="476"/>
                    </a:lnTo>
                    <a:lnTo>
                      <a:pt x="678" y="459"/>
                    </a:lnTo>
                    <a:lnTo>
                      <a:pt x="674" y="442"/>
                    </a:lnTo>
                    <a:lnTo>
                      <a:pt x="670" y="425"/>
                    </a:lnTo>
                    <a:lnTo>
                      <a:pt x="665" y="408"/>
                    </a:lnTo>
                    <a:lnTo>
                      <a:pt x="660" y="391"/>
                    </a:lnTo>
                    <a:lnTo>
                      <a:pt x="654" y="374"/>
                    </a:lnTo>
                    <a:lnTo>
                      <a:pt x="648" y="357"/>
                    </a:lnTo>
                    <a:lnTo>
                      <a:pt x="640" y="340"/>
                    </a:lnTo>
                    <a:lnTo>
                      <a:pt x="631" y="323"/>
                    </a:lnTo>
                    <a:lnTo>
                      <a:pt x="623" y="306"/>
                    </a:lnTo>
                    <a:lnTo>
                      <a:pt x="614" y="290"/>
                    </a:lnTo>
                    <a:lnTo>
                      <a:pt x="604" y="273"/>
                    </a:lnTo>
                    <a:lnTo>
                      <a:pt x="593" y="257"/>
                    </a:lnTo>
                    <a:lnTo>
                      <a:pt x="581" y="241"/>
                    </a:lnTo>
                    <a:lnTo>
                      <a:pt x="569" y="225"/>
                    </a:lnTo>
                    <a:lnTo>
                      <a:pt x="558" y="209"/>
                    </a:lnTo>
                    <a:lnTo>
                      <a:pt x="544" y="194"/>
                    </a:lnTo>
                    <a:lnTo>
                      <a:pt x="531" y="179"/>
                    </a:lnTo>
                    <a:lnTo>
                      <a:pt x="518" y="164"/>
                    </a:lnTo>
                    <a:lnTo>
                      <a:pt x="503" y="150"/>
                    </a:lnTo>
                    <a:lnTo>
                      <a:pt x="488" y="136"/>
                    </a:lnTo>
                    <a:lnTo>
                      <a:pt x="473" y="123"/>
                    </a:lnTo>
                    <a:lnTo>
                      <a:pt x="458" y="110"/>
                    </a:lnTo>
                    <a:lnTo>
                      <a:pt x="442" y="98"/>
                    </a:lnTo>
                    <a:lnTo>
                      <a:pt x="425" y="86"/>
                    </a:lnTo>
                    <a:lnTo>
                      <a:pt x="409" y="75"/>
                    </a:lnTo>
                    <a:lnTo>
                      <a:pt x="393" y="65"/>
                    </a:lnTo>
                    <a:lnTo>
                      <a:pt x="375" y="55"/>
                    </a:lnTo>
                    <a:lnTo>
                      <a:pt x="358" y="46"/>
                    </a:lnTo>
                    <a:lnTo>
                      <a:pt x="340" y="37"/>
                    </a:lnTo>
                    <a:close/>
                    <a:moveTo>
                      <a:pt x="613" y="477"/>
                    </a:moveTo>
                    <a:lnTo>
                      <a:pt x="613" y="477"/>
                    </a:lnTo>
                    <a:lnTo>
                      <a:pt x="611" y="490"/>
                    </a:lnTo>
                    <a:lnTo>
                      <a:pt x="611" y="502"/>
                    </a:lnTo>
                    <a:lnTo>
                      <a:pt x="609" y="514"/>
                    </a:lnTo>
                    <a:lnTo>
                      <a:pt x="606" y="525"/>
                    </a:lnTo>
                    <a:lnTo>
                      <a:pt x="604" y="536"/>
                    </a:lnTo>
                    <a:lnTo>
                      <a:pt x="600" y="546"/>
                    </a:lnTo>
                    <a:lnTo>
                      <a:pt x="596" y="556"/>
                    </a:lnTo>
                    <a:lnTo>
                      <a:pt x="591" y="565"/>
                    </a:lnTo>
                    <a:lnTo>
                      <a:pt x="585" y="574"/>
                    </a:lnTo>
                    <a:lnTo>
                      <a:pt x="579" y="582"/>
                    </a:lnTo>
                    <a:lnTo>
                      <a:pt x="573" y="589"/>
                    </a:lnTo>
                    <a:lnTo>
                      <a:pt x="566" y="596"/>
                    </a:lnTo>
                    <a:lnTo>
                      <a:pt x="559" y="603"/>
                    </a:lnTo>
                    <a:lnTo>
                      <a:pt x="550" y="608"/>
                    </a:lnTo>
                    <a:lnTo>
                      <a:pt x="541" y="613"/>
                    </a:lnTo>
                    <a:lnTo>
                      <a:pt x="533" y="618"/>
                    </a:lnTo>
                    <a:lnTo>
                      <a:pt x="523" y="622"/>
                    </a:lnTo>
                    <a:lnTo>
                      <a:pt x="514" y="625"/>
                    </a:lnTo>
                    <a:lnTo>
                      <a:pt x="503" y="628"/>
                    </a:lnTo>
                    <a:lnTo>
                      <a:pt x="493" y="630"/>
                    </a:lnTo>
                    <a:lnTo>
                      <a:pt x="481" y="632"/>
                    </a:lnTo>
                    <a:lnTo>
                      <a:pt x="470" y="632"/>
                    </a:lnTo>
                    <a:lnTo>
                      <a:pt x="459" y="632"/>
                    </a:lnTo>
                    <a:lnTo>
                      <a:pt x="447" y="632"/>
                    </a:lnTo>
                    <a:lnTo>
                      <a:pt x="434" y="631"/>
                    </a:lnTo>
                    <a:lnTo>
                      <a:pt x="422" y="629"/>
                    </a:lnTo>
                    <a:lnTo>
                      <a:pt x="409" y="626"/>
                    </a:lnTo>
                    <a:lnTo>
                      <a:pt x="395" y="623"/>
                    </a:lnTo>
                    <a:lnTo>
                      <a:pt x="382" y="619"/>
                    </a:lnTo>
                    <a:lnTo>
                      <a:pt x="369" y="614"/>
                    </a:lnTo>
                    <a:lnTo>
                      <a:pt x="354" y="609"/>
                    </a:lnTo>
                    <a:lnTo>
                      <a:pt x="340" y="603"/>
                    </a:lnTo>
                    <a:lnTo>
                      <a:pt x="327" y="596"/>
                    </a:lnTo>
                    <a:lnTo>
                      <a:pt x="313" y="589"/>
                    </a:lnTo>
                    <a:lnTo>
                      <a:pt x="299" y="581"/>
                    </a:lnTo>
                    <a:lnTo>
                      <a:pt x="285" y="572"/>
                    </a:lnTo>
                    <a:lnTo>
                      <a:pt x="260" y="554"/>
                    </a:lnTo>
                    <a:lnTo>
                      <a:pt x="235" y="534"/>
                    </a:lnTo>
                    <a:lnTo>
                      <a:pt x="212" y="513"/>
                    </a:lnTo>
                    <a:lnTo>
                      <a:pt x="189" y="490"/>
                    </a:lnTo>
                    <a:lnTo>
                      <a:pt x="168" y="466"/>
                    </a:lnTo>
                    <a:lnTo>
                      <a:pt x="149" y="440"/>
                    </a:lnTo>
                    <a:lnTo>
                      <a:pt x="132" y="415"/>
                    </a:lnTo>
                    <a:lnTo>
                      <a:pt x="115" y="388"/>
                    </a:lnTo>
                    <a:lnTo>
                      <a:pt x="102" y="361"/>
                    </a:lnTo>
                    <a:lnTo>
                      <a:pt x="90" y="334"/>
                    </a:lnTo>
                    <a:lnTo>
                      <a:pt x="82" y="307"/>
                    </a:lnTo>
                    <a:lnTo>
                      <a:pt x="74" y="279"/>
                    </a:lnTo>
                    <a:lnTo>
                      <a:pt x="72" y="266"/>
                    </a:lnTo>
                    <a:lnTo>
                      <a:pt x="70" y="253"/>
                    </a:lnTo>
                    <a:lnTo>
                      <a:pt x="69" y="239"/>
                    </a:lnTo>
                    <a:lnTo>
                      <a:pt x="69" y="226"/>
                    </a:lnTo>
                    <a:lnTo>
                      <a:pt x="69" y="213"/>
                    </a:lnTo>
                    <a:lnTo>
                      <a:pt x="70" y="201"/>
                    </a:lnTo>
                    <a:lnTo>
                      <a:pt x="72" y="189"/>
                    </a:lnTo>
                    <a:lnTo>
                      <a:pt x="74" y="178"/>
                    </a:lnTo>
                    <a:lnTo>
                      <a:pt x="78" y="167"/>
                    </a:lnTo>
                    <a:lnTo>
                      <a:pt x="82" y="157"/>
                    </a:lnTo>
                    <a:lnTo>
                      <a:pt x="85" y="148"/>
                    </a:lnTo>
                    <a:lnTo>
                      <a:pt x="90" y="138"/>
                    </a:lnTo>
                    <a:lnTo>
                      <a:pt x="95" y="130"/>
                    </a:lnTo>
                    <a:lnTo>
                      <a:pt x="102" y="122"/>
                    </a:lnTo>
                    <a:lnTo>
                      <a:pt x="108" y="114"/>
                    </a:lnTo>
                    <a:lnTo>
                      <a:pt x="115" y="107"/>
                    </a:lnTo>
                    <a:lnTo>
                      <a:pt x="123" y="101"/>
                    </a:lnTo>
                    <a:lnTo>
                      <a:pt x="132" y="95"/>
                    </a:lnTo>
                    <a:lnTo>
                      <a:pt x="139" y="90"/>
                    </a:lnTo>
                    <a:lnTo>
                      <a:pt x="149" y="85"/>
                    </a:lnTo>
                    <a:lnTo>
                      <a:pt x="158" y="82"/>
                    </a:lnTo>
                    <a:lnTo>
                      <a:pt x="168" y="78"/>
                    </a:lnTo>
                    <a:lnTo>
                      <a:pt x="178" y="75"/>
                    </a:lnTo>
                    <a:lnTo>
                      <a:pt x="189" y="73"/>
                    </a:lnTo>
                    <a:lnTo>
                      <a:pt x="200" y="72"/>
                    </a:lnTo>
                    <a:lnTo>
                      <a:pt x="212" y="71"/>
                    </a:lnTo>
                    <a:lnTo>
                      <a:pt x="223" y="71"/>
                    </a:lnTo>
                    <a:lnTo>
                      <a:pt x="235" y="72"/>
                    </a:lnTo>
                    <a:lnTo>
                      <a:pt x="248" y="73"/>
                    </a:lnTo>
                    <a:lnTo>
                      <a:pt x="260" y="75"/>
                    </a:lnTo>
                    <a:lnTo>
                      <a:pt x="273" y="77"/>
                    </a:lnTo>
                    <a:lnTo>
                      <a:pt x="285" y="81"/>
                    </a:lnTo>
                    <a:lnTo>
                      <a:pt x="299" y="84"/>
                    </a:lnTo>
                    <a:lnTo>
                      <a:pt x="313" y="89"/>
                    </a:lnTo>
                    <a:lnTo>
                      <a:pt x="327" y="95"/>
                    </a:lnTo>
                    <a:lnTo>
                      <a:pt x="340" y="101"/>
                    </a:lnTo>
                    <a:lnTo>
                      <a:pt x="354" y="107"/>
                    </a:lnTo>
                    <a:lnTo>
                      <a:pt x="369" y="115"/>
                    </a:lnTo>
                    <a:lnTo>
                      <a:pt x="382" y="123"/>
                    </a:lnTo>
                    <a:lnTo>
                      <a:pt x="395" y="131"/>
                    </a:lnTo>
                    <a:lnTo>
                      <a:pt x="422" y="149"/>
                    </a:lnTo>
                    <a:lnTo>
                      <a:pt x="447" y="169"/>
                    </a:lnTo>
                    <a:lnTo>
                      <a:pt x="470" y="191"/>
                    </a:lnTo>
                    <a:lnTo>
                      <a:pt x="493" y="214"/>
                    </a:lnTo>
                    <a:lnTo>
                      <a:pt x="514" y="238"/>
                    </a:lnTo>
                    <a:lnTo>
                      <a:pt x="533" y="263"/>
                    </a:lnTo>
                    <a:lnTo>
                      <a:pt x="550" y="289"/>
                    </a:lnTo>
                    <a:lnTo>
                      <a:pt x="566" y="315"/>
                    </a:lnTo>
                    <a:lnTo>
                      <a:pt x="579" y="342"/>
                    </a:lnTo>
                    <a:lnTo>
                      <a:pt x="591" y="370"/>
                    </a:lnTo>
                    <a:lnTo>
                      <a:pt x="600" y="397"/>
                    </a:lnTo>
                    <a:lnTo>
                      <a:pt x="606" y="424"/>
                    </a:lnTo>
                    <a:lnTo>
                      <a:pt x="609" y="438"/>
                    </a:lnTo>
                    <a:lnTo>
                      <a:pt x="611" y="451"/>
                    </a:lnTo>
                    <a:lnTo>
                      <a:pt x="611" y="464"/>
                    </a:lnTo>
                    <a:lnTo>
                      <a:pt x="613" y="47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5" name="Freeform 298">
                <a:extLst>
                  <a:ext uri="{FF2B5EF4-FFF2-40B4-BE49-F238E27FC236}">
                    <a16:creationId xmlns:a16="http://schemas.microsoft.com/office/drawing/2014/main" id="{C2FC2F67-6A71-4BC5-94FC-6945564C6F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40238" y="4770438"/>
                <a:ext cx="114300" cy="19050"/>
              </a:xfrm>
              <a:custGeom>
                <a:avLst/>
                <a:gdLst>
                  <a:gd name="T0" fmla="*/ 0 w 360"/>
                  <a:gd name="T1" fmla="*/ 0 h 51"/>
                  <a:gd name="T2" fmla="*/ 132 w 360"/>
                  <a:gd name="T3" fmla="*/ 19 h 51"/>
                  <a:gd name="T4" fmla="*/ 0 w 360"/>
                  <a:gd name="T5" fmla="*/ 0 h 51"/>
                  <a:gd name="T6" fmla="*/ 229 w 360"/>
                  <a:gd name="T7" fmla="*/ 33 h 51"/>
                  <a:gd name="T8" fmla="*/ 360 w 360"/>
                  <a:gd name="T9" fmla="*/ 51 h 51"/>
                  <a:gd name="T10" fmla="*/ 229 w 360"/>
                  <a:gd name="T11" fmla="*/ 3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0" h="51">
                    <a:moveTo>
                      <a:pt x="0" y="0"/>
                    </a:moveTo>
                    <a:lnTo>
                      <a:pt x="132" y="19"/>
                    </a:lnTo>
                    <a:lnTo>
                      <a:pt x="0" y="0"/>
                    </a:lnTo>
                    <a:close/>
                    <a:moveTo>
                      <a:pt x="229" y="33"/>
                    </a:moveTo>
                    <a:lnTo>
                      <a:pt x="360" y="51"/>
                    </a:lnTo>
                    <a:lnTo>
                      <a:pt x="229" y="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6" name="Freeform 299">
                <a:extLst>
                  <a:ext uri="{FF2B5EF4-FFF2-40B4-BE49-F238E27FC236}">
                    <a16:creationId xmlns:a16="http://schemas.microsoft.com/office/drawing/2014/main" id="{907B8947-191E-4FE7-B426-98214B80E7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33888" y="4762500"/>
                <a:ext cx="125413" cy="22225"/>
              </a:xfrm>
              <a:custGeom>
                <a:avLst/>
                <a:gdLst>
                  <a:gd name="T0" fmla="*/ 0 w 396"/>
                  <a:gd name="T1" fmla="*/ 0 h 56"/>
                  <a:gd name="T2" fmla="*/ 102 w 396"/>
                  <a:gd name="T3" fmla="*/ 14 h 56"/>
                  <a:gd name="T4" fmla="*/ 0 w 396"/>
                  <a:gd name="T5" fmla="*/ 0 h 56"/>
                  <a:gd name="T6" fmla="*/ 293 w 396"/>
                  <a:gd name="T7" fmla="*/ 41 h 56"/>
                  <a:gd name="T8" fmla="*/ 396 w 396"/>
                  <a:gd name="T9" fmla="*/ 56 h 56"/>
                  <a:gd name="T10" fmla="*/ 293 w 396"/>
                  <a:gd name="T11" fmla="*/ 4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6" h="56">
                    <a:moveTo>
                      <a:pt x="0" y="0"/>
                    </a:moveTo>
                    <a:lnTo>
                      <a:pt x="102" y="14"/>
                    </a:lnTo>
                    <a:lnTo>
                      <a:pt x="0" y="0"/>
                    </a:lnTo>
                    <a:close/>
                    <a:moveTo>
                      <a:pt x="293" y="41"/>
                    </a:moveTo>
                    <a:lnTo>
                      <a:pt x="396" y="56"/>
                    </a:lnTo>
                    <a:lnTo>
                      <a:pt x="293" y="41"/>
                    </a:lnTo>
                    <a:close/>
                  </a:path>
                </a:pathLst>
              </a:custGeom>
              <a:solidFill>
                <a:srgbClr val="FEFE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7" name="Freeform 300">
                <a:extLst>
                  <a:ext uri="{FF2B5EF4-FFF2-40B4-BE49-F238E27FC236}">
                    <a16:creationId xmlns:a16="http://schemas.microsoft.com/office/drawing/2014/main" id="{F3040DC4-23CF-4F00-9196-778752BC82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7538" y="4754563"/>
                <a:ext cx="134938" cy="23813"/>
              </a:xfrm>
              <a:custGeom>
                <a:avLst/>
                <a:gdLst>
                  <a:gd name="T0" fmla="*/ 0 w 426"/>
                  <a:gd name="T1" fmla="*/ 0 h 60"/>
                  <a:gd name="T2" fmla="*/ 88 w 426"/>
                  <a:gd name="T3" fmla="*/ 12 h 60"/>
                  <a:gd name="T4" fmla="*/ 0 w 426"/>
                  <a:gd name="T5" fmla="*/ 0 h 60"/>
                  <a:gd name="T6" fmla="*/ 336 w 426"/>
                  <a:gd name="T7" fmla="*/ 47 h 60"/>
                  <a:gd name="T8" fmla="*/ 426 w 426"/>
                  <a:gd name="T9" fmla="*/ 60 h 60"/>
                  <a:gd name="T10" fmla="*/ 336 w 426"/>
                  <a:gd name="T11" fmla="*/ 4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6" h="60">
                    <a:moveTo>
                      <a:pt x="0" y="0"/>
                    </a:moveTo>
                    <a:lnTo>
                      <a:pt x="88" y="12"/>
                    </a:lnTo>
                    <a:lnTo>
                      <a:pt x="0" y="0"/>
                    </a:lnTo>
                    <a:close/>
                    <a:moveTo>
                      <a:pt x="336" y="47"/>
                    </a:moveTo>
                    <a:lnTo>
                      <a:pt x="426" y="60"/>
                    </a:lnTo>
                    <a:lnTo>
                      <a:pt x="336" y="47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8" name="Freeform 301">
                <a:extLst>
                  <a:ext uri="{FF2B5EF4-FFF2-40B4-BE49-F238E27FC236}">
                    <a16:creationId xmlns:a16="http://schemas.microsoft.com/office/drawing/2014/main" id="{1CC1F5C0-1569-4F91-9004-759DD9E7AB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1188" y="4746625"/>
                <a:ext cx="142875" cy="25400"/>
              </a:xfrm>
              <a:custGeom>
                <a:avLst/>
                <a:gdLst>
                  <a:gd name="T0" fmla="*/ 0 w 452"/>
                  <a:gd name="T1" fmla="*/ 0 h 64"/>
                  <a:gd name="T2" fmla="*/ 80 w 452"/>
                  <a:gd name="T3" fmla="*/ 11 h 64"/>
                  <a:gd name="T4" fmla="*/ 0 w 452"/>
                  <a:gd name="T5" fmla="*/ 0 h 64"/>
                  <a:gd name="T6" fmla="*/ 371 w 452"/>
                  <a:gd name="T7" fmla="*/ 53 h 64"/>
                  <a:gd name="T8" fmla="*/ 452 w 452"/>
                  <a:gd name="T9" fmla="*/ 64 h 64"/>
                  <a:gd name="T10" fmla="*/ 371 w 452"/>
                  <a:gd name="T11" fmla="*/ 53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2" h="64">
                    <a:moveTo>
                      <a:pt x="0" y="0"/>
                    </a:moveTo>
                    <a:lnTo>
                      <a:pt x="80" y="11"/>
                    </a:lnTo>
                    <a:lnTo>
                      <a:pt x="0" y="0"/>
                    </a:lnTo>
                    <a:close/>
                    <a:moveTo>
                      <a:pt x="371" y="53"/>
                    </a:moveTo>
                    <a:lnTo>
                      <a:pt x="452" y="64"/>
                    </a:lnTo>
                    <a:lnTo>
                      <a:pt x="371" y="53"/>
                    </a:lnTo>
                    <a:close/>
                  </a:path>
                </a:pathLst>
              </a:custGeom>
              <a:solidFill>
                <a:srgbClr val="FBFB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9" name="Freeform 302">
                <a:extLst>
                  <a:ext uri="{FF2B5EF4-FFF2-40B4-BE49-F238E27FC236}">
                    <a16:creationId xmlns:a16="http://schemas.microsoft.com/office/drawing/2014/main" id="{91D7A62F-B1A4-4915-9E23-96B64A7FE6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4838" y="4740275"/>
                <a:ext cx="150813" cy="26988"/>
              </a:xfrm>
              <a:custGeom>
                <a:avLst/>
                <a:gdLst>
                  <a:gd name="T0" fmla="*/ 0 w 476"/>
                  <a:gd name="T1" fmla="*/ 0 h 67"/>
                  <a:gd name="T2" fmla="*/ 75 w 476"/>
                  <a:gd name="T3" fmla="*/ 10 h 67"/>
                  <a:gd name="T4" fmla="*/ 0 w 476"/>
                  <a:gd name="T5" fmla="*/ 0 h 67"/>
                  <a:gd name="T6" fmla="*/ 401 w 476"/>
                  <a:gd name="T7" fmla="*/ 56 h 67"/>
                  <a:gd name="T8" fmla="*/ 476 w 476"/>
                  <a:gd name="T9" fmla="*/ 67 h 67"/>
                  <a:gd name="T10" fmla="*/ 401 w 476"/>
                  <a:gd name="T11" fmla="*/ 5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6" h="67">
                    <a:moveTo>
                      <a:pt x="0" y="0"/>
                    </a:moveTo>
                    <a:lnTo>
                      <a:pt x="75" y="10"/>
                    </a:lnTo>
                    <a:lnTo>
                      <a:pt x="0" y="0"/>
                    </a:lnTo>
                    <a:close/>
                    <a:moveTo>
                      <a:pt x="401" y="56"/>
                    </a:moveTo>
                    <a:lnTo>
                      <a:pt x="476" y="67"/>
                    </a:lnTo>
                    <a:lnTo>
                      <a:pt x="401" y="56"/>
                    </a:lnTo>
                    <a:close/>
                  </a:path>
                </a:pathLst>
              </a:custGeom>
              <a:solidFill>
                <a:srgbClr val="FAF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0" name="Freeform 303">
                <a:extLst>
                  <a:ext uri="{FF2B5EF4-FFF2-40B4-BE49-F238E27FC236}">
                    <a16:creationId xmlns:a16="http://schemas.microsoft.com/office/drawing/2014/main" id="{C4A46C85-7D85-400A-9841-ADF69EF937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0076" y="4732338"/>
                <a:ext cx="157163" cy="28575"/>
              </a:xfrm>
              <a:custGeom>
                <a:avLst/>
                <a:gdLst>
                  <a:gd name="T0" fmla="*/ 0 w 495"/>
                  <a:gd name="T1" fmla="*/ 0 h 70"/>
                  <a:gd name="T2" fmla="*/ 72 w 495"/>
                  <a:gd name="T3" fmla="*/ 10 h 70"/>
                  <a:gd name="T4" fmla="*/ 0 w 495"/>
                  <a:gd name="T5" fmla="*/ 0 h 70"/>
                  <a:gd name="T6" fmla="*/ 425 w 495"/>
                  <a:gd name="T7" fmla="*/ 60 h 70"/>
                  <a:gd name="T8" fmla="*/ 495 w 495"/>
                  <a:gd name="T9" fmla="*/ 70 h 70"/>
                  <a:gd name="T10" fmla="*/ 425 w 495"/>
                  <a:gd name="T11" fmla="*/ 6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5" h="70">
                    <a:moveTo>
                      <a:pt x="0" y="0"/>
                    </a:moveTo>
                    <a:lnTo>
                      <a:pt x="72" y="10"/>
                    </a:lnTo>
                    <a:lnTo>
                      <a:pt x="0" y="0"/>
                    </a:lnTo>
                    <a:close/>
                    <a:moveTo>
                      <a:pt x="425" y="60"/>
                    </a:moveTo>
                    <a:lnTo>
                      <a:pt x="495" y="70"/>
                    </a:lnTo>
                    <a:lnTo>
                      <a:pt x="425" y="60"/>
                    </a:lnTo>
                    <a:close/>
                  </a:path>
                </a:pathLst>
              </a:custGeom>
              <a:solidFill>
                <a:srgbClr val="F8F8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1" name="Freeform 304">
                <a:extLst>
                  <a:ext uri="{FF2B5EF4-FFF2-40B4-BE49-F238E27FC236}">
                    <a16:creationId xmlns:a16="http://schemas.microsoft.com/office/drawing/2014/main" id="{F11A98F7-4D5D-4380-A4A6-B37C0650DA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06901" y="4725988"/>
                <a:ext cx="161925" cy="28575"/>
              </a:xfrm>
              <a:custGeom>
                <a:avLst/>
                <a:gdLst>
                  <a:gd name="T0" fmla="*/ 0 w 512"/>
                  <a:gd name="T1" fmla="*/ 0 h 72"/>
                  <a:gd name="T2" fmla="*/ 67 w 512"/>
                  <a:gd name="T3" fmla="*/ 10 h 72"/>
                  <a:gd name="T4" fmla="*/ 0 w 512"/>
                  <a:gd name="T5" fmla="*/ 0 h 72"/>
                  <a:gd name="T6" fmla="*/ 444 w 512"/>
                  <a:gd name="T7" fmla="*/ 63 h 72"/>
                  <a:gd name="T8" fmla="*/ 512 w 512"/>
                  <a:gd name="T9" fmla="*/ 72 h 72"/>
                  <a:gd name="T10" fmla="*/ 444 w 512"/>
                  <a:gd name="T11" fmla="*/ 6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2" h="72">
                    <a:moveTo>
                      <a:pt x="0" y="0"/>
                    </a:moveTo>
                    <a:lnTo>
                      <a:pt x="67" y="10"/>
                    </a:lnTo>
                    <a:lnTo>
                      <a:pt x="0" y="0"/>
                    </a:lnTo>
                    <a:close/>
                    <a:moveTo>
                      <a:pt x="444" y="63"/>
                    </a:moveTo>
                    <a:lnTo>
                      <a:pt x="512" y="72"/>
                    </a:lnTo>
                    <a:lnTo>
                      <a:pt x="444" y="63"/>
                    </a:lnTo>
                    <a:close/>
                  </a:path>
                </a:pathLst>
              </a:custGeom>
              <a:solidFill>
                <a:srgbClr val="F7F7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2" name="Freeform 305">
                <a:extLst>
                  <a:ext uri="{FF2B5EF4-FFF2-40B4-BE49-F238E27FC236}">
                    <a16:creationId xmlns:a16="http://schemas.microsoft.com/office/drawing/2014/main" id="{4284E355-33C3-4541-A014-0ECF229C0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02138" y="4718050"/>
                <a:ext cx="166688" cy="30163"/>
              </a:xfrm>
              <a:custGeom>
                <a:avLst/>
                <a:gdLst>
                  <a:gd name="T0" fmla="*/ 0 w 526"/>
                  <a:gd name="T1" fmla="*/ 0 h 75"/>
                  <a:gd name="T2" fmla="*/ 65 w 526"/>
                  <a:gd name="T3" fmla="*/ 9 h 75"/>
                  <a:gd name="T4" fmla="*/ 0 w 526"/>
                  <a:gd name="T5" fmla="*/ 0 h 75"/>
                  <a:gd name="T6" fmla="*/ 461 w 526"/>
                  <a:gd name="T7" fmla="*/ 65 h 75"/>
                  <a:gd name="T8" fmla="*/ 526 w 526"/>
                  <a:gd name="T9" fmla="*/ 75 h 75"/>
                  <a:gd name="T10" fmla="*/ 461 w 526"/>
                  <a:gd name="T11" fmla="*/ 6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6" h="75">
                    <a:moveTo>
                      <a:pt x="0" y="0"/>
                    </a:moveTo>
                    <a:lnTo>
                      <a:pt x="65" y="9"/>
                    </a:lnTo>
                    <a:lnTo>
                      <a:pt x="0" y="0"/>
                    </a:lnTo>
                    <a:close/>
                    <a:moveTo>
                      <a:pt x="461" y="65"/>
                    </a:moveTo>
                    <a:lnTo>
                      <a:pt x="526" y="75"/>
                    </a:lnTo>
                    <a:lnTo>
                      <a:pt x="461" y="65"/>
                    </a:lnTo>
                    <a:close/>
                  </a:path>
                </a:pathLst>
              </a:custGeom>
              <a:solidFill>
                <a:srgbClr val="F6F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3" name="Freeform 306">
                <a:extLst>
                  <a:ext uri="{FF2B5EF4-FFF2-40B4-BE49-F238E27FC236}">
                    <a16:creationId xmlns:a16="http://schemas.microsoft.com/office/drawing/2014/main" id="{D1B08C0D-E099-4691-B581-ED64B769E7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8963" y="4711700"/>
                <a:ext cx="169863" cy="30163"/>
              </a:xfrm>
              <a:custGeom>
                <a:avLst/>
                <a:gdLst>
                  <a:gd name="T0" fmla="*/ 0 w 539"/>
                  <a:gd name="T1" fmla="*/ 0 h 77"/>
                  <a:gd name="T2" fmla="*/ 63 w 539"/>
                  <a:gd name="T3" fmla="*/ 9 h 77"/>
                  <a:gd name="T4" fmla="*/ 0 w 539"/>
                  <a:gd name="T5" fmla="*/ 0 h 77"/>
                  <a:gd name="T6" fmla="*/ 477 w 539"/>
                  <a:gd name="T7" fmla="*/ 68 h 77"/>
                  <a:gd name="T8" fmla="*/ 539 w 539"/>
                  <a:gd name="T9" fmla="*/ 77 h 77"/>
                  <a:gd name="T10" fmla="*/ 477 w 539"/>
                  <a:gd name="T11" fmla="*/ 6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9" h="77">
                    <a:moveTo>
                      <a:pt x="0" y="0"/>
                    </a:moveTo>
                    <a:lnTo>
                      <a:pt x="63" y="9"/>
                    </a:lnTo>
                    <a:lnTo>
                      <a:pt x="0" y="0"/>
                    </a:lnTo>
                    <a:close/>
                    <a:moveTo>
                      <a:pt x="477" y="68"/>
                    </a:moveTo>
                    <a:lnTo>
                      <a:pt x="539" y="77"/>
                    </a:lnTo>
                    <a:lnTo>
                      <a:pt x="477" y="68"/>
                    </a:lnTo>
                    <a:close/>
                  </a:path>
                </a:pathLst>
              </a:custGeom>
              <a:solidFill>
                <a:srgbClr val="F5F4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4" name="Freeform 307">
                <a:extLst>
                  <a:ext uri="{FF2B5EF4-FFF2-40B4-BE49-F238E27FC236}">
                    <a16:creationId xmlns:a16="http://schemas.microsoft.com/office/drawing/2014/main" id="{92B9E959-7C9F-4E50-8951-31723434FF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5788" y="4703763"/>
                <a:ext cx="173038" cy="31750"/>
              </a:xfrm>
              <a:custGeom>
                <a:avLst/>
                <a:gdLst>
                  <a:gd name="T0" fmla="*/ 0 w 549"/>
                  <a:gd name="T1" fmla="*/ 0 h 77"/>
                  <a:gd name="T2" fmla="*/ 61 w 549"/>
                  <a:gd name="T3" fmla="*/ 8 h 77"/>
                  <a:gd name="T4" fmla="*/ 0 w 549"/>
                  <a:gd name="T5" fmla="*/ 0 h 77"/>
                  <a:gd name="T6" fmla="*/ 488 w 549"/>
                  <a:gd name="T7" fmla="*/ 69 h 77"/>
                  <a:gd name="T8" fmla="*/ 549 w 549"/>
                  <a:gd name="T9" fmla="*/ 77 h 77"/>
                  <a:gd name="T10" fmla="*/ 488 w 549"/>
                  <a:gd name="T11" fmla="*/ 69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9" h="77">
                    <a:moveTo>
                      <a:pt x="0" y="0"/>
                    </a:moveTo>
                    <a:lnTo>
                      <a:pt x="61" y="8"/>
                    </a:lnTo>
                    <a:lnTo>
                      <a:pt x="0" y="0"/>
                    </a:lnTo>
                    <a:close/>
                    <a:moveTo>
                      <a:pt x="488" y="69"/>
                    </a:moveTo>
                    <a:lnTo>
                      <a:pt x="549" y="77"/>
                    </a:lnTo>
                    <a:lnTo>
                      <a:pt x="488" y="69"/>
                    </a:lnTo>
                    <a:close/>
                  </a:path>
                </a:pathLst>
              </a:custGeom>
              <a:solidFill>
                <a:srgbClr val="F3F3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5" name="Freeform 308">
                <a:extLst>
                  <a:ext uri="{FF2B5EF4-FFF2-40B4-BE49-F238E27FC236}">
                    <a16:creationId xmlns:a16="http://schemas.microsoft.com/office/drawing/2014/main" id="{D8D139FF-68A0-4FC3-B3D7-A2582CF009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2613" y="4697413"/>
                <a:ext cx="176213" cy="31750"/>
              </a:xfrm>
              <a:custGeom>
                <a:avLst/>
                <a:gdLst>
                  <a:gd name="T0" fmla="*/ 0 w 558"/>
                  <a:gd name="T1" fmla="*/ 0 h 79"/>
                  <a:gd name="T2" fmla="*/ 60 w 558"/>
                  <a:gd name="T3" fmla="*/ 9 h 79"/>
                  <a:gd name="T4" fmla="*/ 0 w 558"/>
                  <a:gd name="T5" fmla="*/ 0 h 79"/>
                  <a:gd name="T6" fmla="*/ 498 w 558"/>
                  <a:gd name="T7" fmla="*/ 71 h 79"/>
                  <a:gd name="T8" fmla="*/ 558 w 558"/>
                  <a:gd name="T9" fmla="*/ 79 h 79"/>
                  <a:gd name="T10" fmla="*/ 498 w 558"/>
                  <a:gd name="T11" fmla="*/ 71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8" h="79">
                    <a:moveTo>
                      <a:pt x="0" y="0"/>
                    </a:moveTo>
                    <a:lnTo>
                      <a:pt x="60" y="9"/>
                    </a:lnTo>
                    <a:lnTo>
                      <a:pt x="0" y="0"/>
                    </a:lnTo>
                    <a:close/>
                    <a:moveTo>
                      <a:pt x="498" y="71"/>
                    </a:moveTo>
                    <a:lnTo>
                      <a:pt x="558" y="79"/>
                    </a:lnTo>
                    <a:lnTo>
                      <a:pt x="498" y="71"/>
                    </a:lnTo>
                    <a:close/>
                  </a:path>
                </a:pathLst>
              </a:custGeom>
              <a:solidFill>
                <a:srgbClr val="F2F1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6" name="Freeform 309">
                <a:extLst>
                  <a:ext uri="{FF2B5EF4-FFF2-40B4-BE49-F238E27FC236}">
                    <a16:creationId xmlns:a16="http://schemas.microsoft.com/office/drawing/2014/main" id="{A67026D4-089F-4D66-A04C-E0E7674505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9438" y="4691063"/>
                <a:ext cx="179388" cy="31750"/>
              </a:xfrm>
              <a:custGeom>
                <a:avLst/>
                <a:gdLst>
                  <a:gd name="T0" fmla="*/ 0 w 565"/>
                  <a:gd name="T1" fmla="*/ 0 h 80"/>
                  <a:gd name="T2" fmla="*/ 59 w 565"/>
                  <a:gd name="T3" fmla="*/ 8 h 80"/>
                  <a:gd name="T4" fmla="*/ 0 w 565"/>
                  <a:gd name="T5" fmla="*/ 0 h 80"/>
                  <a:gd name="T6" fmla="*/ 506 w 565"/>
                  <a:gd name="T7" fmla="*/ 71 h 80"/>
                  <a:gd name="T8" fmla="*/ 565 w 565"/>
                  <a:gd name="T9" fmla="*/ 80 h 80"/>
                  <a:gd name="T10" fmla="*/ 506 w 565"/>
                  <a:gd name="T11" fmla="*/ 7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5" h="80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506" y="71"/>
                    </a:moveTo>
                    <a:lnTo>
                      <a:pt x="565" y="80"/>
                    </a:lnTo>
                    <a:lnTo>
                      <a:pt x="506" y="71"/>
                    </a:lnTo>
                    <a:close/>
                  </a:path>
                </a:pathLst>
              </a:custGeom>
              <a:solidFill>
                <a:srgbClr val="F1F0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7" name="Freeform 310">
                <a:extLst>
                  <a:ext uri="{FF2B5EF4-FFF2-40B4-BE49-F238E27FC236}">
                    <a16:creationId xmlns:a16="http://schemas.microsoft.com/office/drawing/2014/main" id="{A5AF7AFA-C694-44C2-9AA5-CCFD55670EF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6263" y="4683125"/>
                <a:ext cx="180975" cy="31750"/>
              </a:xfrm>
              <a:custGeom>
                <a:avLst/>
                <a:gdLst>
                  <a:gd name="T0" fmla="*/ 0 w 570"/>
                  <a:gd name="T1" fmla="*/ 0 h 80"/>
                  <a:gd name="T2" fmla="*/ 59 w 570"/>
                  <a:gd name="T3" fmla="*/ 8 h 80"/>
                  <a:gd name="T4" fmla="*/ 0 w 570"/>
                  <a:gd name="T5" fmla="*/ 0 h 80"/>
                  <a:gd name="T6" fmla="*/ 511 w 570"/>
                  <a:gd name="T7" fmla="*/ 72 h 80"/>
                  <a:gd name="T8" fmla="*/ 570 w 570"/>
                  <a:gd name="T9" fmla="*/ 80 h 80"/>
                  <a:gd name="T10" fmla="*/ 511 w 570"/>
                  <a:gd name="T1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0" h="80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511" y="72"/>
                    </a:moveTo>
                    <a:lnTo>
                      <a:pt x="570" y="80"/>
                    </a:lnTo>
                    <a:lnTo>
                      <a:pt x="511" y="72"/>
                    </a:lnTo>
                    <a:close/>
                  </a:path>
                </a:pathLst>
              </a:custGeom>
              <a:solidFill>
                <a:srgbClr val="EFEF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8" name="Freeform 311">
                <a:extLst>
                  <a:ext uri="{FF2B5EF4-FFF2-40B4-BE49-F238E27FC236}">
                    <a16:creationId xmlns:a16="http://schemas.microsoft.com/office/drawing/2014/main" id="{C81EA45A-D85B-45E9-A9E4-3C8A647E6B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4676" y="4676775"/>
                <a:ext cx="180975" cy="31750"/>
              </a:xfrm>
              <a:custGeom>
                <a:avLst/>
                <a:gdLst>
                  <a:gd name="T0" fmla="*/ 0 w 573"/>
                  <a:gd name="T1" fmla="*/ 0 h 80"/>
                  <a:gd name="T2" fmla="*/ 59 w 573"/>
                  <a:gd name="T3" fmla="*/ 8 h 80"/>
                  <a:gd name="T4" fmla="*/ 0 w 573"/>
                  <a:gd name="T5" fmla="*/ 0 h 80"/>
                  <a:gd name="T6" fmla="*/ 515 w 573"/>
                  <a:gd name="T7" fmla="*/ 72 h 80"/>
                  <a:gd name="T8" fmla="*/ 573 w 573"/>
                  <a:gd name="T9" fmla="*/ 80 h 80"/>
                  <a:gd name="T10" fmla="*/ 515 w 573"/>
                  <a:gd name="T1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3" h="80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515" y="72"/>
                    </a:moveTo>
                    <a:lnTo>
                      <a:pt x="573" y="80"/>
                    </a:lnTo>
                    <a:lnTo>
                      <a:pt x="515" y="72"/>
                    </a:lnTo>
                    <a:close/>
                  </a:path>
                </a:pathLst>
              </a:custGeom>
              <a:solidFill>
                <a:srgbClr val="EEED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9" name="Freeform 312">
                <a:extLst>
                  <a:ext uri="{FF2B5EF4-FFF2-40B4-BE49-F238E27FC236}">
                    <a16:creationId xmlns:a16="http://schemas.microsoft.com/office/drawing/2014/main" id="{52DD32D0-8696-4EB0-94AC-504454D135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3088" y="4670425"/>
                <a:ext cx="180975" cy="31750"/>
              </a:xfrm>
              <a:custGeom>
                <a:avLst/>
                <a:gdLst>
                  <a:gd name="T0" fmla="*/ 0 w 574"/>
                  <a:gd name="T1" fmla="*/ 0 h 81"/>
                  <a:gd name="T2" fmla="*/ 58 w 574"/>
                  <a:gd name="T3" fmla="*/ 8 h 81"/>
                  <a:gd name="T4" fmla="*/ 0 w 574"/>
                  <a:gd name="T5" fmla="*/ 0 h 81"/>
                  <a:gd name="T6" fmla="*/ 517 w 574"/>
                  <a:gd name="T7" fmla="*/ 73 h 81"/>
                  <a:gd name="T8" fmla="*/ 574 w 574"/>
                  <a:gd name="T9" fmla="*/ 81 h 81"/>
                  <a:gd name="T10" fmla="*/ 517 w 574"/>
                  <a:gd name="T11" fmla="*/ 7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" h="81">
                    <a:moveTo>
                      <a:pt x="0" y="0"/>
                    </a:moveTo>
                    <a:lnTo>
                      <a:pt x="58" y="8"/>
                    </a:lnTo>
                    <a:lnTo>
                      <a:pt x="0" y="0"/>
                    </a:lnTo>
                    <a:close/>
                    <a:moveTo>
                      <a:pt x="517" y="73"/>
                    </a:moveTo>
                    <a:lnTo>
                      <a:pt x="574" y="81"/>
                    </a:lnTo>
                    <a:lnTo>
                      <a:pt x="517" y="73"/>
                    </a:lnTo>
                    <a:close/>
                  </a:path>
                </a:pathLst>
              </a:custGeom>
              <a:solidFill>
                <a:srgbClr val="EDE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0" name="Freeform 313">
                <a:extLst>
                  <a:ext uri="{FF2B5EF4-FFF2-40B4-BE49-F238E27FC236}">
                    <a16:creationId xmlns:a16="http://schemas.microsoft.com/office/drawing/2014/main" id="{B4848A7F-173F-4CB5-B99F-A9C600E94B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1501" y="4664075"/>
                <a:ext cx="180975" cy="31750"/>
              </a:xfrm>
              <a:custGeom>
                <a:avLst/>
                <a:gdLst>
                  <a:gd name="T0" fmla="*/ 0 w 574"/>
                  <a:gd name="T1" fmla="*/ 0 h 81"/>
                  <a:gd name="T2" fmla="*/ 57 w 574"/>
                  <a:gd name="T3" fmla="*/ 8 h 81"/>
                  <a:gd name="T4" fmla="*/ 0 w 574"/>
                  <a:gd name="T5" fmla="*/ 0 h 81"/>
                  <a:gd name="T6" fmla="*/ 516 w 574"/>
                  <a:gd name="T7" fmla="*/ 73 h 81"/>
                  <a:gd name="T8" fmla="*/ 574 w 574"/>
                  <a:gd name="T9" fmla="*/ 81 h 81"/>
                  <a:gd name="T10" fmla="*/ 516 w 574"/>
                  <a:gd name="T11" fmla="*/ 7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" h="81">
                    <a:moveTo>
                      <a:pt x="0" y="0"/>
                    </a:moveTo>
                    <a:lnTo>
                      <a:pt x="57" y="8"/>
                    </a:lnTo>
                    <a:lnTo>
                      <a:pt x="0" y="0"/>
                    </a:lnTo>
                    <a:close/>
                    <a:moveTo>
                      <a:pt x="516" y="73"/>
                    </a:moveTo>
                    <a:lnTo>
                      <a:pt x="574" y="81"/>
                    </a:lnTo>
                    <a:lnTo>
                      <a:pt x="516" y="73"/>
                    </a:lnTo>
                    <a:close/>
                  </a:path>
                </a:pathLst>
              </a:custGeom>
              <a:solidFill>
                <a:srgbClr val="EBEA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1" name="Freeform 314">
                <a:extLst>
                  <a:ext uri="{FF2B5EF4-FFF2-40B4-BE49-F238E27FC236}">
                    <a16:creationId xmlns:a16="http://schemas.microsoft.com/office/drawing/2014/main" id="{AE9FDE5F-30DC-485C-BC23-1D19FB41EF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9913" y="4656138"/>
                <a:ext cx="180975" cy="33338"/>
              </a:xfrm>
              <a:custGeom>
                <a:avLst/>
                <a:gdLst>
                  <a:gd name="T0" fmla="*/ 0 w 573"/>
                  <a:gd name="T1" fmla="*/ 0 h 81"/>
                  <a:gd name="T2" fmla="*/ 58 w 573"/>
                  <a:gd name="T3" fmla="*/ 8 h 81"/>
                  <a:gd name="T4" fmla="*/ 0 w 573"/>
                  <a:gd name="T5" fmla="*/ 0 h 81"/>
                  <a:gd name="T6" fmla="*/ 514 w 573"/>
                  <a:gd name="T7" fmla="*/ 73 h 81"/>
                  <a:gd name="T8" fmla="*/ 573 w 573"/>
                  <a:gd name="T9" fmla="*/ 81 h 81"/>
                  <a:gd name="T10" fmla="*/ 514 w 573"/>
                  <a:gd name="T11" fmla="*/ 7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3" h="81">
                    <a:moveTo>
                      <a:pt x="0" y="0"/>
                    </a:moveTo>
                    <a:lnTo>
                      <a:pt x="58" y="8"/>
                    </a:lnTo>
                    <a:lnTo>
                      <a:pt x="0" y="0"/>
                    </a:lnTo>
                    <a:close/>
                    <a:moveTo>
                      <a:pt x="514" y="73"/>
                    </a:moveTo>
                    <a:lnTo>
                      <a:pt x="573" y="81"/>
                    </a:lnTo>
                    <a:lnTo>
                      <a:pt x="514" y="73"/>
                    </a:lnTo>
                    <a:close/>
                  </a:path>
                </a:pathLst>
              </a:custGeom>
              <a:solidFill>
                <a:srgbClr val="EAE9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2" name="Freeform 315">
                <a:extLst>
                  <a:ext uri="{FF2B5EF4-FFF2-40B4-BE49-F238E27FC236}">
                    <a16:creationId xmlns:a16="http://schemas.microsoft.com/office/drawing/2014/main" id="{E967A26D-7A39-417B-90E8-24FA03C285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8326" y="4649788"/>
                <a:ext cx="180975" cy="31750"/>
              </a:xfrm>
              <a:custGeom>
                <a:avLst/>
                <a:gdLst>
                  <a:gd name="T0" fmla="*/ 0 w 570"/>
                  <a:gd name="T1" fmla="*/ 0 h 81"/>
                  <a:gd name="T2" fmla="*/ 59 w 570"/>
                  <a:gd name="T3" fmla="*/ 9 h 81"/>
                  <a:gd name="T4" fmla="*/ 0 w 570"/>
                  <a:gd name="T5" fmla="*/ 0 h 81"/>
                  <a:gd name="T6" fmla="*/ 511 w 570"/>
                  <a:gd name="T7" fmla="*/ 72 h 81"/>
                  <a:gd name="T8" fmla="*/ 570 w 570"/>
                  <a:gd name="T9" fmla="*/ 81 h 81"/>
                  <a:gd name="T10" fmla="*/ 511 w 570"/>
                  <a:gd name="T11" fmla="*/ 7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0" h="81">
                    <a:moveTo>
                      <a:pt x="0" y="0"/>
                    </a:moveTo>
                    <a:lnTo>
                      <a:pt x="59" y="9"/>
                    </a:lnTo>
                    <a:lnTo>
                      <a:pt x="0" y="0"/>
                    </a:lnTo>
                    <a:close/>
                    <a:moveTo>
                      <a:pt x="511" y="72"/>
                    </a:moveTo>
                    <a:lnTo>
                      <a:pt x="570" y="81"/>
                    </a:lnTo>
                    <a:lnTo>
                      <a:pt x="511" y="72"/>
                    </a:lnTo>
                    <a:close/>
                  </a:path>
                </a:pathLst>
              </a:custGeom>
              <a:solidFill>
                <a:srgbClr val="E9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3" name="Freeform 316">
                <a:extLst>
                  <a:ext uri="{FF2B5EF4-FFF2-40B4-BE49-F238E27FC236}">
                    <a16:creationId xmlns:a16="http://schemas.microsoft.com/office/drawing/2014/main" id="{4BD1C079-FD02-4B74-AF02-6CCB3E4B3A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43438"/>
                <a:ext cx="179388" cy="31750"/>
              </a:xfrm>
              <a:custGeom>
                <a:avLst/>
                <a:gdLst>
                  <a:gd name="T0" fmla="*/ 0 w 564"/>
                  <a:gd name="T1" fmla="*/ 0 h 79"/>
                  <a:gd name="T2" fmla="*/ 60 w 564"/>
                  <a:gd name="T3" fmla="*/ 8 h 79"/>
                  <a:gd name="T4" fmla="*/ 0 w 564"/>
                  <a:gd name="T5" fmla="*/ 0 h 79"/>
                  <a:gd name="T6" fmla="*/ 505 w 564"/>
                  <a:gd name="T7" fmla="*/ 71 h 79"/>
                  <a:gd name="T8" fmla="*/ 564 w 564"/>
                  <a:gd name="T9" fmla="*/ 79 h 79"/>
                  <a:gd name="T10" fmla="*/ 505 w 564"/>
                  <a:gd name="T11" fmla="*/ 71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4" h="79">
                    <a:moveTo>
                      <a:pt x="0" y="0"/>
                    </a:moveTo>
                    <a:lnTo>
                      <a:pt x="60" y="8"/>
                    </a:lnTo>
                    <a:lnTo>
                      <a:pt x="0" y="0"/>
                    </a:lnTo>
                    <a:close/>
                    <a:moveTo>
                      <a:pt x="505" y="71"/>
                    </a:moveTo>
                    <a:lnTo>
                      <a:pt x="564" y="79"/>
                    </a:lnTo>
                    <a:lnTo>
                      <a:pt x="505" y="71"/>
                    </a:lnTo>
                    <a:close/>
                  </a:path>
                </a:pathLst>
              </a:custGeom>
              <a:solidFill>
                <a:srgbClr val="E7E6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4" name="Freeform 317">
                <a:extLst>
                  <a:ext uri="{FF2B5EF4-FFF2-40B4-BE49-F238E27FC236}">
                    <a16:creationId xmlns:a16="http://schemas.microsoft.com/office/drawing/2014/main" id="{DF27A7DE-98D1-4450-B4BC-6F3711EC6D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37088"/>
                <a:ext cx="176213" cy="31750"/>
              </a:xfrm>
              <a:custGeom>
                <a:avLst/>
                <a:gdLst>
                  <a:gd name="T0" fmla="*/ 0 w 556"/>
                  <a:gd name="T1" fmla="*/ 0 h 79"/>
                  <a:gd name="T2" fmla="*/ 60 w 556"/>
                  <a:gd name="T3" fmla="*/ 9 h 79"/>
                  <a:gd name="T4" fmla="*/ 0 w 556"/>
                  <a:gd name="T5" fmla="*/ 0 h 79"/>
                  <a:gd name="T6" fmla="*/ 496 w 556"/>
                  <a:gd name="T7" fmla="*/ 70 h 79"/>
                  <a:gd name="T8" fmla="*/ 556 w 556"/>
                  <a:gd name="T9" fmla="*/ 79 h 79"/>
                  <a:gd name="T10" fmla="*/ 496 w 556"/>
                  <a:gd name="T11" fmla="*/ 7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79">
                    <a:moveTo>
                      <a:pt x="0" y="0"/>
                    </a:moveTo>
                    <a:lnTo>
                      <a:pt x="60" y="9"/>
                    </a:lnTo>
                    <a:lnTo>
                      <a:pt x="0" y="0"/>
                    </a:lnTo>
                    <a:close/>
                    <a:moveTo>
                      <a:pt x="496" y="70"/>
                    </a:moveTo>
                    <a:lnTo>
                      <a:pt x="556" y="79"/>
                    </a:lnTo>
                    <a:lnTo>
                      <a:pt x="496" y="70"/>
                    </a:lnTo>
                    <a:close/>
                  </a:path>
                </a:pathLst>
              </a:custGeom>
              <a:solidFill>
                <a:srgbClr val="E6E5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5" name="Freeform 318">
                <a:extLst>
                  <a:ext uri="{FF2B5EF4-FFF2-40B4-BE49-F238E27FC236}">
                    <a16:creationId xmlns:a16="http://schemas.microsoft.com/office/drawing/2014/main" id="{02BFC2D0-E23C-4BFA-A261-715C737B1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30738"/>
                <a:ext cx="173038" cy="30163"/>
              </a:xfrm>
              <a:custGeom>
                <a:avLst/>
                <a:gdLst>
                  <a:gd name="T0" fmla="*/ 0 w 547"/>
                  <a:gd name="T1" fmla="*/ 0 h 77"/>
                  <a:gd name="T2" fmla="*/ 61 w 547"/>
                  <a:gd name="T3" fmla="*/ 9 h 77"/>
                  <a:gd name="T4" fmla="*/ 0 w 547"/>
                  <a:gd name="T5" fmla="*/ 0 h 77"/>
                  <a:gd name="T6" fmla="*/ 486 w 547"/>
                  <a:gd name="T7" fmla="*/ 69 h 77"/>
                  <a:gd name="T8" fmla="*/ 547 w 547"/>
                  <a:gd name="T9" fmla="*/ 77 h 77"/>
                  <a:gd name="T10" fmla="*/ 486 w 547"/>
                  <a:gd name="T11" fmla="*/ 69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7" h="77">
                    <a:moveTo>
                      <a:pt x="0" y="0"/>
                    </a:moveTo>
                    <a:lnTo>
                      <a:pt x="61" y="9"/>
                    </a:lnTo>
                    <a:lnTo>
                      <a:pt x="0" y="0"/>
                    </a:lnTo>
                    <a:close/>
                    <a:moveTo>
                      <a:pt x="486" y="69"/>
                    </a:moveTo>
                    <a:lnTo>
                      <a:pt x="547" y="77"/>
                    </a:lnTo>
                    <a:lnTo>
                      <a:pt x="486" y="69"/>
                    </a:lnTo>
                    <a:close/>
                  </a:path>
                </a:pathLst>
              </a:custGeom>
              <a:solidFill>
                <a:srgbClr val="E5E4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6" name="Freeform 319">
                <a:extLst>
                  <a:ext uri="{FF2B5EF4-FFF2-40B4-BE49-F238E27FC236}">
                    <a16:creationId xmlns:a16="http://schemas.microsoft.com/office/drawing/2014/main" id="{58A1D894-84D1-450A-B1DB-30E2257660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24388"/>
                <a:ext cx="169863" cy="30163"/>
              </a:xfrm>
              <a:custGeom>
                <a:avLst/>
                <a:gdLst>
                  <a:gd name="T0" fmla="*/ 0 w 537"/>
                  <a:gd name="T1" fmla="*/ 0 h 76"/>
                  <a:gd name="T2" fmla="*/ 64 w 537"/>
                  <a:gd name="T3" fmla="*/ 9 h 76"/>
                  <a:gd name="T4" fmla="*/ 0 w 537"/>
                  <a:gd name="T5" fmla="*/ 0 h 76"/>
                  <a:gd name="T6" fmla="*/ 473 w 537"/>
                  <a:gd name="T7" fmla="*/ 67 h 76"/>
                  <a:gd name="T8" fmla="*/ 537 w 537"/>
                  <a:gd name="T9" fmla="*/ 76 h 76"/>
                  <a:gd name="T10" fmla="*/ 473 w 537"/>
                  <a:gd name="T11" fmla="*/ 67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7" h="76">
                    <a:moveTo>
                      <a:pt x="0" y="0"/>
                    </a:moveTo>
                    <a:lnTo>
                      <a:pt x="64" y="9"/>
                    </a:lnTo>
                    <a:lnTo>
                      <a:pt x="0" y="0"/>
                    </a:lnTo>
                    <a:close/>
                    <a:moveTo>
                      <a:pt x="473" y="67"/>
                    </a:moveTo>
                    <a:lnTo>
                      <a:pt x="537" y="76"/>
                    </a:lnTo>
                    <a:lnTo>
                      <a:pt x="473" y="67"/>
                    </a:lnTo>
                    <a:close/>
                  </a:path>
                </a:pathLst>
              </a:custGeom>
              <a:solidFill>
                <a:srgbClr val="E4E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7" name="Freeform 320">
                <a:extLst>
                  <a:ext uri="{FF2B5EF4-FFF2-40B4-BE49-F238E27FC236}">
                    <a16:creationId xmlns:a16="http://schemas.microsoft.com/office/drawing/2014/main" id="{C85C964C-5202-4DD4-9E1B-C779F3D1D0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18038"/>
                <a:ext cx="166688" cy="28575"/>
              </a:xfrm>
              <a:custGeom>
                <a:avLst/>
                <a:gdLst>
                  <a:gd name="T0" fmla="*/ 0 w 524"/>
                  <a:gd name="T1" fmla="*/ 0 h 74"/>
                  <a:gd name="T2" fmla="*/ 65 w 524"/>
                  <a:gd name="T3" fmla="*/ 9 h 74"/>
                  <a:gd name="T4" fmla="*/ 0 w 524"/>
                  <a:gd name="T5" fmla="*/ 0 h 74"/>
                  <a:gd name="T6" fmla="*/ 459 w 524"/>
                  <a:gd name="T7" fmla="*/ 65 h 74"/>
                  <a:gd name="T8" fmla="*/ 524 w 524"/>
                  <a:gd name="T9" fmla="*/ 74 h 74"/>
                  <a:gd name="T10" fmla="*/ 459 w 524"/>
                  <a:gd name="T11" fmla="*/ 65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4" h="74">
                    <a:moveTo>
                      <a:pt x="0" y="0"/>
                    </a:moveTo>
                    <a:lnTo>
                      <a:pt x="65" y="9"/>
                    </a:lnTo>
                    <a:lnTo>
                      <a:pt x="0" y="0"/>
                    </a:lnTo>
                    <a:close/>
                    <a:moveTo>
                      <a:pt x="459" y="65"/>
                    </a:moveTo>
                    <a:lnTo>
                      <a:pt x="524" y="74"/>
                    </a:lnTo>
                    <a:lnTo>
                      <a:pt x="459" y="65"/>
                    </a:lnTo>
                    <a:close/>
                  </a:path>
                </a:pathLst>
              </a:custGeom>
              <a:solidFill>
                <a:srgbClr val="E2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8" name="Freeform 321">
                <a:extLst>
                  <a:ext uri="{FF2B5EF4-FFF2-40B4-BE49-F238E27FC236}">
                    <a16:creationId xmlns:a16="http://schemas.microsoft.com/office/drawing/2014/main" id="{F113AFAA-FBFE-40F1-9E21-C4C81B001A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8326" y="4611688"/>
                <a:ext cx="160338" cy="28575"/>
              </a:xfrm>
              <a:custGeom>
                <a:avLst/>
                <a:gdLst>
                  <a:gd name="T0" fmla="*/ 0 w 508"/>
                  <a:gd name="T1" fmla="*/ 0 h 72"/>
                  <a:gd name="T2" fmla="*/ 67 w 508"/>
                  <a:gd name="T3" fmla="*/ 10 h 72"/>
                  <a:gd name="T4" fmla="*/ 0 w 508"/>
                  <a:gd name="T5" fmla="*/ 0 h 72"/>
                  <a:gd name="T6" fmla="*/ 439 w 508"/>
                  <a:gd name="T7" fmla="*/ 62 h 72"/>
                  <a:gd name="T8" fmla="*/ 508 w 508"/>
                  <a:gd name="T9" fmla="*/ 72 h 72"/>
                  <a:gd name="T10" fmla="*/ 439 w 508"/>
                  <a:gd name="T11" fmla="*/ 6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8" h="72">
                    <a:moveTo>
                      <a:pt x="0" y="0"/>
                    </a:moveTo>
                    <a:lnTo>
                      <a:pt x="67" y="10"/>
                    </a:lnTo>
                    <a:lnTo>
                      <a:pt x="0" y="0"/>
                    </a:lnTo>
                    <a:close/>
                    <a:moveTo>
                      <a:pt x="439" y="62"/>
                    </a:moveTo>
                    <a:lnTo>
                      <a:pt x="508" y="72"/>
                    </a:lnTo>
                    <a:lnTo>
                      <a:pt x="439" y="62"/>
                    </a:lnTo>
                    <a:close/>
                  </a:path>
                </a:pathLst>
              </a:custGeom>
              <a:solidFill>
                <a:srgbClr val="E1E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9" name="Freeform 322">
                <a:extLst>
                  <a:ext uri="{FF2B5EF4-FFF2-40B4-BE49-F238E27FC236}">
                    <a16:creationId xmlns:a16="http://schemas.microsoft.com/office/drawing/2014/main" id="{79058424-1B5F-4573-AADD-E2B27276DF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8326" y="4605338"/>
                <a:ext cx="155575" cy="26988"/>
              </a:xfrm>
              <a:custGeom>
                <a:avLst/>
                <a:gdLst>
                  <a:gd name="T0" fmla="*/ 0 w 491"/>
                  <a:gd name="T1" fmla="*/ 0 h 69"/>
                  <a:gd name="T2" fmla="*/ 73 w 491"/>
                  <a:gd name="T3" fmla="*/ 10 h 69"/>
                  <a:gd name="T4" fmla="*/ 0 w 491"/>
                  <a:gd name="T5" fmla="*/ 0 h 69"/>
                  <a:gd name="T6" fmla="*/ 420 w 491"/>
                  <a:gd name="T7" fmla="*/ 59 h 69"/>
                  <a:gd name="T8" fmla="*/ 491 w 491"/>
                  <a:gd name="T9" fmla="*/ 69 h 69"/>
                  <a:gd name="T10" fmla="*/ 420 w 491"/>
                  <a:gd name="T11" fmla="*/ 5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1" h="69">
                    <a:moveTo>
                      <a:pt x="0" y="0"/>
                    </a:moveTo>
                    <a:lnTo>
                      <a:pt x="73" y="10"/>
                    </a:lnTo>
                    <a:lnTo>
                      <a:pt x="0" y="0"/>
                    </a:lnTo>
                    <a:close/>
                    <a:moveTo>
                      <a:pt x="420" y="59"/>
                    </a:moveTo>
                    <a:lnTo>
                      <a:pt x="491" y="69"/>
                    </a:lnTo>
                    <a:lnTo>
                      <a:pt x="420" y="59"/>
                    </a:lnTo>
                    <a:close/>
                  </a:path>
                </a:pathLst>
              </a:custGeom>
              <a:solidFill>
                <a:srgbClr val="E0DE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0" name="Freeform 323">
                <a:extLst>
                  <a:ext uri="{FF2B5EF4-FFF2-40B4-BE49-F238E27FC236}">
                    <a16:creationId xmlns:a16="http://schemas.microsoft.com/office/drawing/2014/main" id="{CA6AC80A-7582-4B40-9796-FCF019F8DB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9913" y="4598988"/>
                <a:ext cx="149225" cy="26988"/>
              </a:xfrm>
              <a:custGeom>
                <a:avLst/>
                <a:gdLst>
                  <a:gd name="T0" fmla="*/ 0 w 471"/>
                  <a:gd name="T1" fmla="*/ 0 h 66"/>
                  <a:gd name="T2" fmla="*/ 76 w 471"/>
                  <a:gd name="T3" fmla="*/ 11 h 66"/>
                  <a:gd name="T4" fmla="*/ 0 w 471"/>
                  <a:gd name="T5" fmla="*/ 0 h 66"/>
                  <a:gd name="T6" fmla="*/ 395 w 471"/>
                  <a:gd name="T7" fmla="*/ 56 h 66"/>
                  <a:gd name="T8" fmla="*/ 471 w 471"/>
                  <a:gd name="T9" fmla="*/ 66 h 66"/>
                  <a:gd name="T10" fmla="*/ 395 w 471"/>
                  <a:gd name="T11" fmla="*/ 5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1" h="66">
                    <a:moveTo>
                      <a:pt x="0" y="0"/>
                    </a:moveTo>
                    <a:lnTo>
                      <a:pt x="76" y="11"/>
                    </a:lnTo>
                    <a:lnTo>
                      <a:pt x="0" y="0"/>
                    </a:lnTo>
                    <a:close/>
                    <a:moveTo>
                      <a:pt x="395" y="56"/>
                    </a:moveTo>
                    <a:lnTo>
                      <a:pt x="471" y="66"/>
                    </a:lnTo>
                    <a:lnTo>
                      <a:pt x="395" y="56"/>
                    </a:lnTo>
                    <a:close/>
                  </a:path>
                </a:pathLst>
              </a:custGeom>
              <a:solidFill>
                <a:srgbClr val="DEDD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1" name="Freeform 324">
                <a:extLst>
                  <a:ext uri="{FF2B5EF4-FFF2-40B4-BE49-F238E27FC236}">
                    <a16:creationId xmlns:a16="http://schemas.microsoft.com/office/drawing/2014/main" id="{58706F65-5E5E-4D49-B0C4-4AEB484B10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1501" y="4592638"/>
                <a:ext cx="142875" cy="25400"/>
              </a:xfrm>
              <a:custGeom>
                <a:avLst/>
                <a:gdLst>
                  <a:gd name="T0" fmla="*/ 0 w 448"/>
                  <a:gd name="T1" fmla="*/ 0 h 63"/>
                  <a:gd name="T2" fmla="*/ 83 w 448"/>
                  <a:gd name="T3" fmla="*/ 11 h 63"/>
                  <a:gd name="T4" fmla="*/ 0 w 448"/>
                  <a:gd name="T5" fmla="*/ 0 h 63"/>
                  <a:gd name="T6" fmla="*/ 365 w 448"/>
                  <a:gd name="T7" fmla="*/ 51 h 63"/>
                  <a:gd name="T8" fmla="*/ 448 w 448"/>
                  <a:gd name="T9" fmla="*/ 63 h 63"/>
                  <a:gd name="T10" fmla="*/ 365 w 448"/>
                  <a:gd name="T11" fmla="*/ 5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8" h="63">
                    <a:moveTo>
                      <a:pt x="0" y="0"/>
                    </a:moveTo>
                    <a:lnTo>
                      <a:pt x="83" y="11"/>
                    </a:lnTo>
                    <a:lnTo>
                      <a:pt x="0" y="0"/>
                    </a:lnTo>
                    <a:close/>
                    <a:moveTo>
                      <a:pt x="365" y="51"/>
                    </a:moveTo>
                    <a:lnTo>
                      <a:pt x="448" y="63"/>
                    </a:lnTo>
                    <a:lnTo>
                      <a:pt x="365" y="51"/>
                    </a:lnTo>
                    <a:close/>
                  </a:path>
                </a:pathLst>
              </a:custGeom>
              <a:solidFill>
                <a:srgbClr val="DDD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2" name="Freeform 325">
                <a:extLst>
                  <a:ext uri="{FF2B5EF4-FFF2-40B4-BE49-F238E27FC236}">
                    <a16:creationId xmlns:a16="http://schemas.microsoft.com/office/drawing/2014/main" id="{3D1B920D-109A-4047-97A6-2247AA5E0A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4676" y="4587875"/>
                <a:ext cx="133350" cy="22225"/>
              </a:xfrm>
              <a:custGeom>
                <a:avLst/>
                <a:gdLst>
                  <a:gd name="T0" fmla="*/ 0 w 420"/>
                  <a:gd name="T1" fmla="*/ 0 h 59"/>
                  <a:gd name="T2" fmla="*/ 91 w 420"/>
                  <a:gd name="T3" fmla="*/ 13 h 59"/>
                  <a:gd name="T4" fmla="*/ 0 w 420"/>
                  <a:gd name="T5" fmla="*/ 0 h 59"/>
                  <a:gd name="T6" fmla="*/ 329 w 420"/>
                  <a:gd name="T7" fmla="*/ 46 h 59"/>
                  <a:gd name="T8" fmla="*/ 420 w 420"/>
                  <a:gd name="T9" fmla="*/ 59 h 59"/>
                  <a:gd name="T10" fmla="*/ 329 w 420"/>
                  <a:gd name="T11" fmla="*/ 4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0" h="59">
                    <a:moveTo>
                      <a:pt x="0" y="0"/>
                    </a:moveTo>
                    <a:lnTo>
                      <a:pt x="91" y="13"/>
                    </a:lnTo>
                    <a:lnTo>
                      <a:pt x="0" y="0"/>
                    </a:lnTo>
                    <a:close/>
                    <a:moveTo>
                      <a:pt x="329" y="46"/>
                    </a:moveTo>
                    <a:lnTo>
                      <a:pt x="420" y="59"/>
                    </a:lnTo>
                    <a:lnTo>
                      <a:pt x="329" y="46"/>
                    </a:lnTo>
                    <a:close/>
                  </a:path>
                </a:pathLst>
              </a:custGeom>
              <a:solidFill>
                <a:srgbClr val="DCDA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3" name="Freeform 326">
                <a:extLst>
                  <a:ext uri="{FF2B5EF4-FFF2-40B4-BE49-F238E27FC236}">
                    <a16:creationId xmlns:a16="http://schemas.microsoft.com/office/drawing/2014/main" id="{C42A6AF6-CB54-4E61-94E8-3A13B0FC46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7851" y="4581525"/>
                <a:ext cx="123825" cy="22225"/>
              </a:xfrm>
              <a:custGeom>
                <a:avLst/>
                <a:gdLst>
                  <a:gd name="T0" fmla="*/ 0 w 389"/>
                  <a:gd name="T1" fmla="*/ 0 h 55"/>
                  <a:gd name="T2" fmla="*/ 108 w 389"/>
                  <a:gd name="T3" fmla="*/ 15 h 55"/>
                  <a:gd name="T4" fmla="*/ 0 w 389"/>
                  <a:gd name="T5" fmla="*/ 0 h 55"/>
                  <a:gd name="T6" fmla="*/ 283 w 389"/>
                  <a:gd name="T7" fmla="*/ 40 h 55"/>
                  <a:gd name="T8" fmla="*/ 389 w 389"/>
                  <a:gd name="T9" fmla="*/ 55 h 55"/>
                  <a:gd name="T10" fmla="*/ 283 w 389"/>
                  <a:gd name="T11" fmla="*/ 4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9" h="55">
                    <a:moveTo>
                      <a:pt x="0" y="0"/>
                    </a:moveTo>
                    <a:lnTo>
                      <a:pt x="108" y="15"/>
                    </a:lnTo>
                    <a:lnTo>
                      <a:pt x="0" y="0"/>
                    </a:lnTo>
                    <a:close/>
                    <a:moveTo>
                      <a:pt x="283" y="40"/>
                    </a:moveTo>
                    <a:lnTo>
                      <a:pt x="389" y="55"/>
                    </a:lnTo>
                    <a:lnTo>
                      <a:pt x="283" y="40"/>
                    </a:lnTo>
                    <a:close/>
                  </a:path>
                </a:pathLst>
              </a:custGeom>
              <a:solidFill>
                <a:srgbClr val="DAD9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4" name="Freeform 327">
                <a:extLst>
                  <a:ext uri="{FF2B5EF4-FFF2-40B4-BE49-F238E27FC236}">
                    <a16:creationId xmlns:a16="http://schemas.microsoft.com/office/drawing/2014/main" id="{35E7632C-C5B8-4783-884F-915FDA92FD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2613" y="4575175"/>
                <a:ext cx="111125" cy="20638"/>
              </a:xfrm>
              <a:custGeom>
                <a:avLst/>
                <a:gdLst>
                  <a:gd name="T0" fmla="*/ 0 w 351"/>
                  <a:gd name="T1" fmla="*/ 0 h 49"/>
                  <a:gd name="T2" fmla="*/ 146 w 351"/>
                  <a:gd name="T3" fmla="*/ 21 h 49"/>
                  <a:gd name="T4" fmla="*/ 0 w 351"/>
                  <a:gd name="T5" fmla="*/ 0 h 49"/>
                  <a:gd name="T6" fmla="*/ 204 w 351"/>
                  <a:gd name="T7" fmla="*/ 29 h 49"/>
                  <a:gd name="T8" fmla="*/ 351 w 351"/>
                  <a:gd name="T9" fmla="*/ 49 h 49"/>
                  <a:gd name="T10" fmla="*/ 204 w 351"/>
                  <a:gd name="T11" fmla="*/ 2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" h="49">
                    <a:moveTo>
                      <a:pt x="0" y="0"/>
                    </a:moveTo>
                    <a:lnTo>
                      <a:pt x="146" y="21"/>
                    </a:lnTo>
                    <a:lnTo>
                      <a:pt x="0" y="0"/>
                    </a:lnTo>
                    <a:close/>
                    <a:moveTo>
                      <a:pt x="204" y="29"/>
                    </a:moveTo>
                    <a:lnTo>
                      <a:pt x="351" y="49"/>
                    </a:lnTo>
                    <a:lnTo>
                      <a:pt x="204" y="29"/>
                    </a:lnTo>
                    <a:close/>
                  </a:path>
                </a:pathLst>
              </a:custGeom>
              <a:solidFill>
                <a:srgbClr val="D9D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5" name="Freeform 328">
                <a:extLst>
                  <a:ext uri="{FF2B5EF4-FFF2-40B4-BE49-F238E27FC236}">
                    <a16:creationId xmlns:a16="http://schemas.microsoft.com/office/drawing/2014/main" id="{9673E232-2D5B-4A69-AF21-78EEDCD40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7376" y="4570413"/>
                <a:ext cx="98425" cy="17463"/>
              </a:xfrm>
              <a:custGeom>
                <a:avLst/>
                <a:gdLst>
                  <a:gd name="T0" fmla="*/ 0 w 308"/>
                  <a:gd name="T1" fmla="*/ 0 h 43"/>
                  <a:gd name="T2" fmla="*/ 308 w 308"/>
                  <a:gd name="T3" fmla="*/ 43 h 43"/>
                  <a:gd name="T4" fmla="*/ 0 w 308"/>
                  <a:gd name="T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8" h="43">
                    <a:moveTo>
                      <a:pt x="0" y="0"/>
                    </a:moveTo>
                    <a:lnTo>
                      <a:pt x="308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6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6" name="Freeform 329">
                <a:extLst>
                  <a:ext uri="{FF2B5EF4-FFF2-40B4-BE49-F238E27FC236}">
                    <a16:creationId xmlns:a16="http://schemas.microsoft.com/office/drawing/2014/main" id="{54BAEBD4-8FC0-4BBD-8541-693CDCAF7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313" y="4565650"/>
                <a:ext cx="79375" cy="14288"/>
              </a:xfrm>
              <a:custGeom>
                <a:avLst/>
                <a:gdLst>
                  <a:gd name="T0" fmla="*/ 0 w 251"/>
                  <a:gd name="T1" fmla="*/ 0 h 36"/>
                  <a:gd name="T2" fmla="*/ 251 w 251"/>
                  <a:gd name="T3" fmla="*/ 36 h 36"/>
                  <a:gd name="T4" fmla="*/ 0 w 251"/>
                  <a:gd name="T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1" h="36">
                    <a:moveTo>
                      <a:pt x="0" y="0"/>
                    </a:moveTo>
                    <a:lnTo>
                      <a:pt x="251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5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7" name="Freeform 330">
                <a:extLst>
                  <a:ext uri="{FF2B5EF4-FFF2-40B4-BE49-F238E27FC236}">
                    <a16:creationId xmlns:a16="http://schemas.microsoft.com/office/drawing/2014/main" id="{E6D54AD1-3905-40F2-98CA-31EE6F85F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426" y="4560888"/>
                <a:ext cx="53975" cy="9525"/>
              </a:xfrm>
              <a:custGeom>
                <a:avLst/>
                <a:gdLst>
                  <a:gd name="T0" fmla="*/ 0 w 171"/>
                  <a:gd name="T1" fmla="*/ 0 h 24"/>
                  <a:gd name="T2" fmla="*/ 171 w 171"/>
                  <a:gd name="T3" fmla="*/ 24 h 24"/>
                  <a:gd name="T4" fmla="*/ 0 w 171"/>
                  <a:gd name="T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1" h="24">
                    <a:moveTo>
                      <a:pt x="0" y="0"/>
                    </a:moveTo>
                    <a:lnTo>
                      <a:pt x="171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D3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8" name="Freeform 331">
                <a:extLst>
                  <a:ext uri="{FF2B5EF4-FFF2-40B4-BE49-F238E27FC236}">
                    <a16:creationId xmlns:a16="http://schemas.microsoft.com/office/drawing/2014/main" id="{E2EB2630-936B-4197-B634-15D5A3583F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7688" y="4545013"/>
                <a:ext cx="215900" cy="279400"/>
              </a:xfrm>
              <a:custGeom>
                <a:avLst/>
                <a:gdLst>
                  <a:gd name="T0" fmla="*/ 288 w 681"/>
                  <a:gd name="T1" fmla="*/ 17 h 704"/>
                  <a:gd name="T2" fmla="*/ 223 w 681"/>
                  <a:gd name="T3" fmla="*/ 2 h 704"/>
                  <a:gd name="T4" fmla="*/ 165 w 681"/>
                  <a:gd name="T5" fmla="*/ 1 h 704"/>
                  <a:gd name="T6" fmla="*/ 112 w 681"/>
                  <a:gd name="T7" fmla="*/ 13 h 704"/>
                  <a:gd name="T8" fmla="*/ 68 w 681"/>
                  <a:gd name="T9" fmla="*/ 38 h 704"/>
                  <a:gd name="T10" fmla="*/ 33 w 681"/>
                  <a:gd name="T11" fmla="*/ 74 h 704"/>
                  <a:gd name="T12" fmla="*/ 11 w 681"/>
                  <a:gd name="T13" fmla="*/ 121 h 704"/>
                  <a:gd name="T14" fmla="*/ 1 w 681"/>
                  <a:gd name="T15" fmla="*/ 179 h 704"/>
                  <a:gd name="T16" fmla="*/ 5 w 681"/>
                  <a:gd name="T17" fmla="*/ 244 h 704"/>
                  <a:gd name="T18" fmla="*/ 21 w 681"/>
                  <a:gd name="T19" fmla="*/ 312 h 704"/>
                  <a:gd name="T20" fmla="*/ 50 w 681"/>
                  <a:gd name="T21" fmla="*/ 381 h 704"/>
                  <a:gd name="T22" fmla="*/ 88 w 681"/>
                  <a:gd name="T23" fmla="*/ 447 h 704"/>
                  <a:gd name="T24" fmla="*/ 137 w 681"/>
                  <a:gd name="T25" fmla="*/ 510 h 704"/>
                  <a:gd name="T26" fmla="*/ 193 w 681"/>
                  <a:gd name="T27" fmla="*/ 567 h 704"/>
                  <a:gd name="T28" fmla="*/ 256 w 681"/>
                  <a:gd name="T29" fmla="*/ 617 h 704"/>
                  <a:gd name="T30" fmla="*/ 323 w 681"/>
                  <a:gd name="T31" fmla="*/ 658 h 704"/>
                  <a:gd name="T32" fmla="*/ 392 w 681"/>
                  <a:gd name="T33" fmla="*/ 687 h 704"/>
                  <a:gd name="T34" fmla="*/ 458 w 681"/>
                  <a:gd name="T35" fmla="*/ 702 h 704"/>
                  <a:gd name="T36" fmla="*/ 517 w 681"/>
                  <a:gd name="T37" fmla="*/ 703 h 704"/>
                  <a:gd name="T38" fmla="*/ 569 w 681"/>
                  <a:gd name="T39" fmla="*/ 691 h 704"/>
                  <a:gd name="T40" fmla="*/ 613 w 681"/>
                  <a:gd name="T41" fmla="*/ 666 h 704"/>
                  <a:gd name="T42" fmla="*/ 647 w 681"/>
                  <a:gd name="T43" fmla="*/ 630 h 704"/>
                  <a:gd name="T44" fmla="*/ 671 w 681"/>
                  <a:gd name="T45" fmla="*/ 583 h 704"/>
                  <a:gd name="T46" fmla="*/ 681 w 681"/>
                  <a:gd name="T47" fmla="*/ 525 h 704"/>
                  <a:gd name="T48" fmla="*/ 677 w 681"/>
                  <a:gd name="T49" fmla="*/ 460 h 704"/>
                  <a:gd name="T50" fmla="*/ 661 w 681"/>
                  <a:gd name="T51" fmla="*/ 392 h 704"/>
                  <a:gd name="T52" fmla="*/ 632 w 681"/>
                  <a:gd name="T53" fmla="*/ 323 h 704"/>
                  <a:gd name="T54" fmla="*/ 593 w 681"/>
                  <a:gd name="T55" fmla="*/ 257 h 704"/>
                  <a:gd name="T56" fmla="*/ 544 w 681"/>
                  <a:gd name="T57" fmla="*/ 194 h 704"/>
                  <a:gd name="T58" fmla="*/ 488 w 681"/>
                  <a:gd name="T59" fmla="*/ 137 h 704"/>
                  <a:gd name="T60" fmla="*/ 426 w 681"/>
                  <a:gd name="T61" fmla="*/ 87 h 704"/>
                  <a:gd name="T62" fmla="*/ 358 w 681"/>
                  <a:gd name="T63" fmla="*/ 46 h 704"/>
                  <a:gd name="T64" fmla="*/ 612 w 681"/>
                  <a:gd name="T65" fmla="*/ 490 h 704"/>
                  <a:gd name="T66" fmla="*/ 603 w 681"/>
                  <a:gd name="T67" fmla="*/ 536 h 704"/>
                  <a:gd name="T68" fmla="*/ 586 w 681"/>
                  <a:gd name="T69" fmla="*/ 574 h 704"/>
                  <a:gd name="T70" fmla="*/ 558 w 681"/>
                  <a:gd name="T71" fmla="*/ 603 h 704"/>
                  <a:gd name="T72" fmla="*/ 523 w 681"/>
                  <a:gd name="T73" fmla="*/ 622 h 704"/>
                  <a:gd name="T74" fmla="*/ 482 w 681"/>
                  <a:gd name="T75" fmla="*/ 632 h 704"/>
                  <a:gd name="T76" fmla="*/ 435 w 681"/>
                  <a:gd name="T77" fmla="*/ 631 h 704"/>
                  <a:gd name="T78" fmla="*/ 382 w 681"/>
                  <a:gd name="T79" fmla="*/ 619 h 704"/>
                  <a:gd name="T80" fmla="*/ 327 w 681"/>
                  <a:gd name="T81" fmla="*/ 596 h 704"/>
                  <a:gd name="T82" fmla="*/ 260 w 681"/>
                  <a:gd name="T83" fmla="*/ 554 h 704"/>
                  <a:gd name="T84" fmla="*/ 168 w 681"/>
                  <a:gd name="T85" fmla="*/ 466 h 704"/>
                  <a:gd name="T86" fmla="*/ 102 w 681"/>
                  <a:gd name="T87" fmla="*/ 361 h 704"/>
                  <a:gd name="T88" fmla="*/ 72 w 681"/>
                  <a:gd name="T89" fmla="*/ 266 h 704"/>
                  <a:gd name="T90" fmla="*/ 70 w 681"/>
                  <a:gd name="T91" fmla="*/ 214 h 704"/>
                  <a:gd name="T92" fmla="*/ 77 w 681"/>
                  <a:gd name="T93" fmla="*/ 168 h 704"/>
                  <a:gd name="T94" fmla="*/ 96 w 681"/>
                  <a:gd name="T95" fmla="*/ 130 h 704"/>
                  <a:gd name="T96" fmla="*/ 123 w 681"/>
                  <a:gd name="T97" fmla="*/ 101 h 704"/>
                  <a:gd name="T98" fmla="*/ 158 w 681"/>
                  <a:gd name="T99" fmla="*/ 82 h 704"/>
                  <a:gd name="T100" fmla="*/ 200 w 681"/>
                  <a:gd name="T101" fmla="*/ 72 h 704"/>
                  <a:gd name="T102" fmla="*/ 247 w 681"/>
                  <a:gd name="T103" fmla="*/ 73 h 704"/>
                  <a:gd name="T104" fmla="*/ 300 w 681"/>
                  <a:gd name="T105" fmla="*/ 85 h 704"/>
                  <a:gd name="T106" fmla="*/ 355 w 681"/>
                  <a:gd name="T107" fmla="*/ 108 h 704"/>
                  <a:gd name="T108" fmla="*/ 422 w 681"/>
                  <a:gd name="T109" fmla="*/ 150 h 704"/>
                  <a:gd name="T110" fmla="*/ 513 w 681"/>
                  <a:gd name="T111" fmla="*/ 238 h 704"/>
                  <a:gd name="T112" fmla="*/ 579 w 681"/>
                  <a:gd name="T113" fmla="*/ 343 h 704"/>
                  <a:gd name="T114" fmla="*/ 609 w 681"/>
                  <a:gd name="T115" fmla="*/ 438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4">
                    <a:moveTo>
                      <a:pt x="341" y="37"/>
                    </a:moveTo>
                    <a:lnTo>
                      <a:pt x="323" y="30"/>
                    </a:lnTo>
                    <a:lnTo>
                      <a:pt x="306" y="23"/>
                    </a:lnTo>
                    <a:lnTo>
                      <a:pt x="288" y="17"/>
                    </a:lnTo>
                    <a:lnTo>
                      <a:pt x="272" y="12"/>
                    </a:lnTo>
                    <a:lnTo>
                      <a:pt x="256" y="8"/>
                    </a:lnTo>
                    <a:lnTo>
                      <a:pt x="240" y="5"/>
                    </a:lnTo>
                    <a:lnTo>
                      <a:pt x="223" y="2"/>
                    </a:lnTo>
                    <a:lnTo>
                      <a:pt x="208" y="1"/>
                    </a:lnTo>
                    <a:lnTo>
                      <a:pt x="193" y="0"/>
                    </a:lnTo>
                    <a:lnTo>
                      <a:pt x="178" y="0"/>
                    </a:lnTo>
                    <a:lnTo>
                      <a:pt x="165" y="1"/>
                    </a:lnTo>
                    <a:lnTo>
                      <a:pt x="151" y="3"/>
                    </a:lnTo>
                    <a:lnTo>
                      <a:pt x="137" y="6"/>
                    </a:lnTo>
                    <a:lnTo>
                      <a:pt x="125" y="9"/>
                    </a:lnTo>
                    <a:lnTo>
                      <a:pt x="112" y="13"/>
                    </a:lnTo>
                    <a:lnTo>
                      <a:pt x="100" y="18"/>
                    </a:lnTo>
                    <a:lnTo>
                      <a:pt x="88" y="24"/>
                    </a:lnTo>
                    <a:lnTo>
                      <a:pt x="78" y="31"/>
                    </a:lnTo>
                    <a:lnTo>
                      <a:pt x="68" y="38"/>
                    </a:lnTo>
                    <a:lnTo>
                      <a:pt x="58" y="46"/>
                    </a:lnTo>
                    <a:lnTo>
                      <a:pt x="50" y="54"/>
                    </a:lnTo>
                    <a:lnTo>
                      <a:pt x="41" y="64"/>
                    </a:lnTo>
                    <a:lnTo>
                      <a:pt x="33" y="74"/>
                    </a:lnTo>
                    <a:lnTo>
                      <a:pt x="27" y="85"/>
                    </a:lnTo>
                    <a:lnTo>
                      <a:pt x="21" y="96"/>
                    </a:lnTo>
                    <a:lnTo>
                      <a:pt x="16" y="108"/>
                    </a:lnTo>
                    <a:lnTo>
                      <a:pt x="11" y="121"/>
                    </a:lnTo>
                    <a:lnTo>
                      <a:pt x="7" y="135"/>
                    </a:lnTo>
                    <a:lnTo>
                      <a:pt x="5" y="149"/>
                    </a:lnTo>
                    <a:lnTo>
                      <a:pt x="2" y="163"/>
                    </a:lnTo>
                    <a:lnTo>
                      <a:pt x="1" y="179"/>
                    </a:lnTo>
                    <a:lnTo>
                      <a:pt x="0" y="195"/>
                    </a:lnTo>
                    <a:lnTo>
                      <a:pt x="1" y="211"/>
                    </a:lnTo>
                    <a:lnTo>
                      <a:pt x="2" y="228"/>
                    </a:lnTo>
                    <a:lnTo>
                      <a:pt x="5" y="244"/>
                    </a:lnTo>
                    <a:lnTo>
                      <a:pt x="7" y="261"/>
                    </a:lnTo>
                    <a:lnTo>
                      <a:pt x="11" y="278"/>
                    </a:lnTo>
                    <a:lnTo>
                      <a:pt x="16" y="295"/>
                    </a:lnTo>
                    <a:lnTo>
                      <a:pt x="21" y="312"/>
                    </a:lnTo>
                    <a:lnTo>
                      <a:pt x="27" y="330"/>
                    </a:lnTo>
                    <a:lnTo>
                      <a:pt x="33" y="347"/>
                    </a:lnTo>
                    <a:lnTo>
                      <a:pt x="41" y="364"/>
                    </a:lnTo>
                    <a:lnTo>
                      <a:pt x="50" y="381"/>
                    </a:lnTo>
                    <a:lnTo>
                      <a:pt x="58" y="397"/>
                    </a:lnTo>
                    <a:lnTo>
                      <a:pt x="68" y="414"/>
                    </a:lnTo>
                    <a:lnTo>
                      <a:pt x="78" y="431"/>
                    </a:lnTo>
                    <a:lnTo>
                      <a:pt x="88" y="447"/>
                    </a:lnTo>
                    <a:lnTo>
                      <a:pt x="100" y="463"/>
                    </a:lnTo>
                    <a:lnTo>
                      <a:pt x="112" y="479"/>
                    </a:lnTo>
                    <a:lnTo>
                      <a:pt x="125" y="495"/>
                    </a:lnTo>
                    <a:lnTo>
                      <a:pt x="137" y="510"/>
                    </a:lnTo>
                    <a:lnTo>
                      <a:pt x="151" y="525"/>
                    </a:lnTo>
                    <a:lnTo>
                      <a:pt x="165" y="539"/>
                    </a:lnTo>
                    <a:lnTo>
                      <a:pt x="178" y="554"/>
                    </a:lnTo>
                    <a:lnTo>
                      <a:pt x="193" y="567"/>
                    </a:lnTo>
                    <a:lnTo>
                      <a:pt x="208" y="581"/>
                    </a:lnTo>
                    <a:lnTo>
                      <a:pt x="223" y="593"/>
                    </a:lnTo>
                    <a:lnTo>
                      <a:pt x="240" y="606"/>
                    </a:lnTo>
                    <a:lnTo>
                      <a:pt x="256" y="617"/>
                    </a:lnTo>
                    <a:lnTo>
                      <a:pt x="272" y="628"/>
                    </a:lnTo>
                    <a:lnTo>
                      <a:pt x="288" y="639"/>
                    </a:lnTo>
                    <a:lnTo>
                      <a:pt x="306" y="649"/>
                    </a:lnTo>
                    <a:lnTo>
                      <a:pt x="323" y="658"/>
                    </a:lnTo>
                    <a:lnTo>
                      <a:pt x="341" y="667"/>
                    </a:lnTo>
                    <a:lnTo>
                      <a:pt x="358" y="674"/>
                    </a:lnTo>
                    <a:lnTo>
                      <a:pt x="376" y="681"/>
                    </a:lnTo>
                    <a:lnTo>
                      <a:pt x="392" y="687"/>
                    </a:lnTo>
                    <a:lnTo>
                      <a:pt x="410" y="692"/>
                    </a:lnTo>
                    <a:lnTo>
                      <a:pt x="426" y="696"/>
                    </a:lnTo>
                    <a:lnTo>
                      <a:pt x="442" y="699"/>
                    </a:lnTo>
                    <a:lnTo>
                      <a:pt x="458" y="702"/>
                    </a:lnTo>
                    <a:lnTo>
                      <a:pt x="473" y="703"/>
                    </a:lnTo>
                    <a:lnTo>
                      <a:pt x="488" y="704"/>
                    </a:lnTo>
                    <a:lnTo>
                      <a:pt x="503" y="704"/>
                    </a:lnTo>
                    <a:lnTo>
                      <a:pt x="517" y="703"/>
                    </a:lnTo>
                    <a:lnTo>
                      <a:pt x="531" y="701"/>
                    </a:lnTo>
                    <a:lnTo>
                      <a:pt x="544" y="698"/>
                    </a:lnTo>
                    <a:lnTo>
                      <a:pt x="557" y="695"/>
                    </a:lnTo>
                    <a:lnTo>
                      <a:pt x="569" y="691"/>
                    </a:lnTo>
                    <a:lnTo>
                      <a:pt x="582" y="686"/>
                    </a:lnTo>
                    <a:lnTo>
                      <a:pt x="593" y="680"/>
                    </a:lnTo>
                    <a:lnTo>
                      <a:pt x="603" y="673"/>
                    </a:lnTo>
                    <a:lnTo>
                      <a:pt x="613" y="666"/>
                    </a:lnTo>
                    <a:lnTo>
                      <a:pt x="623" y="658"/>
                    </a:lnTo>
                    <a:lnTo>
                      <a:pt x="632" y="650"/>
                    </a:lnTo>
                    <a:lnTo>
                      <a:pt x="639" y="640"/>
                    </a:lnTo>
                    <a:lnTo>
                      <a:pt x="647" y="630"/>
                    </a:lnTo>
                    <a:lnTo>
                      <a:pt x="654" y="619"/>
                    </a:lnTo>
                    <a:lnTo>
                      <a:pt x="661" y="608"/>
                    </a:lnTo>
                    <a:lnTo>
                      <a:pt x="666" y="596"/>
                    </a:lnTo>
                    <a:lnTo>
                      <a:pt x="671" y="583"/>
                    </a:lnTo>
                    <a:lnTo>
                      <a:pt x="674" y="569"/>
                    </a:lnTo>
                    <a:lnTo>
                      <a:pt x="677" y="555"/>
                    </a:lnTo>
                    <a:lnTo>
                      <a:pt x="679" y="541"/>
                    </a:lnTo>
                    <a:lnTo>
                      <a:pt x="681" y="525"/>
                    </a:lnTo>
                    <a:lnTo>
                      <a:pt x="681" y="509"/>
                    </a:lnTo>
                    <a:lnTo>
                      <a:pt x="681" y="493"/>
                    </a:lnTo>
                    <a:lnTo>
                      <a:pt x="679" y="476"/>
                    </a:lnTo>
                    <a:lnTo>
                      <a:pt x="677" y="460"/>
                    </a:lnTo>
                    <a:lnTo>
                      <a:pt x="674" y="443"/>
                    </a:lnTo>
                    <a:lnTo>
                      <a:pt x="671" y="426"/>
                    </a:lnTo>
                    <a:lnTo>
                      <a:pt x="666" y="409"/>
                    </a:lnTo>
                    <a:lnTo>
                      <a:pt x="661" y="392"/>
                    </a:lnTo>
                    <a:lnTo>
                      <a:pt x="654" y="374"/>
                    </a:lnTo>
                    <a:lnTo>
                      <a:pt x="647" y="357"/>
                    </a:lnTo>
                    <a:lnTo>
                      <a:pt x="639" y="340"/>
                    </a:lnTo>
                    <a:lnTo>
                      <a:pt x="632" y="323"/>
                    </a:lnTo>
                    <a:lnTo>
                      <a:pt x="623" y="307"/>
                    </a:lnTo>
                    <a:lnTo>
                      <a:pt x="613" y="290"/>
                    </a:lnTo>
                    <a:lnTo>
                      <a:pt x="603" y="273"/>
                    </a:lnTo>
                    <a:lnTo>
                      <a:pt x="593" y="257"/>
                    </a:lnTo>
                    <a:lnTo>
                      <a:pt x="582" y="241"/>
                    </a:lnTo>
                    <a:lnTo>
                      <a:pt x="569" y="225"/>
                    </a:lnTo>
                    <a:lnTo>
                      <a:pt x="557" y="209"/>
                    </a:lnTo>
                    <a:lnTo>
                      <a:pt x="544" y="194"/>
                    </a:lnTo>
                    <a:lnTo>
                      <a:pt x="531" y="179"/>
                    </a:lnTo>
                    <a:lnTo>
                      <a:pt x="517" y="165"/>
                    </a:lnTo>
                    <a:lnTo>
                      <a:pt x="503" y="150"/>
                    </a:lnTo>
                    <a:lnTo>
                      <a:pt x="488" y="137"/>
                    </a:lnTo>
                    <a:lnTo>
                      <a:pt x="473" y="123"/>
                    </a:lnTo>
                    <a:lnTo>
                      <a:pt x="458" y="111"/>
                    </a:lnTo>
                    <a:lnTo>
                      <a:pt x="442" y="98"/>
                    </a:lnTo>
                    <a:lnTo>
                      <a:pt x="426" y="87"/>
                    </a:lnTo>
                    <a:lnTo>
                      <a:pt x="410" y="76"/>
                    </a:lnTo>
                    <a:lnTo>
                      <a:pt x="392" y="65"/>
                    </a:lnTo>
                    <a:lnTo>
                      <a:pt x="376" y="55"/>
                    </a:lnTo>
                    <a:lnTo>
                      <a:pt x="358" y="46"/>
                    </a:lnTo>
                    <a:lnTo>
                      <a:pt x="341" y="37"/>
                    </a:lnTo>
                    <a:close/>
                    <a:moveTo>
                      <a:pt x="612" y="478"/>
                    </a:moveTo>
                    <a:lnTo>
                      <a:pt x="612" y="478"/>
                    </a:lnTo>
                    <a:lnTo>
                      <a:pt x="612" y="490"/>
                    </a:lnTo>
                    <a:lnTo>
                      <a:pt x="611" y="503"/>
                    </a:lnTo>
                    <a:lnTo>
                      <a:pt x="609" y="514"/>
                    </a:lnTo>
                    <a:lnTo>
                      <a:pt x="607" y="526"/>
                    </a:lnTo>
                    <a:lnTo>
                      <a:pt x="603" y="536"/>
                    </a:lnTo>
                    <a:lnTo>
                      <a:pt x="599" y="547"/>
                    </a:lnTo>
                    <a:lnTo>
                      <a:pt x="596" y="556"/>
                    </a:lnTo>
                    <a:lnTo>
                      <a:pt x="591" y="565"/>
                    </a:lnTo>
                    <a:lnTo>
                      <a:pt x="586" y="574"/>
                    </a:lnTo>
                    <a:lnTo>
                      <a:pt x="579" y="582"/>
                    </a:lnTo>
                    <a:lnTo>
                      <a:pt x="573" y="590"/>
                    </a:lnTo>
                    <a:lnTo>
                      <a:pt x="566" y="596"/>
                    </a:lnTo>
                    <a:lnTo>
                      <a:pt x="558" y="603"/>
                    </a:lnTo>
                    <a:lnTo>
                      <a:pt x="551" y="609"/>
                    </a:lnTo>
                    <a:lnTo>
                      <a:pt x="542" y="614"/>
                    </a:lnTo>
                    <a:lnTo>
                      <a:pt x="533" y="618"/>
                    </a:lnTo>
                    <a:lnTo>
                      <a:pt x="523" y="622"/>
                    </a:lnTo>
                    <a:lnTo>
                      <a:pt x="513" y="626"/>
                    </a:lnTo>
                    <a:lnTo>
                      <a:pt x="503" y="628"/>
                    </a:lnTo>
                    <a:lnTo>
                      <a:pt x="492" y="630"/>
                    </a:lnTo>
                    <a:lnTo>
                      <a:pt x="482" y="632"/>
                    </a:lnTo>
                    <a:lnTo>
                      <a:pt x="470" y="633"/>
                    </a:lnTo>
                    <a:lnTo>
                      <a:pt x="458" y="633"/>
                    </a:lnTo>
                    <a:lnTo>
                      <a:pt x="446" y="632"/>
                    </a:lnTo>
                    <a:lnTo>
                      <a:pt x="435" y="631"/>
                    </a:lnTo>
                    <a:lnTo>
                      <a:pt x="422" y="629"/>
                    </a:lnTo>
                    <a:lnTo>
                      <a:pt x="408" y="627"/>
                    </a:lnTo>
                    <a:lnTo>
                      <a:pt x="396" y="623"/>
                    </a:lnTo>
                    <a:lnTo>
                      <a:pt x="382" y="619"/>
                    </a:lnTo>
                    <a:lnTo>
                      <a:pt x="368" y="615"/>
                    </a:lnTo>
                    <a:lnTo>
                      <a:pt x="355" y="609"/>
                    </a:lnTo>
                    <a:lnTo>
                      <a:pt x="341" y="603"/>
                    </a:lnTo>
                    <a:lnTo>
                      <a:pt x="327" y="596"/>
                    </a:lnTo>
                    <a:lnTo>
                      <a:pt x="313" y="589"/>
                    </a:lnTo>
                    <a:lnTo>
                      <a:pt x="300" y="581"/>
                    </a:lnTo>
                    <a:lnTo>
                      <a:pt x="286" y="573"/>
                    </a:lnTo>
                    <a:lnTo>
                      <a:pt x="260" y="554"/>
                    </a:lnTo>
                    <a:lnTo>
                      <a:pt x="235" y="534"/>
                    </a:lnTo>
                    <a:lnTo>
                      <a:pt x="211" y="513"/>
                    </a:lnTo>
                    <a:lnTo>
                      <a:pt x="188" y="490"/>
                    </a:lnTo>
                    <a:lnTo>
                      <a:pt x="168" y="466"/>
                    </a:lnTo>
                    <a:lnTo>
                      <a:pt x="148" y="441"/>
                    </a:lnTo>
                    <a:lnTo>
                      <a:pt x="131" y="415"/>
                    </a:lnTo>
                    <a:lnTo>
                      <a:pt x="116" y="388"/>
                    </a:lnTo>
                    <a:lnTo>
                      <a:pt x="102" y="361"/>
                    </a:lnTo>
                    <a:lnTo>
                      <a:pt x="91" y="334"/>
                    </a:lnTo>
                    <a:lnTo>
                      <a:pt x="81" y="307"/>
                    </a:lnTo>
                    <a:lnTo>
                      <a:pt x="75" y="280"/>
                    </a:lnTo>
                    <a:lnTo>
                      <a:pt x="72" y="266"/>
                    </a:lnTo>
                    <a:lnTo>
                      <a:pt x="71" y="253"/>
                    </a:lnTo>
                    <a:lnTo>
                      <a:pt x="70" y="240"/>
                    </a:lnTo>
                    <a:lnTo>
                      <a:pt x="68" y="226"/>
                    </a:lnTo>
                    <a:lnTo>
                      <a:pt x="70" y="214"/>
                    </a:lnTo>
                    <a:lnTo>
                      <a:pt x="71" y="201"/>
                    </a:lnTo>
                    <a:lnTo>
                      <a:pt x="72" y="190"/>
                    </a:lnTo>
                    <a:lnTo>
                      <a:pt x="75" y="178"/>
                    </a:lnTo>
                    <a:lnTo>
                      <a:pt x="77" y="168"/>
                    </a:lnTo>
                    <a:lnTo>
                      <a:pt x="81" y="157"/>
                    </a:lnTo>
                    <a:lnTo>
                      <a:pt x="86" y="148"/>
                    </a:lnTo>
                    <a:lnTo>
                      <a:pt x="91" y="139"/>
                    </a:lnTo>
                    <a:lnTo>
                      <a:pt x="96" y="130"/>
                    </a:lnTo>
                    <a:lnTo>
                      <a:pt x="102" y="122"/>
                    </a:lnTo>
                    <a:lnTo>
                      <a:pt x="108" y="114"/>
                    </a:lnTo>
                    <a:lnTo>
                      <a:pt x="116" y="108"/>
                    </a:lnTo>
                    <a:lnTo>
                      <a:pt x="123" y="101"/>
                    </a:lnTo>
                    <a:lnTo>
                      <a:pt x="131" y="95"/>
                    </a:lnTo>
                    <a:lnTo>
                      <a:pt x="140" y="90"/>
                    </a:lnTo>
                    <a:lnTo>
                      <a:pt x="148" y="86"/>
                    </a:lnTo>
                    <a:lnTo>
                      <a:pt x="158" y="82"/>
                    </a:lnTo>
                    <a:lnTo>
                      <a:pt x="168" y="78"/>
                    </a:lnTo>
                    <a:lnTo>
                      <a:pt x="178" y="76"/>
                    </a:lnTo>
                    <a:lnTo>
                      <a:pt x="188" y="74"/>
                    </a:lnTo>
                    <a:lnTo>
                      <a:pt x="200" y="72"/>
                    </a:lnTo>
                    <a:lnTo>
                      <a:pt x="211" y="71"/>
                    </a:lnTo>
                    <a:lnTo>
                      <a:pt x="223" y="71"/>
                    </a:lnTo>
                    <a:lnTo>
                      <a:pt x="235" y="72"/>
                    </a:lnTo>
                    <a:lnTo>
                      <a:pt x="247" y="73"/>
                    </a:lnTo>
                    <a:lnTo>
                      <a:pt x="260" y="75"/>
                    </a:lnTo>
                    <a:lnTo>
                      <a:pt x="273" y="77"/>
                    </a:lnTo>
                    <a:lnTo>
                      <a:pt x="286" y="81"/>
                    </a:lnTo>
                    <a:lnTo>
                      <a:pt x="300" y="85"/>
                    </a:lnTo>
                    <a:lnTo>
                      <a:pt x="313" y="89"/>
                    </a:lnTo>
                    <a:lnTo>
                      <a:pt x="327" y="95"/>
                    </a:lnTo>
                    <a:lnTo>
                      <a:pt x="341" y="101"/>
                    </a:lnTo>
                    <a:lnTo>
                      <a:pt x="355" y="108"/>
                    </a:lnTo>
                    <a:lnTo>
                      <a:pt x="368" y="115"/>
                    </a:lnTo>
                    <a:lnTo>
                      <a:pt x="382" y="123"/>
                    </a:lnTo>
                    <a:lnTo>
                      <a:pt x="396" y="131"/>
                    </a:lnTo>
                    <a:lnTo>
                      <a:pt x="422" y="150"/>
                    </a:lnTo>
                    <a:lnTo>
                      <a:pt x="446" y="170"/>
                    </a:lnTo>
                    <a:lnTo>
                      <a:pt x="470" y="191"/>
                    </a:lnTo>
                    <a:lnTo>
                      <a:pt x="492" y="214"/>
                    </a:lnTo>
                    <a:lnTo>
                      <a:pt x="513" y="238"/>
                    </a:lnTo>
                    <a:lnTo>
                      <a:pt x="533" y="263"/>
                    </a:lnTo>
                    <a:lnTo>
                      <a:pt x="551" y="289"/>
                    </a:lnTo>
                    <a:lnTo>
                      <a:pt x="566" y="316"/>
                    </a:lnTo>
                    <a:lnTo>
                      <a:pt x="579" y="343"/>
                    </a:lnTo>
                    <a:lnTo>
                      <a:pt x="591" y="370"/>
                    </a:lnTo>
                    <a:lnTo>
                      <a:pt x="599" y="397"/>
                    </a:lnTo>
                    <a:lnTo>
                      <a:pt x="607" y="424"/>
                    </a:lnTo>
                    <a:lnTo>
                      <a:pt x="609" y="438"/>
                    </a:lnTo>
                    <a:lnTo>
                      <a:pt x="611" y="451"/>
                    </a:lnTo>
                    <a:lnTo>
                      <a:pt x="612" y="464"/>
                    </a:lnTo>
                    <a:lnTo>
                      <a:pt x="612" y="478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9" name="Freeform 332">
                <a:extLst>
                  <a:ext uri="{FF2B5EF4-FFF2-40B4-BE49-F238E27FC236}">
                    <a16:creationId xmlns:a16="http://schemas.microsoft.com/office/drawing/2014/main" id="{7A887D63-CF27-438C-94FE-7A3FCC974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2813" y="4662488"/>
                <a:ext cx="109538" cy="207963"/>
              </a:xfrm>
              <a:custGeom>
                <a:avLst/>
                <a:gdLst>
                  <a:gd name="T0" fmla="*/ 303 w 346"/>
                  <a:gd name="T1" fmla="*/ 516 h 526"/>
                  <a:gd name="T2" fmla="*/ 306 w 346"/>
                  <a:gd name="T3" fmla="*/ 519 h 526"/>
                  <a:gd name="T4" fmla="*/ 308 w 346"/>
                  <a:gd name="T5" fmla="*/ 522 h 526"/>
                  <a:gd name="T6" fmla="*/ 312 w 346"/>
                  <a:gd name="T7" fmla="*/ 524 h 526"/>
                  <a:gd name="T8" fmla="*/ 316 w 346"/>
                  <a:gd name="T9" fmla="*/ 525 h 526"/>
                  <a:gd name="T10" fmla="*/ 320 w 346"/>
                  <a:gd name="T11" fmla="*/ 526 h 526"/>
                  <a:gd name="T12" fmla="*/ 325 w 346"/>
                  <a:gd name="T13" fmla="*/ 526 h 526"/>
                  <a:gd name="T14" fmla="*/ 328 w 346"/>
                  <a:gd name="T15" fmla="*/ 526 h 526"/>
                  <a:gd name="T16" fmla="*/ 333 w 346"/>
                  <a:gd name="T17" fmla="*/ 524 h 526"/>
                  <a:gd name="T18" fmla="*/ 337 w 346"/>
                  <a:gd name="T19" fmla="*/ 522 h 526"/>
                  <a:gd name="T20" fmla="*/ 340 w 346"/>
                  <a:gd name="T21" fmla="*/ 520 h 526"/>
                  <a:gd name="T22" fmla="*/ 342 w 346"/>
                  <a:gd name="T23" fmla="*/ 517 h 526"/>
                  <a:gd name="T24" fmla="*/ 344 w 346"/>
                  <a:gd name="T25" fmla="*/ 514 h 526"/>
                  <a:gd name="T26" fmla="*/ 346 w 346"/>
                  <a:gd name="T27" fmla="*/ 511 h 526"/>
                  <a:gd name="T28" fmla="*/ 346 w 346"/>
                  <a:gd name="T29" fmla="*/ 507 h 526"/>
                  <a:gd name="T30" fmla="*/ 344 w 346"/>
                  <a:gd name="T31" fmla="*/ 504 h 526"/>
                  <a:gd name="T32" fmla="*/ 343 w 346"/>
                  <a:gd name="T33" fmla="*/ 500 h 526"/>
                  <a:gd name="T34" fmla="*/ 42 w 346"/>
                  <a:gd name="T35" fmla="*/ 10 h 526"/>
                  <a:gd name="T36" fmla="*/ 40 w 346"/>
                  <a:gd name="T37" fmla="*/ 7 h 526"/>
                  <a:gd name="T38" fmla="*/ 36 w 346"/>
                  <a:gd name="T39" fmla="*/ 4 h 526"/>
                  <a:gd name="T40" fmla="*/ 33 w 346"/>
                  <a:gd name="T41" fmla="*/ 2 h 526"/>
                  <a:gd name="T42" fmla="*/ 28 w 346"/>
                  <a:gd name="T43" fmla="*/ 1 h 526"/>
                  <a:gd name="T44" fmla="*/ 25 w 346"/>
                  <a:gd name="T45" fmla="*/ 0 h 526"/>
                  <a:gd name="T46" fmla="*/ 21 w 346"/>
                  <a:gd name="T47" fmla="*/ 0 h 526"/>
                  <a:gd name="T48" fmla="*/ 16 w 346"/>
                  <a:gd name="T49" fmla="*/ 0 h 526"/>
                  <a:gd name="T50" fmla="*/ 12 w 346"/>
                  <a:gd name="T51" fmla="*/ 2 h 526"/>
                  <a:gd name="T52" fmla="*/ 8 w 346"/>
                  <a:gd name="T53" fmla="*/ 4 h 526"/>
                  <a:gd name="T54" fmla="*/ 5 w 346"/>
                  <a:gd name="T55" fmla="*/ 6 h 526"/>
                  <a:gd name="T56" fmla="*/ 2 w 346"/>
                  <a:gd name="T57" fmla="*/ 9 h 526"/>
                  <a:gd name="T58" fmla="*/ 1 w 346"/>
                  <a:gd name="T59" fmla="*/ 12 h 526"/>
                  <a:gd name="T60" fmla="*/ 0 w 346"/>
                  <a:gd name="T61" fmla="*/ 15 h 526"/>
                  <a:gd name="T62" fmla="*/ 0 w 346"/>
                  <a:gd name="T63" fmla="*/ 19 h 526"/>
                  <a:gd name="T64" fmla="*/ 0 w 346"/>
                  <a:gd name="T65" fmla="*/ 22 h 526"/>
                  <a:gd name="T66" fmla="*/ 2 w 346"/>
                  <a:gd name="T67" fmla="*/ 26 h 526"/>
                  <a:gd name="T68" fmla="*/ 303 w 346"/>
                  <a:gd name="T69" fmla="*/ 516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46" h="526">
                    <a:moveTo>
                      <a:pt x="303" y="516"/>
                    </a:moveTo>
                    <a:lnTo>
                      <a:pt x="306" y="519"/>
                    </a:lnTo>
                    <a:lnTo>
                      <a:pt x="308" y="522"/>
                    </a:lnTo>
                    <a:lnTo>
                      <a:pt x="312" y="524"/>
                    </a:lnTo>
                    <a:lnTo>
                      <a:pt x="316" y="525"/>
                    </a:lnTo>
                    <a:lnTo>
                      <a:pt x="320" y="526"/>
                    </a:lnTo>
                    <a:lnTo>
                      <a:pt x="325" y="526"/>
                    </a:lnTo>
                    <a:lnTo>
                      <a:pt x="328" y="526"/>
                    </a:lnTo>
                    <a:lnTo>
                      <a:pt x="333" y="524"/>
                    </a:lnTo>
                    <a:lnTo>
                      <a:pt x="337" y="522"/>
                    </a:lnTo>
                    <a:lnTo>
                      <a:pt x="340" y="520"/>
                    </a:lnTo>
                    <a:lnTo>
                      <a:pt x="342" y="517"/>
                    </a:lnTo>
                    <a:lnTo>
                      <a:pt x="344" y="514"/>
                    </a:lnTo>
                    <a:lnTo>
                      <a:pt x="346" y="511"/>
                    </a:lnTo>
                    <a:lnTo>
                      <a:pt x="346" y="507"/>
                    </a:lnTo>
                    <a:lnTo>
                      <a:pt x="344" y="504"/>
                    </a:lnTo>
                    <a:lnTo>
                      <a:pt x="343" y="500"/>
                    </a:lnTo>
                    <a:lnTo>
                      <a:pt x="42" y="10"/>
                    </a:lnTo>
                    <a:lnTo>
                      <a:pt x="40" y="7"/>
                    </a:lnTo>
                    <a:lnTo>
                      <a:pt x="36" y="4"/>
                    </a:lnTo>
                    <a:lnTo>
                      <a:pt x="33" y="2"/>
                    </a:lnTo>
                    <a:lnTo>
                      <a:pt x="28" y="1"/>
                    </a:lnTo>
                    <a:lnTo>
                      <a:pt x="25" y="0"/>
                    </a:lnTo>
                    <a:lnTo>
                      <a:pt x="21" y="0"/>
                    </a:lnTo>
                    <a:lnTo>
                      <a:pt x="16" y="0"/>
                    </a:lnTo>
                    <a:lnTo>
                      <a:pt x="12" y="2"/>
                    </a:lnTo>
                    <a:lnTo>
                      <a:pt x="8" y="4"/>
                    </a:lnTo>
                    <a:lnTo>
                      <a:pt x="5" y="6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2" y="26"/>
                    </a:lnTo>
                    <a:lnTo>
                      <a:pt x="303" y="516"/>
                    </a:lnTo>
                    <a:close/>
                  </a:path>
                </a:pathLst>
              </a:custGeom>
              <a:solidFill>
                <a:srgbClr val="CF1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0" name="Freeform 333">
                <a:extLst>
                  <a:ext uri="{FF2B5EF4-FFF2-40B4-BE49-F238E27FC236}">
                    <a16:creationId xmlns:a16="http://schemas.microsoft.com/office/drawing/2014/main" id="{25779E75-E90C-42BA-BECD-23AA237C87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02176" y="4732338"/>
                <a:ext cx="215900" cy="279400"/>
              </a:xfrm>
              <a:custGeom>
                <a:avLst/>
                <a:gdLst>
                  <a:gd name="T0" fmla="*/ 289 w 681"/>
                  <a:gd name="T1" fmla="*/ 17 h 704"/>
                  <a:gd name="T2" fmla="*/ 224 w 681"/>
                  <a:gd name="T3" fmla="*/ 2 h 704"/>
                  <a:gd name="T4" fmla="*/ 164 w 681"/>
                  <a:gd name="T5" fmla="*/ 1 h 704"/>
                  <a:gd name="T6" fmla="*/ 113 w 681"/>
                  <a:gd name="T7" fmla="*/ 13 h 704"/>
                  <a:gd name="T8" fmla="*/ 68 w 681"/>
                  <a:gd name="T9" fmla="*/ 38 h 704"/>
                  <a:gd name="T10" fmla="*/ 34 w 681"/>
                  <a:gd name="T11" fmla="*/ 74 h 704"/>
                  <a:gd name="T12" fmla="*/ 12 w 681"/>
                  <a:gd name="T13" fmla="*/ 121 h 704"/>
                  <a:gd name="T14" fmla="*/ 2 w 681"/>
                  <a:gd name="T15" fmla="*/ 179 h 704"/>
                  <a:gd name="T16" fmla="*/ 4 w 681"/>
                  <a:gd name="T17" fmla="*/ 244 h 704"/>
                  <a:gd name="T18" fmla="*/ 22 w 681"/>
                  <a:gd name="T19" fmla="*/ 312 h 704"/>
                  <a:gd name="T20" fmla="*/ 50 w 681"/>
                  <a:gd name="T21" fmla="*/ 381 h 704"/>
                  <a:gd name="T22" fmla="*/ 89 w 681"/>
                  <a:gd name="T23" fmla="*/ 447 h 704"/>
                  <a:gd name="T24" fmla="*/ 138 w 681"/>
                  <a:gd name="T25" fmla="*/ 510 h 704"/>
                  <a:gd name="T26" fmla="*/ 194 w 681"/>
                  <a:gd name="T27" fmla="*/ 567 h 704"/>
                  <a:gd name="T28" fmla="*/ 257 w 681"/>
                  <a:gd name="T29" fmla="*/ 617 h 704"/>
                  <a:gd name="T30" fmla="*/ 324 w 681"/>
                  <a:gd name="T31" fmla="*/ 658 h 704"/>
                  <a:gd name="T32" fmla="*/ 393 w 681"/>
                  <a:gd name="T33" fmla="*/ 687 h 704"/>
                  <a:gd name="T34" fmla="*/ 458 w 681"/>
                  <a:gd name="T35" fmla="*/ 701 h 704"/>
                  <a:gd name="T36" fmla="*/ 518 w 681"/>
                  <a:gd name="T37" fmla="*/ 703 h 704"/>
                  <a:gd name="T38" fmla="*/ 570 w 681"/>
                  <a:gd name="T39" fmla="*/ 691 h 704"/>
                  <a:gd name="T40" fmla="*/ 614 w 681"/>
                  <a:gd name="T41" fmla="*/ 666 h 704"/>
                  <a:gd name="T42" fmla="*/ 648 w 681"/>
                  <a:gd name="T43" fmla="*/ 630 h 704"/>
                  <a:gd name="T44" fmla="*/ 671 w 681"/>
                  <a:gd name="T45" fmla="*/ 583 h 704"/>
                  <a:gd name="T46" fmla="*/ 681 w 681"/>
                  <a:gd name="T47" fmla="*/ 525 h 704"/>
                  <a:gd name="T48" fmla="*/ 678 w 681"/>
                  <a:gd name="T49" fmla="*/ 459 h 704"/>
                  <a:gd name="T50" fmla="*/ 661 w 681"/>
                  <a:gd name="T51" fmla="*/ 391 h 704"/>
                  <a:gd name="T52" fmla="*/ 633 w 681"/>
                  <a:gd name="T53" fmla="*/ 323 h 704"/>
                  <a:gd name="T54" fmla="*/ 593 w 681"/>
                  <a:gd name="T55" fmla="*/ 257 h 704"/>
                  <a:gd name="T56" fmla="*/ 545 w 681"/>
                  <a:gd name="T57" fmla="*/ 194 h 704"/>
                  <a:gd name="T58" fmla="*/ 489 w 681"/>
                  <a:gd name="T59" fmla="*/ 137 h 704"/>
                  <a:gd name="T60" fmla="*/ 426 w 681"/>
                  <a:gd name="T61" fmla="*/ 87 h 704"/>
                  <a:gd name="T62" fmla="*/ 359 w 681"/>
                  <a:gd name="T63" fmla="*/ 46 h 704"/>
                  <a:gd name="T64" fmla="*/ 613 w 681"/>
                  <a:gd name="T65" fmla="*/ 490 h 704"/>
                  <a:gd name="T66" fmla="*/ 604 w 681"/>
                  <a:gd name="T67" fmla="*/ 536 h 704"/>
                  <a:gd name="T68" fmla="*/ 586 w 681"/>
                  <a:gd name="T69" fmla="*/ 574 h 704"/>
                  <a:gd name="T70" fmla="*/ 559 w 681"/>
                  <a:gd name="T71" fmla="*/ 603 h 704"/>
                  <a:gd name="T72" fmla="*/ 524 w 681"/>
                  <a:gd name="T73" fmla="*/ 622 h 704"/>
                  <a:gd name="T74" fmla="*/ 481 w 681"/>
                  <a:gd name="T75" fmla="*/ 632 h 704"/>
                  <a:gd name="T76" fmla="*/ 434 w 681"/>
                  <a:gd name="T77" fmla="*/ 631 h 704"/>
                  <a:gd name="T78" fmla="*/ 383 w 681"/>
                  <a:gd name="T79" fmla="*/ 619 h 704"/>
                  <a:gd name="T80" fmla="*/ 328 w 681"/>
                  <a:gd name="T81" fmla="*/ 596 h 704"/>
                  <a:gd name="T82" fmla="*/ 260 w 681"/>
                  <a:gd name="T83" fmla="*/ 554 h 704"/>
                  <a:gd name="T84" fmla="*/ 168 w 681"/>
                  <a:gd name="T85" fmla="*/ 466 h 704"/>
                  <a:gd name="T86" fmla="*/ 103 w 681"/>
                  <a:gd name="T87" fmla="*/ 361 h 704"/>
                  <a:gd name="T88" fmla="*/ 73 w 681"/>
                  <a:gd name="T89" fmla="*/ 266 h 704"/>
                  <a:gd name="T90" fmla="*/ 70 w 681"/>
                  <a:gd name="T91" fmla="*/ 214 h 704"/>
                  <a:gd name="T92" fmla="*/ 78 w 681"/>
                  <a:gd name="T93" fmla="*/ 168 h 704"/>
                  <a:gd name="T94" fmla="*/ 97 w 681"/>
                  <a:gd name="T95" fmla="*/ 130 h 704"/>
                  <a:gd name="T96" fmla="*/ 124 w 681"/>
                  <a:gd name="T97" fmla="*/ 101 h 704"/>
                  <a:gd name="T98" fmla="*/ 159 w 681"/>
                  <a:gd name="T99" fmla="*/ 82 h 704"/>
                  <a:gd name="T100" fmla="*/ 200 w 681"/>
                  <a:gd name="T101" fmla="*/ 72 h 704"/>
                  <a:gd name="T102" fmla="*/ 248 w 681"/>
                  <a:gd name="T103" fmla="*/ 73 h 704"/>
                  <a:gd name="T104" fmla="*/ 300 w 681"/>
                  <a:gd name="T105" fmla="*/ 85 h 704"/>
                  <a:gd name="T106" fmla="*/ 355 w 681"/>
                  <a:gd name="T107" fmla="*/ 108 h 704"/>
                  <a:gd name="T108" fmla="*/ 421 w 681"/>
                  <a:gd name="T109" fmla="*/ 149 h 704"/>
                  <a:gd name="T110" fmla="*/ 514 w 681"/>
                  <a:gd name="T111" fmla="*/ 238 h 704"/>
                  <a:gd name="T112" fmla="*/ 580 w 681"/>
                  <a:gd name="T113" fmla="*/ 343 h 704"/>
                  <a:gd name="T114" fmla="*/ 610 w 681"/>
                  <a:gd name="T115" fmla="*/ 438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4">
                    <a:moveTo>
                      <a:pt x="342" y="37"/>
                    </a:moveTo>
                    <a:lnTo>
                      <a:pt x="324" y="30"/>
                    </a:lnTo>
                    <a:lnTo>
                      <a:pt x="307" y="23"/>
                    </a:lnTo>
                    <a:lnTo>
                      <a:pt x="289" y="17"/>
                    </a:lnTo>
                    <a:lnTo>
                      <a:pt x="273" y="12"/>
                    </a:lnTo>
                    <a:lnTo>
                      <a:pt x="257" y="8"/>
                    </a:lnTo>
                    <a:lnTo>
                      <a:pt x="240" y="5"/>
                    </a:lnTo>
                    <a:lnTo>
                      <a:pt x="224" y="2"/>
                    </a:lnTo>
                    <a:lnTo>
                      <a:pt x="209" y="1"/>
                    </a:lnTo>
                    <a:lnTo>
                      <a:pt x="194" y="0"/>
                    </a:lnTo>
                    <a:lnTo>
                      <a:pt x="179" y="0"/>
                    </a:lnTo>
                    <a:lnTo>
                      <a:pt x="164" y="1"/>
                    </a:lnTo>
                    <a:lnTo>
                      <a:pt x="150" y="3"/>
                    </a:lnTo>
                    <a:lnTo>
                      <a:pt x="138" y="6"/>
                    </a:lnTo>
                    <a:lnTo>
                      <a:pt x="124" y="9"/>
                    </a:lnTo>
                    <a:lnTo>
                      <a:pt x="113" y="13"/>
                    </a:lnTo>
                    <a:lnTo>
                      <a:pt x="100" y="18"/>
                    </a:lnTo>
                    <a:lnTo>
                      <a:pt x="89" y="24"/>
                    </a:lnTo>
                    <a:lnTo>
                      <a:pt x="78" y="30"/>
                    </a:lnTo>
                    <a:lnTo>
                      <a:pt x="68" y="38"/>
                    </a:lnTo>
                    <a:lnTo>
                      <a:pt x="59" y="46"/>
                    </a:lnTo>
                    <a:lnTo>
                      <a:pt x="50" y="54"/>
                    </a:lnTo>
                    <a:lnTo>
                      <a:pt x="42" y="64"/>
                    </a:lnTo>
                    <a:lnTo>
                      <a:pt x="34" y="74"/>
                    </a:lnTo>
                    <a:lnTo>
                      <a:pt x="28" y="85"/>
                    </a:lnTo>
                    <a:lnTo>
                      <a:pt x="22" y="96"/>
                    </a:lnTo>
                    <a:lnTo>
                      <a:pt x="17" y="108"/>
                    </a:lnTo>
                    <a:lnTo>
                      <a:pt x="12" y="121"/>
                    </a:lnTo>
                    <a:lnTo>
                      <a:pt x="8" y="134"/>
                    </a:lnTo>
                    <a:lnTo>
                      <a:pt x="4" y="149"/>
                    </a:lnTo>
                    <a:lnTo>
                      <a:pt x="3" y="163"/>
                    </a:lnTo>
                    <a:lnTo>
                      <a:pt x="2" y="179"/>
                    </a:lnTo>
                    <a:lnTo>
                      <a:pt x="0" y="195"/>
                    </a:lnTo>
                    <a:lnTo>
                      <a:pt x="2" y="211"/>
                    </a:lnTo>
                    <a:lnTo>
                      <a:pt x="3" y="228"/>
                    </a:lnTo>
                    <a:lnTo>
                      <a:pt x="4" y="244"/>
                    </a:lnTo>
                    <a:lnTo>
                      <a:pt x="8" y="261"/>
                    </a:lnTo>
                    <a:lnTo>
                      <a:pt x="12" y="278"/>
                    </a:lnTo>
                    <a:lnTo>
                      <a:pt x="17" y="295"/>
                    </a:lnTo>
                    <a:lnTo>
                      <a:pt x="22" y="312"/>
                    </a:lnTo>
                    <a:lnTo>
                      <a:pt x="28" y="329"/>
                    </a:lnTo>
                    <a:lnTo>
                      <a:pt x="34" y="347"/>
                    </a:lnTo>
                    <a:lnTo>
                      <a:pt x="42" y="364"/>
                    </a:lnTo>
                    <a:lnTo>
                      <a:pt x="50" y="381"/>
                    </a:lnTo>
                    <a:lnTo>
                      <a:pt x="59" y="397"/>
                    </a:lnTo>
                    <a:lnTo>
                      <a:pt x="68" y="414"/>
                    </a:lnTo>
                    <a:lnTo>
                      <a:pt x="78" y="431"/>
                    </a:lnTo>
                    <a:lnTo>
                      <a:pt x="89" y="447"/>
                    </a:lnTo>
                    <a:lnTo>
                      <a:pt x="100" y="463"/>
                    </a:lnTo>
                    <a:lnTo>
                      <a:pt x="113" y="479"/>
                    </a:lnTo>
                    <a:lnTo>
                      <a:pt x="124" y="495"/>
                    </a:lnTo>
                    <a:lnTo>
                      <a:pt x="138" y="510"/>
                    </a:lnTo>
                    <a:lnTo>
                      <a:pt x="150" y="525"/>
                    </a:lnTo>
                    <a:lnTo>
                      <a:pt x="164" y="539"/>
                    </a:lnTo>
                    <a:lnTo>
                      <a:pt x="179" y="554"/>
                    </a:lnTo>
                    <a:lnTo>
                      <a:pt x="194" y="567"/>
                    </a:lnTo>
                    <a:lnTo>
                      <a:pt x="209" y="581"/>
                    </a:lnTo>
                    <a:lnTo>
                      <a:pt x="224" y="593"/>
                    </a:lnTo>
                    <a:lnTo>
                      <a:pt x="240" y="606"/>
                    </a:lnTo>
                    <a:lnTo>
                      <a:pt x="257" y="617"/>
                    </a:lnTo>
                    <a:lnTo>
                      <a:pt x="273" y="628"/>
                    </a:lnTo>
                    <a:lnTo>
                      <a:pt x="289" y="639"/>
                    </a:lnTo>
                    <a:lnTo>
                      <a:pt x="307" y="649"/>
                    </a:lnTo>
                    <a:lnTo>
                      <a:pt x="324" y="658"/>
                    </a:lnTo>
                    <a:lnTo>
                      <a:pt x="342" y="666"/>
                    </a:lnTo>
                    <a:lnTo>
                      <a:pt x="359" y="674"/>
                    </a:lnTo>
                    <a:lnTo>
                      <a:pt x="377" y="681"/>
                    </a:lnTo>
                    <a:lnTo>
                      <a:pt x="393" y="687"/>
                    </a:lnTo>
                    <a:lnTo>
                      <a:pt x="410" y="692"/>
                    </a:lnTo>
                    <a:lnTo>
                      <a:pt x="426" y="696"/>
                    </a:lnTo>
                    <a:lnTo>
                      <a:pt x="443" y="699"/>
                    </a:lnTo>
                    <a:lnTo>
                      <a:pt x="458" y="701"/>
                    </a:lnTo>
                    <a:lnTo>
                      <a:pt x="474" y="703"/>
                    </a:lnTo>
                    <a:lnTo>
                      <a:pt x="489" y="704"/>
                    </a:lnTo>
                    <a:lnTo>
                      <a:pt x="504" y="703"/>
                    </a:lnTo>
                    <a:lnTo>
                      <a:pt x="518" y="703"/>
                    </a:lnTo>
                    <a:lnTo>
                      <a:pt x="531" y="701"/>
                    </a:lnTo>
                    <a:lnTo>
                      <a:pt x="545" y="698"/>
                    </a:lnTo>
                    <a:lnTo>
                      <a:pt x="558" y="695"/>
                    </a:lnTo>
                    <a:lnTo>
                      <a:pt x="570" y="691"/>
                    </a:lnTo>
                    <a:lnTo>
                      <a:pt x="581" y="686"/>
                    </a:lnTo>
                    <a:lnTo>
                      <a:pt x="593" y="680"/>
                    </a:lnTo>
                    <a:lnTo>
                      <a:pt x="604" y="673"/>
                    </a:lnTo>
                    <a:lnTo>
                      <a:pt x="614" y="666"/>
                    </a:lnTo>
                    <a:lnTo>
                      <a:pt x="624" y="658"/>
                    </a:lnTo>
                    <a:lnTo>
                      <a:pt x="633" y="650"/>
                    </a:lnTo>
                    <a:lnTo>
                      <a:pt x="640" y="640"/>
                    </a:lnTo>
                    <a:lnTo>
                      <a:pt x="648" y="630"/>
                    </a:lnTo>
                    <a:lnTo>
                      <a:pt x="655" y="619"/>
                    </a:lnTo>
                    <a:lnTo>
                      <a:pt x="661" y="608"/>
                    </a:lnTo>
                    <a:lnTo>
                      <a:pt x="666" y="596"/>
                    </a:lnTo>
                    <a:lnTo>
                      <a:pt x="671" y="583"/>
                    </a:lnTo>
                    <a:lnTo>
                      <a:pt x="675" y="569"/>
                    </a:lnTo>
                    <a:lnTo>
                      <a:pt x="678" y="555"/>
                    </a:lnTo>
                    <a:lnTo>
                      <a:pt x="680" y="541"/>
                    </a:lnTo>
                    <a:lnTo>
                      <a:pt x="681" y="525"/>
                    </a:lnTo>
                    <a:lnTo>
                      <a:pt x="681" y="509"/>
                    </a:lnTo>
                    <a:lnTo>
                      <a:pt x="681" y="493"/>
                    </a:lnTo>
                    <a:lnTo>
                      <a:pt x="680" y="476"/>
                    </a:lnTo>
                    <a:lnTo>
                      <a:pt x="678" y="459"/>
                    </a:lnTo>
                    <a:lnTo>
                      <a:pt x="675" y="443"/>
                    </a:lnTo>
                    <a:lnTo>
                      <a:pt x="671" y="426"/>
                    </a:lnTo>
                    <a:lnTo>
                      <a:pt x="666" y="409"/>
                    </a:lnTo>
                    <a:lnTo>
                      <a:pt x="661" y="391"/>
                    </a:lnTo>
                    <a:lnTo>
                      <a:pt x="655" y="374"/>
                    </a:lnTo>
                    <a:lnTo>
                      <a:pt x="648" y="357"/>
                    </a:lnTo>
                    <a:lnTo>
                      <a:pt x="640" y="340"/>
                    </a:lnTo>
                    <a:lnTo>
                      <a:pt x="633" y="323"/>
                    </a:lnTo>
                    <a:lnTo>
                      <a:pt x="624" y="306"/>
                    </a:lnTo>
                    <a:lnTo>
                      <a:pt x="614" y="290"/>
                    </a:lnTo>
                    <a:lnTo>
                      <a:pt x="604" y="273"/>
                    </a:lnTo>
                    <a:lnTo>
                      <a:pt x="593" y="257"/>
                    </a:lnTo>
                    <a:lnTo>
                      <a:pt x="581" y="241"/>
                    </a:lnTo>
                    <a:lnTo>
                      <a:pt x="570" y="225"/>
                    </a:lnTo>
                    <a:lnTo>
                      <a:pt x="558" y="209"/>
                    </a:lnTo>
                    <a:lnTo>
                      <a:pt x="545" y="194"/>
                    </a:lnTo>
                    <a:lnTo>
                      <a:pt x="531" y="179"/>
                    </a:lnTo>
                    <a:lnTo>
                      <a:pt x="518" y="164"/>
                    </a:lnTo>
                    <a:lnTo>
                      <a:pt x="504" y="150"/>
                    </a:lnTo>
                    <a:lnTo>
                      <a:pt x="489" y="137"/>
                    </a:lnTo>
                    <a:lnTo>
                      <a:pt x="474" y="123"/>
                    </a:lnTo>
                    <a:lnTo>
                      <a:pt x="458" y="111"/>
                    </a:lnTo>
                    <a:lnTo>
                      <a:pt x="443" y="98"/>
                    </a:lnTo>
                    <a:lnTo>
                      <a:pt x="426" y="87"/>
                    </a:lnTo>
                    <a:lnTo>
                      <a:pt x="410" y="75"/>
                    </a:lnTo>
                    <a:lnTo>
                      <a:pt x="393" y="65"/>
                    </a:lnTo>
                    <a:lnTo>
                      <a:pt x="377" y="55"/>
                    </a:lnTo>
                    <a:lnTo>
                      <a:pt x="359" y="46"/>
                    </a:lnTo>
                    <a:lnTo>
                      <a:pt x="342" y="37"/>
                    </a:lnTo>
                    <a:close/>
                    <a:moveTo>
                      <a:pt x="613" y="477"/>
                    </a:moveTo>
                    <a:lnTo>
                      <a:pt x="613" y="477"/>
                    </a:lnTo>
                    <a:lnTo>
                      <a:pt x="613" y="490"/>
                    </a:lnTo>
                    <a:lnTo>
                      <a:pt x="611" y="502"/>
                    </a:lnTo>
                    <a:lnTo>
                      <a:pt x="610" y="514"/>
                    </a:lnTo>
                    <a:lnTo>
                      <a:pt x="608" y="525"/>
                    </a:lnTo>
                    <a:lnTo>
                      <a:pt x="604" y="536"/>
                    </a:lnTo>
                    <a:lnTo>
                      <a:pt x="600" y="546"/>
                    </a:lnTo>
                    <a:lnTo>
                      <a:pt x="596" y="556"/>
                    </a:lnTo>
                    <a:lnTo>
                      <a:pt x="591" y="565"/>
                    </a:lnTo>
                    <a:lnTo>
                      <a:pt x="586" y="574"/>
                    </a:lnTo>
                    <a:lnTo>
                      <a:pt x="580" y="582"/>
                    </a:lnTo>
                    <a:lnTo>
                      <a:pt x="574" y="589"/>
                    </a:lnTo>
                    <a:lnTo>
                      <a:pt x="566" y="596"/>
                    </a:lnTo>
                    <a:lnTo>
                      <a:pt x="559" y="603"/>
                    </a:lnTo>
                    <a:lnTo>
                      <a:pt x="550" y="608"/>
                    </a:lnTo>
                    <a:lnTo>
                      <a:pt x="543" y="614"/>
                    </a:lnTo>
                    <a:lnTo>
                      <a:pt x="533" y="618"/>
                    </a:lnTo>
                    <a:lnTo>
                      <a:pt x="524" y="622"/>
                    </a:lnTo>
                    <a:lnTo>
                      <a:pt x="514" y="625"/>
                    </a:lnTo>
                    <a:lnTo>
                      <a:pt x="504" y="628"/>
                    </a:lnTo>
                    <a:lnTo>
                      <a:pt x="493" y="630"/>
                    </a:lnTo>
                    <a:lnTo>
                      <a:pt x="481" y="632"/>
                    </a:lnTo>
                    <a:lnTo>
                      <a:pt x="470" y="632"/>
                    </a:lnTo>
                    <a:lnTo>
                      <a:pt x="459" y="633"/>
                    </a:lnTo>
                    <a:lnTo>
                      <a:pt x="446" y="632"/>
                    </a:lnTo>
                    <a:lnTo>
                      <a:pt x="434" y="631"/>
                    </a:lnTo>
                    <a:lnTo>
                      <a:pt x="421" y="629"/>
                    </a:lnTo>
                    <a:lnTo>
                      <a:pt x="409" y="626"/>
                    </a:lnTo>
                    <a:lnTo>
                      <a:pt x="397" y="623"/>
                    </a:lnTo>
                    <a:lnTo>
                      <a:pt x="383" y="619"/>
                    </a:lnTo>
                    <a:lnTo>
                      <a:pt x="369" y="614"/>
                    </a:lnTo>
                    <a:lnTo>
                      <a:pt x="355" y="609"/>
                    </a:lnTo>
                    <a:lnTo>
                      <a:pt x="342" y="603"/>
                    </a:lnTo>
                    <a:lnTo>
                      <a:pt x="328" y="596"/>
                    </a:lnTo>
                    <a:lnTo>
                      <a:pt x="313" y="589"/>
                    </a:lnTo>
                    <a:lnTo>
                      <a:pt x="300" y="581"/>
                    </a:lnTo>
                    <a:lnTo>
                      <a:pt x="287" y="573"/>
                    </a:lnTo>
                    <a:lnTo>
                      <a:pt x="260" y="554"/>
                    </a:lnTo>
                    <a:lnTo>
                      <a:pt x="235" y="534"/>
                    </a:lnTo>
                    <a:lnTo>
                      <a:pt x="212" y="513"/>
                    </a:lnTo>
                    <a:lnTo>
                      <a:pt x="189" y="490"/>
                    </a:lnTo>
                    <a:lnTo>
                      <a:pt x="168" y="466"/>
                    </a:lnTo>
                    <a:lnTo>
                      <a:pt x="149" y="441"/>
                    </a:lnTo>
                    <a:lnTo>
                      <a:pt x="132" y="415"/>
                    </a:lnTo>
                    <a:lnTo>
                      <a:pt x="115" y="388"/>
                    </a:lnTo>
                    <a:lnTo>
                      <a:pt x="103" y="361"/>
                    </a:lnTo>
                    <a:lnTo>
                      <a:pt x="90" y="334"/>
                    </a:lnTo>
                    <a:lnTo>
                      <a:pt x="82" y="307"/>
                    </a:lnTo>
                    <a:lnTo>
                      <a:pt x="75" y="280"/>
                    </a:lnTo>
                    <a:lnTo>
                      <a:pt x="73" y="266"/>
                    </a:lnTo>
                    <a:lnTo>
                      <a:pt x="70" y="253"/>
                    </a:lnTo>
                    <a:lnTo>
                      <a:pt x="70" y="239"/>
                    </a:lnTo>
                    <a:lnTo>
                      <a:pt x="69" y="226"/>
                    </a:lnTo>
                    <a:lnTo>
                      <a:pt x="70" y="214"/>
                    </a:lnTo>
                    <a:lnTo>
                      <a:pt x="70" y="201"/>
                    </a:lnTo>
                    <a:lnTo>
                      <a:pt x="73" y="190"/>
                    </a:lnTo>
                    <a:lnTo>
                      <a:pt x="75" y="178"/>
                    </a:lnTo>
                    <a:lnTo>
                      <a:pt x="78" y="168"/>
                    </a:lnTo>
                    <a:lnTo>
                      <a:pt x="82" y="157"/>
                    </a:lnTo>
                    <a:lnTo>
                      <a:pt x="87" y="148"/>
                    </a:lnTo>
                    <a:lnTo>
                      <a:pt x="90" y="139"/>
                    </a:lnTo>
                    <a:lnTo>
                      <a:pt x="97" y="130"/>
                    </a:lnTo>
                    <a:lnTo>
                      <a:pt x="103" y="122"/>
                    </a:lnTo>
                    <a:lnTo>
                      <a:pt x="109" y="114"/>
                    </a:lnTo>
                    <a:lnTo>
                      <a:pt x="115" y="107"/>
                    </a:lnTo>
                    <a:lnTo>
                      <a:pt x="124" y="101"/>
                    </a:lnTo>
                    <a:lnTo>
                      <a:pt x="132" y="95"/>
                    </a:lnTo>
                    <a:lnTo>
                      <a:pt x="140" y="90"/>
                    </a:lnTo>
                    <a:lnTo>
                      <a:pt x="149" y="86"/>
                    </a:lnTo>
                    <a:lnTo>
                      <a:pt x="159" y="82"/>
                    </a:lnTo>
                    <a:lnTo>
                      <a:pt x="168" y="78"/>
                    </a:lnTo>
                    <a:lnTo>
                      <a:pt x="179" y="76"/>
                    </a:lnTo>
                    <a:lnTo>
                      <a:pt x="189" y="74"/>
                    </a:lnTo>
                    <a:lnTo>
                      <a:pt x="200" y="72"/>
                    </a:lnTo>
                    <a:lnTo>
                      <a:pt x="212" y="71"/>
                    </a:lnTo>
                    <a:lnTo>
                      <a:pt x="223" y="71"/>
                    </a:lnTo>
                    <a:lnTo>
                      <a:pt x="235" y="72"/>
                    </a:lnTo>
                    <a:lnTo>
                      <a:pt x="248" y="73"/>
                    </a:lnTo>
                    <a:lnTo>
                      <a:pt x="260" y="75"/>
                    </a:lnTo>
                    <a:lnTo>
                      <a:pt x="273" y="77"/>
                    </a:lnTo>
                    <a:lnTo>
                      <a:pt x="287" y="81"/>
                    </a:lnTo>
                    <a:lnTo>
                      <a:pt x="300" y="85"/>
                    </a:lnTo>
                    <a:lnTo>
                      <a:pt x="313" y="89"/>
                    </a:lnTo>
                    <a:lnTo>
                      <a:pt x="328" y="95"/>
                    </a:lnTo>
                    <a:lnTo>
                      <a:pt x="342" y="101"/>
                    </a:lnTo>
                    <a:lnTo>
                      <a:pt x="355" y="108"/>
                    </a:lnTo>
                    <a:lnTo>
                      <a:pt x="369" y="115"/>
                    </a:lnTo>
                    <a:lnTo>
                      <a:pt x="383" y="123"/>
                    </a:lnTo>
                    <a:lnTo>
                      <a:pt x="397" y="131"/>
                    </a:lnTo>
                    <a:lnTo>
                      <a:pt x="421" y="149"/>
                    </a:lnTo>
                    <a:lnTo>
                      <a:pt x="446" y="169"/>
                    </a:lnTo>
                    <a:lnTo>
                      <a:pt x="470" y="191"/>
                    </a:lnTo>
                    <a:lnTo>
                      <a:pt x="493" y="214"/>
                    </a:lnTo>
                    <a:lnTo>
                      <a:pt x="514" y="238"/>
                    </a:lnTo>
                    <a:lnTo>
                      <a:pt x="533" y="263"/>
                    </a:lnTo>
                    <a:lnTo>
                      <a:pt x="550" y="289"/>
                    </a:lnTo>
                    <a:lnTo>
                      <a:pt x="566" y="316"/>
                    </a:lnTo>
                    <a:lnTo>
                      <a:pt x="580" y="343"/>
                    </a:lnTo>
                    <a:lnTo>
                      <a:pt x="591" y="370"/>
                    </a:lnTo>
                    <a:lnTo>
                      <a:pt x="600" y="397"/>
                    </a:lnTo>
                    <a:lnTo>
                      <a:pt x="608" y="424"/>
                    </a:lnTo>
                    <a:lnTo>
                      <a:pt x="610" y="438"/>
                    </a:lnTo>
                    <a:lnTo>
                      <a:pt x="611" y="451"/>
                    </a:lnTo>
                    <a:lnTo>
                      <a:pt x="613" y="464"/>
                    </a:lnTo>
                    <a:lnTo>
                      <a:pt x="613" y="47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1" name="Freeform 334">
                <a:extLst>
                  <a:ext uri="{FF2B5EF4-FFF2-40B4-BE49-F238E27FC236}">
                    <a16:creationId xmlns:a16="http://schemas.microsoft.com/office/drawing/2014/main" id="{6C0F6851-344F-4E03-9E12-DEAF9805F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613" y="4960938"/>
                <a:ext cx="107950" cy="30163"/>
              </a:xfrm>
              <a:custGeom>
                <a:avLst/>
                <a:gdLst>
                  <a:gd name="T0" fmla="*/ 0 w 343"/>
                  <a:gd name="T1" fmla="*/ 0 h 74"/>
                  <a:gd name="T2" fmla="*/ 343 w 343"/>
                  <a:gd name="T3" fmla="*/ 74 h 74"/>
                  <a:gd name="T4" fmla="*/ 0 w 343"/>
                  <a:gd name="T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3" h="74">
                    <a:moveTo>
                      <a:pt x="0" y="0"/>
                    </a:moveTo>
                    <a:lnTo>
                      <a:pt x="343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2" name="Freeform 335">
                <a:extLst>
                  <a:ext uri="{FF2B5EF4-FFF2-40B4-BE49-F238E27FC236}">
                    <a16:creationId xmlns:a16="http://schemas.microsoft.com/office/drawing/2014/main" id="{07E2D2CB-C9A7-4CE0-972B-ABC791E4A7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65676" y="4954588"/>
                <a:ext cx="120650" cy="31750"/>
              </a:xfrm>
              <a:custGeom>
                <a:avLst/>
                <a:gdLst>
                  <a:gd name="T0" fmla="*/ 0 w 377"/>
                  <a:gd name="T1" fmla="*/ 0 h 81"/>
                  <a:gd name="T2" fmla="*/ 125 w 377"/>
                  <a:gd name="T3" fmla="*/ 26 h 81"/>
                  <a:gd name="T4" fmla="*/ 0 w 377"/>
                  <a:gd name="T5" fmla="*/ 0 h 81"/>
                  <a:gd name="T6" fmla="*/ 254 w 377"/>
                  <a:gd name="T7" fmla="*/ 54 h 81"/>
                  <a:gd name="T8" fmla="*/ 377 w 377"/>
                  <a:gd name="T9" fmla="*/ 81 h 81"/>
                  <a:gd name="T10" fmla="*/ 254 w 377"/>
                  <a:gd name="T11" fmla="*/ 5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7" h="81">
                    <a:moveTo>
                      <a:pt x="0" y="0"/>
                    </a:moveTo>
                    <a:lnTo>
                      <a:pt x="125" y="26"/>
                    </a:lnTo>
                    <a:lnTo>
                      <a:pt x="0" y="0"/>
                    </a:lnTo>
                    <a:close/>
                    <a:moveTo>
                      <a:pt x="254" y="54"/>
                    </a:moveTo>
                    <a:lnTo>
                      <a:pt x="377" y="81"/>
                    </a:lnTo>
                    <a:lnTo>
                      <a:pt x="254" y="54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3" name="Freeform 336">
                <a:extLst>
                  <a:ext uri="{FF2B5EF4-FFF2-40B4-BE49-F238E27FC236}">
                    <a16:creationId xmlns:a16="http://schemas.microsoft.com/office/drawing/2014/main" id="{85F88E90-752E-4772-A317-7B79255511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60913" y="4948238"/>
                <a:ext cx="128588" cy="34925"/>
              </a:xfrm>
              <a:custGeom>
                <a:avLst/>
                <a:gdLst>
                  <a:gd name="T0" fmla="*/ 0 w 406"/>
                  <a:gd name="T1" fmla="*/ 0 h 87"/>
                  <a:gd name="T2" fmla="*/ 102 w 406"/>
                  <a:gd name="T3" fmla="*/ 22 h 87"/>
                  <a:gd name="T4" fmla="*/ 0 w 406"/>
                  <a:gd name="T5" fmla="*/ 0 h 87"/>
                  <a:gd name="T6" fmla="*/ 302 w 406"/>
                  <a:gd name="T7" fmla="*/ 65 h 87"/>
                  <a:gd name="T8" fmla="*/ 406 w 406"/>
                  <a:gd name="T9" fmla="*/ 87 h 87"/>
                  <a:gd name="T10" fmla="*/ 302 w 406"/>
                  <a:gd name="T11" fmla="*/ 65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6" h="87">
                    <a:moveTo>
                      <a:pt x="0" y="0"/>
                    </a:moveTo>
                    <a:lnTo>
                      <a:pt x="102" y="22"/>
                    </a:lnTo>
                    <a:lnTo>
                      <a:pt x="0" y="0"/>
                    </a:lnTo>
                    <a:close/>
                    <a:moveTo>
                      <a:pt x="302" y="65"/>
                    </a:moveTo>
                    <a:lnTo>
                      <a:pt x="406" y="87"/>
                    </a:lnTo>
                    <a:lnTo>
                      <a:pt x="302" y="65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4" name="Freeform 337">
                <a:extLst>
                  <a:ext uri="{FF2B5EF4-FFF2-40B4-BE49-F238E27FC236}">
                    <a16:creationId xmlns:a16="http://schemas.microsoft.com/office/drawing/2014/main" id="{65C54AE1-D405-4E90-A0BB-D88CC77063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54563" y="4941888"/>
                <a:ext cx="138113" cy="36513"/>
              </a:xfrm>
              <a:custGeom>
                <a:avLst/>
                <a:gdLst>
                  <a:gd name="T0" fmla="*/ 0 w 434"/>
                  <a:gd name="T1" fmla="*/ 0 h 93"/>
                  <a:gd name="T2" fmla="*/ 93 w 434"/>
                  <a:gd name="T3" fmla="*/ 20 h 93"/>
                  <a:gd name="T4" fmla="*/ 0 w 434"/>
                  <a:gd name="T5" fmla="*/ 0 h 93"/>
                  <a:gd name="T6" fmla="*/ 341 w 434"/>
                  <a:gd name="T7" fmla="*/ 73 h 93"/>
                  <a:gd name="T8" fmla="*/ 434 w 434"/>
                  <a:gd name="T9" fmla="*/ 93 h 93"/>
                  <a:gd name="T10" fmla="*/ 341 w 434"/>
                  <a:gd name="T11" fmla="*/ 7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4" h="93">
                    <a:moveTo>
                      <a:pt x="0" y="0"/>
                    </a:moveTo>
                    <a:lnTo>
                      <a:pt x="93" y="20"/>
                    </a:lnTo>
                    <a:lnTo>
                      <a:pt x="0" y="0"/>
                    </a:lnTo>
                    <a:close/>
                    <a:moveTo>
                      <a:pt x="341" y="73"/>
                    </a:moveTo>
                    <a:lnTo>
                      <a:pt x="434" y="93"/>
                    </a:lnTo>
                    <a:lnTo>
                      <a:pt x="341" y="73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5" name="Freeform 338">
                <a:extLst>
                  <a:ext uri="{FF2B5EF4-FFF2-40B4-BE49-F238E27FC236}">
                    <a16:creationId xmlns:a16="http://schemas.microsoft.com/office/drawing/2014/main" id="{5FDD755B-4907-4F85-90BB-C681FF9999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9801" y="4933950"/>
                <a:ext cx="146050" cy="39688"/>
              </a:xfrm>
              <a:custGeom>
                <a:avLst/>
                <a:gdLst>
                  <a:gd name="T0" fmla="*/ 0 w 456"/>
                  <a:gd name="T1" fmla="*/ 0 h 98"/>
                  <a:gd name="T2" fmla="*/ 85 w 456"/>
                  <a:gd name="T3" fmla="*/ 18 h 98"/>
                  <a:gd name="T4" fmla="*/ 0 w 456"/>
                  <a:gd name="T5" fmla="*/ 0 h 98"/>
                  <a:gd name="T6" fmla="*/ 371 w 456"/>
                  <a:gd name="T7" fmla="*/ 80 h 98"/>
                  <a:gd name="T8" fmla="*/ 456 w 456"/>
                  <a:gd name="T9" fmla="*/ 98 h 98"/>
                  <a:gd name="T10" fmla="*/ 371 w 456"/>
                  <a:gd name="T11" fmla="*/ 8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6" h="98">
                    <a:moveTo>
                      <a:pt x="0" y="0"/>
                    </a:moveTo>
                    <a:lnTo>
                      <a:pt x="85" y="18"/>
                    </a:lnTo>
                    <a:lnTo>
                      <a:pt x="0" y="0"/>
                    </a:lnTo>
                    <a:close/>
                    <a:moveTo>
                      <a:pt x="371" y="80"/>
                    </a:moveTo>
                    <a:lnTo>
                      <a:pt x="456" y="98"/>
                    </a:lnTo>
                    <a:lnTo>
                      <a:pt x="371" y="80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6" name="Freeform 339">
                <a:extLst>
                  <a:ext uri="{FF2B5EF4-FFF2-40B4-BE49-F238E27FC236}">
                    <a16:creationId xmlns:a16="http://schemas.microsoft.com/office/drawing/2014/main" id="{99E66EBD-C4EC-43CD-81FC-1775A8432E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6626" y="4927600"/>
                <a:ext cx="150813" cy="41275"/>
              </a:xfrm>
              <a:custGeom>
                <a:avLst/>
                <a:gdLst>
                  <a:gd name="T0" fmla="*/ 0 w 476"/>
                  <a:gd name="T1" fmla="*/ 0 h 102"/>
                  <a:gd name="T2" fmla="*/ 79 w 476"/>
                  <a:gd name="T3" fmla="*/ 17 h 102"/>
                  <a:gd name="T4" fmla="*/ 0 w 476"/>
                  <a:gd name="T5" fmla="*/ 0 h 102"/>
                  <a:gd name="T6" fmla="*/ 398 w 476"/>
                  <a:gd name="T7" fmla="*/ 85 h 102"/>
                  <a:gd name="T8" fmla="*/ 476 w 476"/>
                  <a:gd name="T9" fmla="*/ 102 h 102"/>
                  <a:gd name="T10" fmla="*/ 398 w 476"/>
                  <a:gd name="T11" fmla="*/ 8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6" h="102">
                    <a:moveTo>
                      <a:pt x="0" y="0"/>
                    </a:moveTo>
                    <a:lnTo>
                      <a:pt x="79" y="17"/>
                    </a:lnTo>
                    <a:lnTo>
                      <a:pt x="0" y="0"/>
                    </a:lnTo>
                    <a:close/>
                    <a:moveTo>
                      <a:pt x="398" y="85"/>
                    </a:moveTo>
                    <a:lnTo>
                      <a:pt x="476" y="102"/>
                    </a:lnTo>
                    <a:lnTo>
                      <a:pt x="398" y="85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7" name="Freeform 340">
                <a:extLst>
                  <a:ext uri="{FF2B5EF4-FFF2-40B4-BE49-F238E27FC236}">
                    <a16:creationId xmlns:a16="http://schemas.microsoft.com/office/drawing/2014/main" id="{D825B528-D9EF-4CD1-B973-F93D1B1627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1863" y="4921250"/>
                <a:ext cx="157163" cy="42863"/>
              </a:xfrm>
              <a:custGeom>
                <a:avLst/>
                <a:gdLst>
                  <a:gd name="T0" fmla="*/ 0 w 495"/>
                  <a:gd name="T1" fmla="*/ 0 h 106"/>
                  <a:gd name="T2" fmla="*/ 75 w 495"/>
                  <a:gd name="T3" fmla="*/ 16 h 106"/>
                  <a:gd name="T4" fmla="*/ 0 w 495"/>
                  <a:gd name="T5" fmla="*/ 0 h 106"/>
                  <a:gd name="T6" fmla="*/ 420 w 495"/>
                  <a:gd name="T7" fmla="*/ 90 h 106"/>
                  <a:gd name="T8" fmla="*/ 495 w 495"/>
                  <a:gd name="T9" fmla="*/ 106 h 106"/>
                  <a:gd name="T10" fmla="*/ 420 w 495"/>
                  <a:gd name="T11" fmla="*/ 9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5" h="106">
                    <a:moveTo>
                      <a:pt x="0" y="0"/>
                    </a:moveTo>
                    <a:lnTo>
                      <a:pt x="75" y="16"/>
                    </a:lnTo>
                    <a:lnTo>
                      <a:pt x="0" y="0"/>
                    </a:lnTo>
                    <a:close/>
                    <a:moveTo>
                      <a:pt x="420" y="90"/>
                    </a:moveTo>
                    <a:lnTo>
                      <a:pt x="495" y="106"/>
                    </a:lnTo>
                    <a:lnTo>
                      <a:pt x="420" y="90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8" name="Freeform 341">
                <a:extLst>
                  <a:ext uri="{FF2B5EF4-FFF2-40B4-BE49-F238E27FC236}">
                    <a16:creationId xmlns:a16="http://schemas.microsoft.com/office/drawing/2014/main" id="{BA592147-D593-4EB8-8790-8DE57622DB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38688" y="4916488"/>
                <a:ext cx="161925" cy="42863"/>
              </a:xfrm>
              <a:custGeom>
                <a:avLst/>
                <a:gdLst>
                  <a:gd name="T0" fmla="*/ 0 w 509"/>
                  <a:gd name="T1" fmla="*/ 0 h 109"/>
                  <a:gd name="T2" fmla="*/ 71 w 509"/>
                  <a:gd name="T3" fmla="*/ 15 h 109"/>
                  <a:gd name="T4" fmla="*/ 0 w 509"/>
                  <a:gd name="T5" fmla="*/ 0 h 109"/>
                  <a:gd name="T6" fmla="*/ 438 w 509"/>
                  <a:gd name="T7" fmla="*/ 94 h 109"/>
                  <a:gd name="T8" fmla="*/ 509 w 509"/>
                  <a:gd name="T9" fmla="*/ 109 h 109"/>
                  <a:gd name="T10" fmla="*/ 438 w 509"/>
                  <a:gd name="T11" fmla="*/ 9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9" h="109">
                    <a:moveTo>
                      <a:pt x="0" y="0"/>
                    </a:moveTo>
                    <a:lnTo>
                      <a:pt x="71" y="15"/>
                    </a:lnTo>
                    <a:lnTo>
                      <a:pt x="0" y="0"/>
                    </a:lnTo>
                    <a:close/>
                    <a:moveTo>
                      <a:pt x="438" y="94"/>
                    </a:moveTo>
                    <a:lnTo>
                      <a:pt x="509" y="109"/>
                    </a:lnTo>
                    <a:lnTo>
                      <a:pt x="438" y="94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9" name="Freeform 342">
                <a:extLst>
                  <a:ext uri="{FF2B5EF4-FFF2-40B4-BE49-F238E27FC236}">
                    <a16:creationId xmlns:a16="http://schemas.microsoft.com/office/drawing/2014/main" id="{3283ED9F-9D7F-463C-9F6E-88997D3FE4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35513" y="4910138"/>
                <a:ext cx="166688" cy="44450"/>
              </a:xfrm>
              <a:custGeom>
                <a:avLst/>
                <a:gdLst>
                  <a:gd name="T0" fmla="*/ 0 w 525"/>
                  <a:gd name="T1" fmla="*/ 0 h 113"/>
                  <a:gd name="T2" fmla="*/ 69 w 525"/>
                  <a:gd name="T3" fmla="*/ 15 h 113"/>
                  <a:gd name="T4" fmla="*/ 0 w 525"/>
                  <a:gd name="T5" fmla="*/ 0 h 113"/>
                  <a:gd name="T6" fmla="*/ 456 w 525"/>
                  <a:gd name="T7" fmla="*/ 98 h 113"/>
                  <a:gd name="T8" fmla="*/ 525 w 525"/>
                  <a:gd name="T9" fmla="*/ 113 h 113"/>
                  <a:gd name="T10" fmla="*/ 456 w 525"/>
                  <a:gd name="T11" fmla="*/ 9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5" h="113">
                    <a:moveTo>
                      <a:pt x="0" y="0"/>
                    </a:moveTo>
                    <a:lnTo>
                      <a:pt x="69" y="15"/>
                    </a:lnTo>
                    <a:lnTo>
                      <a:pt x="0" y="0"/>
                    </a:lnTo>
                    <a:close/>
                    <a:moveTo>
                      <a:pt x="456" y="98"/>
                    </a:moveTo>
                    <a:lnTo>
                      <a:pt x="525" y="113"/>
                    </a:lnTo>
                    <a:lnTo>
                      <a:pt x="456" y="98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0" name="Freeform 343">
                <a:extLst>
                  <a:ext uri="{FF2B5EF4-FFF2-40B4-BE49-F238E27FC236}">
                    <a16:creationId xmlns:a16="http://schemas.microsoft.com/office/drawing/2014/main" id="{93B0374F-465C-4F46-A4FB-0A373A8202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32338" y="4903788"/>
                <a:ext cx="169863" cy="46038"/>
              </a:xfrm>
              <a:custGeom>
                <a:avLst/>
                <a:gdLst>
                  <a:gd name="T0" fmla="*/ 0 w 538"/>
                  <a:gd name="T1" fmla="*/ 0 h 115"/>
                  <a:gd name="T2" fmla="*/ 68 w 538"/>
                  <a:gd name="T3" fmla="*/ 14 h 115"/>
                  <a:gd name="T4" fmla="*/ 0 w 538"/>
                  <a:gd name="T5" fmla="*/ 0 h 115"/>
                  <a:gd name="T6" fmla="*/ 471 w 538"/>
                  <a:gd name="T7" fmla="*/ 101 h 115"/>
                  <a:gd name="T8" fmla="*/ 538 w 538"/>
                  <a:gd name="T9" fmla="*/ 115 h 115"/>
                  <a:gd name="T10" fmla="*/ 471 w 538"/>
                  <a:gd name="T11" fmla="*/ 101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8" h="115">
                    <a:moveTo>
                      <a:pt x="0" y="0"/>
                    </a:moveTo>
                    <a:lnTo>
                      <a:pt x="68" y="14"/>
                    </a:lnTo>
                    <a:lnTo>
                      <a:pt x="0" y="0"/>
                    </a:lnTo>
                    <a:close/>
                    <a:moveTo>
                      <a:pt x="471" y="101"/>
                    </a:moveTo>
                    <a:lnTo>
                      <a:pt x="538" y="115"/>
                    </a:lnTo>
                    <a:lnTo>
                      <a:pt x="471" y="101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1" name="Freeform 344">
                <a:extLst>
                  <a:ext uri="{FF2B5EF4-FFF2-40B4-BE49-F238E27FC236}">
                    <a16:creationId xmlns:a16="http://schemas.microsoft.com/office/drawing/2014/main" id="{57BB5610-8EF7-48DF-94F0-8BC7A778B5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9163" y="4897438"/>
                <a:ext cx="174625" cy="46038"/>
              </a:xfrm>
              <a:custGeom>
                <a:avLst/>
                <a:gdLst>
                  <a:gd name="T0" fmla="*/ 0 w 548"/>
                  <a:gd name="T1" fmla="*/ 0 h 117"/>
                  <a:gd name="T2" fmla="*/ 65 w 548"/>
                  <a:gd name="T3" fmla="*/ 14 h 117"/>
                  <a:gd name="T4" fmla="*/ 0 w 548"/>
                  <a:gd name="T5" fmla="*/ 0 h 117"/>
                  <a:gd name="T6" fmla="*/ 483 w 548"/>
                  <a:gd name="T7" fmla="*/ 103 h 117"/>
                  <a:gd name="T8" fmla="*/ 548 w 548"/>
                  <a:gd name="T9" fmla="*/ 117 h 117"/>
                  <a:gd name="T10" fmla="*/ 483 w 548"/>
                  <a:gd name="T11" fmla="*/ 103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17">
                    <a:moveTo>
                      <a:pt x="0" y="0"/>
                    </a:moveTo>
                    <a:lnTo>
                      <a:pt x="65" y="14"/>
                    </a:lnTo>
                    <a:lnTo>
                      <a:pt x="0" y="0"/>
                    </a:lnTo>
                    <a:close/>
                    <a:moveTo>
                      <a:pt x="483" y="103"/>
                    </a:moveTo>
                    <a:lnTo>
                      <a:pt x="548" y="117"/>
                    </a:lnTo>
                    <a:lnTo>
                      <a:pt x="483" y="103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2" name="Freeform 345">
                <a:extLst>
                  <a:ext uri="{FF2B5EF4-FFF2-40B4-BE49-F238E27FC236}">
                    <a16:creationId xmlns:a16="http://schemas.microsoft.com/office/drawing/2014/main" id="{26000A65-F11F-4CEF-810D-9FD7A8D80D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5988" y="4891088"/>
                <a:ext cx="177800" cy="47625"/>
              </a:xfrm>
              <a:custGeom>
                <a:avLst/>
                <a:gdLst>
                  <a:gd name="T0" fmla="*/ 0 w 558"/>
                  <a:gd name="T1" fmla="*/ 0 h 119"/>
                  <a:gd name="T2" fmla="*/ 64 w 558"/>
                  <a:gd name="T3" fmla="*/ 13 h 119"/>
                  <a:gd name="T4" fmla="*/ 0 w 558"/>
                  <a:gd name="T5" fmla="*/ 0 h 119"/>
                  <a:gd name="T6" fmla="*/ 495 w 558"/>
                  <a:gd name="T7" fmla="*/ 106 h 119"/>
                  <a:gd name="T8" fmla="*/ 558 w 558"/>
                  <a:gd name="T9" fmla="*/ 119 h 119"/>
                  <a:gd name="T10" fmla="*/ 495 w 558"/>
                  <a:gd name="T11" fmla="*/ 10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8" h="119">
                    <a:moveTo>
                      <a:pt x="0" y="0"/>
                    </a:moveTo>
                    <a:lnTo>
                      <a:pt x="64" y="13"/>
                    </a:lnTo>
                    <a:lnTo>
                      <a:pt x="0" y="0"/>
                    </a:lnTo>
                    <a:close/>
                    <a:moveTo>
                      <a:pt x="495" y="106"/>
                    </a:moveTo>
                    <a:lnTo>
                      <a:pt x="558" y="119"/>
                    </a:lnTo>
                    <a:lnTo>
                      <a:pt x="495" y="106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3" name="Freeform 346">
                <a:extLst>
                  <a:ext uri="{FF2B5EF4-FFF2-40B4-BE49-F238E27FC236}">
                    <a16:creationId xmlns:a16="http://schemas.microsoft.com/office/drawing/2014/main" id="{61C1BDF3-9D53-49D7-9E8D-87741F5B83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4401" y="4886325"/>
                <a:ext cx="179388" cy="47625"/>
              </a:xfrm>
              <a:custGeom>
                <a:avLst/>
                <a:gdLst>
                  <a:gd name="T0" fmla="*/ 0 w 566"/>
                  <a:gd name="T1" fmla="*/ 0 h 121"/>
                  <a:gd name="T2" fmla="*/ 63 w 566"/>
                  <a:gd name="T3" fmla="*/ 13 h 121"/>
                  <a:gd name="T4" fmla="*/ 0 w 566"/>
                  <a:gd name="T5" fmla="*/ 0 h 121"/>
                  <a:gd name="T6" fmla="*/ 505 w 566"/>
                  <a:gd name="T7" fmla="*/ 108 h 121"/>
                  <a:gd name="T8" fmla="*/ 566 w 566"/>
                  <a:gd name="T9" fmla="*/ 121 h 121"/>
                  <a:gd name="T10" fmla="*/ 505 w 566"/>
                  <a:gd name="T11" fmla="*/ 10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6" h="121">
                    <a:moveTo>
                      <a:pt x="0" y="0"/>
                    </a:moveTo>
                    <a:lnTo>
                      <a:pt x="63" y="13"/>
                    </a:lnTo>
                    <a:lnTo>
                      <a:pt x="0" y="0"/>
                    </a:lnTo>
                    <a:close/>
                    <a:moveTo>
                      <a:pt x="505" y="108"/>
                    </a:moveTo>
                    <a:lnTo>
                      <a:pt x="566" y="121"/>
                    </a:lnTo>
                    <a:lnTo>
                      <a:pt x="505" y="108"/>
                    </a:lnTo>
                    <a:close/>
                  </a:path>
                </a:pathLst>
              </a:custGeom>
              <a:solidFill>
                <a:srgbClr val="EFD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4" name="Freeform 347">
                <a:extLst>
                  <a:ext uri="{FF2B5EF4-FFF2-40B4-BE49-F238E27FC236}">
                    <a16:creationId xmlns:a16="http://schemas.microsoft.com/office/drawing/2014/main" id="{485418FA-0705-4B54-816D-912F4F6F9D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1226" y="4879975"/>
                <a:ext cx="182563" cy="49213"/>
              </a:xfrm>
              <a:custGeom>
                <a:avLst/>
                <a:gdLst>
                  <a:gd name="T0" fmla="*/ 0 w 572"/>
                  <a:gd name="T1" fmla="*/ 0 h 123"/>
                  <a:gd name="T2" fmla="*/ 61 w 572"/>
                  <a:gd name="T3" fmla="*/ 13 h 123"/>
                  <a:gd name="T4" fmla="*/ 0 w 572"/>
                  <a:gd name="T5" fmla="*/ 0 h 123"/>
                  <a:gd name="T6" fmla="*/ 511 w 572"/>
                  <a:gd name="T7" fmla="*/ 110 h 123"/>
                  <a:gd name="T8" fmla="*/ 572 w 572"/>
                  <a:gd name="T9" fmla="*/ 123 h 123"/>
                  <a:gd name="T10" fmla="*/ 511 w 572"/>
                  <a:gd name="T11" fmla="*/ 11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2" h="123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511" y="110"/>
                    </a:moveTo>
                    <a:lnTo>
                      <a:pt x="572" y="123"/>
                    </a:lnTo>
                    <a:lnTo>
                      <a:pt x="511" y="110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5" name="Freeform 348">
                <a:extLst>
                  <a:ext uri="{FF2B5EF4-FFF2-40B4-BE49-F238E27FC236}">
                    <a16:creationId xmlns:a16="http://schemas.microsoft.com/office/drawing/2014/main" id="{06AB96B9-EEDA-4365-9865-B8D19BBA91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9638" y="4873625"/>
                <a:ext cx="184150" cy="49213"/>
              </a:xfrm>
              <a:custGeom>
                <a:avLst/>
                <a:gdLst>
                  <a:gd name="T0" fmla="*/ 0 w 578"/>
                  <a:gd name="T1" fmla="*/ 0 h 124"/>
                  <a:gd name="T2" fmla="*/ 60 w 578"/>
                  <a:gd name="T3" fmla="*/ 13 h 124"/>
                  <a:gd name="T4" fmla="*/ 0 w 578"/>
                  <a:gd name="T5" fmla="*/ 0 h 124"/>
                  <a:gd name="T6" fmla="*/ 517 w 578"/>
                  <a:gd name="T7" fmla="*/ 111 h 124"/>
                  <a:gd name="T8" fmla="*/ 578 w 578"/>
                  <a:gd name="T9" fmla="*/ 124 h 124"/>
                  <a:gd name="T10" fmla="*/ 517 w 578"/>
                  <a:gd name="T11" fmla="*/ 11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8" h="124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17" y="111"/>
                    </a:moveTo>
                    <a:lnTo>
                      <a:pt x="578" y="124"/>
                    </a:lnTo>
                    <a:lnTo>
                      <a:pt x="517" y="111"/>
                    </a:lnTo>
                    <a:close/>
                  </a:path>
                </a:pathLst>
              </a:custGeom>
              <a:solidFill>
                <a:srgbClr val="EDD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6" name="Freeform 349">
                <a:extLst>
                  <a:ext uri="{FF2B5EF4-FFF2-40B4-BE49-F238E27FC236}">
                    <a16:creationId xmlns:a16="http://schemas.microsoft.com/office/drawing/2014/main" id="{DDA35D8A-ABF5-4D28-8792-2D9807CC32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8051" y="4868863"/>
                <a:ext cx="184150" cy="49213"/>
              </a:xfrm>
              <a:custGeom>
                <a:avLst/>
                <a:gdLst>
                  <a:gd name="T0" fmla="*/ 0 w 582"/>
                  <a:gd name="T1" fmla="*/ 0 h 125"/>
                  <a:gd name="T2" fmla="*/ 60 w 582"/>
                  <a:gd name="T3" fmla="*/ 13 h 125"/>
                  <a:gd name="T4" fmla="*/ 0 w 582"/>
                  <a:gd name="T5" fmla="*/ 0 h 125"/>
                  <a:gd name="T6" fmla="*/ 522 w 582"/>
                  <a:gd name="T7" fmla="*/ 112 h 125"/>
                  <a:gd name="T8" fmla="*/ 582 w 582"/>
                  <a:gd name="T9" fmla="*/ 125 h 125"/>
                  <a:gd name="T10" fmla="*/ 522 w 582"/>
                  <a:gd name="T11" fmla="*/ 112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2" h="125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2" y="112"/>
                    </a:moveTo>
                    <a:lnTo>
                      <a:pt x="582" y="125"/>
                    </a:lnTo>
                    <a:lnTo>
                      <a:pt x="522" y="112"/>
                    </a:lnTo>
                    <a:close/>
                  </a:path>
                </a:pathLst>
              </a:custGeom>
              <a:solidFill>
                <a:srgbClr val="EBDD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7" name="Freeform 350">
                <a:extLst>
                  <a:ext uri="{FF2B5EF4-FFF2-40B4-BE49-F238E27FC236}">
                    <a16:creationId xmlns:a16="http://schemas.microsoft.com/office/drawing/2014/main" id="{F6C6428E-A9A8-4977-A926-1CBED65545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6463" y="4862513"/>
                <a:ext cx="185738" cy="50800"/>
              </a:xfrm>
              <a:custGeom>
                <a:avLst/>
                <a:gdLst>
                  <a:gd name="T0" fmla="*/ 0 w 586"/>
                  <a:gd name="T1" fmla="*/ 0 h 126"/>
                  <a:gd name="T2" fmla="*/ 60 w 586"/>
                  <a:gd name="T3" fmla="*/ 13 h 126"/>
                  <a:gd name="T4" fmla="*/ 0 w 586"/>
                  <a:gd name="T5" fmla="*/ 0 h 126"/>
                  <a:gd name="T6" fmla="*/ 526 w 586"/>
                  <a:gd name="T7" fmla="*/ 113 h 126"/>
                  <a:gd name="T8" fmla="*/ 586 w 586"/>
                  <a:gd name="T9" fmla="*/ 126 h 126"/>
                  <a:gd name="T10" fmla="*/ 526 w 586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6" h="126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6" y="113"/>
                    </a:moveTo>
                    <a:lnTo>
                      <a:pt x="586" y="126"/>
                    </a:lnTo>
                    <a:lnTo>
                      <a:pt x="526" y="113"/>
                    </a:lnTo>
                    <a:close/>
                  </a:path>
                </a:pathLst>
              </a:custGeom>
              <a:solidFill>
                <a:srgbClr val="EAD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8" name="Freeform 351">
                <a:extLst>
                  <a:ext uri="{FF2B5EF4-FFF2-40B4-BE49-F238E27FC236}">
                    <a16:creationId xmlns:a16="http://schemas.microsoft.com/office/drawing/2014/main" id="{A2A519B3-4F60-40E5-8D83-F07CC5B942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4876" y="4857750"/>
                <a:ext cx="187325" cy="49213"/>
              </a:xfrm>
              <a:custGeom>
                <a:avLst/>
                <a:gdLst>
                  <a:gd name="T0" fmla="*/ 0 w 587"/>
                  <a:gd name="T1" fmla="*/ 0 h 126"/>
                  <a:gd name="T2" fmla="*/ 59 w 587"/>
                  <a:gd name="T3" fmla="*/ 13 h 126"/>
                  <a:gd name="T4" fmla="*/ 0 w 587"/>
                  <a:gd name="T5" fmla="*/ 0 h 126"/>
                  <a:gd name="T6" fmla="*/ 527 w 587"/>
                  <a:gd name="T7" fmla="*/ 113 h 126"/>
                  <a:gd name="T8" fmla="*/ 587 w 587"/>
                  <a:gd name="T9" fmla="*/ 126 h 126"/>
                  <a:gd name="T10" fmla="*/ 527 w 587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7" h="126">
                    <a:moveTo>
                      <a:pt x="0" y="0"/>
                    </a:moveTo>
                    <a:lnTo>
                      <a:pt x="59" y="13"/>
                    </a:lnTo>
                    <a:lnTo>
                      <a:pt x="0" y="0"/>
                    </a:lnTo>
                    <a:close/>
                    <a:moveTo>
                      <a:pt x="527" y="113"/>
                    </a:moveTo>
                    <a:lnTo>
                      <a:pt x="587" y="126"/>
                    </a:lnTo>
                    <a:lnTo>
                      <a:pt x="527" y="113"/>
                    </a:lnTo>
                    <a:close/>
                  </a:path>
                </a:pathLst>
              </a:custGeom>
              <a:solidFill>
                <a:srgbClr val="E9D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9" name="Freeform 352">
                <a:extLst>
                  <a:ext uri="{FF2B5EF4-FFF2-40B4-BE49-F238E27FC236}">
                    <a16:creationId xmlns:a16="http://schemas.microsoft.com/office/drawing/2014/main" id="{A414F7AB-224F-4B4B-A541-6800257393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851400"/>
                <a:ext cx="187325" cy="50800"/>
              </a:xfrm>
              <a:custGeom>
                <a:avLst/>
                <a:gdLst>
                  <a:gd name="T0" fmla="*/ 0 w 588"/>
                  <a:gd name="T1" fmla="*/ 0 h 126"/>
                  <a:gd name="T2" fmla="*/ 60 w 588"/>
                  <a:gd name="T3" fmla="*/ 13 h 126"/>
                  <a:gd name="T4" fmla="*/ 0 w 588"/>
                  <a:gd name="T5" fmla="*/ 0 h 126"/>
                  <a:gd name="T6" fmla="*/ 528 w 588"/>
                  <a:gd name="T7" fmla="*/ 113 h 126"/>
                  <a:gd name="T8" fmla="*/ 588 w 588"/>
                  <a:gd name="T9" fmla="*/ 126 h 126"/>
                  <a:gd name="T10" fmla="*/ 528 w 588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8" h="126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8" y="113"/>
                    </a:moveTo>
                    <a:lnTo>
                      <a:pt x="588" y="126"/>
                    </a:lnTo>
                    <a:lnTo>
                      <a:pt x="528" y="113"/>
                    </a:lnTo>
                    <a:close/>
                  </a:path>
                </a:pathLst>
              </a:custGeom>
              <a:solidFill>
                <a:srgbClr val="E7D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0" name="Freeform 353">
                <a:extLst>
                  <a:ext uri="{FF2B5EF4-FFF2-40B4-BE49-F238E27FC236}">
                    <a16:creationId xmlns:a16="http://schemas.microsoft.com/office/drawing/2014/main" id="{9E3134B3-B293-4C83-AADF-3DC227C4C0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846638"/>
                <a:ext cx="185738" cy="49213"/>
              </a:xfrm>
              <a:custGeom>
                <a:avLst/>
                <a:gdLst>
                  <a:gd name="T0" fmla="*/ 0 w 588"/>
                  <a:gd name="T1" fmla="*/ 0 h 126"/>
                  <a:gd name="T2" fmla="*/ 59 w 588"/>
                  <a:gd name="T3" fmla="*/ 13 h 126"/>
                  <a:gd name="T4" fmla="*/ 0 w 588"/>
                  <a:gd name="T5" fmla="*/ 0 h 126"/>
                  <a:gd name="T6" fmla="*/ 528 w 588"/>
                  <a:gd name="T7" fmla="*/ 113 h 126"/>
                  <a:gd name="T8" fmla="*/ 588 w 588"/>
                  <a:gd name="T9" fmla="*/ 126 h 126"/>
                  <a:gd name="T10" fmla="*/ 528 w 588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8" h="126">
                    <a:moveTo>
                      <a:pt x="0" y="0"/>
                    </a:moveTo>
                    <a:lnTo>
                      <a:pt x="59" y="13"/>
                    </a:lnTo>
                    <a:lnTo>
                      <a:pt x="0" y="0"/>
                    </a:lnTo>
                    <a:close/>
                    <a:moveTo>
                      <a:pt x="528" y="113"/>
                    </a:moveTo>
                    <a:lnTo>
                      <a:pt x="588" y="126"/>
                    </a:lnTo>
                    <a:lnTo>
                      <a:pt x="528" y="113"/>
                    </a:lnTo>
                    <a:close/>
                  </a:path>
                </a:pathLst>
              </a:custGeom>
              <a:solidFill>
                <a:srgbClr val="E6D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1" name="Freeform 354">
                <a:extLst>
                  <a:ext uri="{FF2B5EF4-FFF2-40B4-BE49-F238E27FC236}">
                    <a16:creationId xmlns:a16="http://schemas.microsoft.com/office/drawing/2014/main" id="{8CE4AB72-3EDF-4CB4-B25A-D5ACA03ADC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40288"/>
                <a:ext cx="185738" cy="50800"/>
              </a:xfrm>
              <a:custGeom>
                <a:avLst/>
                <a:gdLst>
                  <a:gd name="T0" fmla="*/ 0 w 585"/>
                  <a:gd name="T1" fmla="*/ 0 h 126"/>
                  <a:gd name="T2" fmla="*/ 60 w 585"/>
                  <a:gd name="T3" fmla="*/ 13 h 126"/>
                  <a:gd name="T4" fmla="*/ 0 w 585"/>
                  <a:gd name="T5" fmla="*/ 0 h 126"/>
                  <a:gd name="T6" fmla="*/ 525 w 585"/>
                  <a:gd name="T7" fmla="*/ 113 h 126"/>
                  <a:gd name="T8" fmla="*/ 585 w 585"/>
                  <a:gd name="T9" fmla="*/ 126 h 126"/>
                  <a:gd name="T10" fmla="*/ 525 w 585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5" h="126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5" y="113"/>
                    </a:moveTo>
                    <a:lnTo>
                      <a:pt x="585" y="126"/>
                    </a:lnTo>
                    <a:lnTo>
                      <a:pt x="525" y="113"/>
                    </a:lnTo>
                    <a:close/>
                  </a:path>
                </a:pathLst>
              </a:custGeom>
              <a:solidFill>
                <a:srgbClr val="E5D8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2" name="Freeform 355">
                <a:extLst>
                  <a:ext uri="{FF2B5EF4-FFF2-40B4-BE49-F238E27FC236}">
                    <a16:creationId xmlns:a16="http://schemas.microsoft.com/office/drawing/2014/main" id="{23A749A8-7D38-4F02-AFEE-75005CCB69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35525"/>
                <a:ext cx="184150" cy="49213"/>
              </a:xfrm>
              <a:custGeom>
                <a:avLst/>
                <a:gdLst>
                  <a:gd name="T0" fmla="*/ 0 w 583"/>
                  <a:gd name="T1" fmla="*/ 0 h 124"/>
                  <a:gd name="T2" fmla="*/ 60 w 583"/>
                  <a:gd name="T3" fmla="*/ 12 h 124"/>
                  <a:gd name="T4" fmla="*/ 0 w 583"/>
                  <a:gd name="T5" fmla="*/ 0 h 124"/>
                  <a:gd name="T6" fmla="*/ 523 w 583"/>
                  <a:gd name="T7" fmla="*/ 112 h 124"/>
                  <a:gd name="T8" fmla="*/ 583 w 583"/>
                  <a:gd name="T9" fmla="*/ 124 h 124"/>
                  <a:gd name="T10" fmla="*/ 523 w 583"/>
                  <a:gd name="T11" fmla="*/ 11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3" h="124">
                    <a:moveTo>
                      <a:pt x="0" y="0"/>
                    </a:moveTo>
                    <a:lnTo>
                      <a:pt x="60" y="12"/>
                    </a:lnTo>
                    <a:lnTo>
                      <a:pt x="0" y="0"/>
                    </a:lnTo>
                    <a:close/>
                    <a:moveTo>
                      <a:pt x="523" y="112"/>
                    </a:moveTo>
                    <a:lnTo>
                      <a:pt x="583" y="124"/>
                    </a:lnTo>
                    <a:lnTo>
                      <a:pt x="523" y="112"/>
                    </a:lnTo>
                    <a:close/>
                  </a:path>
                </a:pathLst>
              </a:custGeom>
              <a:solidFill>
                <a:srgbClr val="E4D7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3" name="Freeform 356">
                <a:extLst>
                  <a:ext uri="{FF2B5EF4-FFF2-40B4-BE49-F238E27FC236}">
                    <a16:creationId xmlns:a16="http://schemas.microsoft.com/office/drawing/2014/main" id="{99D81B06-833A-411A-AC24-6E699D433D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29175"/>
                <a:ext cx="184150" cy="49213"/>
              </a:xfrm>
              <a:custGeom>
                <a:avLst/>
                <a:gdLst>
                  <a:gd name="T0" fmla="*/ 0 w 579"/>
                  <a:gd name="T1" fmla="*/ 0 h 124"/>
                  <a:gd name="T2" fmla="*/ 61 w 579"/>
                  <a:gd name="T3" fmla="*/ 13 h 124"/>
                  <a:gd name="T4" fmla="*/ 0 w 579"/>
                  <a:gd name="T5" fmla="*/ 0 h 124"/>
                  <a:gd name="T6" fmla="*/ 517 w 579"/>
                  <a:gd name="T7" fmla="*/ 111 h 124"/>
                  <a:gd name="T8" fmla="*/ 579 w 579"/>
                  <a:gd name="T9" fmla="*/ 124 h 124"/>
                  <a:gd name="T10" fmla="*/ 517 w 579"/>
                  <a:gd name="T11" fmla="*/ 11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9" h="124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517" y="111"/>
                    </a:moveTo>
                    <a:lnTo>
                      <a:pt x="579" y="124"/>
                    </a:lnTo>
                    <a:lnTo>
                      <a:pt x="517" y="111"/>
                    </a:lnTo>
                    <a:close/>
                  </a:path>
                </a:pathLst>
              </a:custGeom>
              <a:solidFill>
                <a:srgbClr val="E2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4" name="Freeform 357">
                <a:extLst>
                  <a:ext uri="{FF2B5EF4-FFF2-40B4-BE49-F238E27FC236}">
                    <a16:creationId xmlns:a16="http://schemas.microsoft.com/office/drawing/2014/main" id="{0007E9C2-0097-42E3-A983-ADD00A6545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24413"/>
                <a:ext cx="182563" cy="49213"/>
              </a:xfrm>
              <a:custGeom>
                <a:avLst/>
                <a:gdLst>
                  <a:gd name="T0" fmla="*/ 0 w 571"/>
                  <a:gd name="T1" fmla="*/ 0 h 122"/>
                  <a:gd name="T2" fmla="*/ 61 w 571"/>
                  <a:gd name="T3" fmla="*/ 13 h 122"/>
                  <a:gd name="T4" fmla="*/ 0 w 571"/>
                  <a:gd name="T5" fmla="*/ 0 h 122"/>
                  <a:gd name="T6" fmla="*/ 510 w 571"/>
                  <a:gd name="T7" fmla="*/ 109 h 122"/>
                  <a:gd name="T8" fmla="*/ 571 w 571"/>
                  <a:gd name="T9" fmla="*/ 122 h 122"/>
                  <a:gd name="T10" fmla="*/ 510 w 571"/>
                  <a:gd name="T11" fmla="*/ 109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1" h="122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510" y="109"/>
                    </a:moveTo>
                    <a:lnTo>
                      <a:pt x="571" y="122"/>
                    </a:lnTo>
                    <a:lnTo>
                      <a:pt x="510" y="109"/>
                    </a:lnTo>
                    <a:close/>
                  </a:path>
                </a:pathLst>
              </a:custGeom>
              <a:solidFill>
                <a:srgbClr val="E1D5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5" name="Freeform 358">
                <a:extLst>
                  <a:ext uri="{FF2B5EF4-FFF2-40B4-BE49-F238E27FC236}">
                    <a16:creationId xmlns:a16="http://schemas.microsoft.com/office/drawing/2014/main" id="{B06DC836-346E-4142-B3F2-9634DC41AE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19650"/>
                <a:ext cx="179388" cy="47625"/>
              </a:xfrm>
              <a:custGeom>
                <a:avLst/>
                <a:gdLst>
                  <a:gd name="T0" fmla="*/ 0 w 566"/>
                  <a:gd name="T1" fmla="*/ 0 h 121"/>
                  <a:gd name="T2" fmla="*/ 62 w 566"/>
                  <a:gd name="T3" fmla="*/ 13 h 121"/>
                  <a:gd name="T4" fmla="*/ 0 w 566"/>
                  <a:gd name="T5" fmla="*/ 0 h 121"/>
                  <a:gd name="T6" fmla="*/ 503 w 566"/>
                  <a:gd name="T7" fmla="*/ 107 h 121"/>
                  <a:gd name="T8" fmla="*/ 566 w 566"/>
                  <a:gd name="T9" fmla="*/ 121 h 121"/>
                  <a:gd name="T10" fmla="*/ 503 w 566"/>
                  <a:gd name="T11" fmla="*/ 107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6" h="121">
                    <a:moveTo>
                      <a:pt x="0" y="0"/>
                    </a:moveTo>
                    <a:lnTo>
                      <a:pt x="62" y="13"/>
                    </a:lnTo>
                    <a:lnTo>
                      <a:pt x="0" y="0"/>
                    </a:lnTo>
                    <a:close/>
                    <a:moveTo>
                      <a:pt x="503" y="107"/>
                    </a:moveTo>
                    <a:lnTo>
                      <a:pt x="566" y="121"/>
                    </a:lnTo>
                    <a:lnTo>
                      <a:pt x="503" y="107"/>
                    </a:lnTo>
                    <a:close/>
                  </a:path>
                </a:pathLst>
              </a:custGeom>
              <a:solidFill>
                <a:srgbClr val="E0D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6" name="Freeform 359">
                <a:extLst>
                  <a:ext uri="{FF2B5EF4-FFF2-40B4-BE49-F238E27FC236}">
                    <a16:creationId xmlns:a16="http://schemas.microsoft.com/office/drawing/2014/main" id="{86A8FE3E-6077-4D58-B7DA-A8DAC412D9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13300"/>
                <a:ext cx="177800" cy="47625"/>
              </a:xfrm>
              <a:custGeom>
                <a:avLst/>
                <a:gdLst>
                  <a:gd name="T0" fmla="*/ 0 w 557"/>
                  <a:gd name="T1" fmla="*/ 0 h 120"/>
                  <a:gd name="T2" fmla="*/ 64 w 557"/>
                  <a:gd name="T3" fmla="*/ 14 h 120"/>
                  <a:gd name="T4" fmla="*/ 0 w 557"/>
                  <a:gd name="T5" fmla="*/ 0 h 120"/>
                  <a:gd name="T6" fmla="*/ 494 w 557"/>
                  <a:gd name="T7" fmla="*/ 106 h 120"/>
                  <a:gd name="T8" fmla="*/ 557 w 557"/>
                  <a:gd name="T9" fmla="*/ 120 h 120"/>
                  <a:gd name="T10" fmla="*/ 494 w 557"/>
                  <a:gd name="T11" fmla="*/ 10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7" h="120">
                    <a:moveTo>
                      <a:pt x="0" y="0"/>
                    </a:moveTo>
                    <a:lnTo>
                      <a:pt x="64" y="14"/>
                    </a:lnTo>
                    <a:lnTo>
                      <a:pt x="0" y="0"/>
                    </a:lnTo>
                    <a:close/>
                    <a:moveTo>
                      <a:pt x="494" y="106"/>
                    </a:moveTo>
                    <a:lnTo>
                      <a:pt x="557" y="120"/>
                    </a:lnTo>
                    <a:lnTo>
                      <a:pt x="494" y="106"/>
                    </a:lnTo>
                    <a:close/>
                  </a:path>
                </a:pathLst>
              </a:custGeom>
              <a:solidFill>
                <a:srgbClr val="DED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7" name="Freeform 360">
                <a:extLst>
                  <a:ext uri="{FF2B5EF4-FFF2-40B4-BE49-F238E27FC236}">
                    <a16:creationId xmlns:a16="http://schemas.microsoft.com/office/drawing/2014/main" id="{6B2C3D4C-261A-48F0-A519-CA4976DDA7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08538"/>
                <a:ext cx="173038" cy="47625"/>
              </a:xfrm>
              <a:custGeom>
                <a:avLst/>
                <a:gdLst>
                  <a:gd name="T0" fmla="*/ 0 w 548"/>
                  <a:gd name="T1" fmla="*/ 0 h 117"/>
                  <a:gd name="T2" fmla="*/ 65 w 548"/>
                  <a:gd name="T3" fmla="*/ 14 h 117"/>
                  <a:gd name="T4" fmla="*/ 0 w 548"/>
                  <a:gd name="T5" fmla="*/ 0 h 117"/>
                  <a:gd name="T6" fmla="*/ 483 w 548"/>
                  <a:gd name="T7" fmla="*/ 103 h 117"/>
                  <a:gd name="T8" fmla="*/ 548 w 548"/>
                  <a:gd name="T9" fmla="*/ 117 h 117"/>
                  <a:gd name="T10" fmla="*/ 483 w 548"/>
                  <a:gd name="T11" fmla="*/ 103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17">
                    <a:moveTo>
                      <a:pt x="0" y="0"/>
                    </a:moveTo>
                    <a:lnTo>
                      <a:pt x="65" y="14"/>
                    </a:lnTo>
                    <a:lnTo>
                      <a:pt x="0" y="0"/>
                    </a:lnTo>
                    <a:close/>
                    <a:moveTo>
                      <a:pt x="483" y="103"/>
                    </a:moveTo>
                    <a:lnTo>
                      <a:pt x="548" y="117"/>
                    </a:lnTo>
                    <a:lnTo>
                      <a:pt x="483" y="103"/>
                    </a:lnTo>
                    <a:close/>
                  </a:path>
                </a:pathLst>
              </a:custGeom>
              <a:solidFill>
                <a:srgbClr val="DDD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8" name="Freeform 361">
                <a:extLst>
                  <a:ext uri="{FF2B5EF4-FFF2-40B4-BE49-F238E27FC236}">
                    <a16:creationId xmlns:a16="http://schemas.microsoft.com/office/drawing/2014/main" id="{2DFE7BBD-731A-4023-AB98-619268F6F9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03775"/>
                <a:ext cx="169863" cy="46038"/>
              </a:xfrm>
              <a:custGeom>
                <a:avLst/>
                <a:gdLst>
                  <a:gd name="T0" fmla="*/ 0 w 535"/>
                  <a:gd name="T1" fmla="*/ 0 h 115"/>
                  <a:gd name="T2" fmla="*/ 66 w 535"/>
                  <a:gd name="T3" fmla="*/ 14 h 115"/>
                  <a:gd name="T4" fmla="*/ 0 w 535"/>
                  <a:gd name="T5" fmla="*/ 0 h 115"/>
                  <a:gd name="T6" fmla="*/ 468 w 535"/>
                  <a:gd name="T7" fmla="*/ 100 h 115"/>
                  <a:gd name="T8" fmla="*/ 535 w 535"/>
                  <a:gd name="T9" fmla="*/ 115 h 115"/>
                  <a:gd name="T10" fmla="*/ 468 w 535"/>
                  <a:gd name="T11" fmla="*/ 10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5" h="115">
                    <a:moveTo>
                      <a:pt x="0" y="0"/>
                    </a:moveTo>
                    <a:lnTo>
                      <a:pt x="66" y="14"/>
                    </a:lnTo>
                    <a:lnTo>
                      <a:pt x="0" y="0"/>
                    </a:lnTo>
                    <a:close/>
                    <a:moveTo>
                      <a:pt x="468" y="100"/>
                    </a:moveTo>
                    <a:lnTo>
                      <a:pt x="535" y="115"/>
                    </a:lnTo>
                    <a:lnTo>
                      <a:pt x="468" y="100"/>
                    </a:lnTo>
                    <a:close/>
                  </a:path>
                </a:pathLst>
              </a:custGeom>
              <a:solidFill>
                <a:srgbClr val="DC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9" name="Freeform 362">
                <a:extLst>
                  <a:ext uri="{FF2B5EF4-FFF2-40B4-BE49-F238E27FC236}">
                    <a16:creationId xmlns:a16="http://schemas.microsoft.com/office/drawing/2014/main" id="{691F9172-E72B-4336-A556-91008690B4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799013"/>
                <a:ext cx="165100" cy="44450"/>
              </a:xfrm>
              <a:custGeom>
                <a:avLst/>
                <a:gdLst>
                  <a:gd name="T0" fmla="*/ 0 w 523"/>
                  <a:gd name="T1" fmla="*/ 0 h 112"/>
                  <a:gd name="T2" fmla="*/ 69 w 523"/>
                  <a:gd name="T3" fmla="*/ 15 h 112"/>
                  <a:gd name="T4" fmla="*/ 0 w 523"/>
                  <a:gd name="T5" fmla="*/ 0 h 112"/>
                  <a:gd name="T6" fmla="*/ 454 w 523"/>
                  <a:gd name="T7" fmla="*/ 98 h 112"/>
                  <a:gd name="T8" fmla="*/ 523 w 523"/>
                  <a:gd name="T9" fmla="*/ 112 h 112"/>
                  <a:gd name="T10" fmla="*/ 454 w 523"/>
                  <a:gd name="T11" fmla="*/ 9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3" h="112">
                    <a:moveTo>
                      <a:pt x="0" y="0"/>
                    </a:moveTo>
                    <a:lnTo>
                      <a:pt x="69" y="15"/>
                    </a:lnTo>
                    <a:lnTo>
                      <a:pt x="0" y="0"/>
                    </a:lnTo>
                    <a:close/>
                    <a:moveTo>
                      <a:pt x="454" y="98"/>
                    </a:moveTo>
                    <a:lnTo>
                      <a:pt x="523" y="112"/>
                    </a:lnTo>
                    <a:lnTo>
                      <a:pt x="454" y="98"/>
                    </a:lnTo>
                    <a:close/>
                  </a:path>
                </a:pathLst>
              </a:custGeom>
              <a:solidFill>
                <a:srgbClr val="DAD0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0" name="Freeform 363">
                <a:extLst>
                  <a:ext uri="{FF2B5EF4-FFF2-40B4-BE49-F238E27FC236}">
                    <a16:creationId xmlns:a16="http://schemas.microsoft.com/office/drawing/2014/main" id="{BC96A9EA-14EE-4660-95B7-02B50FC84A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794250"/>
                <a:ext cx="161925" cy="42863"/>
              </a:xfrm>
              <a:custGeom>
                <a:avLst/>
                <a:gdLst>
                  <a:gd name="T0" fmla="*/ 0 w 509"/>
                  <a:gd name="T1" fmla="*/ 0 h 109"/>
                  <a:gd name="T2" fmla="*/ 71 w 509"/>
                  <a:gd name="T3" fmla="*/ 15 h 109"/>
                  <a:gd name="T4" fmla="*/ 0 w 509"/>
                  <a:gd name="T5" fmla="*/ 0 h 109"/>
                  <a:gd name="T6" fmla="*/ 436 w 509"/>
                  <a:gd name="T7" fmla="*/ 94 h 109"/>
                  <a:gd name="T8" fmla="*/ 509 w 509"/>
                  <a:gd name="T9" fmla="*/ 109 h 109"/>
                  <a:gd name="T10" fmla="*/ 436 w 509"/>
                  <a:gd name="T11" fmla="*/ 9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9" h="109">
                    <a:moveTo>
                      <a:pt x="0" y="0"/>
                    </a:moveTo>
                    <a:lnTo>
                      <a:pt x="71" y="15"/>
                    </a:lnTo>
                    <a:lnTo>
                      <a:pt x="0" y="0"/>
                    </a:lnTo>
                    <a:close/>
                    <a:moveTo>
                      <a:pt x="436" y="94"/>
                    </a:moveTo>
                    <a:lnTo>
                      <a:pt x="509" y="109"/>
                    </a:lnTo>
                    <a:lnTo>
                      <a:pt x="436" y="94"/>
                    </a:lnTo>
                    <a:close/>
                  </a:path>
                </a:pathLst>
              </a:custGeom>
              <a:solidFill>
                <a:srgbClr val="D9CF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1" name="Freeform 364">
                <a:extLst>
                  <a:ext uri="{FF2B5EF4-FFF2-40B4-BE49-F238E27FC236}">
                    <a16:creationId xmlns:a16="http://schemas.microsoft.com/office/drawing/2014/main" id="{628E9EF0-36A9-4A6D-8CD3-7A74C9AAE9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4876" y="4789488"/>
                <a:ext cx="157163" cy="41275"/>
              </a:xfrm>
              <a:custGeom>
                <a:avLst/>
                <a:gdLst>
                  <a:gd name="T0" fmla="*/ 0 w 492"/>
                  <a:gd name="T1" fmla="*/ 0 h 105"/>
                  <a:gd name="T2" fmla="*/ 76 w 492"/>
                  <a:gd name="T3" fmla="*/ 16 h 105"/>
                  <a:gd name="T4" fmla="*/ 0 w 492"/>
                  <a:gd name="T5" fmla="*/ 0 h 105"/>
                  <a:gd name="T6" fmla="*/ 417 w 492"/>
                  <a:gd name="T7" fmla="*/ 89 h 105"/>
                  <a:gd name="T8" fmla="*/ 492 w 492"/>
                  <a:gd name="T9" fmla="*/ 105 h 105"/>
                  <a:gd name="T10" fmla="*/ 417 w 492"/>
                  <a:gd name="T11" fmla="*/ 89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2" h="105">
                    <a:moveTo>
                      <a:pt x="0" y="0"/>
                    </a:moveTo>
                    <a:lnTo>
                      <a:pt x="76" y="16"/>
                    </a:lnTo>
                    <a:lnTo>
                      <a:pt x="0" y="0"/>
                    </a:lnTo>
                    <a:close/>
                    <a:moveTo>
                      <a:pt x="417" y="89"/>
                    </a:moveTo>
                    <a:lnTo>
                      <a:pt x="492" y="105"/>
                    </a:lnTo>
                    <a:lnTo>
                      <a:pt x="417" y="89"/>
                    </a:lnTo>
                    <a:close/>
                  </a:path>
                </a:pathLst>
              </a:custGeom>
              <a:solidFill>
                <a:srgbClr val="D8C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2" name="Freeform 365">
                <a:extLst>
                  <a:ext uri="{FF2B5EF4-FFF2-40B4-BE49-F238E27FC236}">
                    <a16:creationId xmlns:a16="http://schemas.microsoft.com/office/drawing/2014/main" id="{D9937ADA-1F6F-4251-88FB-C40ECA3BF7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6463" y="4784725"/>
                <a:ext cx="150813" cy="39688"/>
              </a:xfrm>
              <a:custGeom>
                <a:avLst/>
                <a:gdLst>
                  <a:gd name="T0" fmla="*/ 0 w 474"/>
                  <a:gd name="T1" fmla="*/ 0 h 101"/>
                  <a:gd name="T2" fmla="*/ 80 w 474"/>
                  <a:gd name="T3" fmla="*/ 17 h 101"/>
                  <a:gd name="T4" fmla="*/ 0 w 474"/>
                  <a:gd name="T5" fmla="*/ 0 h 101"/>
                  <a:gd name="T6" fmla="*/ 395 w 474"/>
                  <a:gd name="T7" fmla="*/ 84 h 101"/>
                  <a:gd name="T8" fmla="*/ 474 w 474"/>
                  <a:gd name="T9" fmla="*/ 101 h 101"/>
                  <a:gd name="T10" fmla="*/ 395 w 474"/>
                  <a:gd name="T11" fmla="*/ 8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4" h="101">
                    <a:moveTo>
                      <a:pt x="0" y="0"/>
                    </a:moveTo>
                    <a:lnTo>
                      <a:pt x="80" y="17"/>
                    </a:lnTo>
                    <a:lnTo>
                      <a:pt x="0" y="0"/>
                    </a:lnTo>
                    <a:close/>
                    <a:moveTo>
                      <a:pt x="395" y="84"/>
                    </a:moveTo>
                    <a:lnTo>
                      <a:pt x="474" y="101"/>
                    </a:lnTo>
                    <a:lnTo>
                      <a:pt x="395" y="84"/>
                    </a:lnTo>
                    <a:close/>
                  </a:path>
                </a:pathLst>
              </a:custGeom>
              <a:solidFill>
                <a:srgbClr val="D7CD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3" name="Freeform 366">
                <a:extLst>
                  <a:ext uri="{FF2B5EF4-FFF2-40B4-BE49-F238E27FC236}">
                    <a16:creationId xmlns:a16="http://schemas.microsoft.com/office/drawing/2014/main" id="{00EBCAA8-F0F6-4146-A84D-C4B9464F53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9638" y="4779963"/>
                <a:ext cx="142875" cy="38100"/>
              </a:xfrm>
              <a:custGeom>
                <a:avLst/>
                <a:gdLst>
                  <a:gd name="T0" fmla="*/ 0 w 454"/>
                  <a:gd name="T1" fmla="*/ 0 h 97"/>
                  <a:gd name="T2" fmla="*/ 87 w 454"/>
                  <a:gd name="T3" fmla="*/ 18 h 97"/>
                  <a:gd name="T4" fmla="*/ 0 w 454"/>
                  <a:gd name="T5" fmla="*/ 0 h 97"/>
                  <a:gd name="T6" fmla="*/ 369 w 454"/>
                  <a:gd name="T7" fmla="*/ 79 h 97"/>
                  <a:gd name="T8" fmla="*/ 454 w 454"/>
                  <a:gd name="T9" fmla="*/ 97 h 97"/>
                  <a:gd name="T10" fmla="*/ 369 w 454"/>
                  <a:gd name="T11" fmla="*/ 7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4" h="97">
                    <a:moveTo>
                      <a:pt x="0" y="0"/>
                    </a:moveTo>
                    <a:lnTo>
                      <a:pt x="87" y="18"/>
                    </a:lnTo>
                    <a:lnTo>
                      <a:pt x="0" y="0"/>
                    </a:lnTo>
                    <a:close/>
                    <a:moveTo>
                      <a:pt x="369" y="79"/>
                    </a:moveTo>
                    <a:lnTo>
                      <a:pt x="454" y="97"/>
                    </a:lnTo>
                    <a:lnTo>
                      <a:pt x="369" y="79"/>
                    </a:lnTo>
                    <a:close/>
                  </a:path>
                </a:pathLst>
              </a:custGeom>
              <a:solidFill>
                <a:srgbClr val="D5CC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4" name="Freeform 367">
                <a:extLst>
                  <a:ext uri="{FF2B5EF4-FFF2-40B4-BE49-F238E27FC236}">
                    <a16:creationId xmlns:a16="http://schemas.microsoft.com/office/drawing/2014/main" id="{2379F751-AA00-4893-B4E0-6BED8E269B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1226" y="4775200"/>
                <a:ext cx="136525" cy="36513"/>
              </a:xfrm>
              <a:custGeom>
                <a:avLst/>
                <a:gdLst>
                  <a:gd name="T0" fmla="*/ 0 w 430"/>
                  <a:gd name="T1" fmla="*/ 0 h 93"/>
                  <a:gd name="T2" fmla="*/ 94 w 430"/>
                  <a:gd name="T3" fmla="*/ 20 h 93"/>
                  <a:gd name="T4" fmla="*/ 0 w 430"/>
                  <a:gd name="T5" fmla="*/ 0 h 93"/>
                  <a:gd name="T6" fmla="*/ 336 w 430"/>
                  <a:gd name="T7" fmla="*/ 73 h 93"/>
                  <a:gd name="T8" fmla="*/ 430 w 430"/>
                  <a:gd name="T9" fmla="*/ 93 h 93"/>
                  <a:gd name="T10" fmla="*/ 336 w 430"/>
                  <a:gd name="T11" fmla="*/ 7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0" h="93">
                    <a:moveTo>
                      <a:pt x="0" y="0"/>
                    </a:moveTo>
                    <a:lnTo>
                      <a:pt x="94" y="20"/>
                    </a:lnTo>
                    <a:lnTo>
                      <a:pt x="0" y="0"/>
                    </a:lnTo>
                    <a:close/>
                    <a:moveTo>
                      <a:pt x="336" y="73"/>
                    </a:moveTo>
                    <a:lnTo>
                      <a:pt x="430" y="93"/>
                    </a:lnTo>
                    <a:lnTo>
                      <a:pt x="336" y="73"/>
                    </a:lnTo>
                    <a:close/>
                  </a:path>
                </a:pathLst>
              </a:custGeom>
              <a:solidFill>
                <a:srgbClr val="D4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5" name="Freeform 368">
                <a:extLst>
                  <a:ext uri="{FF2B5EF4-FFF2-40B4-BE49-F238E27FC236}">
                    <a16:creationId xmlns:a16="http://schemas.microsoft.com/office/drawing/2014/main" id="{DF6A8848-C80F-4496-B444-779AD20C63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4401" y="4770438"/>
                <a:ext cx="128588" cy="34925"/>
              </a:xfrm>
              <a:custGeom>
                <a:avLst/>
                <a:gdLst>
                  <a:gd name="T0" fmla="*/ 0 w 402"/>
                  <a:gd name="T1" fmla="*/ 0 h 87"/>
                  <a:gd name="T2" fmla="*/ 105 w 402"/>
                  <a:gd name="T3" fmla="*/ 23 h 87"/>
                  <a:gd name="T4" fmla="*/ 0 w 402"/>
                  <a:gd name="T5" fmla="*/ 0 h 87"/>
                  <a:gd name="T6" fmla="*/ 298 w 402"/>
                  <a:gd name="T7" fmla="*/ 64 h 87"/>
                  <a:gd name="T8" fmla="*/ 402 w 402"/>
                  <a:gd name="T9" fmla="*/ 87 h 87"/>
                  <a:gd name="T10" fmla="*/ 298 w 402"/>
                  <a:gd name="T11" fmla="*/ 6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2" h="87">
                    <a:moveTo>
                      <a:pt x="0" y="0"/>
                    </a:moveTo>
                    <a:lnTo>
                      <a:pt x="105" y="23"/>
                    </a:lnTo>
                    <a:lnTo>
                      <a:pt x="0" y="0"/>
                    </a:lnTo>
                    <a:close/>
                    <a:moveTo>
                      <a:pt x="298" y="64"/>
                    </a:moveTo>
                    <a:lnTo>
                      <a:pt x="402" y="87"/>
                    </a:lnTo>
                    <a:lnTo>
                      <a:pt x="298" y="64"/>
                    </a:lnTo>
                    <a:close/>
                  </a:path>
                </a:pathLst>
              </a:custGeom>
              <a:solidFill>
                <a:srgbClr val="D3CA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6" name="Freeform 369">
                <a:extLst>
                  <a:ext uri="{FF2B5EF4-FFF2-40B4-BE49-F238E27FC236}">
                    <a16:creationId xmlns:a16="http://schemas.microsoft.com/office/drawing/2014/main" id="{1BF7ACC4-913B-4E02-B0D5-E8BA51D829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9163" y="4767263"/>
                <a:ext cx="117475" cy="31750"/>
              </a:xfrm>
              <a:custGeom>
                <a:avLst/>
                <a:gdLst>
                  <a:gd name="T0" fmla="*/ 0 w 373"/>
                  <a:gd name="T1" fmla="*/ 0 h 80"/>
                  <a:gd name="T2" fmla="*/ 128 w 373"/>
                  <a:gd name="T3" fmla="*/ 27 h 80"/>
                  <a:gd name="T4" fmla="*/ 0 w 373"/>
                  <a:gd name="T5" fmla="*/ 0 h 80"/>
                  <a:gd name="T6" fmla="*/ 245 w 373"/>
                  <a:gd name="T7" fmla="*/ 52 h 80"/>
                  <a:gd name="T8" fmla="*/ 373 w 373"/>
                  <a:gd name="T9" fmla="*/ 80 h 80"/>
                  <a:gd name="T10" fmla="*/ 245 w 373"/>
                  <a:gd name="T11" fmla="*/ 5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3" h="80">
                    <a:moveTo>
                      <a:pt x="0" y="0"/>
                    </a:moveTo>
                    <a:lnTo>
                      <a:pt x="128" y="27"/>
                    </a:lnTo>
                    <a:lnTo>
                      <a:pt x="0" y="0"/>
                    </a:lnTo>
                    <a:close/>
                    <a:moveTo>
                      <a:pt x="245" y="52"/>
                    </a:moveTo>
                    <a:lnTo>
                      <a:pt x="373" y="80"/>
                    </a:lnTo>
                    <a:lnTo>
                      <a:pt x="245" y="52"/>
                    </a:lnTo>
                    <a:close/>
                  </a:path>
                </a:pathLst>
              </a:custGeom>
              <a:solidFill>
                <a:srgbClr val="D1C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7" name="Freeform 370">
                <a:extLst>
                  <a:ext uri="{FF2B5EF4-FFF2-40B4-BE49-F238E27FC236}">
                    <a16:creationId xmlns:a16="http://schemas.microsoft.com/office/drawing/2014/main" id="{F1C021AE-B380-429E-B6EE-EA0ABF036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2338" y="4762500"/>
                <a:ext cx="107950" cy="28575"/>
              </a:xfrm>
              <a:custGeom>
                <a:avLst/>
                <a:gdLst>
                  <a:gd name="T0" fmla="*/ 0 w 339"/>
                  <a:gd name="T1" fmla="*/ 0 h 73"/>
                  <a:gd name="T2" fmla="*/ 339 w 339"/>
                  <a:gd name="T3" fmla="*/ 73 h 73"/>
                  <a:gd name="T4" fmla="*/ 0 w 339"/>
                  <a:gd name="T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9" h="73">
                    <a:moveTo>
                      <a:pt x="0" y="0"/>
                    </a:moveTo>
                    <a:lnTo>
                      <a:pt x="339" y="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8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8" name="Freeform 371">
                <a:extLst>
                  <a:ext uri="{FF2B5EF4-FFF2-40B4-BE49-F238E27FC236}">
                    <a16:creationId xmlns:a16="http://schemas.microsoft.com/office/drawing/2014/main" id="{01A0C891-F9D8-4D7D-AF65-65121FF79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8688" y="4759325"/>
                <a:ext cx="93663" cy="25400"/>
              </a:xfrm>
              <a:custGeom>
                <a:avLst/>
                <a:gdLst>
                  <a:gd name="T0" fmla="*/ 0 w 296"/>
                  <a:gd name="T1" fmla="*/ 0 h 64"/>
                  <a:gd name="T2" fmla="*/ 296 w 296"/>
                  <a:gd name="T3" fmla="*/ 64 h 64"/>
                  <a:gd name="T4" fmla="*/ 0 w 296"/>
                  <a:gd name="T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6" h="64">
                    <a:moveTo>
                      <a:pt x="0" y="0"/>
                    </a:moveTo>
                    <a:lnTo>
                      <a:pt x="296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C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9" name="Freeform 372">
                <a:extLst>
                  <a:ext uri="{FF2B5EF4-FFF2-40B4-BE49-F238E27FC236}">
                    <a16:creationId xmlns:a16="http://schemas.microsoft.com/office/drawing/2014/main" id="{3F61D6F6-3067-44CC-BFFF-57F07C95D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038" y="4756150"/>
                <a:ext cx="77788" cy="20638"/>
              </a:xfrm>
              <a:custGeom>
                <a:avLst/>
                <a:gdLst>
                  <a:gd name="T0" fmla="*/ 0 w 245"/>
                  <a:gd name="T1" fmla="*/ 0 h 52"/>
                  <a:gd name="T2" fmla="*/ 245 w 245"/>
                  <a:gd name="T3" fmla="*/ 52 h 52"/>
                  <a:gd name="T4" fmla="*/ 0 w 245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5" h="52">
                    <a:moveTo>
                      <a:pt x="0" y="0"/>
                    </a:moveTo>
                    <a:lnTo>
                      <a:pt x="245" y="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7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0" name="Freeform 373">
                <a:extLst>
                  <a:ext uri="{FF2B5EF4-FFF2-40B4-BE49-F238E27FC236}">
                    <a16:creationId xmlns:a16="http://schemas.microsoft.com/office/drawing/2014/main" id="{5249B614-75DE-4D34-866A-E3A9F7134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563" y="4752975"/>
                <a:ext cx="57150" cy="14288"/>
              </a:xfrm>
              <a:custGeom>
                <a:avLst/>
                <a:gdLst>
                  <a:gd name="T0" fmla="*/ 0 w 176"/>
                  <a:gd name="T1" fmla="*/ 0 h 38"/>
                  <a:gd name="T2" fmla="*/ 176 w 176"/>
                  <a:gd name="T3" fmla="*/ 38 h 38"/>
                  <a:gd name="T4" fmla="*/ 0 w 176"/>
                  <a:gd name="T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6" h="38">
                    <a:moveTo>
                      <a:pt x="0" y="0"/>
                    </a:moveTo>
                    <a:lnTo>
                      <a:pt x="176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1" name="Freeform 374">
                <a:extLst>
                  <a:ext uri="{FF2B5EF4-FFF2-40B4-BE49-F238E27FC236}">
                    <a16:creationId xmlns:a16="http://schemas.microsoft.com/office/drawing/2014/main" id="{17DE04E3-868F-4F1C-AD89-5CAB86E07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6" y="4754563"/>
                <a:ext cx="6350" cy="1588"/>
              </a:xfrm>
              <a:custGeom>
                <a:avLst/>
                <a:gdLst>
                  <a:gd name="T0" fmla="*/ 0 w 20"/>
                  <a:gd name="T1" fmla="*/ 0 h 4"/>
                  <a:gd name="T2" fmla="*/ 20 w 20"/>
                  <a:gd name="T3" fmla="*/ 4 h 4"/>
                  <a:gd name="T4" fmla="*/ 0 w 20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4">
                    <a:moveTo>
                      <a:pt x="0" y="0"/>
                    </a:moveTo>
                    <a:lnTo>
                      <a:pt x="2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C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2" name="Freeform 375">
                <a:extLst>
                  <a:ext uri="{FF2B5EF4-FFF2-40B4-BE49-F238E27FC236}">
                    <a16:creationId xmlns:a16="http://schemas.microsoft.com/office/drawing/2014/main" id="{7FC1099E-FCA0-4D1B-AC15-25D5D5B3C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388" y="4487863"/>
                <a:ext cx="241300" cy="184150"/>
              </a:xfrm>
              <a:custGeom>
                <a:avLst/>
                <a:gdLst>
                  <a:gd name="T0" fmla="*/ 704 w 760"/>
                  <a:gd name="T1" fmla="*/ 460 h 465"/>
                  <a:gd name="T2" fmla="*/ 710 w 760"/>
                  <a:gd name="T3" fmla="*/ 463 h 465"/>
                  <a:gd name="T4" fmla="*/ 717 w 760"/>
                  <a:gd name="T5" fmla="*/ 464 h 465"/>
                  <a:gd name="T6" fmla="*/ 724 w 760"/>
                  <a:gd name="T7" fmla="*/ 465 h 465"/>
                  <a:gd name="T8" fmla="*/ 730 w 760"/>
                  <a:gd name="T9" fmla="*/ 465 h 465"/>
                  <a:gd name="T10" fmla="*/ 737 w 760"/>
                  <a:gd name="T11" fmla="*/ 464 h 465"/>
                  <a:gd name="T12" fmla="*/ 743 w 760"/>
                  <a:gd name="T13" fmla="*/ 461 h 465"/>
                  <a:gd name="T14" fmla="*/ 749 w 760"/>
                  <a:gd name="T15" fmla="*/ 458 h 465"/>
                  <a:gd name="T16" fmla="*/ 754 w 760"/>
                  <a:gd name="T17" fmla="*/ 454 h 465"/>
                  <a:gd name="T18" fmla="*/ 757 w 760"/>
                  <a:gd name="T19" fmla="*/ 449 h 465"/>
                  <a:gd name="T20" fmla="*/ 759 w 760"/>
                  <a:gd name="T21" fmla="*/ 444 h 465"/>
                  <a:gd name="T22" fmla="*/ 760 w 760"/>
                  <a:gd name="T23" fmla="*/ 438 h 465"/>
                  <a:gd name="T24" fmla="*/ 760 w 760"/>
                  <a:gd name="T25" fmla="*/ 433 h 465"/>
                  <a:gd name="T26" fmla="*/ 758 w 760"/>
                  <a:gd name="T27" fmla="*/ 428 h 465"/>
                  <a:gd name="T28" fmla="*/ 755 w 760"/>
                  <a:gd name="T29" fmla="*/ 423 h 465"/>
                  <a:gd name="T30" fmla="*/ 752 w 760"/>
                  <a:gd name="T31" fmla="*/ 418 h 465"/>
                  <a:gd name="T32" fmla="*/ 747 w 760"/>
                  <a:gd name="T33" fmla="*/ 415 h 465"/>
                  <a:gd name="T34" fmla="*/ 56 w 760"/>
                  <a:gd name="T35" fmla="*/ 5 h 465"/>
                  <a:gd name="T36" fmla="*/ 50 w 760"/>
                  <a:gd name="T37" fmla="*/ 2 h 465"/>
                  <a:gd name="T38" fmla="*/ 43 w 760"/>
                  <a:gd name="T39" fmla="*/ 1 h 465"/>
                  <a:gd name="T40" fmla="*/ 36 w 760"/>
                  <a:gd name="T41" fmla="*/ 0 h 465"/>
                  <a:gd name="T42" fmla="*/ 30 w 760"/>
                  <a:gd name="T43" fmla="*/ 0 h 465"/>
                  <a:gd name="T44" fmla="*/ 23 w 760"/>
                  <a:gd name="T45" fmla="*/ 1 h 465"/>
                  <a:gd name="T46" fmla="*/ 17 w 760"/>
                  <a:gd name="T47" fmla="*/ 4 h 465"/>
                  <a:gd name="T48" fmla="*/ 12 w 760"/>
                  <a:gd name="T49" fmla="*/ 7 h 465"/>
                  <a:gd name="T50" fmla="*/ 7 w 760"/>
                  <a:gd name="T51" fmla="*/ 11 h 465"/>
                  <a:gd name="T52" fmla="*/ 3 w 760"/>
                  <a:gd name="T53" fmla="*/ 16 h 465"/>
                  <a:gd name="T54" fmla="*/ 1 w 760"/>
                  <a:gd name="T55" fmla="*/ 21 h 465"/>
                  <a:gd name="T56" fmla="*/ 0 w 760"/>
                  <a:gd name="T57" fmla="*/ 27 h 465"/>
                  <a:gd name="T58" fmla="*/ 0 w 760"/>
                  <a:gd name="T59" fmla="*/ 32 h 465"/>
                  <a:gd name="T60" fmla="*/ 2 w 760"/>
                  <a:gd name="T61" fmla="*/ 37 h 465"/>
                  <a:gd name="T62" fmla="*/ 5 w 760"/>
                  <a:gd name="T63" fmla="*/ 42 h 465"/>
                  <a:gd name="T64" fmla="*/ 8 w 760"/>
                  <a:gd name="T65" fmla="*/ 47 h 465"/>
                  <a:gd name="T66" fmla="*/ 15 w 760"/>
                  <a:gd name="T67" fmla="*/ 50 h 465"/>
                  <a:gd name="T68" fmla="*/ 704 w 760"/>
                  <a:gd name="T69" fmla="*/ 46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60" h="465">
                    <a:moveTo>
                      <a:pt x="704" y="460"/>
                    </a:moveTo>
                    <a:lnTo>
                      <a:pt x="710" y="463"/>
                    </a:lnTo>
                    <a:lnTo>
                      <a:pt x="717" y="464"/>
                    </a:lnTo>
                    <a:lnTo>
                      <a:pt x="724" y="465"/>
                    </a:lnTo>
                    <a:lnTo>
                      <a:pt x="730" y="465"/>
                    </a:lnTo>
                    <a:lnTo>
                      <a:pt x="737" y="464"/>
                    </a:lnTo>
                    <a:lnTo>
                      <a:pt x="743" y="461"/>
                    </a:lnTo>
                    <a:lnTo>
                      <a:pt x="749" y="458"/>
                    </a:lnTo>
                    <a:lnTo>
                      <a:pt x="754" y="454"/>
                    </a:lnTo>
                    <a:lnTo>
                      <a:pt x="757" y="449"/>
                    </a:lnTo>
                    <a:lnTo>
                      <a:pt x="759" y="444"/>
                    </a:lnTo>
                    <a:lnTo>
                      <a:pt x="760" y="438"/>
                    </a:lnTo>
                    <a:lnTo>
                      <a:pt x="760" y="433"/>
                    </a:lnTo>
                    <a:lnTo>
                      <a:pt x="758" y="428"/>
                    </a:lnTo>
                    <a:lnTo>
                      <a:pt x="755" y="423"/>
                    </a:lnTo>
                    <a:lnTo>
                      <a:pt x="752" y="418"/>
                    </a:lnTo>
                    <a:lnTo>
                      <a:pt x="747" y="415"/>
                    </a:lnTo>
                    <a:lnTo>
                      <a:pt x="56" y="5"/>
                    </a:lnTo>
                    <a:lnTo>
                      <a:pt x="50" y="2"/>
                    </a:lnTo>
                    <a:lnTo>
                      <a:pt x="43" y="1"/>
                    </a:lnTo>
                    <a:lnTo>
                      <a:pt x="36" y="0"/>
                    </a:lnTo>
                    <a:lnTo>
                      <a:pt x="30" y="0"/>
                    </a:lnTo>
                    <a:lnTo>
                      <a:pt x="23" y="1"/>
                    </a:lnTo>
                    <a:lnTo>
                      <a:pt x="17" y="4"/>
                    </a:lnTo>
                    <a:lnTo>
                      <a:pt x="12" y="7"/>
                    </a:lnTo>
                    <a:lnTo>
                      <a:pt x="7" y="11"/>
                    </a:lnTo>
                    <a:lnTo>
                      <a:pt x="3" y="16"/>
                    </a:lnTo>
                    <a:lnTo>
                      <a:pt x="1" y="21"/>
                    </a:lnTo>
                    <a:lnTo>
                      <a:pt x="0" y="27"/>
                    </a:lnTo>
                    <a:lnTo>
                      <a:pt x="0" y="32"/>
                    </a:lnTo>
                    <a:lnTo>
                      <a:pt x="2" y="37"/>
                    </a:lnTo>
                    <a:lnTo>
                      <a:pt x="5" y="42"/>
                    </a:lnTo>
                    <a:lnTo>
                      <a:pt x="8" y="47"/>
                    </a:lnTo>
                    <a:lnTo>
                      <a:pt x="15" y="50"/>
                    </a:lnTo>
                    <a:lnTo>
                      <a:pt x="704" y="460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3" name="Freeform 376">
                <a:extLst>
                  <a:ext uri="{FF2B5EF4-FFF2-40B4-BE49-F238E27FC236}">
                    <a16:creationId xmlns:a16="http://schemas.microsoft.com/office/drawing/2014/main" id="{E8FBBD4C-5ACC-4AEE-8B3E-48A3FE17D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8201" y="4591050"/>
                <a:ext cx="112713" cy="252413"/>
              </a:xfrm>
              <a:custGeom>
                <a:avLst/>
                <a:gdLst>
                  <a:gd name="T0" fmla="*/ 355 w 357"/>
                  <a:gd name="T1" fmla="*/ 38 h 633"/>
                  <a:gd name="T2" fmla="*/ 357 w 357"/>
                  <a:gd name="T3" fmla="*/ 33 h 633"/>
                  <a:gd name="T4" fmla="*/ 357 w 357"/>
                  <a:gd name="T5" fmla="*/ 27 h 633"/>
                  <a:gd name="T6" fmla="*/ 356 w 357"/>
                  <a:gd name="T7" fmla="*/ 22 h 633"/>
                  <a:gd name="T8" fmla="*/ 355 w 357"/>
                  <a:gd name="T9" fmla="*/ 17 h 633"/>
                  <a:gd name="T10" fmla="*/ 351 w 357"/>
                  <a:gd name="T11" fmla="*/ 12 h 633"/>
                  <a:gd name="T12" fmla="*/ 347 w 357"/>
                  <a:gd name="T13" fmla="*/ 8 h 633"/>
                  <a:gd name="T14" fmla="*/ 341 w 357"/>
                  <a:gd name="T15" fmla="*/ 4 h 633"/>
                  <a:gd name="T16" fmla="*/ 335 w 357"/>
                  <a:gd name="T17" fmla="*/ 2 h 633"/>
                  <a:gd name="T18" fmla="*/ 328 w 357"/>
                  <a:gd name="T19" fmla="*/ 0 h 633"/>
                  <a:gd name="T20" fmla="*/ 321 w 357"/>
                  <a:gd name="T21" fmla="*/ 0 h 633"/>
                  <a:gd name="T22" fmla="*/ 315 w 357"/>
                  <a:gd name="T23" fmla="*/ 0 h 633"/>
                  <a:gd name="T24" fmla="*/ 308 w 357"/>
                  <a:gd name="T25" fmla="*/ 2 h 633"/>
                  <a:gd name="T26" fmla="*/ 302 w 357"/>
                  <a:gd name="T27" fmla="*/ 5 h 633"/>
                  <a:gd name="T28" fmla="*/ 297 w 357"/>
                  <a:gd name="T29" fmla="*/ 8 h 633"/>
                  <a:gd name="T30" fmla="*/ 292 w 357"/>
                  <a:gd name="T31" fmla="*/ 12 h 633"/>
                  <a:gd name="T32" fmla="*/ 290 w 357"/>
                  <a:gd name="T33" fmla="*/ 18 h 633"/>
                  <a:gd name="T34" fmla="*/ 2 w 357"/>
                  <a:gd name="T35" fmla="*/ 595 h 633"/>
                  <a:gd name="T36" fmla="*/ 0 w 357"/>
                  <a:gd name="T37" fmla="*/ 601 h 633"/>
                  <a:gd name="T38" fmla="*/ 0 w 357"/>
                  <a:gd name="T39" fmla="*/ 606 h 633"/>
                  <a:gd name="T40" fmla="*/ 0 w 357"/>
                  <a:gd name="T41" fmla="*/ 611 h 633"/>
                  <a:gd name="T42" fmla="*/ 2 w 357"/>
                  <a:gd name="T43" fmla="*/ 617 h 633"/>
                  <a:gd name="T44" fmla="*/ 6 w 357"/>
                  <a:gd name="T45" fmla="*/ 621 h 633"/>
                  <a:gd name="T46" fmla="*/ 10 w 357"/>
                  <a:gd name="T47" fmla="*/ 625 h 633"/>
                  <a:gd name="T48" fmla="*/ 15 w 357"/>
                  <a:gd name="T49" fmla="*/ 629 h 633"/>
                  <a:gd name="T50" fmla="*/ 21 w 357"/>
                  <a:gd name="T51" fmla="*/ 631 h 633"/>
                  <a:gd name="T52" fmla="*/ 29 w 357"/>
                  <a:gd name="T53" fmla="*/ 633 h 633"/>
                  <a:gd name="T54" fmla="*/ 35 w 357"/>
                  <a:gd name="T55" fmla="*/ 633 h 633"/>
                  <a:gd name="T56" fmla="*/ 42 w 357"/>
                  <a:gd name="T57" fmla="*/ 633 h 633"/>
                  <a:gd name="T58" fmla="*/ 49 w 357"/>
                  <a:gd name="T59" fmla="*/ 631 h 633"/>
                  <a:gd name="T60" fmla="*/ 55 w 357"/>
                  <a:gd name="T61" fmla="*/ 629 h 633"/>
                  <a:gd name="T62" fmla="*/ 60 w 357"/>
                  <a:gd name="T63" fmla="*/ 625 h 633"/>
                  <a:gd name="T64" fmla="*/ 64 w 357"/>
                  <a:gd name="T65" fmla="*/ 621 h 633"/>
                  <a:gd name="T66" fmla="*/ 67 w 357"/>
                  <a:gd name="T67" fmla="*/ 616 h 633"/>
                  <a:gd name="T68" fmla="*/ 355 w 357"/>
                  <a:gd name="T69" fmla="*/ 38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7" h="633">
                    <a:moveTo>
                      <a:pt x="355" y="38"/>
                    </a:moveTo>
                    <a:lnTo>
                      <a:pt x="357" y="33"/>
                    </a:lnTo>
                    <a:lnTo>
                      <a:pt x="357" y="27"/>
                    </a:lnTo>
                    <a:lnTo>
                      <a:pt x="356" y="22"/>
                    </a:lnTo>
                    <a:lnTo>
                      <a:pt x="355" y="17"/>
                    </a:lnTo>
                    <a:lnTo>
                      <a:pt x="351" y="12"/>
                    </a:lnTo>
                    <a:lnTo>
                      <a:pt x="347" y="8"/>
                    </a:lnTo>
                    <a:lnTo>
                      <a:pt x="341" y="4"/>
                    </a:lnTo>
                    <a:lnTo>
                      <a:pt x="335" y="2"/>
                    </a:lnTo>
                    <a:lnTo>
                      <a:pt x="328" y="0"/>
                    </a:lnTo>
                    <a:lnTo>
                      <a:pt x="321" y="0"/>
                    </a:lnTo>
                    <a:lnTo>
                      <a:pt x="315" y="0"/>
                    </a:lnTo>
                    <a:lnTo>
                      <a:pt x="308" y="2"/>
                    </a:lnTo>
                    <a:lnTo>
                      <a:pt x="302" y="5"/>
                    </a:lnTo>
                    <a:lnTo>
                      <a:pt x="297" y="8"/>
                    </a:lnTo>
                    <a:lnTo>
                      <a:pt x="292" y="12"/>
                    </a:lnTo>
                    <a:lnTo>
                      <a:pt x="290" y="18"/>
                    </a:lnTo>
                    <a:lnTo>
                      <a:pt x="2" y="595"/>
                    </a:lnTo>
                    <a:lnTo>
                      <a:pt x="0" y="601"/>
                    </a:lnTo>
                    <a:lnTo>
                      <a:pt x="0" y="606"/>
                    </a:lnTo>
                    <a:lnTo>
                      <a:pt x="0" y="611"/>
                    </a:lnTo>
                    <a:lnTo>
                      <a:pt x="2" y="617"/>
                    </a:lnTo>
                    <a:lnTo>
                      <a:pt x="6" y="621"/>
                    </a:lnTo>
                    <a:lnTo>
                      <a:pt x="10" y="625"/>
                    </a:lnTo>
                    <a:lnTo>
                      <a:pt x="15" y="629"/>
                    </a:lnTo>
                    <a:lnTo>
                      <a:pt x="21" y="631"/>
                    </a:lnTo>
                    <a:lnTo>
                      <a:pt x="29" y="633"/>
                    </a:lnTo>
                    <a:lnTo>
                      <a:pt x="35" y="633"/>
                    </a:lnTo>
                    <a:lnTo>
                      <a:pt x="42" y="633"/>
                    </a:lnTo>
                    <a:lnTo>
                      <a:pt x="49" y="631"/>
                    </a:lnTo>
                    <a:lnTo>
                      <a:pt x="55" y="629"/>
                    </a:lnTo>
                    <a:lnTo>
                      <a:pt x="60" y="625"/>
                    </a:lnTo>
                    <a:lnTo>
                      <a:pt x="64" y="621"/>
                    </a:lnTo>
                    <a:lnTo>
                      <a:pt x="67" y="616"/>
                    </a:lnTo>
                    <a:lnTo>
                      <a:pt x="355" y="38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4" name="Freeform 377">
                <a:extLst>
                  <a:ext uri="{FF2B5EF4-FFF2-40B4-BE49-F238E27FC236}">
                    <a16:creationId xmlns:a16="http://schemas.microsoft.com/office/drawing/2014/main" id="{E6595EFD-5121-43FC-9CE4-508BF8ACAD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91063" y="4738688"/>
                <a:ext cx="215900" cy="279400"/>
              </a:xfrm>
              <a:custGeom>
                <a:avLst/>
                <a:gdLst>
                  <a:gd name="T0" fmla="*/ 289 w 681"/>
                  <a:gd name="T1" fmla="*/ 17 h 704"/>
                  <a:gd name="T2" fmla="*/ 224 w 681"/>
                  <a:gd name="T3" fmla="*/ 3 h 704"/>
                  <a:gd name="T4" fmla="*/ 164 w 681"/>
                  <a:gd name="T5" fmla="*/ 2 h 704"/>
                  <a:gd name="T6" fmla="*/ 111 w 681"/>
                  <a:gd name="T7" fmla="*/ 14 h 704"/>
                  <a:gd name="T8" fmla="*/ 67 w 681"/>
                  <a:gd name="T9" fmla="*/ 38 h 704"/>
                  <a:gd name="T10" fmla="*/ 34 w 681"/>
                  <a:gd name="T11" fmla="*/ 74 h 704"/>
                  <a:gd name="T12" fmla="*/ 10 w 681"/>
                  <a:gd name="T13" fmla="*/ 121 h 704"/>
                  <a:gd name="T14" fmla="*/ 0 w 681"/>
                  <a:gd name="T15" fmla="*/ 179 h 704"/>
                  <a:gd name="T16" fmla="*/ 4 w 681"/>
                  <a:gd name="T17" fmla="*/ 245 h 704"/>
                  <a:gd name="T18" fmla="*/ 20 w 681"/>
                  <a:gd name="T19" fmla="*/ 313 h 704"/>
                  <a:gd name="T20" fmla="*/ 49 w 681"/>
                  <a:gd name="T21" fmla="*/ 381 h 704"/>
                  <a:gd name="T22" fmla="*/ 89 w 681"/>
                  <a:gd name="T23" fmla="*/ 447 h 704"/>
                  <a:gd name="T24" fmla="*/ 136 w 681"/>
                  <a:gd name="T25" fmla="*/ 510 h 704"/>
                  <a:gd name="T26" fmla="*/ 192 w 681"/>
                  <a:gd name="T27" fmla="*/ 568 h 704"/>
                  <a:gd name="T28" fmla="*/ 255 w 681"/>
                  <a:gd name="T29" fmla="*/ 618 h 704"/>
                  <a:gd name="T30" fmla="*/ 322 w 681"/>
                  <a:gd name="T31" fmla="*/ 658 h 704"/>
                  <a:gd name="T32" fmla="*/ 392 w 681"/>
                  <a:gd name="T33" fmla="*/ 687 h 704"/>
                  <a:gd name="T34" fmla="*/ 457 w 681"/>
                  <a:gd name="T35" fmla="*/ 702 h 704"/>
                  <a:gd name="T36" fmla="*/ 517 w 681"/>
                  <a:gd name="T37" fmla="*/ 703 h 704"/>
                  <a:gd name="T38" fmla="*/ 568 w 681"/>
                  <a:gd name="T39" fmla="*/ 691 h 704"/>
                  <a:gd name="T40" fmla="*/ 613 w 681"/>
                  <a:gd name="T41" fmla="*/ 666 h 704"/>
                  <a:gd name="T42" fmla="*/ 647 w 681"/>
                  <a:gd name="T43" fmla="*/ 630 h 704"/>
                  <a:gd name="T44" fmla="*/ 670 w 681"/>
                  <a:gd name="T45" fmla="*/ 583 h 704"/>
                  <a:gd name="T46" fmla="*/ 680 w 681"/>
                  <a:gd name="T47" fmla="*/ 525 h 704"/>
                  <a:gd name="T48" fmla="*/ 677 w 681"/>
                  <a:gd name="T49" fmla="*/ 460 h 704"/>
                  <a:gd name="T50" fmla="*/ 660 w 681"/>
                  <a:gd name="T51" fmla="*/ 392 h 704"/>
                  <a:gd name="T52" fmla="*/ 631 w 681"/>
                  <a:gd name="T53" fmla="*/ 324 h 704"/>
                  <a:gd name="T54" fmla="*/ 592 w 681"/>
                  <a:gd name="T55" fmla="*/ 257 h 704"/>
                  <a:gd name="T56" fmla="*/ 543 w 681"/>
                  <a:gd name="T57" fmla="*/ 194 h 704"/>
                  <a:gd name="T58" fmla="*/ 487 w 681"/>
                  <a:gd name="T59" fmla="*/ 137 h 704"/>
                  <a:gd name="T60" fmla="*/ 425 w 681"/>
                  <a:gd name="T61" fmla="*/ 87 h 704"/>
                  <a:gd name="T62" fmla="*/ 357 w 681"/>
                  <a:gd name="T63" fmla="*/ 46 h 704"/>
                  <a:gd name="T64" fmla="*/ 611 w 681"/>
                  <a:gd name="T65" fmla="*/ 490 h 704"/>
                  <a:gd name="T66" fmla="*/ 603 w 681"/>
                  <a:gd name="T67" fmla="*/ 536 h 704"/>
                  <a:gd name="T68" fmla="*/ 585 w 681"/>
                  <a:gd name="T69" fmla="*/ 574 h 704"/>
                  <a:gd name="T70" fmla="*/ 557 w 681"/>
                  <a:gd name="T71" fmla="*/ 603 h 704"/>
                  <a:gd name="T72" fmla="*/ 522 w 681"/>
                  <a:gd name="T73" fmla="*/ 622 h 704"/>
                  <a:gd name="T74" fmla="*/ 481 w 681"/>
                  <a:gd name="T75" fmla="*/ 632 h 704"/>
                  <a:gd name="T76" fmla="*/ 434 w 681"/>
                  <a:gd name="T77" fmla="*/ 631 h 704"/>
                  <a:gd name="T78" fmla="*/ 381 w 681"/>
                  <a:gd name="T79" fmla="*/ 619 h 704"/>
                  <a:gd name="T80" fmla="*/ 326 w 681"/>
                  <a:gd name="T81" fmla="*/ 596 h 704"/>
                  <a:gd name="T82" fmla="*/ 260 w 681"/>
                  <a:gd name="T83" fmla="*/ 555 h 704"/>
                  <a:gd name="T84" fmla="*/ 167 w 681"/>
                  <a:gd name="T85" fmla="*/ 466 h 704"/>
                  <a:gd name="T86" fmla="*/ 101 w 681"/>
                  <a:gd name="T87" fmla="*/ 361 h 704"/>
                  <a:gd name="T88" fmla="*/ 71 w 681"/>
                  <a:gd name="T89" fmla="*/ 266 h 704"/>
                  <a:gd name="T90" fmla="*/ 69 w 681"/>
                  <a:gd name="T91" fmla="*/ 214 h 704"/>
                  <a:gd name="T92" fmla="*/ 77 w 681"/>
                  <a:gd name="T93" fmla="*/ 168 h 704"/>
                  <a:gd name="T94" fmla="*/ 95 w 681"/>
                  <a:gd name="T95" fmla="*/ 130 h 704"/>
                  <a:gd name="T96" fmla="*/ 122 w 681"/>
                  <a:gd name="T97" fmla="*/ 101 h 704"/>
                  <a:gd name="T98" fmla="*/ 157 w 681"/>
                  <a:gd name="T99" fmla="*/ 82 h 704"/>
                  <a:gd name="T100" fmla="*/ 200 w 681"/>
                  <a:gd name="T101" fmla="*/ 72 h 704"/>
                  <a:gd name="T102" fmla="*/ 247 w 681"/>
                  <a:gd name="T103" fmla="*/ 73 h 704"/>
                  <a:gd name="T104" fmla="*/ 299 w 681"/>
                  <a:gd name="T105" fmla="*/ 85 h 704"/>
                  <a:gd name="T106" fmla="*/ 354 w 681"/>
                  <a:gd name="T107" fmla="*/ 108 h 704"/>
                  <a:gd name="T108" fmla="*/ 421 w 681"/>
                  <a:gd name="T109" fmla="*/ 150 h 704"/>
                  <a:gd name="T110" fmla="*/ 513 w 681"/>
                  <a:gd name="T111" fmla="*/ 238 h 704"/>
                  <a:gd name="T112" fmla="*/ 578 w 681"/>
                  <a:gd name="T113" fmla="*/ 343 h 704"/>
                  <a:gd name="T114" fmla="*/ 608 w 681"/>
                  <a:gd name="T115" fmla="*/ 438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4">
                    <a:moveTo>
                      <a:pt x="340" y="38"/>
                    </a:moveTo>
                    <a:lnTo>
                      <a:pt x="322" y="30"/>
                    </a:lnTo>
                    <a:lnTo>
                      <a:pt x="305" y="23"/>
                    </a:lnTo>
                    <a:lnTo>
                      <a:pt x="289" y="17"/>
                    </a:lnTo>
                    <a:lnTo>
                      <a:pt x="271" y="12"/>
                    </a:lnTo>
                    <a:lnTo>
                      <a:pt x="255" y="8"/>
                    </a:lnTo>
                    <a:lnTo>
                      <a:pt x="239" y="5"/>
                    </a:lnTo>
                    <a:lnTo>
                      <a:pt x="224" y="3"/>
                    </a:lnTo>
                    <a:lnTo>
                      <a:pt x="207" y="1"/>
                    </a:lnTo>
                    <a:lnTo>
                      <a:pt x="192" y="0"/>
                    </a:lnTo>
                    <a:lnTo>
                      <a:pt x="177" y="1"/>
                    </a:lnTo>
                    <a:lnTo>
                      <a:pt x="164" y="2"/>
                    </a:lnTo>
                    <a:lnTo>
                      <a:pt x="150" y="3"/>
                    </a:lnTo>
                    <a:lnTo>
                      <a:pt x="136" y="6"/>
                    </a:lnTo>
                    <a:lnTo>
                      <a:pt x="124" y="9"/>
                    </a:lnTo>
                    <a:lnTo>
                      <a:pt x="111" y="14"/>
                    </a:lnTo>
                    <a:lnTo>
                      <a:pt x="100" y="19"/>
                    </a:lnTo>
                    <a:lnTo>
                      <a:pt x="89" y="24"/>
                    </a:lnTo>
                    <a:lnTo>
                      <a:pt x="77" y="31"/>
                    </a:lnTo>
                    <a:lnTo>
                      <a:pt x="67" y="38"/>
                    </a:lnTo>
                    <a:lnTo>
                      <a:pt x="57" y="46"/>
                    </a:lnTo>
                    <a:lnTo>
                      <a:pt x="49" y="55"/>
                    </a:lnTo>
                    <a:lnTo>
                      <a:pt x="41" y="64"/>
                    </a:lnTo>
                    <a:lnTo>
                      <a:pt x="34" y="74"/>
                    </a:lnTo>
                    <a:lnTo>
                      <a:pt x="26" y="85"/>
                    </a:lnTo>
                    <a:lnTo>
                      <a:pt x="20" y="96"/>
                    </a:lnTo>
                    <a:lnTo>
                      <a:pt x="15" y="108"/>
                    </a:lnTo>
                    <a:lnTo>
                      <a:pt x="10" y="121"/>
                    </a:lnTo>
                    <a:lnTo>
                      <a:pt x="6" y="135"/>
                    </a:lnTo>
                    <a:lnTo>
                      <a:pt x="4" y="149"/>
                    </a:lnTo>
                    <a:lnTo>
                      <a:pt x="1" y="164"/>
                    </a:lnTo>
                    <a:lnTo>
                      <a:pt x="0" y="179"/>
                    </a:lnTo>
                    <a:lnTo>
                      <a:pt x="0" y="195"/>
                    </a:lnTo>
                    <a:lnTo>
                      <a:pt x="0" y="211"/>
                    </a:lnTo>
                    <a:lnTo>
                      <a:pt x="1" y="228"/>
                    </a:lnTo>
                    <a:lnTo>
                      <a:pt x="4" y="245"/>
                    </a:lnTo>
                    <a:lnTo>
                      <a:pt x="6" y="261"/>
                    </a:lnTo>
                    <a:lnTo>
                      <a:pt x="10" y="278"/>
                    </a:lnTo>
                    <a:lnTo>
                      <a:pt x="15" y="296"/>
                    </a:lnTo>
                    <a:lnTo>
                      <a:pt x="20" y="313"/>
                    </a:lnTo>
                    <a:lnTo>
                      <a:pt x="26" y="330"/>
                    </a:lnTo>
                    <a:lnTo>
                      <a:pt x="34" y="347"/>
                    </a:lnTo>
                    <a:lnTo>
                      <a:pt x="41" y="364"/>
                    </a:lnTo>
                    <a:lnTo>
                      <a:pt x="49" y="381"/>
                    </a:lnTo>
                    <a:lnTo>
                      <a:pt x="57" y="398"/>
                    </a:lnTo>
                    <a:lnTo>
                      <a:pt x="67" y="414"/>
                    </a:lnTo>
                    <a:lnTo>
                      <a:pt x="77" y="431"/>
                    </a:lnTo>
                    <a:lnTo>
                      <a:pt x="89" y="447"/>
                    </a:lnTo>
                    <a:lnTo>
                      <a:pt x="100" y="463"/>
                    </a:lnTo>
                    <a:lnTo>
                      <a:pt x="111" y="479"/>
                    </a:lnTo>
                    <a:lnTo>
                      <a:pt x="124" y="495"/>
                    </a:lnTo>
                    <a:lnTo>
                      <a:pt x="136" y="510"/>
                    </a:lnTo>
                    <a:lnTo>
                      <a:pt x="150" y="525"/>
                    </a:lnTo>
                    <a:lnTo>
                      <a:pt x="164" y="540"/>
                    </a:lnTo>
                    <a:lnTo>
                      <a:pt x="177" y="554"/>
                    </a:lnTo>
                    <a:lnTo>
                      <a:pt x="192" y="568"/>
                    </a:lnTo>
                    <a:lnTo>
                      <a:pt x="207" y="581"/>
                    </a:lnTo>
                    <a:lnTo>
                      <a:pt x="224" y="594"/>
                    </a:lnTo>
                    <a:lnTo>
                      <a:pt x="239" y="606"/>
                    </a:lnTo>
                    <a:lnTo>
                      <a:pt x="255" y="618"/>
                    </a:lnTo>
                    <a:lnTo>
                      <a:pt x="271" y="629"/>
                    </a:lnTo>
                    <a:lnTo>
                      <a:pt x="289" y="639"/>
                    </a:lnTo>
                    <a:lnTo>
                      <a:pt x="305" y="649"/>
                    </a:lnTo>
                    <a:lnTo>
                      <a:pt x="322" y="658"/>
                    </a:lnTo>
                    <a:lnTo>
                      <a:pt x="340" y="667"/>
                    </a:lnTo>
                    <a:lnTo>
                      <a:pt x="357" y="674"/>
                    </a:lnTo>
                    <a:lnTo>
                      <a:pt x="375" y="681"/>
                    </a:lnTo>
                    <a:lnTo>
                      <a:pt x="392" y="687"/>
                    </a:lnTo>
                    <a:lnTo>
                      <a:pt x="409" y="692"/>
                    </a:lnTo>
                    <a:lnTo>
                      <a:pt x="425" y="696"/>
                    </a:lnTo>
                    <a:lnTo>
                      <a:pt x="441" y="699"/>
                    </a:lnTo>
                    <a:lnTo>
                      <a:pt x="457" y="702"/>
                    </a:lnTo>
                    <a:lnTo>
                      <a:pt x="472" y="703"/>
                    </a:lnTo>
                    <a:lnTo>
                      <a:pt x="487" y="704"/>
                    </a:lnTo>
                    <a:lnTo>
                      <a:pt x="502" y="704"/>
                    </a:lnTo>
                    <a:lnTo>
                      <a:pt x="517" y="703"/>
                    </a:lnTo>
                    <a:lnTo>
                      <a:pt x="531" y="701"/>
                    </a:lnTo>
                    <a:lnTo>
                      <a:pt x="543" y="698"/>
                    </a:lnTo>
                    <a:lnTo>
                      <a:pt x="557" y="695"/>
                    </a:lnTo>
                    <a:lnTo>
                      <a:pt x="568" y="691"/>
                    </a:lnTo>
                    <a:lnTo>
                      <a:pt x="581" y="686"/>
                    </a:lnTo>
                    <a:lnTo>
                      <a:pt x="592" y="680"/>
                    </a:lnTo>
                    <a:lnTo>
                      <a:pt x="602" y="674"/>
                    </a:lnTo>
                    <a:lnTo>
                      <a:pt x="613" y="666"/>
                    </a:lnTo>
                    <a:lnTo>
                      <a:pt x="622" y="658"/>
                    </a:lnTo>
                    <a:lnTo>
                      <a:pt x="631" y="650"/>
                    </a:lnTo>
                    <a:lnTo>
                      <a:pt x="640" y="640"/>
                    </a:lnTo>
                    <a:lnTo>
                      <a:pt x="647" y="630"/>
                    </a:lnTo>
                    <a:lnTo>
                      <a:pt x="653" y="620"/>
                    </a:lnTo>
                    <a:lnTo>
                      <a:pt x="660" y="608"/>
                    </a:lnTo>
                    <a:lnTo>
                      <a:pt x="665" y="596"/>
                    </a:lnTo>
                    <a:lnTo>
                      <a:pt x="670" y="583"/>
                    </a:lnTo>
                    <a:lnTo>
                      <a:pt x="673" y="570"/>
                    </a:lnTo>
                    <a:lnTo>
                      <a:pt x="677" y="556"/>
                    </a:lnTo>
                    <a:lnTo>
                      <a:pt x="678" y="541"/>
                    </a:lnTo>
                    <a:lnTo>
                      <a:pt x="680" y="525"/>
                    </a:lnTo>
                    <a:lnTo>
                      <a:pt x="681" y="509"/>
                    </a:lnTo>
                    <a:lnTo>
                      <a:pt x="680" y="493"/>
                    </a:lnTo>
                    <a:lnTo>
                      <a:pt x="678" y="476"/>
                    </a:lnTo>
                    <a:lnTo>
                      <a:pt x="677" y="460"/>
                    </a:lnTo>
                    <a:lnTo>
                      <a:pt x="673" y="443"/>
                    </a:lnTo>
                    <a:lnTo>
                      <a:pt x="670" y="426"/>
                    </a:lnTo>
                    <a:lnTo>
                      <a:pt x="665" y="409"/>
                    </a:lnTo>
                    <a:lnTo>
                      <a:pt x="660" y="392"/>
                    </a:lnTo>
                    <a:lnTo>
                      <a:pt x="653" y="375"/>
                    </a:lnTo>
                    <a:lnTo>
                      <a:pt x="647" y="358"/>
                    </a:lnTo>
                    <a:lnTo>
                      <a:pt x="640" y="341"/>
                    </a:lnTo>
                    <a:lnTo>
                      <a:pt x="631" y="324"/>
                    </a:lnTo>
                    <a:lnTo>
                      <a:pt x="622" y="307"/>
                    </a:lnTo>
                    <a:lnTo>
                      <a:pt x="613" y="290"/>
                    </a:lnTo>
                    <a:lnTo>
                      <a:pt x="602" y="273"/>
                    </a:lnTo>
                    <a:lnTo>
                      <a:pt x="592" y="257"/>
                    </a:lnTo>
                    <a:lnTo>
                      <a:pt x="581" y="241"/>
                    </a:lnTo>
                    <a:lnTo>
                      <a:pt x="568" y="225"/>
                    </a:lnTo>
                    <a:lnTo>
                      <a:pt x="557" y="209"/>
                    </a:lnTo>
                    <a:lnTo>
                      <a:pt x="543" y="194"/>
                    </a:lnTo>
                    <a:lnTo>
                      <a:pt x="531" y="179"/>
                    </a:lnTo>
                    <a:lnTo>
                      <a:pt x="517" y="165"/>
                    </a:lnTo>
                    <a:lnTo>
                      <a:pt x="502" y="151"/>
                    </a:lnTo>
                    <a:lnTo>
                      <a:pt x="487" y="137"/>
                    </a:lnTo>
                    <a:lnTo>
                      <a:pt x="472" y="124"/>
                    </a:lnTo>
                    <a:lnTo>
                      <a:pt x="457" y="111"/>
                    </a:lnTo>
                    <a:lnTo>
                      <a:pt x="441" y="99"/>
                    </a:lnTo>
                    <a:lnTo>
                      <a:pt x="425" y="87"/>
                    </a:lnTo>
                    <a:lnTo>
                      <a:pt x="409" y="76"/>
                    </a:lnTo>
                    <a:lnTo>
                      <a:pt x="392" y="65"/>
                    </a:lnTo>
                    <a:lnTo>
                      <a:pt x="375" y="55"/>
                    </a:lnTo>
                    <a:lnTo>
                      <a:pt x="357" y="46"/>
                    </a:lnTo>
                    <a:lnTo>
                      <a:pt x="340" y="38"/>
                    </a:lnTo>
                    <a:close/>
                    <a:moveTo>
                      <a:pt x="612" y="478"/>
                    </a:moveTo>
                    <a:lnTo>
                      <a:pt x="612" y="478"/>
                    </a:lnTo>
                    <a:lnTo>
                      <a:pt x="611" y="490"/>
                    </a:lnTo>
                    <a:lnTo>
                      <a:pt x="611" y="503"/>
                    </a:lnTo>
                    <a:lnTo>
                      <a:pt x="608" y="514"/>
                    </a:lnTo>
                    <a:lnTo>
                      <a:pt x="606" y="526"/>
                    </a:lnTo>
                    <a:lnTo>
                      <a:pt x="603" y="536"/>
                    </a:lnTo>
                    <a:lnTo>
                      <a:pt x="600" y="547"/>
                    </a:lnTo>
                    <a:lnTo>
                      <a:pt x="595" y="556"/>
                    </a:lnTo>
                    <a:lnTo>
                      <a:pt x="591" y="566"/>
                    </a:lnTo>
                    <a:lnTo>
                      <a:pt x="585" y="574"/>
                    </a:lnTo>
                    <a:lnTo>
                      <a:pt x="578" y="582"/>
                    </a:lnTo>
                    <a:lnTo>
                      <a:pt x="572" y="590"/>
                    </a:lnTo>
                    <a:lnTo>
                      <a:pt x="566" y="597"/>
                    </a:lnTo>
                    <a:lnTo>
                      <a:pt x="557" y="603"/>
                    </a:lnTo>
                    <a:lnTo>
                      <a:pt x="550" y="609"/>
                    </a:lnTo>
                    <a:lnTo>
                      <a:pt x="541" y="614"/>
                    </a:lnTo>
                    <a:lnTo>
                      <a:pt x="532" y="618"/>
                    </a:lnTo>
                    <a:lnTo>
                      <a:pt x="522" y="622"/>
                    </a:lnTo>
                    <a:lnTo>
                      <a:pt x="513" y="626"/>
                    </a:lnTo>
                    <a:lnTo>
                      <a:pt x="502" y="628"/>
                    </a:lnTo>
                    <a:lnTo>
                      <a:pt x="492" y="631"/>
                    </a:lnTo>
                    <a:lnTo>
                      <a:pt x="481" y="632"/>
                    </a:lnTo>
                    <a:lnTo>
                      <a:pt x="470" y="633"/>
                    </a:lnTo>
                    <a:lnTo>
                      <a:pt x="458" y="633"/>
                    </a:lnTo>
                    <a:lnTo>
                      <a:pt x="446" y="632"/>
                    </a:lnTo>
                    <a:lnTo>
                      <a:pt x="434" y="631"/>
                    </a:lnTo>
                    <a:lnTo>
                      <a:pt x="421" y="629"/>
                    </a:lnTo>
                    <a:lnTo>
                      <a:pt x="409" y="627"/>
                    </a:lnTo>
                    <a:lnTo>
                      <a:pt x="395" y="623"/>
                    </a:lnTo>
                    <a:lnTo>
                      <a:pt x="381" y="619"/>
                    </a:lnTo>
                    <a:lnTo>
                      <a:pt x="369" y="615"/>
                    </a:lnTo>
                    <a:lnTo>
                      <a:pt x="354" y="609"/>
                    </a:lnTo>
                    <a:lnTo>
                      <a:pt x="340" y="603"/>
                    </a:lnTo>
                    <a:lnTo>
                      <a:pt x="326" y="596"/>
                    </a:lnTo>
                    <a:lnTo>
                      <a:pt x="312" y="589"/>
                    </a:lnTo>
                    <a:lnTo>
                      <a:pt x="299" y="581"/>
                    </a:lnTo>
                    <a:lnTo>
                      <a:pt x="285" y="573"/>
                    </a:lnTo>
                    <a:lnTo>
                      <a:pt x="260" y="555"/>
                    </a:lnTo>
                    <a:lnTo>
                      <a:pt x="235" y="535"/>
                    </a:lnTo>
                    <a:lnTo>
                      <a:pt x="211" y="513"/>
                    </a:lnTo>
                    <a:lnTo>
                      <a:pt x="189" y="490"/>
                    </a:lnTo>
                    <a:lnTo>
                      <a:pt x="167" y="466"/>
                    </a:lnTo>
                    <a:lnTo>
                      <a:pt x="149" y="441"/>
                    </a:lnTo>
                    <a:lnTo>
                      <a:pt x="131" y="415"/>
                    </a:lnTo>
                    <a:lnTo>
                      <a:pt x="115" y="388"/>
                    </a:lnTo>
                    <a:lnTo>
                      <a:pt x="101" y="361"/>
                    </a:lnTo>
                    <a:lnTo>
                      <a:pt x="90" y="334"/>
                    </a:lnTo>
                    <a:lnTo>
                      <a:pt x="81" y="307"/>
                    </a:lnTo>
                    <a:lnTo>
                      <a:pt x="74" y="280"/>
                    </a:lnTo>
                    <a:lnTo>
                      <a:pt x="71" y="266"/>
                    </a:lnTo>
                    <a:lnTo>
                      <a:pt x="70" y="253"/>
                    </a:lnTo>
                    <a:lnTo>
                      <a:pt x="69" y="240"/>
                    </a:lnTo>
                    <a:lnTo>
                      <a:pt x="69" y="227"/>
                    </a:lnTo>
                    <a:lnTo>
                      <a:pt x="69" y="214"/>
                    </a:lnTo>
                    <a:lnTo>
                      <a:pt x="70" y="202"/>
                    </a:lnTo>
                    <a:lnTo>
                      <a:pt x="71" y="190"/>
                    </a:lnTo>
                    <a:lnTo>
                      <a:pt x="74" y="179"/>
                    </a:lnTo>
                    <a:lnTo>
                      <a:pt x="77" y="168"/>
                    </a:lnTo>
                    <a:lnTo>
                      <a:pt x="81" y="158"/>
                    </a:lnTo>
                    <a:lnTo>
                      <a:pt x="85" y="148"/>
                    </a:lnTo>
                    <a:lnTo>
                      <a:pt x="90" y="139"/>
                    </a:lnTo>
                    <a:lnTo>
                      <a:pt x="95" y="130"/>
                    </a:lnTo>
                    <a:lnTo>
                      <a:pt x="101" y="122"/>
                    </a:lnTo>
                    <a:lnTo>
                      <a:pt x="107" y="115"/>
                    </a:lnTo>
                    <a:lnTo>
                      <a:pt x="115" y="108"/>
                    </a:lnTo>
                    <a:lnTo>
                      <a:pt x="122" y="101"/>
                    </a:lnTo>
                    <a:lnTo>
                      <a:pt x="131" y="96"/>
                    </a:lnTo>
                    <a:lnTo>
                      <a:pt x="139" y="90"/>
                    </a:lnTo>
                    <a:lnTo>
                      <a:pt x="149" y="86"/>
                    </a:lnTo>
                    <a:lnTo>
                      <a:pt x="157" y="82"/>
                    </a:lnTo>
                    <a:lnTo>
                      <a:pt x="167" y="79"/>
                    </a:lnTo>
                    <a:lnTo>
                      <a:pt x="177" y="76"/>
                    </a:lnTo>
                    <a:lnTo>
                      <a:pt x="189" y="74"/>
                    </a:lnTo>
                    <a:lnTo>
                      <a:pt x="200" y="72"/>
                    </a:lnTo>
                    <a:lnTo>
                      <a:pt x="211" y="72"/>
                    </a:lnTo>
                    <a:lnTo>
                      <a:pt x="222" y="71"/>
                    </a:lnTo>
                    <a:lnTo>
                      <a:pt x="235" y="72"/>
                    </a:lnTo>
                    <a:lnTo>
                      <a:pt x="247" y="73"/>
                    </a:lnTo>
                    <a:lnTo>
                      <a:pt x="260" y="75"/>
                    </a:lnTo>
                    <a:lnTo>
                      <a:pt x="272" y="78"/>
                    </a:lnTo>
                    <a:lnTo>
                      <a:pt x="285" y="81"/>
                    </a:lnTo>
                    <a:lnTo>
                      <a:pt x="299" y="85"/>
                    </a:lnTo>
                    <a:lnTo>
                      <a:pt x="312" y="90"/>
                    </a:lnTo>
                    <a:lnTo>
                      <a:pt x="326" y="95"/>
                    </a:lnTo>
                    <a:lnTo>
                      <a:pt x="340" y="101"/>
                    </a:lnTo>
                    <a:lnTo>
                      <a:pt x="354" y="108"/>
                    </a:lnTo>
                    <a:lnTo>
                      <a:pt x="369" y="115"/>
                    </a:lnTo>
                    <a:lnTo>
                      <a:pt x="381" y="123"/>
                    </a:lnTo>
                    <a:lnTo>
                      <a:pt x="395" y="132"/>
                    </a:lnTo>
                    <a:lnTo>
                      <a:pt x="421" y="150"/>
                    </a:lnTo>
                    <a:lnTo>
                      <a:pt x="446" y="170"/>
                    </a:lnTo>
                    <a:lnTo>
                      <a:pt x="470" y="191"/>
                    </a:lnTo>
                    <a:lnTo>
                      <a:pt x="492" y="214"/>
                    </a:lnTo>
                    <a:lnTo>
                      <a:pt x="513" y="238"/>
                    </a:lnTo>
                    <a:lnTo>
                      <a:pt x="532" y="263"/>
                    </a:lnTo>
                    <a:lnTo>
                      <a:pt x="550" y="289"/>
                    </a:lnTo>
                    <a:lnTo>
                      <a:pt x="566" y="316"/>
                    </a:lnTo>
                    <a:lnTo>
                      <a:pt x="578" y="343"/>
                    </a:lnTo>
                    <a:lnTo>
                      <a:pt x="591" y="370"/>
                    </a:lnTo>
                    <a:lnTo>
                      <a:pt x="600" y="397"/>
                    </a:lnTo>
                    <a:lnTo>
                      <a:pt x="606" y="425"/>
                    </a:lnTo>
                    <a:lnTo>
                      <a:pt x="608" y="438"/>
                    </a:lnTo>
                    <a:lnTo>
                      <a:pt x="611" y="451"/>
                    </a:lnTo>
                    <a:lnTo>
                      <a:pt x="611" y="465"/>
                    </a:lnTo>
                    <a:lnTo>
                      <a:pt x="612" y="478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5" name="Freeform 378">
                <a:extLst>
                  <a:ext uri="{FF2B5EF4-FFF2-40B4-BE49-F238E27FC236}">
                    <a16:creationId xmlns:a16="http://schemas.microsoft.com/office/drawing/2014/main" id="{92766C61-45DF-43C6-BA5D-E89445C22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6" y="4851400"/>
                <a:ext cx="41275" cy="53975"/>
              </a:xfrm>
              <a:custGeom>
                <a:avLst/>
                <a:gdLst>
                  <a:gd name="T0" fmla="*/ 65 w 130"/>
                  <a:gd name="T1" fmla="*/ 7 h 134"/>
                  <a:gd name="T2" fmla="*/ 79 w 130"/>
                  <a:gd name="T3" fmla="*/ 14 h 134"/>
                  <a:gd name="T4" fmla="*/ 91 w 130"/>
                  <a:gd name="T5" fmla="*/ 23 h 134"/>
                  <a:gd name="T6" fmla="*/ 101 w 130"/>
                  <a:gd name="T7" fmla="*/ 34 h 134"/>
                  <a:gd name="T8" fmla="*/ 111 w 130"/>
                  <a:gd name="T9" fmla="*/ 46 h 134"/>
                  <a:gd name="T10" fmla="*/ 119 w 130"/>
                  <a:gd name="T11" fmla="*/ 58 h 134"/>
                  <a:gd name="T12" fmla="*/ 125 w 130"/>
                  <a:gd name="T13" fmla="*/ 71 h 134"/>
                  <a:gd name="T14" fmla="*/ 129 w 130"/>
                  <a:gd name="T15" fmla="*/ 85 h 134"/>
                  <a:gd name="T16" fmla="*/ 130 w 130"/>
                  <a:gd name="T17" fmla="*/ 97 h 134"/>
                  <a:gd name="T18" fmla="*/ 130 w 130"/>
                  <a:gd name="T19" fmla="*/ 103 h 134"/>
                  <a:gd name="T20" fmla="*/ 129 w 130"/>
                  <a:gd name="T21" fmla="*/ 109 h 134"/>
                  <a:gd name="T22" fmla="*/ 127 w 130"/>
                  <a:gd name="T23" fmla="*/ 114 h 134"/>
                  <a:gd name="T24" fmla="*/ 125 w 130"/>
                  <a:gd name="T25" fmla="*/ 118 h 134"/>
                  <a:gd name="T26" fmla="*/ 122 w 130"/>
                  <a:gd name="T27" fmla="*/ 122 h 134"/>
                  <a:gd name="T28" fmla="*/ 119 w 130"/>
                  <a:gd name="T29" fmla="*/ 126 h 134"/>
                  <a:gd name="T30" fmla="*/ 115 w 130"/>
                  <a:gd name="T31" fmla="*/ 129 h 134"/>
                  <a:gd name="T32" fmla="*/ 111 w 130"/>
                  <a:gd name="T33" fmla="*/ 131 h 134"/>
                  <a:gd name="T34" fmla="*/ 106 w 130"/>
                  <a:gd name="T35" fmla="*/ 133 h 134"/>
                  <a:gd name="T36" fmla="*/ 101 w 130"/>
                  <a:gd name="T37" fmla="*/ 134 h 134"/>
                  <a:gd name="T38" fmla="*/ 96 w 130"/>
                  <a:gd name="T39" fmla="*/ 134 h 134"/>
                  <a:gd name="T40" fmla="*/ 91 w 130"/>
                  <a:gd name="T41" fmla="*/ 134 h 134"/>
                  <a:gd name="T42" fmla="*/ 85 w 130"/>
                  <a:gd name="T43" fmla="*/ 134 h 134"/>
                  <a:gd name="T44" fmla="*/ 79 w 130"/>
                  <a:gd name="T45" fmla="*/ 132 h 134"/>
                  <a:gd name="T46" fmla="*/ 72 w 130"/>
                  <a:gd name="T47" fmla="*/ 130 h 134"/>
                  <a:gd name="T48" fmla="*/ 65 w 130"/>
                  <a:gd name="T49" fmla="*/ 127 h 134"/>
                  <a:gd name="T50" fmla="*/ 52 w 130"/>
                  <a:gd name="T51" fmla="*/ 120 h 134"/>
                  <a:gd name="T52" fmla="*/ 40 w 130"/>
                  <a:gd name="T53" fmla="*/ 111 h 134"/>
                  <a:gd name="T54" fmla="*/ 29 w 130"/>
                  <a:gd name="T55" fmla="*/ 100 h 134"/>
                  <a:gd name="T56" fmla="*/ 19 w 130"/>
                  <a:gd name="T57" fmla="*/ 88 h 134"/>
                  <a:gd name="T58" fmla="*/ 11 w 130"/>
                  <a:gd name="T59" fmla="*/ 76 h 134"/>
                  <a:gd name="T60" fmla="*/ 5 w 130"/>
                  <a:gd name="T61" fmla="*/ 63 h 134"/>
                  <a:gd name="T62" fmla="*/ 1 w 130"/>
                  <a:gd name="T63" fmla="*/ 50 h 134"/>
                  <a:gd name="T64" fmla="*/ 0 w 130"/>
                  <a:gd name="T65" fmla="*/ 37 h 134"/>
                  <a:gd name="T66" fmla="*/ 0 w 130"/>
                  <a:gd name="T67" fmla="*/ 31 h 134"/>
                  <a:gd name="T68" fmla="*/ 1 w 130"/>
                  <a:gd name="T69" fmla="*/ 26 h 134"/>
                  <a:gd name="T70" fmla="*/ 4 w 130"/>
                  <a:gd name="T71" fmla="*/ 21 h 134"/>
                  <a:gd name="T72" fmla="*/ 5 w 130"/>
                  <a:gd name="T73" fmla="*/ 16 h 134"/>
                  <a:gd name="T74" fmla="*/ 7 w 130"/>
                  <a:gd name="T75" fmla="*/ 12 h 134"/>
                  <a:gd name="T76" fmla="*/ 11 w 130"/>
                  <a:gd name="T77" fmla="*/ 9 h 134"/>
                  <a:gd name="T78" fmla="*/ 15 w 130"/>
                  <a:gd name="T79" fmla="*/ 6 h 134"/>
                  <a:gd name="T80" fmla="*/ 19 w 130"/>
                  <a:gd name="T81" fmla="*/ 3 h 134"/>
                  <a:gd name="T82" fmla="*/ 24 w 130"/>
                  <a:gd name="T83" fmla="*/ 2 h 134"/>
                  <a:gd name="T84" fmla="*/ 29 w 130"/>
                  <a:gd name="T85" fmla="*/ 0 h 134"/>
                  <a:gd name="T86" fmla="*/ 34 w 130"/>
                  <a:gd name="T87" fmla="*/ 0 h 134"/>
                  <a:gd name="T88" fmla="*/ 40 w 130"/>
                  <a:gd name="T89" fmla="*/ 0 h 134"/>
                  <a:gd name="T90" fmla="*/ 46 w 130"/>
                  <a:gd name="T91" fmla="*/ 1 h 134"/>
                  <a:gd name="T92" fmla="*/ 52 w 130"/>
                  <a:gd name="T93" fmla="*/ 2 h 134"/>
                  <a:gd name="T94" fmla="*/ 59 w 130"/>
                  <a:gd name="T95" fmla="*/ 4 h 134"/>
                  <a:gd name="T96" fmla="*/ 65 w 130"/>
                  <a:gd name="T97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0" h="134">
                    <a:moveTo>
                      <a:pt x="65" y="7"/>
                    </a:moveTo>
                    <a:lnTo>
                      <a:pt x="79" y="14"/>
                    </a:lnTo>
                    <a:lnTo>
                      <a:pt x="91" y="23"/>
                    </a:lnTo>
                    <a:lnTo>
                      <a:pt x="101" y="34"/>
                    </a:lnTo>
                    <a:lnTo>
                      <a:pt x="111" y="46"/>
                    </a:lnTo>
                    <a:lnTo>
                      <a:pt x="119" y="58"/>
                    </a:lnTo>
                    <a:lnTo>
                      <a:pt x="125" y="71"/>
                    </a:lnTo>
                    <a:lnTo>
                      <a:pt x="129" y="85"/>
                    </a:lnTo>
                    <a:lnTo>
                      <a:pt x="130" y="97"/>
                    </a:lnTo>
                    <a:lnTo>
                      <a:pt x="130" y="103"/>
                    </a:lnTo>
                    <a:lnTo>
                      <a:pt x="129" y="109"/>
                    </a:lnTo>
                    <a:lnTo>
                      <a:pt x="127" y="114"/>
                    </a:lnTo>
                    <a:lnTo>
                      <a:pt x="125" y="118"/>
                    </a:lnTo>
                    <a:lnTo>
                      <a:pt x="122" y="122"/>
                    </a:lnTo>
                    <a:lnTo>
                      <a:pt x="119" y="126"/>
                    </a:lnTo>
                    <a:lnTo>
                      <a:pt x="115" y="129"/>
                    </a:lnTo>
                    <a:lnTo>
                      <a:pt x="111" y="131"/>
                    </a:lnTo>
                    <a:lnTo>
                      <a:pt x="106" y="133"/>
                    </a:lnTo>
                    <a:lnTo>
                      <a:pt x="101" y="134"/>
                    </a:lnTo>
                    <a:lnTo>
                      <a:pt x="96" y="134"/>
                    </a:lnTo>
                    <a:lnTo>
                      <a:pt x="91" y="134"/>
                    </a:lnTo>
                    <a:lnTo>
                      <a:pt x="85" y="134"/>
                    </a:lnTo>
                    <a:lnTo>
                      <a:pt x="79" y="132"/>
                    </a:lnTo>
                    <a:lnTo>
                      <a:pt x="72" y="130"/>
                    </a:lnTo>
                    <a:lnTo>
                      <a:pt x="65" y="127"/>
                    </a:lnTo>
                    <a:lnTo>
                      <a:pt x="52" y="120"/>
                    </a:lnTo>
                    <a:lnTo>
                      <a:pt x="40" y="111"/>
                    </a:lnTo>
                    <a:lnTo>
                      <a:pt x="29" y="100"/>
                    </a:lnTo>
                    <a:lnTo>
                      <a:pt x="19" y="88"/>
                    </a:lnTo>
                    <a:lnTo>
                      <a:pt x="11" y="76"/>
                    </a:lnTo>
                    <a:lnTo>
                      <a:pt x="5" y="63"/>
                    </a:lnTo>
                    <a:lnTo>
                      <a:pt x="1" y="50"/>
                    </a:lnTo>
                    <a:lnTo>
                      <a:pt x="0" y="37"/>
                    </a:lnTo>
                    <a:lnTo>
                      <a:pt x="0" y="31"/>
                    </a:lnTo>
                    <a:lnTo>
                      <a:pt x="1" y="26"/>
                    </a:lnTo>
                    <a:lnTo>
                      <a:pt x="4" y="21"/>
                    </a:lnTo>
                    <a:lnTo>
                      <a:pt x="5" y="16"/>
                    </a:lnTo>
                    <a:lnTo>
                      <a:pt x="7" y="12"/>
                    </a:lnTo>
                    <a:lnTo>
                      <a:pt x="11" y="9"/>
                    </a:lnTo>
                    <a:lnTo>
                      <a:pt x="15" y="6"/>
                    </a:lnTo>
                    <a:lnTo>
                      <a:pt x="19" y="3"/>
                    </a:lnTo>
                    <a:lnTo>
                      <a:pt x="24" y="2"/>
                    </a:lnTo>
                    <a:lnTo>
                      <a:pt x="29" y="0"/>
                    </a:lnTo>
                    <a:lnTo>
                      <a:pt x="34" y="0"/>
                    </a:lnTo>
                    <a:lnTo>
                      <a:pt x="40" y="0"/>
                    </a:lnTo>
                    <a:lnTo>
                      <a:pt x="46" y="1"/>
                    </a:lnTo>
                    <a:lnTo>
                      <a:pt x="52" y="2"/>
                    </a:lnTo>
                    <a:lnTo>
                      <a:pt x="59" y="4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6" name="Freeform 379">
                <a:extLst>
                  <a:ext uri="{FF2B5EF4-FFF2-40B4-BE49-F238E27FC236}">
                    <a16:creationId xmlns:a16="http://schemas.microsoft.com/office/drawing/2014/main" id="{1BF19E8D-08ED-4EAD-A61B-5AE3B494E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9013" y="4840288"/>
                <a:ext cx="41275" cy="52388"/>
              </a:xfrm>
              <a:custGeom>
                <a:avLst/>
                <a:gdLst>
                  <a:gd name="T0" fmla="*/ 65 w 130"/>
                  <a:gd name="T1" fmla="*/ 7 h 134"/>
                  <a:gd name="T2" fmla="*/ 79 w 130"/>
                  <a:gd name="T3" fmla="*/ 14 h 134"/>
                  <a:gd name="T4" fmla="*/ 91 w 130"/>
                  <a:gd name="T5" fmla="*/ 23 h 134"/>
                  <a:gd name="T6" fmla="*/ 101 w 130"/>
                  <a:gd name="T7" fmla="*/ 34 h 134"/>
                  <a:gd name="T8" fmla="*/ 111 w 130"/>
                  <a:gd name="T9" fmla="*/ 46 h 134"/>
                  <a:gd name="T10" fmla="*/ 120 w 130"/>
                  <a:gd name="T11" fmla="*/ 58 h 134"/>
                  <a:gd name="T12" fmla="*/ 125 w 130"/>
                  <a:gd name="T13" fmla="*/ 71 h 134"/>
                  <a:gd name="T14" fmla="*/ 128 w 130"/>
                  <a:gd name="T15" fmla="*/ 84 h 134"/>
                  <a:gd name="T16" fmla="*/ 130 w 130"/>
                  <a:gd name="T17" fmla="*/ 97 h 134"/>
                  <a:gd name="T18" fmla="*/ 130 w 130"/>
                  <a:gd name="T19" fmla="*/ 103 h 134"/>
                  <a:gd name="T20" fmla="*/ 128 w 130"/>
                  <a:gd name="T21" fmla="*/ 109 h 134"/>
                  <a:gd name="T22" fmla="*/ 127 w 130"/>
                  <a:gd name="T23" fmla="*/ 114 h 134"/>
                  <a:gd name="T24" fmla="*/ 125 w 130"/>
                  <a:gd name="T25" fmla="*/ 118 h 134"/>
                  <a:gd name="T26" fmla="*/ 122 w 130"/>
                  <a:gd name="T27" fmla="*/ 122 h 134"/>
                  <a:gd name="T28" fmla="*/ 120 w 130"/>
                  <a:gd name="T29" fmla="*/ 126 h 134"/>
                  <a:gd name="T30" fmla="*/ 116 w 130"/>
                  <a:gd name="T31" fmla="*/ 129 h 134"/>
                  <a:gd name="T32" fmla="*/ 111 w 130"/>
                  <a:gd name="T33" fmla="*/ 131 h 134"/>
                  <a:gd name="T34" fmla="*/ 106 w 130"/>
                  <a:gd name="T35" fmla="*/ 133 h 134"/>
                  <a:gd name="T36" fmla="*/ 101 w 130"/>
                  <a:gd name="T37" fmla="*/ 134 h 134"/>
                  <a:gd name="T38" fmla="*/ 96 w 130"/>
                  <a:gd name="T39" fmla="*/ 134 h 134"/>
                  <a:gd name="T40" fmla="*/ 91 w 130"/>
                  <a:gd name="T41" fmla="*/ 134 h 134"/>
                  <a:gd name="T42" fmla="*/ 85 w 130"/>
                  <a:gd name="T43" fmla="*/ 134 h 134"/>
                  <a:gd name="T44" fmla="*/ 79 w 130"/>
                  <a:gd name="T45" fmla="*/ 132 h 134"/>
                  <a:gd name="T46" fmla="*/ 72 w 130"/>
                  <a:gd name="T47" fmla="*/ 130 h 134"/>
                  <a:gd name="T48" fmla="*/ 65 w 130"/>
                  <a:gd name="T49" fmla="*/ 127 h 134"/>
                  <a:gd name="T50" fmla="*/ 52 w 130"/>
                  <a:gd name="T51" fmla="*/ 120 h 134"/>
                  <a:gd name="T52" fmla="*/ 40 w 130"/>
                  <a:gd name="T53" fmla="*/ 111 h 134"/>
                  <a:gd name="T54" fmla="*/ 29 w 130"/>
                  <a:gd name="T55" fmla="*/ 100 h 134"/>
                  <a:gd name="T56" fmla="*/ 20 w 130"/>
                  <a:gd name="T57" fmla="*/ 88 h 134"/>
                  <a:gd name="T58" fmla="*/ 11 w 130"/>
                  <a:gd name="T59" fmla="*/ 76 h 134"/>
                  <a:gd name="T60" fmla="*/ 5 w 130"/>
                  <a:gd name="T61" fmla="*/ 63 h 134"/>
                  <a:gd name="T62" fmla="*/ 1 w 130"/>
                  <a:gd name="T63" fmla="*/ 50 h 134"/>
                  <a:gd name="T64" fmla="*/ 0 w 130"/>
                  <a:gd name="T65" fmla="*/ 37 h 134"/>
                  <a:gd name="T66" fmla="*/ 1 w 130"/>
                  <a:gd name="T67" fmla="*/ 31 h 134"/>
                  <a:gd name="T68" fmla="*/ 1 w 130"/>
                  <a:gd name="T69" fmla="*/ 26 h 134"/>
                  <a:gd name="T70" fmla="*/ 4 w 130"/>
                  <a:gd name="T71" fmla="*/ 21 h 134"/>
                  <a:gd name="T72" fmla="*/ 5 w 130"/>
                  <a:gd name="T73" fmla="*/ 16 h 134"/>
                  <a:gd name="T74" fmla="*/ 9 w 130"/>
                  <a:gd name="T75" fmla="*/ 12 h 134"/>
                  <a:gd name="T76" fmla="*/ 11 w 130"/>
                  <a:gd name="T77" fmla="*/ 9 h 134"/>
                  <a:gd name="T78" fmla="*/ 15 w 130"/>
                  <a:gd name="T79" fmla="*/ 6 h 134"/>
                  <a:gd name="T80" fmla="*/ 20 w 130"/>
                  <a:gd name="T81" fmla="*/ 3 h 134"/>
                  <a:gd name="T82" fmla="*/ 24 w 130"/>
                  <a:gd name="T83" fmla="*/ 2 h 134"/>
                  <a:gd name="T84" fmla="*/ 29 w 130"/>
                  <a:gd name="T85" fmla="*/ 0 h 134"/>
                  <a:gd name="T86" fmla="*/ 35 w 130"/>
                  <a:gd name="T87" fmla="*/ 0 h 134"/>
                  <a:gd name="T88" fmla="*/ 40 w 130"/>
                  <a:gd name="T89" fmla="*/ 0 h 134"/>
                  <a:gd name="T90" fmla="*/ 46 w 130"/>
                  <a:gd name="T91" fmla="*/ 1 h 134"/>
                  <a:gd name="T92" fmla="*/ 52 w 130"/>
                  <a:gd name="T93" fmla="*/ 2 h 134"/>
                  <a:gd name="T94" fmla="*/ 59 w 130"/>
                  <a:gd name="T95" fmla="*/ 4 h 134"/>
                  <a:gd name="T96" fmla="*/ 65 w 130"/>
                  <a:gd name="T97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0" h="134">
                    <a:moveTo>
                      <a:pt x="65" y="7"/>
                    </a:moveTo>
                    <a:lnTo>
                      <a:pt x="79" y="14"/>
                    </a:lnTo>
                    <a:lnTo>
                      <a:pt x="91" y="23"/>
                    </a:lnTo>
                    <a:lnTo>
                      <a:pt x="101" y="34"/>
                    </a:lnTo>
                    <a:lnTo>
                      <a:pt x="111" y="46"/>
                    </a:lnTo>
                    <a:lnTo>
                      <a:pt x="120" y="58"/>
                    </a:lnTo>
                    <a:lnTo>
                      <a:pt x="125" y="71"/>
                    </a:lnTo>
                    <a:lnTo>
                      <a:pt x="128" y="84"/>
                    </a:lnTo>
                    <a:lnTo>
                      <a:pt x="130" y="97"/>
                    </a:lnTo>
                    <a:lnTo>
                      <a:pt x="130" y="103"/>
                    </a:lnTo>
                    <a:lnTo>
                      <a:pt x="128" y="109"/>
                    </a:lnTo>
                    <a:lnTo>
                      <a:pt x="127" y="114"/>
                    </a:lnTo>
                    <a:lnTo>
                      <a:pt x="125" y="118"/>
                    </a:lnTo>
                    <a:lnTo>
                      <a:pt x="122" y="122"/>
                    </a:lnTo>
                    <a:lnTo>
                      <a:pt x="120" y="126"/>
                    </a:lnTo>
                    <a:lnTo>
                      <a:pt x="116" y="129"/>
                    </a:lnTo>
                    <a:lnTo>
                      <a:pt x="111" y="131"/>
                    </a:lnTo>
                    <a:lnTo>
                      <a:pt x="106" y="133"/>
                    </a:lnTo>
                    <a:lnTo>
                      <a:pt x="101" y="134"/>
                    </a:lnTo>
                    <a:lnTo>
                      <a:pt x="96" y="134"/>
                    </a:lnTo>
                    <a:lnTo>
                      <a:pt x="91" y="134"/>
                    </a:lnTo>
                    <a:lnTo>
                      <a:pt x="85" y="134"/>
                    </a:lnTo>
                    <a:lnTo>
                      <a:pt x="79" y="132"/>
                    </a:lnTo>
                    <a:lnTo>
                      <a:pt x="72" y="130"/>
                    </a:lnTo>
                    <a:lnTo>
                      <a:pt x="65" y="127"/>
                    </a:lnTo>
                    <a:lnTo>
                      <a:pt x="52" y="120"/>
                    </a:lnTo>
                    <a:lnTo>
                      <a:pt x="40" y="111"/>
                    </a:lnTo>
                    <a:lnTo>
                      <a:pt x="29" y="100"/>
                    </a:lnTo>
                    <a:lnTo>
                      <a:pt x="20" y="88"/>
                    </a:lnTo>
                    <a:lnTo>
                      <a:pt x="11" y="76"/>
                    </a:lnTo>
                    <a:lnTo>
                      <a:pt x="5" y="63"/>
                    </a:lnTo>
                    <a:lnTo>
                      <a:pt x="1" y="50"/>
                    </a:lnTo>
                    <a:lnTo>
                      <a:pt x="0" y="37"/>
                    </a:lnTo>
                    <a:lnTo>
                      <a:pt x="1" y="31"/>
                    </a:lnTo>
                    <a:lnTo>
                      <a:pt x="1" y="26"/>
                    </a:lnTo>
                    <a:lnTo>
                      <a:pt x="4" y="21"/>
                    </a:lnTo>
                    <a:lnTo>
                      <a:pt x="5" y="16"/>
                    </a:lnTo>
                    <a:lnTo>
                      <a:pt x="9" y="12"/>
                    </a:lnTo>
                    <a:lnTo>
                      <a:pt x="11" y="9"/>
                    </a:lnTo>
                    <a:lnTo>
                      <a:pt x="15" y="6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9" y="0"/>
                    </a:lnTo>
                    <a:lnTo>
                      <a:pt x="35" y="0"/>
                    </a:lnTo>
                    <a:lnTo>
                      <a:pt x="40" y="0"/>
                    </a:lnTo>
                    <a:lnTo>
                      <a:pt x="46" y="1"/>
                    </a:lnTo>
                    <a:lnTo>
                      <a:pt x="52" y="2"/>
                    </a:lnTo>
                    <a:lnTo>
                      <a:pt x="59" y="4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7" name="Freeform 380">
                <a:extLst>
                  <a:ext uri="{FF2B5EF4-FFF2-40B4-BE49-F238E27FC236}">
                    <a16:creationId xmlns:a16="http://schemas.microsoft.com/office/drawing/2014/main" id="{6E4CC7DA-244C-46CC-A575-EAC82A424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626" y="4443413"/>
                <a:ext cx="30163" cy="111125"/>
              </a:xfrm>
              <a:custGeom>
                <a:avLst/>
                <a:gdLst>
                  <a:gd name="T0" fmla="*/ 97 w 97"/>
                  <a:gd name="T1" fmla="*/ 31 h 280"/>
                  <a:gd name="T2" fmla="*/ 97 w 97"/>
                  <a:gd name="T3" fmla="*/ 25 h 280"/>
                  <a:gd name="T4" fmla="*/ 96 w 97"/>
                  <a:gd name="T5" fmla="*/ 19 h 280"/>
                  <a:gd name="T6" fmla="*/ 93 w 97"/>
                  <a:gd name="T7" fmla="*/ 14 h 280"/>
                  <a:gd name="T8" fmla="*/ 90 w 97"/>
                  <a:gd name="T9" fmla="*/ 10 h 280"/>
                  <a:gd name="T10" fmla="*/ 85 w 97"/>
                  <a:gd name="T11" fmla="*/ 6 h 280"/>
                  <a:gd name="T12" fmla="*/ 80 w 97"/>
                  <a:gd name="T13" fmla="*/ 3 h 280"/>
                  <a:gd name="T14" fmla="*/ 73 w 97"/>
                  <a:gd name="T15" fmla="*/ 1 h 280"/>
                  <a:gd name="T16" fmla="*/ 66 w 97"/>
                  <a:gd name="T17" fmla="*/ 0 h 280"/>
                  <a:gd name="T18" fmla="*/ 59 w 97"/>
                  <a:gd name="T19" fmla="*/ 0 h 280"/>
                  <a:gd name="T20" fmla="*/ 52 w 97"/>
                  <a:gd name="T21" fmla="*/ 1 h 280"/>
                  <a:gd name="T22" fmla="*/ 46 w 97"/>
                  <a:gd name="T23" fmla="*/ 3 h 280"/>
                  <a:gd name="T24" fmla="*/ 40 w 97"/>
                  <a:gd name="T25" fmla="*/ 6 h 280"/>
                  <a:gd name="T26" fmla="*/ 36 w 97"/>
                  <a:gd name="T27" fmla="*/ 10 h 280"/>
                  <a:gd name="T28" fmla="*/ 32 w 97"/>
                  <a:gd name="T29" fmla="*/ 14 h 280"/>
                  <a:gd name="T30" fmla="*/ 29 w 97"/>
                  <a:gd name="T31" fmla="*/ 19 h 280"/>
                  <a:gd name="T32" fmla="*/ 27 w 97"/>
                  <a:gd name="T33" fmla="*/ 25 h 280"/>
                  <a:gd name="T34" fmla="*/ 0 w 97"/>
                  <a:gd name="T35" fmla="*/ 249 h 280"/>
                  <a:gd name="T36" fmla="*/ 0 w 97"/>
                  <a:gd name="T37" fmla="*/ 255 h 280"/>
                  <a:gd name="T38" fmla="*/ 1 w 97"/>
                  <a:gd name="T39" fmla="*/ 260 h 280"/>
                  <a:gd name="T40" fmla="*/ 5 w 97"/>
                  <a:gd name="T41" fmla="*/ 265 h 280"/>
                  <a:gd name="T42" fmla="*/ 9 w 97"/>
                  <a:gd name="T43" fmla="*/ 270 h 280"/>
                  <a:gd name="T44" fmla="*/ 12 w 97"/>
                  <a:gd name="T45" fmla="*/ 273 h 280"/>
                  <a:gd name="T46" fmla="*/ 19 w 97"/>
                  <a:gd name="T47" fmla="*/ 276 h 280"/>
                  <a:gd name="T48" fmla="*/ 25 w 97"/>
                  <a:gd name="T49" fmla="*/ 279 h 280"/>
                  <a:gd name="T50" fmla="*/ 31 w 97"/>
                  <a:gd name="T51" fmla="*/ 280 h 280"/>
                  <a:gd name="T52" fmla="*/ 39 w 97"/>
                  <a:gd name="T53" fmla="*/ 280 h 280"/>
                  <a:gd name="T54" fmla="*/ 46 w 97"/>
                  <a:gd name="T55" fmla="*/ 279 h 280"/>
                  <a:gd name="T56" fmla="*/ 52 w 97"/>
                  <a:gd name="T57" fmla="*/ 277 h 280"/>
                  <a:gd name="T58" fmla="*/ 57 w 97"/>
                  <a:gd name="T59" fmla="*/ 274 h 280"/>
                  <a:gd name="T60" fmla="*/ 62 w 97"/>
                  <a:gd name="T61" fmla="*/ 270 h 280"/>
                  <a:gd name="T62" fmla="*/ 66 w 97"/>
                  <a:gd name="T63" fmla="*/ 265 h 280"/>
                  <a:gd name="T64" fmla="*/ 69 w 97"/>
                  <a:gd name="T65" fmla="*/ 260 h 280"/>
                  <a:gd name="T66" fmla="*/ 70 w 97"/>
                  <a:gd name="T67" fmla="*/ 255 h 280"/>
                  <a:gd name="T68" fmla="*/ 97 w 97"/>
                  <a:gd name="T69" fmla="*/ 31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7" h="280">
                    <a:moveTo>
                      <a:pt x="97" y="31"/>
                    </a:moveTo>
                    <a:lnTo>
                      <a:pt x="97" y="25"/>
                    </a:lnTo>
                    <a:lnTo>
                      <a:pt x="96" y="19"/>
                    </a:lnTo>
                    <a:lnTo>
                      <a:pt x="93" y="14"/>
                    </a:lnTo>
                    <a:lnTo>
                      <a:pt x="90" y="10"/>
                    </a:lnTo>
                    <a:lnTo>
                      <a:pt x="85" y="6"/>
                    </a:lnTo>
                    <a:lnTo>
                      <a:pt x="80" y="3"/>
                    </a:lnTo>
                    <a:lnTo>
                      <a:pt x="73" y="1"/>
                    </a:lnTo>
                    <a:lnTo>
                      <a:pt x="66" y="0"/>
                    </a:lnTo>
                    <a:lnTo>
                      <a:pt x="59" y="0"/>
                    </a:lnTo>
                    <a:lnTo>
                      <a:pt x="52" y="1"/>
                    </a:lnTo>
                    <a:lnTo>
                      <a:pt x="46" y="3"/>
                    </a:lnTo>
                    <a:lnTo>
                      <a:pt x="40" y="6"/>
                    </a:lnTo>
                    <a:lnTo>
                      <a:pt x="36" y="10"/>
                    </a:lnTo>
                    <a:lnTo>
                      <a:pt x="32" y="14"/>
                    </a:lnTo>
                    <a:lnTo>
                      <a:pt x="29" y="19"/>
                    </a:lnTo>
                    <a:lnTo>
                      <a:pt x="27" y="25"/>
                    </a:lnTo>
                    <a:lnTo>
                      <a:pt x="0" y="249"/>
                    </a:lnTo>
                    <a:lnTo>
                      <a:pt x="0" y="255"/>
                    </a:lnTo>
                    <a:lnTo>
                      <a:pt x="1" y="260"/>
                    </a:lnTo>
                    <a:lnTo>
                      <a:pt x="5" y="265"/>
                    </a:lnTo>
                    <a:lnTo>
                      <a:pt x="9" y="270"/>
                    </a:lnTo>
                    <a:lnTo>
                      <a:pt x="12" y="273"/>
                    </a:lnTo>
                    <a:lnTo>
                      <a:pt x="19" y="276"/>
                    </a:lnTo>
                    <a:lnTo>
                      <a:pt x="25" y="279"/>
                    </a:lnTo>
                    <a:lnTo>
                      <a:pt x="31" y="280"/>
                    </a:lnTo>
                    <a:lnTo>
                      <a:pt x="39" y="280"/>
                    </a:lnTo>
                    <a:lnTo>
                      <a:pt x="46" y="279"/>
                    </a:lnTo>
                    <a:lnTo>
                      <a:pt x="52" y="277"/>
                    </a:lnTo>
                    <a:lnTo>
                      <a:pt x="57" y="274"/>
                    </a:lnTo>
                    <a:lnTo>
                      <a:pt x="62" y="270"/>
                    </a:lnTo>
                    <a:lnTo>
                      <a:pt x="66" y="265"/>
                    </a:lnTo>
                    <a:lnTo>
                      <a:pt x="69" y="260"/>
                    </a:lnTo>
                    <a:lnTo>
                      <a:pt x="70" y="255"/>
                    </a:lnTo>
                    <a:lnTo>
                      <a:pt x="97" y="31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8" name="Freeform 381">
                <a:extLst>
                  <a:ext uri="{FF2B5EF4-FFF2-40B4-BE49-F238E27FC236}">
                    <a16:creationId xmlns:a16="http://schemas.microsoft.com/office/drawing/2014/main" id="{CB9C9F2A-4CFB-4026-B7F3-630D019B6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526" y="4527550"/>
                <a:ext cx="53975" cy="166688"/>
              </a:xfrm>
              <a:custGeom>
                <a:avLst/>
                <a:gdLst>
                  <a:gd name="T0" fmla="*/ 169 w 169"/>
                  <a:gd name="T1" fmla="*/ 18 h 420"/>
                  <a:gd name="T2" fmla="*/ 168 w 169"/>
                  <a:gd name="T3" fmla="*/ 11 h 420"/>
                  <a:gd name="T4" fmla="*/ 163 w 169"/>
                  <a:gd name="T5" fmla="*/ 5 h 420"/>
                  <a:gd name="T6" fmla="*/ 155 w 169"/>
                  <a:gd name="T7" fmla="*/ 2 h 420"/>
                  <a:gd name="T8" fmla="*/ 146 w 169"/>
                  <a:gd name="T9" fmla="*/ 0 h 420"/>
                  <a:gd name="T10" fmla="*/ 138 w 169"/>
                  <a:gd name="T11" fmla="*/ 2 h 420"/>
                  <a:gd name="T12" fmla="*/ 131 w 169"/>
                  <a:gd name="T13" fmla="*/ 6 h 420"/>
                  <a:gd name="T14" fmla="*/ 126 w 169"/>
                  <a:gd name="T15" fmla="*/ 12 h 420"/>
                  <a:gd name="T16" fmla="*/ 123 w 169"/>
                  <a:gd name="T17" fmla="*/ 24 h 420"/>
                  <a:gd name="T18" fmla="*/ 111 w 169"/>
                  <a:gd name="T19" fmla="*/ 47 h 420"/>
                  <a:gd name="T20" fmla="*/ 93 w 169"/>
                  <a:gd name="T21" fmla="*/ 81 h 420"/>
                  <a:gd name="T22" fmla="*/ 79 w 169"/>
                  <a:gd name="T23" fmla="*/ 112 h 420"/>
                  <a:gd name="T24" fmla="*/ 73 w 169"/>
                  <a:gd name="T25" fmla="*/ 130 h 420"/>
                  <a:gd name="T26" fmla="*/ 69 w 169"/>
                  <a:gd name="T27" fmla="*/ 160 h 420"/>
                  <a:gd name="T28" fmla="*/ 69 w 169"/>
                  <a:gd name="T29" fmla="*/ 199 h 420"/>
                  <a:gd name="T30" fmla="*/ 73 w 169"/>
                  <a:gd name="T31" fmla="*/ 230 h 420"/>
                  <a:gd name="T32" fmla="*/ 74 w 169"/>
                  <a:gd name="T33" fmla="*/ 258 h 420"/>
                  <a:gd name="T34" fmla="*/ 66 w 169"/>
                  <a:gd name="T35" fmla="*/ 293 h 420"/>
                  <a:gd name="T36" fmla="*/ 54 w 169"/>
                  <a:gd name="T37" fmla="*/ 328 h 420"/>
                  <a:gd name="T38" fmla="*/ 38 w 169"/>
                  <a:gd name="T39" fmla="*/ 355 h 420"/>
                  <a:gd name="T40" fmla="*/ 18 w 169"/>
                  <a:gd name="T41" fmla="*/ 379 h 420"/>
                  <a:gd name="T42" fmla="*/ 3 w 169"/>
                  <a:gd name="T43" fmla="*/ 393 h 420"/>
                  <a:gd name="T44" fmla="*/ 0 w 169"/>
                  <a:gd name="T45" fmla="*/ 400 h 420"/>
                  <a:gd name="T46" fmla="*/ 1 w 169"/>
                  <a:gd name="T47" fmla="*/ 406 h 420"/>
                  <a:gd name="T48" fmla="*/ 5 w 169"/>
                  <a:gd name="T49" fmla="*/ 413 h 420"/>
                  <a:gd name="T50" fmla="*/ 11 w 169"/>
                  <a:gd name="T51" fmla="*/ 417 h 420"/>
                  <a:gd name="T52" fmla="*/ 20 w 169"/>
                  <a:gd name="T53" fmla="*/ 420 h 420"/>
                  <a:gd name="T54" fmla="*/ 28 w 169"/>
                  <a:gd name="T55" fmla="*/ 419 h 420"/>
                  <a:gd name="T56" fmla="*/ 36 w 169"/>
                  <a:gd name="T57" fmla="*/ 416 h 420"/>
                  <a:gd name="T58" fmla="*/ 53 w 169"/>
                  <a:gd name="T59" fmla="*/ 400 h 420"/>
                  <a:gd name="T60" fmla="*/ 76 w 169"/>
                  <a:gd name="T61" fmla="*/ 372 h 420"/>
                  <a:gd name="T62" fmla="*/ 95 w 169"/>
                  <a:gd name="T63" fmla="*/ 340 h 420"/>
                  <a:gd name="T64" fmla="*/ 110 w 169"/>
                  <a:gd name="T65" fmla="*/ 302 h 420"/>
                  <a:gd name="T66" fmla="*/ 118 w 169"/>
                  <a:gd name="T67" fmla="*/ 261 h 420"/>
                  <a:gd name="T68" fmla="*/ 118 w 169"/>
                  <a:gd name="T69" fmla="*/ 229 h 420"/>
                  <a:gd name="T70" fmla="*/ 114 w 169"/>
                  <a:gd name="T71" fmla="*/ 197 h 420"/>
                  <a:gd name="T72" fmla="*/ 113 w 169"/>
                  <a:gd name="T73" fmla="*/ 162 h 420"/>
                  <a:gd name="T74" fmla="*/ 119 w 169"/>
                  <a:gd name="T75" fmla="*/ 129 h 420"/>
                  <a:gd name="T76" fmla="*/ 135 w 169"/>
                  <a:gd name="T77" fmla="*/ 94 h 420"/>
                  <a:gd name="T78" fmla="*/ 153 w 169"/>
                  <a:gd name="T79" fmla="*/ 60 h 420"/>
                  <a:gd name="T80" fmla="*/ 165 w 169"/>
                  <a:gd name="T81" fmla="*/ 32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69" h="420">
                    <a:moveTo>
                      <a:pt x="169" y="21"/>
                    </a:moveTo>
                    <a:lnTo>
                      <a:pt x="169" y="18"/>
                    </a:lnTo>
                    <a:lnTo>
                      <a:pt x="169" y="14"/>
                    </a:lnTo>
                    <a:lnTo>
                      <a:pt x="168" y="11"/>
                    </a:lnTo>
                    <a:lnTo>
                      <a:pt x="165" y="8"/>
                    </a:lnTo>
                    <a:lnTo>
                      <a:pt x="163" y="5"/>
                    </a:lnTo>
                    <a:lnTo>
                      <a:pt x="159" y="3"/>
                    </a:lnTo>
                    <a:lnTo>
                      <a:pt x="155" y="2"/>
                    </a:lnTo>
                    <a:lnTo>
                      <a:pt x="151" y="1"/>
                    </a:lnTo>
                    <a:lnTo>
                      <a:pt x="146" y="0"/>
                    </a:lnTo>
                    <a:lnTo>
                      <a:pt x="143" y="1"/>
                    </a:lnTo>
                    <a:lnTo>
                      <a:pt x="138" y="2"/>
                    </a:lnTo>
                    <a:lnTo>
                      <a:pt x="134" y="4"/>
                    </a:lnTo>
                    <a:lnTo>
                      <a:pt x="131" y="6"/>
                    </a:lnTo>
                    <a:lnTo>
                      <a:pt x="129" y="9"/>
                    </a:lnTo>
                    <a:lnTo>
                      <a:pt x="126" y="12"/>
                    </a:lnTo>
                    <a:lnTo>
                      <a:pt x="125" y="15"/>
                    </a:lnTo>
                    <a:lnTo>
                      <a:pt x="123" y="24"/>
                    </a:lnTo>
                    <a:lnTo>
                      <a:pt x="118" y="35"/>
                    </a:lnTo>
                    <a:lnTo>
                      <a:pt x="111" y="47"/>
                    </a:lnTo>
                    <a:lnTo>
                      <a:pt x="104" y="61"/>
                    </a:lnTo>
                    <a:lnTo>
                      <a:pt x="93" y="81"/>
                    </a:lnTo>
                    <a:lnTo>
                      <a:pt x="83" y="102"/>
                    </a:lnTo>
                    <a:lnTo>
                      <a:pt x="79" y="112"/>
                    </a:lnTo>
                    <a:lnTo>
                      <a:pt x="75" y="121"/>
                    </a:lnTo>
                    <a:lnTo>
                      <a:pt x="73" y="130"/>
                    </a:lnTo>
                    <a:lnTo>
                      <a:pt x="70" y="138"/>
                    </a:lnTo>
                    <a:lnTo>
                      <a:pt x="69" y="160"/>
                    </a:lnTo>
                    <a:lnTo>
                      <a:pt x="69" y="180"/>
                    </a:lnTo>
                    <a:lnTo>
                      <a:pt x="69" y="199"/>
                    </a:lnTo>
                    <a:lnTo>
                      <a:pt x="71" y="216"/>
                    </a:lnTo>
                    <a:lnTo>
                      <a:pt x="73" y="230"/>
                    </a:lnTo>
                    <a:lnTo>
                      <a:pt x="74" y="244"/>
                    </a:lnTo>
                    <a:lnTo>
                      <a:pt x="74" y="258"/>
                    </a:lnTo>
                    <a:lnTo>
                      <a:pt x="71" y="272"/>
                    </a:lnTo>
                    <a:lnTo>
                      <a:pt x="66" y="293"/>
                    </a:lnTo>
                    <a:lnTo>
                      <a:pt x="60" y="312"/>
                    </a:lnTo>
                    <a:lnTo>
                      <a:pt x="54" y="328"/>
                    </a:lnTo>
                    <a:lnTo>
                      <a:pt x="46" y="342"/>
                    </a:lnTo>
                    <a:lnTo>
                      <a:pt x="38" y="355"/>
                    </a:lnTo>
                    <a:lnTo>
                      <a:pt x="29" y="367"/>
                    </a:lnTo>
                    <a:lnTo>
                      <a:pt x="18" y="379"/>
                    </a:lnTo>
                    <a:lnTo>
                      <a:pt x="5" y="390"/>
                    </a:lnTo>
                    <a:lnTo>
                      <a:pt x="3" y="393"/>
                    </a:lnTo>
                    <a:lnTo>
                      <a:pt x="1" y="396"/>
                    </a:lnTo>
                    <a:lnTo>
                      <a:pt x="0" y="400"/>
                    </a:lnTo>
                    <a:lnTo>
                      <a:pt x="0" y="403"/>
                    </a:lnTo>
                    <a:lnTo>
                      <a:pt x="1" y="406"/>
                    </a:lnTo>
                    <a:lnTo>
                      <a:pt x="3" y="410"/>
                    </a:lnTo>
                    <a:lnTo>
                      <a:pt x="5" y="413"/>
                    </a:lnTo>
                    <a:lnTo>
                      <a:pt x="8" y="415"/>
                    </a:lnTo>
                    <a:lnTo>
                      <a:pt x="11" y="417"/>
                    </a:lnTo>
                    <a:lnTo>
                      <a:pt x="15" y="419"/>
                    </a:lnTo>
                    <a:lnTo>
                      <a:pt x="20" y="420"/>
                    </a:lnTo>
                    <a:lnTo>
                      <a:pt x="24" y="420"/>
                    </a:lnTo>
                    <a:lnTo>
                      <a:pt x="28" y="419"/>
                    </a:lnTo>
                    <a:lnTo>
                      <a:pt x="33" y="418"/>
                    </a:lnTo>
                    <a:lnTo>
                      <a:pt x="36" y="416"/>
                    </a:lnTo>
                    <a:lnTo>
                      <a:pt x="39" y="414"/>
                    </a:lnTo>
                    <a:lnTo>
                      <a:pt x="53" y="400"/>
                    </a:lnTo>
                    <a:lnTo>
                      <a:pt x="65" y="387"/>
                    </a:lnTo>
                    <a:lnTo>
                      <a:pt x="76" y="372"/>
                    </a:lnTo>
                    <a:lnTo>
                      <a:pt x="86" y="357"/>
                    </a:lnTo>
                    <a:lnTo>
                      <a:pt x="95" y="340"/>
                    </a:lnTo>
                    <a:lnTo>
                      <a:pt x="103" y="322"/>
                    </a:lnTo>
                    <a:lnTo>
                      <a:pt x="110" y="302"/>
                    </a:lnTo>
                    <a:lnTo>
                      <a:pt x="115" y="278"/>
                    </a:lnTo>
                    <a:lnTo>
                      <a:pt x="118" y="261"/>
                    </a:lnTo>
                    <a:lnTo>
                      <a:pt x="119" y="245"/>
                    </a:lnTo>
                    <a:lnTo>
                      <a:pt x="118" y="229"/>
                    </a:lnTo>
                    <a:lnTo>
                      <a:pt x="115" y="213"/>
                    </a:lnTo>
                    <a:lnTo>
                      <a:pt x="114" y="197"/>
                    </a:lnTo>
                    <a:lnTo>
                      <a:pt x="113" y="180"/>
                    </a:lnTo>
                    <a:lnTo>
                      <a:pt x="113" y="162"/>
                    </a:lnTo>
                    <a:lnTo>
                      <a:pt x="115" y="143"/>
                    </a:lnTo>
                    <a:lnTo>
                      <a:pt x="119" y="129"/>
                    </a:lnTo>
                    <a:lnTo>
                      <a:pt x="126" y="112"/>
                    </a:lnTo>
                    <a:lnTo>
                      <a:pt x="135" y="94"/>
                    </a:lnTo>
                    <a:lnTo>
                      <a:pt x="145" y="75"/>
                    </a:lnTo>
                    <a:lnTo>
                      <a:pt x="153" y="60"/>
                    </a:lnTo>
                    <a:lnTo>
                      <a:pt x="160" y="45"/>
                    </a:lnTo>
                    <a:lnTo>
                      <a:pt x="165" y="32"/>
                    </a:lnTo>
                    <a:lnTo>
                      <a:pt x="169" y="21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9" name="Freeform 382">
                <a:extLst>
                  <a:ext uri="{FF2B5EF4-FFF2-40B4-BE49-F238E27FC236}">
                    <a16:creationId xmlns:a16="http://schemas.microsoft.com/office/drawing/2014/main" id="{75DF65E1-0DEA-4F21-BA05-3E47C65F3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351" y="4667250"/>
                <a:ext cx="28575" cy="36513"/>
              </a:xfrm>
              <a:custGeom>
                <a:avLst/>
                <a:gdLst>
                  <a:gd name="T0" fmla="*/ 45 w 90"/>
                  <a:gd name="T1" fmla="*/ 4 h 93"/>
                  <a:gd name="T2" fmla="*/ 54 w 90"/>
                  <a:gd name="T3" fmla="*/ 9 h 93"/>
                  <a:gd name="T4" fmla="*/ 62 w 90"/>
                  <a:gd name="T5" fmla="*/ 16 h 93"/>
                  <a:gd name="T6" fmla="*/ 70 w 90"/>
                  <a:gd name="T7" fmla="*/ 23 h 93"/>
                  <a:gd name="T8" fmla="*/ 76 w 90"/>
                  <a:gd name="T9" fmla="*/ 31 h 93"/>
                  <a:gd name="T10" fmla="*/ 82 w 90"/>
                  <a:gd name="T11" fmla="*/ 40 h 93"/>
                  <a:gd name="T12" fmla="*/ 86 w 90"/>
                  <a:gd name="T13" fmla="*/ 49 h 93"/>
                  <a:gd name="T14" fmla="*/ 89 w 90"/>
                  <a:gd name="T15" fmla="*/ 58 h 93"/>
                  <a:gd name="T16" fmla="*/ 90 w 90"/>
                  <a:gd name="T17" fmla="*/ 67 h 93"/>
                  <a:gd name="T18" fmla="*/ 89 w 90"/>
                  <a:gd name="T19" fmla="*/ 75 h 93"/>
                  <a:gd name="T20" fmla="*/ 86 w 90"/>
                  <a:gd name="T21" fmla="*/ 82 h 93"/>
                  <a:gd name="T22" fmla="*/ 82 w 90"/>
                  <a:gd name="T23" fmla="*/ 87 h 93"/>
                  <a:gd name="T24" fmla="*/ 76 w 90"/>
                  <a:gd name="T25" fmla="*/ 91 h 93"/>
                  <a:gd name="T26" fmla="*/ 70 w 90"/>
                  <a:gd name="T27" fmla="*/ 93 h 93"/>
                  <a:gd name="T28" fmla="*/ 62 w 90"/>
                  <a:gd name="T29" fmla="*/ 93 h 93"/>
                  <a:gd name="T30" fmla="*/ 54 w 90"/>
                  <a:gd name="T31" fmla="*/ 91 h 93"/>
                  <a:gd name="T32" fmla="*/ 45 w 90"/>
                  <a:gd name="T33" fmla="*/ 88 h 93"/>
                  <a:gd name="T34" fmla="*/ 36 w 90"/>
                  <a:gd name="T35" fmla="*/ 83 h 93"/>
                  <a:gd name="T36" fmla="*/ 27 w 90"/>
                  <a:gd name="T37" fmla="*/ 77 h 93"/>
                  <a:gd name="T38" fmla="*/ 20 w 90"/>
                  <a:gd name="T39" fmla="*/ 69 h 93"/>
                  <a:gd name="T40" fmla="*/ 12 w 90"/>
                  <a:gd name="T41" fmla="*/ 61 h 93"/>
                  <a:gd name="T42" fmla="*/ 7 w 90"/>
                  <a:gd name="T43" fmla="*/ 52 h 93"/>
                  <a:gd name="T44" fmla="*/ 4 w 90"/>
                  <a:gd name="T45" fmla="*/ 43 h 93"/>
                  <a:gd name="T46" fmla="*/ 0 w 90"/>
                  <a:gd name="T47" fmla="*/ 34 h 93"/>
                  <a:gd name="T48" fmla="*/ 0 w 90"/>
                  <a:gd name="T49" fmla="*/ 25 h 93"/>
                  <a:gd name="T50" fmla="*/ 0 w 90"/>
                  <a:gd name="T51" fmla="*/ 17 h 93"/>
                  <a:gd name="T52" fmla="*/ 4 w 90"/>
                  <a:gd name="T53" fmla="*/ 11 h 93"/>
                  <a:gd name="T54" fmla="*/ 7 w 90"/>
                  <a:gd name="T55" fmla="*/ 5 h 93"/>
                  <a:gd name="T56" fmla="*/ 12 w 90"/>
                  <a:gd name="T57" fmla="*/ 2 h 93"/>
                  <a:gd name="T58" fmla="*/ 20 w 90"/>
                  <a:gd name="T59" fmla="*/ 0 h 93"/>
                  <a:gd name="T60" fmla="*/ 27 w 90"/>
                  <a:gd name="T61" fmla="*/ 0 h 93"/>
                  <a:gd name="T62" fmla="*/ 36 w 90"/>
                  <a:gd name="T63" fmla="*/ 1 h 93"/>
                  <a:gd name="T64" fmla="*/ 45 w 90"/>
                  <a:gd name="T65" fmla="*/ 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0" h="93">
                    <a:moveTo>
                      <a:pt x="45" y="4"/>
                    </a:moveTo>
                    <a:lnTo>
                      <a:pt x="54" y="9"/>
                    </a:lnTo>
                    <a:lnTo>
                      <a:pt x="62" y="16"/>
                    </a:lnTo>
                    <a:lnTo>
                      <a:pt x="70" y="23"/>
                    </a:lnTo>
                    <a:lnTo>
                      <a:pt x="76" y="31"/>
                    </a:lnTo>
                    <a:lnTo>
                      <a:pt x="82" y="40"/>
                    </a:lnTo>
                    <a:lnTo>
                      <a:pt x="86" y="49"/>
                    </a:lnTo>
                    <a:lnTo>
                      <a:pt x="89" y="58"/>
                    </a:lnTo>
                    <a:lnTo>
                      <a:pt x="90" y="67"/>
                    </a:lnTo>
                    <a:lnTo>
                      <a:pt x="89" y="75"/>
                    </a:lnTo>
                    <a:lnTo>
                      <a:pt x="86" y="82"/>
                    </a:lnTo>
                    <a:lnTo>
                      <a:pt x="82" y="87"/>
                    </a:lnTo>
                    <a:lnTo>
                      <a:pt x="76" y="91"/>
                    </a:lnTo>
                    <a:lnTo>
                      <a:pt x="70" y="93"/>
                    </a:lnTo>
                    <a:lnTo>
                      <a:pt x="62" y="93"/>
                    </a:lnTo>
                    <a:lnTo>
                      <a:pt x="54" y="91"/>
                    </a:lnTo>
                    <a:lnTo>
                      <a:pt x="45" y="88"/>
                    </a:lnTo>
                    <a:lnTo>
                      <a:pt x="36" y="83"/>
                    </a:lnTo>
                    <a:lnTo>
                      <a:pt x="27" y="77"/>
                    </a:lnTo>
                    <a:lnTo>
                      <a:pt x="20" y="69"/>
                    </a:lnTo>
                    <a:lnTo>
                      <a:pt x="12" y="61"/>
                    </a:lnTo>
                    <a:lnTo>
                      <a:pt x="7" y="52"/>
                    </a:lnTo>
                    <a:lnTo>
                      <a:pt x="4" y="43"/>
                    </a:lnTo>
                    <a:lnTo>
                      <a:pt x="0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4" y="11"/>
                    </a:lnTo>
                    <a:lnTo>
                      <a:pt x="7" y="5"/>
                    </a:lnTo>
                    <a:lnTo>
                      <a:pt x="12" y="2"/>
                    </a:lnTo>
                    <a:lnTo>
                      <a:pt x="20" y="0"/>
                    </a:lnTo>
                    <a:lnTo>
                      <a:pt x="27" y="0"/>
                    </a:lnTo>
                    <a:lnTo>
                      <a:pt x="36" y="1"/>
                    </a:lnTo>
                    <a:lnTo>
                      <a:pt x="45" y="4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0" name="Freeform 383">
                <a:extLst>
                  <a:ext uri="{FF2B5EF4-FFF2-40B4-BE49-F238E27FC236}">
                    <a16:creationId xmlns:a16="http://schemas.microsoft.com/office/drawing/2014/main" id="{76CCC4D3-B02C-4835-B8CC-6BB6D18E0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3251" y="4367213"/>
                <a:ext cx="198438" cy="122238"/>
              </a:xfrm>
              <a:custGeom>
                <a:avLst/>
                <a:gdLst>
                  <a:gd name="T0" fmla="*/ 617 w 626"/>
                  <a:gd name="T1" fmla="*/ 36 h 306"/>
                  <a:gd name="T2" fmla="*/ 623 w 626"/>
                  <a:gd name="T3" fmla="*/ 29 h 306"/>
                  <a:gd name="T4" fmla="*/ 626 w 626"/>
                  <a:gd name="T5" fmla="*/ 22 h 306"/>
                  <a:gd name="T6" fmla="*/ 625 w 626"/>
                  <a:gd name="T7" fmla="*/ 14 h 306"/>
                  <a:gd name="T8" fmla="*/ 620 w 626"/>
                  <a:gd name="T9" fmla="*/ 7 h 306"/>
                  <a:gd name="T10" fmla="*/ 611 w 626"/>
                  <a:gd name="T11" fmla="*/ 2 h 306"/>
                  <a:gd name="T12" fmla="*/ 602 w 626"/>
                  <a:gd name="T13" fmla="*/ 0 h 306"/>
                  <a:gd name="T14" fmla="*/ 592 w 626"/>
                  <a:gd name="T15" fmla="*/ 1 h 306"/>
                  <a:gd name="T16" fmla="*/ 466 w 626"/>
                  <a:gd name="T17" fmla="*/ 59 h 306"/>
                  <a:gd name="T18" fmla="*/ 455 w 626"/>
                  <a:gd name="T19" fmla="*/ 67 h 306"/>
                  <a:gd name="T20" fmla="*/ 445 w 626"/>
                  <a:gd name="T21" fmla="*/ 77 h 306"/>
                  <a:gd name="T22" fmla="*/ 427 w 626"/>
                  <a:gd name="T23" fmla="*/ 103 h 306"/>
                  <a:gd name="T24" fmla="*/ 410 w 626"/>
                  <a:gd name="T25" fmla="*/ 130 h 306"/>
                  <a:gd name="T26" fmla="*/ 355 w 626"/>
                  <a:gd name="T27" fmla="*/ 155 h 306"/>
                  <a:gd name="T28" fmla="*/ 300 w 626"/>
                  <a:gd name="T29" fmla="*/ 181 h 306"/>
                  <a:gd name="T30" fmla="*/ 245 w 626"/>
                  <a:gd name="T31" fmla="*/ 206 h 306"/>
                  <a:gd name="T32" fmla="*/ 190 w 626"/>
                  <a:gd name="T33" fmla="*/ 232 h 306"/>
                  <a:gd name="T34" fmla="*/ 192 w 626"/>
                  <a:gd name="T35" fmla="*/ 225 h 306"/>
                  <a:gd name="T36" fmla="*/ 186 w 626"/>
                  <a:gd name="T37" fmla="*/ 220 h 306"/>
                  <a:gd name="T38" fmla="*/ 174 w 626"/>
                  <a:gd name="T39" fmla="*/ 212 h 306"/>
                  <a:gd name="T40" fmla="*/ 160 w 626"/>
                  <a:gd name="T41" fmla="*/ 208 h 306"/>
                  <a:gd name="T42" fmla="*/ 144 w 626"/>
                  <a:gd name="T43" fmla="*/ 209 h 306"/>
                  <a:gd name="T44" fmla="*/ 12 w 626"/>
                  <a:gd name="T45" fmla="*/ 268 h 306"/>
                  <a:gd name="T46" fmla="*/ 5 w 626"/>
                  <a:gd name="T47" fmla="*/ 274 h 306"/>
                  <a:gd name="T48" fmla="*/ 0 w 626"/>
                  <a:gd name="T49" fmla="*/ 281 h 306"/>
                  <a:gd name="T50" fmla="*/ 0 w 626"/>
                  <a:gd name="T51" fmla="*/ 289 h 306"/>
                  <a:gd name="T52" fmla="*/ 2 w 626"/>
                  <a:gd name="T53" fmla="*/ 296 h 306"/>
                  <a:gd name="T54" fmla="*/ 10 w 626"/>
                  <a:gd name="T55" fmla="*/ 302 h 306"/>
                  <a:gd name="T56" fmla="*/ 19 w 626"/>
                  <a:gd name="T57" fmla="*/ 306 h 306"/>
                  <a:gd name="T58" fmla="*/ 27 w 626"/>
                  <a:gd name="T59" fmla="*/ 306 h 306"/>
                  <a:gd name="T60" fmla="*/ 37 w 626"/>
                  <a:gd name="T61" fmla="*/ 304 h 306"/>
                  <a:gd name="T62" fmla="*/ 160 w 626"/>
                  <a:gd name="T63" fmla="*/ 249 h 306"/>
                  <a:gd name="T64" fmla="*/ 157 w 626"/>
                  <a:gd name="T65" fmla="*/ 254 h 306"/>
                  <a:gd name="T66" fmla="*/ 170 w 626"/>
                  <a:gd name="T67" fmla="*/ 263 h 306"/>
                  <a:gd name="T68" fmla="*/ 182 w 626"/>
                  <a:gd name="T69" fmla="*/ 270 h 306"/>
                  <a:gd name="T70" fmla="*/ 197 w 626"/>
                  <a:gd name="T71" fmla="*/ 272 h 306"/>
                  <a:gd name="T72" fmla="*/ 215 w 626"/>
                  <a:gd name="T73" fmla="*/ 267 h 306"/>
                  <a:gd name="T74" fmla="*/ 270 w 626"/>
                  <a:gd name="T75" fmla="*/ 241 h 306"/>
                  <a:gd name="T76" fmla="*/ 325 w 626"/>
                  <a:gd name="T77" fmla="*/ 216 h 306"/>
                  <a:gd name="T78" fmla="*/ 381 w 626"/>
                  <a:gd name="T79" fmla="*/ 191 h 306"/>
                  <a:gd name="T80" fmla="*/ 436 w 626"/>
                  <a:gd name="T81" fmla="*/ 165 h 306"/>
                  <a:gd name="T82" fmla="*/ 447 w 626"/>
                  <a:gd name="T83" fmla="*/ 157 h 306"/>
                  <a:gd name="T84" fmla="*/ 456 w 626"/>
                  <a:gd name="T85" fmla="*/ 147 h 306"/>
                  <a:gd name="T86" fmla="*/ 473 w 626"/>
                  <a:gd name="T87" fmla="*/ 121 h 306"/>
                  <a:gd name="T88" fmla="*/ 491 w 626"/>
                  <a:gd name="T89" fmla="*/ 94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26" h="306">
                    <a:moveTo>
                      <a:pt x="613" y="38"/>
                    </a:moveTo>
                    <a:lnTo>
                      <a:pt x="617" y="36"/>
                    </a:lnTo>
                    <a:lnTo>
                      <a:pt x="621" y="33"/>
                    </a:lnTo>
                    <a:lnTo>
                      <a:pt x="623" y="29"/>
                    </a:lnTo>
                    <a:lnTo>
                      <a:pt x="625" y="26"/>
                    </a:lnTo>
                    <a:lnTo>
                      <a:pt x="626" y="22"/>
                    </a:lnTo>
                    <a:lnTo>
                      <a:pt x="626" y="18"/>
                    </a:lnTo>
                    <a:lnTo>
                      <a:pt x="625" y="14"/>
                    </a:lnTo>
                    <a:lnTo>
                      <a:pt x="622" y="10"/>
                    </a:lnTo>
                    <a:lnTo>
                      <a:pt x="620" y="7"/>
                    </a:lnTo>
                    <a:lnTo>
                      <a:pt x="616" y="4"/>
                    </a:lnTo>
                    <a:lnTo>
                      <a:pt x="611" y="2"/>
                    </a:lnTo>
                    <a:lnTo>
                      <a:pt x="607" y="1"/>
                    </a:lnTo>
                    <a:lnTo>
                      <a:pt x="602" y="0"/>
                    </a:lnTo>
                    <a:lnTo>
                      <a:pt x="597" y="0"/>
                    </a:lnTo>
                    <a:lnTo>
                      <a:pt x="592" y="1"/>
                    </a:lnTo>
                    <a:lnTo>
                      <a:pt x="587" y="3"/>
                    </a:lnTo>
                    <a:lnTo>
                      <a:pt x="466" y="59"/>
                    </a:lnTo>
                    <a:lnTo>
                      <a:pt x="460" y="62"/>
                    </a:lnTo>
                    <a:lnTo>
                      <a:pt x="455" y="67"/>
                    </a:lnTo>
                    <a:lnTo>
                      <a:pt x="448" y="72"/>
                    </a:lnTo>
                    <a:lnTo>
                      <a:pt x="445" y="77"/>
                    </a:lnTo>
                    <a:lnTo>
                      <a:pt x="436" y="90"/>
                    </a:lnTo>
                    <a:lnTo>
                      <a:pt x="427" y="103"/>
                    </a:lnTo>
                    <a:lnTo>
                      <a:pt x="417" y="121"/>
                    </a:lnTo>
                    <a:lnTo>
                      <a:pt x="410" y="130"/>
                    </a:lnTo>
                    <a:lnTo>
                      <a:pt x="410" y="130"/>
                    </a:lnTo>
                    <a:lnTo>
                      <a:pt x="355" y="155"/>
                    </a:lnTo>
                    <a:lnTo>
                      <a:pt x="355" y="155"/>
                    </a:lnTo>
                    <a:lnTo>
                      <a:pt x="300" y="181"/>
                    </a:lnTo>
                    <a:lnTo>
                      <a:pt x="300" y="181"/>
                    </a:lnTo>
                    <a:lnTo>
                      <a:pt x="245" y="206"/>
                    </a:lnTo>
                    <a:lnTo>
                      <a:pt x="245" y="206"/>
                    </a:lnTo>
                    <a:lnTo>
                      <a:pt x="190" y="232"/>
                    </a:lnTo>
                    <a:lnTo>
                      <a:pt x="189" y="230"/>
                    </a:lnTo>
                    <a:lnTo>
                      <a:pt x="192" y="225"/>
                    </a:lnTo>
                    <a:lnTo>
                      <a:pt x="192" y="225"/>
                    </a:lnTo>
                    <a:lnTo>
                      <a:pt x="186" y="220"/>
                    </a:lnTo>
                    <a:lnTo>
                      <a:pt x="180" y="216"/>
                    </a:lnTo>
                    <a:lnTo>
                      <a:pt x="174" y="212"/>
                    </a:lnTo>
                    <a:lnTo>
                      <a:pt x="167" y="209"/>
                    </a:lnTo>
                    <a:lnTo>
                      <a:pt x="160" y="208"/>
                    </a:lnTo>
                    <a:lnTo>
                      <a:pt x="152" y="207"/>
                    </a:lnTo>
                    <a:lnTo>
                      <a:pt x="144" y="209"/>
                    </a:lnTo>
                    <a:lnTo>
                      <a:pt x="135" y="212"/>
                    </a:lnTo>
                    <a:lnTo>
                      <a:pt x="12" y="268"/>
                    </a:lnTo>
                    <a:lnTo>
                      <a:pt x="7" y="271"/>
                    </a:lnTo>
                    <a:lnTo>
                      <a:pt x="5" y="274"/>
                    </a:lnTo>
                    <a:lnTo>
                      <a:pt x="2" y="277"/>
                    </a:lnTo>
                    <a:lnTo>
                      <a:pt x="0" y="281"/>
                    </a:lnTo>
                    <a:lnTo>
                      <a:pt x="0" y="285"/>
                    </a:lnTo>
                    <a:lnTo>
                      <a:pt x="0" y="289"/>
                    </a:lnTo>
                    <a:lnTo>
                      <a:pt x="1" y="293"/>
                    </a:lnTo>
                    <a:lnTo>
                      <a:pt x="2" y="296"/>
                    </a:lnTo>
                    <a:lnTo>
                      <a:pt x="6" y="300"/>
                    </a:lnTo>
                    <a:lnTo>
                      <a:pt x="10" y="302"/>
                    </a:lnTo>
                    <a:lnTo>
                      <a:pt x="14" y="304"/>
                    </a:lnTo>
                    <a:lnTo>
                      <a:pt x="19" y="306"/>
                    </a:lnTo>
                    <a:lnTo>
                      <a:pt x="24" y="306"/>
                    </a:lnTo>
                    <a:lnTo>
                      <a:pt x="27" y="306"/>
                    </a:lnTo>
                    <a:lnTo>
                      <a:pt x="32" y="306"/>
                    </a:lnTo>
                    <a:lnTo>
                      <a:pt x="37" y="304"/>
                    </a:lnTo>
                    <a:lnTo>
                      <a:pt x="160" y="247"/>
                    </a:lnTo>
                    <a:lnTo>
                      <a:pt x="160" y="249"/>
                    </a:lnTo>
                    <a:lnTo>
                      <a:pt x="157" y="254"/>
                    </a:lnTo>
                    <a:lnTo>
                      <a:pt x="157" y="254"/>
                    </a:lnTo>
                    <a:lnTo>
                      <a:pt x="164" y="259"/>
                    </a:lnTo>
                    <a:lnTo>
                      <a:pt x="170" y="263"/>
                    </a:lnTo>
                    <a:lnTo>
                      <a:pt x="176" y="267"/>
                    </a:lnTo>
                    <a:lnTo>
                      <a:pt x="182" y="270"/>
                    </a:lnTo>
                    <a:lnTo>
                      <a:pt x="190" y="271"/>
                    </a:lnTo>
                    <a:lnTo>
                      <a:pt x="197" y="272"/>
                    </a:lnTo>
                    <a:lnTo>
                      <a:pt x="206" y="270"/>
                    </a:lnTo>
                    <a:lnTo>
                      <a:pt x="215" y="267"/>
                    </a:lnTo>
                    <a:lnTo>
                      <a:pt x="270" y="241"/>
                    </a:lnTo>
                    <a:lnTo>
                      <a:pt x="270" y="241"/>
                    </a:lnTo>
                    <a:lnTo>
                      <a:pt x="325" y="216"/>
                    </a:lnTo>
                    <a:lnTo>
                      <a:pt x="325" y="216"/>
                    </a:lnTo>
                    <a:lnTo>
                      <a:pt x="381" y="191"/>
                    </a:lnTo>
                    <a:lnTo>
                      <a:pt x="381" y="191"/>
                    </a:lnTo>
                    <a:lnTo>
                      <a:pt x="436" y="165"/>
                    </a:lnTo>
                    <a:lnTo>
                      <a:pt x="436" y="165"/>
                    </a:lnTo>
                    <a:lnTo>
                      <a:pt x="441" y="162"/>
                    </a:lnTo>
                    <a:lnTo>
                      <a:pt x="447" y="157"/>
                    </a:lnTo>
                    <a:lnTo>
                      <a:pt x="452" y="153"/>
                    </a:lnTo>
                    <a:lnTo>
                      <a:pt x="456" y="147"/>
                    </a:lnTo>
                    <a:lnTo>
                      <a:pt x="465" y="134"/>
                    </a:lnTo>
                    <a:lnTo>
                      <a:pt x="473" y="121"/>
                    </a:lnTo>
                    <a:lnTo>
                      <a:pt x="485" y="103"/>
                    </a:lnTo>
                    <a:lnTo>
                      <a:pt x="491" y="94"/>
                    </a:lnTo>
                    <a:lnTo>
                      <a:pt x="613" y="38"/>
                    </a:lnTo>
                    <a:close/>
                  </a:path>
                </a:pathLst>
              </a:custGeom>
              <a:solidFill>
                <a:srgbClr val="C8C8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1" name="Freeform 384">
                <a:extLst>
                  <a:ext uri="{FF2B5EF4-FFF2-40B4-BE49-F238E27FC236}">
                    <a16:creationId xmlns:a16="http://schemas.microsoft.com/office/drawing/2014/main" id="{E151208F-E197-49B3-A420-2CB21E62A8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3251" y="4367213"/>
                <a:ext cx="198438" cy="122238"/>
              </a:xfrm>
              <a:custGeom>
                <a:avLst/>
                <a:gdLst>
                  <a:gd name="T0" fmla="*/ 1 w 626"/>
                  <a:gd name="T1" fmla="*/ 293 h 307"/>
                  <a:gd name="T2" fmla="*/ 0 w 626"/>
                  <a:gd name="T3" fmla="*/ 285 h 307"/>
                  <a:gd name="T4" fmla="*/ 2 w 626"/>
                  <a:gd name="T5" fmla="*/ 277 h 307"/>
                  <a:gd name="T6" fmla="*/ 7 w 626"/>
                  <a:gd name="T7" fmla="*/ 271 h 307"/>
                  <a:gd name="T8" fmla="*/ 135 w 626"/>
                  <a:gd name="T9" fmla="*/ 212 h 307"/>
                  <a:gd name="T10" fmla="*/ 144 w 626"/>
                  <a:gd name="T11" fmla="*/ 209 h 307"/>
                  <a:gd name="T12" fmla="*/ 154 w 626"/>
                  <a:gd name="T13" fmla="*/ 210 h 307"/>
                  <a:gd name="T14" fmla="*/ 162 w 626"/>
                  <a:gd name="T15" fmla="*/ 213 h 307"/>
                  <a:gd name="T16" fmla="*/ 170 w 626"/>
                  <a:gd name="T17" fmla="*/ 219 h 307"/>
                  <a:gd name="T18" fmla="*/ 172 w 626"/>
                  <a:gd name="T19" fmla="*/ 227 h 307"/>
                  <a:gd name="T20" fmla="*/ 172 w 626"/>
                  <a:gd name="T21" fmla="*/ 235 h 307"/>
                  <a:gd name="T22" fmla="*/ 167 w 626"/>
                  <a:gd name="T23" fmla="*/ 242 h 307"/>
                  <a:gd name="T24" fmla="*/ 160 w 626"/>
                  <a:gd name="T25" fmla="*/ 247 h 307"/>
                  <a:gd name="T26" fmla="*/ 31 w 626"/>
                  <a:gd name="T27" fmla="*/ 306 h 307"/>
                  <a:gd name="T28" fmla="*/ 19 w 626"/>
                  <a:gd name="T29" fmla="*/ 306 h 307"/>
                  <a:gd name="T30" fmla="*/ 7 w 626"/>
                  <a:gd name="T31" fmla="*/ 301 h 307"/>
                  <a:gd name="T32" fmla="*/ 456 w 626"/>
                  <a:gd name="T33" fmla="*/ 87 h 307"/>
                  <a:gd name="T34" fmla="*/ 453 w 626"/>
                  <a:gd name="T35" fmla="*/ 83 h 307"/>
                  <a:gd name="T36" fmla="*/ 452 w 626"/>
                  <a:gd name="T37" fmla="*/ 75 h 307"/>
                  <a:gd name="T38" fmla="*/ 455 w 626"/>
                  <a:gd name="T39" fmla="*/ 68 h 307"/>
                  <a:gd name="T40" fmla="*/ 461 w 626"/>
                  <a:gd name="T41" fmla="*/ 61 h 307"/>
                  <a:gd name="T42" fmla="*/ 587 w 626"/>
                  <a:gd name="T43" fmla="*/ 3 h 307"/>
                  <a:gd name="T44" fmla="*/ 597 w 626"/>
                  <a:gd name="T45" fmla="*/ 0 h 307"/>
                  <a:gd name="T46" fmla="*/ 607 w 626"/>
                  <a:gd name="T47" fmla="*/ 0 h 307"/>
                  <a:gd name="T48" fmla="*/ 616 w 626"/>
                  <a:gd name="T49" fmla="*/ 4 h 307"/>
                  <a:gd name="T50" fmla="*/ 622 w 626"/>
                  <a:gd name="T51" fmla="*/ 10 h 307"/>
                  <a:gd name="T52" fmla="*/ 626 w 626"/>
                  <a:gd name="T53" fmla="*/ 18 h 307"/>
                  <a:gd name="T54" fmla="*/ 625 w 626"/>
                  <a:gd name="T55" fmla="*/ 26 h 307"/>
                  <a:gd name="T56" fmla="*/ 621 w 626"/>
                  <a:gd name="T57" fmla="*/ 33 h 307"/>
                  <a:gd name="T58" fmla="*/ 613 w 626"/>
                  <a:gd name="T59" fmla="*/ 38 h 307"/>
                  <a:gd name="T60" fmla="*/ 485 w 626"/>
                  <a:gd name="T61" fmla="*/ 97 h 307"/>
                  <a:gd name="T62" fmla="*/ 471 w 626"/>
                  <a:gd name="T63" fmla="*/ 97 h 307"/>
                  <a:gd name="T64" fmla="*/ 460 w 626"/>
                  <a:gd name="T65" fmla="*/ 91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26" h="307">
                    <a:moveTo>
                      <a:pt x="2" y="296"/>
                    </a:moveTo>
                    <a:lnTo>
                      <a:pt x="1" y="293"/>
                    </a:lnTo>
                    <a:lnTo>
                      <a:pt x="0" y="289"/>
                    </a:lnTo>
                    <a:lnTo>
                      <a:pt x="0" y="285"/>
                    </a:lnTo>
                    <a:lnTo>
                      <a:pt x="0" y="281"/>
                    </a:lnTo>
                    <a:lnTo>
                      <a:pt x="2" y="277"/>
                    </a:lnTo>
                    <a:lnTo>
                      <a:pt x="5" y="274"/>
                    </a:lnTo>
                    <a:lnTo>
                      <a:pt x="7" y="271"/>
                    </a:lnTo>
                    <a:lnTo>
                      <a:pt x="12" y="268"/>
                    </a:lnTo>
                    <a:lnTo>
                      <a:pt x="135" y="212"/>
                    </a:lnTo>
                    <a:lnTo>
                      <a:pt x="139" y="210"/>
                    </a:lnTo>
                    <a:lnTo>
                      <a:pt x="144" y="209"/>
                    </a:lnTo>
                    <a:lnTo>
                      <a:pt x="149" y="209"/>
                    </a:lnTo>
                    <a:lnTo>
                      <a:pt x="154" y="210"/>
                    </a:lnTo>
                    <a:lnTo>
                      <a:pt x="159" y="211"/>
                    </a:lnTo>
                    <a:lnTo>
                      <a:pt x="162" y="213"/>
                    </a:lnTo>
                    <a:lnTo>
                      <a:pt x="166" y="216"/>
                    </a:lnTo>
                    <a:lnTo>
                      <a:pt x="170" y="219"/>
                    </a:lnTo>
                    <a:lnTo>
                      <a:pt x="171" y="223"/>
                    </a:lnTo>
                    <a:lnTo>
                      <a:pt x="172" y="227"/>
                    </a:lnTo>
                    <a:lnTo>
                      <a:pt x="172" y="231"/>
                    </a:lnTo>
                    <a:lnTo>
                      <a:pt x="172" y="235"/>
                    </a:lnTo>
                    <a:lnTo>
                      <a:pt x="170" y="239"/>
                    </a:lnTo>
                    <a:lnTo>
                      <a:pt x="167" y="242"/>
                    </a:lnTo>
                    <a:lnTo>
                      <a:pt x="164" y="245"/>
                    </a:lnTo>
                    <a:lnTo>
                      <a:pt x="160" y="247"/>
                    </a:lnTo>
                    <a:lnTo>
                      <a:pt x="37" y="304"/>
                    </a:lnTo>
                    <a:lnTo>
                      <a:pt x="31" y="306"/>
                    </a:lnTo>
                    <a:lnTo>
                      <a:pt x="25" y="307"/>
                    </a:lnTo>
                    <a:lnTo>
                      <a:pt x="19" y="306"/>
                    </a:lnTo>
                    <a:lnTo>
                      <a:pt x="12" y="304"/>
                    </a:lnTo>
                    <a:lnTo>
                      <a:pt x="7" y="301"/>
                    </a:lnTo>
                    <a:lnTo>
                      <a:pt x="2" y="296"/>
                    </a:lnTo>
                    <a:close/>
                    <a:moveTo>
                      <a:pt x="456" y="87"/>
                    </a:moveTo>
                    <a:lnTo>
                      <a:pt x="456" y="87"/>
                    </a:lnTo>
                    <a:lnTo>
                      <a:pt x="453" y="83"/>
                    </a:lnTo>
                    <a:lnTo>
                      <a:pt x="452" y="79"/>
                    </a:lnTo>
                    <a:lnTo>
                      <a:pt x="452" y="75"/>
                    </a:lnTo>
                    <a:lnTo>
                      <a:pt x="453" y="71"/>
                    </a:lnTo>
                    <a:lnTo>
                      <a:pt x="455" y="68"/>
                    </a:lnTo>
                    <a:lnTo>
                      <a:pt x="457" y="64"/>
                    </a:lnTo>
                    <a:lnTo>
                      <a:pt x="461" y="61"/>
                    </a:lnTo>
                    <a:lnTo>
                      <a:pt x="465" y="59"/>
                    </a:lnTo>
                    <a:lnTo>
                      <a:pt x="587" y="3"/>
                    </a:lnTo>
                    <a:lnTo>
                      <a:pt x="592" y="1"/>
                    </a:lnTo>
                    <a:lnTo>
                      <a:pt x="597" y="0"/>
                    </a:lnTo>
                    <a:lnTo>
                      <a:pt x="602" y="0"/>
                    </a:lnTo>
                    <a:lnTo>
                      <a:pt x="607" y="0"/>
                    </a:lnTo>
                    <a:lnTo>
                      <a:pt x="611" y="2"/>
                    </a:lnTo>
                    <a:lnTo>
                      <a:pt x="616" y="4"/>
                    </a:lnTo>
                    <a:lnTo>
                      <a:pt x="620" y="7"/>
                    </a:lnTo>
                    <a:lnTo>
                      <a:pt x="622" y="10"/>
                    </a:lnTo>
                    <a:lnTo>
                      <a:pt x="625" y="14"/>
                    </a:lnTo>
                    <a:lnTo>
                      <a:pt x="626" y="18"/>
                    </a:lnTo>
                    <a:lnTo>
                      <a:pt x="626" y="22"/>
                    </a:lnTo>
                    <a:lnTo>
                      <a:pt x="625" y="26"/>
                    </a:lnTo>
                    <a:lnTo>
                      <a:pt x="623" y="29"/>
                    </a:lnTo>
                    <a:lnTo>
                      <a:pt x="621" y="33"/>
                    </a:lnTo>
                    <a:lnTo>
                      <a:pt x="617" y="36"/>
                    </a:lnTo>
                    <a:lnTo>
                      <a:pt x="613" y="38"/>
                    </a:lnTo>
                    <a:lnTo>
                      <a:pt x="491" y="94"/>
                    </a:lnTo>
                    <a:lnTo>
                      <a:pt x="485" y="97"/>
                    </a:lnTo>
                    <a:lnTo>
                      <a:pt x="478" y="97"/>
                    </a:lnTo>
                    <a:lnTo>
                      <a:pt x="471" y="97"/>
                    </a:lnTo>
                    <a:lnTo>
                      <a:pt x="466" y="95"/>
                    </a:lnTo>
                    <a:lnTo>
                      <a:pt x="460" y="91"/>
                    </a:lnTo>
                    <a:lnTo>
                      <a:pt x="456" y="8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2" name="Freeform 385">
                <a:extLst>
                  <a:ext uri="{FF2B5EF4-FFF2-40B4-BE49-F238E27FC236}">
                    <a16:creationId xmlns:a16="http://schemas.microsoft.com/office/drawing/2014/main" id="{0101AF71-5200-4DAA-8209-8A00C8A82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5351" y="4683125"/>
                <a:ext cx="101600" cy="203200"/>
              </a:xfrm>
              <a:custGeom>
                <a:avLst/>
                <a:gdLst>
                  <a:gd name="T0" fmla="*/ 275 w 317"/>
                  <a:gd name="T1" fmla="*/ 502 h 512"/>
                  <a:gd name="T2" fmla="*/ 277 w 317"/>
                  <a:gd name="T3" fmla="*/ 505 h 512"/>
                  <a:gd name="T4" fmla="*/ 280 w 317"/>
                  <a:gd name="T5" fmla="*/ 507 h 512"/>
                  <a:gd name="T6" fmla="*/ 284 w 317"/>
                  <a:gd name="T7" fmla="*/ 509 h 512"/>
                  <a:gd name="T8" fmla="*/ 287 w 317"/>
                  <a:gd name="T9" fmla="*/ 511 h 512"/>
                  <a:gd name="T10" fmla="*/ 291 w 317"/>
                  <a:gd name="T11" fmla="*/ 512 h 512"/>
                  <a:gd name="T12" fmla="*/ 296 w 317"/>
                  <a:gd name="T13" fmla="*/ 512 h 512"/>
                  <a:gd name="T14" fmla="*/ 300 w 317"/>
                  <a:gd name="T15" fmla="*/ 512 h 512"/>
                  <a:gd name="T16" fmla="*/ 305 w 317"/>
                  <a:gd name="T17" fmla="*/ 510 h 512"/>
                  <a:gd name="T18" fmla="*/ 309 w 317"/>
                  <a:gd name="T19" fmla="*/ 509 h 512"/>
                  <a:gd name="T20" fmla="*/ 311 w 317"/>
                  <a:gd name="T21" fmla="*/ 506 h 512"/>
                  <a:gd name="T22" fmla="*/ 314 w 317"/>
                  <a:gd name="T23" fmla="*/ 503 h 512"/>
                  <a:gd name="T24" fmla="*/ 316 w 317"/>
                  <a:gd name="T25" fmla="*/ 500 h 512"/>
                  <a:gd name="T26" fmla="*/ 317 w 317"/>
                  <a:gd name="T27" fmla="*/ 497 h 512"/>
                  <a:gd name="T28" fmla="*/ 317 w 317"/>
                  <a:gd name="T29" fmla="*/ 494 h 512"/>
                  <a:gd name="T30" fmla="*/ 317 w 317"/>
                  <a:gd name="T31" fmla="*/ 490 h 512"/>
                  <a:gd name="T32" fmla="*/ 316 w 317"/>
                  <a:gd name="T33" fmla="*/ 487 h 512"/>
                  <a:gd name="T34" fmla="*/ 42 w 317"/>
                  <a:gd name="T35" fmla="*/ 11 h 512"/>
                  <a:gd name="T36" fmla="*/ 40 w 317"/>
                  <a:gd name="T37" fmla="*/ 8 h 512"/>
                  <a:gd name="T38" fmla="*/ 37 w 317"/>
                  <a:gd name="T39" fmla="*/ 5 h 512"/>
                  <a:gd name="T40" fmla="*/ 34 w 317"/>
                  <a:gd name="T41" fmla="*/ 3 h 512"/>
                  <a:gd name="T42" fmla="*/ 30 w 317"/>
                  <a:gd name="T43" fmla="*/ 2 h 512"/>
                  <a:gd name="T44" fmla="*/ 26 w 317"/>
                  <a:gd name="T45" fmla="*/ 1 h 512"/>
                  <a:gd name="T46" fmla="*/ 21 w 317"/>
                  <a:gd name="T47" fmla="*/ 0 h 512"/>
                  <a:gd name="T48" fmla="*/ 17 w 317"/>
                  <a:gd name="T49" fmla="*/ 1 h 512"/>
                  <a:gd name="T50" fmla="*/ 12 w 317"/>
                  <a:gd name="T51" fmla="*/ 2 h 512"/>
                  <a:gd name="T52" fmla="*/ 9 w 317"/>
                  <a:gd name="T53" fmla="*/ 4 h 512"/>
                  <a:gd name="T54" fmla="*/ 5 w 317"/>
                  <a:gd name="T55" fmla="*/ 6 h 512"/>
                  <a:gd name="T56" fmla="*/ 2 w 317"/>
                  <a:gd name="T57" fmla="*/ 9 h 512"/>
                  <a:gd name="T58" fmla="*/ 1 w 317"/>
                  <a:gd name="T59" fmla="*/ 12 h 512"/>
                  <a:gd name="T60" fmla="*/ 0 w 317"/>
                  <a:gd name="T61" fmla="*/ 15 h 512"/>
                  <a:gd name="T62" fmla="*/ 0 w 317"/>
                  <a:gd name="T63" fmla="*/ 19 h 512"/>
                  <a:gd name="T64" fmla="*/ 0 w 317"/>
                  <a:gd name="T65" fmla="*/ 22 h 512"/>
                  <a:gd name="T66" fmla="*/ 1 w 317"/>
                  <a:gd name="T67" fmla="*/ 26 h 512"/>
                  <a:gd name="T68" fmla="*/ 275 w 317"/>
                  <a:gd name="T69" fmla="*/ 502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17" h="512">
                    <a:moveTo>
                      <a:pt x="275" y="502"/>
                    </a:moveTo>
                    <a:lnTo>
                      <a:pt x="277" y="505"/>
                    </a:lnTo>
                    <a:lnTo>
                      <a:pt x="280" y="507"/>
                    </a:lnTo>
                    <a:lnTo>
                      <a:pt x="284" y="509"/>
                    </a:lnTo>
                    <a:lnTo>
                      <a:pt x="287" y="511"/>
                    </a:lnTo>
                    <a:lnTo>
                      <a:pt x="291" y="512"/>
                    </a:lnTo>
                    <a:lnTo>
                      <a:pt x="296" y="512"/>
                    </a:lnTo>
                    <a:lnTo>
                      <a:pt x="300" y="512"/>
                    </a:lnTo>
                    <a:lnTo>
                      <a:pt x="305" y="510"/>
                    </a:lnTo>
                    <a:lnTo>
                      <a:pt x="309" y="509"/>
                    </a:lnTo>
                    <a:lnTo>
                      <a:pt x="311" y="506"/>
                    </a:lnTo>
                    <a:lnTo>
                      <a:pt x="314" y="503"/>
                    </a:lnTo>
                    <a:lnTo>
                      <a:pt x="316" y="500"/>
                    </a:lnTo>
                    <a:lnTo>
                      <a:pt x="317" y="497"/>
                    </a:lnTo>
                    <a:lnTo>
                      <a:pt x="317" y="494"/>
                    </a:lnTo>
                    <a:lnTo>
                      <a:pt x="317" y="490"/>
                    </a:lnTo>
                    <a:lnTo>
                      <a:pt x="316" y="487"/>
                    </a:lnTo>
                    <a:lnTo>
                      <a:pt x="42" y="11"/>
                    </a:lnTo>
                    <a:lnTo>
                      <a:pt x="40" y="8"/>
                    </a:lnTo>
                    <a:lnTo>
                      <a:pt x="37" y="5"/>
                    </a:lnTo>
                    <a:lnTo>
                      <a:pt x="34" y="3"/>
                    </a:lnTo>
                    <a:lnTo>
                      <a:pt x="30" y="2"/>
                    </a:lnTo>
                    <a:lnTo>
                      <a:pt x="26" y="1"/>
                    </a:lnTo>
                    <a:lnTo>
                      <a:pt x="21" y="0"/>
                    </a:lnTo>
                    <a:lnTo>
                      <a:pt x="17" y="1"/>
                    </a:lnTo>
                    <a:lnTo>
                      <a:pt x="12" y="2"/>
                    </a:lnTo>
                    <a:lnTo>
                      <a:pt x="9" y="4"/>
                    </a:lnTo>
                    <a:lnTo>
                      <a:pt x="5" y="6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1" y="26"/>
                    </a:lnTo>
                    <a:lnTo>
                      <a:pt x="275" y="502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3" name="Freeform 386">
                <a:extLst>
                  <a:ext uri="{FF2B5EF4-FFF2-40B4-BE49-F238E27FC236}">
                    <a16:creationId xmlns:a16="http://schemas.microsoft.com/office/drawing/2014/main" id="{D6196FF8-0A24-4A9B-A3F5-AEFC020B58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8976" y="4521200"/>
                <a:ext cx="171450" cy="322263"/>
              </a:xfrm>
              <a:custGeom>
                <a:avLst/>
                <a:gdLst>
                  <a:gd name="T0" fmla="*/ 66 w 539"/>
                  <a:gd name="T1" fmla="*/ 16 h 810"/>
                  <a:gd name="T2" fmla="*/ 63 w 539"/>
                  <a:gd name="T3" fmla="*/ 11 h 810"/>
                  <a:gd name="T4" fmla="*/ 59 w 539"/>
                  <a:gd name="T5" fmla="*/ 7 h 810"/>
                  <a:gd name="T6" fmla="*/ 53 w 539"/>
                  <a:gd name="T7" fmla="*/ 4 h 810"/>
                  <a:gd name="T8" fmla="*/ 47 w 539"/>
                  <a:gd name="T9" fmla="*/ 1 h 810"/>
                  <a:gd name="T10" fmla="*/ 40 w 539"/>
                  <a:gd name="T11" fmla="*/ 0 h 810"/>
                  <a:gd name="T12" fmla="*/ 34 w 539"/>
                  <a:gd name="T13" fmla="*/ 0 h 810"/>
                  <a:gd name="T14" fmla="*/ 27 w 539"/>
                  <a:gd name="T15" fmla="*/ 1 h 810"/>
                  <a:gd name="T16" fmla="*/ 20 w 539"/>
                  <a:gd name="T17" fmla="*/ 3 h 810"/>
                  <a:gd name="T18" fmla="*/ 14 w 539"/>
                  <a:gd name="T19" fmla="*/ 6 h 810"/>
                  <a:gd name="T20" fmla="*/ 9 w 539"/>
                  <a:gd name="T21" fmla="*/ 10 h 810"/>
                  <a:gd name="T22" fmla="*/ 5 w 539"/>
                  <a:gd name="T23" fmla="*/ 14 h 810"/>
                  <a:gd name="T24" fmla="*/ 3 w 539"/>
                  <a:gd name="T25" fmla="*/ 19 h 810"/>
                  <a:gd name="T26" fmla="*/ 0 w 539"/>
                  <a:gd name="T27" fmla="*/ 24 h 810"/>
                  <a:gd name="T28" fmla="*/ 0 w 539"/>
                  <a:gd name="T29" fmla="*/ 30 h 810"/>
                  <a:gd name="T30" fmla="*/ 2 w 539"/>
                  <a:gd name="T31" fmla="*/ 35 h 810"/>
                  <a:gd name="T32" fmla="*/ 4 w 539"/>
                  <a:gd name="T33" fmla="*/ 40 h 810"/>
                  <a:gd name="T34" fmla="*/ 473 w 539"/>
                  <a:gd name="T35" fmla="*/ 795 h 810"/>
                  <a:gd name="T36" fmla="*/ 476 w 539"/>
                  <a:gd name="T37" fmla="*/ 800 h 810"/>
                  <a:gd name="T38" fmla="*/ 480 w 539"/>
                  <a:gd name="T39" fmla="*/ 804 h 810"/>
                  <a:gd name="T40" fmla="*/ 486 w 539"/>
                  <a:gd name="T41" fmla="*/ 807 h 810"/>
                  <a:gd name="T42" fmla="*/ 493 w 539"/>
                  <a:gd name="T43" fmla="*/ 809 h 810"/>
                  <a:gd name="T44" fmla="*/ 499 w 539"/>
                  <a:gd name="T45" fmla="*/ 810 h 810"/>
                  <a:gd name="T46" fmla="*/ 505 w 539"/>
                  <a:gd name="T47" fmla="*/ 810 h 810"/>
                  <a:gd name="T48" fmla="*/ 513 w 539"/>
                  <a:gd name="T49" fmla="*/ 810 h 810"/>
                  <a:gd name="T50" fmla="*/ 519 w 539"/>
                  <a:gd name="T51" fmla="*/ 808 h 810"/>
                  <a:gd name="T52" fmla="*/ 525 w 539"/>
                  <a:gd name="T53" fmla="*/ 805 h 810"/>
                  <a:gd name="T54" fmla="*/ 530 w 539"/>
                  <a:gd name="T55" fmla="*/ 801 h 810"/>
                  <a:gd name="T56" fmla="*/ 534 w 539"/>
                  <a:gd name="T57" fmla="*/ 796 h 810"/>
                  <a:gd name="T58" fmla="*/ 536 w 539"/>
                  <a:gd name="T59" fmla="*/ 791 h 810"/>
                  <a:gd name="T60" fmla="*/ 539 w 539"/>
                  <a:gd name="T61" fmla="*/ 786 h 810"/>
                  <a:gd name="T62" fmla="*/ 539 w 539"/>
                  <a:gd name="T63" fmla="*/ 781 h 810"/>
                  <a:gd name="T64" fmla="*/ 538 w 539"/>
                  <a:gd name="T65" fmla="*/ 775 h 810"/>
                  <a:gd name="T66" fmla="*/ 535 w 539"/>
                  <a:gd name="T67" fmla="*/ 770 h 810"/>
                  <a:gd name="T68" fmla="*/ 66 w 539"/>
                  <a:gd name="T69" fmla="*/ 16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39" h="810">
                    <a:moveTo>
                      <a:pt x="66" y="16"/>
                    </a:moveTo>
                    <a:lnTo>
                      <a:pt x="63" y="11"/>
                    </a:lnTo>
                    <a:lnTo>
                      <a:pt x="59" y="7"/>
                    </a:lnTo>
                    <a:lnTo>
                      <a:pt x="53" y="4"/>
                    </a:lnTo>
                    <a:lnTo>
                      <a:pt x="47" y="1"/>
                    </a:lnTo>
                    <a:lnTo>
                      <a:pt x="40" y="0"/>
                    </a:lnTo>
                    <a:lnTo>
                      <a:pt x="34" y="0"/>
                    </a:lnTo>
                    <a:lnTo>
                      <a:pt x="27" y="1"/>
                    </a:lnTo>
                    <a:lnTo>
                      <a:pt x="20" y="3"/>
                    </a:lnTo>
                    <a:lnTo>
                      <a:pt x="14" y="6"/>
                    </a:lnTo>
                    <a:lnTo>
                      <a:pt x="9" y="10"/>
                    </a:lnTo>
                    <a:lnTo>
                      <a:pt x="5" y="14"/>
                    </a:lnTo>
                    <a:lnTo>
                      <a:pt x="3" y="19"/>
                    </a:lnTo>
                    <a:lnTo>
                      <a:pt x="0" y="24"/>
                    </a:lnTo>
                    <a:lnTo>
                      <a:pt x="0" y="30"/>
                    </a:lnTo>
                    <a:lnTo>
                      <a:pt x="2" y="35"/>
                    </a:lnTo>
                    <a:lnTo>
                      <a:pt x="4" y="40"/>
                    </a:lnTo>
                    <a:lnTo>
                      <a:pt x="473" y="795"/>
                    </a:lnTo>
                    <a:lnTo>
                      <a:pt x="476" y="800"/>
                    </a:lnTo>
                    <a:lnTo>
                      <a:pt x="480" y="804"/>
                    </a:lnTo>
                    <a:lnTo>
                      <a:pt x="486" y="807"/>
                    </a:lnTo>
                    <a:lnTo>
                      <a:pt x="493" y="809"/>
                    </a:lnTo>
                    <a:lnTo>
                      <a:pt x="499" y="810"/>
                    </a:lnTo>
                    <a:lnTo>
                      <a:pt x="505" y="810"/>
                    </a:lnTo>
                    <a:lnTo>
                      <a:pt x="513" y="810"/>
                    </a:lnTo>
                    <a:lnTo>
                      <a:pt x="519" y="808"/>
                    </a:lnTo>
                    <a:lnTo>
                      <a:pt x="525" y="805"/>
                    </a:lnTo>
                    <a:lnTo>
                      <a:pt x="530" y="801"/>
                    </a:lnTo>
                    <a:lnTo>
                      <a:pt x="534" y="796"/>
                    </a:lnTo>
                    <a:lnTo>
                      <a:pt x="536" y="791"/>
                    </a:lnTo>
                    <a:lnTo>
                      <a:pt x="539" y="786"/>
                    </a:lnTo>
                    <a:lnTo>
                      <a:pt x="539" y="781"/>
                    </a:lnTo>
                    <a:lnTo>
                      <a:pt x="538" y="775"/>
                    </a:lnTo>
                    <a:lnTo>
                      <a:pt x="535" y="770"/>
                    </a:lnTo>
                    <a:lnTo>
                      <a:pt x="66" y="16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4" name="Freeform 387">
                <a:extLst>
                  <a:ext uri="{FF2B5EF4-FFF2-40B4-BE49-F238E27FC236}">
                    <a16:creationId xmlns:a16="http://schemas.microsoft.com/office/drawing/2014/main" id="{31B24275-760C-479C-939B-E04C1128E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5976" y="4784725"/>
                <a:ext cx="52388" cy="90488"/>
              </a:xfrm>
              <a:custGeom>
                <a:avLst/>
                <a:gdLst>
                  <a:gd name="T0" fmla="*/ 83 w 166"/>
                  <a:gd name="T1" fmla="*/ 9 h 229"/>
                  <a:gd name="T2" fmla="*/ 91 w 166"/>
                  <a:gd name="T3" fmla="*/ 13 h 229"/>
                  <a:gd name="T4" fmla="*/ 100 w 166"/>
                  <a:gd name="T5" fmla="*/ 18 h 229"/>
                  <a:gd name="T6" fmla="*/ 108 w 166"/>
                  <a:gd name="T7" fmla="*/ 24 h 229"/>
                  <a:gd name="T8" fmla="*/ 115 w 166"/>
                  <a:gd name="T9" fmla="*/ 30 h 229"/>
                  <a:gd name="T10" fmla="*/ 123 w 166"/>
                  <a:gd name="T11" fmla="*/ 36 h 229"/>
                  <a:gd name="T12" fmla="*/ 129 w 166"/>
                  <a:gd name="T13" fmla="*/ 43 h 229"/>
                  <a:gd name="T14" fmla="*/ 136 w 166"/>
                  <a:gd name="T15" fmla="*/ 51 h 229"/>
                  <a:gd name="T16" fmla="*/ 141 w 166"/>
                  <a:gd name="T17" fmla="*/ 58 h 229"/>
                  <a:gd name="T18" fmla="*/ 148 w 166"/>
                  <a:gd name="T19" fmla="*/ 66 h 229"/>
                  <a:gd name="T20" fmla="*/ 151 w 166"/>
                  <a:gd name="T21" fmla="*/ 74 h 229"/>
                  <a:gd name="T22" fmla="*/ 156 w 166"/>
                  <a:gd name="T23" fmla="*/ 83 h 229"/>
                  <a:gd name="T24" fmla="*/ 160 w 166"/>
                  <a:gd name="T25" fmla="*/ 91 h 229"/>
                  <a:gd name="T26" fmla="*/ 162 w 166"/>
                  <a:gd name="T27" fmla="*/ 99 h 229"/>
                  <a:gd name="T28" fmla="*/ 164 w 166"/>
                  <a:gd name="T29" fmla="*/ 107 h 229"/>
                  <a:gd name="T30" fmla="*/ 165 w 166"/>
                  <a:gd name="T31" fmla="*/ 116 h 229"/>
                  <a:gd name="T32" fmla="*/ 166 w 166"/>
                  <a:gd name="T33" fmla="*/ 124 h 229"/>
                  <a:gd name="T34" fmla="*/ 165 w 166"/>
                  <a:gd name="T35" fmla="*/ 131 h 229"/>
                  <a:gd name="T36" fmla="*/ 165 w 166"/>
                  <a:gd name="T37" fmla="*/ 137 h 229"/>
                  <a:gd name="T38" fmla="*/ 162 w 166"/>
                  <a:gd name="T39" fmla="*/ 143 h 229"/>
                  <a:gd name="T40" fmla="*/ 160 w 166"/>
                  <a:gd name="T41" fmla="*/ 148 h 229"/>
                  <a:gd name="T42" fmla="*/ 157 w 166"/>
                  <a:gd name="T43" fmla="*/ 153 h 229"/>
                  <a:gd name="T44" fmla="*/ 154 w 166"/>
                  <a:gd name="T45" fmla="*/ 158 h 229"/>
                  <a:gd name="T46" fmla="*/ 150 w 166"/>
                  <a:gd name="T47" fmla="*/ 161 h 229"/>
                  <a:gd name="T48" fmla="*/ 146 w 166"/>
                  <a:gd name="T49" fmla="*/ 164 h 229"/>
                  <a:gd name="T50" fmla="*/ 141 w 166"/>
                  <a:gd name="T51" fmla="*/ 167 h 229"/>
                  <a:gd name="T52" fmla="*/ 135 w 166"/>
                  <a:gd name="T53" fmla="*/ 169 h 229"/>
                  <a:gd name="T54" fmla="*/ 130 w 166"/>
                  <a:gd name="T55" fmla="*/ 170 h 229"/>
                  <a:gd name="T56" fmla="*/ 124 w 166"/>
                  <a:gd name="T57" fmla="*/ 171 h 229"/>
                  <a:gd name="T58" fmla="*/ 118 w 166"/>
                  <a:gd name="T59" fmla="*/ 171 h 229"/>
                  <a:gd name="T60" fmla="*/ 110 w 166"/>
                  <a:gd name="T61" fmla="*/ 170 h 229"/>
                  <a:gd name="T62" fmla="*/ 103 w 166"/>
                  <a:gd name="T63" fmla="*/ 169 h 229"/>
                  <a:gd name="T64" fmla="*/ 96 w 166"/>
                  <a:gd name="T65" fmla="*/ 167 h 229"/>
                  <a:gd name="T66" fmla="*/ 96 w 166"/>
                  <a:gd name="T67" fmla="*/ 229 h 229"/>
                  <a:gd name="T68" fmla="*/ 70 w 166"/>
                  <a:gd name="T69" fmla="*/ 229 h 229"/>
                  <a:gd name="T70" fmla="*/ 70 w 166"/>
                  <a:gd name="T71" fmla="*/ 155 h 229"/>
                  <a:gd name="T72" fmla="*/ 56 w 166"/>
                  <a:gd name="T73" fmla="*/ 145 h 229"/>
                  <a:gd name="T74" fmla="*/ 43 w 166"/>
                  <a:gd name="T75" fmla="*/ 134 h 229"/>
                  <a:gd name="T76" fmla="*/ 30 w 166"/>
                  <a:gd name="T77" fmla="*/ 120 h 229"/>
                  <a:gd name="T78" fmla="*/ 20 w 166"/>
                  <a:gd name="T79" fmla="*/ 106 h 229"/>
                  <a:gd name="T80" fmla="*/ 11 w 166"/>
                  <a:gd name="T81" fmla="*/ 92 h 229"/>
                  <a:gd name="T82" fmla="*/ 5 w 166"/>
                  <a:gd name="T83" fmla="*/ 77 h 229"/>
                  <a:gd name="T84" fmla="*/ 4 w 166"/>
                  <a:gd name="T85" fmla="*/ 69 h 229"/>
                  <a:gd name="T86" fmla="*/ 1 w 166"/>
                  <a:gd name="T87" fmla="*/ 62 h 229"/>
                  <a:gd name="T88" fmla="*/ 0 w 166"/>
                  <a:gd name="T89" fmla="*/ 54 h 229"/>
                  <a:gd name="T90" fmla="*/ 0 w 166"/>
                  <a:gd name="T91" fmla="*/ 47 h 229"/>
                  <a:gd name="T92" fmla="*/ 0 w 166"/>
                  <a:gd name="T93" fmla="*/ 39 h 229"/>
                  <a:gd name="T94" fmla="*/ 1 w 166"/>
                  <a:gd name="T95" fmla="*/ 32 h 229"/>
                  <a:gd name="T96" fmla="*/ 4 w 166"/>
                  <a:gd name="T97" fmla="*/ 26 h 229"/>
                  <a:gd name="T98" fmla="*/ 6 w 166"/>
                  <a:gd name="T99" fmla="*/ 20 h 229"/>
                  <a:gd name="T100" fmla="*/ 10 w 166"/>
                  <a:gd name="T101" fmla="*/ 15 h 229"/>
                  <a:gd name="T102" fmla="*/ 14 w 166"/>
                  <a:gd name="T103" fmla="*/ 11 h 229"/>
                  <a:gd name="T104" fmla="*/ 19 w 166"/>
                  <a:gd name="T105" fmla="*/ 7 h 229"/>
                  <a:gd name="T106" fmla="*/ 24 w 166"/>
                  <a:gd name="T107" fmla="*/ 4 h 229"/>
                  <a:gd name="T108" fmla="*/ 30 w 166"/>
                  <a:gd name="T109" fmla="*/ 2 h 229"/>
                  <a:gd name="T110" fmla="*/ 36 w 166"/>
                  <a:gd name="T111" fmla="*/ 0 h 229"/>
                  <a:gd name="T112" fmla="*/ 44 w 166"/>
                  <a:gd name="T113" fmla="*/ 0 h 229"/>
                  <a:gd name="T114" fmla="*/ 51 w 166"/>
                  <a:gd name="T115" fmla="*/ 0 h 229"/>
                  <a:gd name="T116" fmla="*/ 59 w 166"/>
                  <a:gd name="T117" fmla="*/ 1 h 229"/>
                  <a:gd name="T118" fmla="*/ 66 w 166"/>
                  <a:gd name="T119" fmla="*/ 3 h 229"/>
                  <a:gd name="T120" fmla="*/ 75 w 166"/>
                  <a:gd name="T121" fmla="*/ 5 h 229"/>
                  <a:gd name="T122" fmla="*/ 83 w 166"/>
                  <a:gd name="T123" fmla="*/ 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66" h="229">
                    <a:moveTo>
                      <a:pt x="83" y="9"/>
                    </a:moveTo>
                    <a:lnTo>
                      <a:pt x="91" y="13"/>
                    </a:lnTo>
                    <a:lnTo>
                      <a:pt x="100" y="18"/>
                    </a:lnTo>
                    <a:lnTo>
                      <a:pt x="108" y="24"/>
                    </a:lnTo>
                    <a:lnTo>
                      <a:pt x="115" y="30"/>
                    </a:lnTo>
                    <a:lnTo>
                      <a:pt x="123" y="36"/>
                    </a:lnTo>
                    <a:lnTo>
                      <a:pt x="129" y="43"/>
                    </a:lnTo>
                    <a:lnTo>
                      <a:pt x="136" y="51"/>
                    </a:lnTo>
                    <a:lnTo>
                      <a:pt x="141" y="58"/>
                    </a:lnTo>
                    <a:lnTo>
                      <a:pt x="148" y="66"/>
                    </a:lnTo>
                    <a:lnTo>
                      <a:pt x="151" y="74"/>
                    </a:lnTo>
                    <a:lnTo>
                      <a:pt x="156" y="83"/>
                    </a:lnTo>
                    <a:lnTo>
                      <a:pt x="160" y="91"/>
                    </a:lnTo>
                    <a:lnTo>
                      <a:pt x="162" y="99"/>
                    </a:lnTo>
                    <a:lnTo>
                      <a:pt x="164" y="107"/>
                    </a:lnTo>
                    <a:lnTo>
                      <a:pt x="165" y="116"/>
                    </a:lnTo>
                    <a:lnTo>
                      <a:pt x="166" y="124"/>
                    </a:lnTo>
                    <a:lnTo>
                      <a:pt x="165" y="131"/>
                    </a:lnTo>
                    <a:lnTo>
                      <a:pt x="165" y="137"/>
                    </a:lnTo>
                    <a:lnTo>
                      <a:pt x="162" y="143"/>
                    </a:lnTo>
                    <a:lnTo>
                      <a:pt x="160" y="148"/>
                    </a:lnTo>
                    <a:lnTo>
                      <a:pt x="157" y="153"/>
                    </a:lnTo>
                    <a:lnTo>
                      <a:pt x="154" y="158"/>
                    </a:lnTo>
                    <a:lnTo>
                      <a:pt x="150" y="161"/>
                    </a:lnTo>
                    <a:lnTo>
                      <a:pt x="146" y="164"/>
                    </a:lnTo>
                    <a:lnTo>
                      <a:pt x="141" y="167"/>
                    </a:lnTo>
                    <a:lnTo>
                      <a:pt x="135" y="169"/>
                    </a:lnTo>
                    <a:lnTo>
                      <a:pt x="130" y="170"/>
                    </a:lnTo>
                    <a:lnTo>
                      <a:pt x="124" y="171"/>
                    </a:lnTo>
                    <a:lnTo>
                      <a:pt x="118" y="171"/>
                    </a:lnTo>
                    <a:lnTo>
                      <a:pt x="110" y="170"/>
                    </a:lnTo>
                    <a:lnTo>
                      <a:pt x="103" y="169"/>
                    </a:lnTo>
                    <a:lnTo>
                      <a:pt x="96" y="167"/>
                    </a:lnTo>
                    <a:lnTo>
                      <a:pt x="96" y="229"/>
                    </a:lnTo>
                    <a:lnTo>
                      <a:pt x="70" y="229"/>
                    </a:lnTo>
                    <a:lnTo>
                      <a:pt x="70" y="155"/>
                    </a:lnTo>
                    <a:lnTo>
                      <a:pt x="56" y="145"/>
                    </a:lnTo>
                    <a:lnTo>
                      <a:pt x="43" y="134"/>
                    </a:lnTo>
                    <a:lnTo>
                      <a:pt x="30" y="120"/>
                    </a:lnTo>
                    <a:lnTo>
                      <a:pt x="20" y="106"/>
                    </a:lnTo>
                    <a:lnTo>
                      <a:pt x="11" y="92"/>
                    </a:lnTo>
                    <a:lnTo>
                      <a:pt x="5" y="77"/>
                    </a:lnTo>
                    <a:lnTo>
                      <a:pt x="4" y="69"/>
                    </a:lnTo>
                    <a:lnTo>
                      <a:pt x="1" y="62"/>
                    </a:lnTo>
                    <a:lnTo>
                      <a:pt x="0" y="54"/>
                    </a:lnTo>
                    <a:lnTo>
                      <a:pt x="0" y="47"/>
                    </a:lnTo>
                    <a:lnTo>
                      <a:pt x="0" y="39"/>
                    </a:lnTo>
                    <a:lnTo>
                      <a:pt x="1" y="32"/>
                    </a:lnTo>
                    <a:lnTo>
                      <a:pt x="4" y="26"/>
                    </a:lnTo>
                    <a:lnTo>
                      <a:pt x="6" y="20"/>
                    </a:lnTo>
                    <a:lnTo>
                      <a:pt x="10" y="15"/>
                    </a:lnTo>
                    <a:lnTo>
                      <a:pt x="14" y="11"/>
                    </a:lnTo>
                    <a:lnTo>
                      <a:pt x="19" y="7"/>
                    </a:lnTo>
                    <a:lnTo>
                      <a:pt x="24" y="4"/>
                    </a:lnTo>
                    <a:lnTo>
                      <a:pt x="30" y="2"/>
                    </a:lnTo>
                    <a:lnTo>
                      <a:pt x="36" y="0"/>
                    </a:lnTo>
                    <a:lnTo>
                      <a:pt x="44" y="0"/>
                    </a:lnTo>
                    <a:lnTo>
                      <a:pt x="51" y="0"/>
                    </a:lnTo>
                    <a:lnTo>
                      <a:pt x="59" y="1"/>
                    </a:lnTo>
                    <a:lnTo>
                      <a:pt x="66" y="3"/>
                    </a:lnTo>
                    <a:lnTo>
                      <a:pt x="75" y="5"/>
                    </a:lnTo>
                    <a:lnTo>
                      <a:pt x="83" y="9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5" name="Freeform 388">
                <a:extLst>
                  <a:ext uri="{FF2B5EF4-FFF2-40B4-BE49-F238E27FC236}">
                    <a16:creationId xmlns:a16="http://schemas.microsoft.com/office/drawing/2014/main" id="{91C0D5CF-92E4-4967-AEF4-4F3A56732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4867275"/>
                <a:ext cx="4763" cy="0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1 h 1"/>
                  <a:gd name="T4" fmla="*/ 16 w 16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" h="1">
                    <a:moveTo>
                      <a:pt x="16" y="0"/>
                    </a:moveTo>
                    <a:lnTo>
                      <a:pt x="0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6" name="Freeform 389">
                <a:extLst>
                  <a:ext uri="{FF2B5EF4-FFF2-40B4-BE49-F238E27FC236}">
                    <a16:creationId xmlns:a16="http://schemas.microsoft.com/office/drawing/2014/main" id="{38E8F38C-A950-44AA-8563-C3A0AF5A4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913" y="4870450"/>
                <a:ext cx="14288" cy="0"/>
              </a:xfrm>
              <a:custGeom>
                <a:avLst/>
                <a:gdLst>
                  <a:gd name="T0" fmla="*/ 45 w 45"/>
                  <a:gd name="T1" fmla="*/ 0 h 2"/>
                  <a:gd name="T2" fmla="*/ 0 w 45"/>
                  <a:gd name="T3" fmla="*/ 2 h 2"/>
                  <a:gd name="T4" fmla="*/ 45 w 45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" h="2">
                    <a:moveTo>
                      <a:pt x="45" y="0"/>
                    </a:moveTo>
                    <a:lnTo>
                      <a:pt x="0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7" name="Freeform 390">
                <a:extLst>
                  <a:ext uri="{FF2B5EF4-FFF2-40B4-BE49-F238E27FC236}">
                    <a16:creationId xmlns:a16="http://schemas.microsoft.com/office/drawing/2014/main" id="{A4F9493E-49B2-402F-AB65-75B0749B9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9151" y="4872038"/>
                <a:ext cx="22225" cy="1588"/>
              </a:xfrm>
              <a:custGeom>
                <a:avLst/>
                <a:gdLst>
                  <a:gd name="T0" fmla="*/ 72 w 72"/>
                  <a:gd name="T1" fmla="*/ 0 h 5"/>
                  <a:gd name="T2" fmla="*/ 0 w 72"/>
                  <a:gd name="T3" fmla="*/ 5 h 5"/>
                  <a:gd name="T4" fmla="*/ 72 w 72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5">
                    <a:moveTo>
                      <a:pt x="72" y="0"/>
                    </a:moveTo>
                    <a:lnTo>
                      <a:pt x="0" y="5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8" name="Freeform 391">
                <a:extLst>
                  <a:ext uri="{FF2B5EF4-FFF2-40B4-BE49-F238E27FC236}">
                    <a16:creationId xmlns:a16="http://schemas.microsoft.com/office/drawing/2014/main" id="{63F8BDA2-DC33-426C-B585-7E8FB7898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2801" y="4873625"/>
                <a:ext cx="31750" cy="3175"/>
              </a:xfrm>
              <a:custGeom>
                <a:avLst/>
                <a:gdLst>
                  <a:gd name="T0" fmla="*/ 100 w 100"/>
                  <a:gd name="T1" fmla="*/ 0 h 6"/>
                  <a:gd name="T2" fmla="*/ 0 w 100"/>
                  <a:gd name="T3" fmla="*/ 6 h 6"/>
                  <a:gd name="T4" fmla="*/ 100 w 100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0" h="6">
                    <a:moveTo>
                      <a:pt x="100" y="0"/>
                    </a:moveTo>
                    <a:lnTo>
                      <a:pt x="0" y="6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9" name="Freeform 392">
                <a:extLst>
                  <a:ext uri="{FF2B5EF4-FFF2-40B4-BE49-F238E27FC236}">
                    <a16:creationId xmlns:a16="http://schemas.microsoft.com/office/drawing/2014/main" id="{BD9ED4AA-5F22-4C2A-A2B9-366AFD3B1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8038" y="4876800"/>
                <a:ext cx="41275" cy="3175"/>
              </a:xfrm>
              <a:custGeom>
                <a:avLst/>
                <a:gdLst>
                  <a:gd name="T0" fmla="*/ 129 w 129"/>
                  <a:gd name="T1" fmla="*/ 0 h 7"/>
                  <a:gd name="T2" fmla="*/ 0 w 129"/>
                  <a:gd name="T3" fmla="*/ 7 h 7"/>
                  <a:gd name="T4" fmla="*/ 129 w 129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9" h="7">
                    <a:moveTo>
                      <a:pt x="129" y="0"/>
                    </a:moveTo>
                    <a:lnTo>
                      <a:pt x="0" y="7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0" name="Freeform 393">
                <a:extLst>
                  <a:ext uri="{FF2B5EF4-FFF2-40B4-BE49-F238E27FC236}">
                    <a16:creationId xmlns:a16="http://schemas.microsoft.com/office/drawing/2014/main" id="{9269177A-74C4-4B67-AF1E-417BE17CD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3276" y="4878388"/>
                <a:ext cx="47625" cy="3175"/>
              </a:xfrm>
              <a:custGeom>
                <a:avLst/>
                <a:gdLst>
                  <a:gd name="T0" fmla="*/ 148 w 148"/>
                  <a:gd name="T1" fmla="*/ 0 h 8"/>
                  <a:gd name="T2" fmla="*/ 0 w 148"/>
                  <a:gd name="T3" fmla="*/ 8 h 8"/>
                  <a:gd name="T4" fmla="*/ 148 w 148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8" h="8">
                    <a:moveTo>
                      <a:pt x="148" y="0"/>
                    </a:moveTo>
                    <a:lnTo>
                      <a:pt x="0" y="8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1" name="Freeform 394">
                <a:extLst>
                  <a:ext uri="{FF2B5EF4-FFF2-40B4-BE49-F238E27FC236}">
                    <a16:creationId xmlns:a16="http://schemas.microsoft.com/office/drawing/2014/main" id="{ABFADF50-422B-4BD0-A8DC-05462E8A7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513" y="4881563"/>
                <a:ext cx="46038" cy="3175"/>
              </a:xfrm>
              <a:custGeom>
                <a:avLst/>
                <a:gdLst>
                  <a:gd name="T0" fmla="*/ 147 w 147"/>
                  <a:gd name="T1" fmla="*/ 0 h 9"/>
                  <a:gd name="T2" fmla="*/ 0 w 147"/>
                  <a:gd name="T3" fmla="*/ 9 h 9"/>
                  <a:gd name="T4" fmla="*/ 147 w 147"/>
                  <a:gd name="T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7" h="9">
                    <a:moveTo>
                      <a:pt x="147" y="0"/>
                    </a:moveTo>
                    <a:lnTo>
                      <a:pt x="0" y="9"/>
                    </a:lnTo>
                    <a:lnTo>
                      <a:pt x="147" y="0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2" name="Freeform 395">
                <a:extLst>
                  <a:ext uri="{FF2B5EF4-FFF2-40B4-BE49-F238E27FC236}">
                    <a16:creationId xmlns:a16="http://schemas.microsoft.com/office/drawing/2014/main" id="{243EF216-FB8F-4A65-A46F-8E8029D32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513" y="4884738"/>
                <a:ext cx="41275" cy="3175"/>
              </a:xfrm>
              <a:custGeom>
                <a:avLst/>
                <a:gdLst>
                  <a:gd name="T0" fmla="*/ 131 w 131"/>
                  <a:gd name="T1" fmla="*/ 0 h 7"/>
                  <a:gd name="T2" fmla="*/ 0 w 131"/>
                  <a:gd name="T3" fmla="*/ 7 h 7"/>
                  <a:gd name="T4" fmla="*/ 131 w 131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" h="7">
                    <a:moveTo>
                      <a:pt x="131" y="0"/>
                    </a:moveTo>
                    <a:lnTo>
                      <a:pt x="0" y="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3" name="Freeform 396">
                <a:extLst>
                  <a:ext uri="{FF2B5EF4-FFF2-40B4-BE49-F238E27FC236}">
                    <a16:creationId xmlns:a16="http://schemas.microsoft.com/office/drawing/2014/main" id="{508D4B51-5830-421F-B770-7EEA3A4D0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1688" y="4887913"/>
                <a:ext cx="33338" cy="1588"/>
              </a:xfrm>
              <a:custGeom>
                <a:avLst/>
                <a:gdLst>
                  <a:gd name="T0" fmla="*/ 104 w 104"/>
                  <a:gd name="T1" fmla="*/ 0 h 6"/>
                  <a:gd name="T2" fmla="*/ 0 w 104"/>
                  <a:gd name="T3" fmla="*/ 6 h 6"/>
                  <a:gd name="T4" fmla="*/ 104 w 104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" h="6">
                    <a:moveTo>
                      <a:pt x="104" y="0"/>
                    </a:moveTo>
                    <a:lnTo>
                      <a:pt x="0" y="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4" name="Freeform 397">
                <a:extLst>
                  <a:ext uri="{FF2B5EF4-FFF2-40B4-BE49-F238E27FC236}">
                    <a16:creationId xmlns:a16="http://schemas.microsoft.com/office/drawing/2014/main" id="{93F7D547-114E-4634-8913-BF9188A38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6451" y="4891088"/>
                <a:ext cx="23813" cy="1588"/>
              </a:xfrm>
              <a:custGeom>
                <a:avLst/>
                <a:gdLst>
                  <a:gd name="T0" fmla="*/ 75 w 75"/>
                  <a:gd name="T1" fmla="*/ 0 h 5"/>
                  <a:gd name="T2" fmla="*/ 0 w 75"/>
                  <a:gd name="T3" fmla="*/ 5 h 5"/>
                  <a:gd name="T4" fmla="*/ 75 w 75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5">
                    <a:moveTo>
                      <a:pt x="75" y="0"/>
                    </a:moveTo>
                    <a:lnTo>
                      <a:pt x="0" y="5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5" name="Freeform 398">
                <a:extLst>
                  <a:ext uri="{FF2B5EF4-FFF2-40B4-BE49-F238E27FC236}">
                    <a16:creationId xmlns:a16="http://schemas.microsoft.com/office/drawing/2014/main" id="{1BD6BCB6-1B58-4E3E-AEB0-339FC10D7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9626" y="4894263"/>
                <a:ext cx="15875" cy="0"/>
              </a:xfrm>
              <a:custGeom>
                <a:avLst/>
                <a:gdLst>
                  <a:gd name="T0" fmla="*/ 47 w 47"/>
                  <a:gd name="T1" fmla="*/ 0 h 2"/>
                  <a:gd name="T2" fmla="*/ 0 w 47"/>
                  <a:gd name="T3" fmla="*/ 2 h 2"/>
                  <a:gd name="T4" fmla="*/ 47 w 47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2">
                    <a:moveTo>
                      <a:pt x="47" y="0"/>
                    </a:moveTo>
                    <a:lnTo>
                      <a:pt x="0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6" name="Freeform 399">
                <a:extLst>
                  <a:ext uri="{FF2B5EF4-FFF2-40B4-BE49-F238E27FC236}">
                    <a16:creationId xmlns:a16="http://schemas.microsoft.com/office/drawing/2014/main" id="{B6842E2C-DA11-4CA6-B6B1-B34F7CE36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4388" y="4895850"/>
                <a:ext cx="6350" cy="1588"/>
              </a:xfrm>
              <a:custGeom>
                <a:avLst/>
                <a:gdLst>
                  <a:gd name="T0" fmla="*/ 19 w 19"/>
                  <a:gd name="T1" fmla="*/ 0 h 1"/>
                  <a:gd name="T2" fmla="*/ 0 w 19"/>
                  <a:gd name="T3" fmla="*/ 1 h 1"/>
                  <a:gd name="T4" fmla="*/ 19 w 19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1">
                    <a:moveTo>
                      <a:pt x="19" y="0"/>
                    </a:moveTo>
                    <a:lnTo>
                      <a:pt x="0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7" name="Freeform 400">
                <a:extLst>
                  <a:ext uri="{FF2B5EF4-FFF2-40B4-BE49-F238E27FC236}">
                    <a16:creationId xmlns:a16="http://schemas.microsoft.com/office/drawing/2014/main" id="{6D583B45-0FDE-4640-86BC-5D3B0E6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7563" y="48990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8" name="Freeform 401">
                <a:extLst>
                  <a:ext uri="{FF2B5EF4-FFF2-40B4-BE49-F238E27FC236}">
                    <a16:creationId xmlns:a16="http://schemas.microsoft.com/office/drawing/2014/main" id="{9D9BCB5D-6B60-4687-8D0D-CE7D62602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2813" y="4591050"/>
                <a:ext cx="38100" cy="65088"/>
              </a:xfrm>
              <a:custGeom>
                <a:avLst/>
                <a:gdLst>
                  <a:gd name="T0" fmla="*/ 122 w 124"/>
                  <a:gd name="T1" fmla="*/ 38 h 164"/>
                  <a:gd name="T2" fmla="*/ 124 w 124"/>
                  <a:gd name="T3" fmla="*/ 33 h 164"/>
                  <a:gd name="T4" fmla="*/ 124 w 124"/>
                  <a:gd name="T5" fmla="*/ 27 h 164"/>
                  <a:gd name="T6" fmla="*/ 123 w 124"/>
                  <a:gd name="T7" fmla="*/ 22 h 164"/>
                  <a:gd name="T8" fmla="*/ 122 w 124"/>
                  <a:gd name="T9" fmla="*/ 17 h 164"/>
                  <a:gd name="T10" fmla="*/ 118 w 124"/>
                  <a:gd name="T11" fmla="*/ 12 h 164"/>
                  <a:gd name="T12" fmla="*/ 114 w 124"/>
                  <a:gd name="T13" fmla="*/ 8 h 164"/>
                  <a:gd name="T14" fmla="*/ 108 w 124"/>
                  <a:gd name="T15" fmla="*/ 4 h 164"/>
                  <a:gd name="T16" fmla="*/ 102 w 124"/>
                  <a:gd name="T17" fmla="*/ 2 h 164"/>
                  <a:gd name="T18" fmla="*/ 95 w 124"/>
                  <a:gd name="T19" fmla="*/ 0 h 164"/>
                  <a:gd name="T20" fmla="*/ 88 w 124"/>
                  <a:gd name="T21" fmla="*/ 0 h 164"/>
                  <a:gd name="T22" fmla="*/ 82 w 124"/>
                  <a:gd name="T23" fmla="*/ 0 h 164"/>
                  <a:gd name="T24" fmla="*/ 75 w 124"/>
                  <a:gd name="T25" fmla="*/ 2 h 164"/>
                  <a:gd name="T26" fmla="*/ 69 w 124"/>
                  <a:gd name="T27" fmla="*/ 5 h 164"/>
                  <a:gd name="T28" fmla="*/ 64 w 124"/>
                  <a:gd name="T29" fmla="*/ 8 h 164"/>
                  <a:gd name="T30" fmla="*/ 59 w 124"/>
                  <a:gd name="T31" fmla="*/ 12 h 164"/>
                  <a:gd name="T32" fmla="*/ 57 w 124"/>
                  <a:gd name="T33" fmla="*/ 18 h 164"/>
                  <a:gd name="T34" fmla="*/ 3 w 124"/>
                  <a:gd name="T35" fmla="*/ 126 h 164"/>
                  <a:gd name="T36" fmla="*/ 0 w 124"/>
                  <a:gd name="T37" fmla="*/ 131 h 164"/>
                  <a:gd name="T38" fmla="*/ 0 w 124"/>
                  <a:gd name="T39" fmla="*/ 137 h 164"/>
                  <a:gd name="T40" fmla="*/ 2 w 124"/>
                  <a:gd name="T41" fmla="*/ 142 h 164"/>
                  <a:gd name="T42" fmla="*/ 3 w 124"/>
                  <a:gd name="T43" fmla="*/ 147 h 164"/>
                  <a:gd name="T44" fmla="*/ 7 w 124"/>
                  <a:gd name="T45" fmla="*/ 152 h 164"/>
                  <a:gd name="T46" fmla="*/ 10 w 124"/>
                  <a:gd name="T47" fmla="*/ 156 h 164"/>
                  <a:gd name="T48" fmla="*/ 17 w 124"/>
                  <a:gd name="T49" fmla="*/ 160 h 164"/>
                  <a:gd name="T50" fmla="*/ 23 w 124"/>
                  <a:gd name="T51" fmla="*/ 162 h 164"/>
                  <a:gd name="T52" fmla="*/ 29 w 124"/>
                  <a:gd name="T53" fmla="*/ 164 h 164"/>
                  <a:gd name="T54" fmla="*/ 37 w 124"/>
                  <a:gd name="T55" fmla="*/ 164 h 164"/>
                  <a:gd name="T56" fmla="*/ 43 w 124"/>
                  <a:gd name="T57" fmla="*/ 164 h 164"/>
                  <a:gd name="T58" fmla="*/ 49 w 124"/>
                  <a:gd name="T59" fmla="*/ 162 h 164"/>
                  <a:gd name="T60" fmla="*/ 55 w 124"/>
                  <a:gd name="T61" fmla="*/ 159 h 164"/>
                  <a:gd name="T62" fmla="*/ 60 w 124"/>
                  <a:gd name="T63" fmla="*/ 156 h 164"/>
                  <a:gd name="T64" fmla="*/ 64 w 124"/>
                  <a:gd name="T65" fmla="*/ 152 h 164"/>
                  <a:gd name="T66" fmla="*/ 68 w 124"/>
                  <a:gd name="T67" fmla="*/ 146 h 164"/>
                  <a:gd name="T68" fmla="*/ 122 w 124"/>
                  <a:gd name="T69" fmla="*/ 38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4" h="164">
                    <a:moveTo>
                      <a:pt x="122" y="38"/>
                    </a:moveTo>
                    <a:lnTo>
                      <a:pt x="124" y="33"/>
                    </a:lnTo>
                    <a:lnTo>
                      <a:pt x="124" y="27"/>
                    </a:lnTo>
                    <a:lnTo>
                      <a:pt x="123" y="22"/>
                    </a:lnTo>
                    <a:lnTo>
                      <a:pt x="122" y="17"/>
                    </a:lnTo>
                    <a:lnTo>
                      <a:pt x="118" y="12"/>
                    </a:lnTo>
                    <a:lnTo>
                      <a:pt x="114" y="8"/>
                    </a:lnTo>
                    <a:lnTo>
                      <a:pt x="108" y="4"/>
                    </a:lnTo>
                    <a:lnTo>
                      <a:pt x="102" y="2"/>
                    </a:lnTo>
                    <a:lnTo>
                      <a:pt x="95" y="0"/>
                    </a:lnTo>
                    <a:lnTo>
                      <a:pt x="88" y="0"/>
                    </a:lnTo>
                    <a:lnTo>
                      <a:pt x="82" y="0"/>
                    </a:lnTo>
                    <a:lnTo>
                      <a:pt x="75" y="2"/>
                    </a:lnTo>
                    <a:lnTo>
                      <a:pt x="69" y="5"/>
                    </a:lnTo>
                    <a:lnTo>
                      <a:pt x="64" y="8"/>
                    </a:lnTo>
                    <a:lnTo>
                      <a:pt x="59" y="12"/>
                    </a:lnTo>
                    <a:lnTo>
                      <a:pt x="57" y="18"/>
                    </a:lnTo>
                    <a:lnTo>
                      <a:pt x="3" y="126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2" y="142"/>
                    </a:lnTo>
                    <a:lnTo>
                      <a:pt x="3" y="147"/>
                    </a:lnTo>
                    <a:lnTo>
                      <a:pt x="7" y="152"/>
                    </a:lnTo>
                    <a:lnTo>
                      <a:pt x="10" y="156"/>
                    </a:lnTo>
                    <a:lnTo>
                      <a:pt x="17" y="160"/>
                    </a:lnTo>
                    <a:lnTo>
                      <a:pt x="23" y="162"/>
                    </a:lnTo>
                    <a:lnTo>
                      <a:pt x="29" y="164"/>
                    </a:lnTo>
                    <a:lnTo>
                      <a:pt x="37" y="164"/>
                    </a:lnTo>
                    <a:lnTo>
                      <a:pt x="43" y="164"/>
                    </a:lnTo>
                    <a:lnTo>
                      <a:pt x="49" y="162"/>
                    </a:lnTo>
                    <a:lnTo>
                      <a:pt x="55" y="159"/>
                    </a:lnTo>
                    <a:lnTo>
                      <a:pt x="60" y="156"/>
                    </a:lnTo>
                    <a:lnTo>
                      <a:pt x="64" y="152"/>
                    </a:lnTo>
                    <a:lnTo>
                      <a:pt x="68" y="146"/>
                    </a:lnTo>
                    <a:lnTo>
                      <a:pt x="122" y="38"/>
                    </a:lnTo>
                    <a:close/>
                  </a:path>
                </a:pathLst>
              </a:custGeom>
              <a:solidFill>
                <a:srgbClr val="CF1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9" name="Freeform 402">
                <a:extLst>
                  <a:ext uri="{FF2B5EF4-FFF2-40B4-BE49-F238E27FC236}">
                    <a16:creationId xmlns:a16="http://schemas.microsoft.com/office/drawing/2014/main" id="{9BB23369-9743-4D03-8752-E7A2675AE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1063" y="4551363"/>
                <a:ext cx="122238" cy="82550"/>
              </a:xfrm>
              <a:custGeom>
                <a:avLst/>
                <a:gdLst>
                  <a:gd name="T0" fmla="*/ 122 w 382"/>
                  <a:gd name="T1" fmla="*/ 182 h 209"/>
                  <a:gd name="T2" fmla="*/ 9 w 382"/>
                  <a:gd name="T3" fmla="*/ 66 h 209"/>
                  <a:gd name="T4" fmla="*/ 6 w 382"/>
                  <a:gd name="T5" fmla="*/ 62 h 209"/>
                  <a:gd name="T6" fmla="*/ 4 w 382"/>
                  <a:gd name="T7" fmla="*/ 59 h 209"/>
                  <a:gd name="T8" fmla="*/ 1 w 382"/>
                  <a:gd name="T9" fmla="*/ 54 h 209"/>
                  <a:gd name="T10" fmla="*/ 0 w 382"/>
                  <a:gd name="T11" fmla="*/ 50 h 209"/>
                  <a:gd name="T12" fmla="*/ 0 w 382"/>
                  <a:gd name="T13" fmla="*/ 41 h 209"/>
                  <a:gd name="T14" fmla="*/ 0 w 382"/>
                  <a:gd name="T15" fmla="*/ 33 h 209"/>
                  <a:gd name="T16" fmla="*/ 4 w 382"/>
                  <a:gd name="T17" fmla="*/ 18 h 209"/>
                  <a:gd name="T18" fmla="*/ 7 w 382"/>
                  <a:gd name="T19" fmla="*/ 10 h 209"/>
                  <a:gd name="T20" fmla="*/ 10 w 382"/>
                  <a:gd name="T21" fmla="*/ 8 h 209"/>
                  <a:gd name="T22" fmla="*/ 14 w 382"/>
                  <a:gd name="T23" fmla="*/ 5 h 209"/>
                  <a:gd name="T24" fmla="*/ 17 w 382"/>
                  <a:gd name="T25" fmla="*/ 3 h 209"/>
                  <a:gd name="T26" fmla="*/ 21 w 382"/>
                  <a:gd name="T27" fmla="*/ 2 h 209"/>
                  <a:gd name="T28" fmla="*/ 25 w 382"/>
                  <a:gd name="T29" fmla="*/ 1 h 209"/>
                  <a:gd name="T30" fmla="*/ 30 w 382"/>
                  <a:gd name="T31" fmla="*/ 0 h 209"/>
                  <a:gd name="T32" fmla="*/ 34 w 382"/>
                  <a:gd name="T33" fmla="*/ 0 h 209"/>
                  <a:gd name="T34" fmla="*/ 39 w 382"/>
                  <a:gd name="T35" fmla="*/ 1 h 209"/>
                  <a:gd name="T36" fmla="*/ 359 w 382"/>
                  <a:gd name="T37" fmla="*/ 67 h 209"/>
                  <a:gd name="T38" fmla="*/ 365 w 382"/>
                  <a:gd name="T39" fmla="*/ 69 h 209"/>
                  <a:gd name="T40" fmla="*/ 370 w 382"/>
                  <a:gd name="T41" fmla="*/ 72 h 209"/>
                  <a:gd name="T42" fmla="*/ 374 w 382"/>
                  <a:gd name="T43" fmla="*/ 76 h 209"/>
                  <a:gd name="T44" fmla="*/ 377 w 382"/>
                  <a:gd name="T45" fmla="*/ 80 h 209"/>
                  <a:gd name="T46" fmla="*/ 380 w 382"/>
                  <a:gd name="T47" fmla="*/ 85 h 209"/>
                  <a:gd name="T48" fmla="*/ 381 w 382"/>
                  <a:gd name="T49" fmla="*/ 91 h 209"/>
                  <a:gd name="T50" fmla="*/ 382 w 382"/>
                  <a:gd name="T51" fmla="*/ 96 h 209"/>
                  <a:gd name="T52" fmla="*/ 382 w 382"/>
                  <a:gd name="T53" fmla="*/ 102 h 209"/>
                  <a:gd name="T54" fmla="*/ 381 w 382"/>
                  <a:gd name="T55" fmla="*/ 114 h 209"/>
                  <a:gd name="T56" fmla="*/ 377 w 382"/>
                  <a:gd name="T57" fmla="*/ 124 h 209"/>
                  <a:gd name="T58" fmla="*/ 375 w 382"/>
                  <a:gd name="T59" fmla="*/ 129 h 209"/>
                  <a:gd name="T60" fmla="*/ 372 w 382"/>
                  <a:gd name="T61" fmla="*/ 133 h 209"/>
                  <a:gd name="T62" fmla="*/ 369 w 382"/>
                  <a:gd name="T63" fmla="*/ 136 h 209"/>
                  <a:gd name="T64" fmla="*/ 365 w 382"/>
                  <a:gd name="T65" fmla="*/ 138 h 209"/>
                  <a:gd name="T66" fmla="*/ 234 w 382"/>
                  <a:gd name="T67" fmla="*/ 199 h 209"/>
                  <a:gd name="T68" fmla="*/ 226 w 382"/>
                  <a:gd name="T69" fmla="*/ 202 h 209"/>
                  <a:gd name="T70" fmla="*/ 219 w 382"/>
                  <a:gd name="T71" fmla="*/ 205 h 209"/>
                  <a:gd name="T72" fmla="*/ 211 w 382"/>
                  <a:gd name="T73" fmla="*/ 207 h 209"/>
                  <a:gd name="T74" fmla="*/ 204 w 382"/>
                  <a:gd name="T75" fmla="*/ 208 h 209"/>
                  <a:gd name="T76" fmla="*/ 196 w 382"/>
                  <a:gd name="T77" fmla="*/ 209 h 209"/>
                  <a:gd name="T78" fmla="*/ 189 w 382"/>
                  <a:gd name="T79" fmla="*/ 209 h 209"/>
                  <a:gd name="T80" fmla="*/ 181 w 382"/>
                  <a:gd name="T81" fmla="*/ 208 h 209"/>
                  <a:gd name="T82" fmla="*/ 174 w 382"/>
                  <a:gd name="T83" fmla="*/ 208 h 209"/>
                  <a:gd name="T84" fmla="*/ 166 w 382"/>
                  <a:gd name="T85" fmla="*/ 206 h 209"/>
                  <a:gd name="T86" fmla="*/ 159 w 382"/>
                  <a:gd name="T87" fmla="*/ 204 h 209"/>
                  <a:gd name="T88" fmla="*/ 152 w 382"/>
                  <a:gd name="T89" fmla="*/ 202 h 209"/>
                  <a:gd name="T90" fmla="*/ 145 w 382"/>
                  <a:gd name="T91" fmla="*/ 199 h 209"/>
                  <a:gd name="T92" fmla="*/ 139 w 382"/>
                  <a:gd name="T93" fmla="*/ 195 h 209"/>
                  <a:gd name="T94" fmla="*/ 134 w 382"/>
                  <a:gd name="T95" fmla="*/ 191 h 209"/>
                  <a:gd name="T96" fmla="*/ 127 w 382"/>
                  <a:gd name="T97" fmla="*/ 187 h 209"/>
                  <a:gd name="T98" fmla="*/ 122 w 382"/>
                  <a:gd name="T99" fmla="*/ 182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82" h="209">
                    <a:moveTo>
                      <a:pt x="122" y="182"/>
                    </a:moveTo>
                    <a:lnTo>
                      <a:pt x="9" y="66"/>
                    </a:lnTo>
                    <a:lnTo>
                      <a:pt x="6" y="62"/>
                    </a:lnTo>
                    <a:lnTo>
                      <a:pt x="4" y="59"/>
                    </a:lnTo>
                    <a:lnTo>
                      <a:pt x="1" y="54"/>
                    </a:lnTo>
                    <a:lnTo>
                      <a:pt x="0" y="50"/>
                    </a:lnTo>
                    <a:lnTo>
                      <a:pt x="0" y="41"/>
                    </a:lnTo>
                    <a:lnTo>
                      <a:pt x="0" y="33"/>
                    </a:lnTo>
                    <a:lnTo>
                      <a:pt x="4" y="18"/>
                    </a:lnTo>
                    <a:lnTo>
                      <a:pt x="7" y="10"/>
                    </a:lnTo>
                    <a:lnTo>
                      <a:pt x="10" y="8"/>
                    </a:lnTo>
                    <a:lnTo>
                      <a:pt x="14" y="5"/>
                    </a:lnTo>
                    <a:lnTo>
                      <a:pt x="17" y="3"/>
                    </a:lnTo>
                    <a:lnTo>
                      <a:pt x="21" y="2"/>
                    </a:lnTo>
                    <a:lnTo>
                      <a:pt x="25" y="1"/>
                    </a:lnTo>
                    <a:lnTo>
                      <a:pt x="30" y="0"/>
                    </a:lnTo>
                    <a:lnTo>
                      <a:pt x="34" y="0"/>
                    </a:lnTo>
                    <a:lnTo>
                      <a:pt x="39" y="1"/>
                    </a:lnTo>
                    <a:lnTo>
                      <a:pt x="359" y="67"/>
                    </a:lnTo>
                    <a:lnTo>
                      <a:pt x="365" y="69"/>
                    </a:lnTo>
                    <a:lnTo>
                      <a:pt x="370" y="72"/>
                    </a:lnTo>
                    <a:lnTo>
                      <a:pt x="374" y="76"/>
                    </a:lnTo>
                    <a:lnTo>
                      <a:pt x="377" y="80"/>
                    </a:lnTo>
                    <a:lnTo>
                      <a:pt x="380" y="85"/>
                    </a:lnTo>
                    <a:lnTo>
                      <a:pt x="381" y="91"/>
                    </a:lnTo>
                    <a:lnTo>
                      <a:pt x="382" y="96"/>
                    </a:lnTo>
                    <a:lnTo>
                      <a:pt x="382" y="102"/>
                    </a:lnTo>
                    <a:lnTo>
                      <a:pt x="381" y="114"/>
                    </a:lnTo>
                    <a:lnTo>
                      <a:pt x="377" y="124"/>
                    </a:lnTo>
                    <a:lnTo>
                      <a:pt x="375" y="129"/>
                    </a:lnTo>
                    <a:lnTo>
                      <a:pt x="372" y="133"/>
                    </a:lnTo>
                    <a:lnTo>
                      <a:pt x="369" y="136"/>
                    </a:lnTo>
                    <a:lnTo>
                      <a:pt x="365" y="138"/>
                    </a:lnTo>
                    <a:lnTo>
                      <a:pt x="234" y="199"/>
                    </a:lnTo>
                    <a:lnTo>
                      <a:pt x="226" y="202"/>
                    </a:lnTo>
                    <a:lnTo>
                      <a:pt x="219" y="205"/>
                    </a:lnTo>
                    <a:lnTo>
                      <a:pt x="211" y="207"/>
                    </a:lnTo>
                    <a:lnTo>
                      <a:pt x="204" y="208"/>
                    </a:lnTo>
                    <a:lnTo>
                      <a:pt x="196" y="209"/>
                    </a:lnTo>
                    <a:lnTo>
                      <a:pt x="189" y="209"/>
                    </a:lnTo>
                    <a:lnTo>
                      <a:pt x="181" y="208"/>
                    </a:lnTo>
                    <a:lnTo>
                      <a:pt x="174" y="208"/>
                    </a:lnTo>
                    <a:lnTo>
                      <a:pt x="166" y="206"/>
                    </a:lnTo>
                    <a:lnTo>
                      <a:pt x="159" y="204"/>
                    </a:lnTo>
                    <a:lnTo>
                      <a:pt x="152" y="202"/>
                    </a:lnTo>
                    <a:lnTo>
                      <a:pt x="145" y="199"/>
                    </a:lnTo>
                    <a:lnTo>
                      <a:pt x="139" y="195"/>
                    </a:lnTo>
                    <a:lnTo>
                      <a:pt x="134" y="191"/>
                    </a:lnTo>
                    <a:lnTo>
                      <a:pt x="127" y="187"/>
                    </a:lnTo>
                    <a:lnTo>
                      <a:pt x="122" y="182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0" name="Freeform 403">
                <a:extLst>
                  <a:ext uri="{FF2B5EF4-FFF2-40B4-BE49-F238E27FC236}">
                    <a16:creationId xmlns:a16="http://schemas.microsoft.com/office/drawing/2014/main" id="{7BB603ED-4BCB-42B7-AA92-0563DE1D0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1" y="4551363"/>
                <a:ext cx="119063" cy="71438"/>
              </a:xfrm>
              <a:custGeom>
                <a:avLst/>
                <a:gdLst>
                  <a:gd name="T0" fmla="*/ 120 w 378"/>
                  <a:gd name="T1" fmla="*/ 153 h 180"/>
                  <a:gd name="T2" fmla="*/ 7 w 378"/>
                  <a:gd name="T3" fmla="*/ 37 h 180"/>
                  <a:gd name="T4" fmla="*/ 4 w 378"/>
                  <a:gd name="T5" fmla="*/ 34 h 180"/>
                  <a:gd name="T6" fmla="*/ 3 w 378"/>
                  <a:gd name="T7" fmla="*/ 31 h 180"/>
                  <a:gd name="T8" fmla="*/ 2 w 378"/>
                  <a:gd name="T9" fmla="*/ 27 h 180"/>
                  <a:gd name="T10" fmla="*/ 0 w 378"/>
                  <a:gd name="T11" fmla="*/ 24 h 180"/>
                  <a:gd name="T12" fmla="*/ 0 w 378"/>
                  <a:gd name="T13" fmla="*/ 21 h 180"/>
                  <a:gd name="T14" fmla="*/ 2 w 378"/>
                  <a:gd name="T15" fmla="*/ 17 h 180"/>
                  <a:gd name="T16" fmla="*/ 3 w 378"/>
                  <a:gd name="T17" fmla="*/ 14 h 180"/>
                  <a:gd name="T18" fmla="*/ 5 w 378"/>
                  <a:gd name="T19" fmla="*/ 10 h 180"/>
                  <a:gd name="T20" fmla="*/ 8 w 378"/>
                  <a:gd name="T21" fmla="*/ 8 h 180"/>
                  <a:gd name="T22" fmla="*/ 12 w 378"/>
                  <a:gd name="T23" fmla="*/ 5 h 180"/>
                  <a:gd name="T24" fmla="*/ 15 w 378"/>
                  <a:gd name="T25" fmla="*/ 3 h 180"/>
                  <a:gd name="T26" fmla="*/ 19 w 378"/>
                  <a:gd name="T27" fmla="*/ 2 h 180"/>
                  <a:gd name="T28" fmla="*/ 23 w 378"/>
                  <a:gd name="T29" fmla="*/ 1 h 180"/>
                  <a:gd name="T30" fmla="*/ 28 w 378"/>
                  <a:gd name="T31" fmla="*/ 0 h 180"/>
                  <a:gd name="T32" fmla="*/ 32 w 378"/>
                  <a:gd name="T33" fmla="*/ 0 h 180"/>
                  <a:gd name="T34" fmla="*/ 37 w 378"/>
                  <a:gd name="T35" fmla="*/ 1 h 180"/>
                  <a:gd name="T36" fmla="*/ 357 w 378"/>
                  <a:gd name="T37" fmla="*/ 67 h 180"/>
                  <a:gd name="T38" fmla="*/ 364 w 378"/>
                  <a:gd name="T39" fmla="*/ 70 h 180"/>
                  <a:gd name="T40" fmla="*/ 370 w 378"/>
                  <a:gd name="T41" fmla="*/ 74 h 180"/>
                  <a:gd name="T42" fmla="*/ 375 w 378"/>
                  <a:gd name="T43" fmla="*/ 80 h 180"/>
                  <a:gd name="T44" fmla="*/ 378 w 378"/>
                  <a:gd name="T45" fmla="*/ 86 h 180"/>
                  <a:gd name="T46" fmla="*/ 378 w 378"/>
                  <a:gd name="T47" fmla="*/ 93 h 180"/>
                  <a:gd name="T48" fmla="*/ 375 w 378"/>
                  <a:gd name="T49" fmla="*/ 100 h 180"/>
                  <a:gd name="T50" fmla="*/ 373 w 378"/>
                  <a:gd name="T51" fmla="*/ 103 h 180"/>
                  <a:gd name="T52" fmla="*/ 370 w 378"/>
                  <a:gd name="T53" fmla="*/ 105 h 180"/>
                  <a:gd name="T54" fmla="*/ 367 w 378"/>
                  <a:gd name="T55" fmla="*/ 108 h 180"/>
                  <a:gd name="T56" fmla="*/ 363 w 378"/>
                  <a:gd name="T57" fmla="*/ 109 h 180"/>
                  <a:gd name="T58" fmla="*/ 232 w 378"/>
                  <a:gd name="T59" fmla="*/ 171 h 180"/>
                  <a:gd name="T60" fmla="*/ 224 w 378"/>
                  <a:gd name="T61" fmla="*/ 173 h 180"/>
                  <a:gd name="T62" fmla="*/ 217 w 378"/>
                  <a:gd name="T63" fmla="*/ 176 h 180"/>
                  <a:gd name="T64" fmla="*/ 209 w 378"/>
                  <a:gd name="T65" fmla="*/ 178 h 180"/>
                  <a:gd name="T66" fmla="*/ 202 w 378"/>
                  <a:gd name="T67" fmla="*/ 179 h 180"/>
                  <a:gd name="T68" fmla="*/ 194 w 378"/>
                  <a:gd name="T69" fmla="*/ 180 h 180"/>
                  <a:gd name="T70" fmla="*/ 187 w 378"/>
                  <a:gd name="T71" fmla="*/ 180 h 180"/>
                  <a:gd name="T72" fmla="*/ 179 w 378"/>
                  <a:gd name="T73" fmla="*/ 179 h 180"/>
                  <a:gd name="T74" fmla="*/ 172 w 378"/>
                  <a:gd name="T75" fmla="*/ 179 h 180"/>
                  <a:gd name="T76" fmla="*/ 164 w 378"/>
                  <a:gd name="T77" fmla="*/ 177 h 180"/>
                  <a:gd name="T78" fmla="*/ 157 w 378"/>
                  <a:gd name="T79" fmla="*/ 175 h 180"/>
                  <a:gd name="T80" fmla="*/ 150 w 378"/>
                  <a:gd name="T81" fmla="*/ 173 h 180"/>
                  <a:gd name="T82" fmla="*/ 143 w 378"/>
                  <a:gd name="T83" fmla="*/ 170 h 180"/>
                  <a:gd name="T84" fmla="*/ 137 w 378"/>
                  <a:gd name="T85" fmla="*/ 166 h 180"/>
                  <a:gd name="T86" fmla="*/ 132 w 378"/>
                  <a:gd name="T87" fmla="*/ 163 h 180"/>
                  <a:gd name="T88" fmla="*/ 125 w 378"/>
                  <a:gd name="T89" fmla="*/ 158 h 180"/>
                  <a:gd name="T90" fmla="*/ 120 w 378"/>
                  <a:gd name="T91" fmla="*/ 153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78" h="180">
                    <a:moveTo>
                      <a:pt x="120" y="153"/>
                    </a:moveTo>
                    <a:lnTo>
                      <a:pt x="7" y="37"/>
                    </a:lnTo>
                    <a:lnTo>
                      <a:pt x="4" y="34"/>
                    </a:lnTo>
                    <a:lnTo>
                      <a:pt x="3" y="31"/>
                    </a:lnTo>
                    <a:lnTo>
                      <a:pt x="2" y="27"/>
                    </a:lnTo>
                    <a:lnTo>
                      <a:pt x="0" y="24"/>
                    </a:lnTo>
                    <a:lnTo>
                      <a:pt x="0" y="21"/>
                    </a:lnTo>
                    <a:lnTo>
                      <a:pt x="2" y="17"/>
                    </a:lnTo>
                    <a:lnTo>
                      <a:pt x="3" y="14"/>
                    </a:lnTo>
                    <a:lnTo>
                      <a:pt x="5" y="10"/>
                    </a:lnTo>
                    <a:lnTo>
                      <a:pt x="8" y="8"/>
                    </a:lnTo>
                    <a:lnTo>
                      <a:pt x="12" y="5"/>
                    </a:lnTo>
                    <a:lnTo>
                      <a:pt x="15" y="3"/>
                    </a:lnTo>
                    <a:lnTo>
                      <a:pt x="19" y="2"/>
                    </a:lnTo>
                    <a:lnTo>
                      <a:pt x="23" y="1"/>
                    </a:lnTo>
                    <a:lnTo>
                      <a:pt x="28" y="0"/>
                    </a:lnTo>
                    <a:lnTo>
                      <a:pt x="32" y="0"/>
                    </a:lnTo>
                    <a:lnTo>
                      <a:pt x="37" y="1"/>
                    </a:lnTo>
                    <a:lnTo>
                      <a:pt x="357" y="67"/>
                    </a:lnTo>
                    <a:lnTo>
                      <a:pt x="364" y="70"/>
                    </a:lnTo>
                    <a:lnTo>
                      <a:pt x="370" y="74"/>
                    </a:lnTo>
                    <a:lnTo>
                      <a:pt x="375" y="80"/>
                    </a:lnTo>
                    <a:lnTo>
                      <a:pt x="378" y="86"/>
                    </a:lnTo>
                    <a:lnTo>
                      <a:pt x="378" y="93"/>
                    </a:lnTo>
                    <a:lnTo>
                      <a:pt x="375" y="100"/>
                    </a:lnTo>
                    <a:lnTo>
                      <a:pt x="373" y="103"/>
                    </a:lnTo>
                    <a:lnTo>
                      <a:pt x="370" y="105"/>
                    </a:lnTo>
                    <a:lnTo>
                      <a:pt x="367" y="108"/>
                    </a:lnTo>
                    <a:lnTo>
                      <a:pt x="363" y="109"/>
                    </a:lnTo>
                    <a:lnTo>
                      <a:pt x="232" y="171"/>
                    </a:lnTo>
                    <a:lnTo>
                      <a:pt x="224" y="173"/>
                    </a:lnTo>
                    <a:lnTo>
                      <a:pt x="217" y="176"/>
                    </a:lnTo>
                    <a:lnTo>
                      <a:pt x="209" y="178"/>
                    </a:lnTo>
                    <a:lnTo>
                      <a:pt x="202" y="179"/>
                    </a:lnTo>
                    <a:lnTo>
                      <a:pt x="194" y="180"/>
                    </a:lnTo>
                    <a:lnTo>
                      <a:pt x="187" y="180"/>
                    </a:lnTo>
                    <a:lnTo>
                      <a:pt x="179" y="179"/>
                    </a:lnTo>
                    <a:lnTo>
                      <a:pt x="172" y="179"/>
                    </a:lnTo>
                    <a:lnTo>
                      <a:pt x="164" y="177"/>
                    </a:lnTo>
                    <a:lnTo>
                      <a:pt x="157" y="175"/>
                    </a:lnTo>
                    <a:lnTo>
                      <a:pt x="150" y="173"/>
                    </a:lnTo>
                    <a:lnTo>
                      <a:pt x="143" y="170"/>
                    </a:lnTo>
                    <a:lnTo>
                      <a:pt x="137" y="166"/>
                    </a:lnTo>
                    <a:lnTo>
                      <a:pt x="132" y="163"/>
                    </a:lnTo>
                    <a:lnTo>
                      <a:pt x="125" y="158"/>
                    </a:lnTo>
                    <a:lnTo>
                      <a:pt x="120" y="153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1" name="Freeform 404">
                <a:extLst>
                  <a:ext uri="{FF2B5EF4-FFF2-40B4-BE49-F238E27FC236}">
                    <a16:creationId xmlns:a16="http://schemas.microsoft.com/office/drawing/2014/main" id="{C0DF1756-8975-4324-B4DE-DF8C93871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8" y="3919538"/>
                <a:ext cx="150813" cy="69850"/>
              </a:xfrm>
              <a:custGeom>
                <a:avLst/>
                <a:gdLst>
                  <a:gd name="T0" fmla="*/ 223 w 475"/>
                  <a:gd name="T1" fmla="*/ 1 h 175"/>
                  <a:gd name="T2" fmla="*/ 216 w 475"/>
                  <a:gd name="T3" fmla="*/ 1 h 175"/>
                  <a:gd name="T4" fmla="*/ 205 w 475"/>
                  <a:gd name="T5" fmla="*/ 5 h 175"/>
                  <a:gd name="T6" fmla="*/ 186 w 475"/>
                  <a:gd name="T7" fmla="*/ 17 h 175"/>
                  <a:gd name="T8" fmla="*/ 163 w 475"/>
                  <a:gd name="T9" fmla="*/ 39 h 175"/>
                  <a:gd name="T10" fmla="*/ 140 w 475"/>
                  <a:gd name="T11" fmla="*/ 53 h 175"/>
                  <a:gd name="T12" fmla="*/ 125 w 475"/>
                  <a:gd name="T13" fmla="*/ 57 h 175"/>
                  <a:gd name="T14" fmla="*/ 103 w 475"/>
                  <a:gd name="T15" fmla="*/ 65 h 175"/>
                  <a:gd name="T16" fmla="*/ 73 w 475"/>
                  <a:gd name="T17" fmla="*/ 71 h 175"/>
                  <a:gd name="T18" fmla="*/ 44 w 475"/>
                  <a:gd name="T19" fmla="*/ 73 h 175"/>
                  <a:gd name="T20" fmla="*/ 16 w 475"/>
                  <a:gd name="T21" fmla="*/ 72 h 175"/>
                  <a:gd name="T22" fmla="*/ 1 w 475"/>
                  <a:gd name="T23" fmla="*/ 78 h 175"/>
                  <a:gd name="T24" fmla="*/ 1 w 475"/>
                  <a:gd name="T25" fmla="*/ 94 h 175"/>
                  <a:gd name="T26" fmla="*/ 5 w 475"/>
                  <a:gd name="T27" fmla="*/ 102 h 175"/>
                  <a:gd name="T28" fmla="*/ 18 w 475"/>
                  <a:gd name="T29" fmla="*/ 112 h 175"/>
                  <a:gd name="T30" fmla="*/ 53 w 475"/>
                  <a:gd name="T31" fmla="*/ 125 h 175"/>
                  <a:gd name="T32" fmla="*/ 105 w 475"/>
                  <a:gd name="T33" fmla="*/ 138 h 175"/>
                  <a:gd name="T34" fmla="*/ 170 w 475"/>
                  <a:gd name="T35" fmla="*/ 149 h 175"/>
                  <a:gd name="T36" fmla="*/ 224 w 475"/>
                  <a:gd name="T37" fmla="*/ 152 h 175"/>
                  <a:gd name="T38" fmla="*/ 264 w 475"/>
                  <a:gd name="T39" fmla="*/ 159 h 175"/>
                  <a:gd name="T40" fmla="*/ 305 w 475"/>
                  <a:gd name="T41" fmla="*/ 168 h 175"/>
                  <a:gd name="T42" fmla="*/ 345 w 475"/>
                  <a:gd name="T43" fmla="*/ 174 h 175"/>
                  <a:gd name="T44" fmla="*/ 380 w 475"/>
                  <a:gd name="T45" fmla="*/ 174 h 175"/>
                  <a:gd name="T46" fmla="*/ 414 w 475"/>
                  <a:gd name="T47" fmla="*/ 171 h 175"/>
                  <a:gd name="T48" fmla="*/ 439 w 475"/>
                  <a:gd name="T49" fmla="*/ 165 h 175"/>
                  <a:gd name="T50" fmla="*/ 454 w 475"/>
                  <a:gd name="T51" fmla="*/ 158 h 175"/>
                  <a:gd name="T52" fmla="*/ 465 w 475"/>
                  <a:gd name="T53" fmla="*/ 150 h 175"/>
                  <a:gd name="T54" fmla="*/ 472 w 475"/>
                  <a:gd name="T55" fmla="*/ 140 h 175"/>
                  <a:gd name="T56" fmla="*/ 475 w 475"/>
                  <a:gd name="T57" fmla="*/ 129 h 175"/>
                  <a:gd name="T58" fmla="*/ 471 w 475"/>
                  <a:gd name="T59" fmla="*/ 122 h 175"/>
                  <a:gd name="T60" fmla="*/ 462 w 475"/>
                  <a:gd name="T61" fmla="*/ 113 h 175"/>
                  <a:gd name="T62" fmla="*/ 431 w 475"/>
                  <a:gd name="T63" fmla="*/ 95 h 175"/>
                  <a:gd name="T64" fmla="*/ 380 w 475"/>
                  <a:gd name="T65" fmla="*/ 71 h 175"/>
                  <a:gd name="T66" fmla="*/ 328 w 475"/>
                  <a:gd name="T67" fmla="*/ 49 h 175"/>
                  <a:gd name="T68" fmla="*/ 275 w 475"/>
                  <a:gd name="T69" fmla="*/ 27 h 175"/>
                  <a:gd name="T70" fmla="*/ 238 w 475"/>
                  <a:gd name="T71" fmla="*/ 8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75" h="175">
                    <a:moveTo>
                      <a:pt x="225" y="2"/>
                    </a:moveTo>
                    <a:lnTo>
                      <a:pt x="223" y="1"/>
                    </a:lnTo>
                    <a:lnTo>
                      <a:pt x="219" y="0"/>
                    </a:lnTo>
                    <a:lnTo>
                      <a:pt x="216" y="1"/>
                    </a:lnTo>
                    <a:lnTo>
                      <a:pt x="213" y="1"/>
                    </a:lnTo>
                    <a:lnTo>
                      <a:pt x="205" y="5"/>
                    </a:lnTo>
                    <a:lnTo>
                      <a:pt x="196" y="10"/>
                    </a:lnTo>
                    <a:lnTo>
                      <a:pt x="186" y="17"/>
                    </a:lnTo>
                    <a:lnTo>
                      <a:pt x="175" y="27"/>
                    </a:lnTo>
                    <a:lnTo>
                      <a:pt x="163" y="39"/>
                    </a:lnTo>
                    <a:lnTo>
                      <a:pt x="149" y="53"/>
                    </a:lnTo>
                    <a:lnTo>
                      <a:pt x="140" y="53"/>
                    </a:lnTo>
                    <a:lnTo>
                      <a:pt x="133" y="55"/>
                    </a:lnTo>
                    <a:lnTo>
                      <a:pt x="125" y="57"/>
                    </a:lnTo>
                    <a:lnTo>
                      <a:pt x="119" y="61"/>
                    </a:lnTo>
                    <a:lnTo>
                      <a:pt x="103" y="65"/>
                    </a:lnTo>
                    <a:lnTo>
                      <a:pt x="88" y="69"/>
                    </a:lnTo>
                    <a:lnTo>
                      <a:pt x="73" y="71"/>
                    </a:lnTo>
                    <a:lnTo>
                      <a:pt x="58" y="73"/>
                    </a:lnTo>
                    <a:lnTo>
                      <a:pt x="44" y="73"/>
                    </a:lnTo>
                    <a:lnTo>
                      <a:pt x="29" y="73"/>
                    </a:lnTo>
                    <a:lnTo>
                      <a:pt x="16" y="72"/>
                    </a:lnTo>
                    <a:lnTo>
                      <a:pt x="3" y="70"/>
                    </a:lnTo>
                    <a:lnTo>
                      <a:pt x="1" y="78"/>
                    </a:lnTo>
                    <a:lnTo>
                      <a:pt x="0" y="89"/>
                    </a:lnTo>
                    <a:lnTo>
                      <a:pt x="1" y="94"/>
                    </a:lnTo>
                    <a:lnTo>
                      <a:pt x="3" y="98"/>
                    </a:lnTo>
                    <a:lnTo>
                      <a:pt x="5" y="102"/>
                    </a:lnTo>
                    <a:lnTo>
                      <a:pt x="9" y="105"/>
                    </a:lnTo>
                    <a:lnTo>
                      <a:pt x="18" y="112"/>
                    </a:lnTo>
                    <a:lnTo>
                      <a:pt x="29" y="117"/>
                    </a:lnTo>
                    <a:lnTo>
                      <a:pt x="53" y="125"/>
                    </a:lnTo>
                    <a:lnTo>
                      <a:pt x="73" y="131"/>
                    </a:lnTo>
                    <a:lnTo>
                      <a:pt x="105" y="138"/>
                    </a:lnTo>
                    <a:lnTo>
                      <a:pt x="138" y="144"/>
                    </a:lnTo>
                    <a:lnTo>
                      <a:pt x="170" y="149"/>
                    </a:lnTo>
                    <a:lnTo>
                      <a:pt x="203" y="151"/>
                    </a:lnTo>
                    <a:lnTo>
                      <a:pt x="224" y="152"/>
                    </a:lnTo>
                    <a:lnTo>
                      <a:pt x="244" y="155"/>
                    </a:lnTo>
                    <a:lnTo>
                      <a:pt x="264" y="159"/>
                    </a:lnTo>
                    <a:lnTo>
                      <a:pt x="284" y="164"/>
                    </a:lnTo>
                    <a:lnTo>
                      <a:pt x="305" y="168"/>
                    </a:lnTo>
                    <a:lnTo>
                      <a:pt x="325" y="172"/>
                    </a:lnTo>
                    <a:lnTo>
                      <a:pt x="345" y="174"/>
                    </a:lnTo>
                    <a:lnTo>
                      <a:pt x="366" y="175"/>
                    </a:lnTo>
                    <a:lnTo>
                      <a:pt x="380" y="174"/>
                    </a:lnTo>
                    <a:lnTo>
                      <a:pt x="396" y="173"/>
                    </a:lnTo>
                    <a:lnTo>
                      <a:pt x="414" y="171"/>
                    </a:lnTo>
                    <a:lnTo>
                      <a:pt x="430" y="167"/>
                    </a:lnTo>
                    <a:lnTo>
                      <a:pt x="439" y="165"/>
                    </a:lnTo>
                    <a:lnTo>
                      <a:pt x="446" y="162"/>
                    </a:lnTo>
                    <a:lnTo>
                      <a:pt x="454" y="158"/>
                    </a:lnTo>
                    <a:lnTo>
                      <a:pt x="460" y="155"/>
                    </a:lnTo>
                    <a:lnTo>
                      <a:pt x="465" y="150"/>
                    </a:lnTo>
                    <a:lnTo>
                      <a:pt x="470" y="145"/>
                    </a:lnTo>
                    <a:lnTo>
                      <a:pt x="472" y="140"/>
                    </a:lnTo>
                    <a:lnTo>
                      <a:pt x="475" y="133"/>
                    </a:lnTo>
                    <a:lnTo>
                      <a:pt x="475" y="129"/>
                    </a:lnTo>
                    <a:lnTo>
                      <a:pt x="474" y="126"/>
                    </a:lnTo>
                    <a:lnTo>
                      <a:pt x="471" y="122"/>
                    </a:lnTo>
                    <a:lnTo>
                      <a:pt x="469" y="119"/>
                    </a:lnTo>
                    <a:lnTo>
                      <a:pt x="462" y="113"/>
                    </a:lnTo>
                    <a:lnTo>
                      <a:pt x="455" y="109"/>
                    </a:lnTo>
                    <a:lnTo>
                      <a:pt x="431" y="95"/>
                    </a:lnTo>
                    <a:lnTo>
                      <a:pt x="406" y="83"/>
                    </a:lnTo>
                    <a:lnTo>
                      <a:pt x="380" y="71"/>
                    </a:lnTo>
                    <a:lnTo>
                      <a:pt x="354" y="60"/>
                    </a:lnTo>
                    <a:lnTo>
                      <a:pt x="328" y="49"/>
                    </a:lnTo>
                    <a:lnTo>
                      <a:pt x="301" y="38"/>
                    </a:lnTo>
                    <a:lnTo>
                      <a:pt x="275" y="27"/>
                    </a:lnTo>
                    <a:lnTo>
                      <a:pt x="249" y="15"/>
                    </a:lnTo>
                    <a:lnTo>
                      <a:pt x="238" y="8"/>
                    </a:lnTo>
                    <a:lnTo>
                      <a:pt x="225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" name="Freeform 405">
                <a:extLst>
                  <a:ext uri="{FF2B5EF4-FFF2-40B4-BE49-F238E27FC236}">
                    <a16:creationId xmlns:a16="http://schemas.microsoft.com/office/drawing/2014/main" id="{1FEFDCA1-933B-448B-8A0D-617BBA6CB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301" y="3970338"/>
                <a:ext cx="74613" cy="101600"/>
              </a:xfrm>
              <a:custGeom>
                <a:avLst/>
                <a:gdLst>
                  <a:gd name="T0" fmla="*/ 220 w 236"/>
                  <a:gd name="T1" fmla="*/ 4 h 256"/>
                  <a:gd name="T2" fmla="*/ 208 w 236"/>
                  <a:gd name="T3" fmla="*/ 14 h 256"/>
                  <a:gd name="T4" fmla="*/ 189 w 236"/>
                  <a:gd name="T5" fmla="*/ 24 h 256"/>
                  <a:gd name="T6" fmla="*/ 166 w 236"/>
                  <a:gd name="T7" fmla="*/ 29 h 256"/>
                  <a:gd name="T8" fmla="*/ 140 w 236"/>
                  <a:gd name="T9" fmla="*/ 31 h 256"/>
                  <a:gd name="T10" fmla="*/ 120 w 236"/>
                  <a:gd name="T11" fmla="*/ 30 h 256"/>
                  <a:gd name="T12" fmla="*/ 91 w 236"/>
                  <a:gd name="T13" fmla="*/ 27 h 256"/>
                  <a:gd name="T14" fmla="*/ 53 w 236"/>
                  <a:gd name="T15" fmla="*/ 26 h 256"/>
                  <a:gd name="T16" fmla="*/ 24 w 236"/>
                  <a:gd name="T17" fmla="*/ 25 h 256"/>
                  <a:gd name="T18" fmla="*/ 6 w 236"/>
                  <a:gd name="T19" fmla="*/ 24 h 256"/>
                  <a:gd name="T20" fmla="*/ 3 w 236"/>
                  <a:gd name="T21" fmla="*/ 29 h 256"/>
                  <a:gd name="T22" fmla="*/ 3 w 236"/>
                  <a:gd name="T23" fmla="*/ 58 h 256"/>
                  <a:gd name="T24" fmla="*/ 1 w 236"/>
                  <a:gd name="T25" fmla="*/ 77 h 256"/>
                  <a:gd name="T26" fmla="*/ 0 w 236"/>
                  <a:gd name="T27" fmla="*/ 98 h 256"/>
                  <a:gd name="T28" fmla="*/ 0 w 236"/>
                  <a:gd name="T29" fmla="*/ 122 h 256"/>
                  <a:gd name="T30" fmla="*/ 1 w 236"/>
                  <a:gd name="T31" fmla="*/ 151 h 256"/>
                  <a:gd name="T32" fmla="*/ 8 w 236"/>
                  <a:gd name="T33" fmla="*/ 179 h 256"/>
                  <a:gd name="T34" fmla="*/ 18 w 236"/>
                  <a:gd name="T35" fmla="*/ 206 h 256"/>
                  <a:gd name="T36" fmla="*/ 31 w 236"/>
                  <a:gd name="T37" fmla="*/ 227 h 256"/>
                  <a:gd name="T38" fmla="*/ 49 w 236"/>
                  <a:gd name="T39" fmla="*/ 239 h 256"/>
                  <a:gd name="T40" fmla="*/ 69 w 236"/>
                  <a:gd name="T41" fmla="*/ 248 h 256"/>
                  <a:gd name="T42" fmla="*/ 93 w 236"/>
                  <a:gd name="T43" fmla="*/ 253 h 256"/>
                  <a:gd name="T44" fmla="*/ 116 w 236"/>
                  <a:gd name="T45" fmla="*/ 256 h 256"/>
                  <a:gd name="T46" fmla="*/ 138 w 236"/>
                  <a:gd name="T47" fmla="*/ 255 h 256"/>
                  <a:gd name="T48" fmla="*/ 158 w 236"/>
                  <a:gd name="T49" fmla="*/ 252 h 256"/>
                  <a:gd name="T50" fmla="*/ 178 w 236"/>
                  <a:gd name="T51" fmla="*/ 244 h 256"/>
                  <a:gd name="T52" fmla="*/ 199 w 236"/>
                  <a:gd name="T53" fmla="*/ 231 h 256"/>
                  <a:gd name="T54" fmla="*/ 218 w 236"/>
                  <a:gd name="T55" fmla="*/ 212 h 256"/>
                  <a:gd name="T56" fmla="*/ 229 w 236"/>
                  <a:gd name="T57" fmla="*/ 191 h 256"/>
                  <a:gd name="T58" fmla="*/ 234 w 236"/>
                  <a:gd name="T59" fmla="*/ 167 h 256"/>
                  <a:gd name="T60" fmla="*/ 235 w 236"/>
                  <a:gd name="T61" fmla="*/ 135 h 256"/>
                  <a:gd name="T62" fmla="*/ 236 w 236"/>
                  <a:gd name="T63" fmla="*/ 105 h 256"/>
                  <a:gd name="T64" fmla="*/ 236 w 236"/>
                  <a:gd name="T65" fmla="*/ 86 h 256"/>
                  <a:gd name="T66" fmla="*/ 230 w 236"/>
                  <a:gd name="T67" fmla="*/ 60 h 256"/>
                  <a:gd name="T68" fmla="*/ 221 w 236"/>
                  <a:gd name="T69" fmla="*/ 26 h 256"/>
                  <a:gd name="T70" fmla="*/ 220 w 236"/>
                  <a:gd name="T71" fmla="*/ 10 h 256"/>
                  <a:gd name="T72" fmla="*/ 221 w 236"/>
                  <a:gd name="T73" fmla="*/ 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36" h="256">
                    <a:moveTo>
                      <a:pt x="223" y="0"/>
                    </a:moveTo>
                    <a:lnTo>
                      <a:pt x="220" y="4"/>
                    </a:lnTo>
                    <a:lnTo>
                      <a:pt x="216" y="8"/>
                    </a:lnTo>
                    <a:lnTo>
                      <a:pt x="208" y="14"/>
                    </a:lnTo>
                    <a:lnTo>
                      <a:pt x="199" y="19"/>
                    </a:lnTo>
                    <a:lnTo>
                      <a:pt x="189" y="24"/>
                    </a:lnTo>
                    <a:lnTo>
                      <a:pt x="178" y="27"/>
                    </a:lnTo>
                    <a:lnTo>
                      <a:pt x="166" y="29"/>
                    </a:lnTo>
                    <a:lnTo>
                      <a:pt x="154" y="30"/>
                    </a:lnTo>
                    <a:lnTo>
                      <a:pt x="140" y="31"/>
                    </a:lnTo>
                    <a:lnTo>
                      <a:pt x="125" y="30"/>
                    </a:lnTo>
                    <a:lnTo>
                      <a:pt x="120" y="30"/>
                    </a:lnTo>
                    <a:lnTo>
                      <a:pt x="115" y="29"/>
                    </a:lnTo>
                    <a:lnTo>
                      <a:pt x="91" y="27"/>
                    </a:lnTo>
                    <a:lnTo>
                      <a:pt x="70" y="26"/>
                    </a:lnTo>
                    <a:lnTo>
                      <a:pt x="53" y="26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14" y="24"/>
                    </a:lnTo>
                    <a:lnTo>
                      <a:pt x="6" y="24"/>
                    </a:lnTo>
                    <a:lnTo>
                      <a:pt x="1" y="22"/>
                    </a:lnTo>
                    <a:lnTo>
                      <a:pt x="3" y="29"/>
                    </a:lnTo>
                    <a:lnTo>
                      <a:pt x="3" y="43"/>
                    </a:lnTo>
                    <a:lnTo>
                      <a:pt x="3" y="58"/>
                    </a:lnTo>
                    <a:lnTo>
                      <a:pt x="3" y="67"/>
                    </a:lnTo>
                    <a:lnTo>
                      <a:pt x="1" y="77"/>
                    </a:lnTo>
                    <a:lnTo>
                      <a:pt x="1" y="88"/>
                    </a:lnTo>
                    <a:lnTo>
                      <a:pt x="0" y="98"/>
                    </a:lnTo>
                    <a:lnTo>
                      <a:pt x="0" y="109"/>
                    </a:lnTo>
                    <a:lnTo>
                      <a:pt x="0" y="122"/>
                    </a:lnTo>
                    <a:lnTo>
                      <a:pt x="0" y="136"/>
                    </a:lnTo>
                    <a:lnTo>
                      <a:pt x="1" y="151"/>
                    </a:lnTo>
                    <a:lnTo>
                      <a:pt x="4" y="165"/>
                    </a:lnTo>
                    <a:lnTo>
                      <a:pt x="8" y="179"/>
                    </a:lnTo>
                    <a:lnTo>
                      <a:pt x="11" y="193"/>
                    </a:lnTo>
                    <a:lnTo>
                      <a:pt x="18" y="206"/>
                    </a:lnTo>
                    <a:lnTo>
                      <a:pt x="24" y="218"/>
                    </a:lnTo>
                    <a:lnTo>
                      <a:pt x="31" y="227"/>
                    </a:lnTo>
                    <a:lnTo>
                      <a:pt x="39" y="234"/>
                    </a:lnTo>
                    <a:lnTo>
                      <a:pt x="49" y="239"/>
                    </a:lnTo>
                    <a:lnTo>
                      <a:pt x="59" y="244"/>
                    </a:lnTo>
                    <a:lnTo>
                      <a:pt x="69" y="248"/>
                    </a:lnTo>
                    <a:lnTo>
                      <a:pt x="81" y="251"/>
                    </a:lnTo>
                    <a:lnTo>
                      <a:pt x="93" y="253"/>
                    </a:lnTo>
                    <a:lnTo>
                      <a:pt x="105" y="255"/>
                    </a:lnTo>
                    <a:lnTo>
                      <a:pt x="116" y="256"/>
                    </a:lnTo>
                    <a:lnTo>
                      <a:pt x="128" y="256"/>
                    </a:lnTo>
                    <a:lnTo>
                      <a:pt x="138" y="255"/>
                    </a:lnTo>
                    <a:lnTo>
                      <a:pt x="148" y="254"/>
                    </a:lnTo>
                    <a:lnTo>
                      <a:pt x="158" y="252"/>
                    </a:lnTo>
                    <a:lnTo>
                      <a:pt x="168" y="248"/>
                    </a:lnTo>
                    <a:lnTo>
                      <a:pt x="178" y="244"/>
                    </a:lnTo>
                    <a:lnTo>
                      <a:pt x="188" y="239"/>
                    </a:lnTo>
                    <a:lnTo>
                      <a:pt x="199" y="231"/>
                    </a:lnTo>
                    <a:lnTo>
                      <a:pt x="209" y="222"/>
                    </a:lnTo>
                    <a:lnTo>
                      <a:pt x="218" y="212"/>
                    </a:lnTo>
                    <a:lnTo>
                      <a:pt x="224" y="202"/>
                    </a:lnTo>
                    <a:lnTo>
                      <a:pt x="229" y="191"/>
                    </a:lnTo>
                    <a:lnTo>
                      <a:pt x="231" y="179"/>
                    </a:lnTo>
                    <a:lnTo>
                      <a:pt x="234" y="167"/>
                    </a:lnTo>
                    <a:lnTo>
                      <a:pt x="234" y="155"/>
                    </a:lnTo>
                    <a:lnTo>
                      <a:pt x="235" y="135"/>
                    </a:lnTo>
                    <a:lnTo>
                      <a:pt x="236" y="115"/>
                    </a:lnTo>
                    <a:lnTo>
                      <a:pt x="236" y="105"/>
                    </a:lnTo>
                    <a:lnTo>
                      <a:pt x="236" y="96"/>
                    </a:lnTo>
                    <a:lnTo>
                      <a:pt x="236" y="86"/>
                    </a:lnTo>
                    <a:lnTo>
                      <a:pt x="235" y="76"/>
                    </a:lnTo>
                    <a:lnTo>
                      <a:pt x="230" y="60"/>
                    </a:lnTo>
                    <a:lnTo>
                      <a:pt x="224" y="37"/>
                    </a:lnTo>
                    <a:lnTo>
                      <a:pt x="221" y="26"/>
                    </a:lnTo>
                    <a:lnTo>
                      <a:pt x="220" y="15"/>
                    </a:lnTo>
                    <a:lnTo>
                      <a:pt x="220" y="10"/>
                    </a:lnTo>
                    <a:lnTo>
                      <a:pt x="221" y="6"/>
                    </a:lnTo>
                    <a:lnTo>
                      <a:pt x="221" y="3"/>
                    </a:lnTo>
                    <a:lnTo>
                      <a:pt x="2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" name="Freeform 407">
                <a:extLst>
                  <a:ext uri="{FF2B5EF4-FFF2-40B4-BE49-F238E27FC236}">
                    <a16:creationId xmlns:a16="http://schemas.microsoft.com/office/drawing/2014/main" id="{BBFA22B5-0894-4516-A8A1-97459C697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888" y="3341688"/>
                <a:ext cx="57150" cy="192088"/>
              </a:xfrm>
              <a:custGeom>
                <a:avLst/>
                <a:gdLst>
                  <a:gd name="T0" fmla="*/ 166 w 180"/>
                  <a:gd name="T1" fmla="*/ 0 h 486"/>
                  <a:gd name="T2" fmla="*/ 168 w 180"/>
                  <a:gd name="T3" fmla="*/ 5 h 486"/>
                  <a:gd name="T4" fmla="*/ 169 w 180"/>
                  <a:gd name="T5" fmla="*/ 20 h 486"/>
                  <a:gd name="T6" fmla="*/ 173 w 180"/>
                  <a:gd name="T7" fmla="*/ 43 h 486"/>
                  <a:gd name="T8" fmla="*/ 175 w 180"/>
                  <a:gd name="T9" fmla="*/ 71 h 486"/>
                  <a:gd name="T10" fmla="*/ 178 w 180"/>
                  <a:gd name="T11" fmla="*/ 102 h 486"/>
                  <a:gd name="T12" fmla="*/ 180 w 180"/>
                  <a:gd name="T13" fmla="*/ 135 h 486"/>
                  <a:gd name="T14" fmla="*/ 180 w 180"/>
                  <a:gd name="T15" fmla="*/ 168 h 486"/>
                  <a:gd name="T16" fmla="*/ 178 w 180"/>
                  <a:gd name="T17" fmla="*/ 198 h 486"/>
                  <a:gd name="T18" fmla="*/ 175 w 180"/>
                  <a:gd name="T19" fmla="*/ 213 h 486"/>
                  <a:gd name="T20" fmla="*/ 171 w 180"/>
                  <a:gd name="T21" fmla="*/ 231 h 486"/>
                  <a:gd name="T22" fmla="*/ 165 w 180"/>
                  <a:gd name="T23" fmla="*/ 251 h 486"/>
                  <a:gd name="T24" fmla="*/ 159 w 180"/>
                  <a:gd name="T25" fmla="*/ 272 h 486"/>
                  <a:gd name="T26" fmla="*/ 143 w 180"/>
                  <a:gd name="T27" fmla="*/ 317 h 486"/>
                  <a:gd name="T28" fmla="*/ 124 w 180"/>
                  <a:gd name="T29" fmla="*/ 362 h 486"/>
                  <a:gd name="T30" fmla="*/ 106 w 180"/>
                  <a:gd name="T31" fmla="*/ 403 h 486"/>
                  <a:gd name="T32" fmla="*/ 90 w 180"/>
                  <a:gd name="T33" fmla="*/ 437 h 486"/>
                  <a:gd name="T34" fmla="*/ 79 w 180"/>
                  <a:gd name="T35" fmla="*/ 460 h 486"/>
                  <a:gd name="T36" fmla="*/ 75 w 180"/>
                  <a:gd name="T37" fmla="*/ 469 h 486"/>
                  <a:gd name="T38" fmla="*/ 74 w 180"/>
                  <a:gd name="T39" fmla="*/ 470 h 486"/>
                  <a:gd name="T40" fmla="*/ 70 w 180"/>
                  <a:gd name="T41" fmla="*/ 474 h 486"/>
                  <a:gd name="T42" fmla="*/ 64 w 180"/>
                  <a:gd name="T43" fmla="*/ 479 h 486"/>
                  <a:gd name="T44" fmla="*/ 57 w 180"/>
                  <a:gd name="T45" fmla="*/ 483 h 486"/>
                  <a:gd name="T46" fmla="*/ 52 w 180"/>
                  <a:gd name="T47" fmla="*/ 485 h 486"/>
                  <a:gd name="T48" fmla="*/ 47 w 180"/>
                  <a:gd name="T49" fmla="*/ 486 h 486"/>
                  <a:gd name="T50" fmla="*/ 42 w 180"/>
                  <a:gd name="T51" fmla="*/ 486 h 486"/>
                  <a:gd name="T52" fmla="*/ 35 w 180"/>
                  <a:gd name="T53" fmla="*/ 485 h 486"/>
                  <a:gd name="T54" fmla="*/ 30 w 180"/>
                  <a:gd name="T55" fmla="*/ 483 h 486"/>
                  <a:gd name="T56" fmla="*/ 24 w 180"/>
                  <a:gd name="T57" fmla="*/ 480 h 486"/>
                  <a:gd name="T58" fmla="*/ 18 w 180"/>
                  <a:gd name="T59" fmla="*/ 475 h 486"/>
                  <a:gd name="T60" fmla="*/ 12 w 180"/>
                  <a:gd name="T61" fmla="*/ 469 h 486"/>
                  <a:gd name="T62" fmla="*/ 7 w 180"/>
                  <a:gd name="T63" fmla="*/ 461 h 486"/>
                  <a:gd name="T64" fmla="*/ 3 w 180"/>
                  <a:gd name="T65" fmla="*/ 452 h 486"/>
                  <a:gd name="T66" fmla="*/ 0 w 180"/>
                  <a:gd name="T67" fmla="*/ 442 h 486"/>
                  <a:gd name="T68" fmla="*/ 0 w 180"/>
                  <a:gd name="T69" fmla="*/ 430 h 486"/>
                  <a:gd name="T70" fmla="*/ 2 w 180"/>
                  <a:gd name="T71" fmla="*/ 419 h 486"/>
                  <a:gd name="T72" fmla="*/ 4 w 180"/>
                  <a:gd name="T73" fmla="*/ 406 h 486"/>
                  <a:gd name="T74" fmla="*/ 8 w 180"/>
                  <a:gd name="T75" fmla="*/ 393 h 486"/>
                  <a:gd name="T76" fmla="*/ 12 w 180"/>
                  <a:gd name="T77" fmla="*/ 380 h 486"/>
                  <a:gd name="T78" fmla="*/ 18 w 180"/>
                  <a:gd name="T79" fmla="*/ 367 h 486"/>
                  <a:gd name="T80" fmla="*/ 24 w 180"/>
                  <a:gd name="T81" fmla="*/ 354 h 486"/>
                  <a:gd name="T82" fmla="*/ 32 w 180"/>
                  <a:gd name="T83" fmla="*/ 342 h 486"/>
                  <a:gd name="T84" fmla="*/ 39 w 180"/>
                  <a:gd name="T85" fmla="*/ 329 h 486"/>
                  <a:gd name="T86" fmla="*/ 48 w 180"/>
                  <a:gd name="T87" fmla="*/ 318 h 486"/>
                  <a:gd name="T88" fmla="*/ 57 w 180"/>
                  <a:gd name="T89" fmla="*/ 307 h 486"/>
                  <a:gd name="T90" fmla="*/ 66 w 180"/>
                  <a:gd name="T91" fmla="*/ 298 h 486"/>
                  <a:gd name="T92" fmla="*/ 75 w 180"/>
                  <a:gd name="T93" fmla="*/ 289 h 486"/>
                  <a:gd name="T94" fmla="*/ 75 w 180"/>
                  <a:gd name="T95" fmla="*/ 32 h 486"/>
                  <a:gd name="T96" fmla="*/ 166 w 180"/>
                  <a:gd name="T97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0" h="486">
                    <a:moveTo>
                      <a:pt x="166" y="0"/>
                    </a:moveTo>
                    <a:lnTo>
                      <a:pt x="168" y="5"/>
                    </a:lnTo>
                    <a:lnTo>
                      <a:pt x="169" y="20"/>
                    </a:lnTo>
                    <a:lnTo>
                      <a:pt x="173" y="43"/>
                    </a:lnTo>
                    <a:lnTo>
                      <a:pt x="175" y="71"/>
                    </a:lnTo>
                    <a:lnTo>
                      <a:pt x="178" y="102"/>
                    </a:lnTo>
                    <a:lnTo>
                      <a:pt x="180" y="135"/>
                    </a:lnTo>
                    <a:lnTo>
                      <a:pt x="180" y="168"/>
                    </a:lnTo>
                    <a:lnTo>
                      <a:pt x="178" y="198"/>
                    </a:lnTo>
                    <a:lnTo>
                      <a:pt x="175" y="213"/>
                    </a:lnTo>
                    <a:lnTo>
                      <a:pt x="171" y="231"/>
                    </a:lnTo>
                    <a:lnTo>
                      <a:pt x="165" y="251"/>
                    </a:lnTo>
                    <a:lnTo>
                      <a:pt x="159" y="272"/>
                    </a:lnTo>
                    <a:lnTo>
                      <a:pt x="143" y="317"/>
                    </a:lnTo>
                    <a:lnTo>
                      <a:pt x="124" y="362"/>
                    </a:lnTo>
                    <a:lnTo>
                      <a:pt x="106" y="403"/>
                    </a:lnTo>
                    <a:lnTo>
                      <a:pt x="90" y="437"/>
                    </a:lnTo>
                    <a:lnTo>
                      <a:pt x="79" y="460"/>
                    </a:lnTo>
                    <a:lnTo>
                      <a:pt x="75" y="469"/>
                    </a:lnTo>
                    <a:lnTo>
                      <a:pt x="74" y="470"/>
                    </a:lnTo>
                    <a:lnTo>
                      <a:pt x="70" y="474"/>
                    </a:lnTo>
                    <a:lnTo>
                      <a:pt x="64" y="479"/>
                    </a:lnTo>
                    <a:lnTo>
                      <a:pt x="57" y="483"/>
                    </a:lnTo>
                    <a:lnTo>
                      <a:pt x="52" y="485"/>
                    </a:lnTo>
                    <a:lnTo>
                      <a:pt x="47" y="486"/>
                    </a:lnTo>
                    <a:lnTo>
                      <a:pt x="42" y="486"/>
                    </a:lnTo>
                    <a:lnTo>
                      <a:pt x="35" y="485"/>
                    </a:lnTo>
                    <a:lnTo>
                      <a:pt x="30" y="483"/>
                    </a:lnTo>
                    <a:lnTo>
                      <a:pt x="24" y="480"/>
                    </a:lnTo>
                    <a:lnTo>
                      <a:pt x="18" y="475"/>
                    </a:lnTo>
                    <a:lnTo>
                      <a:pt x="12" y="469"/>
                    </a:lnTo>
                    <a:lnTo>
                      <a:pt x="7" y="461"/>
                    </a:lnTo>
                    <a:lnTo>
                      <a:pt x="3" y="452"/>
                    </a:lnTo>
                    <a:lnTo>
                      <a:pt x="0" y="442"/>
                    </a:lnTo>
                    <a:lnTo>
                      <a:pt x="0" y="430"/>
                    </a:lnTo>
                    <a:lnTo>
                      <a:pt x="2" y="419"/>
                    </a:lnTo>
                    <a:lnTo>
                      <a:pt x="4" y="406"/>
                    </a:lnTo>
                    <a:lnTo>
                      <a:pt x="8" y="393"/>
                    </a:lnTo>
                    <a:lnTo>
                      <a:pt x="12" y="380"/>
                    </a:lnTo>
                    <a:lnTo>
                      <a:pt x="18" y="367"/>
                    </a:lnTo>
                    <a:lnTo>
                      <a:pt x="24" y="354"/>
                    </a:lnTo>
                    <a:lnTo>
                      <a:pt x="32" y="342"/>
                    </a:lnTo>
                    <a:lnTo>
                      <a:pt x="39" y="329"/>
                    </a:lnTo>
                    <a:lnTo>
                      <a:pt x="48" y="318"/>
                    </a:lnTo>
                    <a:lnTo>
                      <a:pt x="57" y="307"/>
                    </a:lnTo>
                    <a:lnTo>
                      <a:pt x="66" y="298"/>
                    </a:lnTo>
                    <a:lnTo>
                      <a:pt x="75" y="289"/>
                    </a:lnTo>
                    <a:lnTo>
                      <a:pt x="75" y="3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EFC4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4" name="Freeform 408">
                <a:extLst>
                  <a:ext uri="{FF2B5EF4-FFF2-40B4-BE49-F238E27FC236}">
                    <a16:creationId xmlns:a16="http://schemas.microsoft.com/office/drawing/2014/main" id="{A581B258-9D96-44F9-A941-3E96CD778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976" y="3559175"/>
                <a:ext cx="165100" cy="393700"/>
              </a:xfrm>
              <a:custGeom>
                <a:avLst/>
                <a:gdLst>
                  <a:gd name="T0" fmla="*/ 324 w 519"/>
                  <a:gd name="T1" fmla="*/ 79 h 990"/>
                  <a:gd name="T2" fmla="*/ 406 w 519"/>
                  <a:gd name="T3" fmla="*/ 526 h 990"/>
                  <a:gd name="T4" fmla="*/ 519 w 519"/>
                  <a:gd name="T5" fmla="*/ 918 h 990"/>
                  <a:gd name="T6" fmla="*/ 515 w 519"/>
                  <a:gd name="T7" fmla="*/ 923 h 990"/>
                  <a:gd name="T8" fmla="*/ 506 w 519"/>
                  <a:gd name="T9" fmla="*/ 933 h 990"/>
                  <a:gd name="T10" fmla="*/ 499 w 519"/>
                  <a:gd name="T11" fmla="*/ 940 h 990"/>
                  <a:gd name="T12" fmla="*/ 489 w 519"/>
                  <a:gd name="T13" fmla="*/ 948 h 990"/>
                  <a:gd name="T14" fmla="*/ 479 w 519"/>
                  <a:gd name="T15" fmla="*/ 956 h 990"/>
                  <a:gd name="T16" fmla="*/ 466 w 519"/>
                  <a:gd name="T17" fmla="*/ 964 h 990"/>
                  <a:gd name="T18" fmla="*/ 453 w 519"/>
                  <a:gd name="T19" fmla="*/ 971 h 990"/>
                  <a:gd name="T20" fmla="*/ 436 w 519"/>
                  <a:gd name="T21" fmla="*/ 978 h 990"/>
                  <a:gd name="T22" fmla="*/ 419 w 519"/>
                  <a:gd name="T23" fmla="*/ 983 h 990"/>
                  <a:gd name="T24" fmla="*/ 399 w 519"/>
                  <a:gd name="T25" fmla="*/ 987 h 990"/>
                  <a:gd name="T26" fmla="*/ 389 w 519"/>
                  <a:gd name="T27" fmla="*/ 989 h 990"/>
                  <a:gd name="T28" fmla="*/ 378 w 519"/>
                  <a:gd name="T29" fmla="*/ 990 h 990"/>
                  <a:gd name="T30" fmla="*/ 366 w 519"/>
                  <a:gd name="T31" fmla="*/ 990 h 990"/>
                  <a:gd name="T32" fmla="*/ 354 w 519"/>
                  <a:gd name="T33" fmla="*/ 990 h 990"/>
                  <a:gd name="T34" fmla="*/ 343 w 519"/>
                  <a:gd name="T35" fmla="*/ 989 h 990"/>
                  <a:gd name="T36" fmla="*/ 329 w 519"/>
                  <a:gd name="T37" fmla="*/ 988 h 990"/>
                  <a:gd name="T38" fmla="*/ 316 w 519"/>
                  <a:gd name="T39" fmla="*/ 985 h 990"/>
                  <a:gd name="T40" fmla="*/ 303 w 519"/>
                  <a:gd name="T41" fmla="*/ 982 h 990"/>
                  <a:gd name="T42" fmla="*/ 0 w 519"/>
                  <a:gd name="T43" fmla="*/ 129 h 990"/>
                  <a:gd name="T44" fmla="*/ 75 w 519"/>
                  <a:gd name="T45" fmla="*/ 0 h 990"/>
                  <a:gd name="T46" fmla="*/ 324 w 519"/>
                  <a:gd name="T47" fmla="*/ 79 h 9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9" h="990">
                    <a:moveTo>
                      <a:pt x="324" y="79"/>
                    </a:moveTo>
                    <a:lnTo>
                      <a:pt x="406" y="526"/>
                    </a:lnTo>
                    <a:lnTo>
                      <a:pt x="519" y="918"/>
                    </a:lnTo>
                    <a:lnTo>
                      <a:pt x="515" y="923"/>
                    </a:lnTo>
                    <a:lnTo>
                      <a:pt x="506" y="933"/>
                    </a:lnTo>
                    <a:lnTo>
                      <a:pt x="499" y="940"/>
                    </a:lnTo>
                    <a:lnTo>
                      <a:pt x="489" y="948"/>
                    </a:lnTo>
                    <a:lnTo>
                      <a:pt x="479" y="956"/>
                    </a:lnTo>
                    <a:lnTo>
                      <a:pt x="466" y="964"/>
                    </a:lnTo>
                    <a:lnTo>
                      <a:pt x="453" y="971"/>
                    </a:lnTo>
                    <a:lnTo>
                      <a:pt x="436" y="978"/>
                    </a:lnTo>
                    <a:lnTo>
                      <a:pt x="419" y="983"/>
                    </a:lnTo>
                    <a:lnTo>
                      <a:pt x="399" y="987"/>
                    </a:lnTo>
                    <a:lnTo>
                      <a:pt x="389" y="989"/>
                    </a:lnTo>
                    <a:lnTo>
                      <a:pt x="378" y="990"/>
                    </a:lnTo>
                    <a:lnTo>
                      <a:pt x="366" y="990"/>
                    </a:lnTo>
                    <a:lnTo>
                      <a:pt x="354" y="990"/>
                    </a:lnTo>
                    <a:lnTo>
                      <a:pt x="343" y="989"/>
                    </a:lnTo>
                    <a:lnTo>
                      <a:pt x="329" y="988"/>
                    </a:lnTo>
                    <a:lnTo>
                      <a:pt x="316" y="985"/>
                    </a:lnTo>
                    <a:lnTo>
                      <a:pt x="303" y="982"/>
                    </a:lnTo>
                    <a:lnTo>
                      <a:pt x="0" y="129"/>
                    </a:lnTo>
                    <a:lnTo>
                      <a:pt x="75" y="0"/>
                    </a:lnTo>
                    <a:lnTo>
                      <a:pt x="324" y="79"/>
                    </a:lnTo>
                    <a:close/>
                  </a:path>
                </a:pathLst>
              </a:custGeom>
              <a:solidFill>
                <a:srgbClr val="4646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5" name="Freeform 409">
                <a:extLst>
                  <a:ext uri="{FF2B5EF4-FFF2-40B4-BE49-F238E27FC236}">
                    <a16:creationId xmlns:a16="http://schemas.microsoft.com/office/drawing/2014/main" id="{FD2F277A-EFA4-4183-8DEA-008CE34A1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601" y="3536950"/>
                <a:ext cx="112713" cy="452438"/>
              </a:xfrm>
              <a:custGeom>
                <a:avLst/>
                <a:gdLst>
                  <a:gd name="T0" fmla="*/ 0 w 353"/>
                  <a:gd name="T1" fmla="*/ 98 h 1139"/>
                  <a:gd name="T2" fmla="*/ 27 w 353"/>
                  <a:gd name="T3" fmla="*/ 1114 h 1139"/>
                  <a:gd name="T4" fmla="*/ 33 w 353"/>
                  <a:gd name="T5" fmla="*/ 1116 h 1139"/>
                  <a:gd name="T6" fmla="*/ 52 w 353"/>
                  <a:gd name="T7" fmla="*/ 1122 h 1139"/>
                  <a:gd name="T8" fmla="*/ 65 w 353"/>
                  <a:gd name="T9" fmla="*/ 1126 h 1139"/>
                  <a:gd name="T10" fmla="*/ 80 w 353"/>
                  <a:gd name="T11" fmla="*/ 1129 h 1139"/>
                  <a:gd name="T12" fmla="*/ 97 w 353"/>
                  <a:gd name="T13" fmla="*/ 1133 h 1139"/>
                  <a:gd name="T14" fmla="*/ 115 w 353"/>
                  <a:gd name="T15" fmla="*/ 1136 h 1139"/>
                  <a:gd name="T16" fmla="*/ 133 w 353"/>
                  <a:gd name="T17" fmla="*/ 1138 h 1139"/>
                  <a:gd name="T18" fmla="*/ 153 w 353"/>
                  <a:gd name="T19" fmla="*/ 1139 h 1139"/>
                  <a:gd name="T20" fmla="*/ 173 w 353"/>
                  <a:gd name="T21" fmla="*/ 1138 h 1139"/>
                  <a:gd name="T22" fmla="*/ 193 w 353"/>
                  <a:gd name="T23" fmla="*/ 1136 h 1139"/>
                  <a:gd name="T24" fmla="*/ 203 w 353"/>
                  <a:gd name="T25" fmla="*/ 1135 h 1139"/>
                  <a:gd name="T26" fmla="*/ 213 w 353"/>
                  <a:gd name="T27" fmla="*/ 1132 h 1139"/>
                  <a:gd name="T28" fmla="*/ 223 w 353"/>
                  <a:gd name="T29" fmla="*/ 1130 h 1139"/>
                  <a:gd name="T30" fmla="*/ 233 w 353"/>
                  <a:gd name="T31" fmla="*/ 1126 h 1139"/>
                  <a:gd name="T32" fmla="*/ 242 w 353"/>
                  <a:gd name="T33" fmla="*/ 1123 h 1139"/>
                  <a:gd name="T34" fmla="*/ 251 w 353"/>
                  <a:gd name="T35" fmla="*/ 1118 h 1139"/>
                  <a:gd name="T36" fmla="*/ 261 w 353"/>
                  <a:gd name="T37" fmla="*/ 1113 h 1139"/>
                  <a:gd name="T38" fmla="*/ 268 w 353"/>
                  <a:gd name="T39" fmla="*/ 1107 h 1139"/>
                  <a:gd name="T40" fmla="*/ 353 w 353"/>
                  <a:gd name="T41" fmla="*/ 0 h 1139"/>
                  <a:gd name="T42" fmla="*/ 0 w 353"/>
                  <a:gd name="T43" fmla="*/ 98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3" h="1139">
                    <a:moveTo>
                      <a:pt x="0" y="98"/>
                    </a:moveTo>
                    <a:lnTo>
                      <a:pt x="27" y="1114"/>
                    </a:lnTo>
                    <a:lnTo>
                      <a:pt x="33" y="1116"/>
                    </a:lnTo>
                    <a:lnTo>
                      <a:pt x="52" y="1122"/>
                    </a:lnTo>
                    <a:lnTo>
                      <a:pt x="65" y="1126"/>
                    </a:lnTo>
                    <a:lnTo>
                      <a:pt x="80" y="1129"/>
                    </a:lnTo>
                    <a:lnTo>
                      <a:pt x="97" y="1133"/>
                    </a:lnTo>
                    <a:lnTo>
                      <a:pt x="115" y="1136"/>
                    </a:lnTo>
                    <a:lnTo>
                      <a:pt x="133" y="1138"/>
                    </a:lnTo>
                    <a:lnTo>
                      <a:pt x="153" y="1139"/>
                    </a:lnTo>
                    <a:lnTo>
                      <a:pt x="173" y="1138"/>
                    </a:lnTo>
                    <a:lnTo>
                      <a:pt x="193" y="1136"/>
                    </a:lnTo>
                    <a:lnTo>
                      <a:pt x="203" y="1135"/>
                    </a:lnTo>
                    <a:lnTo>
                      <a:pt x="213" y="1132"/>
                    </a:lnTo>
                    <a:lnTo>
                      <a:pt x="223" y="1130"/>
                    </a:lnTo>
                    <a:lnTo>
                      <a:pt x="233" y="1126"/>
                    </a:lnTo>
                    <a:lnTo>
                      <a:pt x="242" y="1123"/>
                    </a:lnTo>
                    <a:lnTo>
                      <a:pt x="251" y="1118"/>
                    </a:lnTo>
                    <a:lnTo>
                      <a:pt x="261" y="1113"/>
                    </a:lnTo>
                    <a:lnTo>
                      <a:pt x="268" y="1107"/>
                    </a:lnTo>
                    <a:lnTo>
                      <a:pt x="353" y="0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6" name="Freeform 410">
                <a:extLst>
                  <a:ext uri="{FF2B5EF4-FFF2-40B4-BE49-F238E27FC236}">
                    <a16:creationId xmlns:a16="http://schemas.microsoft.com/office/drawing/2014/main" id="{DDCE03A2-B275-4DB8-B0D4-AA9F8AD21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276" y="3265488"/>
                <a:ext cx="254000" cy="346075"/>
              </a:xfrm>
              <a:custGeom>
                <a:avLst/>
                <a:gdLst>
                  <a:gd name="T0" fmla="*/ 613 w 800"/>
                  <a:gd name="T1" fmla="*/ 1 h 875"/>
                  <a:gd name="T2" fmla="*/ 563 w 800"/>
                  <a:gd name="T3" fmla="*/ 7 h 875"/>
                  <a:gd name="T4" fmla="*/ 511 w 800"/>
                  <a:gd name="T5" fmla="*/ 18 h 875"/>
                  <a:gd name="T6" fmla="*/ 444 w 800"/>
                  <a:gd name="T7" fmla="*/ 35 h 875"/>
                  <a:gd name="T8" fmla="*/ 369 w 800"/>
                  <a:gd name="T9" fmla="*/ 61 h 875"/>
                  <a:gd name="T10" fmla="*/ 308 w 800"/>
                  <a:gd name="T11" fmla="*/ 87 h 875"/>
                  <a:gd name="T12" fmla="*/ 264 w 800"/>
                  <a:gd name="T13" fmla="*/ 108 h 875"/>
                  <a:gd name="T14" fmla="*/ 221 w 800"/>
                  <a:gd name="T15" fmla="*/ 133 h 875"/>
                  <a:gd name="T16" fmla="*/ 177 w 800"/>
                  <a:gd name="T17" fmla="*/ 160 h 875"/>
                  <a:gd name="T18" fmla="*/ 0 w 800"/>
                  <a:gd name="T19" fmla="*/ 378 h 875"/>
                  <a:gd name="T20" fmla="*/ 17 w 800"/>
                  <a:gd name="T21" fmla="*/ 387 h 875"/>
                  <a:gd name="T22" fmla="*/ 65 w 800"/>
                  <a:gd name="T23" fmla="*/ 407 h 875"/>
                  <a:gd name="T24" fmla="*/ 97 w 800"/>
                  <a:gd name="T25" fmla="*/ 416 h 875"/>
                  <a:gd name="T26" fmla="*/ 135 w 800"/>
                  <a:gd name="T27" fmla="*/ 423 h 875"/>
                  <a:gd name="T28" fmla="*/ 175 w 800"/>
                  <a:gd name="T29" fmla="*/ 425 h 875"/>
                  <a:gd name="T30" fmla="*/ 218 w 800"/>
                  <a:gd name="T31" fmla="*/ 420 h 875"/>
                  <a:gd name="T32" fmla="*/ 198 w 800"/>
                  <a:gd name="T33" fmla="*/ 819 h 875"/>
                  <a:gd name="T34" fmla="*/ 244 w 800"/>
                  <a:gd name="T35" fmla="*/ 812 h 875"/>
                  <a:gd name="T36" fmla="*/ 302 w 800"/>
                  <a:gd name="T37" fmla="*/ 809 h 875"/>
                  <a:gd name="T38" fmla="*/ 347 w 800"/>
                  <a:gd name="T39" fmla="*/ 809 h 875"/>
                  <a:gd name="T40" fmla="*/ 397 w 800"/>
                  <a:gd name="T41" fmla="*/ 814 h 875"/>
                  <a:gd name="T42" fmla="*/ 448 w 800"/>
                  <a:gd name="T43" fmla="*/ 824 h 875"/>
                  <a:gd name="T44" fmla="*/ 523 w 800"/>
                  <a:gd name="T45" fmla="*/ 845 h 875"/>
                  <a:gd name="T46" fmla="*/ 608 w 800"/>
                  <a:gd name="T47" fmla="*/ 865 h 875"/>
                  <a:gd name="T48" fmla="*/ 662 w 800"/>
                  <a:gd name="T49" fmla="*/ 873 h 875"/>
                  <a:gd name="T50" fmla="*/ 694 w 800"/>
                  <a:gd name="T51" fmla="*/ 875 h 875"/>
                  <a:gd name="T52" fmla="*/ 742 w 800"/>
                  <a:gd name="T53" fmla="*/ 875 h 875"/>
                  <a:gd name="T54" fmla="*/ 709 w 800"/>
                  <a:gd name="T55" fmla="*/ 224 h 875"/>
                  <a:gd name="T56" fmla="*/ 799 w 800"/>
                  <a:gd name="T57" fmla="*/ 186 h 875"/>
                  <a:gd name="T58" fmla="*/ 789 w 800"/>
                  <a:gd name="T59" fmla="*/ 161 h 875"/>
                  <a:gd name="T60" fmla="*/ 777 w 800"/>
                  <a:gd name="T61" fmla="*/ 136 h 875"/>
                  <a:gd name="T62" fmla="*/ 758 w 800"/>
                  <a:gd name="T63" fmla="*/ 107 h 875"/>
                  <a:gd name="T64" fmla="*/ 732 w 800"/>
                  <a:gd name="T65" fmla="*/ 75 h 875"/>
                  <a:gd name="T66" fmla="*/ 695 w 800"/>
                  <a:gd name="T67" fmla="*/ 43 h 875"/>
                  <a:gd name="T68" fmla="*/ 663 w 800"/>
                  <a:gd name="T69" fmla="*/ 21 h 875"/>
                  <a:gd name="T70" fmla="*/ 638 w 800"/>
                  <a:gd name="T71" fmla="*/ 7 h 8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00" h="875">
                    <a:moveTo>
                      <a:pt x="624" y="0"/>
                    </a:moveTo>
                    <a:lnTo>
                      <a:pt x="613" y="1"/>
                    </a:lnTo>
                    <a:lnTo>
                      <a:pt x="584" y="4"/>
                    </a:lnTo>
                    <a:lnTo>
                      <a:pt x="563" y="7"/>
                    </a:lnTo>
                    <a:lnTo>
                      <a:pt x="538" y="12"/>
                    </a:lnTo>
                    <a:lnTo>
                      <a:pt x="511" y="18"/>
                    </a:lnTo>
                    <a:lnTo>
                      <a:pt x="479" y="25"/>
                    </a:lnTo>
                    <a:lnTo>
                      <a:pt x="444" y="35"/>
                    </a:lnTo>
                    <a:lnTo>
                      <a:pt x="408" y="47"/>
                    </a:lnTo>
                    <a:lnTo>
                      <a:pt x="369" y="61"/>
                    </a:lnTo>
                    <a:lnTo>
                      <a:pt x="328" y="78"/>
                    </a:lnTo>
                    <a:lnTo>
                      <a:pt x="308" y="87"/>
                    </a:lnTo>
                    <a:lnTo>
                      <a:pt x="287" y="98"/>
                    </a:lnTo>
                    <a:lnTo>
                      <a:pt x="264" y="108"/>
                    </a:lnTo>
                    <a:lnTo>
                      <a:pt x="243" y="120"/>
                    </a:lnTo>
                    <a:lnTo>
                      <a:pt x="221" y="133"/>
                    </a:lnTo>
                    <a:lnTo>
                      <a:pt x="198" y="146"/>
                    </a:lnTo>
                    <a:lnTo>
                      <a:pt x="177" y="160"/>
                    </a:lnTo>
                    <a:lnTo>
                      <a:pt x="155" y="176"/>
                    </a:lnTo>
                    <a:lnTo>
                      <a:pt x="0" y="378"/>
                    </a:lnTo>
                    <a:lnTo>
                      <a:pt x="3" y="380"/>
                    </a:lnTo>
                    <a:lnTo>
                      <a:pt x="17" y="387"/>
                    </a:lnTo>
                    <a:lnTo>
                      <a:pt x="37" y="397"/>
                    </a:lnTo>
                    <a:lnTo>
                      <a:pt x="65" y="407"/>
                    </a:lnTo>
                    <a:lnTo>
                      <a:pt x="80" y="412"/>
                    </a:lnTo>
                    <a:lnTo>
                      <a:pt x="97" y="416"/>
                    </a:lnTo>
                    <a:lnTo>
                      <a:pt x="115" y="420"/>
                    </a:lnTo>
                    <a:lnTo>
                      <a:pt x="135" y="423"/>
                    </a:lnTo>
                    <a:lnTo>
                      <a:pt x="155" y="424"/>
                    </a:lnTo>
                    <a:lnTo>
                      <a:pt x="175" y="425"/>
                    </a:lnTo>
                    <a:lnTo>
                      <a:pt x="196" y="423"/>
                    </a:lnTo>
                    <a:lnTo>
                      <a:pt x="218" y="420"/>
                    </a:lnTo>
                    <a:lnTo>
                      <a:pt x="191" y="820"/>
                    </a:lnTo>
                    <a:lnTo>
                      <a:pt x="198" y="819"/>
                    </a:lnTo>
                    <a:lnTo>
                      <a:pt x="216" y="816"/>
                    </a:lnTo>
                    <a:lnTo>
                      <a:pt x="244" y="812"/>
                    </a:lnTo>
                    <a:lnTo>
                      <a:pt x="281" y="809"/>
                    </a:lnTo>
                    <a:lnTo>
                      <a:pt x="302" y="809"/>
                    </a:lnTo>
                    <a:lnTo>
                      <a:pt x="324" y="809"/>
                    </a:lnTo>
                    <a:lnTo>
                      <a:pt x="347" y="809"/>
                    </a:lnTo>
                    <a:lnTo>
                      <a:pt x="372" y="811"/>
                    </a:lnTo>
                    <a:lnTo>
                      <a:pt x="397" y="814"/>
                    </a:lnTo>
                    <a:lnTo>
                      <a:pt x="422" y="818"/>
                    </a:lnTo>
                    <a:lnTo>
                      <a:pt x="448" y="824"/>
                    </a:lnTo>
                    <a:lnTo>
                      <a:pt x="474" y="831"/>
                    </a:lnTo>
                    <a:lnTo>
                      <a:pt x="523" y="845"/>
                    </a:lnTo>
                    <a:lnTo>
                      <a:pt x="568" y="856"/>
                    </a:lnTo>
                    <a:lnTo>
                      <a:pt x="608" y="865"/>
                    </a:lnTo>
                    <a:lnTo>
                      <a:pt x="644" y="871"/>
                    </a:lnTo>
                    <a:lnTo>
                      <a:pt x="662" y="873"/>
                    </a:lnTo>
                    <a:lnTo>
                      <a:pt x="678" y="874"/>
                    </a:lnTo>
                    <a:lnTo>
                      <a:pt x="694" y="875"/>
                    </a:lnTo>
                    <a:lnTo>
                      <a:pt x="710" y="875"/>
                    </a:lnTo>
                    <a:lnTo>
                      <a:pt x="742" y="875"/>
                    </a:lnTo>
                    <a:lnTo>
                      <a:pt x="773" y="872"/>
                    </a:lnTo>
                    <a:lnTo>
                      <a:pt x="709" y="224"/>
                    </a:lnTo>
                    <a:lnTo>
                      <a:pt x="800" y="192"/>
                    </a:lnTo>
                    <a:lnTo>
                      <a:pt x="799" y="186"/>
                    </a:lnTo>
                    <a:lnTo>
                      <a:pt x="794" y="171"/>
                    </a:lnTo>
                    <a:lnTo>
                      <a:pt x="789" y="161"/>
                    </a:lnTo>
                    <a:lnTo>
                      <a:pt x="784" y="149"/>
                    </a:lnTo>
                    <a:lnTo>
                      <a:pt x="777" y="136"/>
                    </a:lnTo>
                    <a:lnTo>
                      <a:pt x="768" y="122"/>
                    </a:lnTo>
                    <a:lnTo>
                      <a:pt x="758" y="107"/>
                    </a:lnTo>
                    <a:lnTo>
                      <a:pt x="745" y="91"/>
                    </a:lnTo>
                    <a:lnTo>
                      <a:pt x="732" y="75"/>
                    </a:lnTo>
                    <a:lnTo>
                      <a:pt x="714" y="59"/>
                    </a:lnTo>
                    <a:lnTo>
                      <a:pt x="695" y="43"/>
                    </a:lnTo>
                    <a:lnTo>
                      <a:pt x="674" y="28"/>
                    </a:lnTo>
                    <a:lnTo>
                      <a:pt x="663" y="21"/>
                    </a:lnTo>
                    <a:lnTo>
                      <a:pt x="651" y="14"/>
                    </a:lnTo>
                    <a:lnTo>
                      <a:pt x="638" y="7"/>
                    </a:lnTo>
                    <a:lnTo>
                      <a:pt x="624" y="0"/>
                    </a:lnTo>
                    <a:close/>
                  </a:path>
                </a:pathLst>
              </a:custGeom>
              <a:solidFill>
                <a:srgbClr val="A8DD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7" name="Freeform 411">
                <a:extLst>
                  <a:ext uri="{FF2B5EF4-FFF2-40B4-BE49-F238E27FC236}">
                    <a16:creationId xmlns:a16="http://schemas.microsoft.com/office/drawing/2014/main" id="{D62EDAE2-5982-42B5-8A94-473B9EF27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101" y="3419475"/>
                <a:ext cx="114300" cy="207963"/>
              </a:xfrm>
              <a:custGeom>
                <a:avLst/>
                <a:gdLst>
                  <a:gd name="T0" fmla="*/ 29 w 360"/>
                  <a:gd name="T1" fmla="*/ 6 h 524"/>
                  <a:gd name="T2" fmla="*/ 15 w 360"/>
                  <a:gd name="T3" fmla="*/ 52 h 524"/>
                  <a:gd name="T4" fmla="*/ 4 w 360"/>
                  <a:gd name="T5" fmla="*/ 104 h 524"/>
                  <a:gd name="T6" fmla="*/ 0 w 360"/>
                  <a:gd name="T7" fmla="*/ 142 h 524"/>
                  <a:gd name="T8" fmla="*/ 1 w 360"/>
                  <a:gd name="T9" fmla="*/ 182 h 524"/>
                  <a:gd name="T10" fmla="*/ 9 w 360"/>
                  <a:gd name="T11" fmla="*/ 219 h 524"/>
                  <a:gd name="T12" fmla="*/ 26 w 360"/>
                  <a:gd name="T13" fmla="*/ 253 h 524"/>
                  <a:gd name="T14" fmla="*/ 56 w 360"/>
                  <a:gd name="T15" fmla="*/ 294 h 524"/>
                  <a:gd name="T16" fmla="*/ 115 w 360"/>
                  <a:gd name="T17" fmla="*/ 365 h 524"/>
                  <a:gd name="T18" fmla="*/ 200 w 360"/>
                  <a:gd name="T19" fmla="*/ 456 h 524"/>
                  <a:gd name="T20" fmla="*/ 258 w 360"/>
                  <a:gd name="T21" fmla="*/ 515 h 524"/>
                  <a:gd name="T22" fmla="*/ 273 w 360"/>
                  <a:gd name="T23" fmla="*/ 522 h 524"/>
                  <a:gd name="T24" fmla="*/ 301 w 360"/>
                  <a:gd name="T25" fmla="*/ 512 h 524"/>
                  <a:gd name="T26" fmla="*/ 321 w 360"/>
                  <a:gd name="T27" fmla="*/ 502 h 524"/>
                  <a:gd name="T28" fmla="*/ 338 w 360"/>
                  <a:gd name="T29" fmla="*/ 486 h 524"/>
                  <a:gd name="T30" fmla="*/ 352 w 360"/>
                  <a:gd name="T31" fmla="*/ 469 h 524"/>
                  <a:gd name="T32" fmla="*/ 358 w 360"/>
                  <a:gd name="T33" fmla="*/ 453 h 524"/>
                  <a:gd name="T34" fmla="*/ 352 w 360"/>
                  <a:gd name="T35" fmla="*/ 441 h 524"/>
                  <a:gd name="T36" fmla="*/ 308 w 360"/>
                  <a:gd name="T37" fmla="*/ 383 h 524"/>
                  <a:gd name="T38" fmla="*/ 245 w 360"/>
                  <a:gd name="T39" fmla="*/ 300 h 524"/>
                  <a:gd name="T40" fmla="*/ 186 w 360"/>
                  <a:gd name="T41" fmla="*/ 224 h 524"/>
                  <a:gd name="T42" fmla="*/ 165 w 360"/>
                  <a:gd name="T43" fmla="*/ 196 h 524"/>
                  <a:gd name="T44" fmla="*/ 161 w 360"/>
                  <a:gd name="T45" fmla="*/ 186 h 524"/>
                  <a:gd name="T46" fmla="*/ 159 w 360"/>
                  <a:gd name="T47" fmla="*/ 168 h 524"/>
                  <a:gd name="T48" fmla="*/ 161 w 360"/>
                  <a:gd name="T49" fmla="*/ 142 h 524"/>
                  <a:gd name="T50" fmla="*/ 167 w 360"/>
                  <a:gd name="T51" fmla="*/ 114 h 524"/>
                  <a:gd name="T52" fmla="*/ 181 w 360"/>
                  <a:gd name="T53" fmla="*/ 75 h 524"/>
                  <a:gd name="T54" fmla="*/ 197 w 360"/>
                  <a:gd name="T55" fmla="*/ 39 h 524"/>
                  <a:gd name="T56" fmla="*/ 194 w 360"/>
                  <a:gd name="T57" fmla="*/ 34 h 524"/>
                  <a:gd name="T58" fmla="*/ 164 w 360"/>
                  <a:gd name="T59" fmla="*/ 34 h 524"/>
                  <a:gd name="T60" fmla="*/ 136 w 360"/>
                  <a:gd name="T61" fmla="*/ 32 h 524"/>
                  <a:gd name="T62" fmla="*/ 97 w 360"/>
                  <a:gd name="T63" fmla="*/ 22 h 524"/>
                  <a:gd name="T64" fmla="*/ 41 w 360"/>
                  <a:gd name="T65" fmla="*/ 4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0" h="524">
                    <a:moveTo>
                      <a:pt x="31" y="0"/>
                    </a:moveTo>
                    <a:lnTo>
                      <a:pt x="29" y="6"/>
                    </a:lnTo>
                    <a:lnTo>
                      <a:pt x="22" y="24"/>
                    </a:lnTo>
                    <a:lnTo>
                      <a:pt x="15" y="52"/>
                    </a:lnTo>
                    <a:lnTo>
                      <a:pt x="7" y="85"/>
                    </a:lnTo>
                    <a:lnTo>
                      <a:pt x="4" y="104"/>
                    </a:lnTo>
                    <a:lnTo>
                      <a:pt x="1" y="123"/>
                    </a:lnTo>
                    <a:lnTo>
                      <a:pt x="0" y="142"/>
                    </a:lnTo>
                    <a:lnTo>
                      <a:pt x="0" y="162"/>
                    </a:lnTo>
                    <a:lnTo>
                      <a:pt x="1" y="182"/>
                    </a:lnTo>
                    <a:lnTo>
                      <a:pt x="4" y="201"/>
                    </a:lnTo>
                    <a:lnTo>
                      <a:pt x="9" y="219"/>
                    </a:lnTo>
                    <a:lnTo>
                      <a:pt x="16" y="236"/>
                    </a:lnTo>
                    <a:lnTo>
                      <a:pt x="26" y="253"/>
                    </a:lnTo>
                    <a:lnTo>
                      <a:pt x="40" y="273"/>
                    </a:lnTo>
                    <a:lnTo>
                      <a:pt x="56" y="294"/>
                    </a:lnTo>
                    <a:lnTo>
                      <a:pt x="74" y="317"/>
                    </a:lnTo>
                    <a:lnTo>
                      <a:pt x="115" y="365"/>
                    </a:lnTo>
                    <a:lnTo>
                      <a:pt x="159" y="412"/>
                    </a:lnTo>
                    <a:lnTo>
                      <a:pt x="200" y="456"/>
                    </a:lnTo>
                    <a:lnTo>
                      <a:pt x="233" y="491"/>
                    </a:lnTo>
                    <a:lnTo>
                      <a:pt x="258" y="515"/>
                    </a:lnTo>
                    <a:lnTo>
                      <a:pt x="267" y="524"/>
                    </a:lnTo>
                    <a:lnTo>
                      <a:pt x="273" y="522"/>
                    </a:lnTo>
                    <a:lnTo>
                      <a:pt x="291" y="516"/>
                    </a:lnTo>
                    <a:lnTo>
                      <a:pt x="301" y="512"/>
                    </a:lnTo>
                    <a:lnTo>
                      <a:pt x="311" y="508"/>
                    </a:lnTo>
                    <a:lnTo>
                      <a:pt x="321" y="502"/>
                    </a:lnTo>
                    <a:lnTo>
                      <a:pt x="328" y="496"/>
                    </a:lnTo>
                    <a:lnTo>
                      <a:pt x="338" y="486"/>
                    </a:lnTo>
                    <a:lnTo>
                      <a:pt x="347" y="477"/>
                    </a:lnTo>
                    <a:lnTo>
                      <a:pt x="352" y="469"/>
                    </a:lnTo>
                    <a:lnTo>
                      <a:pt x="356" y="463"/>
                    </a:lnTo>
                    <a:lnTo>
                      <a:pt x="358" y="453"/>
                    </a:lnTo>
                    <a:lnTo>
                      <a:pt x="360" y="449"/>
                    </a:lnTo>
                    <a:lnTo>
                      <a:pt x="352" y="441"/>
                    </a:lnTo>
                    <a:lnTo>
                      <a:pt x="335" y="417"/>
                    </a:lnTo>
                    <a:lnTo>
                      <a:pt x="308" y="383"/>
                    </a:lnTo>
                    <a:lnTo>
                      <a:pt x="277" y="342"/>
                    </a:lnTo>
                    <a:lnTo>
                      <a:pt x="245" y="300"/>
                    </a:lnTo>
                    <a:lnTo>
                      <a:pt x="213" y="259"/>
                    </a:lnTo>
                    <a:lnTo>
                      <a:pt x="186" y="224"/>
                    </a:lnTo>
                    <a:lnTo>
                      <a:pt x="169" y="200"/>
                    </a:lnTo>
                    <a:lnTo>
                      <a:pt x="165" y="196"/>
                    </a:lnTo>
                    <a:lnTo>
                      <a:pt x="164" y="191"/>
                    </a:lnTo>
                    <a:lnTo>
                      <a:pt x="161" y="186"/>
                    </a:lnTo>
                    <a:lnTo>
                      <a:pt x="160" y="180"/>
                    </a:lnTo>
                    <a:lnTo>
                      <a:pt x="159" y="168"/>
                    </a:lnTo>
                    <a:lnTo>
                      <a:pt x="159" y="155"/>
                    </a:lnTo>
                    <a:lnTo>
                      <a:pt x="161" y="142"/>
                    </a:lnTo>
                    <a:lnTo>
                      <a:pt x="164" y="128"/>
                    </a:lnTo>
                    <a:lnTo>
                      <a:pt x="167" y="114"/>
                    </a:lnTo>
                    <a:lnTo>
                      <a:pt x="171" y="100"/>
                    </a:lnTo>
                    <a:lnTo>
                      <a:pt x="181" y="75"/>
                    </a:lnTo>
                    <a:lnTo>
                      <a:pt x="191" y="53"/>
                    </a:lnTo>
                    <a:lnTo>
                      <a:pt x="197" y="39"/>
                    </a:lnTo>
                    <a:lnTo>
                      <a:pt x="200" y="34"/>
                    </a:lnTo>
                    <a:lnTo>
                      <a:pt x="194" y="34"/>
                    </a:lnTo>
                    <a:lnTo>
                      <a:pt x="175" y="35"/>
                    </a:lnTo>
                    <a:lnTo>
                      <a:pt x="164" y="34"/>
                    </a:lnTo>
                    <a:lnTo>
                      <a:pt x="150" y="34"/>
                    </a:lnTo>
                    <a:lnTo>
                      <a:pt x="136" y="32"/>
                    </a:lnTo>
                    <a:lnTo>
                      <a:pt x="122" y="29"/>
                    </a:lnTo>
                    <a:lnTo>
                      <a:pt x="97" y="22"/>
                    </a:lnTo>
                    <a:lnTo>
                      <a:pt x="67" y="13"/>
                    </a:lnTo>
                    <a:lnTo>
                      <a:pt x="41" y="4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8" name="Freeform 412">
                <a:extLst>
                  <a:ext uri="{FF2B5EF4-FFF2-40B4-BE49-F238E27FC236}">
                    <a16:creationId xmlns:a16="http://schemas.microsoft.com/office/drawing/2014/main" id="{6B259E5C-CD5F-4382-98F8-09C5FAA18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3" y="3248025"/>
                <a:ext cx="71438" cy="93663"/>
              </a:xfrm>
              <a:custGeom>
                <a:avLst/>
                <a:gdLst>
                  <a:gd name="T0" fmla="*/ 0 w 226"/>
                  <a:gd name="T1" fmla="*/ 0 h 234"/>
                  <a:gd name="T2" fmla="*/ 0 w 226"/>
                  <a:gd name="T3" fmla="*/ 114 h 234"/>
                  <a:gd name="T4" fmla="*/ 4 w 226"/>
                  <a:gd name="T5" fmla="*/ 120 h 234"/>
                  <a:gd name="T6" fmla="*/ 13 w 226"/>
                  <a:gd name="T7" fmla="*/ 136 h 234"/>
                  <a:gd name="T8" fmla="*/ 19 w 226"/>
                  <a:gd name="T9" fmla="*/ 147 h 234"/>
                  <a:gd name="T10" fmla="*/ 26 w 226"/>
                  <a:gd name="T11" fmla="*/ 159 h 234"/>
                  <a:gd name="T12" fmla="*/ 36 w 226"/>
                  <a:gd name="T13" fmla="*/ 171 h 234"/>
                  <a:gd name="T14" fmla="*/ 46 w 226"/>
                  <a:gd name="T15" fmla="*/ 184 h 234"/>
                  <a:gd name="T16" fmla="*/ 59 w 226"/>
                  <a:gd name="T17" fmla="*/ 196 h 234"/>
                  <a:gd name="T18" fmla="*/ 73 w 226"/>
                  <a:gd name="T19" fmla="*/ 207 h 234"/>
                  <a:gd name="T20" fmla="*/ 79 w 226"/>
                  <a:gd name="T21" fmla="*/ 212 h 234"/>
                  <a:gd name="T22" fmla="*/ 86 w 226"/>
                  <a:gd name="T23" fmla="*/ 217 h 234"/>
                  <a:gd name="T24" fmla="*/ 95 w 226"/>
                  <a:gd name="T25" fmla="*/ 221 h 234"/>
                  <a:gd name="T26" fmla="*/ 103 w 226"/>
                  <a:gd name="T27" fmla="*/ 225 h 234"/>
                  <a:gd name="T28" fmla="*/ 111 w 226"/>
                  <a:gd name="T29" fmla="*/ 228 h 234"/>
                  <a:gd name="T30" fmla="*/ 120 w 226"/>
                  <a:gd name="T31" fmla="*/ 231 h 234"/>
                  <a:gd name="T32" fmla="*/ 129 w 226"/>
                  <a:gd name="T33" fmla="*/ 232 h 234"/>
                  <a:gd name="T34" fmla="*/ 139 w 226"/>
                  <a:gd name="T35" fmla="*/ 234 h 234"/>
                  <a:gd name="T36" fmla="*/ 148 w 226"/>
                  <a:gd name="T37" fmla="*/ 234 h 234"/>
                  <a:gd name="T38" fmla="*/ 158 w 226"/>
                  <a:gd name="T39" fmla="*/ 233 h 234"/>
                  <a:gd name="T40" fmla="*/ 169 w 226"/>
                  <a:gd name="T41" fmla="*/ 231 h 234"/>
                  <a:gd name="T42" fmla="*/ 179 w 226"/>
                  <a:gd name="T43" fmla="*/ 229 h 234"/>
                  <a:gd name="T44" fmla="*/ 189 w 226"/>
                  <a:gd name="T45" fmla="*/ 225 h 234"/>
                  <a:gd name="T46" fmla="*/ 198 w 226"/>
                  <a:gd name="T47" fmla="*/ 221 h 234"/>
                  <a:gd name="T48" fmla="*/ 205 w 226"/>
                  <a:gd name="T49" fmla="*/ 217 h 234"/>
                  <a:gd name="T50" fmla="*/ 211 w 226"/>
                  <a:gd name="T51" fmla="*/ 212 h 234"/>
                  <a:gd name="T52" fmla="*/ 216 w 226"/>
                  <a:gd name="T53" fmla="*/ 206 h 234"/>
                  <a:gd name="T54" fmla="*/ 220 w 226"/>
                  <a:gd name="T55" fmla="*/ 201 h 234"/>
                  <a:gd name="T56" fmla="*/ 223 w 226"/>
                  <a:gd name="T57" fmla="*/ 195 h 234"/>
                  <a:gd name="T58" fmla="*/ 225 w 226"/>
                  <a:gd name="T59" fmla="*/ 188 h 234"/>
                  <a:gd name="T60" fmla="*/ 226 w 226"/>
                  <a:gd name="T61" fmla="*/ 182 h 234"/>
                  <a:gd name="T62" fmla="*/ 226 w 226"/>
                  <a:gd name="T63" fmla="*/ 175 h 234"/>
                  <a:gd name="T64" fmla="*/ 226 w 226"/>
                  <a:gd name="T65" fmla="*/ 168 h 234"/>
                  <a:gd name="T66" fmla="*/ 225 w 226"/>
                  <a:gd name="T67" fmla="*/ 161 h 234"/>
                  <a:gd name="T68" fmla="*/ 221 w 226"/>
                  <a:gd name="T69" fmla="*/ 146 h 234"/>
                  <a:gd name="T70" fmla="*/ 216 w 226"/>
                  <a:gd name="T71" fmla="*/ 132 h 234"/>
                  <a:gd name="T72" fmla="*/ 209 w 226"/>
                  <a:gd name="T73" fmla="*/ 118 h 234"/>
                  <a:gd name="T74" fmla="*/ 201 w 226"/>
                  <a:gd name="T75" fmla="*/ 104 h 234"/>
                  <a:gd name="T76" fmla="*/ 193 w 226"/>
                  <a:gd name="T77" fmla="*/ 92 h 234"/>
                  <a:gd name="T78" fmla="*/ 185 w 226"/>
                  <a:gd name="T79" fmla="*/ 81 h 234"/>
                  <a:gd name="T80" fmla="*/ 173 w 226"/>
                  <a:gd name="T81" fmla="*/ 66 h 234"/>
                  <a:gd name="T82" fmla="*/ 168 w 226"/>
                  <a:gd name="T83" fmla="*/ 60 h 234"/>
                  <a:gd name="T84" fmla="*/ 168 w 226"/>
                  <a:gd name="T85" fmla="*/ 0 h 234"/>
                  <a:gd name="T86" fmla="*/ 0 w 226"/>
                  <a:gd name="T87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26" h="234">
                    <a:moveTo>
                      <a:pt x="0" y="0"/>
                    </a:moveTo>
                    <a:lnTo>
                      <a:pt x="0" y="114"/>
                    </a:lnTo>
                    <a:lnTo>
                      <a:pt x="4" y="120"/>
                    </a:lnTo>
                    <a:lnTo>
                      <a:pt x="13" y="136"/>
                    </a:lnTo>
                    <a:lnTo>
                      <a:pt x="19" y="147"/>
                    </a:lnTo>
                    <a:lnTo>
                      <a:pt x="26" y="159"/>
                    </a:lnTo>
                    <a:lnTo>
                      <a:pt x="36" y="171"/>
                    </a:lnTo>
                    <a:lnTo>
                      <a:pt x="46" y="184"/>
                    </a:lnTo>
                    <a:lnTo>
                      <a:pt x="59" y="196"/>
                    </a:lnTo>
                    <a:lnTo>
                      <a:pt x="73" y="207"/>
                    </a:lnTo>
                    <a:lnTo>
                      <a:pt x="79" y="212"/>
                    </a:lnTo>
                    <a:lnTo>
                      <a:pt x="86" y="217"/>
                    </a:lnTo>
                    <a:lnTo>
                      <a:pt x="95" y="221"/>
                    </a:lnTo>
                    <a:lnTo>
                      <a:pt x="103" y="225"/>
                    </a:lnTo>
                    <a:lnTo>
                      <a:pt x="111" y="228"/>
                    </a:lnTo>
                    <a:lnTo>
                      <a:pt x="120" y="231"/>
                    </a:lnTo>
                    <a:lnTo>
                      <a:pt x="129" y="232"/>
                    </a:lnTo>
                    <a:lnTo>
                      <a:pt x="139" y="234"/>
                    </a:lnTo>
                    <a:lnTo>
                      <a:pt x="148" y="234"/>
                    </a:lnTo>
                    <a:lnTo>
                      <a:pt x="158" y="233"/>
                    </a:lnTo>
                    <a:lnTo>
                      <a:pt x="169" y="231"/>
                    </a:lnTo>
                    <a:lnTo>
                      <a:pt x="179" y="229"/>
                    </a:lnTo>
                    <a:lnTo>
                      <a:pt x="189" y="225"/>
                    </a:lnTo>
                    <a:lnTo>
                      <a:pt x="198" y="221"/>
                    </a:lnTo>
                    <a:lnTo>
                      <a:pt x="205" y="217"/>
                    </a:lnTo>
                    <a:lnTo>
                      <a:pt x="211" y="212"/>
                    </a:lnTo>
                    <a:lnTo>
                      <a:pt x="216" y="206"/>
                    </a:lnTo>
                    <a:lnTo>
                      <a:pt x="220" y="201"/>
                    </a:lnTo>
                    <a:lnTo>
                      <a:pt x="223" y="195"/>
                    </a:lnTo>
                    <a:lnTo>
                      <a:pt x="225" y="188"/>
                    </a:lnTo>
                    <a:lnTo>
                      <a:pt x="226" y="182"/>
                    </a:lnTo>
                    <a:lnTo>
                      <a:pt x="226" y="175"/>
                    </a:lnTo>
                    <a:lnTo>
                      <a:pt x="226" y="168"/>
                    </a:lnTo>
                    <a:lnTo>
                      <a:pt x="225" y="161"/>
                    </a:lnTo>
                    <a:lnTo>
                      <a:pt x="221" y="146"/>
                    </a:lnTo>
                    <a:lnTo>
                      <a:pt x="216" y="132"/>
                    </a:lnTo>
                    <a:lnTo>
                      <a:pt x="209" y="118"/>
                    </a:lnTo>
                    <a:lnTo>
                      <a:pt x="201" y="104"/>
                    </a:lnTo>
                    <a:lnTo>
                      <a:pt x="193" y="92"/>
                    </a:lnTo>
                    <a:lnTo>
                      <a:pt x="185" y="81"/>
                    </a:lnTo>
                    <a:lnTo>
                      <a:pt x="173" y="66"/>
                    </a:lnTo>
                    <a:lnTo>
                      <a:pt x="168" y="60"/>
                    </a:lnTo>
                    <a:lnTo>
                      <a:pt x="1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9" name="Freeform 413">
                <a:extLst>
                  <a:ext uri="{FF2B5EF4-FFF2-40B4-BE49-F238E27FC236}">
                    <a16:creationId xmlns:a16="http://schemas.microsoft.com/office/drawing/2014/main" id="{F0DB8801-39B0-41CD-BEC2-631297636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713" y="3127375"/>
                <a:ext cx="146050" cy="115888"/>
              </a:xfrm>
              <a:custGeom>
                <a:avLst/>
                <a:gdLst>
                  <a:gd name="T0" fmla="*/ 161 w 458"/>
                  <a:gd name="T1" fmla="*/ 13 h 291"/>
                  <a:gd name="T2" fmla="*/ 100 w 458"/>
                  <a:gd name="T3" fmla="*/ 16 h 291"/>
                  <a:gd name="T4" fmla="*/ 63 w 458"/>
                  <a:gd name="T5" fmla="*/ 27 h 291"/>
                  <a:gd name="T6" fmla="*/ 36 w 458"/>
                  <a:gd name="T7" fmla="*/ 50 h 291"/>
                  <a:gd name="T8" fmla="*/ 16 w 458"/>
                  <a:gd name="T9" fmla="*/ 81 h 291"/>
                  <a:gd name="T10" fmla="*/ 5 w 458"/>
                  <a:gd name="T11" fmla="*/ 112 h 291"/>
                  <a:gd name="T12" fmla="*/ 0 w 458"/>
                  <a:gd name="T13" fmla="*/ 142 h 291"/>
                  <a:gd name="T14" fmla="*/ 1 w 458"/>
                  <a:gd name="T15" fmla="*/ 189 h 291"/>
                  <a:gd name="T16" fmla="*/ 16 w 458"/>
                  <a:gd name="T17" fmla="*/ 236 h 291"/>
                  <a:gd name="T18" fmla="*/ 27 w 458"/>
                  <a:gd name="T19" fmla="*/ 273 h 291"/>
                  <a:gd name="T20" fmla="*/ 27 w 458"/>
                  <a:gd name="T21" fmla="*/ 268 h 291"/>
                  <a:gd name="T22" fmla="*/ 32 w 458"/>
                  <a:gd name="T23" fmla="*/ 255 h 291"/>
                  <a:gd name="T24" fmla="*/ 45 w 458"/>
                  <a:gd name="T25" fmla="*/ 245 h 291"/>
                  <a:gd name="T26" fmla="*/ 55 w 458"/>
                  <a:gd name="T27" fmla="*/ 243 h 291"/>
                  <a:gd name="T28" fmla="*/ 67 w 458"/>
                  <a:gd name="T29" fmla="*/ 249 h 291"/>
                  <a:gd name="T30" fmla="*/ 85 w 458"/>
                  <a:gd name="T31" fmla="*/ 269 h 291"/>
                  <a:gd name="T32" fmla="*/ 91 w 458"/>
                  <a:gd name="T33" fmla="*/ 291 h 291"/>
                  <a:gd name="T34" fmla="*/ 117 w 458"/>
                  <a:gd name="T35" fmla="*/ 286 h 291"/>
                  <a:gd name="T36" fmla="*/ 125 w 458"/>
                  <a:gd name="T37" fmla="*/ 279 h 291"/>
                  <a:gd name="T38" fmla="*/ 118 w 458"/>
                  <a:gd name="T39" fmla="*/ 250 h 291"/>
                  <a:gd name="T40" fmla="*/ 107 w 458"/>
                  <a:gd name="T41" fmla="*/ 220 h 291"/>
                  <a:gd name="T42" fmla="*/ 110 w 458"/>
                  <a:gd name="T43" fmla="*/ 210 h 291"/>
                  <a:gd name="T44" fmla="*/ 132 w 458"/>
                  <a:gd name="T45" fmla="*/ 220 h 291"/>
                  <a:gd name="T46" fmla="*/ 175 w 458"/>
                  <a:gd name="T47" fmla="*/ 227 h 291"/>
                  <a:gd name="T48" fmla="*/ 201 w 458"/>
                  <a:gd name="T49" fmla="*/ 226 h 291"/>
                  <a:gd name="T50" fmla="*/ 237 w 458"/>
                  <a:gd name="T51" fmla="*/ 218 h 291"/>
                  <a:gd name="T52" fmla="*/ 277 w 458"/>
                  <a:gd name="T53" fmla="*/ 202 h 291"/>
                  <a:gd name="T54" fmla="*/ 297 w 458"/>
                  <a:gd name="T55" fmla="*/ 182 h 291"/>
                  <a:gd name="T56" fmla="*/ 316 w 458"/>
                  <a:gd name="T57" fmla="*/ 164 h 291"/>
                  <a:gd name="T58" fmla="*/ 336 w 458"/>
                  <a:gd name="T59" fmla="*/ 160 h 291"/>
                  <a:gd name="T60" fmla="*/ 343 w 458"/>
                  <a:gd name="T61" fmla="*/ 165 h 291"/>
                  <a:gd name="T62" fmla="*/ 365 w 458"/>
                  <a:gd name="T63" fmla="*/ 162 h 291"/>
                  <a:gd name="T64" fmla="*/ 381 w 458"/>
                  <a:gd name="T65" fmla="*/ 152 h 291"/>
                  <a:gd name="T66" fmla="*/ 390 w 458"/>
                  <a:gd name="T67" fmla="*/ 154 h 291"/>
                  <a:gd name="T68" fmla="*/ 400 w 458"/>
                  <a:gd name="T69" fmla="*/ 163 h 291"/>
                  <a:gd name="T70" fmla="*/ 405 w 458"/>
                  <a:gd name="T71" fmla="*/ 181 h 291"/>
                  <a:gd name="T72" fmla="*/ 407 w 458"/>
                  <a:gd name="T73" fmla="*/ 192 h 291"/>
                  <a:gd name="T74" fmla="*/ 405 w 458"/>
                  <a:gd name="T75" fmla="*/ 238 h 291"/>
                  <a:gd name="T76" fmla="*/ 416 w 458"/>
                  <a:gd name="T77" fmla="*/ 245 h 291"/>
                  <a:gd name="T78" fmla="*/ 437 w 458"/>
                  <a:gd name="T79" fmla="*/ 222 h 291"/>
                  <a:gd name="T80" fmla="*/ 458 w 458"/>
                  <a:gd name="T81" fmla="*/ 184 h 291"/>
                  <a:gd name="T82" fmla="*/ 452 w 458"/>
                  <a:gd name="T83" fmla="*/ 163 h 291"/>
                  <a:gd name="T84" fmla="*/ 445 w 458"/>
                  <a:gd name="T85" fmla="*/ 137 h 291"/>
                  <a:gd name="T86" fmla="*/ 448 w 458"/>
                  <a:gd name="T87" fmla="*/ 116 h 291"/>
                  <a:gd name="T88" fmla="*/ 448 w 458"/>
                  <a:gd name="T89" fmla="*/ 99 h 291"/>
                  <a:gd name="T90" fmla="*/ 436 w 458"/>
                  <a:gd name="T91" fmla="*/ 95 h 291"/>
                  <a:gd name="T92" fmla="*/ 422 w 458"/>
                  <a:gd name="T93" fmla="*/ 91 h 291"/>
                  <a:gd name="T94" fmla="*/ 395 w 458"/>
                  <a:gd name="T95" fmla="*/ 69 h 291"/>
                  <a:gd name="T96" fmla="*/ 322 w 458"/>
                  <a:gd name="T97" fmla="*/ 28 h 291"/>
                  <a:gd name="T98" fmla="*/ 263 w 458"/>
                  <a:gd name="T99" fmla="*/ 4 h 291"/>
                  <a:gd name="T100" fmla="*/ 240 w 458"/>
                  <a:gd name="T101" fmla="*/ 0 h 291"/>
                  <a:gd name="T102" fmla="*/ 216 w 458"/>
                  <a:gd name="T103" fmla="*/ 7 h 291"/>
                  <a:gd name="T104" fmla="*/ 201 w 458"/>
                  <a:gd name="T105" fmla="*/ 18 h 291"/>
                  <a:gd name="T106" fmla="*/ 191 w 458"/>
                  <a:gd name="T107" fmla="*/ 16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58" h="291">
                    <a:moveTo>
                      <a:pt x="191" y="16"/>
                    </a:moveTo>
                    <a:lnTo>
                      <a:pt x="178" y="14"/>
                    </a:lnTo>
                    <a:lnTo>
                      <a:pt x="161" y="13"/>
                    </a:lnTo>
                    <a:lnTo>
                      <a:pt x="140" y="13"/>
                    </a:lnTo>
                    <a:lnTo>
                      <a:pt x="113" y="14"/>
                    </a:lnTo>
                    <a:lnTo>
                      <a:pt x="100" y="16"/>
                    </a:lnTo>
                    <a:lnTo>
                      <a:pt x="87" y="18"/>
                    </a:lnTo>
                    <a:lnTo>
                      <a:pt x="75" y="22"/>
                    </a:lnTo>
                    <a:lnTo>
                      <a:pt x="63" y="27"/>
                    </a:lnTo>
                    <a:lnTo>
                      <a:pt x="53" y="33"/>
                    </a:lnTo>
                    <a:lnTo>
                      <a:pt x="45" y="41"/>
                    </a:lnTo>
                    <a:lnTo>
                      <a:pt x="36" y="50"/>
                    </a:lnTo>
                    <a:lnTo>
                      <a:pt x="28" y="60"/>
                    </a:lnTo>
                    <a:lnTo>
                      <a:pt x="22" y="70"/>
                    </a:lnTo>
                    <a:lnTo>
                      <a:pt x="16" y="81"/>
                    </a:lnTo>
                    <a:lnTo>
                      <a:pt x="11" y="91"/>
                    </a:lnTo>
                    <a:lnTo>
                      <a:pt x="7" y="101"/>
                    </a:lnTo>
                    <a:lnTo>
                      <a:pt x="5" y="112"/>
                    </a:lnTo>
                    <a:lnTo>
                      <a:pt x="2" y="122"/>
                    </a:lnTo>
                    <a:lnTo>
                      <a:pt x="0" y="132"/>
                    </a:lnTo>
                    <a:lnTo>
                      <a:pt x="0" y="142"/>
                    </a:lnTo>
                    <a:lnTo>
                      <a:pt x="0" y="160"/>
                    </a:lnTo>
                    <a:lnTo>
                      <a:pt x="0" y="176"/>
                    </a:lnTo>
                    <a:lnTo>
                      <a:pt x="1" y="189"/>
                    </a:lnTo>
                    <a:lnTo>
                      <a:pt x="3" y="199"/>
                    </a:lnTo>
                    <a:lnTo>
                      <a:pt x="10" y="218"/>
                    </a:lnTo>
                    <a:lnTo>
                      <a:pt x="16" y="236"/>
                    </a:lnTo>
                    <a:lnTo>
                      <a:pt x="21" y="254"/>
                    </a:lnTo>
                    <a:lnTo>
                      <a:pt x="26" y="272"/>
                    </a:lnTo>
                    <a:lnTo>
                      <a:pt x="27" y="273"/>
                    </a:lnTo>
                    <a:lnTo>
                      <a:pt x="27" y="271"/>
                    </a:lnTo>
                    <a:lnTo>
                      <a:pt x="27" y="269"/>
                    </a:lnTo>
                    <a:lnTo>
                      <a:pt x="27" y="268"/>
                    </a:lnTo>
                    <a:lnTo>
                      <a:pt x="28" y="263"/>
                    </a:lnTo>
                    <a:lnTo>
                      <a:pt x="30" y="259"/>
                    </a:lnTo>
                    <a:lnTo>
                      <a:pt x="32" y="255"/>
                    </a:lnTo>
                    <a:lnTo>
                      <a:pt x="36" y="250"/>
                    </a:lnTo>
                    <a:lnTo>
                      <a:pt x="41" y="247"/>
                    </a:lnTo>
                    <a:lnTo>
                      <a:pt x="45" y="245"/>
                    </a:lnTo>
                    <a:lnTo>
                      <a:pt x="48" y="243"/>
                    </a:lnTo>
                    <a:lnTo>
                      <a:pt x="52" y="243"/>
                    </a:lnTo>
                    <a:lnTo>
                      <a:pt x="55" y="243"/>
                    </a:lnTo>
                    <a:lnTo>
                      <a:pt x="56" y="244"/>
                    </a:lnTo>
                    <a:lnTo>
                      <a:pt x="62" y="246"/>
                    </a:lnTo>
                    <a:lnTo>
                      <a:pt x="67" y="249"/>
                    </a:lnTo>
                    <a:lnTo>
                      <a:pt x="73" y="254"/>
                    </a:lnTo>
                    <a:lnTo>
                      <a:pt x="78" y="261"/>
                    </a:lnTo>
                    <a:lnTo>
                      <a:pt x="85" y="269"/>
                    </a:lnTo>
                    <a:lnTo>
                      <a:pt x="88" y="277"/>
                    </a:lnTo>
                    <a:lnTo>
                      <a:pt x="90" y="284"/>
                    </a:lnTo>
                    <a:lnTo>
                      <a:pt x="91" y="291"/>
                    </a:lnTo>
                    <a:lnTo>
                      <a:pt x="96" y="289"/>
                    </a:lnTo>
                    <a:lnTo>
                      <a:pt x="111" y="287"/>
                    </a:lnTo>
                    <a:lnTo>
                      <a:pt x="117" y="286"/>
                    </a:lnTo>
                    <a:lnTo>
                      <a:pt x="121" y="284"/>
                    </a:lnTo>
                    <a:lnTo>
                      <a:pt x="123" y="282"/>
                    </a:lnTo>
                    <a:lnTo>
                      <a:pt x="125" y="279"/>
                    </a:lnTo>
                    <a:lnTo>
                      <a:pt x="125" y="271"/>
                    </a:lnTo>
                    <a:lnTo>
                      <a:pt x="122" y="261"/>
                    </a:lnTo>
                    <a:lnTo>
                      <a:pt x="118" y="250"/>
                    </a:lnTo>
                    <a:lnTo>
                      <a:pt x="113" y="237"/>
                    </a:lnTo>
                    <a:lnTo>
                      <a:pt x="110" y="229"/>
                    </a:lnTo>
                    <a:lnTo>
                      <a:pt x="107" y="220"/>
                    </a:lnTo>
                    <a:lnTo>
                      <a:pt x="105" y="213"/>
                    </a:lnTo>
                    <a:lnTo>
                      <a:pt x="103" y="207"/>
                    </a:lnTo>
                    <a:lnTo>
                      <a:pt x="110" y="210"/>
                    </a:lnTo>
                    <a:lnTo>
                      <a:pt x="116" y="214"/>
                    </a:lnTo>
                    <a:lnTo>
                      <a:pt x="123" y="217"/>
                    </a:lnTo>
                    <a:lnTo>
                      <a:pt x="132" y="220"/>
                    </a:lnTo>
                    <a:lnTo>
                      <a:pt x="150" y="224"/>
                    </a:lnTo>
                    <a:lnTo>
                      <a:pt x="171" y="226"/>
                    </a:lnTo>
                    <a:lnTo>
                      <a:pt x="175" y="227"/>
                    </a:lnTo>
                    <a:lnTo>
                      <a:pt x="178" y="227"/>
                    </a:lnTo>
                    <a:lnTo>
                      <a:pt x="190" y="227"/>
                    </a:lnTo>
                    <a:lnTo>
                      <a:pt x="201" y="226"/>
                    </a:lnTo>
                    <a:lnTo>
                      <a:pt x="212" y="224"/>
                    </a:lnTo>
                    <a:lnTo>
                      <a:pt x="225" y="221"/>
                    </a:lnTo>
                    <a:lnTo>
                      <a:pt x="237" y="218"/>
                    </a:lnTo>
                    <a:lnTo>
                      <a:pt x="250" y="213"/>
                    </a:lnTo>
                    <a:lnTo>
                      <a:pt x="263" y="208"/>
                    </a:lnTo>
                    <a:lnTo>
                      <a:pt x="277" y="202"/>
                    </a:lnTo>
                    <a:lnTo>
                      <a:pt x="283" y="198"/>
                    </a:lnTo>
                    <a:lnTo>
                      <a:pt x="290" y="192"/>
                    </a:lnTo>
                    <a:lnTo>
                      <a:pt x="297" y="182"/>
                    </a:lnTo>
                    <a:lnTo>
                      <a:pt x="303" y="174"/>
                    </a:lnTo>
                    <a:lnTo>
                      <a:pt x="310" y="168"/>
                    </a:lnTo>
                    <a:lnTo>
                      <a:pt x="316" y="164"/>
                    </a:lnTo>
                    <a:lnTo>
                      <a:pt x="325" y="161"/>
                    </a:lnTo>
                    <a:lnTo>
                      <a:pt x="333" y="160"/>
                    </a:lnTo>
                    <a:lnTo>
                      <a:pt x="336" y="160"/>
                    </a:lnTo>
                    <a:lnTo>
                      <a:pt x="338" y="161"/>
                    </a:lnTo>
                    <a:lnTo>
                      <a:pt x="341" y="163"/>
                    </a:lnTo>
                    <a:lnTo>
                      <a:pt x="343" y="165"/>
                    </a:lnTo>
                    <a:lnTo>
                      <a:pt x="346" y="167"/>
                    </a:lnTo>
                    <a:lnTo>
                      <a:pt x="352" y="172"/>
                    </a:lnTo>
                    <a:lnTo>
                      <a:pt x="365" y="162"/>
                    </a:lnTo>
                    <a:lnTo>
                      <a:pt x="373" y="156"/>
                    </a:lnTo>
                    <a:lnTo>
                      <a:pt x="377" y="154"/>
                    </a:lnTo>
                    <a:lnTo>
                      <a:pt x="381" y="152"/>
                    </a:lnTo>
                    <a:lnTo>
                      <a:pt x="383" y="152"/>
                    </a:lnTo>
                    <a:lnTo>
                      <a:pt x="386" y="152"/>
                    </a:lnTo>
                    <a:lnTo>
                      <a:pt x="390" y="154"/>
                    </a:lnTo>
                    <a:lnTo>
                      <a:pt x="393" y="156"/>
                    </a:lnTo>
                    <a:lnTo>
                      <a:pt x="397" y="159"/>
                    </a:lnTo>
                    <a:lnTo>
                      <a:pt x="400" y="163"/>
                    </a:lnTo>
                    <a:lnTo>
                      <a:pt x="402" y="166"/>
                    </a:lnTo>
                    <a:lnTo>
                      <a:pt x="403" y="170"/>
                    </a:lnTo>
                    <a:lnTo>
                      <a:pt x="405" y="181"/>
                    </a:lnTo>
                    <a:lnTo>
                      <a:pt x="406" y="190"/>
                    </a:lnTo>
                    <a:lnTo>
                      <a:pt x="406" y="191"/>
                    </a:lnTo>
                    <a:lnTo>
                      <a:pt x="407" y="192"/>
                    </a:lnTo>
                    <a:lnTo>
                      <a:pt x="406" y="208"/>
                    </a:lnTo>
                    <a:lnTo>
                      <a:pt x="406" y="223"/>
                    </a:lnTo>
                    <a:lnTo>
                      <a:pt x="405" y="238"/>
                    </a:lnTo>
                    <a:lnTo>
                      <a:pt x="403" y="252"/>
                    </a:lnTo>
                    <a:lnTo>
                      <a:pt x="410" y="250"/>
                    </a:lnTo>
                    <a:lnTo>
                      <a:pt x="416" y="245"/>
                    </a:lnTo>
                    <a:lnTo>
                      <a:pt x="423" y="239"/>
                    </a:lnTo>
                    <a:lnTo>
                      <a:pt x="430" y="231"/>
                    </a:lnTo>
                    <a:lnTo>
                      <a:pt x="437" y="222"/>
                    </a:lnTo>
                    <a:lnTo>
                      <a:pt x="443" y="211"/>
                    </a:lnTo>
                    <a:lnTo>
                      <a:pt x="451" y="198"/>
                    </a:lnTo>
                    <a:lnTo>
                      <a:pt x="458" y="184"/>
                    </a:lnTo>
                    <a:lnTo>
                      <a:pt x="458" y="178"/>
                    </a:lnTo>
                    <a:lnTo>
                      <a:pt x="458" y="173"/>
                    </a:lnTo>
                    <a:lnTo>
                      <a:pt x="452" y="163"/>
                    </a:lnTo>
                    <a:lnTo>
                      <a:pt x="448" y="153"/>
                    </a:lnTo>
                    <a:lnTo>
                      <a:pt x="446" y="144"/>
                    </a:lnTo>
                    <a:lnTo>
                      <a:pt x="445" y="137"/>
                    </a:lnTo>
                    <a:lnTo>
                      <a:pt x="446" y="133"/>
                    </a:lnTo>
                    <a:lnTo>
                      <a:pt x="447" y="126"/>
                    </a:lnTo>
                    <a:lnTo>
                      <a:pt x="448" y="116"/>
                    </a:lnTo>
                    <a:lnTo>
                      <a:pt x="451" y="103"/>
                    </a:lnTo>
                    <a:lnTo>
                      <a:pt x="450" y="101"/>
                    </a:lnTo>
                    <a:lnTo>
                      <a:pt x="448" y="99"/>
                    </a:lnTo>
                    <a:lnTo>
                      <a:pt x="445" y="97"/>
                    </a:lnTo>
                    <a:lnTo>
                      <a:pt x="441" y="96"/>
                    </a:lnTo>
                    <a:lnTo>
                      <a:pt x="436" y="95"/>
                    </a:lnTo>
                    <a:lnTo>
                      <a:pt x="430" y="94"/>
                    </a:lnTo>
                    <a:lnTo>
                      <a:pt x="426" y="93"/>
                    </a:lnTo>
                    <a:lnTo>
                      <a:pt x="422" y="91"/>
                    </a:lnTo>
                    <a:lnTo>
                      <a:pt x="417" y="87"/>
                    </a:lnTo>
                    <a:lnTo>
                      <a:pt x="411" y="81"/>
                    </a:lnTo>
                    <a:lnTo>
                      <a:pt x="395" y="69"/>
                    </a:lnTo>
                    <a:lnTo>
                      <a:pt x="373" y="57"/>
                    </a:lnTo>
                    <a:lnTo>
                      <a:pt x="350" y="43"/>
                    </a:lnTo>
                    <a:lnTo>
                      <a:pt x="322" y="28"/>
                    </a:lnTo>
                    <a:lnTo>
                      <a:pt x="296" y="16"/>
                    </a:lnTo>
                    <a:lnTo>
                      <a:pt x="273" y="7"/>
                    </a:lnTo>
                    <a:lnTo>
                      <a:pt x="263" y="4"/>
                    </a:lnTo>
                    <a:lnTo>
                      <a:pt x="255" y="2"/>
                    </a:lnTo>
                    <a:lnTo>
                      <a:pt x="246" y="0"/>
                    </a:lnTo>
                    <a:lnTo>
                      <a:pt x="240" y="0"/>
                    </a:lnTo>
                    <a:lnTo>
                      <a:pt x="232" y="1"/>
                    </a:lnTo>
                    <a:lnTo>
                      <a:pt x="225" y="3"/>
                    </a:lnTo>
                    <a:lnTo>
                      <a:pt x="216" y="7"/>
                    </a:lnTo>
                    <a:lnTo>
                      <a:pt x="208" y="12"/>
                    </a:lnTo>
                    <a:lnTo>
                      <a:pt x="203" y="16"/>
                    </a:lnTo>
                    <a:lnTo>
                      <a:pt x="201" y="18"/>
                    </a:lnTo>
                    <a:lnTo>
                      <a:pt x="196" y="17"/>
                    </a:lnTo>
                    <a:lnTo>
                      <a:pt x="191" y="16"/>
                    </a:lnTo>
                    <a:lnTo>
                      <a:pt x="19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0" name="Freeform 414">
                <a:extLst>
                  <a:ext uri="{FF2B5EF4-FFF2-40B4-BE49-F238E27FC236}">
                    <a16:creationId xmlns:a16="http://schemas.microsoft.com/office/drawing/2014/main" id="{1760053D-5496-4C6E-B55E-742D124BA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238" y="3187700"/>
                <a:ext cx="120650" cy="119063"/>
              </a:xfrm>
              <a:custGeom>
                <a:avLst/>
                <a:gdLst>
                  <a:gd name="T0" fmla="*/ 18 w 380"/>
                  <a:gd name="T1" fmla="*/ 93 h 297"/>
                  <a:gd name="T2" fmla="*/ 28 w 380"/>
                  <a:gd name="T3" fmla="*/ 91 h 297"/>
                  <a:gd name="T4" fmla="*/ 40 w 380"/>
                  <a:gd name="T5" fmla="*/ 97 h 297"/>
                  <a:gd name="T6" fmla="*/ 58 w 380"/>
                  <a:gd name="T7" fmla="*/ 117 h 297"/>
                  <a:gd name="T8" fmla="*/ 64 w 380"/>
                  <a:gd name="T9" fmla="*/ 139 h 297"/>
                  <a:gd name="T10" fmla="*/ 90 w 380"/>
                  <a:gd name="T11" fmla="*/ 134 h 297"/>
                  <a:gd name="T12" fmla="*/ 98 w 380"/>
                  <a:gd name="T13" fmla="*/ 127 h 297"/>
                  <a:gd name="T14" fmla="*/ 91 w 380"/>
                  <a:gd name="T15" fmla="*/ 98 h 297"/>
                  <a:gd name="T16" fmla="*/ 80 w 380"/>
                  <a:gd name="T17" fmla="*/ 68 h 297"/>
                  <a:gd name="T18" fmla="*/ 83 w 380"/>
                  <a:gd name="T19" fmla="*/ 58 h 297"/>
                  <a:gd name="T20" fmla="*/ 105 w 380"/>
                  <a:gd name="T21" fmla="*/ 68 h 297"/>
                  <a:gd name="T22" fmla="*/ 148 w 380"/>
                  <a:gd name="T23" fmla="*/ 75 h 297"/>
                  <a:gd name="T24" fmla="*/ 174 w 380"/>
                  <a:gd name="T25" fmla="*/ 74 h 297"/>
                  <a:gd name="T26" fmla="*/ 210 w 380"/>
                  <a:gd name="T27" fmla="*/ 66 h 297"/>
                  <a:gd name="T28" fmla="*/ 250 w 380"/>
                  <a:gd name="T29" fmla="*/ 50 h 297"/>
                  <a:gd name="T30" fmla="*/ 270 w 380"/>
                  <a:gd name="T31" fmla="*/ 30 h 297"/>
                  <a:gd name="T32" fmla="*/ 289 w 380"/>
                  <a:gd name="T33" fmla="*/ 12 h 297"/>
                  <a:gd name="T34" fmla="*/ 309 w 380"/>
                  <a:gd name="T35" fmla="*/ 8 h 297"/>
                  <a:gd name="T36" fmla="*/ 316 w 380"/>
                  <a:gd name="T37" fmla="*/ 13 h 297"/>
                  <a:gd name="T38" fmla="*/ 338 w 380"/>
                  <a:gd name="T39" fmla="*/ 10 h 297"/>
                  <a:gd name="T40" fmla="*/ 354 w 380"/>
                  <a:gd name="T41" fmla="*/ 0 h 297"/>
                  <a:gd name="T42" fmla="*/ 363 w 380"/>
                  <a:gd name="T43" fmla="*/ 2 h 297"/>
                  <a:gd name="T44" fmla="*/ 373 w 380"/>
                  <a:gd name="T45" fmla="*/ 11 h 297"/>
                  <a:gd name="T46" fmla="*/ 378 w 380"/>
                  <a:gd name="T47" fmla="*/ 29 h 297"/>
                  <a:gd name="T48" fmla="*/ 380 w 380"/>
                  <a:gd name="T49" fmla="*/ 40 h 297"/>
                  <a:gd name="T50" fmla="*/ 378 w 380"/>
                  <a:gd name="T51" fmla="*/ 86 h 297"/>
                  <a:gd name="T52" fmla="*/ 370 w 380"/>
                  <a:gd name="T53" fmla="*/ 139 h 297"/>
                  <a:gd name="T54" fmla="*/ 354 w 380"/>
                  <a:gd name="T55" fmla="*/ 190 h 297"/>
                  <a:gd name="T56" fmla="*/ 331 w 380"/>
                  <a:gd name="T57" fmla="*/ 234 h 297"/>
                  <a:gd name="T58" fmla="*/ 308 w 380"/>
                  <a:gd name="T59" fmla="*/ 263 h 297"/>
                  <a:gd name="T60" fmla="*/ 284 w 380"/>
                  <a:gd name="T61" fmla="*/ 282 h 297"/>
                  <a:gd name="T62" fmla="*/ 258 w 380"/>
                  <a:gd name="T63" fmla="*/ 294 h 297"/>
                  <a:gd name="T64" fmla="*/ 231 w 380"/>
                  <a:gd name="T65" fmla="*/ 297 h 297"/>
                  <a:gd name="T66" fmla="*/ 199 w 380"/>
                  <a:gd name="T67" fmla="*/ 295 h 297"/>
                  <a:gd name="T68" fmla="*/ 164 w 380"/>
                  <a:gd name="T69" fmla="*/ 285 h 297"/>
                  <a:gd name="T70" fmla="*/ 134 w 380"/>
                  <a:gd name="T71" fmla="*/ 268 h 297"/>
                  <a:gd name="T72" fmla="*/ 101 w 380"/>
                  <a:gd name="T73" fmla="*/ 239 h 297"/>
                  <a:gd name="T74" fmla="*/ 74 w 380"/>
                  <a:gd name="T75" fmla="*/ 201 h 297"/>
                  <a:gd name="T76" fmla="*/ 55 w 380"/>
                  <a:gd name="T77" fmla="*/ 174 h 297"/>
                  <a:gd name="T78" fmla="*/ 45 w 380"/>
                  <a:gd name="T79" fmla="*/ 178 h 297"/>
                  <a:gd name="T80" fmla="*/ 40 w 380"/>
                  <a:gd name="T81" fmla="*/ 178 h 297"/>
                  <a:gd name="T82" fmla="*/ 29 w 380"/>
                  <a:gd name="T83" fmla="*/ 172 h 297"/>
                  <a:gd name="T84" fmla="*/ 9 w 380"/>
                  <a:gd name="T85" fmla="*/ 144 h 297"/>
                  <a:gd name="T86" fmla="*/ 0 w 380"/>
                  <a:gd name="T87" fmla="*/ 119 h 297"/>
                  <a:gd name="T88" fmla="*/ 1 w 380"/>
                  <a:gd name="T89" fmla="*/ 111 h 297"/>
                  <a:gd name="T90" fmla="*/ 9 w 380"/>
                  <a:gd name="T91" fmla="*/ 9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80" h="297">
                    <a:moveTo>
                      <a:pt x="9" y="98"/>
                    </a:moveTo>
                    <a:lnTo>
                      <a:pt x="14" y="95"/>
                    </a:lnTo>
                    <a:lnTo>
                      <a:pt x="18" y="93"/>
                    </a:lnTo>
                    <a:lnTo>
                      <a:pt x="21" y="91"/>
                    </a:lnTo>
                    <a:lnTo>
                      <a:pt x="25" y="91"/>
                    </a:lnTo>
                    <a:lnTo>
                      <a:pt x="28" y="91"/>
                    </a:lnTo>
                    <a:lnTo>
                      <a:pt x="29" y="92"/>
                    </a:lnTo>
                    <a:lnTo>
                      <a:pt x="35" y="94"/>
                    </a:lnTo>
                    <a:lnTo>
                      <a:pt x="40" y="97"/>
                    </a:lnTo>
                    <a:lnTo>
                      <a:pt x="46" y="102"/>
                    </a:lnTo>
                    <a:lnTo>
                      <a:pt x="51" y="109"/>
                    </a:lnTo>
                    <a:lnTo>
                      <a:pt x="58" y="117"/>
                    </a:lnTo>
                    <a:lnTo>
                      <a:pt x="61" y="125"/>
                    </a:lnTo>
                    <a:lnTo>
                      <a:pt x="63" y="132"/>
                    </a:lnTo>
                    <a:lnTo>
                      <a:pt x="64" y="139"/>
                    </a:lnTo>
                    <a:lnTo>
                      <a:pt x="69" y="137"/>
                    </a:lnTo>
                    <a:lnTo>
                      <a:pt x="84" y="135"/>
                    </a:lnTo>
                    <a:lnTo>
                      <a:pt x="90" y="134"/>
                    </a:lnTo>
                    <a:lnTo>
                      <a:pt x="94" y="132"/>
                    </a:lnTo>
                    <a:lnTo>
                      <a:pt x="96" y="130"/>
                    </a:lnTo>
                    <a:lnTo>
                      <a:pt x="98" y="127"/>
                    </a:lnTo>
                    <a:lnTo>
                      <a:pt x="98" y="119"/>
                    </a:lnTo>
                    <a:lnTo>
                      <a:pt x="95" y="109"/>
                    </a:lnTo>
                    <a:lnTo>
                      <a:pt x="91" y="98"/>
                    </a:lnTo>
                    <a:lnTo>
                      <a:pt x="86" y="85"/>
                    </a:lnTo>
                    <a:lnTo>
                      <a:pt x="83" y="76"/>
                    </a:lnTo>
                    <a:lnTo>
                      <a:pt x="80" y="68"/>
                    </a:lnTo>
                    <a:lnTo>
                      <a:pt x="78" y="61"/>
                    </a:lnTo>
                    <a:lnTo>
                      <a:pt x="76" y="55"/>
                    </a:lnTo>
                    <a:lnTo>
                      <a:pt x="83" y="58"/>
                    </a:lnTo>
                    <a:lnTo>
                      <a:pt x="89" y="62"/>
                    </a:lnTo>
                    <a:lnTo>
                      <a:pt x="96" y="65"/>
                    </a:lnTo>
                    <a:lnTo>
                      <a:pt x="105" y="68"/>
                    </a:lnTo>
                    <a:lnTo>
                      <a:pt x="123" y="72"/>
                    </a:lnTo>
                    <a:lnTo>
                      <a:pt x="144" y="74"/>
                    </a:lnTo>
                    <a:lnTo>
                      <a:pt x="148" y="75"/>
                    </a:lnTo>
                    <a:lnTo>
                      <a:pt x="151" y="75"/>
                    </a:lnTo>
                    <a:lnTo>
                      <a:pt x="163" y="75"/>
                    </a:lnTo>
                    <a:lnTo>
                      <a:pt x="174" y="74"/>
                    </a:lnTo>
                    <a:lnTo>
                      <a:pt x="185" y="72"/>
                    </a:lnTo>
                    <a:lnTo>
                      <a:pt x="198" y="69"/>
                    </a:lnTo>
                    <a:lnTo>
                      <a:pt x="210" y="66"/>
                    </a:lnTo>
                    <a:lnTo>
                      <a:pt x="223" y="61"/>
                    </a:lnTo>
                    <a:lnTo>
                      <a:pt x="236" y="56"/>
                    </a:lnTo>
                    <a:lnTo>
                      <a:pt x="250" y="50"/>
                    </a:lnTo>
                    <a:lnTo>
                      <a:pt x="256" y="46"/>
                    </a:lnTo>
                    <a:lnTo>
                      <a:pt x="263" y="40"/>
                    </a:lnTo>
                    <a:lnTo>
                      <a:pt x="270" y="30"/>
                    </a:lnTo>
                    <a:lnTo>
                      <a:pt x="276" y="22"/>
                    </a:lnTo>
                    <a:lnTo>
                      <a:pt x="283" y="16"/>
                    </a:lnTo>
                    <a:lnTo>
                      <a:pt x="289" y="12"/>
                    </a:lnTo>
                    <a:lnTo>
                      <a:pt x="298" y="9"/>
                    </a:lnTo>
                    <a:lnTo>
                      <a:pt x="306" y="8"/>
                    </a:lnTo>
                    <a:lnTo>
                      <a:pt x="309" y="8"/>
                    </a:lnTo>
                    <a:lnTo>
                      <a:pt x="311" y="9"/>
                    </a:lnTo>
                    <a:lnTo>
                      <a:pt x="314" y="11"/>
                    </a:lnTo>
                    <a:lnTo>
                      <a:pt x="316" y="13"/>
                    </a:lnTo>
                    <a:lnTo>
                      <a:pt x="319" y="15"/>
                    </a:lnTo>
                    <a:lnTo>
                      <a:pt x="325" y="20"/>
                    </a:lnTo>
                    <a:lnTo>
                      <a:pt x="338" y="10"/>
                    </a:lnTo>
                    <a:lnTo>
                      <a:pt x="346" y="4"/>
                    </a:lnTo>
                    <a:lnTo>
                      <a:pt x="350" y="2"/>
                    </a:lnTo>
                    <a:lnTo>
                      <a:pt x="354" y="0"/>
                    </a:lnTo>
                    <a:lnTo>
                      <a:pt x="356" y="0"/>
                    </a:lnTo>
                    <a:lnTo>
                      <a:pt x="359" y="0"/>
                    </a:lnTo>
                    <a:lnTo>
                      <a:pt x="363" y="2"/>
                    </a:lnTo>
                    <a:lnTo>
                      <a:pt x="366" y="4"/>
                    </a:lnTo>
                    <a:lnTo>
                      <a:pt x="370" y="7"/>
                    </a:lnTo>
                    <a:lnTo>
                      <a:pt x="373" y="11"/>
                    </a:lnTo>
                    <a:lnTo>
                      <a:pt x="375" y="14"/>
                    </a:lnTo>
                    <a:lnTo>
                      <a:pt x="376" y="18"/>
                    </a:lnTo>
                    <a:lnTo>
                      <a:pt x="378" y="29"/>
                    </a:lnTo>
                    <a:lnTo>
                      <a:pt x="379" y="38"/>
                    </a:lnTo>
                    <a:lnTo>
                      <a:pt x="379" y="39"/>
                    </a:lnTo>
                    <a:lnTo>
                      <a:pt x="380" y="40"/>
                    </a:lnTo>
                    <a:lnTo>
                      <a:pt x="379" y="56"/>
                    </a:lnTo>
                    <a:lnTo>
                      <a:pt x="379" y="71"/>
                    </a:lnTo>
                    <a:lnTo>
                      <a:pt x="378" y="86"/>
                    </a:lnTo>
                    <a:lnTo>
                      <a:pt x="376" y="100"/>
                    </a:lnTo>
                    <a:lnTo>
                      <a:pt x="374" y="120"/>
                    </a:lnTo>
                    <a:lnTo>
                      <a:pt x="370" y="139"/>
                    </a:lnTo>
                    <a:lnTo>
                      <a:pt x="365" y="157"/>
                    </a:lnTo>
                    <a:lnTo>
                      <a:pt x="360" y="174"/>
                    </a:lnTo>
                    <a:lnTo>
                      <a:pt x="354" y="190"/>
                    </a:lnTo>
                    <a:lnTo>
                      <a:pt x="348" y="206"/>
                    </a:lnTo>
                    <a:lnTo>
                      <a:pt x="340" y="220"/>
                    </a:lnTo>
                    <a:lnTo>
                      <a:pt x="331" y="234"/>
                    </a:lnTo>
                    <a:lnTo>
                      <a:pt x="324" y="244"/>
                    </a:lnTo>
                    <a:lnTo>
                      <a:pt x="316" y="254"/>
                    </a:lnTo>
                    <a:lnTo>
                      <a:pt x="308" y="263"/>
                    </a:lnTo>
                    <a:lnTo>
                      <a:pt x="299" y="270"/>
                    </a:lnTo>
                    <a:lnTo>
                      <a:pt x="291" y="277"/>
                    </a:lnTo>
                    <a:lnTo>
                      <a:pt x="284" y="282"/>
                    </a:lnTo>
                    <a:lnTo>
                      <a:pt x="275" y="287"/>
                    </a:lnTo>
                    <a:lnTo>
                      <a:pt x="266" y="291"/>
                    </a:lnTo>
                    <a:lnTo>
                      <a:pt x="258" y="294"/>
                    </a:lnTo>
                    <a:lnTo>
                      <a:pt x="249" y="296"/>
                    </a:lnTo>
                    <a:lnTo>
                      <a:pt x="240" y="297"/>
                    </a:lnTo>
                    <a:lnTo>
                      <a:pt x="231" y="297"/>
                    </a:lnTo>
                    <a:lnTo>
                      <a:pt x="230" y="297"/>
                    </a:lnTo>
                    <a:lnTo>
                      <a:pt x="214" y="297"/>
                    </a:lnTo>
                    <a:lnTo>
                      <a:pt x="199" y="295"/>
                    </a:lnTo>
                    <a:lnTo>
                      <a:pt x="185" y="292"/>
                    </a:lnTo>
                    <a:lnTo>
                      <a:pt x="170" y="287"/>
                    </a:lnTo>
                    <a:lnTo>
                      <a:pt x="164" y="285"/>
                    </a:lnTo>
                    <a:lnTo>
                      <a:pt x="158" y="282"/>
                    </a:lnTo>
                    <a:lnTo>
                      <a:pt x="145" y="275"/>
                    </a:lnTo>
                    <a:lnTo>
                      <a:pt x="134" y="268"/>
                    </a:lnTo>
                    <a:lnTo>
                      <a:pt x="123" y="259"/>
                    </a:lnTo>
                    <a:lnTo>
                      <a:pt x="113" y="250"/>
                    </a:lnTo>
                    <a:lnTo>
                      <a:pt x="101" y="239"/>
                    </a:lnTo>
                    <a:lnTo>
                      <a:pt x="93" y="227"/>
                    </a:lnTo>
                    <a:lnTo>
                      <a:pt x="83" y="215"/>
                    </a:lnTo>
                    <a:lnTo>
                      <a:pt x="74" y="201"/>
                    </a:lnTo>
                    <a:lnTo>
                      <a:pt x="65" y="187"/>
                    </a:lnTo>
                    <a:lnTo>
                      <a:pt x="58" y="172"/>
                    </a:lnTo>
                    <a:lnTo>
                      <a:pt x="55" y="174"/>
                    </a:lnTo>
                    <a:lnTo>
                      <a:pt x="53" y="176"/>
                    </a:lnTo>
                    <a:lnTo>
                      <a:pt x="49" y="177"/>
                    </a:lnTo>
                    <a:lnTo>
                      <a:pt x="45" y="178"/>
                    </a:lnTo>
                    <a:lnTo>
                      <a:pt x="44" y="178"/>
                    </a:lnTo>
                    <a:lnTo>
                      <a:pt x="43" y="178"/>
                    </a:lnTo>
                    <a:lnTo>
                      <a:pt x="40" y="178"/>
                    </a:lnTo>
                    <a:lnTo>
                      <a:pt x="36" y="177"/>
                    </a:lnTo>
                    <a:lnTo>
                      <a:pt x="33" y="175"/>
                    </a:lnTo>
                    <a:lnTo>
                      <a:pt x="29" y="172"/>
                    </a:lnTo>
                    <a:lnTo>
                      <a:pt x="21" y="164"/>
                    </a:lnTo>
                    <a:lnTo>
                      <a:pt x="14" y="154"/>
                    </a:lnTo>
                    <a:lnTo>
                      <a:pt x="9" y="144"/>
                    </a:lnTo>
                    <a:lnTo>
                      <a:pt x="5" y="134"/>
                    </a:lnTo>
                    <a:lnTo>
                      <a:pt x="1" y="126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116"/>
                    </a:lnTo>
                    <a:lnTo>
                      <a:pt x="1" y="111"/>
                    </a:lnTo>
                    <a:lnTo>
                      <a:pt x="3" y="107"/>
                    </a:lnTo>
                    <a:lnTo>
                      <a:pt x="5" y="103"/>
                    </a:lnTo>
                    <a:lnTo>
                      <a:pt x="9" y="9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1" name="Freeform 415">
                <a:extLst>
                  <a:ext uri="{FF2B5EF4-FFF2-40B4-BE49-F238E27FC236}">
                    <a16:creationId xmlns:a16="http://schemas.microsoft.com/office/drawing/2014/main" id="{CBDBD30E-358A-42F1-BEB9-990F48B32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6138" y="4805363"/>
                <a:ext cx="142875" cy="69850"/>
              </a:xfrm>
              <a:custGeom>
                <a:avLst/>
                <a:gdLst>
                  <a:gd name="T0" fmla="*/ 219 w 452"/>
                  <a:gd name="T1" fmla="*/ 1 h 175"/>
                  <a:gd name="T2" fmla="*/ 213 w 452"/>
                  <a:gd name="T3" fmla="*/ 0 h 175"/>
                  <a:gd name="T4" fmla="*/ 203 w 452"/>
                  <a:gd name="T5" fmla="*/ 3 h 175"/>
                  <a:gd name="T6" fmla="*/ 183 w 452"/>
                  <a:gd name="T7" fmla="*/ 14 h 175"/>
                  <a:gd name="T8" fmla="*/ 159 w 452"/>
                  <a:gd name="T9" fmla="*/ 32 h 175"/>
                  <a:gd name="T10" fmla="*/ 137 w 452"/>
                  <a:gd name="T11" fmla="*/ 44 h 175"/>
                  <a:gd name="T12" fmla="*/ 121 w 452"/>
                  <a:gd name="T13" fmla="*/ 47 h 175"/>
                  <a:gd name="T14" fmla="*/ 101 w 452"/>
                  <a:gd name="T15" fmla="*/ 52 h 175"/>
                  <a:gd name="T16" fmla="*/ 77 w 452"/>
                  <a:gd name="T17" fmla="*/ 51 h 175"/>
                  <a:gd name="T18" fmla="*/ 47 w 452"/>
                  <a:gd name="T19" fmla="*/ 42 h 175"/>
                  <a:gd name="T20" fmla="*/ 21 w 452"/>
                  <a:gd name="T21" fmla="*/ 41 h 175"/>
                  <a:gd name="T22" fmla="*/ 5 w 452"/>
                  <a:gd name="T23" fmla="*/ 60 h 175"/>
                  <a:gd name="T24" fmla="*/ 0 w 452"/>
                  <a:gd name="T25" fmla="*/ 77 h 175"/>
                  <a:gd name="T26" fmla="*/ 0 w 452"/>
                  <a:gd name="T27" fmla="*/ 98 h 175"/>
                  <a:gd name="T28" fmla="*/ 3 w 452"/>
                  <a:gd name="T29" fmla="*/ 118 h 175"/>
                  <a:gd name="T30" fmla="*/ 10 w 452"/>
                  <a:gd name="T31" fmla="*/ 129 h 175"/>
                  <a:gd name="T32" fmla="*/ 15 w 452"/>
                  <a:gd name="T33" fmla="*/ 135 h 175"/>
                  <a:gd name="T34" fmla="*/ 35 w 452"/>
                  <a:gd name="T35" fmla="*/ 141 h 175"/>
                  <a:gd name="T36" fmla="*/ 76 w 452"/>
                  <a:gd name="T37" fmla="*/ 146 h 175"/>
                  <a:gd name="T38" fmla="*/ 144 w 452"/>
                  <a:gd name="T39" fmla="*/ 150 h 175"/>
                  <a:gd name="T40" fmla="*/ 221 w 452"/>
                  <a:gd name="T41" fmla="*/ 158 h 175"/>
                  <a:gd name="T42" fmla="*/ 277 w 452"/>
                  <a:gd name="T43" fmla="*/ 168 h 175"/>
                  <a:gd name="T44" fmla="*/ 316 w 452"/>
                  <a:gd name="T45" fmla="*/ 173 h 175"/>
                  <a:gd name="T46" fmla="*/ 348 w 452"/>
                  <a:gd name="T47" fmla="*/ 175 h 175"/>
                  <a:gd name="T48" fmla="*/ 383 w 452"/>
                  <a:gd name="T49" fmla="*/ 169 h 175"/>
                  <a:gd name="T50" fmla="*/ 411 w 452"/>
                  <a:gd name="T51" fmla="*/ 160 h 175"/>
                  <a:gd name="T52" fmla="*/ 427 w 452"/>
                  <a:gd name="T53" fmla="*/ 152 h 175"/>
                  <a:gd name="T54" fmla="*/ 441 w 452"/>
                  <a:gd name="T55" fmla="*/ 142 h 175"/>
                  <a:gd name="T56" fmla="*/ 449 w 452"/>
                  <a:gd name="T57" fmla="*/ 132 h 175"/>
                  <a:gd name="T58" fmla="*/ 452 w 452"/>
                  <a:gd name="T59" fmla="*/ 122 h 175"/>
                  <a:gd name="T60" fmla="*/ 444 w 452"/>
                  <a:gd name="T61" fmla="*/ 113 h 175"/>
                  <a:gd name="T62" fmla="*/ 424 w 452"/>
                  <a:gd name="T63" fmla="*/ 101 h 175"/>
                  <a:gd name="T64" fmla="*/ 404 w 452"/>
                  <a:gd name="T65" fmla="*/ 87 h 175"/>
                  <a:gd name="T66" fmla="*/ 384 w 452"/>
                  <a:gd name="T67" fmla="*/ 75 h 175"/>
                  <a:gd name="T68" fmla="*/ 352 w 452"/>
                  <a:gd name="T69" fmla="*/ 61 h 175"/>
                  <a:gd name="T70" fmla="*/ 309 w 452"/>
                  <a:gd name="T71" fmla="*/ 46 h 175"/>
                  <a:gd name="T72" fmla="*/ 266 w 452"/>
                  <a:gd name="T73" fmla="*/ 28 h 175"/>
                  <a:gd name="T74" fmla="*/ 232 w 452"/>
                  <a:gd name="T75" fmla="*/ 9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2" h="175">
                    <a:moveTo>
                      <a:pt x="222" y="2"/>
                    </a:moveTo>
                    <a:lnTo>
                      <a:pt x="219" y="1"/>
                    </a:lnTo>
                    <a:lnTo>
                      <a:pt x="217" y="0"/>
                    </a:lnTo>
                    <a:lnTo>
                      <a:pt x="213" y="0"/>
                    </a:lnTo>
                    <a:lnTo>
                      <a:pt x="211" y="1"/>
                    </a:lnTo>
                    <a:lnTo>
                      <a:pt x="203" y="3"/>
                    </a:lnTo>
                    <a:lnTo>
                      <a:pt x="193" y="7"/>
                    </a:lnTo>
                    <a:lnTo>
                      <a:pt x="183" y="14"/>
                    </a:lnTo>
                    <a:lnTo>
                      <a:pt x="172" y="22"/>
                    </a:lnTo>
                    <a:lnTo>
                      <a:pt x="159" y="32"/>
                    </a:lnTo>
                    <a:lnTo>
                      <a:pt x="144" y="44"/>
                    </a:lnTo>
                    <a:lnTo>
                      <a:pt x="137" y="44"/>
                    </a:lnTo>
                    <a:lnTo>
                      <a:pt x="128" y="45"/>
                    </a:lnTo>
                    <a:lnTo>
                      <a:pt x="121" y="47"/>
                    </a:lnTo>
                    <a:lnTo>
                      <a:pt x="114" y="50"/>
                    </a:lnTo>
                    <a:lnTo>
                      <a:pt x="101" y="52"/>
                    </a:lnTo>
                    <a:lnTo>
                      <a:pt x="88" y="52"/>
                    </a:lnTo>
                    <a:lnTo>
                      <a:pt x="77" y="51"/>
                    </a:lnTo>
                    <a:lnTo>
                      <a:pt x="67" y="49"/>
                    </a:lnTo>
                    <a:lnTo>
                      <a:pt x="47" y="42"/>
                    </a:lnTo>
                    <a:lnTo>
                      <a:pt x="26" y="35"/>
                    </a:lnTo>
                    <a:lnTo>
                      <a:pt x="21" y="41"/>
                    </a:lnTo>
                    <a:lnTo>
                      <a:pt x="13" y="50"/>
                    </a:lnTo>
                    <a:lnTo>
                      <a:pt x="5" y="60"/>
                    </a:lnTo>
                    <a:lnTo>
                      <a:pt x="1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0" y="98"/>
                    </a:lnTo>
                    <a:lnTo>
                      <a:pt x="1" y="108"/>
                    </a:lnTo>
                    <a:lnTo>
                      <a:pt x="3" y="118"/>
                    </a:lnTo>
                    <a:lnTo>
                      <a:pt x="7" y="126"/>
                    </a:lnTo>
                    <a:lnTo>
                      <a:pt x="10" y="129"/>
                    </a:lnTo>
                    <a:lnTo>
                      <a:pt x="12" y="132"/>
                    </a:lnTo>
                    <a:lnTo>
                      <a:pt x="15" y="135"/>
                    </a:lnTo>
                    <a:lnTo>
                      <a:pt x="18" y="136"/>
                    </a:lnTo>
                    <a:lnTo>
                      <a:pt x="35" y="141"/>
                    </a:lnTo>
                    <a:lnTo>
                      <a:pt x="55" y="144"/>
                    </a:lnTo>
                    <a:lnTo>
                      <a:pt x="76" y="146"/>
                    </a:lnTo>
                    <a:lnTo>
                      <a:pt x="99" y="148"/>
                    </a:lnTo>
                    <a:lnTo>
                      <a:pt x="144" y="150"/>
                    </a:lnTo>
                    <a:lnTo>
                      <a:pt x="182" y="152"/>
                    </a:lnTo>
                    <a:lnTo>
                      <a:pt x="221" y="158"/>
                    </a:lnTo>
                    <a:lnTo>
                      <a:pt x="258" y="165"/>
                    </a:lnTo>
                    <a:lnTo>
                      <a:pt x="277" y="168"/>
                    </a:lnTo>
                    <a:lnTo>
                      <a:pt x="296" y="171"/>
                    </a:lnTo>
                    <a:lnTo>
                      <a:pt x="316" y="173"/>
                    </a:lnTo>
                    <a:lnTo>
                      <a:pt x="336" y="175"/>
                    </a:lnTo>
                    <a:lnTo>
                      <a:pt x="348" y="175"/>
                    </a:lnTo>
                    <a:lnTo>
                      <a:pt x="366" y="173"/>
                    </a:lnTo>
                    <a:lnTo>
                      <a:pt x="383" y="169"/>
                    </a:lnTo>
                    <a:lnTo>
                      <a:pt x="402" y="163"/>
                    </a:lnTo>
                    <a:lnTo>
                      <a:pt x="411" y="160"/>
                    </a:lnTo>
                    <a:lnTo>
                      <a:pt x="419" y="156"/>
                    </a:lnTo>
                    <a:lnTo>
                      <a:pt x="427" y="152"/>
                    </a:lnTo>
                    <a:lnTo>
                      <a:pt x="434" y="147"/>
                    </a:lnTo>
                    <a:lnTo>
                      <a:pt x="441" y="142"/>
                    </a:lnTo>
                    <a:lnTo>
                      <a:pt x="446" y="137"/>
                    </a:lnTo>
                    <a:lnTo>
                      <a:pt x="449" y="132"/>
                    </a:lnTo>
                    <a:lnTo>
                      <a:pt x="452" y="126"/>
                    </a:lnTo>
                    <a:lnTo>
                      <a:pt x="452" y="122"/>
                    </a:lnTo>
                    <a:lnTo>
                      <a:pt x="449" y="117"/>
                    </a:lnTo>
                    <a:lnTo>
                      <a:pt x="444" y="113"/>
                    </a:lnTo>
                    <a:lnTo>
                      <a:pt x="438" y="109"/>
                    </a:lnTo>
                    <a:lnTo>
                      <a:pt x="424" y="101"/>
                    </a:lnTo>
                    <a:lnTo>
                      <a:pt x="414" y="95"/>
                    </a:lnTo>
                    <a:lnTo>
                      <a:pt x="404" y="87"/>
                    </a:lnTo>
                    <a:lnTo>
                      <a:pt x="394" y="81"/>
                    </a:lnTo>
                    <a:lnTo>
                      <a:pt x="384" y="75"/>
                    </a:lnTo>
                    <a:lnTo>
                      <a:pt x="373" y="70"/>
                    </a:lnTo>
                    <a:lnTo>
                      <a:pt x="352" y="61"/>
                    </a:lnTo>
                    <a:lnTo>
                      <a:pt x="331" y="53"/>
                    </a:lnTo>
                    <a:lnTo>
                      <a:pt x="309" y="46"/>
                    </a:lnTo>
                    <a:lnTo>
                      <a:pt x="287" y="37"/>
                    </a:lnTo>
                    <a:lnTo>
                      <a:pt x="266" y="28"/>
                    </a:lnTo>
                    <a:lnTo>
                      <a:pt x="243" y="16"/>
                    </a:lnTo>
                    <a:lnTo>
                      <a:pt x="232" y="9"/>
                    </a:lnTo>
                    <a:lnTo>
                      <a:pt x="222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2" name="Freeform 416">
                <a:extLst>
                  <a:ext uri="{FF2B5EF4-FFF2-40B4-BE49-F238E27FC236}">
                    <a16:creationId xmlns:a16="http://schemas.microsoft.com/office/drawing/2014/main" id="{A37CF814-242C-4F30-B105-0F824C111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4851" y="4705350"/>
                <a:ext cx="141288" cy="68263"/>
              </a:xfrm>
              <a:custGeom>
                <a:avLst/>
                <a:gdLst>
                  <a:gd name="T0" fmla="*/ 220 w 443"/>
                  <a:gd name="T1" fmla="*/ 0 h 175"/>
                  <a:gd name="T2" fmla="*/ 214 w 443"/>
                  <a:gd name="T3" fmla="*/ 0 h 175"/>
                  <a:gd name="T4" fmla="*/ 203 w 443"/>
                  <a:gd name="T5" fmla="*/ 3 h 175"/>
                  <a:gd name="T6" fmla="*/ 184 w 443"/>
                  <a:gd name="T7" fmla="*/ 13 h 175"/>
                  <a:gd name="T8" fmla="*/ 159 w 443"/>
                  <a:gd name="T9" fmla="*/ 32 h 175"/>
                  <a:gd name="T10" fmla="*/ 136 w 443"/>
                  <a:gd name="T11" fmla="*/ 44 h 175"/>
                  <a:gd name="T12" fmla="*/ 121 w 443"/>
                  <a:gd name="T13" fmla="*/ 46 h 175"/>
                  <a:gd name="T14" fmla="*/ 100 w 443"/>
                  <a:gd name="T15" fmla="*/ 52 h 175"/>
                  <a:gd name="T16" fmla="*/ 78 w 443"/>
                  <a:gd name="T17" fmla="*/ 51 h 175"/>
                  <a:gd name="T18" fmla="*/ 48 w 443"/>
                  <a:gd name="T19" fmla="*/ 42 h 175"/>
                  <a:gd name="T20" fmla="*/ 21 w 443"/>
                  <a:gd name="T21" fmla="*/ 40 h 175"/>
                  <a:gd name="T22" fmla="*/ 5 w 443"/>
                  <a:gd name="T23" fmla="*/ 60 h 175"/>
                  <a:gd name="T24" fmla="*/ 0 w 443"/>
                  <a:gd name="T25" fmla="*/ 77 h 175"/>
                  <a:gd name="T26" fmla="*/ 0 w 443"/>
                  <a:gd name="T27" fmla="*/ 97 h 175"/>
                  <a:gd name="T28" fmla="*/ 4 w 443"/>
                  <a:gd name="T29" fmla="*/ 117 h 175"/>
                  <a:gd name="T30" fmla="*/ 9 w 443"/>
                  <a:gd name="T31" fmla="*/ 129 h 175"/>
                  <a:gd name="T32" fmla="*/ 15 w 443"/>
                  <a:gd name="T33" fmla="*/ 134 h 175"/>
                  <a:gd name="T34" fmla="*/ 35 w 443"/>
                  <a:gd name="T35" fmla="*/ 140 h 175"/>
                  <a:gd name="T36" fmla="*/ 76 w 443"/>
                  <a:gd name="T37" fmla="*/ 146 h 175"/>
                  <a:gd name="T38" fmla="*/ 145 w 443"/>
                  <a:gd name="T39" fmla="*/ 149 h 175"/>
                  <a:gd name="T40" fmla="*/ 221 w 443"/>
                  <a:gd name="T41" fmla="*/ 158 h 175"/>
                  <a:gd name="T42" fmla="*/ 278 w 443"/>
                  <a:gd name="T43" fmla="*/ 168 h 175"/>
                  <a:gd name="T44" fmla="*/ 315 w 443"/>
                  <a:gd name="T45" fmla="*/ 173 h 175"/>
                  <a:gd name="T46" fmla="*/ 349 w 443"/>
                  <a:gd name="T47" fmla="*/ 175 h 175"/>
                  <a:gd name="T48" fmla="*/ 380 w 443"/>
                  <a:gd name="T49" fmla="*/ 174 h 175"/>
                  <a:gd name="T50" fmla="*/ 405 w 443"/>
                  <a:gd name="T51" fmla="*/ 170 h 175"/>
                  <a:gd name="T52" fmla="*/ 419 w 443"/>
                  <a:gd name="T53" fmla="*/ 166 h 175"/>
                  <a:gd name="T54" fmla="*/ 431 w 443"/>
                  <a:gd name="T55" fmla="*/ 159 h 175"/>
                  <a:gd name="T56" fmla="*/ 440 w 443"/>
                  <a:gd name="T57" fmla="*/ 149 h 175"/>
                  <a:gd name="T58" fmla="*/ 443 w 443"/>
                  <a:gd name="T59" fmla="*/ 139 h 175"/>
                  <a:gd name="T60" fmla="*/ 438 w 443"/>
                  <a:gd name="T61" fmla="*/ 125 h 175"/>
                  <a:gd name="T62" fmla="*/ 424 w 443"/>
                  <a:gd name="T63" fmla="*/ 103 h 175"/>
                  <a:gd name="T64" fmla="*/ 405 w 443"/>
                  <a:gd name="T65" fmla="*/ 87 h 175"/>
                  <a:gd name="T66" fmla="*/ 384 w 443"/>
                  <a:gd name="T67" fmla="*/ 75 h 175"/>
                  <a:gd name="T68" fmla="*/ 353 w 443"/>
                  <a:gd name="T69" fmla="*/ 61 h 175"/>
                  <a:gd name="T70" fmla="*/ 310 w 443"/>
                  <a:gd name="T71" fmla="*/ 45 h 175"/>
                  <a:gd name="T72" fmla="*/ 266 w 443"/>
                  <a:gd name="T73" fmla="*/ 27 h 175"/>
                  <a:gd name="T74" fmla="*/ 233 w 443"/>
                  <a:gd name="T75" fmla="*/ 8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3" h="175">
                    <a:moveTo>
                      <a:pt x="221" y="1"/>
                    </a:moveTo>
                    <a:lnTo>
                      <a:pt x="220" y="0"/>
                    </a:lnTo>
                    <a:lnTo>
                      <a:pt x="216" y="0"/>
                    </a:lnTo>
                    <a:lnTo>
                      <a:pt x="214" y="0"/>
                    </a:lnTo>
                    <a:lnTo>
                      <a:pt x="210" y="0"/>
                    </a:lnTo>
                    <a:lnTo>
                      <a:pt x="203" y="3"/>
                    </a:lnTo>
                    <a:lnTo>
                      <a:pt x="194" y="7"/>
                    </a:lnTo>
                    <a:lnTo>
                      <a:pt x="184" y="13"/>
                    </a:lnTo>
                    <a:lnTo>
                      <a:pt x="173" y="22"/>
                    </a:lnTo>
                    <a:lnTo>
                      <a:pt x="159" y="32"/>
                    </a:lnTo>
                    <a:lnTo>
                      <a:pt x="145" y="44"/>
                    </a:lnTo>
                    <a:lnTo>
                      <a:pt x="136" y="44"/>
                    </a:lnTo>
                    <a:lnTo>
                      <a:pt x="129" y="44"/>
                    </a:lnTo>
                    <a:lnTo>
                      <a:pt x="121" y="46"/>
                    </a:lnTo>
                    <a:lnTo>
                      <a:pt x="115" y="50"/>
                    </a:lnTo>
                    <a:lnTo>
                      <a:pt x="100" y="52"/>
                    </a:lnTo>
                    <a:lnTo>
                      <a:pt x="88" y="52"/>
                    </a:lnTo>
                    <a:lnTo>
                      <a:pt x="78" y="51"/>
                    </a:lnTo>
                    <a:lnTo>
                      <a:pt x="66" y="48"/>
                    </a:lnTo>
                    <a:lnTo>
                      <a:pt x="48" y="42"/>
                    </a:lnTo>
                    <a:lnTo>
                      <a:pt x="26" y="35"/>
                    </a:lnTo>
                    <a:lnTo>
                      <a:pt x="21" y="40"/>
                    </a:lnTo>
                    <a:lnTo>
                      <a:pt x="13" y="50"/>
                    </a:lnTo>
                    <a:lnTo>
                      <a:pt x="5" y="60"/>
                    </a:lnTo>
                    <a:lnTo>
                      <a:pt x="0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0" y="97"/>
                    </a:lnTo>
                    <a:lnTo>
                      <a:pt x="2" y="108"/>
                    </a:lnTo>
                    <a:lnTo>
                      <a:pt x="4" y="117"/>
                    </a:lnTo>
                    <a:lnTo>
                      <a:pt x="8" y="125"/>
                    </a:lnTo>
                    <a:lnTo>
                      <a:pt x="9" y="129"/>
                    </a:lnTo>
                    <a:lnTo>
                      <a:pt x="13" y="132"/>
                    </a:lnTo>
                    <a:lnTo>
                      <a:pt x="15" y="134"/>
                    </a:lnTo>
                    <a:lnTo>
                      <a:pt x="19" y="136"/>
                    </a:lnTo>
                    <a:lnTo>
                      <a:pt x="35" y="140"/>
                    </a:lnTo>
                    <a:lnTo>
                      <a:pt x="55" y="144"/>
                    </a:lnTo>
                    <a:lnTo>
                      <a:pt x="76" y="146"/>
                    </a:lnTo>
                    <a:lnTo>
                      <a:pt x="99" y="147"/>
                    </a:lnTo>
                    <a:lnTo>
                      <a:pt x="145" y="149"/>
                    </a:lnTo>
                    <a:lnTo>
                      <a:pt x="183" y="152"/>
                    </a:lnTo>
                    <a:lnTo>
                      <a:pt x="221" y="158"/>
                    </a:lnTo>
                    <a:lnTo>
                      <a:pt x="259" y="164"/>
                    </a:lnTo>
                    <a:lnTo>
                      <a:pt x="278" y="168"/>
                    </a:lnTo>
                    <a:lnTo>
                      <a:pt x="296" y="171"/>
                    </a:lnTo>
                    <a:lnTo>
                      <a:pt x="315" y="173"/>
                    </a:lnTo>
                    <a:lnTo>
                      <a:pt x="335" y="175"/>
                    </a:lnTo>
                    <a:lnTo>
                      <a:pt x="349" y="175"/>
                    </a:lnTo>
                    <a:lnTo>
                      <a:pt x="364" y="175"/>
                    </a:lnTo>
                    <a:lnTo>
                      <a:pt x="380" y="174"/>
                    </a:lnTo>
                    <a:lnTo>
                      <a:pt x="396" y="172"/>
                    </a:lnTo>
                    <a:lnTo>
                      <a:pt x="405" y="170"/>
                    </a:lnTo>
                    <a:lnTo>
                      <a:pt x="413" y="168"/>
                    </a:lnTo>
                    <a:lnTo>
                      <a:pt x="419" y="166"/>
                    </a:lnTo>
                    <a:lnTo>
                      <a:pt x="425" y="163"/>
                    </a:lnTo>
                    <a:lnTo>
                      <a:pt x="431" y="159"/>
                    </a:lnTo>
                    <a:lnTo>
                      <a:pt x="436" y="155"/>
                    </a:lnTo>
                    <a:lnTo>
                      <a:pt x="440" y="149"/>
                    </a:lnTo>
                    <a:lnTo>
                      <a:pt x="443" y="144"/>
                    </a:lnTo>
                    <a:lnTo>
                      <a:pt x="443" y="139"/>
                    </a:lnTo>
                    <a:lnTo>
                      <a:pt x="440" y="133"/>
                    </a:lnTo>
                    <a:lnTo>
                      <a:pt x="438" y="125"/>
                    </a:lnTo>
                    <a:lnTo>
                      <a:pt x="433" y="118"/>
                    </a:lnTo>
                    <a:lnTo>
                      <a:pt x="424" y="103"/>
                    </a:lnTo>
                    <a:lnTo>
                      <a:pt x="415" y="94"/>
                    </a:lnTo>
                    <a:lnTo>
                      <a:pt x="405" y="87"/>
                    </a:lnTo>
                    <a:lnTo>
                      <a:pt x="395" y="81"/>
                    </a:lnTo>
                    <a:lnTo>
                      <a:pt x="384" y="75"/>
                    </a:lnTo>
                    <a:lnTo>
                      <a:pt x="374" y="70"/>
                    </a:lnTo>
                    <a:lnTo>
                      <a:pt x="353" y="61"/>
                    </a:lnTo>
                    <a:lnTo>
                      <a:pt x="331" y="53"/>
                    </a:lnTo>
                    <a:lnTo>
                      <a:pt x="310" y="45"/>
                    </a:lnTo>
                    <a:lnTo>
                      <a:pt x="288" y="37"/>
                    </a:lnTo>
                    <a:lnTo>
                      <a:pt x="266" y="27"/>
                    </a:lnTo>
                    <a:lnTo>
                      <a:pt x="244" y="16"/>
                    </a:lnTo>
                    <a:lnTo>
                      <a:pt x="233" y="8"/>
                    </a:lnTo>
                    <a:lnTo>
                      <a:pt x="22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3" name="Freeform 417">
                <a:extLst>
                  <a:ext uri="{FF2B5EF4-FFF2-40B4-BE49-F238E27FC236}">
                    <a16:creationId xmlns:a16="http://schemas.microsoft.com/office/drawing/2014/main" id="{6D3973FB-87EC-4FC2-92C2-2C8B5FE8B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763" y="4238625"/>
                <a:ext cx="215900" cy="163513"/>
              </a:xfrm>
              <a:custGeom>
                <a:avLst/>
                <a:gdLst>
                  <a:gd name="T0" fmla="*/ 230 w 680"/>
                  <a:gd name="T1" fmla="*/ 84 h 412"/>
                  <a:gd name="T2" fmla="*/ 266 w 680"/>
                  <a:gd name="T3" fmla="*/ 106 h 412"/>
                  <a:gd name="T4" fmla="*/ 351 w 680"/>
                  <a:gd name="T5" fmla="*/ 159 h 412"/>
                  <a:gd name="T6" fmla="*/ 452 w 680"/>
                  <a:gd name="T7" fmla="*/ 220 h 412"/>
                  <a:gd name="T8" fmla="*/ 534 w 680"/>
                  <a:gd name="T9" fmla="*/ 270 h 412"/>
                  <a:gd name="T10" fmla="*/ 557 w 680"/>
                  <a:gd name="T11" fmla="*/ 274 h 412"/>
                  <a:gd name="T12" fmla="*/ 607 w 680"/>
                  <a:gd name="T13" fmla="*/ 290 h 412"/>
                  <a:gd name="T14" fmla="*/ 635 w 680"/>
                  <a:gd name="T15" fmla="*/ 302 h 412"/>
                  <a:gd name="T16" fmla="*/ 659 w 680"/>
                  <a:gd name="T17" fmla="*/ 318 h 412"/>
                  <a:gd name="T18" fmla="*/ 675 w 680"/>
                  <a:gd name="T19" fmla="*/ 337 h 412"/>
                  <a:gd name="T20" fmla="*/ 679 w 680"/>
                  <a:gd name="T21" fmla="*/ 348 h 412"/>
                  <a:gd name="T22" fmla="*/ 680 w 680"/>
                  <a:gd name="T23" fmla="*/ 360 h 412"/>
                  <a:gd name="T24" fmla="*/ 677 w 680"/>
                  <a:gd name="T25" fmla="*/ 372 h 412"/>
                  <a:gd name="T26" fmla="*/ 674 w 680"/>
                  <a:gd name="T27" fmla="*/ 383 h 412"/>
                  <a:gd name="T28" fmla="*/ 666 w 680"/>
                  <a:gd name="T29" fmla="*/ 392 h 412"/>
                  <a:gd name="T30" fmla="*/ 656 w 680"/>
                  <a:gd name="T31" fmla="*/ 399 h 412"/>
                  <a:gd name="T32" fmla="*/ 645 w 680"/>
                  <a:gd name="T33" fmla="*/ 405 h 412"/>
                  <a:gd name="T34" fmla="*/ 632 w 680"/>
                  <a:gd name="T35" fmla="*/ 409 h 412"/>
                  <a:gd name="T36" fmla="*/ 601 w 680"/>
                  <a:gd name="T37" fmla="*/ 412 h 412"/>
                  <a:gd name="T38" fmla="*/ 567 w 680"/>
                  <a:gd name="T39" fmla="*/ 408 h 412"/>
                  <a:gd name="T40" fmla="*/ 530 w 680"/>
                  <a:gd name="T41" fmla="*/ 395 h 412"/>
                  <a:gd name="T42" fmla="*/ 494 w 680"/>
                  <a:gd name="T43" fmla="*/ 374 h 412"/>
                  <a:gd name="T44" fmla="*/ 476 w 680"/>
                  <a:gd name="T45" fmla="*/ 359 h 412"/>
                  <a:gd name="T46" fmla="*/ 459 w 680"/>
                  <a:gd name="T47" fmla="*/ 343 h 412"/>
                  <a:gd name="T48" fmla="*/ 416 w 680"/>
                  <a:gd name="T49" fmla="*/ 328 h 412"/>
                  <a:gd name="T50" fmla="*/ 320 w 680"/>
                  <a:gd name="T51" fmla="*/ 293 h 412"/>
                  <a:gd name="T52" fmla="*/ 211 w 680"/>
                  <a:gd name="T53" fmla="*/ 248 h 412"/>
                  <a:gd name="T54" fmla="*/ 168 w 680"/>
                  <a:gd name="T55" fmla="*/ 226 h 412"/>
                  <a:gd name="T56" fmla="*/ 138 w 680"/>
                  <a:gd name="T57" fmla="*/ 206 h 412"/>
                  <a:gd name="T58" fmla="*/ 93 w 680"/>
                  <a:gd name="T59" fmla="*/ 160 h 412"/>
                  <a:gd name="T60" fmla="*/ 48 w 680"/>
                  <a:gd name="T61" fmla="*/ 107 h 412"/>
                  <a:gd name="T62" fmla="*/ 14 w 680"/>
                  <a:gd name="T63" fmla="*/ 64 h 412"/>
                  <a:gd name="T64" fmla="*/ 0 w 680"/>
                  <a:gd name="T65" fmla="*/ 45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2">
                    <a:moveTo>
                      <a:pt x="205" y="0"/>
                    </a:moveTo>
                    <a:lnTo>
                      <a:pt x="230" y="84"/>
                    </a:lnTo>
                    <a:lnTo>
                      <a:pt x="239" y="90"/>
                    </a:lnTo>
                    <a:lnTo>
                      <a:pt x="266" y="106"/>
                    </a:lnTo>
                    <a:lnTo>
                      <a:pt x="305" y="130"/>
                    </a:lnTo>
                    <a:lnTo>
                      <a:pt x="351" y="159"/>
                    </a:lnTo>
                    <a:lnTo>
                      <a:pt x="403" y="190"/>
                    </a:lnTo>
                    <a:lnTo>
                      <a:pt x="452" y="220"/>
                    </a:lnTo>
                    <a:lnTo>
                      <a:pt x="497" y="248"/>
                    </a:lnTo>
                    <a:lnTo>
                      <a:pt x="534" y="270"/>
                    </a:lnTo>
                    <a:lnTo>
                      <a:pt x="540" y="271"/>
                    </a:lnTo>
                    <a:lnTo>
                      <a:pt x="557" y="274"/>
                    </a:lnTo>
                    <a:lnTo>
                      <a:pt x="581" y="281"/>
                    </a:lnTo>
                    <a:lnTo>
                      <a:pt x="607" y="290"/>
                    </a:lnTo>
                    <a:lnTo>
                      <a:pt x="621" y="296"/>
                    </a:lnTo>
                    <a:lnTo>
                      <a:pt x="635" y="302"/>
                    </a:lnTo>
                    <a:lnTo>
                      <a:pt x="647" y="310"/>
                    </a:lnTo>
                    <a:lnTo>
                      <a:pt x="659" y="318"/>
                    </a:lnTo>
                    <a:lnTo>
                      <a:pt x="667" y="327"/>
                    </a:lnTo>
                    <a:lnTo>
                      <a:pt x="675" y="337"/>
                    </a:lnTo>
                    <a:lnTo>
                      <a:pt x="677" y="342"/>
                    </a:lnTo>
                    <a:lnTo>
                      <a:pt x="679" y="348"/>
                    </a:lnTo>
                    <a:lnTo>
                      <a:pt x="680" y="354"/>
                    </a:lnTo>
                    <a:lnTo>
                      <a:pt x="680" y="360"/>
                    </a:lnTo>
                    <a:lnTo>
                      <a:pt x="679" y="366"/>
                    </a:lnTo>
                    <a:lnTo>
                      <a:pt x="677" y="372"/>
                    </a:lnTo>
                    <a:lnTo>
                      <a:pt x="676" y="377"/>
                    </a:lnTo>
                    <a:lnTo>
                      <a:pt x="674" y="383"/>
                    </a:lnTo>
                    <a:lnTo>
                      <a:pt x="670" y="387"/>
                    </a:lnTo>
                    <a:lnTo>
                      <a:pt x="666" y="392"/>
                    </a:lnTo>
                    <a:lnTo>
                      <a:pt x="661" y="395"/>
                    </a:lnTo>
                    <a:lnTo>
                      <a:pt x="656" y="399"/>
                    </a:lnTo>
                    <a:lnTo>
                      <a:pt x="651" y="402"/>
                    </a:lnTo>
                    <a:lnTo>
                      <a:pt x="645" y="405"/>
                    </a:lnTo>
                    <a:lnTo>
                      <a:pt x="639" y="407"/>
                    </a:lnTo>
                    <a:lnTo>
                      <a:pt x="632" y="409"/>
                    </a:lnTo>
                    <a:lnTo>
                      <a:pt x="617" y="412"/>
                    </a:lnTo>
                    <a:lnTo>
                      <a:pt x="601" y="412"/>
                    </a:lnTo>
                    <a:lnTo>
                      <a:pt x="585" y="411"/>
                    </a:lnTo>
                    <a:lnTo>
                      <a:pt x="567" y="408"/>
                    </a:lnTo>
                    <a:lnTo>
                      <a:pt x="549" y="402"/>
                    </a:lnTo>
                    <a:lnTo>
                      <a:pt x="530" y="395"/>
                    </a:lnTo>
                    <a:lnTo>
                      <a:pt x="512" y="385"/>
                    </a:lnTo>
                    <a:lnTo>
                      <a:pt x="494" y="374"/>
                    </a:lnTo>
                    <a:lnTo>
                      <a:pt x="485" y="367"/>
                    </a:lnTo>
                    <a:lnTo>
                      <a:pt x="476" y="359"/>
                    </a:lnTo>
                    <a:lnTo>
                      <a:pt x="467" y="351"/>
                    </a:lnTo>
                    <a:lnTo>
                      <a:pt x="459" y="343"/>
                    </a:lnTo>
                    <a:lnTo>
                      <a:pt x="447" y="339"/>
                    </a:lnTo>
                    <a:lnTo>
                      <a:pt x="416" y="328"/>
                    </a:lnTo>
                    <a:lnTo>
                      <a:pt x="373" y="312"/>
                    </a:lnTo>
                    <a:lnTo>
                      <a:pt x="320" y="293"/>
                    </a:lnTo>
                    <a:lnTo>
                      <a:pt x="264" y="271"/>
                    </a:lnTo>
                    <a:lnTo>
                      <a:pt x="211" y="248"/>
                    </a:lnTo>
                    <a:lnTo>
                      <a:pt x="189" y="237"/>
                    </a:lnTo>
                    <a:lnTo>
                      <a:pt x="168" y="226"/>
                    </a:lnTo>
                    <a:lnTo>
                      <a:pt x="150" y="216"/>
                    </a:lnTo>
                    <a:lnTo>
                      <a:pt x="138" y="206"/>
                    </a:lnTo>
                    <a:lnTo>
                      <a:pt x="115" y="185"/>
                    </a:lnTo>
                    <a:lnTo>
                      <a:pt x="93" y="160"/>
                    </a:lnTo>
                    <a:lnTo>
                      <a:pt x="69" y="134"/>
                    </a:lnTo>
                    <a:lnTo>
                      <a:pt x="48" y="107"/>
                    </a:lnTo>
                    <a:lnTo>
                      <a:pt x="29" y="83"/>
                    </a:lnTo>
                    <a:lnTo>
                      <a:pt x="14" y="64"/>
                    </a:lnTo>
                    <a:lnTo>
                      <a:pt x="4" y="50"/>
                    </a:lnTo>
                    <a:lnTo>
                      <a:pt x="0" y="45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4" name="Freeform 418">
                <a:extLst>
                  <a:ext uri="{FF2B5EF4-FFF2-40B4-BE49-F238E27FC236}">
                    <a16:creationId xmlns:a16="http://schemas.microsoft.com/office/drawing/2014/main" id="{0DEC3AB9-8DFF-4E48-AED6-C7BCE4C44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601" y="4140200"/>
                <a:ext cx="104775" cy="131763"/>
              </a:xfrm>
              <a:custGeom>
                <a:avLst/>
                <a:gdLst>
                  <a:gd name="T0" fmla="*/ 96 w 333"/>
                  <a:gd name="T1" fmla="*/ 333 h 333"/>
                  <a:gd name="T2" fmla="*/ 107 w 333"/>
                  <a:gd name="T3" fmla="*/ 333 h 333"/>
                  <a:gd name="T4" fmla="*/ 138 w 333"/>
                  <a:gd name="T5" fmla="*/ 332 h 333"/>
                  <a:gd name="T6" fmla="*/ 158 w 333"/>
                  <a:gd name="T7" fmla="*/ 330 h 333"/>
                  <a:gd name="T8" fmla="*/ 182 w 333"/>
                  <a:gd name="T9" fmla="*/ 327 h 333"/>
                  <a:gd name="T10" fmla="*/ 208 w 333"/>
                  <a:gd name="T11" fmla="*/ 322 h 333"/>
                  <a:gd name="T12" fmla="*/ 236 w 333"/>
                  <a:gd name="T13" fmla="*/ 315 h 333"/>
                  <a:gd name="T14" fmla="*/ 261 w 333"/>
                  <a:gd name="T15" fmla="*/ 307 h 333"/>
                  <a:gd name="T16" fmla="*/ 282 w 333"/>
                  <a:gd name="T17" fmla="*/ 299 h 333"/>
                  <a:gd name="T18" fmla="*/ 298 w 333"/>
                  <a:gd name="T19" fmla="*/ 292 h 333"/>
                  <a:gd name="T20" fmla="*/ 312 w 333"/>
                  <a:gd name="T21" fmla="*/ 285 h 333"/>
                  <a:gd name="T22" fmla="*/ 328 w 333"/>
                  <a:gd name="T23" fmla="*/ 276 h 333"/>
                  <a:gd name="T24" fmla="*/ 333 w 333"/>
                  <a:gd name="T25" fmla="*/ 272 h 333"/>
                  <a:gd name="T26" fmla="*/ 328 w 333"/>
                  <a:gd name="T27" fmla="*/ 259 h 333"/>
                  <a:gd name="T28" fmla="*/ 316 w 333"/>
                  <a:gd name="T29" fmla="*/ 224 h 333"/>
                  <a:gd name="T30" fmla="*/ 306 w 333"/>
                  <a:gd name="T31" fmla="*/ 201 h 333"/>
                  <a:gd name="T32" fmla="*/ 294 w 333"/>
                  <a:gd name="T33" fmla="*/ 175 h 333"/>
                  <a:gd name="T34" fmla="*/ 281 w 333"/>
                  <a:gd name="T35" fmla="*/ 148 h 333"/>
                  <a:gd name="T36" fmla="*/ 264 w 333"/>
                  <a:gd name="T37" fmla="*/ 121 h 333"/>
                  <a:gd name="T38" fmla="*/ 256 w 333"/>
                  <a:gd name="T39" fmla="*/ 107 h 333"/>
                  <a:gd name="T40" fmla="*/ 247 w 333"/>
                  <a:gd name="T41" fmla="*/ 94 h 333"/>
                  <a:gd name="T42" fmla="*/ 237 w 333"/>
                  <a:gd name="T43" fmla="*/ 81 h 333"/>
                  <a:gd name="T44" fmla="*/ 227 w 333"/>
                  <a:gd name="T45" fmla="*/ 69 h 333"/>
                  <a:gd name="T46" fmla="*/ 217 w 333"/>
                  <a:gd name="T47" fmla="*/ 57 h 333"/>
                  <a:gd name="T48" fmla="*/ 206 w 333"/>
                  <a:gd name="T49" fmla="*/ 46 h 333"/>
                  <a:gd name="T50" fmla="*/ 193 w 333"/>
                  <a:gd name="T51" fmla="*/ 36 h 333"/>
                  <a:gd name="T52" fmla="*/ 182 w 333"/>
                  <a:gd name="T53" fmla="*/ 27 h 333"/>
                  <a:gd name="T54" fmla="*/ 169 w 333"/>
                  <a:gd name="T55" fmla="*/ 19 h 333"/>
                  <a:gd name="T56" fmla="*/ 156 w 333"/>
                  <a:gd name="T57" fmla="*/ 12 h 333"/>
                  <a:gd name="T58" fmla="*/ 143 w 333"/>
                  <a:gd name="T59" fmla="*/ 7 h 333"/>
                  <a:gd name="T60" fmla="*/ 128 w 333"/>
                  <a:gd name="T61" fmla="*/ 3 h 333"/>
                  <a:gd name="T62" fmla="*/ 114 w 333"/>
                  <a:gd name="T63" fmla="*/ 0 h 333"/>
                  <a:gd name="T64" fmla="*/ 99 w 333"/>
                  <a:gd name="T65" fmla="*/ 0 h 333"/>
                  <a:gd name="T66" fmla="*/ 84 w 333"/>
                  <a:gd name="T67" fmla="*/ 1 h 333"/>
                  <a:gd name="T68" fmla="*/ 68 w 333"/>
                  <a:gd name="T69" fmla="*/ 5 h 333"/>
                  <a:gd name="T70" fmla="*/ 53 w 333"/>
                  <a:gd name="T71" fmla="*/ 10 h 333"/>
                  <a:gd name="T72" fmla="*/ 41 w 333"/>
                  <a:gd name="T73" fmla="*/ 16 h 333"/>
                  <a:gd name="T74" fmla="*/ 29 w 333"/>
                  <a:gd name="T75" fmla="*/ 24 h 333"/>
                  <a:gd name="T76" fmla="*/ 21 w 333"/>
                  <a:gd name="T77" fmla="*/ 33 h 333"/>
                  <a:gd name="T78" fmla="*/ 13 w 333"/>
                  <a:gd name="T79" fmla="*/ 42 h 333"/>
                  <a:gd name="T80" fmla="*/ 8 w 333"/>
                  <a:gd name="T81" fmla="*/ 53 h 333"/>
                  <a:gd name="T82" fmla="*/ 5 w 333"/>
                  <a:gd name="T83" fmla="*/ 64 h 333"/>
                  <a:gd name="T84" fmla="*/ 1 w 333"/>
                  <a:gd name="T85" fmla="*/ 76 h 333"/>
                  <a:gd name="T86" fmla="*/ 0 w 333"/>
                  <a:gd name="T87" fmla="*/ 89 h 333"/>
                  <a:gd name="T88" fmla="*/ 0 w 333"/>
                  <a:gd name="T89" fmla="*/ 102 h 333"/>
                  <a:gd name="T90" fmla="*/ 1 w 333"/>
                  <a:gd name="T91" fmla="*/ 116 h 333"/>
                  <a:gd name="T92" fmla="*/ 2 w 333"/>
                  <a:gd name="T93" fmla="*/ 130 h 333"/>
                  <a:gd name="T94" fmla="*/ 6 w 333"/>
                  <a:gd name="T95" fmla="*/ 144 h 333"/>
                  <a:gd name="T96" fmla="*/ 9 w 333"/>
                  <a:gd name="T97" fmla="*/ 158 h 333"/>
                  <a:gd name="T98" fmla="*/ 13 w 333"/>
                  <a:gd name="T99" fmla="*/ 172 h 333"/>
                  <a:gd name="T100" fmla="*/ 18 w 333"/>
                  <a:gd name="T101" fmla="*/ 187 h 333"/>
                  <a:gd name="T102" fmla="*/ 29 w 333"/>
                  <a:gd name="T103" fmla="*/ 215 h 333"/>
                  <a:gd name="T104" fmla="*/ 42 w 333"/>
                  <a:gd name="T105" fmla="*/ 242 h 333"/>
                  <a:gd name="T106" fmla="*/ 56 w 333"/>
                  <a:gd name="T107" fmla="*/ 266 h 333"/>
                  <a:gd name="T108" fmla="*/ 67 w 333"/>
                  <a:gd name="T109" fmla="*/ 288 h 333"/>
                  <a:gd name="T110" fmla="*/ 87 w 333"/>
                  <a:gd name="T111" fmla="*/ 321 h 333"/>
                  <a:gd name="T112" fmla="*/ 96 w 333"/>
                  <a:gd name="T113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3" h="333">
                    <a:moveTo>
                      <a:pt x="96" y="333"/>
                    </a:moveTo>
                    <a:lnTo>
                      <a:pt x="107" y="333"/>
                    </a:lnTo>
                    <a:lnTo>
                      <a:pt x="138" y="332"/>
                    </a:lnTo>
                    <a:lnTo>
                      <a:pt x="158" y="330"/>
                    </a:lnTo>
                    <a:lnTo>
                      <a:pt x="182" y="327"/>
                    </a:lnTo>
                    <a:lnTo>
                      <a:pt x="208" y="322"/>
                    </a:lnTo>
                    <a:lnTo>
                      <a:pt x="236" y="315"/>
                    </a:lnTo>
                    <a:lnTo>
                      <a:pt x="261" y="307"/>
                    </a:lnTo>
                    <a:lnTo>
                      <a:pt x="282" y="299"/>
                    </a:lnTo>
                    <a:lnTo>
                      <a:pt x="298" y="292"/>
                    </a:lnTo>
                    <a:lnTo>
                      <a:pt x="312" y="285"/>
                    </a:lnTo>
                    <a:lnTo>
                      <a:pt x="328" y="276"/>
                    </a:lnTo>
                    <a:lnTo>
                      <a:pt x="333" y="272"/>
                    </a:lnTo>
                    <a:lnTo>
                      <a:pt x="328" y="259"/>
                    </a:lnTo>
                    <a:lnTo>
                      <a:pt x="316" y="224"/>
                    </a:lnTo>
                    <a:lnTo>
                      <a:pt x="306" y="201"/>
                    </a:lnTo>
                    <a:lnTo>
                      <a:pt x="294" y="175"/>
                    </a:lnTo>
                    <a:lnTo>
                      <a:pt x="281" y="148"/>
                    </a:lnTo>
                    <a:lnTo>
                      <a:pt x="264" y="121"/>
                    </a:lnTo>
                    <a:lnTo>
                      <a:pt x="256" y="107"/>
                    </a:lnTo>
                    <a:lnTo>
                      <a:pt x="247" y="94"/>
                    </a:lnTo>
                    <a:lnTo>
                      <a:pt x="237" y="81"/>
                    </a:lnTo>
                    <a:lnTo>
                      <a:pt x="227" y="69"/>
                    </a:lnTo>
                    <a:lnTo>
                      <a:pt x="217" y="57"/>
                    </a:lnTo>
                    <a:lnTo>
                      <a:pt x="206" y="46"/>
                    </a:lnTo>
                    <a:lnTo>
                      <a:pt x="193" y="36"/>
                    </a:lnTo>
                    <a:lnTo>
                      <a:pt x="182" y="27"/>
                    </a:lnTo>
                    <a:lnTo>
                      <a:pt x="169" y="19"/>
                    </a:lnTo>
                    <a:lnTo>
                      <a:pt x="156" y="12"/>
                    </a:lnTo>
                    <a:lnTo>
                      <a:pt x="143" y="7"/>
                    </a:lnTo>
                    <a:lnTo>
                      <a:pt x="128" y="3"/>
                    </a:lnTo>
                    <a:lnTo>
                      <a:pt x="114" y="0"/>
                    </a:lnTo>
                    <a:lnTo>
                      <a:pt x="99" y="0"/>
                    </a:lnTo>
                    <a:lnTo>
                      <a:pt x="84" y="1"/>
                    </a:lnTo>
                    <a:lnTo>
                      <a:pt x="68" y="5"/>
                    </a:lnTo>
                    <a:lnTo>
                      <a:pt x="53" y="10"/>
                    </a:lnTo>
                    <a:lnTo>
                      <a:pt x="41" y="16"/>
                    </a:lnTo>
                    <a:lnTo>
                      <a:pt x="29" y="24"/>
                    </a:lnTo>
                    <a:lnTo>
                      <a:pt x="21" y="33"/>
                    </a:lnTo>
                    <a:lnTo>
                      <a:pt x="13" y="42"/>
                    </a:lnTo>
                    <a:lnTo>
                      <a:pt x="8" y="53"/>
                    </a:lnTo>
                    <a:lnTo>
                      <a:pt x="5" y="64"/>
                    </a:lnTo>
                    <a:lnTo>
                      <a:pt x="1" y="76"/>
                    </a:lnTo>
                    <a:lnTo>
                      <a:pt x="0" y="89"/>
                    </a:lnTo>
                    <a:lnTo>
                      <a:pt x="0" y="102"/>
                    </a:lnTo>
                    <a:lnTo>
                      <a:pt x="1" y="116"/>
                    </a:lnTo>
                    <a:lnTo>
                      <a:pt x="2" y="130"/>
                    </a:lnTo>
                    <a:lnTo>
                      <a:pt x="6" y="144"/>
                    </a:lnTo>
                    <a:lnTo>
                      <a:pt x="9" y="158"/>
                    </a:lnTo>
                    <a:lnTo>
                      <a:pt x="13" y="172"/>
                    </a:lnTo>
                    <a:lnTo>
                      <a:pt x="18" y="187"/>
                    </a:lnTo>
                    <a:lnTo>
                      <a:pt x="29" y="215"/>
                    </a:lnTo>
                    <a:lnTo>
                      <a:pt x="42" y="242"/>
                    </a:lnTo>
                    <a:lnTo>
                      <a:pt x="56" y="266"/>
                    </a:lnTo>
                    <a:lnTo>
                      <a:pt x="67" y="288"/>
                    </a:lnTo>
                    <a:lnTo>
                      <a:pt x="87" y="321"/>
                    </a:lnTo>
                    <a:lnTo>
                      <a:pt x="96" y="3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5" name="Freeform 419">
                <a:extLst>
                  <a:ext uri="{FF2B5EF4-FFF2-40B4-BE49-F238E27FC236}">
                    <a16:creationId xmlns:a16="http://schemas.microsoft.com/office/drawing/2014/main" id="{9752C91E-260C-4C14-B1AA-82E6D5C9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4376" y="4445000"/>
                <a:ext cx="177800" cy="288925"/>
              </a:xfrm>
              <a:custGeom>
                <a:avLst/>
                <a:gdLst>
                  <a:gd name="T0" fmla="*/ 555 w 561"/>
                  <a:gd name="T1" fmla="*/ 83 h 729"/>
                  <a:gd name="T2" fmla="*/ 511 w 561"/>
                  <a:gd name="T3" fmla="*/ 184 h 729"/>
                  <a:gd name="T4" fmla="*/ 446 w 561"/>
                  <a:gd name="T5" fmla="*/ 327 h 729"/>
                  <a:gd name="T6" fmla="*/ 399 w 561"/>
                  <a:gd name="T7" fmla="*/ 424 h 729"/>
                  <a:gd name="T8" fmla="*/ 374 w 561"/>
                  <a:gd name="T9" fmla="*/ 468 h 729"/>
                  <a:gd name="T10" fmla="*/ 342 w 561"/>
                  <a:gd name="T11" fmla="*/ 508 h 729"/>
                  <a:gd name="T12" fmla="*/ 289 w 561"/>
                  <a:gd name="T13" fmla="*/ 578 h 729"/>
                  <a:gd name="T14" fmla="*/ 234 w 561"/>
                  <a:gd name="T15" fmla="*/ 651 h 729"/>
                  <a:gd name="T16" fmla="*/ 197 w 561"/>
                  <a:gd name="T17" fmla="*/ 701 h 729"/>
                  <a:gd name="T18" fmla="*/ 185 w 561"/>
                  <a:gd name="T19" fmla="*/ 711 h 729"/>
                  <a:gd name="T20" fmla="*/ 141 w 561"/>
                  <a:gd name="T21" fmla="*/ 722 h 729"/>
                  <a:gd name="T22" fmla="*/ 95 w 561"/>
                  <a:gd name="T23" fmla="*/ 729 h 729"/>
                  <a:gd name="T24" fmla="*/ 62 w 561"/>
                  <a:gd name="T25" fmla="*/ 728 h 729"/>
                  <a:gd name="T26" fmla="*/ 40 w 561"/>
                  <a:gd name="T27" fmla="*/ 725 h 729"/>
                  <a:gd name="T28" fmla="*/ 26 w 561"/>
                  <a:gd name="T29" fmla="*/ 720 h 729"/>
                  <a:gd name="T30" fmla="*/ 14 w 561"/>
                  <a:gd name="T31" fmla="*/ 713 h 729"/>
                  <a:gd name="T32" fmla="*/ 4 w 561"/>
                  <a:gd name="T33" fmla="*/ 704 h 729"/>
                  <a:gd name="T34" fmla="*/ 2 w 561"/>
                  <a:gd name="T35" fmla="*/ 689 h 729"/>
                  <a:gd name="T36" fmla="*/ 16 w 561"/>
                  <a:gd name="T37" fmla="*/ 627 h 729"/>
                  <a:gd name="T38" fmla="*/ 39 w 561"/>
                  <a:gd name="T39" fmla="*/ 558 h 729"/>
                  <a:gd name="T40" fmla="*/ 59 w 561"/>
                  <a:gd name="T41" fmla="*/ 509 h 729"/>
                  <a:gd name="T42" fmla="*/ 82 w 561"/>
                  <a:gd name="T43" fmla="*/ 461 h 729"/>
                  <a:gd name="T44" fmla="*/ 105 w 561"/>
                  <a:gd name="T45" fmla="*/ 428 h 729"/>
                  <a:gd name="T46" fmla="*/ 120 w 561"/>
                  <a:gd name="T47" fmla="*/ 409 h 729"/>
                  <a:gd name="T48" fmla="*/ 132 w 561"/>
                  <a:gd name="T49" fmla="*/ 384 h 729"/>
                  <a:gd name="T50" fmla="*/ 156 w 561"/>
                  <a:gd name="T51" fmla="*/ 282 h 729"/>
                  <a:gd name="T52" fmla="*/ 184 w 561"/>
                  <a:gd name="T53" fmla="*/ 176 h 729"/>
                  <a:gd name="T54" fmla="*/ 205 w 561"/>
                  <a:gd name="T55" fmla="*/ 108 h 729"/>
                  <a:gd name="T56" fmla="*/ 227 w 561"/>
                  <a:gd name="T57" fmla="*/ 51 h 729"/>
                  <a:gd name="T58" fmla="*/ 244 w 561"/>
                  <a:gd name="T59" fmla="*/ 20 h 729"/>
                  <a:gd name="T60" fmla="*/ 254 w 561"/>
                  <a:gd name="T61" fmla="*/ 8 h 729"/>
                  <a:gd name="T62" fmla="*/ 265 w 561"/>
                  <a:gd name="T63" fmla="*/ 2 h 729"/>
                  <a:gd name="T64" fmla="*/ 279 w 561"/>
                  <a:gd name="T65" fmla="*/ 0 h 729"/>
                  <a:gd name="T66" fmla="*/ 307 w 561"/>
                  <a:gd name="T67" fmla="*/ 1 h 729"/>
                  <a:gd name="T68" fmla="*/ 354 w 561"/>
                  <a:gd name="T69" fmla="*/ 8 h 729"/>
                  <a:gd name="T70" fmla="*/ 405 w 561"/>
                  <a:gd name="T71" fmla="*/ 19 h 729"/>
                  <a:gd name="T72" fmla="*/ 480 w 561"/>
                  <a:gd name="T73" fmla="*/ 41 h 729"/>
                  <a:gd name="T74" fmla="*/ 550 w 561"/>
                  <a:gd name="T75" fmla="*/ 64 h 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29">
                    <a:moveTo>
                      <a:pt x="561" y="68"/>
                    </a:moveTo>
                    <a:lnTo>
                      <a:pt x="555" y="83"/>
                    </a:lnTo>
                    <a:lnTo>
                      <a:pt x="537" y="125"/>
                    </a:lnTo>
                    <a:lnTo>
                      <a:pt x="511" y="184"/>
                    </a:lnTo>
                    <a:lnTo>
                      <a:pt x="480" y="254"/>
                    </a:lnTo>
                    <a:lnTo>
                      <a:pt x="446" y="327"/>
                    </a:lnTo>
                    <a:lnTo>
                      <a:pt x="414" y="394"/>
                    </a:lnTo>
                    <a:lnTo>
                      <a:pt x="399" y="424"/>
                    </a:lnTo>
                    <a:lnTo>
                      <a:pt x="385" y="449"/>
                    </a:lnTo>
                    <a:lnTo>
                      <a:pt x="374" y="468"/>
                    </a:lnTo>
                    <a:lnTo>
                      <a:pt x="364" y="482"/>
                    </a:lnTo>
                    <a:lnTo>
                      <a:pt x="342" y="508"/>
                    </a:lnTo>
                    <a:lnTo>
                      <a:pt x="317" y="541"/>
                    </a:lnTo>
                    <a:lnTo>
                      <a:pt x="289" y="578"/>
                    </a:lnTo>
                    <a:lnTo>
                      <a:pt x="260" y="616"/>
                    </a:lnTo>
                    <a:lnTo>
                      <a:pt x="234" y="651"/>
                    </a:lnTo>
                    <a:lnTo>
                      <a:pt x="212" y="681"/>
                    </a:lnTo>
                    <a:lnTo>
                      <a:pt x="197" y="701"/>
                    </a:lnTo>
                    <a:lnTo>
                      <a:pt x="192" y="709"/>
                    </a:lnTo>
                    <a:lnTo>
                      <a:pt x="185" y="711"/>
                    </a:lnTo>
                    <a:lnTo>
                      <a:pt x="167" y="716"/>
                    </a:lnTo>
                    <a:lnTo>
                      <a:pt x="141" y="722"/>
                    </a:lnTo>
                    <a:lnTo>
                      <a:pt x="111" y="727"/>
                    </a:lnTo>
                    <a:lnTo>
                      <a:pt x="95" y="729"/>
                    </a:lnTo>
                    <a:lnTo>
                      <a:pt x="79" y="729"/>
                    </a:lnTo>
                    <a:lnTo>
                      <a:pt x="62" y="728"/>
                    </a:lnTo>
                    <a:lnTo>
                      <a:pt x="47" y="726"/>
                    </a:lnTo>
                    <a:lnTo>
                      <a:pt x="40" y="725"/>
                    </a:lnTo>
                    <a:lnTo>
                      <a:pt x="32" y="722"/>
                    </a:lnTo>
                    <a:lnTo>
                      <a:pt x="26" y="720"/>
                    </a:lnTo>
                    <a:lnTo>
                      <a:pt x="20" y="717"/>
                    </a:lnTo>
                    <a:lnTo>
                      <a:pt x="14" y="713"/>
                    </a:lnTo>
                    <a:lnTo>
                      <a:pt x="9" y="708"/>
                    </a:lnTo>
                    <a:lnTo>
                      <a:pt x="4" y="704"/>
                    </a:lnTo>
                    <a:lnTo>
                      <a:pt x="0" y="698"/>
                    </a:lnTo>
                    <a:lnTo>
                      <a:pt x="2" y="689"/>
                    </a:lnTo>
                    <a:lnTo>
                      <a:pt x="7" y="664"/>
                    </a:lnTo>
                    <a:lnTo>
                      <a:pt x="16" y="627"/>
                    </a:lnTo>
                    <a:lnTo>
                      <a:pt x="30" y="583"/>
                    </a:lnTo>
                    <a:lnTo>
                      <a:pt x="39" y="558"/>
                    </a:lnTo>
                    <a:lnTo>
                      <a:pt x="47" y="534"/>
                    </a:lnTo>
                    <a:lnTo>
                      <a:pt x="59" y="509"/>
                    </a:lnTo>
                    <a:lnTo>
                      <a:pt x="70" y="484"/>
                    </a:lnTo>
                    <a:lnTo>
                      <a:pt x="82" y="461"/>
                    </a:lnTo>
                    <a:lnTo>
                      <a:pt x="97" y="439"/>
                    </a:lnTo>
                    <a:lnTo>
                      <a:pt x="105" y="428"/>
                    </a:lnTo>
                    <a:lnTo>
                      <a:pt x="112" y="418"/>
                    </a:lnTo>
                    <a:lnTo>
                      <a:pt x="120" y="409"/>
                    </a:lnTo>
                    <a:lnTo>
                      <a:pt x="129" y="400"/>
                    </a:lnTo>
                    <a:lnTo>
                      <a:pt x="132" y="384"/>
                    </a:lnTo>
                    <a:lnTo>
                      <a:pt x="141" y="342"/>
                    </a:lnTo>
                    <a:lnTo>
                      <a:pt x="156" y="282"/>
                    </a:lnTo>
                    <a:lnTo>
                      <a:pt x="174" y="212"/>
                    </a:lnTo>
                    <a:lnTo>
                      <a:pt x="184" y="176"/>
                    </a:lnTo>
                    <a:lnTo>
                      <a:pt x="194" y="141"/>
                    </a:lnTo>
                    <a:lnTo>
                      <a:pt x="205" y="108"/>
                    </a:lnTo>
                    <a:lnTo>
                      <a:pt x="216" y="77"/>
                    </a:lnTo>
                    <a:lnTo>
                      <a:pt x="227" y="51"/>
                    </a:lnTo>
                    <a:lnTo>
                      <a:pt x="239" y="29"/>
                    </a:lnTo>
                    <a:lnTo>
                      <a:pt x="244" y="20"/>
                    </a:lnTo>
                    <a:lnTo>
                      <a:pt x="249" y="13"/>
                    </a:lnTo>
                    <a:lnTo>
                      <a:pt x="254" y="8"/>
                    </a:lnTo>
                    <a:lnTo>
                      <a:pt x="259" y="4"/>
                    </a:lnTo>
                    <a:lnTo>
                      <a:pt x="265" y="2"/>
                    </a:lnTo>
                    <a:lnTo>
                      <a:pt x="271" y="1"/>
                    </a:lnTo>
                    <a:lnTo>
                      <a:pt x="279" y="0"/>
                    </a:lnTo>
                    <a:lnTo>
                      <a:pt x="287" y="0"/>
                    </a:lnTo>
                    <a:lnTo>
                      <a:pt x="307" y="1"/>
                    </a:lnTo>
                    <a:lnTo>
                      <a:pt x="329" y="3"/>
                    </a:lnTo>
                    <a:lnTo>
                      <a:pt x="354" y="8"/>
                    </a:lnTo>
                    <a:lnTo>
                      <a:pt x="379" y="13"/>
                    </a:lnTo>
                    <a:lnTo>
                      <a:pt x="405" y="19"/>
                    </a:lnTo>
                    <a:lnTo>
                      <a:pt x="430" y="26"/>
                    </a:lnTo>
                    <a:lnTo>
                      <a:pt x="480" y="41"/>
                    </a:lnTo>
                    <a:lnTo>
                      <a:pt x="521" y="54"/>
                    </a:lnTo>
                    <a:lnTo>
                      <a:pt x="550" y="64"/>
                    </a:lnTo>
                    <a:lnTo>
                      <a:pt x="561" y="6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6" name="Freeform 420">
                <a:extLst>
                  <a:ext uri="{FF2B5EF4-FFF2-40B4-BE49-F238E27FC236}">
                    <a16:creationId xmlns:a16="http://schemas.microsoft.com/office/drawing/2014/main" id="{F71D81B7-FAC7-4927-A8D7-80BFB889C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4063" y="4464050"/>
                <a:ext cx="169863" cy="368300"/>
              </a:xfrm>
              <a:custGeom>
                <a:avLst/>
                <a:gdLst>
                  <a:gd name="T0" fmla="*/ 2 w 535"/>
                  <a:gd name="T1" fmla="*/ 0 h 927"/>
                  <a:gd name="T2" fmla="*/ 2 w 535"/>
                  <a:gd name="T3" fmla="*/ 4 h 927"/>
                  <a:gd name="T4" fmla="*/ 0 w 535"/>
                  <a:gd name="T5" fmla="*/ 16 h 927"/>
                  <a:gd name="T6" fmla="*/ 0 w 535"/>
                  <a:gd name="T7" fmla="*/ 33 h 927"/>
                  <a:gd name="T8" fmla="*/ 2 w 535"/>
                  <a:gd name="T9" fmla="*/ 55 h 927"/>
                  <a:gd name="T10" fmla="*/ 3 w 535"/>
                  <a:gd name="T11" fmla="*/ 68 h 927"/>
                  <a:gd name="T12" fmla="*/ 5 w 535"/>
                  <a:gd name="T13" fmla="*/ 81 h 927"/>
                  <a:gd name="T14" fmla="*/ 8 w 535"/>
                  <a:gd name="T15" fmla="*/ 95 h 927"/>
                  <a:gd name="T16" fmla="*/ 12 w 535"/>
                  <a:gd name="T17" fmla="*/ 110 h 927"/>
                  <a:gd name="T18" fmla="*/ 17 w 535"/>
                  <a:gd name="T19" fmla="*/ 125 h 927"/>
                  <a:gd name="T20" fmla="*/ 23 w 535"/>
                  <a:gd name="T21" fmla="*/ 140 h 927"/>
                  <a:gd name="T22" fmla="*/ 30 w 535"/>
                  <a:gd name="T23" fmla="*/ 155 h 927"/>
                  <a:gd name="T24" fmla="*/ 39 w 535"/>
                  <a:gd name="T25" fmla="*/ 170 h 927"/>
                  <a:gd name="T26" fmla="*/ 60 w 535"/>
                  <a:gd name="T27" fmla="*/ 206 h 927"/>
                  <a:gd name="T28" fmla="*/ 87 w 535"/>
                  <a:gd name="T29" fmla="*/ 250 h 927"/>
                  <a:gd name="T30" fmla="*/ 115 w 535"/>
                  <a:gd name="T31" fmla="*/ 298 h 927"/>
                  <a:gd name="T32" fmla="*/ 144 w 535"/>
                  <a:gd name="T33" fmla="*/ 346 h 927"/>
                  <a:gd name="T34" fmla="*/ 170 w 535"/>
                  <a:gd name="T35" fmla="*/ 390 h 927"/>
                  <a:gd name="T36" fmla="*/ 192 w 535"/>
                  <a:gd name="T37" fmla="*/ 427 h 927"/>
                  <a:gd name="T38" fmla="*/ 205 w 535"/>
                  <a:gd name="T39" fmla="*/ 452 h 927"/>
                  <a:gd name="T40" fmla="*/ 212 w 535"/>
                  <a:gd name="T41" fmla="*/ 461 h 927"/>
                  <a:gd name="T42" fmla="*/ 319 w 535"/>
                  <a:gd name="T43" fmla="*/ 921 h 927"/>
                  <a:gd name="T44" fmla="*/ 324 w 535"/>
                  <a:gd name="T45" fmla="*/ 922 h 927"/>
                  <a:gd name="T46" fmla="*/ 339 w 535"/>
                  <a:gd name="T47" fmla="*/ 924 h 927"/>
                  <a:gd name="T48" fmla="*/ 360 w 535"/>
                  <a:gd name="T49" fmla="*/ 926 h 927"/>
                  <a:gd name="T50" fmla="*/ 389 w 535"/>
                  <a:gd name="T51" fmla="*/ 927 h 927"/>
                  <a:gd name="T52" fmla="*/ 405 w 535"/>
                  <a:gd name="T53" fmla="*/ 927 h 927"/>
                  <a:gd name="T54" fmla="*/ 423 w 535"/>
                  <a:gd name="T55" fmla="*/ 926 h 927"/>
                  <a:gd name="T56" fmla="*/ 440 w 535"/>
                  <a:gd name="T57" fmla="*/ 924 h 927"/>
                  <a:gd name="T58" fmla="*/ 459 w 535"/>
                  <a:gd name="T59" fmla="*/ 921 h 927"/>
                  <a:gd name="T60" fmla="*/ 478 w 535"/>
                  <a:gd name="T61" fmla="*/ 918 h 927"/>
                  <a:gd name="T62" fmla="*/ 496 w 535"/>
                  <a:gd name="T63" fmla="*/ 913 h 927"/>
                  <a:gd name="T64" fmla="*/ 515 w 535"/>
                  <a:gd name="T65" fmla="*/ 906 h 927"/>
                  <a:gd name="T66" fmla="*/ 535 w 535"/>
                  <a:gd name="T67" fmla="*/ 898 h 927"/>
                  <a:gd name="T68" fmla="*/ 533 w 535"/>
                  <a:gd name="T69" fmla="*/ 883 h 927"/>
                  <a:gd name="T70" fmla="*/ 528 w 535"/>
                  <a:gd name="T71" fmla="*/ 841 h 927"/>
                  <a:gd name="T72" fmla="*/ 520 w 535"/>
                  <a:gd name="T73" fmla="*/ 780 h 927"/>
                  <a:gd name="T74" fmla="*/ 511 w 535"/>
                  <a:gd name="T75" fmla="*/ 708 h 927"/>
                  <a:gd name="T76" fmla="*/ 501 w 535"/>
                  <a:gd name="T77" fmla="*/ 633 h 927"/>
                  <a:gd name="T78" fmla="*/ 490 w 535"/>
                  <a:gd name="T79" fmla="*/ 562 h 927"/>
                  <a:gd name="T80" fmla="*/ 481 w 535"/>
                  <a:gd name="T81" fmla="*/ 503 h 927"/>
                  <a:gd name="T82" fmla="*/ 474 w 535"/>
                  <a:gd name="T83" fmla="*/ 464 h 927"/>
                  <a:gd name="T84" fmla="*/ 463 w 535"/>
                  <a:gd name="T85" fmla="*/ 425 h 927"/>
                  <a:gd name="T86" fmla="*/ 445 w 535"/>
                  <a:gd name="T87" fmla="*/ 366 h 927"/>
                  <a:gd name="T88" fmla="*/ 424 w 535"/>
                  <a:gd name="T89" fmla="*/ 296 h 927"/>
                  <a:gd name="T90" fmla="*/ 401 w 535"/>
                  <a:gd name="T91" fmla="*/ 221 h 927"/>
                  <a:gd name="T92" fmla="*/ 379 w 535"/>
                  <a:gd name="T93" fmla="*/ 150 h 927"/>
                  <a:gd name="T94" fmla="*/ 360 w 535"/>
                  <a:gd name="T95" fmla="*/ 89 h 927"/>
                  <a:gd name="T96" fmla="*/ 347 w 535"/>
                  <a:gd name="T97" fmla="*/ 48 h 927"/>
                  <a:gd name="T98" fmla="*/ 342 w 535"/>
                  <a:gd name="T99" fmla="*/ 32 h 927"/>
                  <a:gd name="T100" fmla="*/ 2 w 535"/>
                  <a:gd name="T101" fmla="*/ 0 h 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5" h="927">
                    <a:moveTo>
                      <a:pt x="2" y="0"/>
                    </a:moveTo>
                    <a:lnTo>
                      <a:pt x="2" y="4"/>
                    </a:lnTo>
                    <a:lnTo>
                      <a:pt x="0" y="16"/>
                    </a:lnTo>
                    <a:lnTo>
                      <a:pt x="0" y="33"/>
                    </a:lnTo>
                    <a:lnTo>
                      <a:pt x="2" y="55"/>
                    </a:lnTo>
                    <a:lnTo>
                      <a:pt x="3" y="68"/>
                    </a:lnTo>
                    <a:lnTo>
                      <a:pt x="5" y="81"/>
                    </a:lnTo>
                    <a:lnTo>
                      <a:pt x="8" y="95"/>
                    </a:lnTo>
                    <a:lnTo>
                      <a:pt x="12" y="110"/>
                    </a:lnTo>
                    <a:lnTo>
                      <a:pt x="17" y="125"/>
                    </a:lnTo>
                    <a:lnTo>
                      <a:pt x="23" y="140"/>
                    </a:lnTo>
                    <a:lnTo>
                      <a:pt x="30" y="155"/>
                    </a:lnTo>
                    <a:lnTo>
                      <a:pt x="39" y="170"/>
                    </a:lnTo>
                    <a:lnTo>
                      <a:pt x="60" y="206"/>
                    </a:lnTo>
                    <a:lnTo>
                      <a:pt x="87" y="250"/>
                    </a:lnTo>
                    <a:lnTo>
                      <a:pt x="115" y="298"/>
                    </a:lnTo>
                    <a:lnTo>
                      <a:pt x="144" y="346"/>
                    </a:lnTo>
                    <a:lnTo>
                      <a:pt x="170" y="390"/>
                    </a:lnTo>
                    <a:lnTo>
                      <a:pt x="192" y="427"/>
                    </a:lnTo>
                    <a:lnTo>
                      <a:pt x="205" y="452"/>
                    </a:lnTo>
                    <a:lnTo>
                      <a:pt x="212" y="461"/>
                    </a:lnTo>
                    <a:lnTo>
                      <a:pt x="319" y="921"/>
                    </a:lnTo>
                    <a:lnTo>
                      <a:pt x="324" y="922"/>
                    </a:lnTo>
                    <a:lnTo>
                      <a:pt x="339" y="924"/>
                    </a:lnTo>
                    <a:lnTo>
                      <a:pt x="360" y="926"/>
                    </a:lnTo>
                    <a:lnTo>
                      <a:pt x="389" y="927"/>
                    </a:lnTo>
                    <a:lnTo>
                      <a:pt x="405" y="927"/>
                    </a:lnTo>
                    <a:lnTo>
                      <a:pt x="423" y="926"/>
                    </a:lnTo>
                    <a:lnTo>
                      <a:pt x="440" y="924"/>
                    </a:lnTo>
                    <a:lnTo>
                      <a:pt x="459" y="921"/>
                    </a:lnTo>
                    <a:lnTo>
                      <a:pt x="478" y="918"/>
                    </a:lnTo>
                    <a:lnTo>
                      <a:pt x="496" y="913"/>
                    </a:lnTo>
                    <a:lnTo>
                      <a:pt x="515" y="906"/>
                    </a:lnTo>
                    <a:lnTo>
                      <a:pt x="535" y="898"/>
                    </a:lnTo>
                    <a:lnTo>
                      <a:pt x="533" y="883"/>
                    </a:lnTo>
                    <a:lnTo>
                      <a:pt x="528" y="841"/>
                    </a:lnTo>
                    <a:lnTo>
                      <a:pt x="520" y="780"/>
                    </a:lnTo>
                    <a:lnTo>
                      <a:pt x="511" y="708"/>
                    </a:lnTo>
                    <a:lnTo>
                      <a:pt x="501" y="633"/>
                    </a:lnTo>
                    <a:lnTo>
                      <a:pt x="490" y="562"/>
                    </a:lnTo>
                    <a:lnTo>
                      <a:pt x="481" y="503"/>
                    </a:lnTo>
                    <a:lnTo>
                      <a:pt x="474" y="464"/>
                    </a:lnTo>
                    <a:lnTo>
                      <a:pt x="463" y="425"/>
                    </a:lnTo>
                    <a:lnTo>
                      <a:pt x="445" y="366"/>
                    </a:lnTo>
                    <a:lnTo>
                      <a:pt x="424" y="296"/>
                    </a:lnTo>
                    <a:lnTo>
                      <a:pt x="401" y="221"/>
                    </a:lnTo>
                    <a:lnTo>
                      <a:pt x="379" y="150"/>
                    </a:lnTo>
                    <a:lnTo>
                      <a:pt x="360" y="89"/>
                    </a:lnTo>
                    <a:lnTo>
                      <a:pt x="347" y="48"/>
                    </a:lnTo>
                    <a:lnTo>
                      <a:pt x="342" y="3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7" name="Freeform 421">
                <a:extLst>
                  <a:ext uri="{FF2B5EF4-FFF2-40B4-BE49-F238E27FC236}">
                    <a16:creationId xmlns:a16="http://schemas.microsoft.com/office/drawing/2014/main" id="{30644FBC-F8D6-4EF8-AFE9-702FBE58A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126" y="4130675"/>
                <a:ext cx="177800" cy="360363"/>
              </a:xfrm>
              <a:custGeom>
                <a:avLst/>
                <a:gdLst>
                  <a:gd name="T0" fmla="*/ 479 w 563"/>
                  <a:gd name="T1" fmla="*/ 15 h 909"/>
                  <a:gd name="T2" fmla="*/ 468 w 563"/>
                  <a:gd name="T3" fmla="*/ 12 h 909"/>
                  <a:gd name="T4" fmla="*/ 434 w 563"/>
                  <a:gd name="T5" fmla="*/ 6 h 909"/>
                  <a:gd name="T6" fmla="*/ 411 w 563"/>
                  <a:gd name="T7" fmla="*/ 3 h 909"/>
                  <a:gd name="T8" fmla="*/ 383 w 563"/>
                  <a:gd name="T9" fmla="*/ 1 h 909"/>
                  <a:gd name="T10" fmla="*/ 353 w 563"/>
                  <a:gd name="T11" fmla="*/ 0 h 909"/>
                  <a:gd name="T12" fmla="*/ 320 w 563"/>
                  <a:gd name="T13" fmla="*/ 0 h 909"/>
                  <a:gd name="T14" fmla="*/ 301 w 563"/>
                  <a:gd name="T15" fmla="*/ 1 h 909"/>
                  <a:gd name="T16" fmla="*/ 283 w 563"/>
                  <a:gd name="T17" fmla="*/ 2 h 909"/>
                  <a:gd name="T18" fmla="*/ 263 w 563"/>
                  <a:gd name="T19" fmla="*/ 4 h 909"/>
                  <a:gd name="T20" fmla="*/ 245 w 563"/>
                  <a:gd name="T21" fmla="*/ 6 h 909"/>
                  <a:gd name="T22" fmla="*/ 225 w 563"/>
                  <a:gd name="T23" fmla="*/ 10 h 909"/>
                  <a:gd name="T24" fmla="*/ 205 w 563"/>
                  <a:gd name="T25" fmla="*/ 13 h 909"/>
                  <a:gd name="T26" fmla="*/ 185 w 563"/>
                  <a:gd name="T27" fmla="*/ 18 h 909"/>
                  <a:gd name="T28" fmla="*/ 163 w 563"/>
                  <a:gd name="T29" fmla="*/ 24 h 909"/>
                  <a:gd name="T30" fmla="*/ 143 w 563"/>
                  <a:gd name="T31" fmla="*/ 30 h 909"/>
                  <a:gd name="T32" fmla="*/ 122 w 563"/>
                  <a:gd name="T33" fmla="*/ 38 h 909"/>
                  <a:gd name="T34" fmla="*/ 102 w 563"/>
                  <a:gd name="T35" fmla="*/ 46 h 909"/>
                  <a:gd name="T36" fmla="*/ 81 w 563"/>
                  <a:gd name="T37" fmla="*/ 55 h 909"/>
                  <a:gd name="T38" fmla="*/ 61 w 563"/>
                  <a:gd name="T39" fmla="*/ 66 h 909"/>
                  <a:gd name="T40" fmla="*/ 40 w 563"/>
                  <a:gd name="T41" fmla="*/ 78 h 909"/>
                  <a:gd name="T42" fmla="*/ 20 w 563"/>
                  <a:gd name="T43" fmla="*/ 91 h 909"/>
                  <a:gd name="T44" fmla="*/ 0 w 563"/>
                  <a:gd name="T45" fmla="*/ 105 h 909"/>
                  <a:gd name="T46" fmla="*/ 0 w 563"/>
                  <a:gd name="T47" fmla="*/ 872 h 909"/>
                  <a:gd name="T48" fmla="*/ 12 w 563"/>
                  <a:gd name="T49" fmla="*/ 876 h 909"/>
                  <a:gd name="T50" fmla="*/ 48 w 563"/>
                  <a:gd name="T51" fmla="*/ 884 h 909"/>
                  <a:gd name="T52" fmla="*/ 72 w 563"/>
                  <a:gd name="T53" fmla="*/ 889 h 909"/>
                  <a:gd name="T54" fmla="*/ 102 w 563"/>
                  <a:gd name="T55" fmla="*/ 894 h 909"/>
                  <a:gd name="T56" fmla="*/ 135 w 563"/>
                  <a:gd name="T57" fmla="*/ 899 h 909"/>
                  <a:gd name="T58" fmla="*/ 170 w 563"/>
                  <a:gd name="T59" fmla="*/ 903 h 909"/>
                  <a:gd name="T60" fmla="*/ 208 w 563"/>
                  <a:gd name="T61" fmla="*/ 907 h 909"/>
                  <a:gd name="T62" fmla="*/ 250 w 563"/>
                  <a:gd name="T63" fmla="*/ 909 h 909"/>
                  <a:gd name="T64" fmla="*/ 271 w 563"/>
                  <a:gd name="T65" fmla="*/ 909 h 909"/>
                  <a:gd name="T66" fmla="*/ 292 w 563"/>
                  <a:gd name="T67" fmla="*/ 909 h 909"/>
                  <a:gd name="T68" fmla="*/ 313 w 563"/>
                  <a:gd name="T69" fmla="*/ 909 h 909"/>
                  <a:gd name="T70" fmla="*/ 336 w 563"/>
                  <a:gd name="T71" fmla="*/ 907 h 909"/>
                  <a:gd name="T72" fmla="*/ 357 w 563"/>
                  <a:gd name="T73" fmla="*/ 906 h 909"/>
                  <a:gd name="T74" fmla="*/ 379 w 563"/>
                  <a:gd name="T75" fmla="*/ 903 h 909"/>
                  <a:gd name="T76" fmla="*/ 402 w 563"/>
                  <a:gd name="T77" fmla="*/ 900 h 909"/>
                  <a:gd name="T78" fmla="*/ 424 w 563"/>
                  <a:gd name="T79" fmla="*/ 896 h 909"/>
                  <a:gd name="T80" fmla="*/ 447 w 563"/>
                  <a:gd name="T81" fmla="*/ 891 h 909"/>
                  <a:gd name="T82" fmla="*/ 468 w 563"/>
                  <a:gd name="T83" fmla="*/ 886 h 909"/>
                  <a:gd name="T84" fmla="*/ 491 w 563"/>
                  <a:gd name="T85" fmla="*/ 879 h 909"/>
                  <a:gd name="T86" fmla="*/ 512 w 563"/>
                  <a:gd name="T87" fmla="*/ 872 h 909"/>
                  <a:gd name="T88" fmla="*/ 563 w 563"/>
                  <a:gd name="T89" fmla="*/ 121 h 909"/>
                  <a:gd name="T90" fmla="*/ 559 w 563"/>
                  <a:gd name="T91" fmla="*/ 109 h 909"/>
                  <a:gd name="T92" fmla="*/ 546 w 563"/>
                  <a:gd name="T93" fmla="*/ 80 h 909"/>
                  <a:gd name="T94" fmla="*/ 541 w 563"/>
                  <a:gd name="T95" fmla="*/ 71 h 909"/>
                  <a:gd name="T96" fmla="*/ 534 w 563"/>
                  <a:gd name="T97" fmla="*/ 62 h 909"/>
                  <a:gd name="T98" fmla="*/ 528 w 563"/>
                  <a:gd name="T99" fmla="*/ 53 h 909"/>
                  <a:gd name="T100" fmla="*/ 521 w 563"/>
                  <a:gd name="T101" fmla="*/ 45 h 909"/>
                  <a:gd name="T102" fmla="*/ 512 w 563"/>
                  <a:gd name="T103" fmla="*/ 36 h 909"/>
                  <a:gd name="T104" fmla="*/ 502 w 563"/>
                  <a:gd name="T105" fmla="*/ 28 h 909"/>
                  <a:gd name="T106" fmla="*/ 492 w 563"/>
                  <a:gd name="T107" fmla="*/ 21 h 909"/>
                  <a:gd name="T108" fmla="*/ 479 w 563"/>
                  <a:gd name="T109" fmla="*/ 15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63" h="909">
                    <a:moveTo>
                      <a:pt x="479" y="15"/>
                    </a:moveTo>
                    <a:lnTo>
                      <a:pt x="468" y="12"/>
                    </a:lnTo>
                    <a:lnTo>
                      <a:pt x="434" y="6"/>
                    </a:lnTo>
                    <a:lnTo>
                      <a:pt x="411" y="3"/>
                    </a:lnTo>
                    <a:lnTo>
                      <a:pt x="383" y="1"/>
                    </a:lnTo>
                    <a:lnTo>
                      <a:pt x="353" y="0"/>
                    </a:lnTo>
                    <a:lnTo>
                      <a:pt x="320" y="0"/>
                    </a:lnTo>
                    <a:lnTo>
                      <a:pt x="301" y="1"/>
                    </a:lnTo>
                    <a:lnTo>
                      <a:pt x="283" y="2"/>
                    </a:lnTo>
                    <a:lnTo>
                      <a:pt x="263" y="4"/>
                    </a:lnTo>
                    <a:lnTo>
                      <a:pt x="245" y="6"/>
                    </a:lnTo>
                    <a:lnTo>
                      <a:pt x="225" y="10"/>
                    </a:lnTo>
                    <a:lnTo>
                      <a:pt x="205" y="13"/>
                    </a:lnTo>
                    <a:lnTo>
                      <a:pt x="185" y="18"/>
                    </a:lnTo>
                    <a:lnTo>
                      <a:pt x="163" y="24"/>
                    </a:lnTo>
                    <a:lnTo>
                      <a:pt x="143" y="30"/>
                    </a:lnTo>
                    <a:lnTo>
                      <a:pt x="122" y="38"/>
                    </a:lnTo>
                    <a:lnTo>
                      <a:pt x="102" y="46"/>
                    </a:lnTo>
                    <a:lnTo>
                      <a:pt x="81" y="55"/>
                    </a:lnTo>
                    <a:lnTo>
                      <a:pt x="61" y="66"/>
                    </a:lnTo>
                    <a:lnTo>
                      <a:pt x="40" y="78"/>
                    </a:lnTo>
                    <a:lnTo>
                      <a:pt x="20" y="91"/>
                    </a:lnTo>
                    <a:lnTo>
                      <a:pt x="0" y="105"/>
                    </a:lnTo>
                    <a:lnTo>
                      <a:pt x="0" y="872"/>
                    </a:lnTo>
                    <a:lnTo>
                      <a:pt x="12" y="876"/>
                    </a:lnTo>
                    <a:lnTo>
                      <a:pt x="48" y="884"/>
                    </a:lnTo>
                    <a:lnTo>
                      <a:pt x="72" y="889"/>
                    </a:lnTo>
                    <a:lnTo>
                      <a:pt x="102" y="894"/>
                    </a:lnTo>
                    <a:lnTo>
                      <a:pt x="135" y="899"/>
                    </a:lnTo>
                    <a:lnTo>
                      <a:pt x="170" y="903"/>
                    </a:lnTo>
                    <a:lnTo>
                      <a:pt x="208" y="907"/>
                    </a:lnTo>
                    <a:lnTo>
                      <a:pt x="250" y="909"/>
                    </a:lnTo>
                    <a:lnTo>
                      <a:pt x="271" y="909"/>
                    </a:lnTo>
                    <a:lnTo>
                      <a:pt x="292" y="909"/>
                    </a:lnTo>
                    <a:lnTo>
                      <a:pt x="313" y="909"/>
                    </a:lnTo>
                    <a:lnTo>
                      <a:pt x="336" y="907"/>
                    </a:lnTo>
                    <a:lnTo>
                      <a:pt x="357" y="906"/>
                    </a:lnTo>
                    <a:lnTo>
                      <a:pt x="379" y="903"/>
                    </a:lnTo>
                    <a:lnTo>
                      <a:pt x="402" y="900"/>
                    </a:lnTo>
                    <a:lnTo>
                      <a:pt x="424" y="896"/>
                    </a:lnTo>
                    <a:lnTo>
                      <a:pt x="447" y="891"/>
                    </a:lnTo>
                    <a:lnTo>
                      <a:pt x="468" y="886"/>
                    </a:lnTo>
                    <a:lnTo>
                      <a:pt x="491" y="879"/>
                    </a:lnTo>
                    <a:lnTo>
                      <a:pt x="512" y="872"/>
                    </a:lnTo>
                    <a:lnTo>
                      <a:pt x="563" y="121"/>
                    </a:lnTo>
                    <a:lnTo>
                      <a:pt x="559" y="109"/>
                    </a:lnTo>
                    <a:lnTo>
                      <a:pt x="546" y="80"/>
                    </a:lnTo>
                    <a:lnTo>
                      <a:pt x="541" y="71"/>
                    </a:lnTo>
                    <a:lnTo>
                      <a:pt x="534" y="62"/>
                    </a:lnTo>
                    <a:lnTo>
                      <a:pt x="528" y="53"/>
                    </a:lnTo>
                    <a:lnTo>
                      <a:pt x="521" y="45"/>
                    </a:lnTo>
                    <a:lnTo>
                      <a:pt x="512" y="36"/>
                    </a:lnTo>
                    <a:lnTo>
                      <a:pt x="502" y="28"/>
                    </a:lnTo>
                    <a:lnTo>
                      <a:pt x="492" y="21"/>
                    </a:lnTo>
                    <a:lnTo>
                      <a:pt x="47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8" name="Freeform 422">
                <a:extLst>
                  <a:ext uri="{FF2B5EF4-FFF2-40B4-BE49-F238E27FC236}">
                    <a16:creationId xmlns:a16="http://schemas.microsoft.com/office/drawing/2014/main" id="{CD0C3440-9509-40D9-9702-6BBA3D7A7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751" y="4106863"/>
                <a:ext cx="77788" cy="80963"/>
              </a:xfrm>
              <a:custGeom>
                <a:avLst/>
                <a:gdLst>
                  <a:gd name="T0" fmla="*/ 81 w 246"/>
                  <a:gd name="T1" fmla="*/ 32 h 204"/>
                  <a:gd name="T2" fmla="*/ 0 w 246"/>
                  <a:gd name="T3" fmla="*/ 97 h 204"/>
                  <a:gd name="T4" fmla="*/ 2 w 246"/>
                  <a:gd name="T5" fmla="*/ 103 h 204"/>
                  <a:gd name="T6" fmla="*/ 10 w 246"/>
                  <a:gd name="T7" fmla="*/ 118 h 204"/>
                  <a:gd name="T8" fmla="*/ 16 w 246"/>
                  <a:gd name="T9" fmla="*/ 128 h 204"/>
                  <a:gd name="T10" fmla="*/ 22 w 246"/>
                  <a:gd name="T11" fmla="*/ 139 h 204"/>
                  <a:gd name="T12" fmla="*/ 31 w 246"/>
                  <a:gd name="T13" fmla="*/ 150 h 204"/>
                  <a:gd name="T14" fmla="*/ 42 w 246"/>
                  <a:gd name="T15" fmla="*/ 161 h 204"/>
                  <a:gd name="T16" fmla="*/ 53 w 246"/>
                  <a:gd name="T17" fmla="*/ 172 h 204"/>
                  <a:gd name="T18" fmla="*/ 67 w 246"/>
                  <a:gd name="T19" fmla="*/ 182 h 204"/>
                  <a:gd name="T20" fmla="*/ 73 w 246"/>
                  <a:gd name="T21" fmla="*/ 187 h 204"/>
                  <a:gd name="T22" fmla="*/ 81 w 246"/>
                  <a:gd name="T23" fmla="*/ 191 h 204"/>
                  <a:gd name="T24" fmla="*/ 90 w 246"/>
                  <a:gd name="T25" fmla="*/ 194 h 204"/>
                  <a:gd name="T26" fmla="*/ 98 w 246"/>
                  <a:gd name="T27" fmla="*/ 197 h 204"/>
                  <a:gd name="T28" fmla="*/ 107 w 246"/>
                  <a:gd name="T29" fmla="*/ 200 h 204"/>
                  <a:gd name="T30" fmla="*/ 116 w 246"/>
                  <a:gd name="T31" fmla="*/ 202 h 204"/>
                  <a:gd name="T32" fmla="*/ 126 w 246"/>
                  <a:gd name="T33" fmla="*/ 203 h 204"/>
                  <a:gd name="T34" fmla="*/ 136 w 246"/>
                  <a:gd name="T35" fmla="*/ 204 h 204"/>
                  <a:gd name="T36" fmla="*/ 146 w 246"/>
                  <a:gd name="T37" fmla="*/ 203 h 204"/>
                  <a:gd name="T38" fmla="*/ 157 w 246"/>
                  <a:gd name="T39" fmla="*/ 202 h 204"/>
                  <a:gd name="T40" fmla="*/ 168 w 246"/>
                  <a:gd name="T41" fmla="*/ 200 h 204"/>
                  <a:gd name="T42" fmla="*/ 181 w 246"/>
                  <a:gd name="T43" fmla="*/ 197 h 204"/>
                  <a:gd name="T44" fmla="*/ 192 w 246"/>
                  <a:gd name="T45" fmla="*/ 193 h 204"/>
                  <a:gd name="T46" fmla="*/ 202 w 246"/>
                  <a:gd name="T47" fmla="*/ 190 h 204"/>
                  <a:gd name="T48" fmla="*/ 211 w 246"/>
                  <a:gd name="T49" fmla="*/ 185 h 204"/>
                  <a:gd name="T50" fmla="*/ 218 w 246"/>
                  <a:gd name="T51" fmla="*/ 181 h 204"/>
                  <a:gd name="T52" fmla="*/ 225 w 246"/>
                  <a:gd name="T53" fmla="*/ 176 h 204"/>
                  <a:gd name="T54" fmla="*/ 231 w 246"/>
                  <a:gd name="T55" fmla="*/ 171 h 204"/>
                  <a:gd name="T56" fmla="*/ 236 w 246"/>
                  <a:gd name="T57" fmla="*/ 166 h 204"/>
                  <a:gd name="T58" fmla="*/ 239 w 246"/>
                  <a:gd name="T59" fmla="*/ 161 h 204"/>
                  <a:gd name="T60" fmla="*/ 242 w 246"/>
                  <a:gd name="T61" fmla="*/ 156 h 204"/>
                  <a:gd name="T62" fmla="*/ 243 w 246"/>
                  <a:gd name="T63" fmla="*/ 150 h 204"/>
                  <a:gd name="T64" fmla="*/ 244 w 246"/>
                  <a:gd name="T65" fmla="*/ 145 h 204"/>
                  <a:gd name="T66" fmla="*/ 246 w 246"/>
                  <a:gd name="T67" fmla="*/ 140 h 204"/>
                  <a:gd name="T68" fmla="*/ 246 w 246"/>
                  <a:gd name="T69" fmla="*/ 129 h 204"/>
                  <a:gd name="T70" fmla="*/ 243 w 246"/>
                  <a:gd name="T71" fmla="*/ 118 h 204"/>
                  <a:gd name="T72" fmla="*/ 238 w 246"/>
                  <a:gd name="T73" fmla="*/ 108 h 204"/>
                  <a:gd name="T74" fmla="*/ 233 w 246"/>
                  <a:gd name="T75" fmla="*/ 99 h 204"/>
                  <a:gd name="T76" fmla="*/ 228 w 246"/>
                  <a:gd name="T77" fmla="*/ 90 h 204"/>
                  <a:gd name="T78" fmla="*/ 222 w 246"/>
                  <a:gd name="T79" fmla="*/ 83 h 204"/>
                  <a:gd name="T80" fmla="*/ 213 w 246"/>
                  <a:gd name="T81" fmla="*/ 72 h 204"/>
                  <a:gd name="T82" fmla="*/ 208 w 246"/>
                  <a:gd name="T83" fmla="*/ 68 h 204"/>
                  <a:gd name="T84" fmla="*/ 208 w 246"/>
                  <a:gd name="T85" fmla="*/ 0 h 204"/>
                  <a:gd name="T86" fmla="*/ 81 w 246"/>
                  <a:gd name="T87" fmla="*/ 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6" h="204">
                    <a:moveTo>
                      <a:pt x="81" y="32"/>
                    </a:moveTo>
                    <a:lnTo>
                      <a:pt x="0" y="97"/>
                    </a:lnTo>
                    <a:lnTo>
                      <a:pt x="2" y="103"/>
                    </a:lnTo>
                    <a:lnTo>
                      <a:pt x="10" y="118"/>
                    </a:lnTo>
                    <a:lnTo>
                      <a:pt x="16" y="128"/>
                    </a:lnTo>
                    <a:lnTo>
                      <a:pt x="22" y="139"/>
                    </a:lnTo>
                    <a:lnTo>
                      <a:pt x="31" y="150"/>
                    </a:lnTo>
                    <a:lnTo>
                      <a:pt x="42" y="161"/>
                    </a:lnTo>
                    <a:lnTo>
                      <a:pt x="53" y="172"/>
                    </a:lnTo>
                    <a:lnTo>
                      <a:pt x="67" y="182"/>
                    </a:lnTo>
                    <a:lnTo>
                      <a:pt x="73" y="187"/>
                    </a:lnTo>
                    <a:lnTo>
                      <a:pt x="81" y="191"/>
                    </a:lnTo>
                    <a:lnTo>
                      <a:pt x="90" y="194"/>
                    </a:lnTo>
                    <a:lnTo>
                      <a:pt x="98" y="197"/>
                    </a:lnTo>
                    <a:lnTo>
                      <a:pt x="107" y="200"/>
                    </a:lnTo>
                    <a:lnTo>
                      <a:pt x="116" y="202"/>
                    </a:lnTo>
                    <a:lnTo>
                      <a:pt x="126" y="203"/>
                    </a:lnTo>
                    <a:lnTo>
                      <a:pt x="136" y="204"/>
                    </a:lnTo>
                    <a:lnTo>
                      <a:pt x="146" y="203"/>
                    </a:lnTo>
                    <a:lnTo>
                      <a:pt x="157" y="202"/>
                    </a:lnTo>
                    <a:lnTo>
                      <a:pt x="168" y="200"/>
                    </a:lnTo>
                    <a:lnTo>
                      <a:pt x="181" y="197"/>
                    </a:lnTo>
                    <a:lnTo>
                      <a:pt x="192" y="193"/>
                    </a:lnTo>
                    <a:lnTo>
                      <a:pt x="202" y="190"/>
                    </a:lnTo>
                    <a:lnTo>
                      <a:pt x="211" y="185"/>
                    </a:lnTo>
                    <a:lnTo>
                      <a:pt x="218" y="181"/>
                    </a:lnTo>
                    <a:lnTo>
                      <a:pt x="225" y="176"/>
                    </a:lnTo>
                    <a:lnTo>
                      <a:pt x="231" y="171"/>
                    </a:lnTo>
                    <a:lnTo>
                      <a:pt x="236" y="166"/>
                    </a:lnTo>
                    <a:lnTo>
                      <a:pt x="239" y="161"/>
                    </a:lnTo>
                    <a:lnTo>
                      <a:pt x="242" y="156"/>
                    </a:lnTo>
                    <a:lnTo>
                      <a:pt x="243" y="150"/>
                    </a:lnTo>
                    <a:lnTo>
                      <a:pt x="244" y="145"/>
                    </a:lnTo>
                    <a:lnTo>
                      <a:pt x="246" y="140"/>
                    </a:lnTo>
                    <a:lnTo>
                      <a:pt x="246" y="129"/>
                    </a:lnTo>
                    <a:lnTo>
                      <a:pt x="243" y="118"/>
                    </a:lnTo>
                    <a:lnTo>
                      <a:pt x="238" y="108"/>
                    </a:lnTo>
                    <a:lnTo>
                      <a:pt x="233" y="99"/>
                    </a:lnTo>
                    <a:lnTo>
                      <a:pt x="228" y="90"/>
                    </a:lnTo>
                    <a:lnTo>
                      <a:pt x="222" y="83"/>
                    </a:lnTo>
                    <a:lnTo>
                      <a:pt x="213" y="72"/>
                    </a:lnTo>
                    <a:lnTo>
                      <a:pt x="208" y="68"/>
                    </a:lnTo>
                    <a:lnTo>
                      <a:pt x="208" y="0"/>
                    </a:lnTo>
                    <a:lnTo>
                      <a:pt x="81" y="32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9" name="Freeform 423">
                <a:extLst>
                  <a:ext uri="{FF2B5EF4-FFF2-40B4-BE49-F238E27FC236}">
                    <a16:creationId xmlns:a16="http://schemas.microsoft.com/office/drawing/2014/main" id="{943D58F4-AF98-40E8-AD89-65E62D552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651" y="4268788"/>
                <a:ext cx="214313" cy="165100"/>
              </a:xfrm>
              <a:custGeom>
                <a:avLst/>
                <a:gdLst>
                  <a:gd name="T0" fmla="*/ 230 w 679"/>
                  <a:gd name="T1" fmla="*/ 84 h 413"/>
                  <a:gd name="T2" fmla="*/ 266 w 679"/>
                  <a:gd name="T3" fmla="*/ 107 h 413"/>
                  <a:gd name="T4" fmla="*/ 351 w 679"/>
                  <a:gd name="T5" fmla="*/ 159 h 413"/>
                  <a:gd name="T6" fmla="*/ 452 w 679"/>
                  <a:gd name="T7" fmla="*/ 221 h 413"/>
                  <a:gd name="T8" fmla="*/ 533 w 679"/>
                  <a:gd name="T9" fmla="*/ 270 h 413"/>
                  <a:gd name="T10" fmla="*/ 557 w 679"/>
                  <a:gd name="T11" fmla="*/ 275 h 413"/>
                  <a:gd name="T12" fmla="*/ 607 w 679"/>
                  <a:gd name="T13" fmla="*/ 290 h 413"/>
                  <a:gd name="T14" fmla="*/ 634 w 679"/>
                  <a:gd name="T15" fmla="*/ 302 h 413"/>
                  <a:gd name="T16" fmla="*/ 658 w 679"/>
                  <a:gd name="T17" fmla="*/ 318 h 413"/>
                  <a:gd name="T18" fmla="*/ 674 w 679"/>
                  <a:gd name="T19" fmla="*/ 337 h 413"/>
                  <a:gd name="T20" fmla="*/ 678 w 679"/>
                  <a:gd name="T21" fmla="*/ 348 h 413"/>
                  <a:gd name="T22" fmla="*/ 679 w 679"/>
                  <a:gd name="T23" fmla="*/ 361 h 413"/>
                  <a:gd name="T24" fmla="*/ 677 w 679"/>
                  <a:gd name="T25" fmla="*/ 372 h 413"/>
                  <a:gd name="T26" fmla="*/ 673 w 679"/>
                  <a:gd name="T27" fmla="*/ 383 h 413"/>
                  <a:gd name="T28" fmla="*/ 666 w 679"/>
                  <a:gd name="T29" fmla="*/ 392 h 413"/>
                  <a:gd name="T30" fmla="*/ 656 w 679"/>
                  <a:gd name="T31" fmla="*/ 399 h 413"/>
                  <a:gd name="T32" fmla="*/ 644 w 679"/>
                  <a:gd name="T33" fmla="*/ 405 h 413"/>
                  <a:gd name="T34" fmla="*/ 632 w 679"/>
                  <a:gd name="T35" fmla="*/ 410 h 413"/>
                  <a:gd name="T36" fmla="*/ 601 w 679"/>
                  <a:gd name="T37" fmla="*/ 413 h 413"/>
                  <a:gd name="T38" fmla="*/ 567 w 679"/>
                  <a:gd name="T39" fmla="*/ 408 h 413"/>
                  <a:gd name="T40" fmla="*/ 529 w 679"/>
                  <a:gd name="T41" fmla="*/ 395 h 413"/>
                  <a:gd name="T42" fmla="*/ 493 w 679"/>
                  <a:gd name="T43" fmla="*/ 374 h 413"/>
                  <a:gd name="T44" fmla="*/ 476 w 679"/>
                  <a:gd name="T45" fmla="*/ 360 h 413"/>
                  <a:gd name="T46" fmla="*/ 458 w 679"/>
                  <a:gd name="T47" fmla="*/ 343 h 413"/>
                  <a:gd name="T48" fmla="*/ 416 w 679"/>
                  <a:gd name="T49" fmla="*/ 329 h 413"/>
                  <a:gd name="T50" fmla="*/ 320 w 679"/>
                  <a:gd name="T51" fmla="*/ 293 h 413"/>
                  <a:gd name="T52" fmla="*/ 211 w 679"/>
                  <a:gd name="T53" fmla="*/ 248 h 413"/>
                  <a:gd name="T54" fmla="*/ 167 w 679"/>
                  <a:gd name="T55" fmla="*/ 226 h 413"/>
                  <a:gd name="T56" fmla="*/ 137 w 679"/>
                  <a:gd name="T57" fmla="*/ 206 h 413"/>
                  <a:gd name="T58" fmla="*/ 92 w 679"/>
                  <a:gd name="T59" fmla="*/ 161 h 413"/>
                  <a:gd name="T60" fmla="*/ 47 w 679"/>
                  <a:gd name="T61" fmla="*/ 108 h 413"/>
                  <a:gd name="T62" fmla="*/ 13 w 679"/>
                  <a:gd name="T63" fmla="*/ 64 h 413"/>
                  <a:gd name="T64" fmla="*/ 0 w 679"/>
                  <a:gd name="T65" fmla="*/ 4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9" h="413">
                    <a:moveTo>
                      <a:pt x="205" y="0"/>
                    </a:moveTo>
                    <a:lnTo>
                      <a:pt x="230" y="84"/>
                    </a:lnTo>
                    <a:lnTo>
                      <a:pt x="238" y="90"/>
                    </a:lnTo>
                    <a:lnTo>
                      <a:pt x="266" y="107"/>
                    </a:lnTo>
                    <a:lnTo>
                      <a:pt x="305" y="131"/>
                    </a:lnTo>
                    <a:lnTo>
                      <a:pt x="351" y="159"/>
                    </a:lnTo>
                    <a:lnTo>
                      <a:pt x="402" y="190"/>
                    </a:lnTo>
                    <a:lnTo>
                      <a:pt x="452" y="221"/>
                    </a:lnTo>
                    <a:lnTo>
                      <a:pt x="497" y="248"/>
                    </a:lnTo>
                    <a:lnTo>
                      <a:pt x="533" y="270"/>
                    </a:lnTo>
                    <a:lnTo>
                      <a:pt x="541" y="271"/>
                    </a:lnTo>
                    <a:lnTo>
                      <a:pt x="557" y="275"/>
                    </a:lnTo>
                    <a:lnTo>
                      <a:pt x="581" y="281"/>
                    </a:lnTo>
                    <a:lnTo>
                      <a:pt x="607" y="290"/>
                    </a:lnTo>
                    <a:lnTo>
                      <a:pt x="621" y="296"/>
                    </a:lnTo>
                    <a:lnTo>
                      <a:pt x="634" y="302"/>
                    </a:lnTo>
                    <a:lnTo>
                      <a:pt x="647" y="310"/>
                    </a:lnTo>
                    <a:lnTo>
                      <a:pt x="658" y="318"/>
                    </a:lnTo>
                    <a:lnTo>
                      <a:pt x="667" y="327"/>
                    </a:lnTo>
                    <a:lnTo>
                      <a:pt x="674" y="337"/>
                    </a:lnTo>
                    <a:lnTo>
                      <a:pt x="677" y="343"/>
                    </a:lnTo>
                    <a:lnTo>
                      <a:pt x="678" y="348"/>
                    </a:lnTo>
                    <a:lnTo>
                      <a:pt x="679" y="354"/>
                    </a:lnTo>
                    <a:lnTo>
                      <a:pt x="679" y="361"/>
                    </a:lnTo>
                    <a:lnTo>
                      <a:pt x="678" y="367"/>
                    </a:lnTo>
                    <a:lnTo>
                      <a:pt x="677" y="372"/>
                    </a:lnTo>
                    <a:lnTo>
                      <a:pt x="676" y="378"/>
                    </a:lnTo>
                    <a:lnTo>
                      <a:pt x="673" y="383"/>
                    </a:lnTo>
                    <a:lnTo>
                      <a:pt x="669" y="388"/>
                    </a:lnTo>
                    <a:lnTo>
                      <a:pt x="666" y="392"/>
                    </a:lnTo>
                    <a:lnTo>
                      <a:pt x="661" y="396"/>
                    </a:lnTo>
                    <a:lnTo>
                      <a:pt x="656" y="399"/>
                    </a:lnTo>
                    <a:lnTo>
                      <a:pt x="651" y="403"/>
                    </a:lnTo>
                    <a:lnTo>
                      <a:pt x="644" y="405"/>
                    </a:lnTo>
                    <a:lnTo>
                      <a:pt x="638" y="408"/>
                    </a:lnTo>
                    <a:lnTo>
                      <a:pt x="632" y="410"/>
                    </a:lnTo>
                    <a:lnTo>
                      <a:pt x="617" y="412"/>
                    </a:lnTo>
                    <a:lnTo>
                      <a:pt x="601" y="413"/>
                    </a:lnTo>
                    <a:lnTo>
                      <a:pt x="584" y="411"/>
                    </a:lnTo>
                    <a:lnTo>
                      <a:pt x="567" y="408"/>
                    </a:lnTo>
                    <a:lnTo>
                      <a:pt x="548" y="403"/>
                    </a:lnTo>
                    <a:lnTo>
                      <a:pt x="529" y="395"/>
                    </a:lnTo>
                    <a:lnTo>
                      <a:pt x="512" y="386"/>
                    </a:lnTo>
                    <a:lnTo>
                      <a:pt x="493" y="374"/>
                    </a:lnTo>
                    <a:lnTo>
                      <a:pt x="484" y="367"/>
                    </a:lnTo>
                    <a:lnTo>
                      <a:pt x="476" y="360"/>
                    </a:lnTo>
                    <a:lnTo>
                      <a:pt x="467" y="352"/>
                    </a:lnTo>
                    <a:lnTo>
                      <a:pt x="458" y="343"/>
                    </a:lnTo>
                    <a:lnTo>
                      <a:pt x="447" y="339"/>
                    </a:lnTo>
                    <a:lnTo>
                      <a:pt x="416" y="329"/>
                    </a:lnTo>
                    <a:lnTo>
                      <a:pt x="372" y="313"/>
                    </a:lnTo>
                    <a:lnTo>
                      <a:pt x="320" y="293"/>
                    </a:lnTo>
                    <a:lnTo>
                      <a:pt x="263" y="271"/>
                    </a:lnTo>
                    <a:lnTo>
                      <a:pt x="211" y="248"/>
                    </a:lnTo>
                    <a:lnTo>
                      <a:pt x="188" y="237"/>
                    </a:lnTo>
                    <a:lnTo>
                      <a:pt x="167" y="226"/>
                    </a:lnTo>
                    <a:lnTo>
                      <a:pt x="151" y="216"/>
                    </a:lnTo>
                    <a:lnTo>
                      <a:pt x="137" y="206"/>
                    </a:lnTo>
                    <a:lnTo>
                      <a:pt x="115" y="185"/>
                    </a:lnTo>
                    <a:lnTo>
                      <a:pt x="92" y="161"/>
                    </a:lnTo>
                    <a:lnTo>
                      <a:pt x="68" y="134"/>
                    </a:lnTo>
                    <a:lnTo>
                      <a:pt x="47" y="108"/>
                    </a:lnTo>
                    <a:lnTo>
                      <a:pt x="28" y="8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0" y="46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0" name="Freeform 424">
                <a:extLst>
                  <a:ext uri="{FF2B5EF4-FFF2-40B4-BE49-F238E27FC236}">
                    <a16:creationId xmlns:a16="http://schemas.microsoft.com/office/drawing/2014/main" id="{C1B0AB49-D469-40EE-8DCC-3D7CE00AE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901" y="4170363"/>
                <a:ext cx="106363" cy="133350"/>
              </a:xfrm>
              <a:custGeom>
                <a:avLst/>
                <a:gdLst>
                  <a:gd name="T0" fmla="*/ 96 w 334"/>
                  <a:gd name="T1" fmla="*/ 333 h 334"/>
                  <a:gd name="T2" fmla="*/ 107 w 334"/>
                  <a:gd name="T3" fmla="*/ 334 h 334"/>
                  <a:gd name="T4" fmla="*/ 139 w 334"/>
                  <a:gd name="T5" fmla="*/ 332 h 334"/>
                  <a:gd name="T6" fmla="*/ 159 w 334"/>
                  <a:gd name="T7" fmla="*/ 330 h 334"/>
                  <a:gd name="T8" fmla="*/ 182 w 334"/>
                  <a:gd name="T9" fmla="*/ 327 h 334"/>
                  <a:gd name="T10" fmla="*/ 209 w 334"/>
                  <a:gd name="T11" fmla="*/ 322 h 334"/>
                  <a:gd name="T12" fmla="*/ 236 w 334"/>
                  <a:gd name="T13" fmla="*/ 315 h 334"/>
                  <a:gd name="T14" fmla="*/ 261 w 334"/>
                  <a:gd name="T15" fmla="*/ 307 h 334"/>
                  <a:gd name="T16" fmla="*/ 282 w 334"/>
                  <a:gd name="T17" fmla="*/ 299 h 334"/>
                  <a:gd name="T18" fmla="*/ 299 w 334"/>
                  <a:gd name="T19" fmla="*/ 292 h 334"/>
                  <a:gd name="T20" fmla="*/ 312 w 334"/>
                  <a:gd name="T21" fmla="*/ 286 h 334"/>
                  <a:gd name="T22" fmla="*/ 329 w 334"/>
                  <a:gd name="T23" fmla="*/ 276 h 334"/>
                  <a:gd name="T24" fmla="*/ 334 w 334"/>
                  <a:gd name="T25" fmla="*/ 273 h 334"/>
                  <a:gd name="T26" fmla="*/ 329 w 334"/>
                  <a:gd name="T27" fmla="*/ 259 h 334"/>
                  <a:gd name="T28" fmla="*/ 316 w 334"/>
                  <a:gd name="T29" fmla="*/ 224 h 334"/>
                  <a:gd name="T30" fmla="*/ 306 w 334"/>
                  <a:gd name="T31" fmla="*/ 201 h 334"/>
                  <a:gd name="T32" fmla="*/ 295 w 334"/>
                  <a:gd name="T33" fmla="*/ 176 h 334"/>
                  <a:gd name="T34" fmla="*/ 281 w 334"/>
                  <a:gd name="T35" fmla="*/ 149 h 334"/>
                  <a:gd name="T36" fmla="*/ 265 w 334"/>
                  <a:gd name="T37" fmla="*/ 121 h 334"/>
                  <a:gd name="T38" fmla="*/ 256 w 334"/>
                  <a:gd name="T39" fmla="*/ 108 h 334"/>
                  <a:gd name="T40" fmla="*/ 247 w 334"/>
                  <a:gd name="T41" fmla="*/ 94 h 334"/>
                  <a:gd name="T42" fmla="*/ 237 w 334"/>
                  <a:gd name="T43" fmla="*/ 81 h 334"/>
                  <a:gd name="T44" fmla="*/ 227 w 334"/>
                  <a:gd name="T45" fmla="*/ 69 h 334"/>
                  <a:gd name="T46" fmla="*/ 217 w 334"/>
                  <a:gd name="T47" fmla="*/ 57 h 334"/>
                  <a:gd name="T48" fmla="*/ 206 w 334"/>
                  <a:gd name="T49" fmla="*/ 46 h 334"/>
                  <a:gd name="T50" fmla="*/ 194 w 334"/>
                  <a:gd name="T51" fmla="*/ 36 h 334"/>
                  <a:gd name="T52" fmla="*/ 182 w 334"/>
                  <a:gd name="T53" fmla="*/ 27 h 334"/>
                  <a:gd name="T54" fmla="*/ 170 w 334"/>
                  <a:gd name="T55" fmla="*/ 19 h 334"/>
                  <a:gd name="T56" fmla="*/ 156 w 334"/>
                  <a:gd name="T57" fmla="*/ 12 h 334"/>
                  <a:gd name="T58" fmla="*/ 144 w 334"/>
                  <a:gd name="T59" fmla="*/ 7 h 334"/>
                  <a:gd name="T60" fmla="*/ 129 w 334"/>
                  <a:gd name="T61" fmla="*/ 3 h 334"/>
                  <a:gd name="T62" fmla="*/ 115 w 334"/>
                  <a:gd name="T63" fmla="*/ 1 h 334"/>
                  <a:gd name="T64" fmla="*/ 100 w 334"/>
                  <a:gd name="T65" fmla="*/ 0 h 334"/>
                  <a:gd name="T66" fmla="*/ 85 w 334"/>
                  <a:gd name="T67" fmla="*/ 2 h 334"/>
                  <a:gd name="T68" fmla="*/ 69 w 334"/>
                  <a:gd name="T69" fmla="*/ 5 h 334"/>
                  <a:gd name="T70" fmla="*/ 54 w 334"/>
                  <a:gd name="T71" fmla="*/ 10 h 334"/>
                  <a:gd name="T72" fmla="*/ 41 w 334"/>
                  <a:gd name="T73" fmla="*/ 17 h 334"/>
                  <a:gd name="T74" fmla="*/ 30 w 334"/>
                  <a:gd name="T75" fmla="*/ 24 h 334"/>
                  <a:gd name="T76" fmla="*/ 21 w 334"/>
                  <a:gd name="T77" fmla="*/ 33 h 334"/>
                  <a:gd name="T78" fmla="*/ 14 w 334"/>
                  <a:gd name="T79" fmla="*/ 43 h 334"/>
                  <a:gd name="T80" fmla="*/ 9 w 334"/>
                  <a:gd name="T81" fmla="*/ 53 h 334"/>
                  <a:gd name="T82" fmla="*/ 5 w 334"/>
                  <a:gd name="T83" fmla="*/ 64 h 334"/>
                  <a:gd name="T84" fmla="*/ 1 w 334"/>
                  <a:gd name="T85" fmla="*/ 77 h 334"/>
                  <a:gd name="T86" fmla="*/ 0 w 334"/>
                  <a:gd name="T87" fmla="*/ 89 h 334"/>
                  <a:gd name="T88" fmla="*/ 0 w 334"/>
                  <a:gd name="T89" fmla="*/ 102 h 334"/>
                  <a:gd name="T90" fmla="*/ 1 w 334"/>
                  <a:gd name="T91" fmla="*/ 116 h 334"/>
                  <a:gd name="T92" fmla="*/ 2 w 334"/>
                  <a:gd name="T93" fmla="*/ 130 h 334"/>
                  <a:gd name="T94" fmla="*/ 6 w 334"/>
                  <a:gd name="T95" fmla="*/ 144 h 334"/>
                  <a:gd name="T96" fmla="*/ 10 w 334"/>
                  <a:gd name="T97" fmla="*/ 158 h 334"/>
                  <a:gd name="T98" fmla="*/ 14 w 334"/>
                  <a:gd name="T99" fmla="*/ 173 h 334"/>
                  <a:gd name="T100" fmla="*/ 19 w 334"/>
                  <a:gd name="T101" fmla="*/ 187 h 334"/>
                  <a:gd name="T102" fmla="*/ 30 w 334"/>
                  <a:gd name="T103" fmla="*/ 215 h 334"/>
                  <a:gd name="T104" fmla="*/ 42 w 334"/>
                  <a:gd name="T105" fmla="*/ 242 h 334"/>
                  <a:gd name="T106" fmla="*/ 56 w 334"/>
                  <a:gd name="T107" fmla="*/ 267 h 334"/>
                  <a:gd name="T108" fmla="*/ 67 w 334"/>
                  <a:gd name="T109" fmla="*/ 289 h 334"/>
                  <a:gd name="T110" fmla="*/ 87 w 334"/>
                  <a:gd name="T111" fmla="*/ 321 h 334"/>
                  <a:gd name="T112" fmla="*/ 96 w 334"/>
                  <a:gd name="T113" fmla="*/ 333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4" h="334">
                    <a:moveTo>
                      <a:pt x="96" y="333"/>
                    </a:moveTo>
                    <a:lnTo>
                      <a:pt x="107" y="334"/>
                    </a:lnTo>
                    <a:lnTo>
                      <a:pt x="139" y="332"/>
                    </a:lnTo>
                    <a:lnTo>
                      <a:pt x="159" y="330"/>
                    </a:lnTo>
                    <a:lnTo>
                      <a:pt x="182" y="327"/>
                    </a:lnTo>
                    <a:lnTo>
                      <a:pt x="209" y="322"/>
                    </a:lnTo>
                    <a:lnTo>
                      <a:pt x="236" y="315"/>
                    </a:lnTo>
                    <a:lnTo>
                      <a:pt x="261" y="307"/>
                    </a:lnTo>
                    <a:lnTo>
                      <a:pt x="282" y="299"/>
                    </a:lnTo>
                    <a:lnTo>
                      <a:pt x="299" y="292"/>
                    </a:lnTo>
                    <a:lnTo>
                      <a:pt x="312" y="286"/>
                    </a:lnTo>
                    <a:lnTo>
                      <a:pt x="329" y="276"/>
                    </a:lnTo>
                    <a:lnTo>
                      <a:pt x="334" y="273"/>
                    </a:lnTo>
                    <a:lnTo>
                      <a:pt x="329" y="259"/>
                    </a:lnTo>
                    <a:lnTo>
                      <a:pt x="316" y="224"/>
                    </a:lnTo>
                    <a:lnTo>
                      <a:pt x="306" y="201"/>
                    </a:lnTo>
                    <a:lnTo>
                      <a:pt x="295" y="176"/>
                    </a:lnTo>
                    <a:lnTo>
                      <a:pt x="281" y="149"/>
                    </a:lnTo>
                    <a:lnTo>
                      <a:pt x="265" y="121"/>
                    </a:lnTo>
                    <a:lnTo>
                      <a:pt x="256" y="108"/>
                    </a:lnTo>
                    <a:lnTo>
                      <a:pt x="247" y="94"/>
                    </a:lnTo>
                    <a:lnTo>
                      <a:pt x="237" y="81"/>
                    </a:lnTo>
                    <a:lnTo>
                      <a:pt x="227" y="69"/>
                    </a:lnTo>
                    <a:lnTo>
                      <a:pt x="217" y="57"/>
                    </a:lnTo>
                    <a:lnTo>
                      <a:pt x="206" y="46"/>
                    </a:lnTo>
                    <a:lnTo>
                      <a:pt x="194" y="36"/>
                    </a:lnTo>
                    <a:lnTo>
                      <a:pt x="182" y="27"/>
                    </a:lnTo>
                    <a:lnTo>
                      <a:pt x="170" y="19"/>
                    </a:lnTo>
                    <a:lnTo>
                      <a:pt x="156" y="12"/>
                    </a:lnTo>
                    <a:lnTo>
                      <a:pt x="144" y="7"/>
                    </a:lnTo>
                    <a:lnTo>
                      <a:pt x="129" y="3"/>
                    </a:lnTo>
                    <a:lnTo>
                      <a:pt x="115" y="1"/>
                    </a:lnTo>
                    <a:lnTo>
                      <a:pt x="100" y="0"/>
                    </a:lnTo>
                    <a:lnTo>
                      <a:pt x="85" y="2"/>
                    </a:lnTo>
                    <a:lnTo>
                      <a:pt x="69" y="5"/>
                    </a:lnTo>
                    <a:lnTo>
                      <a:pt x="54" y="10"/>
                    </a:lnTo>
                    <a:lnTo>
                      <a:pt x="41" y="17"/>
                    </a:lnTo>
                    <a:lnTo>
                      <a:pt x="30" y="24"/>
                    </a:lnTo>
                    <a:lnTo>
                      <a:pt x="21" y="33"/>
                    </a:lnTo>
                    <a:lnTo>
                      <a:pt x="14" y="43"/>
                    </a:lnTo>
                    <a:lnTo>
                      <a:pt x="9" y="53"/>
                    </a:lnTo>
                    <a:lnTo>
                      <a:pt x="5" y="64"/>
                    </a:lnTo>
                    <a:lnTo>
                      <a:pt x="1" y="77"/>
                    </a:lnTo>
                    <a:lnTo>
                      <a:pt x="0" y="89"/>
                    </a:lnTo>
                    <a:lnTo>
                      <a:pt x="0" y="102"/>
                    </a:lnTo>
                    <a:lnTo>
                      <a:pt x="1" y="116"/>
                    </a:lnTo>
                    <a:lnTo>
                      <a:pt x="2" y="130"/>
                    </a:lnTo>
                    <a:lnTo>
                      <a:pt x="6" y="144"/>
                    </a:lnTo>
                    <a:lnTo>
                      <a:pt x="10" y="158"/>
                    </a:lnTo>
                    <a:lnTo>
                      <a:pt x="14" y="173"/>
                    </a:lnTo>
                    <a:lnTo>
                      <a:pt x="19" y="187"/>
                    </a:lnTo>
                    <a:lnTo>
                      <a:pt x="30" y="215"/>
                    </a:lnTo>
                    <a:lnTo>
                      <a:pt x="42" y="242"/>
                    </a:lnTo>
                    <a:lnTo>
                      <a:pt x="56" y="267"/>
                    </a:lnTo>
                    <a:lnTo>
                      <a:pt x="67" y="289"/>
                    </a:lnTo>
                    <a:lnTo>
                      <a:pt x="87" y="321"/>
                    </a:lnTo>
                    <a:lnTo>
                      <a:pt x="96" y="3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1" name="Freeform 425">
                <a:extLst>
                  <a:ext uri="{FF2B5EF4-FFF2-40B4-BE49-F238E27FC236}">
                    <a16:creationId xmlns:a16="http://schemas.microsoft.com/office/drawing/2014/main" id="{724C56EA-6D79-4C26-B047-B1106594D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763" y="4027488"/>
                <a:ext cx="134938" cy="134938"/>
              </a:xfrm>
              <a:custGeom>
                <a:avLst/>
                <a:gdLst>
                  <a:gd name="T0" fmla="*/ 8 w 426"/>
                  <a:gd name="T1" fmla="*/ 123 h 339"/>
                  <a:gd name="T2" fmla="*/ 23 w 426"/>
                  <a:gd name="T3" fmla="*/ 114 h 339"/>
                  <a:gd name="T4" fmla="*/ 32 w 426"/>
                  <a:gd name="T5" fmla="*/ 114 h 339"/>
                  <a:gd name="T6" fmla="*/ 47 w 426"/>
                  <a:gd name="T7" fmla="*/ 121 h 339"/>
                  <a:gd name="T8" fmla="*/ 59 w 426"/>
                  <a:gd name="T9" fmla="*/ 132 h 339"/>
                  <a:gd name="T10" fmla="*/ 78 w 426"/>
                  <a:gd name="T11" fmla="*/ 169 h 339"/>
                  <a:gd name="T12" fmla="*/ 107 w 426"/>
                  <a:gd name="T13" fmla="*/ 195 h 339"/>
                  <a:gd name="T14" fmla="*/ 109 w 426"/>
                  <a:gd name="T15" fmla="*/ 172 h 339"/>
                  <a:gd name="T16" fmla="*/ 112 w 426"/>
                  <a:gd name="T17" fmla="*/ 134 h 339"/>
                  <a:gd name="T18" fmla="*/ 113 w 426"/>
                  <a:gd name="T19" fmla="*/ 112 h 339"/>
                  <a:gd name="T20" fmla="*/ 92 w 426"/>
                  <a:gd name="T21" fmla="*/ 58 h 339"/>
                  <a:gd name="T22" fmla="*/ 95 w 426"/>
                  <a:gd name="T23" fmla="*/ 42 h 339"/>
                  <a:gd name="T24" fmla="*/ 117 w 426"/>
                  <a:gd name="T25" fmla="*/ 13 h 339"/>
                  <a:gd name="T26" fmla="*/ 144 w 426"/>
                  <a:gd name="T27" fmla="*/ 0 h 339"/>
                  <a:gd name="T28" fmla="*/ 160 w 426"/>
                  <a:gd name="T29" fmla="*/ 0 h 339"/>
                  <a:gd name="T30" fmla="*/ 210 w 426"/>
                  <a:gd name="T31" fmla="*/ 23 h 339"/>
                  <a:gd name="T32" fmla="*/ 255 w 426"/>
                  <a:gd name="T33" fmla="*/ 41 h 339"/>
                  <a:gd name="T34" fmla="*/ 292 w 426"/>
                  <a:gd name="T35" fmla="*/ 49 h 339"/>
                  <a:gd name="T36" fmla="*/ 329 w 426"/>
                  <a:gd name="T37" fmla="*/ 51 h 339"/>
                  <a:gd name="T38" fmla="*/ 379 w 426"/>
                  <a:gd name="T39" fmla="*/ 45 h 339"/>
                  <a:gd name="T40" fmla="*/ 396 w 426"/>
                  <a:gd name="T41" fmla="*/ 36 h 339"/>
                  <a:gd name="T42" fmla="*/ 414 w 426"/>
                  <a:gd name="T43" fmla="*/ 19 h 339"/>
                  <a:gd name="T44" fmla="*/ 424 w 426"/>
                  <a:gd name="T45" fmla="*/ 37 h 339"/>
                  <a:gd name="T46" fmla="*/ 425 w 426"/>
                  <a:gd name="T47" fmla="*/ 61 h 339"/>
                  <a:gd name="T48" fmla="*/ 426 w 426"/>
                  <a:gd name="T49" fmla="*/ 98 h 339"/>
                  <a:gd name="T50" fmla="*/ 416 w 426"/>
                  <a:gd name="T51" fmla="*/ 194 h 339"/>
                  <a:gd name="T52" fmla="*/ 408 w 426"/>
                  <a:gd name="T53" fmla="*/ 234 h 339"/>
                  <a:gd name="T54" fmla="*/ 385 w 426"/>
                  <a:gd name="T55" fmla="*/ 278 h 339"/>
                  <a:gd name="T56" fmla="*/ 366 w 426"/>
                  <a:gd name="T57" fmla="*/ 301 h 339"/>
                  <a:gd name="T58" fmla="*/ 358 w 426"/>
                  <a:gd name="T59" fmla="*/ 310 h 339"/>
                  <a:gd name="T60" fmla="*/ 338 w 426"/>
                  <a:gd name="T61" fmla="*/ 324 h 339"/>
                  <a:gd name="T62" fmla="*/ 326 w 426"/>
                  <a:gd name="T63" fmla="*/ 330 h 339"/>
                  <a:gd name="T64" fmla="*/ 309 w 426"/>
                  <a:gd name="T65" fmla="*/ 335 h 339"/>
                  <a:gd name="T66" fmla="*/ 288 w 426"/>
                  <a:gd name="T67" fmla="*/ 339 h 339"/>
                  <a:gd name="T68" fmla="*/ 248 w 426"/>
                  <a:gd name="T69" fmla="*/ 337 h 339"/>
                  <a:gd name="T70" fmla="*/ 209 w 426"/>
                  <a:gd name="T71" fmla="*/ 328 h 339"/>
                  <a:gd name="T72" fmla="*/ 179 w 426"/>
                  <a:gd name="T73" fmla="*/ 314 h 339"/>
                  <a:gd name="T74" fmla="*/ 150 w 426"/>
                  <a:gd name="T75" fmla="*/ 295 h 339"/>
                  <a:gd name="T76" fmla="*/ 118 w 426"/>
                  <a:gd name="T77" fmla="*/ 265 h 339"/>
                  <a:gd name="T78" fmla="*/ 90 w 426"/>
                  <a:gd name="T79" fmla="*/ 230 h 339"/>
                  <a:gd name="T80" fmla="*/ 74 w 426"/>
                  <a:gd name="T81" fmla="*/ 205 h 339"/>
                  <a:gd name="T82" fmla="*/ 65 w 426"/>
                  <a:gd name="T83" fmla="*/ 212 h 339"/>
                  <a:gd name="T84" fmla="*/ 60 w 426"/>
                  <a:gd name="T85" fmla="*/ 213 h 339"/>
                  <a:gd name="T86" fmla="*/ 54 w 426"/>
                  <a:gd name="T87" fmla="*/ 213 h 339"/>
                  <a:gd name="T88" fmla="*/ 40 w 426"/>
                  <a:gd name="T89" fmla="*/ 207 h 339"/>
                  <a:gd name="T90" fmla="*/ 14 w 426"/>
                  <a:gd name="T91" fmla="*/ 177 h 339"/>
                  <a:gd name="T92" fmla="*/ 2 w 426"/>
                  <a:gd name="T93" fmla="*/ 149 h 339"/>
                  <a:gd name="T94" fmla="*/ 0 w 426"/>
                  <a:gd name="T95" fmla="*/ 146 h 339"/>
                  <a:gd name="T96" fmla="*/ 2 w 426"/>
                  <a:gd name="T97" fmla="*/ 135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6" h="339">
                    <a:moveTo>
                      <a:pt x="7" y="126"/>
                    </a:moveTo>
                    <a:lnTo>
                      <a:pt x="8" y="125"/>
                    </a:lnTo>
                    <a:lnTo>
                      <a:pt x="8" y="123"/>
                    </a:lnTo>
                    <a:lnTo>
                      <a:pt x="14" y="119"/>
                    </a:lnTo>
                    <a:lnTo>
                      <a:pt x="19" y="116"/>
                    </a:lnTo>
                    <a:lnTo>
                      <a:pt x="23" y="114"/>
                    </a:lnTo>
                    <a:lnTo>
                      <a:pt x="25" y="114"/>
                    </a:lnTo>
                    <a:lnTo>
                      <a:pt x="28" y="114"/>
                    </a:lnTo>
                    <a:lnTo>
                      <a:pt x="32" y="114"/>
                    </a:lnTo>
                    <a:lnTo>
                      <a:pt x="37" y="115"/>
                    </a:lnTo>
                    <a:lnTo>
                      <a:pt x="42" y="118"/>
                    </a:lnTo>
                    <a:lnTo>
                      <a:pt x="47" y="121"/>
                    </a:lnTo>
                    <a:lnTo>
                      <a:pt x="52" y="125"/>
                    </a:lnTo>
                    <a:lnTo>
                      <a:pt x="55" y="128"/>
                    </a:lnTo>
                    <a:lnTo>
                      <a:pt x="59" y="132"/>
                    </a:lnTo>
                    <a:lnTo>
                      <a:pt x="67" y="142"/>
                    </a:lnTo>
                    <a:lnTo>
                      <a:pt x="73" y="155"/>
                    </a:lnTo>
                    <a:lnTo>
                      <a:pt x="78" y="169"/>
                    </a:lnTo>
                    <a:lnTo>
                      <a:pt x="83" y="186"/>
                    </a:lnTo>
                    <a:lnTo>
                      <a:pt x="97" y="192"/>
                    </a:lnTo>
                    <a:lnTo>
                      <a:pt x="107" y="195"/>
                    </a:lnTo>
                    <a:lnTo>
                      <a:pt x="107" y="188"/>
                    </a:lnTo>
                    <a:lnTo>
                      <a:pt x="108" y="180"/>
                    </a:lnTo>
                    <a:lnTo>
                      <a:pt x="109" y="172"/>
                    </a:lnTo>
                    <a:lnTo>
                      <a:pt x="110" y="163"/>
                    </a:lnTo>
                    <a:lnTo>
                      <a:pt x="110" y="150"/>
                    </a:lnTo>
                    <a:lnTo>
                      <a:pt x="112" y="134"/>
                    </a:lnTo>
                    <a:lnTo>
                      <a:pt x="113" y="129"/>
                    </a:lnTo>
                    <a:lnTo>
                      <a:pt x="113" y="124"/>
                    </a:lnTo>
                    <a:lnTo>
                      <a:pt x="113" y="112"/>
                    </a:lnTo>
                    <a:lnTo>
                      <a:pt x="112" y="101"/>
                    </a:lnTo>
                    <a:lnTo>
                      <a:pt x="92" y="64"/>
                    </a:lnTo>
                    <a:lnTo>
                      <a:pt x="92" y="58"/>
                    </a:lnTo>
                    <a:lnTo>
                      <a:pt x="93" y="52"/>
                    </a:lnTo>
                    <a:lnTo>
                      <a:pt x="93" y="47"/>
                    </a:lnTo>
                    <a:lnTo>
                      <a:pt x="95" y="42"/>
                    </a:lnTo>
                    <a:lnTo>
                      <a:pt x="100" y="31"/>
                    </a:lnTo>
                    <a:lnTo>
                      <a:pt x="109" y="21"/>
                    </a:lnTo>
                    <a:lnTo>
                      <a:pt x="117" y="13"/>
                    </a:lnTo>
                    <a:lnTo>
                      <a:pt x="125" y="6"/>
                    </a:lnTo>
                    <a:lnTo>
                      <a:pt x="134" y="2"/>
                    </a:lnTo>
                    <a:lnTo>
                      <a:pt x="144" y="0"/>
                    </a:lnTo>
                    <a:lnTo>
                      <a:pt x="145" y="0"/>
                    </a:lnTo>
                    <a:lnTo>
                      <a:pt x="148" y="0"/>
                    </a:lnTo>
                    <a:lnTo>
                      <a:pt x="160" y="0"/>
                    </a:lnTo>
                    <a:lnTo>
                      <a:pt x="174" y="7"/>
                    </a:lnTo>
                    <a:lnTo>
                      <a:pt x="190" y="15"/>
                    </a:lnTo>
                    <a:lnTo>
                      <a:pt x="210" y="23"/>
                    </a:lnTo>
                    <a:lnTo>
                      <a:pt x="233" y="32"/>
                    </a:lnTo>
                    <a:lnTo>
                      <a:pt x="244" y="37"/>
                    </a:lnTo>
                    <a:lnTo>
                      <a:pt x="255" y="41"/>
                    </a:lnTo>
                    <a:lnTo>
                      <a:pt x="268" y="44"/>
                    </a:lnTo>
                    <a:lnTo>
                      <a:pt x="280" y="47"/>
                    </a:lnTo>
                    <a:lnTo>
                      <a:pt x="292" y="49"/>
                    </a:lnTo>
                    <a:lnTo>
                      <a:pt x="304" y="50"/>
                    </a:lnTo>
                    <a:lnTo>
                      <a:pt x="316" y="51"/>
                    </a:lnTo>
                    <a:lnTo>
                      <a:pt x="329" y="51"/>
                    </a:lnTo>
                    <a:lnTo>
                      <a:pt x="351" y="50"/>
                    </a:lnTo>
                    <a:lnTo>
                      <a:pt x="370" y="47"/>
                    </a:lnTo>
                    <a:lnTo>
                      <a:pt x="379" y="45"/>
                    </a:lnTo>
                    <a:lnTo>
                      <a:pt x="385" y="42"/>
                    </a:lnTo>
                    <a:lnTo>
                      <a:pt x="391" y="40"/>
                    </a:lnTo>
                    <a:lnTo>
                      <a:pt x="396" y="36"/>
                    </a:lnTo>
                    <a:lnTo>
                      <a:pt x="404" y="30"/>
                    </a:lnTo>
                    <a:lnTo>
                      <a:pt x="410" y="24"/>
                    </a:lnTo>
                    <a:lnTo>
                      <a:pt x="414" y="19"/>
                    </a:lnTo>
                    <a:lnTo>
                      <a:pt x="416" y="15"/>
                    </a:lnTo>
                    <a:lnTo>
                      <a:pt x="420" y="27"/>
                    </a:lnTo>
                    <a:lnTo>
                      <a:pt x="424" y="37"/>
                    </a:lnTo>
                    <a:lnTo>
                      <a:pt x="425" y="45"/>
                    </a:lnTo>
                    <a:lnTo>
                      <a:pt x="425" y="52"/>
                    </a:lnTo>
                    <a:lnTo>
                      <a:pt x="425" y="61"/>
                    </a:lnTo>
                    <a:lnTo>
                      <a:pt x="425" y="72"/>
                    </a:lnTo>
                    <a:lnTo>
                      <a:pt x="425" y="84"/>
                    </a:lnTo>
                    <a:lnTo>
                      <a:pt x="426" y="98"/>
                    </a:lnTo>
                    <a:lnTo>
                      <a:pt x="425" y="122"/>
                    </a:lnTo>
                    <a:lnTo>
                      <a:pt x="421" y="161"/>
                    </a:lnTo>
                    <a:lnTo>
                      <a:pt x="416" y="194"/>
                    </a:lnTo>
                    <a:lnTo>
                      <a:pt x="414" y="209"/>
                    </a:lnTo>
                    <a:lnTo>
                      <a:pt x="411" y="222"/>
                    </a:lnTo>
                    <a:lnTo>
                      <a:pt x="408" y="234"/>
                    </a:lnTo>
                    <a:lnTo>
                      <a:pt x="403" y="244"/>
                    </a:lnTo>
                    <a:lnTo>
                      <a:pt x="394" y="262"/>
                    </a:lnTo>
                    <a:lnTo>
                      <a:pt x="385" y="278"/>
                    </a:lnTo>
                    <a:lnTo>
                      <a:pt x="376" y="290"/>
                    </a:lnTo>
                    <a:lnTo>
                      <a:pt x="366" y="301"/>
                    </a:lnTo>
                    <a:lnTo>
                      <a:pt x="366" y="301"/>
                    </a:lnTo>
                    <a:lnTo>
                      <a:pt x="366" y="302"/>
                    </a:lnTo>
                    <a:lnTo>
                      <a:pt x="365" y="302"/>
                    </a:lnTo>
                    <a:lnTo>
                      <a:pt x="358" y="310"/>
                    </a:lnTo>
                    <a:lnTo>
                      <a:pt x="350" y="316"/>
                    </a:lnTo>
                    <a:lnTo>
                      <a:pt x="344" y="321"/>
                    </a:lnTo>
                    <a:lnTo>
                      <a:pt x="338" y="324"/>
                    </a:lnTo>
                    <a:lnTo>
                      <a:pt x="335" y="326"/>
                    </a:lnTo>
                    <a:lnTo>
                      <a:pt x="331" y="328"/>
                    </a:lnTo>
                    <a:lnTo>
                      <a:pt x="326" y="330"/>
                    </a:lnTo>
                    <a:lnTo>
                      <a:pt x="321" y="332"/>
                    </a:lnTo>
                    <a:lnTo>
                      <a:pt x="315" y="333"/>
                    </a:lnTo>
                    <a:lnTo>
                      <a:pt x="309" y="335"/>
                    </a:lnTo>
                    <a:lnTo>
                      <a:pt x="303" y="337"/>
                    </a:lnTo>
                    <a:lnTo>
                      <a:pt x="295" y="338"/>
                    </a:lnTo>
                    <a:lnTo>
                      <a:pt x="288" y="339"/>
                    </a:lnTo>
                    <a:lnTo>
                      <a:pt x="278" y="339"/>
                    </a:lnTo>
                    <a:lnTo>
                      <a:pt x="263" y="338"/>
                    </a:lnTo>
                    <a:lnTo>
                      <a:pt x="248" y="337"/>
                    </a:lnTo>
                    <a:lnTo>
                      <a:pt x="234" y="335"/>
                    </a:lnTo>
                    <a:lnTo>
                      <a:pt x="219" y="331"/>
                    </a:lnTo>
                    <a:lnTo>
                      <a:pt x="209" y="328"/>
                    </a:lnTo>
                    <a:lnTo>
                      <a:pt x="199" y="324"/>
                    </a:lnTo>
                    <a:lnTo>
                      <a:pt x="189" y="319"/>
                    </a:lnTo>
                    <a:lnTo>
                      <a:pt x="179" y="314"/>
                    </a:lnTo>
                    <a:lnTo>
                      <a:pt x="169" y="309"/>
                    </a:lnTo>
                    <a:lnTo>
                      <a:pt x="160" y="302"/>
                    </a:lnTo>
                    <a:lnTo>
                      <a:pt x="150" y="295"/>
                    </a:lnTo>
                    <a:lnTo>
                      <a:pt x="142" y="288"/>
                    </a:lnTo>
                    <a:lnTo>
                      <a:pt x="130" y="277"/>
                    </a:lnTo>
                    <a:lnTo>
                      <a:pt x="118" y="265"/>
                    </a:lnTo>
                    <a:lnTo>
                      <a:pt x="107" y="252"/>
                    </a:lnTo>
                    <a:lnTo>
                      <a:pt x="95" y="237"/>
                    </a:lnTo>
                    <a:lnTo>
                      <a:pt x="90" y="230"/>
                    </a:lnTo>
                    <a:lnTo>
                      <a:pt x="85" y="222"/>
                    </a:lnTo>
                    <a:lnTo>
                      <a:pt x="79" y="214"/>
                    </a:lnTo>
                    <a:lnTo>
                      <a:pt x="74" y="205"/>
                    </a:lnTo>
                    <a:lnTo>
                      <a:pt x="70" y="209"/>
                    </a:lnTo>
                    <a:lnTo>
                      <a:pt x="67" y="212"/>
                    </a:lnTo>
                    <a:lnTo>
                      <a:pt x="65" y="212"/>
                    </a:lnTo>
                    <a:lnTo>
                      <a:pt x="65" y="212"/>
                    </a:lnTo>
                    <a:lnTo>
                      <a:pt x="63" y="213"/>
                    </a:lnTo>
                    <a:lnTo>
                      <a:pt x="60" y="213"/>
                    </a:lnTo>
                    <a:lnTo>
                      <a:pt x="59" y="213"/>
                    </a:lnTo>
                    <a:lnTo>
                      <a:pt x="58" y="213"/>
                    </a:lnTo>
                    <a:lnTo>
                      <a:pt x="54" y="213"/>
                    </a:lnTo>
                    <a:lnTo>
                      <a:pt x="49" y="212"/>
                    </a:lnTo>
                    <a:lnTo>
                      <a:pt x="45" y="210"/>
                    </a:lnTo>
                    <a:lnTo>
                      <a:pt x="40" y="207"/>
                    </a:lnTo>
                    <a:lnTo>
                      <a:pt x="30" y="199"/>
                    </a:lnTo>
                    <a:lnTo>
                      <a:pt x="20" y="187"/>
                    </a:lnTo>
                    <a:lnTo>
                      <a:pt x="14" y="177"/>
                    </a:lnTo>
                    <a:lnTo>
                      <a:pt x="8" y="167"/>
                    </a:lnTo>
                    <a:lnTo>
                      <a:pt x="4" y="158"/>
                    </a:lnTo>
                    <a:lnTo>
                      <a:pt x="2" y="149"/>
                    </a:lnTo>
                    <a:lnTo>
                      <a:pt x="0" y="148"/>
                    </a:lnTo>
                    <a:lnTo>
                      <a:pt x="0" y="147"/>
                    </a:lnTo>
                    <a:lnTo>
                      <a:pt x="0" y="146"/>
                    </a:lnTo>
                    <a:lnTo>
                      <a:pt x="0" y="145"/>
                    </a:lnTo>
                    <a:lnTo>
                      <a:pt x="0" y="140"/>
                    </a:lnTo>
                    <a:lnTo>
                      <a:pt x="2" y="135"/>
                    </a:lnTo>
                    <a:lnTo>
                      <a:pt x="3" y="130"/>
                    </a:lnTo>
                    <a:lnTo>
                      <a:pt x="7" y="126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2" name="Freeform 426">
                <a:extLst>
                  <a:ext uri="{FF2B5EF4-FFF2-40B4-BE49-F238E27FC236}">
                    <a16:creationId xmlns:a16="http://schemas.microsoft.com/office/drawing/2014/main" id="{2828AE15-08DA-435C-B94B-8FF9A60B1F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113" y="3986213"/>
                <a:ext cx="125413" cy="119063"/>
              </a:xfrm>
              <a:custGeom>
                <a:avLst/>
                <a:gdLst>
                  <a:gd name="T0" fmla="*/ 100 w 399"/>
                  <a:gd name="T1" fmla="*/ 117 h 299"/>
                  <a:gd name="T2" fmla="*/ 117 w 399"/>
                  <a:gd name="T3" fmla="*/ 106 h 299"/>
                  <a:gd name="T4" fmla="*/ 128 w 399"/>
                  <a:gd name="T5" fmla="*/ 104 h 299"/>
                  <a:gd name="T6" fmla="*/ 143 w 399"/>
                  <a:gd name="T7" fmla="*/ 104 h 299"/>
                  <a:gd name="T8" fmla="*/ 173 w 399"/>
                  <a:gd name="T9" fmla="*/ 119 h 299"/>
                  <a:gd name="T10" fmla="*/ 216 w 399"/>
                  <a:gd name="T11" fmla="*/ 136 h 299"/>
                  <a:gd name="T12" fmla="*/ 238 w 399"/>
                  <a:gd name="T13" fmla="*/ 145 h 299"/>
                  <a:gd name="T14" fmla="*/ 263 w 399"/>
                  <a:gd name="T15" fmla="*/ 151 h 299"/>
                  <a:gd name="T16" fmla="*/ 287 w 399"/>
                  <a:gd name="T17" fmla="*/ 154 h 299"/>
                  <a:gd name="T18" fmla="*/ 312 w 399"/>
                  <a:gd name="T19" fmla="*/ 155 h 299"/>
                  <a:gd name="T20" fmla="*/ 353 w 399"/>
                  <a:gd name="T21" fmla="*/ 151 h 299"/>
                  <a:gd name="T22" fmla="*/ 368 w 399"/>
                  <a:gd name="T23" fmla="*/ 146 h 299"/>
                  <a:gd name="T24" fmla="*/ 379 w 399"/>
                  <a:gd name="T25" fmla="*/ 140 h 299"/>
                  <a:gd name="T26" fmla="*/ 393 w 399"/>
                  <a:gd name="T27" fmla="*/ 128 h 299"/>
                  <a:gd name="T28" fmla="*/ 399 w 399"/>
                  <a:gd name="T29" fmla="*/ 119 h 299"/>
                  <a:gd name="T30" fmla="*/ 393 w 399"/>
                  <a:gd name="T31" fmla="*/ 104 h 299"/>
                  <a:gd name="T32" fmla="*/ 386 w 399"/>
                  <a:gd name="T33" fmla="*/ 86 h 299"/>
                  <a:gd name="T34" fmla="*/ 372 w 399"/>
                  <a:gd name="T35" fmla="*/ 66 h 299"/>
                  <a:gd name="T36" fmla="*/ 359 w 399"/>
                  <a:gd name="T37" fmla="*/ 51 h 299"/>
                  <a:gd name="T38" fmla="*/ 342 w 399"/>
                  <a:gd name="T39" fmla="*/ 37 h 299"/>
                  <a:gd name="T40" fmla="*/ 323 w 399"/>
                  <a:gd name="T41" fmla="*/ 26 h 299"/>
                  <a:gd name="T42" fmla="*/ 299 w 399"/>
                  <a:gd name="T43" fmla="*/ 17 h 299"/>
                  <a:gd name="T44" fmla="*/ 273 w 399"/>
                  <a:gd name="T45" fmla="*/ 10 h 299"/>
                  <a:gd name="T46" fmla="*/ 245 w 399"/>
                  <a:gd name="T47" fmla="*/ 4 h 299"/>
                  <a:gd name="T48" fmla="*/ 212 w 399"/>
                  <a:gd name="T49" fmla="*/ 1 h 299"/>
                  <a:gd name="T50" fmla="*/ 176 w 399"/>
                  <a:gd name="T51" fmla="*/ 0 h 299"/>
                  <a:gd name="T52" fmla="*/ 142 w 399"/>
                  <a:gd name="T53" fmla="*/ 4 h 299"/>
                  <a:gd name="T54" fmla="*/ 112 w 399"/>
                  <a:gd name="T55" fmla="*/ 12 h 299"/>
                  <a:gd name="T56" fmla="*/ 86 w 399"/>
                  <a:gd name="T57" fmla="*/ 23 h 299"/>
                  <a:gd name="T58" fmla="*/ 63 w 399"/>
                  <a:gd name="T59" fmla="*/ 37 h 299"/>
                  <a:gd name="T60" fmla="*/ 43 w 399"/>
                  <a:gd name="T61" fmla="*/ 56 h 299"/>
                  <a:gd name="T62" fmla="*/ 27 w 399"/>
                  <a:gd name="T63" fmla="*/ 78 h 299"/>
                  <a:gd name="T64" fmla="*/ 15 w 399"/>
                  <a:gd name="T65" fmla="*/ 104 h 299"/>
                  <a:gd name="T66" fmla="*/ 5 w 399"/>
                  <a:gd name="T67" fmla="*/ 133 h 299"/>
                  <a:gd name="T68" fmla="*/ 0 w 399"/>
                  <a:gd name="T69" fmla="*/ 172 h 299"/>
                  <a:gd name="T70" fmla="*/ 2 w 399"/>
                  <a:gd name="T71" fmla="*/ 220 h 299"/>
                  <a:gd name="T72" fmla="*/ 8 w 399"/>
                  <a:gd name="T73" fmla="*/ 218 h 299"/>
                  <a:gd name="T74" fmla="*/ 15 w 399"/>
                  <a:gd name="T75" fmla="*/ 218 h 299"/>
                  <a:gd name="T76" fmla="*/ 25 w 399"/>
                  <a:gd name="T77" fmla="*/ 222 h 299"/>
                  <a:gd name="T78" fmla="*/ 35 w 399"/>
                  <a:gd name="T79" fmla="*/ 229 h 299"/>
                  <a:gd name="T80" fmla="*/ 42 w 399"/>
                  <a:gd name="T81" fmla="*/ 236 h 299"/>
                  <a:gd name="T82" fmla="*/ 56 w 399"/>
                  <a:gd name="T83" fmla="*/ 259 h 299"/>
                  <a:gd name="T84" fmla="*/ 66 w 399"/>
                  <a:gd name="T85" fmla="*/ 290 h 299"/>
                  <a:gd name="T86" fmla="*/ 90 w 399"/>
                  <a:gd name="T87" fmla="*/ 299 h 299"/>
                  <a:gd name="T88" fmla="*/ 91 w 399"/>
                  <a:gd name="T89" fmla="*/ 284 h 299"/>
                  <a:gd name="T90" fmla="*/ 93 w 399"/>
                  <a:gd name="T91" fmla="*/ 267 h 299"/>
                  <a:gd name="T92" fmla="*/ 95 w 399"/>
                  <a:gd name="T93" fmla="*/ 238 h 299"/>
                  <a:gd name="T94" fmla="*/ 96 w 399"/>
                  <a:gd name="T95" fmla="*/ 228 h 299"/>
                  <a:gd name="T96" fmla="*/ 95 w 399"/>
                  <a:gd name="T97" fmla="*/ 205 h 299"/>
                  <a:gd name="T98" fmla="*/ 75 w 399"/>
                  <a:gd name="T99" fmla="*/ 162 h 299"/>
                  <a:gd name="T100" fmla="*/ 76 w 399"/>
                  <a:gd name="T101" fmla="*/ 151 h 299"/>
                  <a:gd name="T102" fmla="*/ 83 w 399"/>
                  <a:gd name="T103" fmla="*/ 135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99" h="299">
                    <a:moveTo>
                      <a:pt x="92" y="125"/>
                    </a:moveTo>
                    <a:lnTo>
                      <a:pt x="100" y="117"/>
                    </a:lnTo>
                    <a:lnTo>
                      <a:pt x="108" y="110"/>
                    </a:lnTo>
                    <a:lnTo>
                      <a:pt x="117" y="106"/>
                    </a:lnTo>
                    <a:lnTo>
                      <a:pt x="127" y="104"/>
                    </a:lnTo>
                    <a:lnTo>
                      <a:pt x="128" y="104"/>
                    </a:lnTo>
                    <a:lnTo>
                      <a:pt x="131" y="104"/>
                    </a:lnTo>
                    <a:lnTo>
                      <a:pt x="143" y="104"/>
                    </a:lnTo>
                    <a:lnTo>
                      <a:pt x="157" y="111"/>
                    </a:lnTo>
                    <a:lnTo>
                      <a:pt x="173" y="119"/>
                    </a:lnTo>
                    <a:lnTo>
                      <a:pt x="193" y="127"/>
                    </a:lnTo>
                    <a:lnTo>
                      <a:pt x="216" y="136"/>
                    </a:lnTo>
                    <a:lnTo>
                      <a:pt x="227" y="141"/>
                    </a:lnTo>
                    <a:lnTo>
                      <a:pt x="238" y="145"/>
                    </a:lnTo>
                    <a:lnTo>
                      <a:pt x="251" y="148"/>
                    </a:lnTo>
                    <a:lnTo>
                      <a:pt x="263" y="151"/>
                    </a:lnTo>
                    <a:lnTo>
                      <a:pt x="275" y="153"/>
                    </a:lnTo>
                    <a:lnTo>
                      <a:pt x="287" y="154"/>
                    </a:lnTo>
                    <a:lnTo>
                      <a:pt x="299" y="155"/>
                    </a:lnTo>
                    <a:lnTo>
                      <a:pt x="312" y="155"/>
                    </a:lnTo>
                    <a:lnTo>
                      <a:pt x="334" y="154"/>
                    </a:lnTo>
                    <a:lnTo>
                      <a:pt x="353" y="151"/>
                    </a:lnTo>
                    <a:lnTo>
                      <a:pt x="362" y="149"/>
                    </a:lnTo>
                    <a:lnTo>
                      <a:pt x="368" y="146"/>
                    </a:lnTo>
                    <a:lnTo>
                      <a:pt x="374" y="144"/>
                    </a:lnTo>
                    <a:lnTo>
                      <a:pt x="379" y="140"/>
                    </a:lnTo>
                    <a:lnTo>
                      <a:pt x="387" y="134"/>
                    </a:lnTo>
                    <a:lnTo>
                      <a:pt x="393" y="128"/>
                    </a:lnTo>
                    <a:lnTo>
                      <a:pt x="397" y="123"/>
                    </a:lnTo>
                    <a:lnTo>
                      <a:pt x="399" y="119"/>
                    </a:lnTo>
                    <a:lnTo>
                      <a:pt x="397" y="111"/>
                    </a:lnTo>
                    <a:lnTo>
                      <a:pt x="393" y="104"/>
                    </a:lnTo>
                    <a:lnTo>
                      <a:pt x="389" y="95"/>
                    </a:lnTo>
                    <a:lnTo>
                      <a:pt x="386" y="86"/>
                    </a:lnTo>
                    <a:lnTo>
                      <a:pt x="379" y="77"/>
                    </a:lnTo>
                    <a:lnTo>
                      <a:pt x="372" y="66"/>
                    </a:lnTo>
                    <a:lnTo>
                      <a:pt x="366" y="58"/>
                    </a:lnTo>
                    <a:lnTo>
                      <a:pt x="359" y="51"/>
                    </a:lnTo>
                    <a:lnTo>
                      <a:pt x="351" y="44"/>
                    </a:lnTo>
                    <a:lnTo>
                      <a:pt x="342" y="37"/>
                    </a:lnTo>
                    <a:lnTo>
                      <a:pt x="333" y="32"/>
                    </a:lnTo>
                    <a:lnTo>
                      <a:pt x="323" y="26"/>
                    </a:lnTo>
                    <a:lnTo>
                      <a:pt x="312" y="21"/>
                    </a:lnTo>
                    <a:lnTo>
                      <a:pt x="299" y="17"/>
                    </a:lnTo>
                    <a:lnTo>
                      <a:pt x="287" y="13"/>
                    </a:lnTo>
                    <a:lnTo>
                      <a:pt x="273" y="10"/>
                    </a:lnTo>
                    <a:lnTo>
                      <a:pt x="260" y="7"/>
                    </a:lnTo>
                    <a:lnTo>
                      <a:pt x="245" y="4"/>
                    </a:lnTo>
                    <a:lnTo>
                      <a:pt x="228" y="3"/>
                    </a:lnTo>
                    <a:lnTo>
                      <a:pt x="212" y="1"/>
                    </a:lnTo>
                    <a:lnTo>
                      <a:pt x="195" y="1"/>
                    </a:lnTo>
                    <a:lnTo>
                      <a:pt x="176" y="0"/>
                    </a:lnTo>
                    <a:lnTo>
                      <a:pt x="158" y="2"/>
                    </a:lnTo>
                    <a:lnTo>
                      <a:pt x="142" y="4"/>
                    </a:lnTo>
                    <a:lnTo>
                      <a:pt x="127" y="7"/>
                    </a:lnTo>
                    <a:lnTo>
                      <a:pt x="112" y="12"/>
                    </a:lnTo>
                    <a:lnTo>
                      <a:pt x="98" y="17"/>
                    </a:lnTo>
                    <a:lnTo>
                      <a:pt x="86" y="23"/>
                    </a:lnTo>
                    <a:lnTo>
                      <a:pt x="73" y="30"/>
                    </a:lnTo>
                    <a:lnTo>
                      <a:pt x="63" y="37"/>
                    </a:lnTo>
                    <a:lnTo>
                      <a:pt x="52" y="46"/>
                    </a:lnTo>
                    <a:lnTo>
                      <a:pt x="43" y="56"/>
                    </a:lnTo>
                    <a:lnTo>
                      <a:pt x="35" y="66"/>
                    </a:lnTo>
                    <a:lnTo>
                      <a:pt x="27" y="78"/>
                    </a:lnTo>
                    <a:lnTo>
                      <a:pt x="20" y="90"/>
                    </a:lnTo>
                    <a:lnTo>
                      <a:pt x="15" y="104"/>
                    </a:lnTo>
                    <a:lnTo>
                      <a:pt x="10" y="118"/>
                    </a:lnTo>
                    <a:lnTo>
                      <a:pt x="5" y="133"/>
                    </a:lnTo>
                    <a:lnTo>
                      <a:pt x="1" y="152"/>
                    </a:lnTo>
                    <a:lnTo>
                      <a:pt x="0" y="172"/>
                    </a:lnTo>
                    <a:lnTo>
                      <a:pt x="0" y="195"/>
                    </a:lnTo>
                    <a:lnTo>
                      <a:pt x="2" y="220"/>
                    </a:lnTo>
                    <a:lnTo>
                      <a:pt x="6" y="218"/>
                    </a:lnTo>
                    <a:lnTo>
                      <a:pt x="8" y="218"/>
                    </a:lnTo>
                    <a:lnTo>
                      <a:pt x="11" y="218"/>
                    </a:lnTo>
                    <a:lnTo>
                      <a:pt x="15" y="218"/>
                    </a:lnTo>
                    <a:lnTo>
                      <a:pt x="20" y="219"/>
                    </a:lnTo>
                    <a:lnTo>
                      <a:pt x="25" y="222"/>
                    </a:lnTo>
                    <a:lnTo>
                      <a:pt x="30" y="225"/>
                    </a:lnTo>
                    <a:lnTo>
                      <a:pt x="35" y="229"/>
                    </a:lnTo>
                    <a:lnTo>
                      <a:pt x="38" y="232"/>
                    </a:lnTo>
                    <a:lnTo>
                      <a:pt x="42" y="236"/>
                    </a:lnTo>
                    <a:lnTo>
                      <a:pt x="50" y="246"/>
                    </a:lnTo>
                    <a:lnTo>
                      <a:pt x="56" y="259"/>
                    </a:lnTo>
                    <a:lnTo>
                      <a:pt x="61" y="273"/>
                    </a:lnTo>
                    <a:lnTo>
                      <a:pt x="66" y="290"/>
                    </a:lnTo>
                    <a:lnTo>
                      <a:pt x="80" y="296"/>
                    </a:lnTo>
                    <a:lnTo>
                      <a:pt x="90" y="299"/>
                    </a:lnTo>
                    <a:lnTo>
                      <a:pt x="90" y="292"/>
                    </a:lnTo>
                    <a:lnTo>
                      <a:pt x="91" y="284"/>
                    </a:lnTo>
                    <a:lnTo>
                      <a:pt x="92" y="276"/>
                    </a:lnTo>
                    <a:lnTo>
                      <a:pt x="93" y="267"/>
                    </a:lnTo>
                    <a:lnTo>
                      <a:pt x="93" y="254"/>
                    </a:lnTo>
                    <a:lnTo>
                      <a:pt x="95" y="238"/>
                    </a:lnTo>
                    <a:lnTo>
                      <a:pt x="96" y="233"/>
                    </a:lnTo>
                    <a:lnTo>
                      <a:pt x="96" y="228"/>
                    </a:lnTo>
                    <a:lnTo>
                      <a:pt x="96" y="216"/>
                    </a:lnTo>
                    <a:lnTo>
                      <a:pt x="95" y="205"/>
                    </a:lnTo>
                    <a:lnTo>
                      <a:pt x="75" y="168"/>
                    </a:lnTo>
                    <a:lnTo>
                      <a:pt x="75" y="162"/>
                    </a:lnTo>
                    <a:lnTo>
                      <a:pt x="76" y="156"/>
                    </a:lnTo>
                    <a:lnTo>
                      <a:pt x="76" y="151"/>
                    </a:lnTo>
                    <a:lnTo>
                      <a:pt x="78" y="146"/>
                    </a:lnTo>
                    <a:lnTo>
                      <a:pt x="83" y="135"/>
                    </a:lnTo>
                    <a:lnTo>
                      <a:pt x="92" y="1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3" name="Freeform 427">
                <a:extLst>
                  <a:ext uri="{FF2B5EF4-FFF2-40B4-BE49-F238E27FC236}">
                    <a16:creationId xmlns:a16="http://schemas.microsoft.com/office/drawing/2014/main" id="{5D070E1F-B666-438E-A65E-1B088528C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438" y="4276725"/>
                <a:ext cx="11113" cy="153988"/>
              </a:xfrm>
              <a:custGeom>
                <a:avLst/>
                <a:gdLst>
                  <a:gd name="T0" fmla="*/ 34 w 34"/>
                  <a:gd name="T1" fmla="*/ 11 h 389"/>
                  <a:gd name="T2" fmla="*/ 33 w 34"/>
                  <a:gd name="T3" fmla="*/ 20 h 389"/>
                  <a:gd name="T4" fmla="*/ 32 w 34"/>
                  <a:gd name="T5" fmla="*/ 29 h 389"/>
                  <a:gd name="T6" fmla="*/ 30 w 34"/>
                  <a:gd name="T7" fmla="*/ 33 h 389"/>
                  <a:gd name="T8" fmla="*/ 29 w 34"/>
                  <a:gd name="T9" fmla="*/ 38 h 389"/>
                  <a:gd name="T10" fmla="*/ 25 w 34"/>
                  <a:gd name="T11" fmla="*/ 48 h 389"/>
                  <a:gd name="T12" fmla="*/ 22 w 34"/>
                  <a:gd name="T13" fmla="*/ 59 h 389"/>
                  <a:gd name="T14" fmla="*/ 19 w 34"/>
                  <a:gd name="T15" fmla="*/ 63 h 389"/>
                  <a:gd name="T16" fmla="*/ 18 w 34"/>
                  <a:gd name="T17" fmla="*/ 67 h 389"/>
                  <a:gd name="T18" fmla="*/ 10 w 34"/>
                  <a:gd name="T19" fmla="*/ 82 h 389"/>
                  <a:gd name="T20" fmla="*/ 2 w 34"/>
                  <a:gd name="T21" fmla="*/ 96 h 389"/>
                  <a:gd name="T22" fmla="*/ 0 w 34"/>
                  <a:gd name="T23" fmla="*/ 389 h 389"/>
                  <a:gd name="T24" fmla="*/ 9 w 34"/>
                  <a:gd name="T25" fmla="*/ 374 h 389"/>
                  <a:gd name="T26" fmla="*/ 17 w 34"/>
                  <a:gd name="T27" fmla="*/ 360 h 389"/>
                  <a:gd name="T28" fmla="*/ 17 w 34"/>
                  <a:gd name="T29" fmla="*/ 359 h 389"/>
                  <a:gd name="T30" fmla="*/ 18 w 34"/>
                  <a:gd name="T31" fmla="*/ 357 h 389"/>
                  <a:gd name="T32" fmla="*/ 19 w 34"/>
                  <a:gd name="T33" fmla="*/ 354 h 389"/>
                  <a:gd name="T34" fmla="*/ 20 w 34"/>
                  <a:gd name="T35" fmla="*/ 352 h 389"/>
                  <a:gd name="T36" fmla="*/ 24 w 34"/>
                  <a:gd name="T37" fmla="*/ 341 h 389"/>
                  <a:gd name="T38" fmla="*/ 28 w 34"/>
                  <a:gd name="T39" fmla="*/ 331 h 389"/>
                  <a:gd name="T40" fmla="*/ 29 w 34"/>
                  <a:gd name="T41" fmla="*/ 328 h 389"/>
                  <a:gd name="T42" fmla="*/ 29 w 34"/>
                  <a:gd name="T43" fmla="*/ 326 h 389"/>
                  <a:gd name="T44" fmla="*/ 30 w 34"/>
                  <a:gd name="T45" fmla="*/ 324 h 389"/>
                  <a:gd name="T46" fmla="*/ 30 w 34"/>
                  <a:gd name="T47" fmla="*/ 322 h 389"/>
                  <a:gd name="T48" fmla="*/ 32 w 34"/>
                  <a:gd name="T49" fmla="*/ 312 h 389"/>
                  <a:gd name="T50" fmla="*/ 33 w 34"/>
                  <a:gd name="T51" fmla="*/ 303 h 389"/>
                  <a:gd name="T52" fmla="*/ 33 w 34"/>
                  <a:gd name="T53" fmla="*/ 300 h 389"/>
                  <a:gd name="T54" fmla="*/ 34 w 34"/>
                  <a:gd name="T55" fmla="*/ 297 h 389"/>
                  <a:gd name="T56" fmla="*/ 34 w 34"/>
                  <a:gd name="T57" fmla="*/ 295 h 389"/>
                  <a:gd name="T58" fmla="*/ 34 w 34"/>
                  <a:gd name="T59" fmla="*/ 293 h 389"/>
                  <a:gd name="T60" fmla="*/ 34 w 34"/>
                  <a:gd name="T61" fmla="*/ 0 h 389"/>
                  <a:gd name="T62" fmla="*/ 34 w 34"/>
                  <a:gd name="T63" fmla="*/ 5 h 389"/>
                  <a:gd name="T64" fmla="*/ 34 w 34"/>
                  <a:gd name="T65" fmla="*/ 11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" h="389">
                    <a:moveTo>
                      <a:pt x="34" y="11"/>
                    </a:moveTo>
                    <a:lnTo>
                      <a:pt x="33" y="20"/>
                    </a:lnTo>
                    <a:lnTo>
                      <a:pt x="32" y="29"/>
                    </a:lnTo>
                    <a:lnTo>
                      <a:pt x="30" y="33"/>
                    </a:lnTo>
                    <a:lnTo>
                      <a:pt x="29" y="38"/>
                    </a:lnTo>
                    <a:lnTo>
                      <a:pt x="25" y="48"/>
                    </a:lnTo>
                    <a:lnTo>
                      <a:pt x="22" y="59"/>
                    </a:lnTo>
                    <a:lnTo>
                      <a:pt x="19" y="63"/>
                    </a:lnTo>
                    <a:lnTo>
                      <a:pt x="18" y="67"/>
                    </a:lnTo>
                    <a:lnTo>
                      <a:pt x="10" y="82"/>
                    </a:lnTo>
                    <a:lnTo>
                      <a:pt x="2" y="96"/>
                    </a:lnTo>
                    <a:lnTo>
                      <a:pt x="0" y="389"/>
                    </a:lnTo>
                    <a:lnTo>
                      <a:pt x="9" y="374"/>
                    </a:lnTo>
                    <a:lnTo>
                      <a:pt x="17" y="360"/>
                    </a:lnTo>
                    <a:lnTo>
                      <a:pt x="17" y="359"/>
                    </a:lnTo>
                    <a:lnTo>
                      <a:pt x="18" y="357"/>
                    </a:lnTo>
                    <a:lnTo>
                      <a:pt x="19" y="354"/>
                    </a:lnTo>
                    <a:lnTo>
                      <a:pt x="20" y="352"/>
                    </a:lnTo>
                    <a:lnTo>
                      <a:pt x="24" y="341"/>
                    </a:lnTo>
                    <a:lnTo>
                      <a:pt x="28" y="331"/>
                    </a:lnTo>
                    <a:lnTo>
                      <a:pt x="29" y="328"/>
                    </a:lnTo>
                    <a:lnTo>
                      <a:pt x="29" y="326"/>
                    </a:lnTo>
                    <a:lnTo>
                      <a:pt x="30" y="324"/>
                    </a:lnTo>
                    <a:lnTo>
                      <a:pt x="30" y="322"/>
                    </a:lnTo>
                    <a:lnTo>
                      <a:pt x="32" y="312"/>
                    </a:lnTo>
                    <a:lnTo>
                      <a:pt x="33" y="303"/>
                    </a:lnTo>
                    <a:lnTo>
                      <a:pt x="33" y="300"/>
                    </a:lnTo>
                    <a:lnTo>
                      <a:pt x="34" y="297"/>
                    </a:lnTo>
                    <a:lnTo>
                      <a:pt x="34" y="295"/>
                    </a:lnTo>
                    <a:lnTo>
                      <a:pt x="34" y="293"/>
                    </a:lnTo>
                    <a:lnTo>
                      <a:pt x="34" y="0"/>
                    </a:lnTo>
                    <a:lnTo>
                      <a:pt x="34" y="5"/>
                    </a:lnTo>
                    <a:lnTo>
                      <a:pt x="34" y="11"/>
                    </a:lnTo>
                    <a:close/>
                  </a:path>
                </a:pathLst>
              </a:custGeom>
              <a:solidFill>
                <a:srgbClr val="3F87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4" name="Freeform 428">
                <a:extLst>
                  <a:ext uri="{FF2B5EF4-FFF2-40B4-BE49-F238E27FC236}">
                    <a16:creationId xmlns:a16="http://schemas.microsoft.com/office/drawing/2014/main" id="{BF21D05D-5548-487C-A502-D98E9BA62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4851" y="4381500"/>
                <a:ext cx="60325" cy="150813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89 w 191"/>
                  <a:gd name="T5" fmla="*/ 292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89" y="292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5" name="Freeform 429">
                <a:extLst>
                  <a:ext uri="{FF2B5EF4-FFF2-40B4-BE49-F238E27FC236}">
                    <a16:creationId xmlns:a16="http://schemas.microsoft.com/office/drawing/2014/main" id="{A01F7CAB-85D6-4D42-8FA7-24260F9CA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688" y="4370388"/>
                <a:ext cx="196850" cy="192088"/>
              </a:xfrm>
              <a:custGeom>
                <a:avLst/>
                <a:gdLst>
                  <a:gd name="T0" fmla="*/ 569 w 619"/>
                  <a:gd name="T1" fmla="*/ 180 h 482"/>
                  <a:gd name="T2" fmla="*/ 513 w 619"/>
                  <a:gd name="T3" fmla="*/ 185 h 482"/>
                  <a:gd name="T4" fmla="*/ 478 w 619"/>
                  <a:gd name="T5" fmla="*/ 187 h 482"/>
                  <a:gd name="T6" fmla="*/ 449 w 619"/>
                  <a:gd name="T7" fmla="*/ 188 h 482"/>
                  <a:gd name="T8" fmla="*/ 420 w 619"/>
                  <a:gd name="T9" fmla="*/ 189 h 482"/>
                  <a:gd name="T10" fmla="*/ 381 w 619"/>
                  <a:gd name="T11" fmla="*/ 189 h 482"/>
                  <a:gd name="T12" fmla="*/ 339 w 619"/>
                  <a:gd name="T13" fmla="*/ 187 h 482"/>
                  <a:gd name="T14" fmla="*/ 321 w 619"/>
                  <a:gd name="T15" fmla="*/ 186 h 482"/>
                  <a:gd name="T16" fmla="*/ 280 w 619"/>
                  <a:gd name="T17" fmla="*/ 181 h 482"/>
                  <a:gd name="T18" fmla="*/ 255 w 619"/>
                  <a:gd name="T19" fmla="*/ 178 h 482"/>
                  <a:gd name="T20" fmla="*/ 223 w 619"/>
                  <a:gd name="T21" fmla="*/ 172 h 482"/>
                  <a:gd name="T22" fmla="*/ 200 w 619"/>
                  <a:gd name="T23" fmla="*/ 167 h 482"/>
                  <a:gd name="T24" fmla="*/ 163 w 619"/>
                  <a:gd name="T25" fmla="*/ 157 h 482"/>
                  <a:gd name="T26" fmla="*/ 125 w 619"/>
                  <a:gd name="T27" fmla="*/ 143 h 482"/>
                  <a:gd name="T28" fmla="*/ 88 w 619"/>
                  <a:gd name="T29" fmla="*/ 124 h 482"/>
                  <a:gd name="T30" fmla="*/ 54 w 619"/>
                  <a:gd name="T31" fmla="*/ 101 h 482"/>
                  <a:gd name="T32" fmla="*/ 29 w 619"/>
                  <a:gd name="T33" fmla="*/ 76 h 482"/>
                  <a:gd name="T34" fmla="*/ 13 w 619"/>
                  <a:gd name="T35" fmla="*/ 49 h 482"/>
                  <a:gd name="T36" fmla="*/ 4 w 619"/>
                  <a:gd name="T37" fmla="*/ 20 h 482"/>
                  <a:gd name="T38" fmla="*/ 0 w 619"/>
                  <a:gd name="T39" fmla="*/ 292 h 482"/>
                  <a:gd name="T40" fmla="*/ 4 w 619"/>
                  <a:gd name="T41" fmla="*/ 322 h 482"/>
                  <a:gd name="T42" fmla="*/ 17 w 619"/>
                  <a:gd name="T43" fmla="*/ 351 h 482"/>
                  <a:gd name="T44" fmla="*/ 35 w 619"/>
                  <a:gd name="T45" fmla="*/ 377 h 482"/>
                  <a:gd name="T46" fmla="*/ 63 w 619"/>
                  <a:gd name="T47" fmla="*/ 402 h 482"/>
                  <a:gd name="T48" fmla="*/ 99 w 619"/>
                  <a:gd name="T49" fmla="*/ 424 h 482"/>
                  <a:gd name="T50" fmla="*/ 137 w 619"/>
                  <a:gd name="T51" fmla="*/ 441 h 482"/>
                  <a:gd name="T52" fmla="*/ 163 w 619"/>
                  <a:gd name="T53" fmla="*/ 450 h 482"/>
                  <a:gd name="T54" fmla="*/ 185 w 619"/>
                  <a:gd name="T55" fmla="*/ 456 h 482"/>
                  <a:gd name="T56" fmla="*/ 209 w 619"/>
                  <a:gd name="T57" fmla="*/ 462 h 482"/>
                  <a:gd name="T58" fmla="*/ 221 w 619"/>
                  <a:gd name="T59" fmla="*/ 465 h 482"/>
                  <a:gd name="T60" fmla="*/ 256 w 619"/>
                  <a:gd name="T61" fmla="*/ 471 h 482"/>
                  <a:gd name="T62" fmla="*/ 279 w 619"/>
                  <a:gd name="T63" fmla="*/ 474 h 482"/>
                  <a:gd name="T64" fmla="*/ 301 w 619"/>
                  <a:gd name="T65" fmla="*/ 477 h 482"/>
                  <a:gd name="T66" fmla="*/ 335 w 619"/>
                  <a:gd name="T67" fmla="*/ 480 h 482"/>
                  <a:gd name="T68" fmla="*/ 336 w 619"/>
                  <a:gd name="T69" fmla="*/ 480 h 482"/>
                  <a:gd name="T70" fmla="*/ 361 w 619"/>
                  <a:gd name="T71" fmla="*/ 481 h 482"/>
                  <a:gd name="T72" fmla="*/ 390 w 619"/>
                  <a:gd name="T73" fmla="*/ 482 h 482"/>
                  <a:gd name="T74" fmla="*/ 419 w 619"/>
                  <a:gd name="T75" fmla="*/ 482 h 482"/>
                  <a:gd name="T76" fmla="*/ 450 w 619"/>
                  <a:gd name="T77" fmla="*/ 481 h 482"/>
                  <a:gd name="T78" fmla="*/ 495 w 619"/>
                  <a:gd name="T79" fmla="*/ 479 h 482"/>
                  <a:gd name="T80" fmla="*/ 523 w 619"/>
                  <a:gd name="T81" fmla="*/ 477 h 482"/>
                  <a:gd name="T82" fmla="*/ 569 w 619"/>
                  <a:gd name="T83" fmla="*/ 472 h 482"/>
                  <a:gd name="T84" fmla="*/ 613 w 619"/>
                  <a:gd name="T85" fmla="*/ 467 h 482"/>
                  <a:gd name="T86" fmla="*/ 618 w 619"/>
                  <a:gd name="T87" fmla="*/ 466 h 482"/>
                  <a:gd name="T88" fmla="*/ 610 w 619"/>
                  <a:gd name="T89" fmla="*/ 174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9" h="482">
                    <a:moveTo>
                      <a:pt x="610" y="174"/>
                    </a:moveTo>
                    <a:lnTo>
                      <a:pt x="590" y="177"/>
                    </a:lnTo>
                    <a:lnTo>
                      <a:pt x="569" y="180"/>
                    </a:lnTo>
                    <a:lnTo>
                      <a:pt x="549" y="182"/>
                    </a:lnTo>
                    <a:lnTo>
                      <a:pt x="529" y="184"/>
                    </a:lnTo>
                    <a:lnTo>
                      <a:pt x="513" y="185"/>
                    </a:lnTo>
                    <a:lnTo>
                      <a:pt x="496" y="186"/>
                    </a:lnTo>
                    <a:lnTo>
                      <a:pt x="486" y="187"/>
                    </a:lnTo>
                    <a:lnTo>
                      <a:pt x="478" y="187"/>
                    </a:lnTo>
                    <a:lnTo>
                      <a:pt x="468" y="188"/>
                    </a:lnTo>
                    <a:lnTo>
                      <a:pt x="459" y="188"/>
                    </a:lnTo>
                    <a:lnTo>
                      <a:pt x="449" y="188"/>
                    </a:lnTo>
                    <a:lnTo>
                      <a:pt x="439" y="189"/>
                    </a:lnTo>
                    <a:lnTo>
                      <a:pt x="429" y="189"/>
                    </a:lnTo>
                    <a:lnTo>
                      <a:pt x="420" y="189"/>
                    </a:lnTo>
                    <a:lnTo>
                      <a:pt x="408" y="189"/>
                    </a:lnTo>
                    <a:lnTo>
                      <a:pt x="396" y="189"/>
                    </a:lnTo>
                    <a:lnTo>
                      <a:pt x="381" y="189"/>
                    </a:lnTo>
                    <a:lnTo>
                      <a:pt x="368" y="188"/>
                    </a:lnTo>
                    <a:lnTo>
                      <a:pt x="353" y="188"/>
                    </a:lnTo>
                    <a:lnTo>
                      <a:pt x="339" y="187"/>
                    </a:lnTo>
                    <a:lnTo>
                      <a:pt x="338" y="187"/>
                    </a:lnTo>
                    <a:lnTo>
                      <a:pt x="336" y="187"/>
                    </a:lnTo>
                    <a:lnTo>
                      <a:pt x="321" y="186"/>
                    </a:lnTo>
                    <a:lnTo>
                      <a:pt x="308" y="185"/>
                    </a:lnTo>
                    <a:lnTo>
                      <a:pt x="294" y="183"/>
                    </a:lnTo>
                    <a:lnTo>
                      <a:pt x="280" y="181"/>
                    </a:lnTo>
                    <a:lnTo>
                      <a:pt x="273" y="180"/>
                    </a:lnTo>
                    <a:lnTo>
                      <a:pt x="266" y="179"/>
                    </a:lnTo>
                    <a:lnTo>
                      <a:pt x="255" y="178"/>
                    </a:lnTo>
                    <a:lnTo>
                      <a:pt x="244" y="176"/>
                    </a:lnTo>
                    <a:lnTo>
                      <a:pt x="234" y="174"/>
                    </a:lnTo>
                    <a:lnTo>
                      <a:pt x="223" y="172"/>
                    </a:lnTo>
                    <a:lnTo>
                      <a:pt x="218" y="171"/>
                    </a:lnTo>
                    <a:lnTo>
                      <a:pt x="213" y="170"/>
                    </a:lnTo>
                    <a:lnTo>
                      <a:pt x="200" y="167"/>
                    </a:lnTo>
                    <a:lnTo>
                      <a:pt x="188" y="164"/>
                    </a:lnTo>
                    <a:lnTo>
                      <a:pt x="175" y="160"/>
                    </a:lnTo>
                    <a:lnTo>
                      <a:pt x="163" y="157"/>
                    </a:lnTo>
                    <a:lnTo>
                      <a:pt x="150" y="152"/>
                    </a:lnTo>
                    <a:lnTo>
                      <a:pt x="138" y="148"/>
                    </a:lnTo>
                    <a:lnTo>
                      <a:pt x="125" y="143"/>
                    </a:lnTo>
                    <a:lnTo>
                      <a:pt x="114" y="138"/>
                    </a:lnTo>
                    <a:lnTo>
                      <a:pt x="100" y="131"/>
                    </a:lnTo>
                    <a:lnTo>
                      <a:pt x="88" y="124"/>
                    </a:lnTo>
                    <a:lnTo>
                      <a:pt x="75" y="117"/>
                    </a:lnTo>
                    <a:lnTo>
                      <a:pt x="64" y="109"/>
                    </a:lnTo>
                    <a:lnTo>
                      <a:pt x="54" y="101"/>
                    </a:lnTo>
                    <a:lnTo>
                      <a:pt x="45" y="93"/>
                    </a:lnTo>
                    <a:lnTo>
                      <a:pt x="37" y="85"/>
                    </a:lnTo>
                    <a:lnTo>
                      <a:pt x="29" y="76"/>
                    </a:lnTo>
                    <a:lnTo>
                      <a:pt x="23" y="67"/>
                    </a:lnTo>
                    <a:lnTo>
                      <a:pt x="18" y="58"/>
                    </a:lnTo>
                    <a:lnTo>
                      <a:pt x="13" y="49"/>
                    </a:lnTo>
                    <a:lnTo>
                      <a:pt x="9" y="39"/>
                    </a:lnTo>
                    <a:lnTo>
                      <a:pt x="5" y="30"/>
                    </a:lnTo>
                    <a:lnTo>
                      <a:pt x="4" y="20"/>
                    </a:lnTo>
                    <a:lnTo>
                      <a:pt x="3" y="10"/>
                    </a:lnTo>
                    <a:lnTo>
                      <a:pt x="2" y="0"/>
                    </a:lnTo>
                    <a:lnTo>
                      <a:pt x="0" y="292"/>
                    </a:lnTo>
                    <a:lnTo>
                      <a:pt x="2" y="302"/>
                    </a:lnTo>
                    <a:lnTo>
                      <a:pt x="3" y="312"/>
                    </a:lnTo>
                    <a:lnTo>
                      <a:pt x="4" y="322"/>
                    </a:lnTo>
                    <a:lnTo>
                      <a:pt x="8" y="332"/>
                    </a:lnTo>
                    <a:lnTo>
                      <a:pt x="12" y="342"/>
                    </a:lnTo>
                    <a:lnTo>
                      <a:pt x="17" y="351"/>
                    </a:lnTo>
                    <a:lnTo>
                      <a:pt x="22" y="360"/>
                    </a:lnTo>
                    <a:lnTo>
                      <a:pt x="28" y="369"/>
                    </a:lnTo>
                    <a:lnTo>
                      <a:pt x="35" y="377"/>
                    </a:lnTo>
                    <a:lnTo>
                      <a:pt x="44" y="386"/>
                    </a:lnTo>
                    <a:lnTo>
                      <a:pt x="53" y="394"/>
                    </a:lnTo>
                    <a:lnTo>
                      <a:pt x="63" y="402"/>
                    </a:lnTo>
                    <a:lnTo>
                      <a:pt x="74" y="410"/>
                    </a:lnTo>
                    <a:lnTo>
                      <a:pt x="87" y="417"/>
                    </a:lnTo>
                    <a:lnTo>
                      <a:pt x="99" y="424"/>
                    </a:lnTo>
                    <a:lnTo>
                      <a:pt x="113" y="431"/>
                    </a:lnTo>
                    <a:lnTo>
                      <a:pt x="125" y="436"/>
                    </a:lnTo>
                    <a:lnTo>
                      <a:pt x="137" y="441"/>
                    </a:lnTo>
                    <a:lnTo>
                      <a:pt x="149" y="445"/>
                    </a:lnTo>
                    <a:lnTo>
                      <a:pt x="163" y="450"/>
                    </a:lnTo>
                    <a:lnTo>
                      <a:pt x="163" y="450"/>
                    </a:lnTo>
                    <a:lnTo>
                      <a:pt x="164" y="450"/>
                    </a:lnTo>
                    <a:lnTo>
                      <a:pt x="174" y="453"/>
                    </a:lnTo>
                    <a:lnTo>
                      <a:pt x="185" y="456"/>
                    </a:lnTo>
                    <a:lnTo>
                      <a:pt x="197" y="459"/>
                    </a:lnTo>
                    <a:lnTo>
                      <a:pt x="208" y="462"/>
                    </a:lnTo>
                    <a:lnTo>
                      <a:pt x="209" y="462"/>
                    </a:lnTo>
                    <a:lnTo>
                      <a:pt x="211" y="463"/>
                    </a:lnTo>
                    <a:lnTo>
                      <a:pt x="216" y="464"/>
                    </a:lnTo>
                    <a:lnTo>
                      <a:pt x="221" y="465"/>
                    </a:lnTo>
                    <a:lnTo>
                      <a:pt x="235" y="467"/>
                    </a:lnTo>
                    <a:lnTo>
                      <a:pt x="249" y="470"/>
                    </a:lnTo>
                    <a:lnTo>
                      <a:pt x="256" y="471"/>
                    </a:lnTo>
                    <a:lnTo>
                      <a:pt x="265" y="472"/>
                    </a:lnTo>
                    <a:lnTo>
                      <a:pt x="273" y="473"/>
                    </a:lnTo>
                    <a:lnTo>
                      <a:pt x="279" y="474"/>
                    </a:lnTo>
                    <a:lnTo>
                      <a:pt x="285" y="475"/>
                    </a:lnTo>
                    <a:lnTo>
                      <a:pt x="290" y="476"/>
                    </a:lnTo>
                    <a:lnTo>
                      <a:pt x="301" y="477"/>
                    </a:lnTo>
                    <a:lnTo>
                      <a:pt x="313" y="478"/>
                    </a:lnTo>
                    <a:lnTo>
                      <a:pt x="324" y="479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6" y="480"/>
                    </a:lnTo>
                    <a:lnTo>
                      <a:pt x="338" y="480"/>
                    </a:lnTo>
                    <a:lnTo>
                      <a:pt x="349" y="481"/>
                    </a:lnTo>
                    <a:lnTo>
                      <a:pt x="361" y="481"/>
                    </a:lnTo>
                    <a:lnTo>
                      <a:pt x="373" y="482"/>
                    </a:lnTo>
                    <a:lnTo>
                      <a:pt x="385" y="482"/>
                    </a:lnTo>
                    <a:lnTo>
                      <a:pt x="390" y="482"/>
                    </a:lnTo>
                    <a:lnTo>
                      <a:pt x="395" y="482"/>
                    </a:lnTo>
                    <a:lnTo>
                      <a:pt x="406" y="482"/>
                    </a:lnTo>
                    <a:lnTo>
                      <a:pt x="419" y="482"/>
                    </a:lnTo>
                    <a:lnTo>
                      <a:pt x="431" y="482"/>
                    </a:lnTo>
                    <a:lnTo>
                      <a:pt x="444" y="482"/>
                    </a:lnTo>
                    <a:lnTo>
                      <a:pt x="450" y="481"/>
                    </a:lnTo>
                    <a:lnTo>
                      <a:pt x="458" y="481"/>
                    </a:lnTo>
                    <a:lnTo>
                      <a:pt x="476" y="480"/>
                    </a:lnTo>
                    <a:lnTo>
                      <a:pt x="495" y="479"/>
                    </a:lnTo>
                    <a:lnTo>
                      <a:pt x="506" y="478"/>
                    </a:lnTo>
                    <a:lnTo>
                      <a:pt x="516" y="478"/>
                    </a:lnTo>
                    <a:lnTo>
                      <a:pt x="523" y="477"/>
                    </a:lnTo>
                    <a:lnTo>
                      <a:pt x="528" y="476"/>
                    </a:lnTo>
                    <a:lnTo>
                      <a:pt x="548" y="475"/>
                    </a:lnTo>
                    <a:lnTo>
                      <a:pt x="569" y="472"/>
                    </a:lnTo>
                    <a:lnTo>
                      <a:pt x="589" y="470"/>
                    </a:lnTo>
                    <a:lnTo>
                      <a:pt x="610" y="467"/>
                    </a:lnTo>
                    <a:lnTo>
                      <a:pt x="613" y="467"/>
                    </a:lnTo>
                    <a:lnTo>
                      <a:pt x="615" y="467"/>
                    </a:lnTo>
                    <a:lnTo>
                      <a:pt x="616" y="466"/>
                    </a:lnTo>
                    <a:lnTo>
                      <a:pt x="618" y="466"/>
                    </a:lnTo>
                    <a:lnTo>
                      <a:pt x="619" y="173"/>
                    </a:lnTo>
                    <a:lnTo>
                      <a:pt x="615" y="174"/>
                    </a:lnTo>
                    <a:lnTo>
                      <a:pt x="610" y="17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6" name="Freeform 430">
                <a:extLst>
                  <a:ext uri="{FF2B5EF4-FFF2-40B4-BE49-F238E27FC236}">
                    <a16:creationId xmlns:a16="http://schemas.microsoft.com/office/drawing/2014/main" id="{25CFB4EE-FCB9-46B6-9BF1-F50D25113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538" y="4440238"/>
                <a:ext cx="60325" cy="150813"/>
              </a:xfrm>
              <a:custGeom>
                <a:avLst/>
                <a:gdLst>
                  <a:gd name="T0" fmla="*/ 1 w 192"/>
                  <a:gd name="T1" fmla="*/ 0 h 382"/>
                  <a:gd name="T2" fmla="*/ 0 w 192"/>
                  <a:gd name="T3" fmla="*/ 293 h 382"/>
                  <a:gd name="T4" fmla="*/ 191 w 192"/>
                  <a:gd name="T5" fmla="*/ 382 h 382"/>
                  <a:gd name="T6" fmla="*/ 192 w 192"/>
                  <a:gd name="T7" fmla="*/ 89 h 382"/>
                  <a:gd name="T8" fmla="*/ 1 w 192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2">
                    <a:moveTo>
                      <a:pt x="1" y="0"/>
                    </a:moveTo>
                    <a:lnTo>
                      <a:pt x="0" y="293"/>
                    </a:lnTo>
                    <a:lnTo>
                      <a:pt x="191" y="382"/>
                    </a:lnTo>
                    <a:lnTo>
                      <a:pt x="192" y="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7" name="Freeform 431">
                <a:extLst>
                  <a:ext uri="{FF2B5EF4-FFF2-40B4-BE49-F238E27FC236}">
                    <a16:creationId xmlns:a16="http://schemas.microsoft.com/office/drawing/2014/main" id="{1E51252F-FBC0-4476-93BF-46417F38E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9588" y="4410075"/>
                <a:ext cx="195263" cy="190500"/>
              </a:xfrm>
              <a:custGeom>
                <a:avLst/>
                <a:gdLst>
                  <a:gd name="T0" fmla="*/ 223 w 616"/>
                  <a:gd name="T1" fmla="*/ 309 h 480"/>
                  <a:gd name="T2" fmla="*/ 258 w 616"/>
                  <a:gd name="T3" fmla="*/ 303 h 480"/>
                  <a:gd name="T4" fmla="*/ 288 w 616"/>
                  <a:gd name="T5" fmla="*/ 299 h 480"/>
                  <a:gd name="T6" fmla="*/ 317 w 616"/>
                  <a:gd name="T7" fmla="*/ 296 h 480"/>
                  <a:gd name="T8" fmla="*/ 347 w 616"/>
                  <a:gd name="T9" fmla="*/ 294 h 480"/>
                  <a:gd name="T10" fmla="*/ 378 w 616"/>
                  <a:gd name="T11" fmla="*/ 293 h 480"/>
                  <a:gd name="T12" fmla="*/ 412 w 616"/>
                  <a:gd name="T13" fmla="*/ 293 h 480"/>
                  <a:gd name="T14" fmla="*/ 442 w 616"/>
                  <a:gd name="T15" fmla="*/ 293 h 480"/>
                  <a:gd name="T16" fmla="*/ 480 w 616"/>
                  <a:gd name="T17" fmla="*/ 295 h 480"/>
                  <a:gd name="T18" fmla="*/ 508 w 616"/>
                  <a:gd name="T19" fmla="*/ 297 h 480"/>
                  <a:gd name="T20" fmla="*/ 552 w 616"/>
                  <a:gd name="T21" fmla="*/ 300 h 480"/>
                  <a:gd name="T22" fmla="*/ 598 w 616"/>
                  <a:gd name="T23" fmla="*/ 306 h 480"/>
                  <a:gd name="T24" fmla="*/ 602 w 616"/>
                  <a:gd name="T25" fmla="*/ 14 h 480"/>
                  <a:gd name="T26" fmla="*/ 565 w 616"/>
                  <a:gd name="T27" fmla="*/ 9 h 480"/>
                  <a:gd name="T28" fmla="*/ 536 w 616"/>
                  <a:gd name="T29" fmla="*/ 6 h 480"/>
                  <a:gd name="T30" fmla="*/ 493 w 616"/>
                  <a:gd name="T31" fmla="*/ 2 h 480"/>
                  <a:gd name="T32" fmla="*/ 467 w 616"/>
                  <a:gd name="T33" fmla="*/ 1 h 480"/>
                  <a:gd name="T34" fmla="*/ 432 w 616"/>
                  <a:gd name="T35" fmla="*/ 0 h 480"/>
                  <a:gd name="T36" fmla="*/ 401 w 616"/>
                  <a:gd name="T37" fmla="*/ 0 h 480"/>
                  <a:gd name="T38" fmla="*/ 375 w 616"/>
                  <a:gd name="T39" fmla="*/ 0 h 480"/>
                  <a:gd name="T40" fmla="*/ 338 w 616"/>
                  <a:gd name="T41" fmla="*/ 2 h 480"/>
                  <a:gd name="T42" fmla="*/ 320 w 616"/>
                  <a:gd name="T43" fmla="*/ 3 h 480"/>
                  <a:gd name="T44" fmla="*/ 278 w 616"/>
                  <a:gd name="T45" fmla="*/ 7 h 480"/>
                  <a:gd name="T46" fmla="*/ 263 w 616"/>
                  <a:gd name="T47" fmla="*/ 9 h 480"/>
                  <a:gd name="T48" fmla="*/ 237 w 616"/>
                  <a:gd name="T49" fmla="*/ 14 h 480"/>
                  <a:gd name="T50" fmla="*/ 200 w 616"/>
                  <a:gd name="T51" fmla="*/ 21 h 480"/>
                  <a:gd name="T52" fmla="*/ 180 w 616"/>
                  <a:gd name="T53" fmla="*/ 26 h 480"/>
                  <a:gd name="T54" fmla="*/ 155 w 616"/>
                  <a:gd name="T55" fmla="*/ 34 h 480"/>
                  <a:gd name="T56" fmla="*/ 122 w 616"/>
                  <a:gd name="T57" fmla="*/ 46 h 480"/>
                  <a:gd name="T58" fmla="*/ 109 w 616"/>
                  <a:gd name="T59" fmla="*/ 53 h 480"/>
                  <a:gd name="T60" fmla="*/ 75 w 616"/>
                  <a:gd name="T61" fmla="*/ 71 h 480"/>
                  <a:gd name="T62" fmla="*/ 64 w 616"/>
                  <a:gd name="T63" fmla="*/ 79 h 480"/>
                  <a:gd name="T64" fmla="*/ 51 w 616"/>
                  <a:gd name="T65" fmla="*/ 89 h 480"/>
                  <a:gd name="T66" fmla="*/ 31 w 616"/>
                  <a:gd name="T67" fmla="*/ 109 h 480"/>
                  <a:gd name="T68" fmla="*/ 26 w 616"/>
                  <a:gd name="T69" fmla="*/ 116 h 480"/>
                  <a:gd name="T70" fmla="*/ 12 w 616"/>
                  <a:gd name="T71" fmla="*/ 138 h 480"/>
                  <a:gd name="T72" fmla="*/ 9 w 616"/>
                  <a:gd name="T73" fmla="*/ 148 h 480"/>
                  <a:gd name="T74" fmla="*/ 5 w 616"/>
                  <a:gd name="T75" fmla="*/ 159 h 480"/>
                  <a:gd name="T76" fmla="*/ 1 w 616"/>
                  <a:gd name="T77" fmla="*/ 185 h 480"/>
                  <a:gd name="T78" fmla="*/ 1 w 616"/>
                  <a:gd name="T79" fmla="*/ 470 h 480"/>
                  <a:gd name="T80" fmla="*/ 6 w 616"/>
                  <a:gd name="T81" fmla="*/ 444 h 480"/>
                  <a:gd name="T82" fmla="*/ 12 w 616"/>
                  <a:gd name="T83" fmla="*/ 430 h 480"/>
                  <a:gd name="T84" fmla="*/ 26 w 616"/>
                  <a:gd name="T85" fmla="*/ 407 h 480"/>
                  <a:gd name="T86" fmla="*/ 37 w 616"/>
                  <a:gd name="T87" fmla="*/ 394 h 480"/>
                  <a:gd name="T88" fmla="*/ 62 w 616"/>
                  <a:gd name="T89" fmla="*/ 372 h 480"/>
                  <a:gd name="T90" fmla="*/ 75 w 616"/>
                  <a:gd name="T91" fmla="*/ 364 h 480"/>
                  <a:gd name="T92" fmla="*/ 111 w 616"/>
                  <a:gd name="T93" fmla="*/ 344 h 480"/>
                  <a:gd name="T94" fmla="*/ 142 w 616"/>
                  <a:gd name="T95" fmla="*/ 331 h 480"/>
                  <a:gd name="T96" fmla="*/ 168 w 616"/>
                  <a:gd name="T97" fmla="*/ 322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198" y="314"/>
                    </a:moveTo>
                    <a:lnTo>
                      <a:pt x="211" y="311"/>
                    </a:lnTo>
                    <a:lnTo>
                      <a:pt x="223" y="309"/>
                    </a:lnTo>
                    <a:lnTo>
                      <a:pt x="237" y="306"/>
                    </a:lnTo>
                    <a:lnTo>
                      <a:pt x="250" y="304"/>
                    </a:lnTo>
                    <a:lnTo>
                      <a:pt x="258" y="303"/>
                    </a:lnTo>
                    <a:lnTo>
                      <a:pt x="266" y="301"/>
                    </a:lnTo>
                    <a:lnTo>
                      <a:pt x="277" y="300"/>
                    </a:lnTo>
                    <a:lnTo>
                      <a:pt x="288" y="299"/>
                    </a:lnTo>
                    <a:lnTo>
                      <a:pt x="297" y="298"/>
                    </a:lnTo>
                    <a:lnTo>
                      <a:pt x="307" y="297"/>
                    </a:lnTo>
                    <a:lnTo>
                      <a:pt x="317" y="296"/>
                    </a:lnTo>
                    <a:lnTo>
                      <a:pt x="326" y="295"/>
                    </a:lnTo>
                    <a:lnTo>
                      <a:pt x="337" y="295"/>
                    </a:lnTo>
                    <a:lnTo>
                      <a:pt x="347" y="294"/>
                    </a:lnTo>
                    <a:lnTo>
                      <a:pt x="357" y="294"/>
                    </a:lnTo>
                    <a:lnTo>
                      <a:pt x="368" y="293"/>
                    </a:lnTo>
                    <a:lnTo>
                      <a:pt x="378" y="293"/>
                    </a:lnTo>
                    <a:lnTo>
                      <a:pt x="388" y="293"/>
                    </a:lnTo>
                    <a:lnTo>
                      <a:pt x="401" y="293"/>
                    </a:lnTo>
                    <a:lnTo>
                      <a:pt x="412" y="293"/>
                    </a:lnTo>
                    <a:lnTo>
                      <a:pt x="422" y="293"/>
                    </a:lnTo>
                    <a:lnTo>
                      <a:pt x="432" y="293"/>
                    </a:lnTo>
                    <a:lnTo>
                      <a:pt x="442" y="293"/>
                    </a:lnTo>
                    <a:lnTo>
                      <a:pt x="453" y="293"/>
                    </a:lnTo>
                    <a:lnTo>
                      <a:pt x="466" y="294"/>
                    </a:lnTo>
                    <a:lnTo>
                      <a:pt x="480" y="295"/>
                    </a:lnTo>
                    <a:lnTo>
                      <a:pt x="490" y="295"/>
                    </a:lnTo>
                    <a:lnTo>
                      <a:pt x="500" y="296"/>
                    </a:lnTo>
                    <a:lnTo>
                      <a:pt x="508" y="297"/>
                    </a:lnTo>
                    <a:lnTo>
                      <a:pt x="518" y="297"/>
                    </a:lnTo>
                    <a:lnTo>
                      <a:pt x="535" y="299"/>
                    </a:lnTo>
                    <a:lnTo>
                      <a:pt x="552" y="300"/>
                    </a:lnTo>
                    <a:lnTo>
                      <a:pt x="567" y="302"/>
                    </a:lnTo>
                    <a:lnTo>
                      <a:pt x="583" y="304"/>
                    </a:lnTo>
                    <a:lnTo>
                      <a:pt x="598" y="306"/>
                    </a:lnTo>
                    <a:lnTo>
                      <a:pt x="615" y="308"/>
                    </a:lnTo>
                    <a:lnTo>
                      <a:pt x="616" y="15"/>
                    </a:lnTo>
                    <a:lnTo>
                      <a:pt x="602" y="14"/>
                    </a:lnTo>
                    <a:lnTo>
                      <a:pt x="590" y="12"/>
                    </a:lnTo>
                    <a:lnTo>
                      <a:pt x="577" y="10"/>
                    </a:lnTo>
                    <a:lnTo>
                      <a:pt x="565" y="9"/>
                    </a:lnTo>
                    <a:lnTo>
                      <a:pt x="558" y="8"/>
                    </a:lnTo>
                    <a:lnTo>
                      <a:pt x="553" y="8"/>
                    </a:lnTo>
                    <a:lnTo>
                      <a:pt x="536" y="6"/>
                    </a:lnTo>
                    <a:lnTo>
                      <a:pt x="520" y="5"/>
                    </a:lnTo>
                    <a:lnTo>
                      <a:pt x="507" y="4"/>
                    </a:lnTo>
                    <a:lnTo>
                      <a:pt x="493" y="2"/>
                    </a:lnTo>
                    <a:lnTo>
                      <a:pt x="487" y="2"/>
                    </a:lnTo>
                    <a:lnTo>
                      <a:pt x="481" y="2"/>
                    </a:lnTo>
                    <a:lnTo>
                      <a:pt x="467" y="1"/>
                    </a:lnTo>
                    <a:lnTo>
                      <a:pt x="453" y="1"/>
                    </a:lnTo>
                    <a:lnTo>
                      <a:pt x="443" y="0"/>
                    </a:lnTo>
                    <a:lnTo>
                      <a:pt x="432" y="0"/>
                    </a:lnTo>
                    <a:lnTo>
                      <a:pt x="422" y="0"/>
                    </a:lnTo>
                    <a:lnTo>
                      <a:pt x="413" y="0"/>
                    </a:lnTo>
                    <a:lnTo>
                      <a:pt x="401" y="0"/>
                    </a:lnTo>
                    <a:lnTo>
                      <a:pt x="390" y="0"/>
                    </a:lnTo>
                    <a:lnTo>
                      <a:pt x="382" y="0"/>
                    </a:lnTo>
                    <a:lnTo>
                      <a:pt x="375" y="0"/>
                    </a:lnTo>
                    <a:lnTo>
                      <a:pt x="361" y="0"/>
                    </a:lnTo>
                    <a:lnTo>
                      <a:pt x="348" y="1"/>
                    </a:lnTo>
                    <a:lnTo>
                      <a:pt x="338" y="2"/>
                    </a:lnTo>
                    <a:lnTo>
                      <a:pt x="327" y="2"/>
                    </a:lnTo>
                    <a:lnTo>
                      <a:pt x="323" y="3"/>
                    </a:lnTo>
                    <a:lnTo>
                      <a:pt x="320" y="3"/>
                    </a:lnTo>
                    <a:lnTo>
                      <a:pt x="303" y="4"/>
                    </a:lnTo>
                    <a:lnTo>
                      <a:pt x="288" y="6"/>
                    </a:lnTo>
                    <a:lnTo>
                      <a:pt x="278" y="7"/>
                    </a:lnTo>
                    <a:lnTo>
                      <a:pt x="267" y="9"/>
                    </a:lnTo>
                    <a:lnTo>
                      <a:pt x="265" y="9"/>
                    </a:lnTo>
                    <a:lnTo>
                      <a:pt x="263" y="9"/>
                    </a:lnTo>
                    <a:lnTo>
                      <a:pt x="257" y="10"/>
                    </a:lnTo>
                    <a:lnTo>
                      <a:pt x="251" y="11"/>
                    </a:lnTo>
                    <a:lnTo>
                      <a:pt x="237" y="14"/>
                    </a:lnTo>
                    <a:lnTo>
                      <a:pt x="225" y="16"/>
                    </a:lnTo>
                    <a:lnTo>
                      <a:pt x="212" y="19"/>
                    </a:lnTo>
                    <a:lnTo>
                      <a:pt x="200" y="21"/>
                    </a:lnTo>
                    <a:lnTo>
                      <a:pt x="195" y="22"/>
                    </a:lnTo>
                    <a:lnTo>
                      <a:pt x="191" y="23"/>
                    </a:lnTo>
                    <a:lnTo>
                      <a:pt x="180" y="26"/>
                    </a:lnTo>
                    <a:lnTo>
                      <a:pt x="170" y="29"/>
                    </a:lnTo>
                    <a:lnTo>
                      <a:pt x="162" y="32"/>
                    </a:lnTo>
                    <a:lnTo>
                      <a:pt x="155" y="34"/>
                    </a:lnTo>
                    <a:lnTo>
                      <a:pt x="143" y="38"/>
                    </a:lnTo>
                    <a:lnTo>
                      <a:pt x="132" y="42"/>
                    </a:lnTo>
                    <a:lnTo>
                      <a:pt x="122" y="46"/>
                    </a:lnTo>
                    <a:lnTo>
                      <a:pt x="112" y="51"/>
                    </a:lnTo>
                    <a:lnTo>
                      <a:pt x="110" y="52"/>
                    </a:lnTo>
                    <a:lnTo>
                      <a:pt x="109" y="53"/>
                    </a:lnTo>
                    <a:lnTo>
                      <a:pt x="96" y="59"/>
                    </a:lnTo>
                    <a:lnTo>
                      <a:pt x="85" y="65"/>
                    </a:lnTo>
                    <a:lnTo>
                      <a:pt x="75" y="71"/>
                    </a:lnTo>
                    <a:lnTo>
                      <a:pt x="65" y="78"/>
                    </a:lnTo>
                    <a:lnTo>
                      <a:pt x="64" y="79"/>
                    </a:lnTo>
                    <a:lnTo>
                      <a:pt x="64" y="79"/>
                    </a:lnTo>
                    <a:lnTo>
                      <a:pt x="64" y="79"/>
                    </a:lnTo>
                    <a:lnTo>
                      <a:pt x="64" y="79"/>
                    </a:lnTo>
                    <a:lnTo>
                      <a:pt x="51" y="89"/>
                    </a:lnTo>
                    <a:lnTo>
                      <a:pt x="40" y="99"/>
                    </a:lnTo>
                    <a:lnTo>
                      <a:pt x="36" y="104"/>
                    </a:lnTo>
                    <a:lnTo>
                      <a:pt x="31" y="109"/>
                    </a:lnTo>
                    <a:lnTo>
                      <a:pt x="30" y="111"/>
                    </a:lnTo>
                    <a:lnTo>
                      <a:pt x="27" y="114"/>
                    </a:lnTo>
                    <a:lnTo>
                      <a:pt x="26" y="116"/>
                    </a:lnTo>
                    <a:lnTo>
                      <a:pt x="24" y="118"/>
                    </a:lnTo>
                    <a:lnTo>
                      <a:pt x="17" y="128"/>
                    </a:lnTo>
                    <a:lnTo>
                      <a:pt x="12" y="138"/>
                    </a:lnTo>
                    <a:lnTo>
                      <a:pt x="11" y="141"/>
                    </a:lnTo>
                    <a:lnTo>
                      <a:pt x="10" y="145"/>
                    </a:lnTo>
                    <a:lnTo>
                      <a:pt x="9" y="148"/>
                    </a:lnTo>
                    <a:lnTo>
                      <a:pt x="7" y="151"/>
                    </a:lnTo>
                    <a:lnTo>
                      <a:pt x="6" y="155"/>
                    </a:lnTo>
                    <a:lnTo>
                      <a:pt x="5" y="159"/>
                    </a:lnTo>
                    <a:lnTo>
                      <a:pt x="2" y="17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0"/>
                    </a:lnTo>
                    <a:lnTo>
                      <a:pt x="2" y="461"/>
                    </a:lnTo>
                    <a:lnTo>
                      <a:pt x="4" y="453"/>
                    </a:lnTo>
                    <a:lnTo>
                      <a:pt x="6" y="444"/>
                    </a:lnTo>
                    <a:lnTo>
                      <a:pt x="7" y="441"/>
                    </a:lnTo>
                    <a:lnTo>
                      <a:pt x="9" y="438"/>
                    </a:lnTo>
                    <a:lnTo>
                      <a:pt x="12" y="430"/>
                    </a:lnTo>
                    <a:lnTo>
                      <a:pt x="16" y="422"/>
                    </a:lnTo>
                    <a:lnTo>
                      <a:pt x="21" y="414"/>
                    </a:lnTo>
                    <a:lnTo>
                      <a:pt x="26" y="407"/>
                    </a:lnTo>
                    <a:lnTo>
                      <a:pt x="29" y="404"/>
                    </a:lnTo>
                    <a:lnTo>
                      <a:pt x="31" y="402"/>
                    </a:lnTo>
                    <a:lnTo>
                      <a:pt x="37" y="394"/>
                    </a:lnTo>
                    <a:lnTo>
                      <a:pt x="45" y="386"/>
                    </a:lnTo>
                    <a:lnTo>
                      <a:pt x="54" y="379"/>
                    </a:lnTo>
                    <a:lnTo>
                      <a:pt x="62" y="372"/>
                    </a:lnTo>
                    <a:lnTo>
                      <a:pt x="62" y="371"/>
                    </a:lnTo>
                    <a:lnTo>
                      <a:pt x="64" y="371"/>
                    </a:lnTo>
                    <a:lnTo>
                      <a:pt x="75" y="364"/>
                    </a:lnTo>
                    <a:lnTo>
                      <a:pt x="86" y="357"/>
                    </a:lnTo>
                    <a:lnTo>
                      <a:pt x="97" y="350"/>
                    </a:lnTo>
                    <a:lnTo>
                      <a:pt x="111" y="344"/>
                    </a:lnTo>
                    <a:lnTo>
                      <a:pt x="121" y="339"/>
                    </a:lnTo>
                    <a:lnTo>
                      <a:pt x="132" y="335"/>
                    </a:lnTo>
                    <a:lnTo>
                      <a:pt x="142" y="331"/>
                    </a:lnTo>
                    <a:lnTo>
                      <a:pt x="153" y="327"/>
                    </a:lnTo>
                    <a:lnTo>
                      <a:pt x="161" y="324"/>
                    </a:lnTo>
                    <a:lnTo>
                      <a:pt x="168" y="322"/>
                    </a:lnTo>
                    <a:lnTo>
                      <a:pt x="183" y="318"/>
                    </a:lnTo>
                    <a:lnTo>
                      <a:pt x="198" y="31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8" name="Freeform 432">
                <a:extLst>
                  <a:ext uri="{FF2B5EF4-FFF2-40B4-BE49-F238E27FC236}">
                    <a16:creationId xmlns:a16="http://schemas.microsoft.com/office/drawing/2014/main" id="{59A96568-4160-41D7-A485-F963A0E1A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338" y="4541838"/>
                <a:ext cx="11113" cy="155575"/>
              </a:xfrm>
              <a:custGeom>
                <a:avLst/>
                <a:gdLst>
                  <a:gd name="T0" fmla="*/ 1 w 36"/>
                  <a:gd name="T1" fmla="*/ 0 h 391"/>
                  <a:gd name="T2" fmla="*/ 0 w 36"/>
                  <a:gd name="T3" fmla="*/ 293 h 391"/>
                  <a:gd name="T4" fmla="*/ 9 w 36"/>
                  <a:gd name="T5" fmla="*/ 305 h 391"/>
                  <a:gd name="T6" fmla="*/ 15 w 36"/>
                  <a:gd name="T7" fmla="*/ 318 h 391"/>
                  <a:gd name="T8" fmla="*/ 21 w 36"/>
                  <a:gd name="T9" fmla="*/ 330 h 391"/>
                  <a:gd name="T10" fmla="*/ 26 w 36"/>
                  <a:gd name="T11" fmla="*/ 343 h 391"/>
                  <a:gd name="T12" fmla="*/ 30 w 36"/>
                  <a:gd name="T13" fmla="*/ 355 h 391"/>
                  <a:gd name="T14" fmla="*/ 34 w 36"/>
                  <a:gd name="T15" fmla="*/ 367 h 391"/>
                  <a:gd name="T16" fmla="*/ 35 w 36"/>
                  <a:gd name="T17" fmla="*/ 379 h 391"/>
                  <a:gd name="T18" fmla="*/ 35 w 36"/>
                  <a:gd name="T19" fmla="*/ 391 h 391"/>
                  <a:gd name="T20" fmla="*/ 36 w 36"/>
                  <a:gd name="T21" fmla="*/ 98 h 391"/>
                  <a:gd name="T22" fmla="*/ 36 w 36"/>
                  <a:gd name="T23" fmla="*/ 86 h 391"/>
                  <a:gd name="T24" fmla="*/ 34 w 36"/>
                  <a:gd name="T25" fmla="*/ 74 h 391"/>
                  <a:gd name="T26" fmla="*/ 31 w 36"/>
                  <a:gd name="T27" fmla="*/ 62 h 391"/>
                  <a:gd name="T28" fmla="*/ 28 w 36"/>
                  <a:gd name="T29" fmla="*/ 50 h 391"/>
                  <a:gd name="T30" fmla="*/ 23 w 36"/>
                  <a:gd name="T31" fmla="*/ 38 h 391"/>
                  <a:gd name="T32" fmla="*/ 16 w 36"/>
                  <a:gd name="T33" fmla="*/ 25 h 391"/>
                  <a:gd name="T34" fmla="*/ 10 w 36"/>
                  <a:gd name="T35" fmla="*/ 13 h 391"/>
                  <a:gd name="T36" fmla="*/ 1 w 36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1">
                    <a:moveTo>
                      <a:pt x="1" y="0"/>
                    </a:moveTo>
                    <a:lnTo>
                      <a:pt x="0" y="293"/>
                    </a:lnTo>
                    <a:lnTo>
                      <a:pt x="9" y="305"/>
                    </a:lnTo>
                    <a:lnTo>
                      <a:pt x="15" y="318"/>
                    </a:lnTo>
                    <a:lnTo>
                      <a:pt x="21" y="330"/>
                    </a:lnTo>
                    <a:lnTo>
                      <a:pt x="26" y="343"/>
                    </a:lnTo>
                    <a:lnTo>
                      <a:pt x="30" y="355"/>
                    </a:lnTo>
                    <a:lnTo>
                      <a:pt x="34" y="367"/>
                    </a:lnTo>
                    <a:lnTo>
                      <a:pt x="35" y="379"/>
                    </a:lnTo>
                    <a:lnTo>
                      <a:pt x="35" y="391"/>
                    </a:lnTo>
                    <a:lnTo>
                      <a:pt x="36" y="98"/>
                    </a:lnTo>
                    <a:lnTo>
                      <a:pt x="36" y="86"/>
                    </a:lnTo>
                    <a:lnTo>
                      <a:pt x="34" y="74"/>
                    </a:lnTo>
                    <a:lnTo>
                      <a:pt x="31" y="62"/>
                    </a:lnTo>
                    <a:lnTo>
                      <a:pt x="28" y="50"/>
                    </a:lnTo>
                    <a:lnTo>
                      <a:pt x="23" y="38"/>
                    </a:lnTo>
                    <a:lnTo>
                      <a:pt x="16" y="25"/>
                    </a:lnTo>
                    <a:lnTo>
                      <a:pt x="1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9" name="Freeform 433">
                <a:extLst>
                  <a:ext uri="{FF2B5EF4-FFF2-40B4-BE49-F238E27FC236}">
                    <a16:creationId xmlns:a16="http://schemas.microsoft.com/office/drawing/2014/main" id="{8F83330D-9254-480A-8A5A-7FB16D000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226" y="4767263"/>
                <a:ext cx="425450" cy="287338"/>
              </a:xfrm>
              <a:custGeom>
                <a:avLst/>
                <a:gdLst>
                  <a:gd name="T0" fmla="*/ 981 w 1336"/>
                  <a:gd name="T1" fmla="*/ 114 h 723"/>
                  <a:gd name="T2" fmla="*/ 926 w 1336"/>
                  <a:gd name="T3" fmla="*/ 93 h 723"/>
                  <a:gd name="T4" fmla="*/ 875 w 1336"/>
                  <a:gd name="T5" fmla="*/ 76 h 723"/>
                  <a:gd name="T6" fmla="*/ 836 w 1336"/>
                  <a:gd name="T7" fmla="*/ 64 h 723"/>
                  <a:gd name="T8" fmla="*/ 746 w 1336"/>
                  <a:gd name="T9" fmla="*/ 40 h 723"/>
                  <a:gd name="T10" fmla="*/ 715 w 1336"/>
                  <a:gd name="T11" fmla="*/ 33 h 723"/>
                  <a:gd name="T12" fmla="*/ 647 w 1336"/>
                  <a:gd name="T13" fmla="*/ 21 h 723"/>
                  <a:gd name="T14" fmla="*/ 616 w 1336"/>
                  <a:gd name="T15" fmla="*/ 16 h 723"/>
                  <a:gd name="T16" fmla="*/ 571 w 1336"/>
                  <a:gd name="T17" fmla="*/ 10 h 723"/>
                  <a:gd name="T18" fmla="*/ 541 w 1336"/>
                  <a:gd name="T19" fmla="*/ 7 h 723"/>
                  <a:gd name="T20" fmla="*/ 502 w 1336"/>
                  <a:gd name="T21" fmla="*/ 3 h 723"/>
                  <a:gd name="T22" fmla="*/ 467 w 1336"/>
                  <a:gd name="T23" fmla="*/ 1 h 723"/>
                  <a:gd name="T24" fmla="*/ 427 w 1336"/>
                  <a:gd name="T25" fmla="*/ 0 h 723"/>
                  <a:gd name="T26" fmla="*/ 385 w 1336"/>
                  <a:gd name="T27" fmla="*/ 0 h 723"/>
                  <a:gd name="T28" fmla="*/ 351 w 1336"/>
                  <a:gd name="T29" fmla="*/ 1 h 723"/>
                  <a:gd name="T30" fmla="*/ 315 w 1336"/>
                  <a:gd name="T31" fmla="*/ 3 h 723"/>
                  <a:gd name="T32" fmla="*/ 271 w 1336"/>
                  <a:gd name="T33" fmla="*/ 8 h 723"/>
                  <a:gd name="T34" fmla="*/ 240 w 1336"/>
                  <a:gd name="T35" fmla="*/ 13 h 723"/>
                  <a:gd name="T36" fmla="*/ 190 w 1336"/>
                  <a:gd name="T37" fmla="*/ 24 h 723"/>
                  <a:gd name="T38" fmla="*/ 157 w 1336"/>
                  <a:gd name="T39" fmla="*/ 33 h 723"/>
                  <a:gd name="T40" fmla="*/ 121 w 1336"/>
                  <a:gd name="T41" fmla="*/ 47 h 723"/>
                  <a:gd name="T42" fmla="*/ 106 w 1336"/>
                  <a:gd name="T43" fmla="*/ 54 h 723"/>
                  <a:gd name="T44" fmla="*/ 72 w 1336"/>
                  <a:gd name="T45" fmla="*/ 73 h 723"/>
                  <a:gd name="T46" fmla="*/ 62 w 1336"/>
                  <a:gd name="T47" fmla="*/ 80 h 723"/>
                  <a:gd name="T48" fmla="*/ 41 w 1336"/>
                  <a:gd name="T49" fmla="*/ 98 h 723"/>
                  <a:gd name="T50" fmla="*/ 31 w 1336"/>
                  <a:gd name="T51" fmla="*/ 110 h 723"/>
                  <a:gd name="T52" fmla="*/ 23 w 1336"/>
                  <a:gd name="T53" fmla="*/ 121 h 723"/>
                  <a:gd name="T54" fmla="*/ 14 w 1336"/>
                  <a:gd name="T55" fmla="*/ 136 h 723"/>
                  <a:gd name="T56" fmla="*/ 9 w 1336"/>
                  <a:gd name="T57" fmla="*/ 148 h 723"/>
                  <a:gd name="T58" fmla="*/ 5 w 1336"/>
                  <a:gd name="T59" fmla="*/ 161 h 723"/>
                  <a:gd name="T60" fmla="*/ 3 w 1336"/>
                  <a:gd name="T61" fmla="*/ 180 h 723"/>
                  <a:gd name="T62" fmla="*/ 0 w 1336"/>
                  <a:gd name="T63" fmla="*/ 480 h 723"/>
                  <a:gd name="T64" fmla="*/ 4 w 1336"/>
                  <a:gd name="T65" fmla="*/ 455 h 723"/>
                  <a:gd name="T66" fmla="*/ 10 w 1336"/>
                  <a:gd name="T67" fmla="*/ 435 h 723"/>
                  <a:gd name="T68" fmla="*/ 20 w 1336"/>
                  <a:gd name="T69" fmla="*/ 416 h 723"/>
                  <a:gd name="T70" fmla="*/ 34 w 1336"/>
                  <a:gd name="T71" fmla="*/ 397 h 723"/>
                  <a:gd name="T72" fmla="*/ 61 w 1336"/>
                  <a:gd name="T73" fmla="*/ 373 h 723"/>
                  <a:gd name="T74" fmla="*/ 81 w 1336"/>
                  <a:gd name="T75" fmla="*/ 359 h 723"/>
                  <a:gd name="T76" fmla="*/ 110 w 1336"/>
                  <a:gd name="T77" fmla="*/ 344 h 723"/>
                  <a:gd name="T78" fmla="*/ 149 w 1336"/>
                  <a:gd name="T79" fmla="*/ 328 h 723"/>
                  <a:gd name="T80" fmla="*/ 191 w 1336"/>
                  <a:gd name="T81" fmla="*/ 316 h 723"/>
                  <a:gd name="T82" fmla="*/ 256 w 1336"/>
                  <a:gd name="T83" fmla="*/ 303 h 723"/>
                  <a:gd name="T84" fmla="*/ 309 w 1336"/>
                  <a:gd name="T85" fmla="*/ 297 h 723"/>
                  <a:gd name="T86" fmla="*/ 364 w 1336"/>
                  <a:gd name="T87" fmla="*/ 293 h 723"/>
                  <a:gd name="T88" fmla="*/ 421 w 1336"/>
                  <a:gd name="T89" fmla="*/ 293 h 723"/>
                  <a:gd name="T90" fmla="*/ 482 w 1336"/>
                  <a:gd name="T91" fmla="*/ 295 h 723"/>
                  <a:gd name="T92" fmla="*/ 530 w 1336"/>
                  <a:gd name="T93" fmla="*/ 298 h 723"/>
                  <a:gd name="T94" fmla="*/ 576 w 1336"/>
                  <a:gd name="T95" fmla="*/ 303 h 723"/>
                  <a:gd name="T96" fmla="*/ 627 w 1336"/>
                  <a:gd name="T97" fmla="*/ 311 h 723"/>
                  <a:gd name="T98" fmla="*/ 692 w 1336"/>
                  <a:gd name="T99" fmla="*/ 322 h 723"/>
                  <a:gd name="T100" fmla="*/ 748 w 1336"/>
                  <a:gd name="T101" fmla="*/ 334 h 723"/>
                  <a:gd name="T102" fmla="*/ 863 w 1336"/>
                  <a:gd name="T103" fmla="*/ 365 h 723"/>
                  <a:gd name="T104" fmla="*/ 911 w 1336"/>
                  <a:gd name="T105" fmla="*/ 381 h 723"/>
                  <a:gd name="T106" fmla="*/ 961 w 1336"/>
                  <a:gd name="T107" fmla="*/ 400 h 723"/>
                  <a:gd name="T108" fmla="*/ 1035 w 1336"/>
                  <a:gd name="T109" fmla="*/ 430 h 723"/>
                  <a:gd name="T110" fmla="*/ 1163 w 1336"/>
                  <a:gd name="T111" fmla="*/ 501 h 723"/>
                  <a:gd name="T112" fmla="*/ 1258 w 1336"/>
                  <a:gd name="T113" fmla="*/ 576 h 723"/>
                  <a:gd name="T114" fmla="*/ 1316 w 1336"/>
                  <a:gd name="T115" fmla="*/ 651 h 723"/>
                  <a:gd name="T116" fmla="*/ 1334 w 1336"/>
                  <a:gd name="T117" fmla="*/ 723 h 723"/>
                  <a:gd name="T118" fmla="*/ 1324 w 1336"/>
                  <a:gd name="T119" fmla="*/ 377 h 723"/>
                  <a:gd name="T120" fmla="*/ 1277 w 1336"/>
                  <a:gd name="T121" fmla="*/ 302 h 723"/>
                  <a:gd name="T122" fmla="*/ 1192 w 1336"/>
                  <a:gd name="T123" fmla="*/ 227 h 723"/>
                  <a:gd name="T124" fmla="*/ 1071 w 1336"/>
                  <a:gd name="T125" fmla="*/ 15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6" h="723">
                    <a:moveTo>
                      <a:pt x="1036" y="138"/>
                    </a:moveTo>
                    <a:lnTo>
                      <a:pt x="1017" y="130"/>
                    </a:lnTo>
                    <a:lnTo>
                      <a:pt x="1000" y="122"/>
                    </a:lnTo>
                    <a:lnTo>
                      <a:pt x="981" y="114"/>
                    </a:lnTo>
                    <a:lnTo>
                      <a:pt x="962" y="107"/>
                    </a:lnTo>
                    <a:lnTo>
                      <a:pt x="952" y="103"/>
                    </a:lnTo>
                    <a:lnTo>
                      <a:pt x="941" y="99"/>
                    </a:lnTo>
                    <a:lnTo>
                      <a:pt x="926" y="93"/>
                    </a:lnTo>
                    <a:lnTo>
                      <a:pt x="911" y="88"/>
                    </a:lnTo>
                    <a:lnTo>
                      <a:pt x="896" y="83"/>
                    </a:lnTo>
                    <a:lnTo>
                      <a:pt x="882" y="78"/>
                    </a:lnTo>
                    <a:lnTo>
                      <a:pt x="875" y="76"/>
                    </a:lnTo>
                    <a:lnTo>
                      <a:pt x="868" y="74"/>
                    </a:lnTo>
                    <a:lnTo>
                      <a:pt x="866" y="73"/>
                    </a:lnTo>
                    <a:lnTo>
                      <a:pt x="863" y="72"/>
                    </a:lnTo>
                    <a:lnTo>
                      <a:pt x="836" y="64"/>
                    </a:lnTo>
                    <a:lnTo>
                      <a:pt x="807" y="56"/>
                    </a:lnTo>
                    <a:lnTo>
                      <a:pt x="778" y="48"/>
                    </a:lnTo>
                    <a:lnTo>
                      <a:pt x="750" y="41"/>
                    </a:lnTo>
                    <a:lnTo>
                      <a:pt x="746" y="40"/>
                    </a:lnTo>
                    <a:lnTo>
                      <a:pt x="742" y="39"/>
                    </a:lnTo>
                    <a:lnTo>
                      <a:pt x="738" y="39"/>
                    </a:lnTo>
                    <a:lnTo>
                      <a:pt x="736" y="38"/>
                    </a:lnTo>
                    <a:lnTo>
                      <a:pt x="715" y="33"/>
                    </a:lnTo>
                    <a:lnTo>
                      <a:pt x="693" y="29"/>
                    </a:lnTo>
                    <a:lnTo>
                      <a:pt x="672" y="25"/>
                    </a:lnTo>
                    <a:lnTo>
                      <a:pt x="651" y="21"/>
                    </a:lnTo>
                    <a:lnTo>
                      <a:pt x="647" y="21"/>
                    </a:lnTo>
                    <a:lnTo>
                      <a:pt x="645" y="20"/>
                    </a:lnTo>
                    <a:lnTo>
                      <a:pt x="637" y="19"/>
                    </a:lnTo>
                    <a:lnTo>
                      <a:pt x="628" y="18"/>
                    </a:lnTo>
                    <a:lnTo>
                      <a:pt x="616" y="16"/>
                    </a:lnTo>
                    <a:lnTo>
                      <a:pt x="603" y="14"/>
                    </a:lnTo>
                    <a:lnTo>
                      <a:pt x="590" y="12"/>
                    </a:lnTo>
                    <a:lnTo>
                      <a:pt x="577" y="11"/>
                    </a:lnTo>
                    <a:lnTo>
                      <a:pt x="571" y="10"/>
                    </a:lnTo>
                    <a:lnTo>
                      <a:pt x="563" y="9"/>
                    </a:lnTo>
                    <a:lnTo>
                      <a:pt x="557" y="8"/>
                    </a:lnTo>
                    <a:lnTo>
                      <a:pt x="551" y="8"/>
                    </a:lnTo>
                    <a:lnTo>
                      <a:pt x="541" y="7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4"/>
                    </a:lnTo>
                    <a:lnTo>
                      <a:pt x="502" y="3"/>
                    </a:lnTo>
                    <a:lnTo>
                      <a:pt x="495" y="2"/>
                    </a:lnTo>
                    <a:lnTo>
                      <a:pt x="489" y="2"/>
                    </a:lnTo>
                    <a:lnTo>
                      <a:pt x="484" y="2"/>
                    </a:lnTo>
                    <a:lnTo>
                      <a:pt x="467" y="1"/>
                    </a:lnTo>
                    <a:lnTo>
                      <a:pt x="451" y="1"/>
                    </a:lnTo>
                    <a:lnTo>
                      <a:pt x="441" y="0"/>
                    </a:lnTo>
                    <a:lnTo>
                      <a:pt x="432" y="0"/>
                    </a:lnTo>
                    <a:lnTo>
                      <a:pt x="427" y="0"/>
                    </a:lnTo>
                    <a:lnTo>
                      <a:pt x="422" y="0"/>
                    </a:lnTo>
                    <a:lnTo>
                      <a:pt x="407" y="0"/>
                    </a:lnTo>
                    <a:lnTo>
                      <a:pt x="395" y="0"/>
                    </a:lnTo>
                    <a:lnTo>
                      <a:pt x="385" y="0"/>
                    </a:lnTo>
                    <a:lnTo>
                      <a:pt x="375" y="0"/>
                    </a:lnTo>
                    <a:lnTo>
                      <a:pt x="370" y="0"/>
                    </a:lnTo>
                    <a:lnTo>
                      <a:pt x="364" y="1"/>
                    </a:lnTo>
                    <a:lnTo>
                      <a:pt x="351" y="1"/>
                    </a:lnTo>
                    <a:lnTo>
                      <a:pt x="337" y="2"/>
                    </a:lnTo>
                    <a:lnTo>
                      <a:pt x="329" y="2"/>
                    </a:lnTo>
                    <a:lnTo>
                      <a:pt x="320" y="3"/>
                    </a:lnTo>
                    <a:lnTo>
                      <a:pt x="315" y="3"/>
                    </a:lnTo>
                    <a:lnTo>
                      <a:pt x="310" y="4"/>
                    </a:lnTo>
                    <a:lnTo>
                      <a:pt x="295" y="6"/>
                    </a:lnTo>
                    <a:lnTo>
                      <a:pt x="280" y="7"/>
                    </a:lnTo>
                    <a:lnTo>
                      <a:pt x="271" y="8"/>
                    </a:lnTo>
                    <a:lnTo>
                      <a:pt x="264" y="9"/>
                    </a:lnTo>
                    <a:lnTo>
                      <a:pt x="260" y="10"/>
                    </a:lnTo>
                    <a:lnTo>
                      <a:pt x="257" y="10"/>
                    </a:lnTo>
                    <a:lnTo>
                      <a:pt x="240" y="13"/>
                    </a:lnTo>
                    <a:lnTo>
                      <a:pt x="224" y="16"/>
                    </a:lnTo>
                    <a:lnTo>
                      <a:pt x="207" y="20"/>
                    </a:lnTo>
                    <a:lnTo>
                      <a:pt x="191" y="23"/>
                    </a:lnTo>
                    <a:lnTo>
                      <a:pt x="190" y="24"/>
                    </a:lnTo>
                    <a:lnTo>
                      <a:pt x="189" y="24"/>
                    </a:lnTo>
                    <a:lnTo>
                      <a:pt x="176" y="28"/>
                    </a:lnTo>
                    <a:lnTo>
                      <a:pt x="164" y="31"/>
                    </a:lnTo>
                    <a:lnTo>
                      <a:pt x="157" y="33"/>
                    </a:lnTo>
                    <a:lnTo>
                      <a:pt x="150" y="36"/>
                    </a:lnTo>
                    <a:lnTo>
                      <a:pt x="140" y="39"/>
                    </a:lnTo>
                    <a:lnTo>
                      <a:pt x="130" y="43"/>
                    </a:lnTo>
                    <a:lnTo>
                      <a:pt x="121" y="47"/>
                    </a:lnTo>
                    <a:lnTo>
                      <a:pt x="111" y="51"/>
                    </a:lnTo>
                    <a:lnTo>
                      <a:pt x="109" y="52"/>
                    </a:lnTo>
                    <a:lnTo>
                      <a:pt x="107" y="53"/>
                    </a:lnTo>
                    <a:lnTo>
                      <a:pt x="106" y="54"/>
                    </a:lnTo>
                    <a:lnTo>
                      <a:pt x="104" y="55"/>
                    </a:lnTo>
                    <a:lnTo>
                      <a:pt x="92" y="61"/>
                    </a:lnTo>
                    <a:lnTo>
                      <a:pt x="82" y="67"/>
                    </a:lnTo>
                    <a:lnTo>
                      <a:pt x="72" y="73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51" y="89"/>
                    </a:lnTo>
                    <a:lnTo>
                      <a:pt x="41" y="98"/>
                    </a:lnTo>
                    <a:lnTo>
                      <a:pt x="41" y="98"/>
                    </a:lnTo>
                    <a:lnTo>
                      <a:pt x="40" y="99"/>
                    </a:lnTo>
                    <a:lnTo>
                      <a:pt x="38" y="102"/>
                    </a:lnTo>
                    <a:lnTo>
                      <a:pt x="35" y="105"/>
                    </a:lnTo>
                    <a:lnTo>
                      <a:pt x="31" y="110"/>
                    </a:lnTo>
                    <a:lnTo>
                      <a:pt x="26" y="115"/>
                    </a:lnTo>
                    <a:lnTo>
                      <a:pt x="25" y="117"/>
                    </a:lnTo>
                    <a:lnTo>
                      <a:pt x="24" y="118"/>
                    </a:lnTo>
                    <a:lnTo>
                      <a:pt x="23" y="121"/>
                    </a:lnTo>
                    <a:lnTo>
                      <a:pt x="21" y="123"/>
                    </a:lnTo>
                    <a:lnTo>
                      <a:pt x="18" y="129"/>
                    </a:lnTo>
                    <a:lnTo>
                      <a:pt x="15" y="134"/>
                    </a:lnTo>
                    <a:lnTo>
                      <a:pt x="14" y="136"/>
                    </a:lnTo>
                    <a:lnTo>
                      <a:pt x="13" y="138"/>
                    </a:lnTo>
                    <a:lnTo>
                      <a:pt x="11" y="140"/>
                    </a:lnTo>
                    <a:lnTo>
                      <a:pt x="11" y="142"/>
                    </a:lnTo>
                    <a:lnTo>
                      <a:pt x="9" y="148"/>
                    </a:lnTo>
                    <a:lnTo>
                      <a:pt x="6" y="154"/>
                    </a:lnTo>
                    <a:lnTo>
                      <a:pt x="6" y="157"/>
                    </a:lnTo>
                    <a:lnTo>
                      <a:pt x="5" y="159"/>
                    </a:lnTo>
                    <a:lnTo>
                      <a:pt x="5" y="161"/>
                    </a:lnTo>
                    <a:lnTo>
                      <a:pt x="5" y="162"/>
                    </a:lnTo>
                    <a:lnTo>
                      <a:pt x="4" y="170"/>
                    </a:lnTo>
                    <a:lnTo>
                      <a:pt x="3" y="178"/>
                    </a:lnTo>
                    <a:lnTo>
                      <a:pt x="3" y="180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5"/>
                    </a:lnTo>
                    <a:lnTo>
                      <a:pt x="1" y="471"/>
                    </a:lnTo>
                    <a:lnTo>
                      <a:pt x="3" y="463"/>
                    </a:lnTo>
                    <a:lnTo>
                      <a:pt x="4" y="455"/>
                    </a:lnTo>
                    <a:lnTo>
                      <a:pt x="5" y="451"/>
                    </a:lnTo>
                    <a:lnTo>
                      <a:pt x="5" y="447"/>
                    </a:lnTo>
                    <a:lnTo>
                      <a:pt x="8" y="441"/>
                    </a:lnTo>
                    <a:lnTo>
                      <a:pt x="10" y="435"/>
                    </a:lnTo>
                    <a:lnTo>
                      <a:pt x="11" y="431"/>
                    </a:lnTo>
                    <a:lnTo>
                      <a:pt x="14" y="427"/>
                    </a:lnTo>
                    <a:lnTo>
                      <a:pt x="16" y="421"/>
                    </a:lnTo>
                    <a:lnTo>
                      <a:pt x="20" y="416"/>
                    </a:lnTo>
                    <a:lnTo>
                      <a:pt x="23" y="412"/>
                    </a:lnTo>
                    <a:lnTo>
                      <a:pt x="25" y="408"/>
                    </a:lnTo>
                    <a:lnTo>
                      <a:pt x="30" y="403"/>
                    </a:lnTo>
                    <a:lnTo>
                      <a:pt x="34" y="397"/>
                    </a:lnTo>
                    <a:lnTo>
                      <a:pt x="38" y="394"/>
                    </a:lnTo>
                    <a:lnTo>
                      <a:pt x="41" y="390"/>
                    </a:lnTo>
                    <a:lnTo>
                      <a:pt x="50" y="381"/>
                    </a:lnTo>
                    <a:lnTo>
                      <a:pt x="61" y="373"/>
                    </a:lnTo>
                    <a:lnTo>
                      <a:pt x="61" y="372"/>
                    </a:lnTo>
                    <a:lnTo>
                      <a:pt x="61" y="372"/>
                    </a:lnTo>
                    <a:lnTo>
                      <a:pt x="71" y="366"/>
                    </a:lnTo>
                    <a:lnTo>
                      <a:pt x="81" y="359"/>
                    </a:lnTo>
                    <a:lnTo>
                      <a:pt x="92" y="353"/>
                    </a:lnTo>
                    <a:lnTo>
                      <a:pt x="104" y="348"/>
                    </a:lnTo>
                    <a:lnTo>
                      <a:pt x="106" y="346"/>
                    </a:lnTo>
                    <a:lnTo>
                      <a:pt x="110" y="344"/>
                    </a:lnTo>
                    <a:lnTo>
                      <a:pt x="120" y="340"/>
                    </a:lnTo>
                    <a:lnTo>
                      <a:pt x="129" y="336"/>
                    </a:lnTo>
                    <a:lnTo>
                      <a:pt x="139" y="332"/>
                    </a:lnTo>
                    <a:lnTo>
                      <a:pt x="149" y="328"/>
                    </a:lnTo>
                    <a:lnTo>
                      <a:pt x="156" y="326"/>
                    </a:lnTo>
                    <a:lnTo>
                      <a:pt x="164" y="324"/>
                    </a:lnTo>
                    <a:lnTo>
                      <a:pt x="176" y="320"/>
                    </a:lnTo>
                    <a:lnTo>
                      <a:pt x="191" y="316"/>
                    </a:lnTo>
                    <a:lnTo>
                      <a:pt x="206" y="312"/>
                    </a:lnTo>
                    <a:lnTo>
                      <a:pt x="222" y="309"/>
                    </a:lnTo>
                    <a:lnTo>
                      <a:pt x="239" y="306"/>
                    </a:lnTo>
                    <a:lnTo>
                      <a:pt x="256" y="303"/>
                    </a:lnTo>
                    <a:lnTo>
                      <a:pt x="267" y="302"/>
                    </a:lnTo>
                    <a:lnTo>
                      <a:pt x="279" y="300"/>
                    </a:lnTo>
                    <a:lnTo>
                      <a:pt x="294" y="298"/>
                    </a:lnTo>
                    <a:lnTo>
                      <a:pt x="309" y="297"/>
                    </a:lnTo>
                    <a:lnTo>
                      <a:pt x="322" y="296"/>
                    </a:lnTo>
                    <a:lnTo>
                      <a:pt x="336" y="295"/>
                    </a:lnTo>
                    <a:lnTo>
                      <a:pt x="350" y="294"/>
                    </a:lnTo>
                    <a:lnTo>
                      <a:pt x="364" y="293"/>
                    </a:lnTo>
                    <a:lnTo>
                      <a:pt x="379" y="293"/>
                    </a:lnTo>
                    <a:lnTo>
                      <a:pt x="394" y="293"/>
                    </a:lnTo>
                    <a:lnTo>
                      <a:pt x="407" y="293"/>
                    </a:lnTo>
                    <a:lnTo>
                      <a:pt x="421" y="293"/>
                    </a:lnTo>
                    <a:lnTo>
                      <a:pt x="436" y="293"/>
                    </a:lnTo>
                    <a:lnTo>
                      <a:pt x="451" y="293"/>
                    </a:lnTo>
                    <a:lnTo>
                      <a:pt x="466" y="294"/>
                    </a:lnTo>
                    <a:lnTo>
                      <a:pt x="482" y="295"/>
                    </a:lnTo>
                    <a:lnTo>
                      <a:pt x="496" y="296"/>
                    </a:lnTo>
                    <a:lnTo>
                      <a:pt x="511" y="297"/>
                    </a:lnTo>
                    <a:lnTo>
                      <a:pt x="520" y="298"/>
                    </a:lnTo>
                    <a:lnTo>
                      <a:pt x="530" y="298"/>
                    </a:lnTo>
                    <a:lnTo>
                      <a:pt x="540" y="299"/>
                    </a:lnTo>
                    <a:lnTo>
                      <a:pt x="550" y="300"/>
                    </a:lnTo>
                    <a:lnTo>
                      <a:pt x="562" y="302"/>
                    </a:lnTo>
                    <a:lnTo>
                      <a:pt x="576" y="303"/>
                    </a:lnTo>
                    <a:lnTo>
                      <a:pt x="588" y="305"/>
                    </a:lnTo>
                    <a:lnTo>
                      <a:pt x="602" y="307"/>
                    </a:lnTo>
                    <a:lnTo>
                      <a:pt x="615" y="309"/>
                    </a:lnTo>
                    <a:lnTo>
                      <a:pt x="627" y="311"/>
                    </a:lnTo>
                    <a:lnTo>
                      <a:pt x="638" y="312"/>
                    </a:lnTo>
                    <a:lnTo>
                      <a:pt x="650" y="314"/>
                    </a:lnTo>
                    <a:lnTo>
                      <a:pt x="671" y="318"/>
                    </a:lnTo>
                    <a:lnTo>
                      <a:pt x="692" y="322"/>
                    </a:lnTo>
                    <a:lnTo>
                      <a:pt x="713" y="326"/>
                    </a:lnTo>
                    <a:lnTo>
                      <a:pt x="735" y="331"/>
                    </a:lnTo>
                    <a:lnTo>
                      <a:pt x="741" y="332"/>
                    </a:lnTo>
                    <a:lnTo>
                      <a:pt x="748" y="334"/>
                    </a:lnTo>
                    <a:lnTo>
                      <a:pt x="777" y="341"/>
                    </a:lnTo>
                    <a:lnTo>
                      <a:pt x="806" y="348"/>
                    </a:lnTo>
                    <a:lnTo>
                      <a:pt x="835" y="356"/>
                    </a:lnTo>
                    <a:lnTo>
                      <a:pt x="863" y="365"/>
                    </a:lnTo>
                    <a:lnTo>
                      <a:pt x="872" y="368"/>
                    </a:lnTo>
                    <a:lnTo>
                      <a:pt x="881" y="371"/>
                    </a:lnTo>
                    <a:lnTo>
                      <a:pt x="896" y="376"/>
                    </a:lnTo>
                    <a:lnTo>
                      <a:pt x="911" y="381"/>
                    </a:lnTo>
                    <a:lnTo>
                      <a:pt x="925" y="386"/>
                    </a:lnTo>
                    <a:lnTo>
                      <a:pt x="940" y="392"/>
                    </a:lnTo>
                    <a:lnTo>
                      <a:pt x="951" y="396"/>
                    </a:lnTo>
                    <a:lnTo>
                      <a:pt x="961" y="400"/>
                    </a:lnTo>
                    <a:lnTo>
                      <a:pt x="980" y="407"/>
                    </a:lnTo>
                    <a:lnTo>
                      <a:pt x="998" y="415"/>
                    </a:lnTo>
                    <a:lnTo>
                      <a:pt x="1017" y="422"/>
                    </a:lnTo>
                    <a:lnTo>
                      <a:pt x="1035" y="430"/>
                    </a:lnTo>
                    <a:lnTo>
                      <a:pt x="1069" y="448"/>
                    </a:lnTo>
                    <a:lnTo>
                      <a:pt x="1103" y="465"/>
                    </a:lnTo>
                    <a:lnTo>
                      <a:pt x="1134" y="483"/>
                    </a:lnTo>
                    <a:lnTo>
                      <a:pt x="1163" y="501"/>
                    </a:lnTo>
                    <a:lnTo>
                      <a:pt x="1191" y="520"/>
                    </a:lnTo>
                    <a:lnTo>
                      <a:pt x="1216" y="538"/>
                    </a:lnTo>
                    <a:lnTo>
                      <a:pt x="1238" y="557"/>
                    </a:lnTo>
                    <a:lnTo>
                      <a:pt x="1258" y="576"/>
                    </a:lnTo>
                    <a:lnTo>
                      <a:pt x="1276" y="595"/>
                    </a:lnTo>
                    <a:lnTo>
                      <a:pt x="1291" y="613"/>
                    </a:lnTo>
                    <a:lnTo>
                      <a:pt x="1304" y="632"/>
                    </a:lnTo>
                    <a:lnTo>
                      <a:pt x="1316" y="651"/>
                    </a:lnTo>
                    <a:lnTo>
                      <a:pt x="1324" y="669"/>
                    </a:lnTo>
                    <a:lnTo>
                      <a:pt x="1329" y="687"/>
                    </a:lnTo>
                    <a:lnTo>
                      <a:pt x="1333" y="705"/>
                    </a:lnTo>
                    <a:lnTo>
                      <a:pt x="1334" y="723"/>
                    </a:lnTo>
                    <a:lnTo>
                      <a:pt x="1336" y="430"/>
                    </a:lnTo>
                    <a:lnTo>
                      <a:pt x="1334" y="413"/>
                    </a:lnTo>
                    <a:lnTo>
                      <a:pt x="1331" y="395"/>
                    </a:lnTo>
                    <a:lnTo>
                      <a:pt x="1324" y="377"/>
                    </a:lnTo>
                    <a:lnTo>
                      <a:pt x="1317" y="358"/>
                    </a:lnTo>
                    <a:lnTo>
                      <a:pt x="1306" y="339"/>
                    </a:lnTo>
                    <a:lnTo>
                      <a:pt x="1292" y="321"/>
                    </a:lnTo>
                    <a:lnTo>
                      <a:pt x="1277" y="302"/>
                    </a:lnTo>
                    <a:lnTo>
                      <a:pt x="1259" y="283"/>
                    </a:lnTo>
                    <a:lnTo>
                      <a:pt x="1238" y="264"/>
                    </a:lnTo>
                    <a:lnTo>
                      <a:pt x="1216" y="245"/>
                    </a:lnTo>
                    <a:lnTo>
                      <a:pt x="1192" y="227"/>
                    </a:lnTo>
                    <a:lnTo>
                      <a:pt x="1164" y="208"/>
                    </a:lnTo>
                    <a:lnTo>
                      <a:pt x="1136" y="190"/>
                    </a:lnTo>
                    <a:lnTo>
                      <a:pt x="1104" y="172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0" name="Freeform 434">
                <a:extLst>
                  <a:ext uri="{FF2B5EF4-FFF2-40B4-BE49-F238E27FC236}">
                    <a16:creationId xmlns:a16="http://schemas.microsoft.com/office/drawing/2014/main" id="{8649F623-E97A-4969-9B7C-78F0B45D7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6013" y="4879975"/>
                <a:ext cx="61913" cy="152400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1" name="Freeform 435">
                <a:extLst>
                  <a:ext uri="{FF2B5EF4-FFF2-40B4-BE49-F238E27FC236}">
                    <a16:creationId xmlns:a16="http://schemas.microsoft.com/office/drawing/2014/main" id="{A8973D1B-F5C3-4464-AF56-20F6971E4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026" y="4679950"/>
                <a:ext cx="409575" cy="352425"/>
              </a:xfrm>
              <a:custGeom>
                <a:avLst/>
                <a:gdLst>
                  <a:gd name="T0" fmla="*/ 1 w 1290"/>
                  <a:gd name="T1" fmla="*/ 0 h 888"/>
                  <a:gd name="T2" fmla="*/ 0 w 1290"/>
                  <a:gd name="T3" fmla="*/ 293 h 888"/>
                  <a:gd name="T4" fmla="*/ 1289 w 1290"/>
                  <a:gd name="T5" fmla="*/ 888 h 888"/>
                  <a:gd name="T6" fmla="*/ 1290 w 1290"/>
                  <a:gd name="T7" fmla="*/ 595 h 888"/>
                  <a:gd name="T8" fmla="*/ 1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90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2" name="Freeform 436">
                <a:extLst>
                  <a:ext uri="{FF2B5EF4-FFF2-40B4-BE49-F238E27FC236}">
                    <a16:creationId xmlns:a16="http://schemas.microsoft.com/office/drawing/2014/main" id="{5C1832A0-5288-40C2-80BD-BA40DEBC2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1401" y="4743450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5 w 1107"/>
                  <a:gd name="T5" fmla="*/ 293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3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3" name="Freeform 437">
                <a:extLst>
                  <a:ext uri="{FF2B5EF4-FFF2-40B4-BE49-F238E27FC236}">
                    <a16:creationId xmlns:a16="http://schemas.microsoft.com/office/drawing/2014/main" id="{F1B33076-EBCC-4097-9F01-3E6EC6E2E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501" y="5073650"/>
                <a:ext cx="60325" cy="150813"/>
              </a:xfrm>
              <a:custGeom>
                <a:avLst/>
                <a:gdLst>
                  <a:gd name="T0" fmla="*/ 0 w 192"/>
                  <a:gd name="T1" fmla="*/ 0 h 381"/>
                  <a:gd name="T2" fmla="*/ 0 w 192"/>
                  <a:gd name="T3" fmla="*/ 292 h 381"/>
                  <a:gd name="T4" fmla="*/ 191 w 192"/>
                  <a:gd name="T5" fmla="*/ 381 h 381"/>
                  <a:gd name="T6" fmla="*/ 192 w 192"/>
                  <a:gd name="T7" fmla="*/ 88 h 381"/>
                  <a:gd name="T8" fmla="*/ 0 w 192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0" y="0"/>
                    </a:moveTo>
                    <a:lnTo>
                      <a:pt x="0" y="292"/>
                    </a:lnTo>
                    <a:lnTo>
                      <a:pt x="191" y="381"/>
                    </a:lnTo>
                    <a:lnTo>
                      <a:pt x="192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4" name="Freeform 438">
                <a:extLst>
                  <a:ext uri="{FF2B5EF4-FFF2-40B4-BE49-F238E27FC236}">
                    <a16:creationId xmlns:a16="http://schemas.microsoft.com/office/drawing/2014/main" id="{8D34BBF2-42D6-4FB3-B99E-CAAE1A92C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4713" y="5051425"/>
                <a:ext cx="422275" cy="285750"/>
              </a:xfrm>
              <a:custGeom>
                <a:avLst/>
                <a:gdLst>
                  <a:gd name="T0" fmla="*/ 1315 w 1332"/>
                  <a:gd name="T1" fmla="*/ 68 h 720"/>
                  <a:gd name="T2" fmla="*/ 1286 w 1332"/>
                  <a:gd name="T3" fmla="*/ 111 h 720"/>
                  <a:gd name="T4" fmla="*/ 1257 w 1332"/>
                  <a:gd name="T5" fmla="*/ 144 h 720"/>
                  <a:gd name="T6" fmla="*/ 1214 w 1332"/>
                  <a:gd name="T7" fmla="*/ 183 h 720"/>
                  <a:gd name="T8" fmla="*/ 1164 w 1332"/>
                  <a:gd name="T9" fmla="*/ 219 h 720"/>
                  <a:gd name="T10" fmla="*/ 1107 w 1332"/>
                  <a:gd name="T11" fmla="*/ 253 h 720"/>
                  <a:gd name="T12" fmla="*/ 1037 w 1332"/>
                  <a:gd name="T13" fmla="*/ 290 h 720"/>
                  <a:gd name="T14" fmla="*/ 915 w 1332"/>
                  <a:gd name="T15" fmla="*/ 339 h 720"/>
                  <a:gd name="T16" fmla="*/ 789 w 1332"/>
                  <a:gd name="T17" fmla="*/ 377 h 720"/>
                  <a:gd name="T18" fmla="*/ 728 w 1332"/>
                  <a:gd name="T19" fmla="*/ 391 h 720"/>
                  <a:gd name="T20" fmla="*/ 659 w 1332"/>
                  <a:gd name="T21" fmla="*/ 405 h 720"/>
                  <a:gd name="T22" fmla="*/ 588 w 1332"/>
                  <a:gd name="T23" fmla="*/ 416 h 720"/>
                  <a:gd name="T24" fmla="*/ 501 w 1332"/>
                  <a:gd name="T25" fmla="*/ 424 h 720"/>
                  <a:gd name="T26" fmla="*/ 444 w 1332"/>
                  <a:gd name="T27" fmla="*/ 427 h 720"/>
                  <a:gd name="T28" fmla="*/ 369 w 1332"/>
                  <a:gd name="T29" fmla="*/ 427 h 720"/>
                  <a:gd name="T30" fmla="*/ 305 w 1332"/>
                  <a:gd name="T31" fmla="*/ 423 h 720"/>
                  <a:gd name="T32" fmla="*/ 249 w 1332"/>
                  <a:gd name="T33" fmla="*/ 415 h 720"/>
                  <a:gd name="T34" fmla="*/ 214 w 1332"/>
                  <a:gd name="T35" fmla="*/ 408 h 720"/>
                  <a:gd name="T36" fmla="*/ 159 w 1332"/>
                  <a:gd name="T37" fmla="*/ 394 h 720"/>
                  <a:gd name="T38" fmla="*/ 99 w 1332"/>
                  <a:gd name="T39" fmla="*/ 369 h 720"/>
                  <a:gd name="T40" fmla="*/ 44 w 1332"/>
                  <a:gd name="T41" fmla="*/ 331 h 720"/>
                  <a:gd name="T42" fmla="*/ 13 w 1332"/>
                  <a:gd name="T43" fmla="*/ 287 h 720"/>
                  <a:gd name="T44" fmla="*/ 2 w 1332"/>
                  <a:gd name="T45" fmla="*/ 238 h 720"/>
                  <a:gd name="T46" fmla="*/ 8 w 1332"/>
                  <a:gd name="T47" fmla="*/ 570 h 720"/>
                  <a:gd name="T48" fmla="*/ 35 w 1332"/>
                  <a:gd name="T49" fmla="*/ 616 h 720"/>
                  <a:gd name="T50" fmla="*/ 85 w 1332"/>
                  <a:gd name="T51" fmla="*/ 655 h 720"/>
                  <a:gd name="T52" fmla="*/ 147 w 1332"/>
                  <a:gd name="T53" fmla="*/ 682 h 720"/>
                  <a:gd name="T54" fmla="*/ 182 w 1332"/>
                  <a:gd name="T55" fmla="*/ 693 h 720"/>
                  <a:gd name="T56" fmla="*/ 224 w 1332"/>
                  <a:gd name="T57" fmla="*/ 704 h 720"/>
                  <a:gd name="T58" fmla="*/ 249 w 1332"/>
                  <a:gd name="T59" fmla="*/ 708 h 720"/>
                  <a:gd name="T60" fmla="*/ 293 w 1332"/>
                  <a:gd name="T61" fmla="*/ 714 h 720"/>
                  <a:gd name="T62" fmla="*/ 335 w 1332"/>
                  <a:gd name="T63" fmla="*/ 718 h 720"/>
                  <a:gd name="T64" fmla="*/ 377 w 1332"/>
                  <a:gd name="T65" fmla="*/ 720 h 720"/>
                  <a:gd name="T66" fmla="*/ 429 w 1332"/>
                  <a:gd name="T67" fmla="*/ 720 h 720"/>
                  <a:gd name="T68" fmla="*/ 468 w 1332"/>
                  <a:gd name="T69" fmla="*/ 719 h 720"/>
                  <a:gd name="T70" fmla="*/ 516 w 1332"/>
                  <a:gd name="T71" fmla="*/ 716 h 720"/>
                  <a:gd name="T72" fmla="*/ 588 w 1332"/>
                  <a:gd name="T73" fmla="*/ 708 h 720"/>
                  <a:gd name="T74" fmla="*/ 628 w 1332"/>
                  <a:gd name="T75" fmla="*/ 703 h 720"/>
                  <a:gd name="T76" fmla="*/ 699 w 1332"/>
                  <a:gd name="T77" fmla="*/ 690 h 720"/>
                  <a:gd name="T78" fmla="*/ 776 w 1332"/>
                  <a:gd name="T79" fmla="*/ 673 h 720"/>
                  <a:gd name="T80" fmla="*/ 819 w 1332"/>
                  <a:gd name="T81" fmla="*/ 662 h 720"/>
                  <a:gd name="T82" fmla="*/ 915 w 1332"/>
                  <a:gd name="T83" fmla="*/ 631 h 720"/>
                  <a:gd name="T84" fmla="*/ 1044 w 1332"/>
                  <a:gd name="T85" fmla="*/ 579 h 720"/>
                  <a:gd name="T86" fmla="*/ 1094 w 1332"/>
                  <a:gd name="T87" fmla="*/ 553 h 720"/>
                  <a:gd name="T88" fmla="*/ 1152 w 1332"/>
                  <a:gd name="T89" fmla="*/ 518 h 720"/>
                  <a:gd name="T90" fmla="*/ 1195 w 1332"/>
                  <a:gd name="T91" fmla="*/ 490 h 720"/>
                  <a:gd name="T92" fmla="*/ 1235 w 1332"/>
                  <a:gd name="T93" fmla="*/ 457 h 720"/>
                  <a:gd name="T94" fmla="*/ 1259 w 1332"/>
                  <a:gd name="T95" fmla="*/ 436 h 720"/>
                  <a:gd name="T96" fmla="*/ 1286 w 1332"/>
                  <a:gd name="T97" fmla="*/ 404 h 720"/>
                  <a:gd name="T98" fmla="*/ 1304 w 1332"/>
                  <a:gd name="T99" fmla="*/ 378 h 720"/>
                  <a:gd name="T100" fmla="*/ 1320 w 1332"/>
                  <a:gd name="T101" fmla="*/ 346 h 720"/>
                  <a:gd name="T102" fmla="*/ 1327 w 1332"/>
                  <a:gd name="T103" fmla="*/ 325 h 720"/>
                  <a:gd name="T104" fmla="*/ 1332 w 1332"/>
                  <a:gd name="T10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0">
                    <a:moveTo>
                      <a:pt x="1327" y="34"/>
                    </a:moveTo>
                    <a:lnTo>
                      <a:pt x="1326" y="38"/>
                    </a:lnTo>
                    <a:lnTo>
                      <a:pt x="1325" y="43"/>
                    </a:lnTo>
                    <a:lnTo>
                      <a:pt x="1320" y="55"/>
                    </a:lnTo>
                    <a:lnTo>
                      <a:pt x="1315" y="68"/>
                    </a:lnTo>
                    <a:lnTo>
                      <a:pt x="1310" y="76"/>
                    </a:lnTo>
                    <a:lnTo>
                      <a:pt x="1305" y="85"/>
                    </a:lnTo>
                    <a:lnTo>
                      <a:pt x="1299" y="94"/>
                    </a:lnTo>
                    <a:lnTo>
                      <a:pt x="1292" y="104"/>
                    </a:lnTo>
                    <a:lnTo>
                      <a:pt x="1286" y="111"/>
                    </a:lnTo>
                    <a:lnTo>
                      <a:pt x="1280" y="119"/>
                    </a:lnTo>
                    <a:lnTo>
                      <a:pt x="1274" y="126"/>
                    </a:lnTo>
                    <a:lnTo>
                      <a:pt x="1267" y="134"/>
                    </a:lnTo>
                    <a:lnTo>
                      <a:pt x="1262" y="139"/>
                    </a:lnTo>
                    <a:lnTo>
                      <a:pt x="1257" y="144"/>
                    </a:lnTo>
                    <a:lnTo>
                      <a:pt x="1255" y="147"/>
                    </a:lnTo>
                    <a:lnTo>
                      <a:pt x="1251" y="150"/>
                    </a:lnTo>
                    <a:lnTo>
                      <a:pt x="1236" y="164"/>
                    </a:lnTo>
                    <a:lnTo>
                      <a:pt x="1220" y="178"/>
                    </a:lnTo>
                    <a:lnTo>
                      <a:pt x="1214" y="183"/>
                    </a:lnTo>
                    <a:lnTo>
                      <a:pt x="1207" y="188"/>
                    </a:lnTo>
                    <a:lnTo>
                      <a:pt x="1196" y="197"/>
                    </a:lnTo>
                    <a:lnTo>
                      <a:pt x="1184" y="206"/>
                    </a:lnTo>
                    <a:lnTo>
                      <a:pt x="1174" y="212"/>
                    </a:lnTo>
                    <a:lnTo>
                      <a:pt x="1164" y="219"/>
                    </a:lnTo>
                    <a:lnTo>
                      <a:pt x="1154" y="225"/>
                    </a:lnTo>
                    <a:lnTo>
                      <a:pt x="1144" y="232"/>
                    </a:lnTo>
                    <a:lnTo>
                      <a:pt x="1131" y="239"/>
                    </a:lnTo>
                    <a:lnTo>
                      <a:pt x="1119" y="247"/>
                    </a:lnTo>
                    <a:lnTo>
                      <a:pt x="1107" y="253"/>
                    </a:lnTo>
                    <a:lnTo>
                      <a:pt x="1095" y="260"/>
                    </a:lnTo>
                    <a:lnTo>
                      <a:pt x="1082" y="266"/>
                    </a:lnTo>
                    <a:lnTo>
                      <a:pt x="1070" y="273"/>
                    </a:lnTo>
                    <a:lnTo>
                      <a:pt x="1054" y="281"/>
                    </a:lnTo>
                    <a:lnTo>
                      <a:pt x="1037" y="290"/>
                    </a:lnTo>
                    <a:lnTo>
                      <a:pt x="1007" y="303"/>
                    </a:lnTo>
                    <a:lnTo>
                      <a:pt x="977" y="315"/>
                    </a:lnTo>
                    <a:lnTo>
                      <a:pt x="948" y="327"/>
                    </a:lnTo>
                    <a:lnTo>
                      <a:pt x="916" y="339"/>
                    </a:lnTo>
                    <a:lnTo>
                      <a:pt x="915" y="339"/>
                    </a:lnTo>
                    <a:lnTo>
                      <a:pt x="913" y="340"/>
                    </a:lnTo>
                    <a:lnTo>
                      <a:pt x="883" y="350"/>
                    </a:lnTo>
                    <a:lnTo>
                      <a:pt x="851" y="360"/>
                    </a:lnTo>
                    <a:lnTo>
                      <a:pt x="820" y="369"/>
                    </a:lnTo>
                    <a:lnTo>
                      <a:pt x="789" y="377"/>
                    </a:lnTo>
                    <a:lnTo>
                      <a:pt x="783" y="379"/>
                    </a:lnTo>
                    <a:lnTo>
                      <a:pt x="778" y="380"/>
                    </a:lnTo>
                    <a:lnTo>
                      <a:pt x="761" y="384"/>
                    </a:lnTo>
                    <a:lnTo>
                      <a:pt x="745" y="388"/>
                    </a:lnTo>
                    <a:lnTo>
                      <a:pt x="728" y="391"/>
                    </a:lnTo>
                    <a:lnTo>
                      <a:pt x="711" y="395"/>
                    </a:lnTo>
                    <a:lnTo>
                      <a:pt x="700" y="397"/>
                    </a:lnTo>
                    <a:lnTo>
                      <a:pt x="688" y="400"/>
                    </a:lnTo>
                    <a:lnTo>
                      <a:pt x="673" y="402"/>
                    </a:lnTo>
                    <a:lnTo>
                      <a:pt x="659" y="405"/>
                    </a:lnTo>
                    <a:lnTo>
                      <a:pt x="644" y="407"/>
                    </a:lnTo>
                    <a:lnTo>
                      <a:pt x="629" y="410"/>
                    </a:lnTo>
                    <a:lnTo>
                      <a:pt x="619" y="411"/>
                    </a:lnTo>
                    <a:lnTo>
                      <a:pt x="610" y="413"/>
                    </a:lnTo>
                    <a:lnTo>
                      <a:pt x="588" y="416"/>
                    </a:lnTo>
                    <a:lnTo>
                      <a:pt x="566" y="418"/>
                    </a:lnTo>
                    <a:lnTo>
                      <a:pt x="545" y="420"/>
                    </a:lnTo>
                    <a:lnTo>
                      <a:pt x="524" y="422"/>
                    </a:lnTo>
                    <a:lnTo>
                      <a:pt x="513" y="423"/>
                    </a:lnTo>
                    <a:lnTo>
                      <a:pt x="501" y="424"/>
                    </a:lnTo>
                    <a:lnTo>
                      <a:pt x="490" y="425"/>
                    </a:lnTo>
                    <a:lnTo>
                      <a:pt x="479" y="425"/>
                    </a:lnTo>
                    <a:lnTo>
                      <a:pt x="469" y="426"/>
                    </a:lnTo>
                    <a:lnTo>
                      <a:pt x="458" y="426"/>
                    </a:lnTo>
                    <a:lnTo>
                      <a:pt x="444" y="427"/>
                    </a:lnTo>
                    <a:lnTo>
                      <a:pt x="430" y="427"/>
                    </a:lnTo>
                    <a:lnTo>
                      <a:pt x="415" y="427"/>
                    </a:lnTo>
                    <a:lnTo>
                      <a:pt x="402" y="427"/>
                    </a:lnTo>
                    <a:lnTo>
                      <a:pt x="385" y="427"/>
                    </a:lnTo>
                    <a:lnTo>
                      <a:pt x="369" y="427"/>
                    </a:lnTo>
                    <a:lnTo>
                      <a:pt x="359" y="426"/>
                    </a:lnTo>
                    <a:lnTo>
                      <a:pt x="348" y="426"/>
                    </a:lnTo>
                    <a:lnTo>
                      <a:pt x="330" y="425"/>
                    </a:lnTo>
                    <a:lnTo>
                      <a:pt x="313" y="423"/>
                    </a:lnTo>
                    <a:lnTo>
                      <a:pt x="305" y="423"/>
                    </a:lnTo>
                    <a:lnTo>
                      <a:pt x="297" y="422"/>
                    </a:lnTo>
                    <a:lnTo>
                      <a:pt x="285" y="420"/>
                    </a:lnTo>
                    <a:lnTo>
                      <a:pt x="273" y="419"/>
                    </a:lnTo>
                    <a:lnTo>
                      <a:pt x="260" y="417"/>
                    </a:lnTo>
                    <a:lnTo>
                      <a:pt x="249" y="415"/>
                    </a:lnTo>
                    <a:lnTo>
                      <a:pt x="247" y="415"/>
                    </a:lnTo>
                    <a:lnTo>
                      <a:pt x="243" y="414"/>
                    </a:lnTo>
                    <a:lnTo>
                      <a:pt x="233" y="412"/>
                    </a:lnTo>
                    <a:lnTo>
                      <a:pt x="223" y="410"/>
                    </a:lnTo>
                    <a:lnTo>
                      <a:pt x="214" y="408"/>
                    </a:lnTo>
                    <a:lnTo>
                      <a:pt x="204" y="406"/>
                    </a:lnTo>
                    <a:lnTo>
                      <a:pt x="193" y="403"/>
                    </a:lnTo>
                    <a:lnTo>
                      <a:pt x="183" y="400"/>
                    </a:lnTo>
                    <a:lnTo>
                      <a:pt x="170" y="397"/>
                    </a:lnTo>
                    <a:lnTo>
                      <a:pt x="159" y="394"/>
                    </a:lnTo>
                    <a:lnTo>
                      <a:pt x="148" y="390"/>
                    </a:lnTo>
                    <a:lnTo>
                      <a:pt x="135" y="385"/>
                    </a:lnTo>
                    <a:lnTo>
                      <a:pt x="124" y="381"/>
                    </a:lnTo>
                    <a:lnTo>
                      <a:pt x="113" y="376"/>
                    </a:lnTo>
                    <a:lnTo>
                      <a:pt x="99" y="369"/>
                    </a:lnTo>
                    <a:lnTo>
                      <a:pt x="87" y="362"/>
                    </a:lnTo>
                    <a:lnTo>
                      <a:pt x="75" y="355"/>
                    </a:lnTo>
                    <a:lnTo>
                      <a:pt x="64" y="347"/>
                    </a:lnTo>
                    <a:lnTo>
                      <a:pt x="54" y="339"/>
                    </a:lnTo>
                    <a:lnTo>
                      <a:pt x="44" y="331"/>
                    </a:lnTo>
                    <a:lnTo>
                      <a:pt x="37" y="323"/>
                    </a:lnTo>
                    <a:lnTo>
                      <a:pt x="29" y="314"/>
                    </a:lnTo>
                    <a:lnTo>
                      <a:pt x="23" y="305"/>
                    </a:lnTo>
                    <a:lnTo>
                      <a:pt x="17" y="296"/>
                    </a:lnTo>
                    <a:lnTo>
                      <a:pt x="13" y="287"/>
                    </a:lnTo>
                    <a:lnTo>
                      <a:pt x="8" y="278"/>
                    </a:lnTo>
                    <a:lnTo>
                      <a:pt x="5" y="268"/>
                    </a:lnTo>
                    <a:lnTo>
                      <a:pt x="3" y="258"/>
                    </a:lnTo>
                    <a:lnTo>
                      <a:pt x="2" y="248"/>
                    </a:lnTo>
                    <a:lnTo>
                      <a:pt x="2" y="238"/>
                    </a:lnTo>
                    <a:lnTo>
                      <a:pt x="0" y="531"/>
                    </a:lnTo>
                    <a:lnTo>
                      <a:pt x="2" y="541"/>
                    </a:lnTo>
                    <a:lnTo>
                      <a:pt x="3" y="551"/>
                    </a:lnTo>
                    <a:lnTo>
                      <a:pt x="4" y="561"/>
                    </a:lnTo>
                    <a:lnTo>
                      <a:pt x="8" y="570"/>
                    </a:lnTo>
                    <a:lnTo>
                      <a:pt x="12" y="580"/>
                    </a:lnTo>
                    <a:lnTo>
                      <a:pt x="15" y="589"/>
                    </a:lnTo>
                    <a:lnTo>
                      <a:pt x="22" y="598"/>
                    </a:lnTo>
                    <a:lnTo>
                      <a:pt x="28" y="607"/>
                    </a:lnTo>
                    <a:lnTo>
                      <a:pt x="35" y="616"/>
                    </a:lnTo>
                    <a:lnTo>
                      <a:pt x="44" y="624"/>
                    </a:lnTo>
                    <a:lnTo>
                      <a:pt x="53" y="632"/>
                    </a:lnTo>
                    <a:lnTo>
                      <a:pt x="63" y="640"/>
                    </a:lnTo>
                    <a:lnTo>
                      <a:pt x="74" y="648"/>
                    </a:lnTo>
                    <a:lnTo>
                      <a:pt x="85" y="655"/>
                    </a:lnTo>
                    <a:lnTo>
                      <a:pt x="99" y="662"/>
                    </a:lnTo>
                    <a:lnTo>
                      <a:pt x="113" y="669"/>
                    </a:lnTo>
                    <a:lnTo>
                      <a:pt x="123" y="674"/>
                    </a:lnTo>
                    <a:lnTo>
                      <a:pt x="134" y="678"/>
                    </a:lnTo>
                    <a:lnTo>
                      <a:pt x="147" y="682"/>
                    </a:lnTo>
                    <a:lnTo>
                      <a:pt x="159" y="686"/>
                    </a:lnTo>
                    <a:lnTo>
                      <a:pt x="160" y="687"/>
                    </a:lnTo>
                    <a:lnTo>
                      <a:pt x="163" y="688"/>
                    </a:lnTo>
                    <a:lnTo>
                      <a:pt x="172" y="691"/>
                    </a:lnTo>
                    <a:lnTo>
                      <a:pt x="182" y="693"/>
                    </a:lnTo>
                    <a:lnTo>
                      <a:pt x="192" y="696"/>
                    </a:lnTo>
                    <a:lnTo>
                      <a:pt x="203" y="699"/>
                    </a:lnTo>
                    <a:lnTo>
                      <a:pt x="205" y="700"/>
                    </a:lnTo>
                    <a:lnTo>
                      <a:pt x="208" y="700"/>
                    </a:lnTo>
                    <a:lnTo>
                      <a:pt x="224" y="704"/>
                    </a:lnTo>
                    <a:lnTo>
                      <a:pt x="243" y="707"/>
                    </a:lnTo>
                    <a:lnTo>
                      <a:pt x="245" y="708"/>
                    </a:lnTo>
                    <a:lnTo>
                      <a:pt x="248" y="708"/>
                    </a:lnTo>
                    <a:lnTo>
                      <a:pt x="248" y="708"/>
                    </a:lnTo>
                    <a:lnTo>
                      <a:pt x="249" y="708"/>
                    </a:lnTo>
                    <a:lnTo>
                      <a:pt x="259" y="710"/>
                    </a:lnTo>
                    <a:lnTo>
                      <a:pt x="269" y="711"/>
                    </a:lnTo>
                    <a:lnTo>
                      <a:pt x="280" y="713"/>
                    </a:lnTo>
                    <a:lnTo>
                      <a:pt x="290" y="714"/>
                    </a:lnTo>
                    <a:lnTo>
                      <a:pt x="293" y="714"/>
                    </a:lnTo>
                    <a:lnTo>
                      <a:pt x="297" y="715"/>
                    </a:lnTo>
                    <a:lnTo>
                      <a:pt x="304" y="715"/>
                    </a:lnTo>
                    <a:lnTo>
                      <a:pt x="312" y="716"/>
                    </a:lnTo>
                    <a:lnTo>
                      <a:pt x="323" y="717"/>
                    </a:lnTo>
                    <a:lnTo>
                      <a:pt x="335" y="718"/>
                    </a:lnTo>
                    <a:lnTo>
                      <a:pt x="342" y="718"/>
                    </a:lnTo>
                    <a:lnTo>
                      <a:pt x="347" y="719"/>
                    </a:lnTo>
                    <a:lnTo>
                      <a:pt x="358" y="719"/>
                    </a:lnTo>
                    <a:lnTo>
                      <a:pt x="368" y="719"/>
                    </a:lnTo>
                    <a:lnTo>
                      <a:pt x="377" y="720"/>
                    </a:lnTo>
                    <a:lnTo>
                      <a:pt x="385" y="720"/>
                    </a:lnTo>
                    <a:lnTo>
                      <a:pt x="393" y="720"/>
                    </a:lnTo>
                    <a:lnTo>
                      <a:pt x="400" y="720"/>
                    </a:lnTo>
                    <a:lnTo>
                      <a:pt x="414" y="720"/>
                    </a:lnTo>
                    <a:lnTo>
                      <a:pt x="429" y="720"/>
                    </a:lnTo>
                    <a:lnTo>
                      <a:pt x="437" y="720"/>
                    </a:lnTo>
                    <a:lnTo>
                      <a:pt x="444" y="720"/>
                    </a:lnTo>
                    <a:lnTo>
                      <a:pt x="450" y="720"/>
                    </a:lnTo>
                    <a:lnTo>
                      <a:pt x="457" y="719"/>
                    </a:lnTo>
                    <a:lnTo>
                      <a:pt x="468" y="719"/>
                    </a:lnTo>
                    <a:lnTo>
                      <a:pt x="478" y="718"/>
                    </a:lnTo>
                    <a:lnTo>
                      <a:pt x="489" y="718"/>
                    </a:lnTo>
                    <a:lnTo>
                      <a:pt x="500" y="717"/>
                    </a:lnTo>
                    <a:lnTo>
                      <a:pt x="508" y="716"/>
                    </a:lnTo>
                    <a:lnTo>
                      <a:pt x="516" y="716"/>
                    </a:lnTo>
                    <a:lnTo>
                      <a:pt x="520" y="716"/>
                    </a:lnTo>
                    <a:lnTo>
                      <a:pt x="524" y="715"/>
                    </a:lnTo>
                    <a:lnTo>
                      <a:pt x="545" y="713"/>
                    </a:lnTo>
                    <a:lnTo>
                      <a:pt x="565" y="711"/>
                    </a:lnTo>
                    <a:lnTo>
                      <a:pt x="588" y="708"/>
                    </a:lnTo>
                    <a:lnTo>
                      <a:pt x="609" y="706"/>
                    </a:lnTo>
                    <a:lnTo>
                      <a:pt x="611" y="705"/>
                    </a:lnTo>
                    <a:lnTo>
                      <a:pt x="614" y="705"/>
                    </a:lnTo>
                    <a:lnTo>
                      <a:pt x="621" y="704"/>
                    </a:lnTo>
                    <a:lnTo>
                      <a:pt x="628" y="703"/>
                    </a:lnTo>
                    <a:lnTo>
                      <a:pt x="643" y="700"/>
                    </a:lnTo>
                    <a:lnTo>
                      <a:pt x="658" y="698"/>
                    </a:lnTo>
                    <a:lnTo>
                      <a:pt x="673" y="695"/>
                    </a:lnTo>
                    <a:lnTo>
                      <a:pt x="686" y="692"/>
                    </a:lnTo>
                    <a:lnTo>
                      <a:pt x="699" y="690"/>
                    </a:lnTo>
                    <a:lnTo>
                      <a:pt x="710" y="688"/>
                    </a:lnTo>
                    <a:lnTo>
                      <a:pt x="728" y="684"/>
                    </a:lnTo>
                    <a:lnTo>
                      <a:pt x="744" y="681"/>
                    </a:lnTo>
                    <a:lnTo>
                      <a:pt x="760" y="677"/>
                    </a:lnTo>
                    <a:lnTo>
                      <a:pt x="776" y="673"/>
                    </a:lnTo>
                    <a:lnTo>
                      <a:pt x="781" y="672"/>
                    </a:lnTo>
                    <a:lnTo>
                      <a:pt x="786" y="670"/>
                    </a:lnTo>
                    <a:lnTo>
                      <a:pt x="786" y="670"/>
                    </a:lnTo>
                    <a:lnTo>
                      <a:pt x="788" y="670"/>
                    </a:lnTo>
                    <a:lnTo>
                      <a:pt x="819" y="662"/>
                    </a:lnTo>
                    <a:lnTo>
                      <a:pt x="850" y="652"/>
                    </a:lnTo>
                    <a:lnTo>
                      <a:pt x="881" y="643"/>
                    </a:lnTo>
                    <a:lnTo>
                      <a:pt x="913" y="632"/>
                    </a:lnTo>
                    <a:lnTo>
                      <a:pt x="914" y="632"/>
                    </a:lnTo>
                    <a:lnTo>
                      <a:pt x="915" y="631"/>
                    </a:lnTo>
                    <a:lnTo>
                      <a:pt x="946" y="620"/>
                    </a:lnTo>
                    <a:lnTo>
                      <a:pt x="976" y="608"/>
                    </a:lnTo>
                    <a:lnTo>
                      <a:pt x="1006" y="596"/>
                    </a:lnTo>
                    <a:lnTo>
                      <a:pt x="1036" y="582"/>
                    </a:lnTo>
                    <a:lnTo>
                      <a:pt x="1044" y="579"/>
                    </a:lnTo>
                    <a:lnTo>
                      <a:pt x="1051" y="575"/>
                    </a:lnTo>
                    <a:lnTo>
                      <a:pt x="1060" y="570"/>
                    </a:lnTo>
                    <a:lnTo>
                      <a:pt x="1069" y="565"/>
                    </a:lnTo>
                    <a:lnTo>
                      <a:pt x="1081" y="559"/>
                    </a:lnTo>
                    <a:lnTo>
                      <a:pt x="1094" y="553"/>
                    </a:lnTo>
                    <a:lnTo>
                      <a:pt x="1106" y="546"/>
                    </a:lnTo>
                    <a:lnTo>
                      <a:pt x="1119" y="539"/>
                    </a:lnTo>
                    <a:lnTo>
                      <a:pt x="1130" y="532"/>
                    </a:lnTo>
                    <a:lnTo>
                      <a:pt x="1142" y="525"/>
                    </a:lnTo>
                    <a:lnTo>
                      <a:pt x="1152" y="518"/>
                    </a:lnTo>
                    <a:lnTo>
                      <a:pt x="1162" y="512"/>
                    </a:lnTo>
                    <a:lnTo>
                      <a:pt x="1172" y="505"/>
                    </a:lnTo>
                    <a:lnTo>
                      <a:pt x="1182" y="498"/>
                    </a:lnTo>
                    <a:lnTo>
                      <a:pt x="1189" y="494"/>
                    </a:lnTo>
                    <a:lnTo>
                      <a:pt x="1195" y="490"/>
                    </a:lnTo>
                    <a:lnTo>
                      <a:pt x="1201" y="485"/>
                    </a:lnTo>
                    <a:lnTo>
                      <a:pt x="1206" y="481"/>
                    </a:lnTo>
                    <a:lnTo>
                      <a:pt x="1212" y="476"/>
                    </a:lnTo>
                    <a:lnTo>
                      <a:pt x="1219" y="471"/>
                    </a:lnTo>
                    <a:lnTo>
                      <a:pt x="1235" y="457"/>
                    </a:lnTo>
                    <a:lnTo>
                      <a:pt x="1250" y="443"/>
                    </a:lnTo>
                    <a:lnTo>
                      <a:pt x="1254" y="440"/>
                    </a:lnTo>
                    <a:lnTo>
                      <a:pt x="1256" y="437"/>
                    </a:lnTo>
                    <a:lnTo>
                      <a:pt x="1257" y="436"/>
                    </a:lnTo>
                    <a:lnTo>
                      <a:pt x="1259" y="436"/>
                    </a:lnTo>
                    <a:lnTo>
                      <a:pt x="1262" y="431"/>
                    </a:lnTo>
                    <a:lnTo>
                      <a:pt x="1266" y="427"/>
                    </a:lnTo>
                    <a:lnTo>
                      <a:pt x="1272" y="419"/>
                    </a:lnTo>
                    <a:lnTo>
                      <a:pt x="1280" y="412"/>
                    </a:lnTo>
                    <a:lnTo>
                      <a:pt x="1286" y="404"/>
                    </a:lnTo>
                    <a:lnTo>
                      <a:pt x="1291" y="396"/>
                    </a:lnTo>
                    <a:lnTo>
                      <a:pt x="1294" y="394"/>
                    </a:lnTo>
                    <a:lnTo>
                      <a:pt x="1295" y="392"/>
                    </a:lnTo>
                    <a:lnTo>
                      <a:pt x="1300" y="385"/>
                    </a:lnTo>
                    <a:lnTo>
                      <a:pt x="1304" y="378"/>
                    </a:lnTo>
                    <a:lnTo>
                      <a:pt x="1309" y="369"/>
                    </a:lnTo>
                    <a:lnTo>
                      <a:pt x="1314" y="360"/>
                    </a:lnTo>
                    <a:lnTo>
                      <a:pt x="1315" y="358"/>
                    </a:lnTo>
                    <a:lnTo>
                      <a:pt x="1316" y="356"/>
                    </a:lnTo>
                    <a:lnTo>
                      <a:pt x="1320" y="346"/>
                    </a:lnTo>
                    <a:lnTo>
                      <a:pt x="1324" y="336"/>
                    </a:lnTo>
                    <a:lnTo>
                      <a:pt x="1325" y="331"/>
                    </a:lnTo>
                    <a:lnTo>
                      <a:pt x="1327" y="326"/>
                    </a:lnTo>
                    <a:lnTo>
                      <a:pt x="1327" y="326"/>
                    </a:lnTo>
                    <a:lnTo>
                      <a:pt x="1327" y="325"/>
                    </a:lnTo>
                    <a:lnTo>
                      <a:pt x="1330" y="311"/>
                    </a:lnTo>
                    <a:lnTo>
                      <a:pt x="1331" y="297"/>
                    </a:lnTo>
                    <a:lnTo>
                      <a:pt x="1331" y="295"/>
                    </a:lnTo>
                    <a:lnTo>
                      <a:pt x="1331" y="293"/>
                    </a:lnTo>
                    <a:lnTo>
                      <a:pt x="1332" y="0"/>
                    </a:lnTo>
                    <a:lnTo>
                      <a:pt x="1332" y="8"/>
                    </a:lnTo>
                    <a:lnTo>
                      <a:pt x="1331" y="17"/>
                    </a:lnTo>
                    <a:lnTo>
                      <a:pt x="1330" y="25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5" name="Freeform 439">
                <a:extLst>
                  <a:ext uri="{FF2B5EF4-FFF2-40B4-BE49-F238E27FC236}">
                    <a16:creationId xmlns:a16="http://schemas.microsoft.com/office/drawing/2014/main" id="{D3B2E934-07E1-4840-A6E5-BD48AF0CB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076" y="5073650"/>
                <a:ext cx="352425" cy="320675"/>
              </a:xfrm>
              <a:custGeom>
                <a:avLst/>
                <a:gdLst>
                  <a:gd name="T0" fmla="*/ 1 w 1107"/>
                  <a:gd name="T1" fmla="*/ 515 h 807"/>
                  <a:gd name="T2" fmla="*/ 0 w 1107"/>
                  <a:gd name="T3" fmla="*/ 807 h 807"/>
                  <a:gd name="T4" fmla="*/ 1107 w 1107"/>
                  <a:gd name="T5" fmla="*/ 292 h 807"/>
                  <a:gd name="T6" fmla="*/ 1107 w 1107"/>
                  <a:gd name="T7" fmla="*/ 0 h 807"/>
                  <a:gd name="T8" fmla="*/ 1 w 1107"/>
                  <a:gd name="T9" fmla="*/ 515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5"/>
                    </a:moveTo>
                    <a:lnTo>
                      <a:pt x="0" y="807"/>
                    </a:lnTo>
                    <a:lnTo>
                      <a:pt x="1107" y="292"/>
                    </a:lnTo>
                    <a:lnTo>
                      <a:pt x="1107" y="0"/>
                    </a:lnTo>
                    <a:lnTo>
                      <a:pt x="1" y="515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6" name="Freeform 440">
                <a:extLst>
                  <a:ext uri="{FF2B5EF4-FFF2-40B4-BE49-F238E27FC236}">
                    <a16:creationId xmlns:a16="http://schemas.microsoft.com/office/drawing/2014/main" id="{FAF3B2BD-2F42-4D1E-8982-173A5B97C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3501" y="5041900"/>
                <a:ext cx="409575" cy="352425"/>
              </a:xfrm>
              <a:custGeom>
                <a:avLst/>
                <a:gdLst>
                  <a:gd name="T0" fmla="*/ 1 w 1290"/>
                  <a:gd name="T1" fmla="*/ 0 h 888"/>
                  <a:gd name="T2" fmla="*/ 0 w 1290"/>
                  <a:gd name="T3" fmla="*/ 293 h 888"/>
                  <a:gd name="T4" fmla="*/ 1289 w 1290"/>
                  <a:gd name="T5" fmla="*/ 888 h 888"/>
                  <a:gd name="T6" fmla="*/ 1290 w 1290"/>
                  <a:gd name="T7" fmla="*/ 596 h 888"/>
                  <a:gd name="T8" fmla="*/ 1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90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7" name="Freeform 441">
                <a:extLst>
                  <a:ext uri="{FF2B5EF4-FFF2-40B4-BE49-F238E27FC236}">
                    <a16:creationId xmlns:a16="http://schemas.microsoft.com/office/drawing/2014/main" id="{5E739183-0A36-4833-9AB6-7137E96F5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026" y="4144963"/>
                <a:ext cx="1954213" cy="1133475"/>
              </a:xfrm>
              <a:custGeom>
                <a:avLst/>
                <a:gdLst>
                  <a:gd name="T0" fmla="*/ 5587 w 6156"/>
                  <a:gd name="T1" fmla="*/ 2103 h 2854"/>
                  <a:gd name="T2" fmla="*/ 5352 w 6156"/>
                  <a:gd name="T3" fmla="*/ 2099 h 2854"/>
                  <a:gd name="T4" fmla="*/ 4676 w 6156"/>
                  <a:gd name="T5" fmla="*/ 1001 h 2854"/>
                  <a:gd name="T6" fmla="*/ 4710 w 6156"/>
                  <a:gd name="T7" fmla="*/ 1116 h 2854"/>
                  <a:gd name="T8" fmla="*/ 4641 w 6156"/>
                  <a:gd name="T9" fmla="*/ 1213 h 2854"/>
                  <a:gd name="T10" fmla="*/ 4493 w 6156"/>
                  <a:gd name="T11" fmla="*/ 1269 h 2854"/>
                  <a:gd name="T12" fmla="*/ 4302 w 6156"/>
                  <a:gd name="T13" fmla="*/ 1286 h 2854"/>
                  <a:gd name="T14" fmla="*/ 4083 w 6156"/>
                  <a:gd name="T15" fmla="*/ 1268 h 2854"/>
                  <a:gd name="T16" fmla="*/ 3859 w 6156"/>
                  <a:gd name="T17" fmla="*/ 1217 h 2854"/>
                  <a:gd name="T18" fmla="*/ 3649 w 6156"/>
                  <a:gd name="T19" fmla="*/ 1135 h 2854"/>
                  <a:gd name="T20" fmla="*/ 3490 w 6156"/>
                  <a:gd name="T21" fmla="*/ 1035 h 2854"/>
                  <a:gd name="T22" fmla="*/ 3398 w 6156"/>
                  <a:gd name="T23" fmla="*/ 931 h 2854"/>
                  <a:gd name="T24" fmla="*/ 3380 w 6156"/>
                  <a:gd name="T25" fmla="*/ 832 h 2854"/>
                  <a:gd name="T26" fmla="*/ 3438 w 6156"/>
                  <a:gd name="T27" fmla="*/ 749 h 2854"/>
                  <a:gd name="T28" fmla="*/ 3588 w 6156"/>
                  <a:gd name="T29" fmla="*/ 687 h 2854"/>
                  <a:gd name="T30" fmla="*/ 3811 w 6156"/>
                  <a:gd name="T31" fmla="*/ 669 h 2854"/>
                  <a:gd name="T32" fmla="*/ 2894 w 6156"/>
                  <a:gd name="T33" fmla="*/ 0 h 2854"/>
                  <a:gd name="T34" fmla="*/ 1629 w 6156"/>
                  <a:gd name="T35" fmla="*/ 342 h 2854"/>
                  <a:gd name="T36" fmla="*/ 1589 w 6156"/>
                  <a:gd name="T37" fmla="*/ 239 h 2854"/>
                  <a:gd name="T38" fmla="*/ 1456 w 6156"/>
                  <a:gd name="T39" fmla="*/ 169 h 2854"/>
                  <a:gd name="T40" fmla="*/ 1274 w 6156"/>
                  <a:gd name="T41" fmla="*/ 142 h 2854"/>
                  <a:gd name="T42" fmla="*/ 1063 w 6156"/>
                  <a:gd name="T43" fmla="*/ 150 h 2854"/>
                  <a:gd name="T44" fmla="*/ 840 w 6156"/>
                  <a:gd name="T45" fmla="*/ 192 h 2854"/>
                  <a:gd name="T46" fmla="*/ 623 w 6156"/>
                  <a:gd name="T47" fmla="*/ 266 h 2854"/>
                  <a:gd name="T48" fmla="*/ 447 w 6156"/>
                  <a:gd name="T49" fmla="*/ 363 h 2854"/>
                  <a:gd name="T50" fmla="*/ 337 w 6156"/>
                  <a:gd name="T51" fmla="*/ 467 h 2854"/>
                  <a:gd name="T52" fmla="*/ 299 w 6156"/>
                  <a:gd name="T53" fmla="*/ 567 h 2854"/>
                  <a:gd name="T54" fmla="*/ 336 w 6156"/>
                  <a:gd name="T55" fmla="*/ 656 h 2854"/>
                  <a:gd name="T56" fmla="*/ 459 w 6156"/>
                  <a:gd name="T57" fmla="*/ 725 h 2854"/>
                  <a:gd name="T58" fmla="*/ 667 w 6156"/>
                  <a:gd name="T59" fmla="*/ 758 h 2854"/>
                  <a:gd name="T60" fmla="*/ 916 w 6156"/>
                  <a:gd name="T61" fmla="*/ 742 h 2854"/>
                  <a:gd name="T62" fmla="*/ 1453 w 6156"/>
                  <a:gd name="T63" fmla="*/ 1802 h 2854"/>
                  <a:gd name="T64" fmla="*/ 1463 w 6156"/>
                  <a:gd name="T65" fmla="*/ 1693 h 2854"/>
                  <a:gd name="T66" fmla="*/ 1574 w 6156"/>
                  <a:gd name="T67" fmla="*/ 1611 h 2854"/>
                  <a:gd name="T68" fmla="*/ 1742 w 6156"/>
                  <a:gd name="T69" fmla="*/ 1573 h 2854"/>
                  <a:gd name="T70" fmla="*/ 1947 w 6156"/>
                  <a:gd name="T71" fmla="*/ 1571 h 2854"/>
                  <a:gd name="T72" fmla="*/ 2169 w 6156"/>
                  <a:gd name="T73" fmla="*/ 1604 h 2854"/>
                  <a:gd name="T74" fmla="*/ 2390 w 6156"/>
                  <a:gd name="T75" fmla="*/ 1668 h 2854"/>
                  <a:gd name="T76" fmla="*/ 2584 w 6156"/>
                  <a:gd name="T77" fmla="*/ 1761 h 2854"/>
                  <a:gd name="T78" fmla="*/ 2715 w 6156"/>
                  <a:gd name="T79" fmla="*/ 1864 h 2854"/>
                  <a:gd name="T80" fmla="*/ 2775 w 6156"/>
                  <a:gd name="T81" fmla="*/ 1966 h 2854"/>
                  <a:gd name="T82" fmla="*/ 2761 w 6156"/>
                  <a:gd name="T83" fmla="*/ 2060 h 2854"/>
                  <a:gd name="T84" fmla="*/ 2669 w 6156"/>
                  <a:gd name="T85" fmla="*/ 2134 h 2854"/>
                  <a:gd name="T86" fmla="*/ 2479 w 6156"/>
                  <a:gd name="T87" fmla="*/ 2180 h 2854"/>
                  <a:gd name="T88" fmla="*/ 2238 w 6156"/>
                  <a:gd name="T89" fmla="*/ 2178 h 2854"/>
                  <a:gd name="T90" fmla="*/ 4551 w 6156"/>
                  <a:gd name="T91" fmla="*/ 2444 h 2854"/>
                  <a:gd name="T92" fmla="*/ 4533 w 6156"/>
                  <a:gd name="T93" fmla="*/ 2558 h 2854"/>
                  <a:gd name="T94" fmla="*/ 4619 w 6156"/>
                  <a:gd name="T95" fmla="*/ 2650 h 2854"/>
                  <a:gd name="T96" fmla="*/ 4774 w 6156"/>
                  <a:gd name="T97" fmla="*/ 2700 h 2854"/>
                  <a:gd name="T98" fmla="*/ 4971 w 6156"/>
                  <a:gd name="T99" fmla="*/ 2712 h 2854"/>
                  <a:gd name="T100" fmla="*/ 5190 w 6156"/>
                  <a:gd name="T101" fmla="*/ 2689 h 2854"/>
                  <a:gd name="T102" fmla="*/ 5412 w 6156"/>
                  <a:gd name="T103" fmla="*/ 2634 h 2854"/>
                  <a:gd name="T104" fmla="*/ 5617 w 6156"/>
                  <a:gd name="T105" fmla="*/ 2547 h 2854"/>
                  <a:gd name="T106" fmla="*/ 5766 w 6156"/>
                  <a:gd name="T107" fmla="*/ 2446 h 2854"/>
                  <a:gd name="T108" fmla="*/ 5846 w 6156"/>
                  <a:gd name="T109" fmla="*/ 2342 h 2854"/>
                  <a:gd name="T110" fmla="*/ 5852 w 6156"/>
                  <a:gd name="T111" fmla="*/ 2246 h 2854"/>
                  <a:gd name="T112" fmla="*/ 5781 w 6156"/>
                  <a:gd name="T113" fmla="*/ 2165 h 2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6" h="2854">
                    <a:moveTo>
                      <a:pt x="5746" y="2146"/>
                    </a:moveTo>
                    <a:lnTo>
                      <a:pt x="5723" y="2136"/>
                    </a:lnTo>
                    <a:lnTo>
                      <a:pt x="5698" y="2128"/>
                    </a:lnTo>
                    <a:lnTo>
                      <a:pt x="5672" y="2120"/>
                    </a:lnTo>
                    <a:lnTo>
                      <a:pt x="5646" y="2114"/>
                    </a:lnTo>
                    <a:lnTo>
                      <a:pt x="5617" y="2108"/>
                    </a:lnTo>
                    <a:lnTo>
                      <a:pt x="5587" y="2103"/>
                    </a:lnTo>
                    <a:lnTo>
                      <a:pt x="5556" y="2100"/>
                    </a:lnTo>
                    <a:lnTo>
                      <a:pt x="5523" y="2097"/>
                    </a:lnTo>
                    <a:lnTo>
                      <a:pt x="5491" y="2095"/>
                    </a:lnTo>
                    <a:lnTo>
                      <a:pt x="5457" y="2095"/>
                    </a:lnTo>
                    <a:lnTo>
                      <a:pt x="5422" y="2095"/>
                    </a:lnTo>
                    <a:lnTo>
                      <a:pt x="5387" y="2096"/>
                    </a:lnTo>
                    <a:lnTo>
                      <a:pt x="5352" y="2099"/>
                    </a:lnTo>
                    <a:lnTo>
                      <a:pt x="5316" y="2102"/>
                    </a:lnTo>
                    <a:lnTo>
                      <a:pt x="5279" y="2106"/>
                    </a:lnTo>
                    <a:lnTo>
                      <a:pt x="5242" y="2111"/>
                    </a:lnTo>
                    <a:lnTo>
                      <a:pt x="5050" y="2022"/>
                    </a:lnTo>
                    <a:lnTo>
                      <a:pt x="6156" y="1508"/>
                    </a:lnTo>
                    <a:lnTo>
                      <a:pt x="4868" y="912"/>
                    </a:lnTo>
                    <a:lnTo>
                      <a:pt x="4676" y="1001"/>
                    </a:lnTo>
                    <a:lnTo>
                      <a:pt x="4688" y="1018"/>
                    </a:lnTo>
                    <a:lnTo>
                      <a:pt x="4696" y="1035"/>
                    </a:lnTo>
                    <a:lnTo>
                      <a:pt x="4703" y="1052"/>
                    </a:lnTo>
                    <a:lnTo>
                      <a:pt x="4708" y="1068"/>
                    </a:lnTo>
                    <a:lnTo>
                      <a:pt x="4711" y="1085"/>
                    </a:lnTo>
                    <a:lnTo>
                      <a:pt x="4711" y="1101"/>
                    </a:lnTo>
                    <a:lnTo>
                      <a:pt x="4710" y="1116"/>
                    </a:lnTo>
                    <a:lnTo>
                      <a:pt x="4706" y="1132"/>
                    </a:lnTo>
                    <a:lnTo>
                      <a:pt x="4701" y="1146"/>
                    </a:lnTo>
                    <a:lnTo>
                      <a:pt x="4694" y="1161"/>
                    </a:lnTo>
                    <a:lnTo>
                      <a:pt x="4684" y="1175"/>
                    </a:lnTo>
                    <a:lnTo>
                      <a:pt x="4671" y="1188"/>
                    </a:lnTo>
                    <a:lnTo>
                      <a:pt x="4658" y="1201"/>
                    </a:lnTo>
                    <a:lnTo>
                      <a:pt x="4641" y="1213"/>
                    </a:lnTo>
                    <a:lnTo>
                      <a:pt x="4623" y="1224"/>
                    </a:lnTo>
                    <a:lnTo>
                      <a:pt x="4601" y="1235"/>
                    </a:lnTo>
                    <a:lnTo>
                      <a:pt x="4583" y="1243"/>
                    </a:lnTo>
                    <a:lnTo>
                      <a:pt x="4561" y="1251"/>
                    </a:lnTo>
                    <a:lnTo>
                      <a:pt x="4539" y="1258"/>
                    </a:lnTo>
                    <a:lnTo>
                      <a:pt x="4516" y="1264"/>
                    </a:lnTo>
                    <a:lnTo>
                      <a:pt x="4493" y="1269"/>
                    </a:lnTo>
                    <a:lnTo>
                      <a:pt x="4468" y="1274"/>
                    </a:lnTo>
                    <a:lnTo>
                      <a:pt x="4442" y="1278"/>
                    </a:lnTo>
                    <a:lnTo>
                      <a:pt x="4415" y="1281"/>
                    </a:lnTo>
                    <a:lnTo>
                      <a:pt x="4388" y="1283"/>
                    </a:lnTo>
                    <a:lnTo>
                      <a:pt x="4359" y="1285"/>
                    </a:lnTo>
                    <a:lnTo>
                      <a:pt x="4330" y="1286"/>
                    </a:lnTo>
                    <a:lnTo>
                      <a:pt x="4302" y="1286"/>
                    </a:lnTo>
                    <a:lnTo>
                      <a:pt x="4272" y="1286"/>
                    </a:lnTo>
                    <a:lnTo>
                      <a:pt x="4240" y="1285"/>
                    </a:lnTo>
                    <a:lnTo>
                      <a:pt x="4210" y="1283"/>
                    </a:lnTo>
                    <a:lnTo>
                      <a:pt x="4179" y="1280"/>
                    </a:lnTo>
                    <a:lnTo>
                      <a:pt x="4147" y="1277"/>
                    </a:lnTo>
                    <a:lnTo>
                      <a:pt x="4115" y="1273"/>
                    </a:lnTo>
                    <a:lnTo>
                      <a:pt x="4083" y="1268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6" y="1243"/>
                    </a:lnTo>
                    <a:lnTo>
                      <a:pt x="3923" y="1235"/>
                    </a:lnTo>
                    <a:lnTo>
                      <a:pt x="3891" y="1226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7"/>
                    </a:lnTo>
                    <a:lnTo>
                      <a:pt x="3767" y="1185"/>
                    </a:lnTo>
                    <a:lnTo>
                      <a:pt x="3736" y="1174"/>
                    </a:lnTo>
                    <a:lnTo>
                      <a:pt x="3707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7" y="1107"/>
                    </a:lnTo>
                    <a:lnTo>
                      <a:pt x="3572" y="1093"/>
                    </a:lnTo>
                    <a:lnTo>
                      <a:pt x="3549" y="1078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90" y="1035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2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5"/>
                    </a:lnTo>
                    <a:lnTo>
                      <a:pt x="3398" y="931"/>
                    </a:lnTo>
                    <a:lnTo>
                      <a:pt x="3391" y="916"/>
                    </a:lnTo>
                    <a:lnTo>
                      <a:pt x="3386" y="902"/>
                    </a:lnTo>
                    <a:lnTo>
                      <a:pt x="3381" y="887"/>
                    </a:lnTo>
                    <a:lnTo>
                      <a:pt x="3378" y="873"/>
                    </a:lnTo>
                    <a:lnTo>
                      <a:pt x="3377" y="859"/>
                    </a:lnTo>
                    <a:lnTo>
                      <a:pt x="3378" y="846"/>
                    </a:lnTo>
                    <a:lnTo>
                      <a:pt x="3380" y="832"/>
                    </a:lnTo>
                    <a:lnTo>
                      <a:pt x="3383" y="819"/>
                    </a:lnTo>
                    <a:lnTo>
                      <a:pt x="3388" y="807"/>
                    </a:lnTo>
                    <a:lnTo>
                      <a:pt x="3396" y="794"/>
                    </a:lnTo>
                    <a:lnTo>
                      <a:pt x="3403" y="782"/>
                    </a:lnTo>
                    <a:lnTo>
                      <a:pt x="3413" y="771"/>
                    </a:lnTo>
                    <a:lnTo>
                      <a:pt x="3425" y="759"/>
                    </a:lnTo>
                    <a:lnTo>
                      <a:pt x="3438" y="749"/>
                    </a:lnTo>
                    <a:lnTo>
                      <a:pt x="3453" y="739"/>
                    </a:lnTo>
                    <a:lnTo>
                      <a:pt x="3470" y="729"/>
                    </a:lnTo>
                    <a:lnTo>
                      <a:pt x="3488" y="720"/>
                    </a:lnTo>
                    <a:lnTo>
                      <a:pt x="3511" y="710"/>
                    </a:lnTo>
                    <a:lnTo>
                      <a:pt x="3534" y="701"/>
                    </a:lnTo>
                    <a:lnTo>
                      <a:pt x="3561" y="694"/>
                    </a:lnTo>
                    <a:lnTo>
                      <a:pt x="3588" y="687"/>
                    </a:lnTo>
                    <a:lnTo>
                      <a:pt x="3617" y="682"/>
                    </a:lnTo>
                    <a:lnTo>
                      <a:pt x="3647" y="677"/>
                    </a:lnTo>
                    <a:lnTo>
                      <a:pt x="3678" y="673"/>
                    </a:lnTo>
                    <a:lnTo>
                      <a:pt x="3709" y="671"/>
                    </a:lnTo>
                    <a:lnTo>
                      <a:pt x="3743" y="669"/>
                    </a:lnTo>
                    <a:lnTo>
                      <a:pt x="3777" y="668"/>
                    </a:lnTo>
                    <a:lnTo>
                      <a:pt x="3811" y="669"/>
                    </a:lnTo>
                    <a:lnTo>
                      <a:pt x="3846" y="670"/>
                    </a:lnTo>
                    <a:lnTo>
                      <a:pt x="3882" y="672"/>
                    </a:lnTo>
                    <a:lnTo>
                      <a:pt x="3918" y="675"/>
                    </a:lnTo>
                    <a:lnTo>
                      <a:pt x="3954" y="679"/>
                    </a:lnTo>
                    <a:lnTo>
                      <a:pt x="3992" y="684"/>
                    </a:lnTo>
                    <a:lnTo>
                      <a:pt x="4182" y="596"/>
                    </a:lnTo>
                    <a:lnTo>
                      <a:pt x="2894" y="0"/>
                    </a:lnTo>
                    <a:lnTo>
                      <a:pt x="1788" y="514"/>
                    </a:lnTo>
                    <a:lnTo>
                      <a:pt x="1597" y="426"/>
                    </a:lnTo>
                    <a:lnTo>
                      <a:pt x="1607" y="409"/>
                    </a:lnTo>
                    <a:lnTo>
                      <a:pt x="1615" y="392"/>
                    </a:lnTo>
                    <a:lnTo>
                      <a:pt x="1622" y="375"/>
                    </a:lnTo>
                    <a:lnTo>
                      <a:pt x="1627" y="358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0"/>
                    </a:lnTo>
                    <a:lnTo>
                      <a:pt x="1624" y="295"/>
                    </a:lnTo>
                    <a:lnTo>
                      <a:pt x="1619" y="280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9" y="239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9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6" y="169"/>
                    </a:lnTo>
                    <a:lnTo>
                      <a:pt x="1432" y="163"/>
                    </a:lnTo>
                    <a:lnTo>
                      <a:pt x="1408" y="158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1" y="146"/>
                    </a:lnTo>
                    <a:lnTo>
                      <a:pt x="1303" y="143"/>
                    </a:lnTo>
                    <a:lnTo>
                      <a:pt x="1274" y="142"/>
                    </a:lnTo>
                    <a:lnTo>
                      <a:pt x="1246" y="141"/>
                    </a:lnTo>
                    <a:lnTo>
                      <a:pt x="1217" y="141"/>
                    </a:lnTo>
                    <a:lnTo>
                      <a:pt x="1187" y="141"/>
                    </a:lnTo>
                    <a:lnTo>
                      <a:pt x="1157" y="142"/>
                    </a:lnTo>
                    <a:lnTo>
                      <a:pt x="1126" y="144"/>
                    </a:lnTo>
                    <a:lnTo>
                      <a:pt x="1094" y="147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9"/>
                    </a:lnTo>
                    <a:lnTo>
                      <a:pt x="967" y="164"/>
                    </a:lnTo>
                    <a:lnTo>
                      <a:pt x="936" y="170"/>
                    </a:lnTo>
                    <a:lnTo>
                      <a:pt x="903" y="177"/>
                    </a:lnTo>
                    <a:lnTo>
                      <a:pt x="871" y="184"/>
                    </a:lnTo>
                    <a:lnTo>
                      <a:pt x="840" y="192"/>
                    </a:lnTo>
                    <a:lnTo>
                      <a:pt x="807" y="201"/>
                    </a:lnTo>
                    <a:lnTo>
                      <a:pt x="776" y="210"/>
                    </a:lnTo>
                    <a:lnTo>
                      <a:pt x="745" y="220"/>
                    </a:lnTo>
                    <a:lnTo>
                      <a:pt x="713" y="230"/>
                    </a:lnTo>
                    <a:lnTo>
                      <a:pt x="683" y="241"/>
                    </a:lnTo>
                    <a:lnTo>
                      <a:pt x="653" y="253"/>
                    </a:lnTo>
                    <a:lnTo>
                      <a:pt x="623" y="266"/>
                    </a:lnTo>
                    <a:lnTo>
                      <a:pt x="595" y="279"/>
                    </a:lnTo>
                    <a:lnTo>
                      <a:pt x="567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9" y="348"/>
                    </a:lnTo>
                    <a:lnTo>
                      <a:pt x="447" y="363"/>
                    </a:lnTo>
                    <a:lnTo>
                      <a:pt x="427" y="378"/>
                    </a:lnTo>
                    <a:lnTo>
                      <a:pt x="409" y="392"/>
                    </a:lnTo>
                    <a:lnTo>
                      <a:pt x="391" y="407"/>
                    </a:lnTo>
                    <a:lnTo>
                      <a:pt x="376" y="422"/>
                    </a:lnTo>
                    <a:lnTo>
                      <a:pt x="361" y="437"/>
                    </a:lnTo>
                    <a:lnTo>
                      <a:pt x="349" y="452"/>
                    </a:lnTo>
                    <a:lnTo>
                      <a:pt x="337" y="467"/>
                    </a:lnTo>
                    <a:lnTo>
                      <a:pt x="327" y="481"/>
                    </a:lnTo>
                    <a:lnTo>
                      <a:pt x="319" y="496"/>
                    </a:lnTo>
                    <a:lnTo>
                      <a:pt x="312" y="511"/>
                    </a:lnTo>
                    <a:lnTo>
                      <a:pt x="306" y="525"/>
                    </a:lnTo>
                    <a:lnTo>
                      <a:pt x="302" y="540"/>
                    </a:lnTo>
                    <a:lnTo>
                      <a:pt x="300" y="554"/>
                    </a:lnTo>
                    <a:lnTo>
                      <a:pt x="299" y="567"/>
                    </a:lnTo>
                    <a:lnTo>
                      <a:pt x="300" y="581"/>
                    </a:lnTo>
                    <a:lnTo>
                      <a:pt x="301" y="594"/>
                    </a:lnTo>
                    <a:lnTo>
                      <a:pt x="305" y="607"/>
                    </a:lnTo>
                    <a:lnTo>
                      <a:pt x="311" y="620"/>
                    </a:lnTo>
                    <a:lnTo>
                      <a:pt x="317" y="633"/>
                    </a:lnTo>
                    <a:lnTo>
                      <a:pt x="326" y="645"/>
                    </a:lnTo>
                    <a:lnTo>
                      <a:pt x="336" y="656"/>
                    </a:lnTo>
                    <a:lnTo>
                      <a:pt x="347" y="667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8"/>
                    </a:lnTo>
                    <a:lnTo>
                      <a:pt x="411" y="707"/>
                    </a:lnTo>
                    <a:lnTo>
                      <a:pt x="434" y="717"/>
                    </a:lnTo>
                    <a:lnTo>
                      <a:pt x="459" y="725"/>
                    </a:lnTo>
                    <a:lnTo>
                      <a:pt x="485" y="733"/>
                    </a:lnTo>
                    <a:lnTo>
                      <a:pt x="512" y="740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2" y="753"/>
                    </a:lnTo>
                    <a:lnTo>
                      <a:pt x="633" y="756"/>
                    </a:lnTo>
                    <a:lnTo>
                      <a:pt x="667" y="758"/>
                    </a:lnTo>
                    <a:lnTo>
                      <a:pt x="701" y="758"/>
                    </a:lnTo>
                    <a:lnTo>
                      <a:pt x="735" y="758"/>
                    </a:lnTo>
                    <a:lnTo>
                      <a:pt x="770" y="757"/>
                    </a:lnTo>
                    <a:lnTo>
                      <a:pt x="806" y="755"/>
                    </a:lnTo>
                    <a:lnTo>
                      <a:pt x="842" y="751"/>
                    </a:lnTo>
                    <a:lnTo>
                      <a:pt x="878" y="747"/>
                    </a:lnTo>
                    <a:lnTo>
                      <a:pt x="916" y="742"/>
                    </a:lnTo>
                    <a:lnTo>
                      <a:pt x="1107" y="831"/>
                    </a:lnTo>
                    <a:lnTo>
                      <a:pt x="0" y="1346"/>
                    </a:lnTo>
                    <a:lnTo>
                      <a:pt x="1289" y="1941"/>
                    </a:lnTo>
                    <a:lnTo>
                      <a:pt x="1479" y="1853"/>
                    </a:lnTo>
                    <a:lnTo>
                      <a:pt x="1468" y="1836"/>
                    </a:lnTo>
                    <a:lnTo>
                      <a:pt x="1459" y="1819"/>
                    </a:lnTo>
                    <a:lnTo>
                      <a:pt x="1453" y="1802"/>
                    </a:lnTo>
                    <a:lnTo>
                      <a:pt x="1448" y="1785"/>
                    </a:lnTo>
                    <a:lnTo>
                      <a:pt x="1446" y="1769"/>
                    </a:lnTo>
                    <a:lnTo>
                      <a:pt x="1444" y="1753"/>
                    </a:lnTo>
                    <a:lnTo>
                      <a:pt x="1446" y="1737"/>
                    </a:lnTo>
                    <a:lnTo>
                      <a:pt x="1449" y="1722"/>
                    </a:lnTo>
                    <a:lnTo>
                      <a:pt x="1454" y="1707"/>
                    </a:lnTo>
                    <a:lnTo>
                      <a:pt x="1463" y="1693"/>
                    </a:lnTo>
                    <a:lnTo>
                      <a:pt x="1472" y="1679"/>
                    </a:lnTo>
                    <a:lnTo>
                      <a:pt x="1484" y="1666"/>
                    </a:lnTo>
                    <a:lnTo>
                      <a:pt x="1498" y="1653"/>
                    </a:lnTo>
                    <a:lnTo>
                      <a:pt x="1514" y="1641"/>
                    </a:lnTo>
                    <a:lnTo>
                      <a:pt x="1533" y="1630"/>
                    </a:lnTo>
                    <a:lnTo>
                      <a:pt x="1554" y="1619"/>
                    </a:lnTo>
                    <a:lnTo>
                      <a:pt x="1574" y="1611"/>
                    </a:lnTo>
                    <a:lnTo>
                      <a:pt x="1595" y="1603"/>
                    </a:lnTo>
                    <a:lnTo>
                      <a:pt x="1617" y="1596"/>
                    </a:lnTo>
                    <a:lnTo>
                      <a:pt x="1639" y="1590"/>
                    </a:lnTo>
                    <a:lnTo>
                      <a:pt x="1664" y="1585"/>
                    </a:lnTo>
                    <a:lnTo>
                      <a:pt x="1689" y="1580"/>
                    </a:lnTo>
                    <a:lnTo>
                      <a:pt x="1714" y="1576"/>
                    </a:lnTo>
                    <a:lnTo>
                      <a:pt x="1742" y="1573"/>
                    </a:lnTo>
                    <a:lnTo>
                      <a:pt x="1769" y="1570"/>
                    </a:lnTo>
                    <a:lnTo>
                      <a:pt x="1797" y="1569"/>
                    </a:lnTo>
                    <a:lnTo>
                      <a:pt x="1825" y="1568"/>
                    </a:lnTo>
                    <a:lnTo>
                      <a:pt x="1855" y="1568"/>
                    </a:lnTo>
                    <a:lnTo>
                      <a:pt x="1885" y="1568"/>
                    </a:lnTo>
                    <a:lnTo>
                      <a:pt x="1915" y="1569"/>
                    </a:lnTo>
                    <a:lnTo>
                      <a:pt x="1947" y="1571"/>
                    </a:lnTo>
                    <a:lnTo>
                      <a:pt x="1977" y="1574"/>
                    </a:lnTo>
                    <a:lnTo>
                      <a:pt x="2009" y="1577"/>
                    </a:lnTo>
                    <a:lnTo>
                      <a:pt x="2040" y="1581"/>
                    </a:lnTo>
                    <a:lnTo>
                      <a:pt x="2073" y="1586"/>
                    </a:lnTo>
                    <a:lnTo>
                      <a:pt x="2104" y="1591"/>
                    </a:lnTo>
                    <a:lnTo>
                      <a:pt x="2136" y="1597"/>
                    </a:lnTo>
                    <a:lnTo>
                      <a:pt x="2169" y="1604"/>
                    </a:lnTo>
                    <a:lnTo>
                      <a:pt x="2201" y="1611"/>
                    </a:lnTo>
                    <a:lnTo>
                      <a:pt x="2233" y="1619"/>
                    </a:lnTo>
                    <a:lnTo>
                      <a:pt x="2265" y="1628"/>
                    </a:lnTo>
                    <a:lnTo>
                      <a:pt x="2296" y="1637"/>
                    </a:lnTo>
                    <a:lnTo>
                      <a:pt x="2328" y="1647"/>
                    </a:lnTo>
                    <a:lnTo>
                      <a:pt x="2359" y="1657"/>
                    </a:lnTo>
                    <a:lnTo>
                      <a:pt x="2390" y="1668"/>
                    </a:lnTo>
                    <a:lnTo>
                      <a:pt x="2420" y="1680"/>
                    </a:lnTo>
                    <a:lnTo>
                      <a:pt x="2449" y="1693"/>
                    </a:lnTo>
                    <a:lnTo>
                      <a:pt x="2479" y="1706"/>
                    </a:lnTo>
                    <a:lnTo>
                      <a:pt x="2506" y="1719"/>
                    </a:lnTo>
                    <a:lnTo>
                      <a:pt x="2534" y="1733"/>
                    </a:lnTo>
                    <a:lnTo>
                      <a:pt x="2559" y="1747"/>
                    </a:lnTo>
                    <a:lnTo>
                      <a:pt x="2584" y="1761"/>
                    </a:lnTo>
                    <a:lnTo>
                      <a:pt x="2606" y="1775"/>
                    </a:lnTo>
                    <a:lnTo>
                      <a:pt x="2627" y="1790"/>
                    </a:lnTo>
                    <a:lnTo>
                      <a:pt x="2647" y="1805"/>
                    </a:lnTo>
                    <a:lnTo>
                      <a:pt x="2666" y="1819"/>
                    </a:lnTo>
                    <a:lnTo>
                      <a:pt x="2684" y="1834"/>
                    </a:lnTo>
                    <a:lnTo>
                      <a:pt x="2700" y="1849"/>
                    </a:lnTo>
                    <a:lnTo>
                      <a:pt x="2715" y="1864"/>
                    </a:lnTo>
                    <a:lnTo>
                      <a:pt x="2727" y="1879"/>
                    </a:lnTo>
                    <a:lnTo>
                      <a:pt x="2739" y="1894"/>
                    </a:lnTo>
                    <a:lnTo>
                      <a:pt x="2749" y="1908"/>
                    </a:lnTo>
                    <a:lnTo>
                      <a:pt x="2757" y="1923"/>
                    </a:lnTo>
                    <a:lnTo>
                      <a:pt x="2765" y="1938"/>
                    </a:lnTo>
                    <a:lnTo>
                      <a:pt x="2771" y="1952"/>
                    </a:lnTo>
                    <a:lnTo>
                      <a:pt x="2775" y="1966"/>
                    </a:lnTo>
                    <a:lnTo>
                      <a:pt x="2777" y="1981"/>
                    </a:lnTo>
                    <a:lnTo>
                      <a:pt x="2779" y="1994"/>
                    </a:lnTo>
                    <a:lnTo>
                      <a:pt x="2779" y="2008"/>
                    </a:lnTo>
                    <a:lnTo>
                      <a:pt x="2776" y="2021"/>
                    </a:lnTo>
                    <a:lnTo>
                      <a:pt x="2772" y="2034"/>
                    </a:lnTo>
                    <a:lnTo>
                      <a:pt x="2767" y="2047"/>
                    </a:lnTo>
                    <a:lnTo>
                      <a:pt x="2761" y="2060"/>
                    </a:lnTo>
                    <a:lnTo>
                      <a:pt x="2752" y="2072"/>
                    </a:lnTo>
                    <a:lnTo>
                      <a:pt x="2742" y="2083"/>
                    </a:lnTo>
                    <a:lnTo>
                      <a:pt x="2731" y="2094"/>
                    </a:lnTo>
                    <a:lnTo>
                      <a:pt x="2717" y="2105"/>
                    </a:lnTo>
                    <a:lnTo>
                      <a:pt x="2704" y="2115"/>
                    </a:lnTo>
                    <a:lnTo>
                      <a:pt x="2686" y="2125"/>
                    </a:lnTo>
                    <a:lnTo>
                      <a:pt x="2669" y="2134"/>
                    </a:lnTo>
                    <a:lnTo>
                      <a:pt x="2645" y="2144"/>
                    </a:lnTo>
                    <a:lnTo>
                      <a:pt x="2621" y="2152"/>
                    </a:lnTo>
                    <a:lnTo>
                      <a:pt x="2595" y="2160"/>
                    </a:lnTo>
                    <a:lnTo>
                      <a:pt x="2567" y="2167"/>
                    </a:lnTo>
                    <a:lnTo>
                      <a:pt x="2539" y="2172"/>
                    </a:lnTo>
                    <a:lnTo>
                      <a:pt x="2510" y="2177"/>
                    </a:lnTo>
                    <a:lnTo>
                      <a:pt x="2479" y="2180"/>
                    </a:lnTo>
                    <a:lnTo>
                      <a:pt x="2446" y="2183"/>
                    </a:lnTo>
                    <a:lnTo>
                      <a:pt x="2414" y="2185"/>
                    </a:lnTo>
                    <a:lnTo>
                      <a:pt x="2380" y="2185"/>
                    </a:lnTo>
                    <a:lnTo>
                      <a:pt x="2345" y="2185"/>
                    </a:lnTo>
                    <a:lnTo>
                      <a:pt x="2310" y="2184"/>
                    </a:lnTo>
                    <a:lnTo>
                      <a:pt x="2274" y="2182"/>
                    </a:lnTo>
                    <a:lnTo>
                      <a:pt x="2238" y="2178"/>
                    </a:lnTo>
                    <a:lnTo>
                      <a:pt x="2201" y="2174"/>
                    </a:lnTo>
                    <a:lnTo>
                      <a:pt x="2164" y="2169"/>
                    </a:lnTo>
                    <a:lnTo>
                      <a:pt x="1974" y="2258"/>
                    </a:lnTo>
                    <a:lnTo>
                      <a:pt x="3263" y="2854"/>
                    </a:lnTo>
                    <a:lnTo>
                      <a:pt x="4369" y="2339"/>
                    </a:lnTo>
                    <a:lnTo>
                      <a:pt x="4561" y="2427"/>
                    </a:lnTo>
                    <a:lnTo>
                      <a:pt x="4551" y="2444"/>
                    </a:lnTo>
                    <a:lnTo>
                      <a:pt x="4543" y="2461"/>
                    </a:lnTo>
                    <a:lnTo>
                      <a:pt x="4535" y="2478"/>
                    </a:lnTo>
                    <a:lnTo>
                      <a:pt x="4531" y="2495"/>
                    </a:lnTo>
                    <a:lnTo>
                      <a:pt x="4529" y="2511"/>
                    </a:lnTo>
                    <a:lnTo>
                      <a:pt x="4528" y="2527"/>
                    </a:lnTo>
                    <a:lnTo>
                      <a:pt x="4529" y="2543"/>
                    </a:lnTo>
                    <a:lnTo>
                      <a:pt x="4533" y="2558"/>
                    </a:lnTo>
                    <a:lnTo>
                      <a:pt x="4539" y="2573"/>
                    </a:lnTo>
                    <a:lnTo>
                      <a:pt x="4546" y="2587"/>
                    </a:lnTo>
                    <a:lnTo>
                      <a:pt x="4556" y="2601"/>
                    </a:lnTo>
                    <a:lnTo>
                      <a:pt x="4569" y="2614"/>
                    </a:lnTo>
                    <a:lnTo>
                      <a:pt x="4583" y="2627"/>
                    </a:lnTo>
                    <a:lnTo>
                      <a:pt x="4600" y="2639"/>
                    </a:lnTo>
                    <a:lnTo>
                      <a:pt x="4619" y="2650"/>
                    </a:lnTo>
                    <a:lnTo>
                      <a:pt x="4639" y="2661"/>
                    </a:lnTo>
                    <a:lnTo>
                      <a:pt x="4659" y="2669"/>
                    </a:lnTo>
                    <a:lnTo>
                      <a:pt x="4680" y="2677"/>
                    </a:lnTo>
                    <a:lnTo>
                      <a:pt x="4703" y="2684"/>
                    </a:lnTo>
                    <a:lnTo>
                      <a:pt x="4725" y="2690"/>
                    </a:lnTo>
                    <a:lnTo>
                      <a:pt x="4749" y="2696"/>
                    </a:lnTo>
                    <a:lnTo>
                      <a:pt x="4774" y="2700"/>
                    </a:lnTo>
                    <a:lnTo>
                      <a:pt x="4800" y="2704"/>
                    </a:lnTo>
                    <a:lnTo>
                      <a:pt x="4826" y="2707"/>
                    </a:lnTo>
                    <a:lnTo>
                      <a:pt x="4854" y="2710"/>
                    </a:lnTo>
                    <a:lnTo>
                      <a:pt x="4883" y="2711"/>
                    </a:lnTo>
                    <a:lnTo>
                      <a:pt x="4911" y="2712"/>
                    </a:lnTo>
                    <a:lnTo>
                      <a:pt x="4941" y="2713"/>
                    </a:lnTo>
                    <a:lnTo>
                      <a:pt x="4971" y="2712"/>
                    </a:lnTo>
                    <a:lnTo>
                      <a:pt x="5001" y="2711"/>
                    </a:lnTo>
                    <a:lnTo>
                      <a:pt x="5032" y="2709"/>
                    </a:lnTo>
                    <a:lnTo>
                      <a:pt x="5064" y="2707"/>
                    </a:lnTo>
                    <a:lnTo>
                      <a:pt x="5095" y="2703"/>
                    </a:lnTo>
                    <a:lnTo>
                      <a:pt x="5126" y="2699"/>
                    </a:lnTo>
                    <a:lnTo>
                      <a:pt x="5159" y="2695"/>
                    </a:lnTo>
                    <a:lnTo>
                      <a:pt x="5190" y="2689"/>
                    </a:lnTo>
                    <a:lnTo>
                      <a:pt x="5222" y="2683"/>
                    </a:lnTo>
                    <a:lnTo>
                      <a:pt x="5255" y="2677"/>
                    </a:lnTo>
                    <a:lnTo>
                      <a:pt x="5286" y="2669"/>
                    </a:lnTo>
                    <a:lnTo>
                      <a:pt x="5319" y="2661"/>
                    </a:lnTo>
                    <a:lnTo>
                      <a:pt x="5350" y="2653"/>
                    </a:lnTo>
                    <a:lnTo>
                      <a:pt x="5381" y="2643"/>
                    </a:lnTo>
                    <a:lnTo>
                      <a:pt x="5412" y="2634"/>
                    </a:lnTo>
                    <a:lnTo>
                      <a:pt x="5444" y="2623"/>
                    </a:lnTo>
                    <a:lnTo>
                      <a:pt x="5475" y="2612"/>
                    </a:lnTo>
                    <a:lnTo>
                      <a:pt x="5505" y="2600"/>
                    </a:lnTo>
                    <a:lnTo>
                      <a:pt x="5533" y="2588"/>
                    </a:lnTo>
                    <a:lnTo>
                      <a:pt x="5563" y="2575"/>
                    </a:lnTo>
                    <a:lnTo>
                      <a:pt x="5591" y="2561"/>
                    </a:lnTo>
                    <a:lnTo>
                      <a:pt x="5617" y="2547"/>
                    </a:lnTo>
                    <a:lnTo>
                      <a:pt x="5643" y="2533"/>
                    </a:lnTo>
                    <a:lnTo>
                      <a:pt x="5667" y="2519"/>
                    </a:lnTo>
                    <a:lnTo>
                      <a:pt x="5690" y="2505"/>
                    </a:lnTo>
                    <a:lnTo>
                      <a:pt x="5711" y="2490"/>
                    </a:lnTo>
                    <a:lnTo>
                      <a:pt x="5731" y="2476"/>
                    </a:lnTo>
                    <a:lnTo>
                      <a:pt x="5750" y="2461"/>
                    </a:lnTo>
                    <a:lnTo>
                      <a:pt x="5766" y="2446"/>
                    </a:lnTo>
                    <a:lnTo>
                      <a:pt x="5782" y="2431"/>
                    </a:lnTo>
                    <a:lnTo>
                      <a:pt x="5796" y="2416"/>
                    </a:lnTo>
                    <a:lnTo>
                      <a:pt x="5810" y="2401"/>
                    </a:lnTo>
                    <a:lnTo>
                      <a:pt x="5821" y="2387"/>
                    </a:lnTo>
                    <a:lnTo>
                      <a:pt x="5831" y="2372"/>
                    </a:lnTo>
                    <a:lnTo>
                      <a:pt x="5838" y="2357"/>
                    </a:lnTo>
                    <a:lnTo>
                      <a:pt x="5846" y="2342"/>
                    </a:lnTo>
                    <a:lnTo>
                      <a:pt x="5851" y="2328"/>
                    </a:lnTo>
                    <a:lnTo>
                      <a:pt x="5856" y="2314"/>
                    </a:lnTo>
                    <a:lnTo>
                      <a:pt x="5858" y="2300"/>
                    </a:lnTo>
                    <a:lnTo>
                      <a:pt x="5858" y="2286"/>
                    </a:lnTo>
                    <a:lnTo>
                      <a:pt x="5858" y="2272"/>
                    </a:lnTo>
                    <a:lnTo>
                      <a:pt x="5856" y="2259"/>
                    </a:lnTo>
                    <a:lnTo>
                      <a:pt x="5852" y="2246"/>
                    </a:lnTo>
                    <a:lnTo>
                      <a:pt x="5847" y="2233"/>
                    </a:lnTo>
                    <a:lnTo>
                      <a:pt x="5840" y="2221"/>
                    </a:lnTo>
                    <a:lnTo>
                      <a:pt x="5831" y="2209"/>
                    </a:lnTo>
                    <a:lnTo>
                      <a:pt x="5821" y="2197"/>
                    </a:lnTo>
                    <a:lnTo>
                      <a:pt x="5810" y="2186"/>
                    </a:lnTo>
                    <a:lnTo>
                      <a:pt x="5796" y="2175"/>
                    </a:lnTo>
                    <a:lnTo>
                      <a:pt x="5781" y="2165"/>
                    </a:lnTo>
                    <a:lnTo>
                      <a:pt x="5765" y="2155"/>
                    </a:lnTo>
                    <a:lnTo>
                      <a:pt x="5746" y="214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8" name="Freeform 442">
                <a:extLst>
                  <a:ext uri="{FF2B5EF4-FFF2-40B4-BE49-F238E27FC236}">
                    <a16:creationId xmlns:a16="http://schemas.microsoft.com/office/drawing/2014/main" id="{0B5AAC99-733C-45CD-BF0D-5E5111F6B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476" y="5716588"/>
                <a:ext cx="53975" cy="74613"/>
              </a:xfrm>
              <a:custGeom>
                <a:avLst/>
                <a:gdLst>
                  <a:gd name="T0" fmla="*/ 0 w 169"/>
                  <a:gd name="T1" fmla="*/ 139 h 190"/>
                  <a:gd name="T2" fmla="*/ 6 w 169"/>
                  <a:gd name="T3" fmla="*/ 134 h 190"/>
                  <a:gd name="T4" fmla="*/ 20 w 169"/>
                  <a:gd name="T5" fmla="*/ 119 h 190"/>
                  <a:gd name="T6" fmla="*/ 27 w 169"/>
                  <a:gd name="T7" fmla="*/ 108 h 190"/>
                  <a:gd name="T8" fmla="*/ 34 w 169"/>
                  <a:gd name="T9" fmla="*/ 95 h 190"/>
                  <a:gd name="T10" fmla="*/ 35 w 169"/>
                  <a:gd name="T11" fmla="*/ 88 h 190"/>
                  <a:gd name="T12" fmla="*/ 36 w 169"/>
                  <a:gd name="T13" fmla="*/ 80 h 190"/>
                  <a:gd name="T14" fmla="*/ 37 w 169"/>
                  <a:gd name="T15" fmla="*/ 71 h 190"/>
                  <a:gd name="T16" fmla="*/ 36 w 169"/>
                  <a:gd name="T17" fmla="*/ 62 h 190"/>
                  <a:gd name="T18" fmla="*/ 36 w 169"/>
                  <a:gd name="T19" fmla="*/ 53 h 190"/>
                  <a:gd name="T20" fmla="*/ 37 w 169"/>
                  <a:gd name="T21" fmla="*/ 45 h 190"/>
                  <a:gd name="T22" fmla="*/ 39 w 169"/>
                  <a:gd name="T23" fmla="*/ 37 h 190"/>
                  <a:gd name="T24" fmla="*/ 41 w 169"/>
                  <a:gd name="T25" fmla="*/ 31 h 190"/>
                  <a:gd name="T26" fmla="*/ 45 w 169"/>
                  <a:gd name="T27" fmla="*/ 25 h 190"/>
                  <a:gd name="T28" fmla="*/ 50 w 169"/>
                  <a:gd name="T29" fmla="*/ 20 h 190"/>
                  <a:gd name="T30" fmla="*/ 55 w 169"/>
                  <a:gd name="T31" fmla="*/ 16 h 190"/>
                  <a:gd name="T32" fmla="*/ 59 w 169"/>
                  <a:gd name="T33" fmla="*/ 12 h 190"/>
                  <a:gd name="T34" fmla="*/ 69 w 169"/>
                  <a:gd name="T35" fmla="*/ 7 h 190"/>
                  <a:gd name="T36" fmla="*/ 77 w 169"/>
                  <a:gd name="T37" fmla="*/ 3 h 190"/>
                  <a:gd name="T38" fmla="*/ 84 w 169"/>
                  <a:gd name="T39" fmla="*/ 1 h 190"/>
                  <a:gd name="T40" fmla="*/ 86 w 169"/>
                  <a:gd name="T41" fmla="*/ 0 h 190"/>
                  <a:gd name="T42" fmla="*/ 129 w 169"/>
                  <a:gd name="T43" fmla="*/ 19 h 190"/>
                  <a:gd name="T44" fmla="*/ 169 w 169"/>
                  <a:gd name="T45" fmla="*/ 104 h 190"/>
                  <a:gd name="T46" fmla="*/ 67 w 169"/>
                  <a:gd name="T47" fmla="*/ 190 h 190"/>
                  <a:gd name="T48" fmla="*/ 1 w 169"/>
                  <a:gd name="T49" fmla="*/ 164 h 190"/>
                  <a:gd name="T50" fmla="*/ 0 w 169"/>
                  <a:gd name="T51" fmla="*/ 139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9" h="190">
                    <a:moveTo>
                      <a:pt x="0" y="139"/>
                    </a:moveTo>
                    <a:lnTo>
                      <a:pt x="6" y="134"/>
                    </a:lnTo>
                    <a:lnTo>
                      <a:pt x="20" y="119"/>
                    </a:lnTo>
                    <a:lnTo>
                      <a:pt x="27" y="108"/>
                    </a:lnTo>
                    <a:lnTo>
                      <a:pt x="34" y="95"/>
                    </a:lnTo>
                    <a:lnTo>
                      <a:pt x="35" y="88"/>
                    </a:lnTo>
                    <a:lnTo>
                      <a:pt x="36" y="80"/>
                    </a:lnTo>
                    <a:lnTo>
                      <a:pt x="37" y="71"/>
                    </a:lnTo>
                    <a:lnTo>
                      <a:pt x="36" y="62"/>
                    </a:lnTo>
                    <a:lnTo>
                      <a:pt x="36" y="53"/>
                    </a:lnTo>
                    <a:lnTo>
                      <a:pt x="37" y="45"/>
                    </a:lnTo>
                    <a:lnTo>
                      <a:pt x="39" y="37"/>
                    </a:lnTo>
                    <a:lnTo>
                      <a:pt x="41" y="31"/>
                    </a:lnTo>
                    <a:lnTo>
                      <a:pt x="45" y="25"/>
                    </a:lnTo>
                    <a:lnTo>
                      <a:pt x="50" y="20"/>
                    </a:lnTo>
                    <a:lnTo>
                      <a:pt x="55" y="16"/>
                    </a:lnTo>
                    <a:lnTo>
                      <a:pt x="59" y="12"/>
                    </a:lnTo>
                    <a:lnTo>
                      <a:pt x="69" y="7"/>
                    </a:lnTo>
                    <a:lnTo>
                      <a:pt x="77" y="3"/>
                    </a:lnTo>
                    <a:lnTo>
                      <a:pt x="84" y="1"/>
                    </a:lnTo>
                    <a:lnTo>
                      <a:pt x="86" y="0"/>
                    </a:lnTo>
                    <a:lnTo>
                      <a:pt x="129" y="19"/>
                    </a:lnTo>
                    <a:lnTo>
                      <a:pt x="169" y="104"/>
                    </a:lnTo>
                    <a:lnTo>
                      <a:pt x="67" y="190"/>
                    </a:lnTo>
                    <a:lnTo>
                      <a:pt x="1" y="164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9" name="Freeform 443">
                <a:extLst>
                  <a:ext uri="{FF2B5EF4-FFF2-40B4-BE49-F238E27FC236}">
                    <a16:creationId xmlns:a16="http://schemas.microsoft.com/office/drawing/2014/main" id="{864288D8-B551-44BC-95BC-87082EBA9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013" y="5711825"/>
                <a:ext cx="101600" cy="96838"/>
              </a:xfrm>
              <a:custGeom>
                <a:avLst/>
                <a:gdLst>
                  <a:gd name="T0" fmla="*/ 213 w 318"/>
                  <a:gd name="T1" fmla="*/ 3 h 241"/>
                  <a:gd name="T2" fmla="*/ 249 w 318"/>
                  <a:gd name="T3" fmla="*/ 22 h 241"/>
                  <a:gd name="T4" fmla="*/ 268 w 318"/>
                  <a:gd name="T5" fmla="*/ 37 h 241"/>
                  <a:gd name="T6" fmla="*/ 276 w 318"/>
                  <a:gd name="T7" fmla="*/ 49 h 241"/>
                  <a:gd name="T8" fmla="*/ 286 w 318"/>
                  <a:gd name="T9" fmla="*/ 69 h 241"/>
                  <a:gd name="T10" fmla="*/ 294 w 318"/>
                  <a:gd name="T11" fmla="*/ 94 h 241"/>
                  <a:gd name="T12" fmla="*/ 300 w 318"/>
                  <a:gd name="T13" fmla="*/ 117 h 241"/>
                  <a:gd name="T14" fmla="*/ 310 w 318"/>
                  <a:gd name="T15" fmla="*/ 136 h 241"/>
                  <a:gd name="T16" fmla="*/ 268 w 318"/>
                  <a:gd name="T17" fmla="*/ 170 h 241"/>
                  <a:gd name="T18" fmla="*/ 235 w 318"/>
                  <a:gd name="T19" fmla="*/ 155 h 241"/>
                  <a:gd name="T20" fmla="*/ 228 w 318"/>
                  <a:gd name="T21" fmla="*/ 171 h 241"/>
                  <a:gd name="T22" fmla="*/ 216 w 318"/>
                  <a:gd name="T23" fmla="*/ 186 h 241"/>
                  <a:gd name="T24" fmla="*/ 203 w 318"/>
                  <a:gd name="T25" fmla="*/ 199 h 241"/>
                  <a:gd name="T26" fmla="*/ 185 w 318"/>
                  <a:gd name="T27" fmla="*/ 207 h 241"/>
                  <a:gd name="T28" fmla="*/ 150 w 318"/>
                  <a:gd name="T29" fmla="*/ 219 h 241"/>
                  <a:gd name="T30" fmla="*/ 79 w 318"/>
                  <a:gd name="T31" fmla="*/ 237 h 241"/>
                  <a:gd name="T32" fmla="*/ 50 w 318"/>
                  <a:gd name="T33" fmla="*/ 240 h 241"/>
                  <a:gd name="T34" fmla="*/ 20 w 318"/>
                  <a:gd name="T35" fmla="*/ 230 h 241"/>
                  <a:gd name="T36" fmla="*/ 8 w 318"/>
                  <a:gd name="T37" fmla="*/ 221 h 241"/>
                  <a:gd name="T38" fmla="*/ 1 w 318"/>
                  <a:gd name="T39" fmla="*/ 212 h 241"/>
                  <a:gd name="T40" fmla="*/ 0 w 318"/>
                  <a:gd name="T41" fmla="*/ 202 h 241"/>
                  <a:gd name="T42" fmla="*/ 4 w 318"/>
                  <a:gd name="T43" fmla="*/ 192 h 241"/>
                  <a:gd name="T44" fmla="*/ 15 w 318"/>
                  <a:gd name="T45" fmla="*/ 176 h 241"/>
                  <a:gd name="T46" fmla="*/ 45 w 318"/>
                  <a:gd name="T47" fmla="*/ 153 h 241"/>
                  <a:gd name="T48" fmla="*/ 59 w 318"/>
                  <a:gd name="T49" fmla="*/ 152 h 241"/>
                  <a:gd name="T50" fmla="*/ 75 w 318"/>
                  <a:gd name="T51" fmla="*/ 162 h 241"/>
                  <a:gd name="T52" fmla="*/ 85 w 318"/>
                  <a:gd name="T53" fmla="*/ 164 h 241"/>
                  <a:gd name="T54" fmla="*/ 96 w 318"/>
                  <a:gd name="T55" fmla="*/ 164 h 241"/>
                  <a:gd name="T56" fmla="*/ 108 w 318"/>
                  <a:gd name="T57" fmla="*/ 161 h 241"/>
                  <a:gd name="T58" fmla="*/ 119 w 318"/>
                  <a:gd name="T59" fmla="*/ 154 h 241"/>
                  <a:gd name="T60" fmla="*/ 130 w 318"/>
                  <a:gd name="T61" fmla="*/ 144 h 241"/>
                  <a:gd name="T62" fmla="*/ 143 w 318"/>
                  <a:gd name="T63" fmla="*/ 125 h 241"/>
                  <a:gd name="T64" fmla="*/ 154 w 318"/>
                  <a:gd name="T65" fmla="*/ 95 h 241"/>
                  <a:gd name="T66" fmla="*/ 158 w 318"/>
                  <a:gd name="T67" fmla="*/ 71 h 241"/>
                  <a:gd name="T68" fmla="*/ 156 w 318"/>
                  <a:gd name="T69" fmla="*/ 56 h 241"/>
                  <a:gd name="T70" fmla="*/ 154 w 318"/>
                  <a:gd name="T71" fmla="*/ 41 h 241"/>
                  <a:gd name="T72" fmla="*/ 155 w 318"/>
                  <a:gd name="T73" fmla="*/ 29 h 241"/>
                  <a:gd name="T74" fmla="*/ 161 w 318"/>
                  <a:gd name="T75" fmla="*/ 20 h 241"/>
                  <a:gd name="T76" fmla="*/ 170 w 318"/>
                  <a:gd name="T77" fmla="*/ 12 h 241"/>
                  <a:gd name="T78" fmla="*/ 194 w 318"/>
                  <a:gd name="T79" fmla="*/ 2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18" h="241">
                    <a:moveTo>
                      <a:pt x="203" y="0"/>
                    </a:moveTo>
                    <a:lnTo>
                      <a:pt x="213" y="3"/>
                    </a:lnTo>
                    <a:lnTo>
                      <a:pt x="235" y="14"/>
                    </a:lnTo>
                    <a:lnTo>
                      <a:pt x="249" y="22"/>
                    </a:lnTo>
                    <a:lnTo>
                      <a:pt x="261" y="32"/>
                    </a:lnTo>
                    <a:lnTo>
                      <a:pt x="268" y="37"/>
                    </a:lnTo>
                    <a:lnTo>
                      <a:pt x="273" y="43"/>
                    </a:lnTo>
                    <a:lnTo>
                      <a:pt x="276" y="49"/>
                    </a:lnTo>
                    <a:lnTo>
                      <a:pt x="280" y="56"/>
                    </a:lnTo>
                    <a:lnTo>
                      <a:pt x="286" y="69"/>
                    </a:lnTo>
                    <a:lnTo>
                      <a:pt x="290" y="82"/>
                    </a:lnTo>
                    <a:lnTo>
                      <a:pt x="294" y="94"/>
                    </a:lnTo>
                    <a:lnTo>
                      <a:pt x="298" y="106"/>
                    </a:lnTo>
                    <a:lnTo>
                      <a:pt x="300" y="117"/>
                    </a:lnTo>
                    <a:lnTo>
                      <a:pt x="305" y="127"/>
                    </a:lnTo>
                    <a:lnTo>
                      <a:pt x="310" y="136"/>
                    </a:lnTo>
                    <a:lnTo>
                      <a:pt x="318" y="143"/>
                    </a:lnTo>
                    <a:lnTo>
                      <a:pt x="268" y="170"/>
                    </a:lnTo>
                    <a:lnTo>
                      <a:pt x="236" y="152"/>
                    </a:lnTo>
                    <a:lnTo>
                      <a:pt x="235" y="155"/>
                    </a:lnTo>
                    <a:lnTo>
                      <a:pt x="231" y="165"/>
                    </a:lnTo>
                    <a:lnTo>
                      <a:pt x="228" y="171"/>
                    </a:lnTo>
                    <a:lnTo>
                      <a:pt x="223" y="178"/>
                    </a:lnTo>
                    <a:lnTo>
                      <a:pt x="216" y="186"/>
                    </a:lnTo>
                    <a:lnTo>
                      <a:pt x="208" y="195"/>
                    </a:lnTo>
                    <a:lnTo>
                      <a:pt x="203" y="199"/>
                    </a:lnTo>
                    <a:lnTo>
                      <a:pt x="194" y="203"/>
                    </a:lnTo>
                    <a:lnTo>
                      <a:pt x="185" y="207"/>
                    </a:lnTo>
                    <a:lnTo>
                      <a:pt x="174" y="212"/>
                    </a:lnTo>
                    <a:lnTo>
                      <a:pt x="150" y="219"/>
                    </a:lnTo>
                    <a:lnTo>
                      <a:pt x="124" y="226"/>
                    </a:lnTo>
                    <a:lnTo>
                      <a:pt x="79" y="237"/>
                    </a:lnTo>
                    <a:lnTo>
                      <a:pt x="59" y="241"/>
                    </a:lnTo>
                    <a:lnTo>
                      <a:pt x="50" y="240"/>
                    </a:lnTo>
                    <a:lnTo>
                      <a:pt x="31" y="235"/>
                    </a:lnTo>
                    <a:lnTo>
                      <a:pt x="20" y="230"/>
                    </a:lnTo>
                    <a:lnTo>
                      <a:pt x="11" y="225"/>
                    </a:lnTo>
                    <a:lnTo>
                      <a:pt x="8" y="221"/>
                    </a:lnTo>
                    <a:lnTo>
                      <a:pt x="4" y="217"/>
                    </a:lnTo>
                    <a:lnTo>
                      <a:pt x="1" y="212"/>
                    </a:lnTo>
                    <a:lnTo>
                      <a:pt x="0" y="207"/>
                    </a:lnTo>
                    <a:lnTo>
                      <a:pt x="0" y="202"/>
                    </a:lnTo>
                    <a:lnTo>
                      <a:pt x="1" y="197"/>
                    </a:lnTo>
                    <a:lnTo>
                      <a:pt x="4" y="192"/>
                    </a:lnTo>
                    <a:lnTo>
                      <a:pt x="6" y="186"/>
                    </a:lnTo>
                    <a:lnTo>
                      <a:pt x="15" y="176"/>
                    </a:lnTo>
                    <a:lnTo>
                      <a:pt x="25" y="167"/>
                    </a:lnTo>
                    <a:lnTo>
                      <a:pt x="45" y="153"/>
                    </a:lnTo>
                    <a:lnTo>
                      <a:pt x="54" y="148"/>
                    </a:lnTo>
                    <a:lnTo>
                      <a:pt x="59" y="152"/>
                    </a:lnTo>
                    <a:lnTo>
                      <a:pt x="71" y="160"/>
                    </a:lnTo>
                    <a:lnTo>
                      <a:pt x="75" y="162"/>
                    </a:lnTo>
                    <a:lnTo>
                      <a:pt x="80" y="163"/>
                    </a:lnTo>
                    <a:lnTo>
                      <a:pt x="85" y="164"/>
                    </a:lnTo>
                    <a:lnTo>
                      <a:pt x="90" y="165"/>
                    </a:lnTo>
                    <a:lnTo>
                      <a:pt x="96" y="164"/>
                    </a:lnTo>
                    <a:lnTo>
                      <a:pt x="101" y="163"/>
                    </a:lnTo>
                    <a:lnTo>
                      <a:pt x="108" y="161"/>
                    </a:lnTo>
                    <a:lnTo>
                      <a:pt x="113" y="158"/>
                    </a:lnTo>
                    <a:lnTo>
                      <a:pt x="119" y="154"/>
                    </a:lnTo>
                    <a:lnTo>
                      <a:pt x="124" y="149"/>
                    </a:lnTo>
                    <a:lnTo>
                      <a:pt x="130" y="144"/>
                    </a:lnTo>
                    <a:lnTo>
                      <a:pt x="134" y="138"/>
                    </a:lnTo>
                    <a:lnTo>
                      <a:pt x="143" y="125"/>
                    </a:lnTo>
                    <a:lnTo>
                      <a:pt x="149" y="111"/>
                    </a:lnTo>
                    <a:lnTo>
                      <a:pt x="154" y="95"/>
                    </a:lnTo>
                    <a:lnTo>
                      <a:pt x="156" y="79"/>
                    </a:lnTo>
                    <a:lnTo>
                      <a:pt x="158" y="71"/>
                    </a:lnTo>
                    <a:lnTo>
                      <a:pt x="156" y="63"/>
                    </a:lnTo>
                    <a:lnTo>
                      <a:pt x="156" y="56"/>
                    </a:lnTo>
                    <a:lnTo>
                      <a:pt x="155" y="48"/>
                    </a:lnTo>
                    <a:lnTo>
                      <a:pt x="154" y="41"/>
                    </a:lnTo>
                    <a:lnTo>
                      <a:pt x="154" y="35"/>
                    </a:lnTo>
                    <a:lnTo>
                      <a:pt x="155" y="29"/>
                    </a:lnTo>
                    <a:lnTo>
                      <a:pt x="158" y="24"/>
                    </a:lnTo>
                    <a:lnTo>
                      <a:pt x="161" y="20"/>
                    </a:lnTo>
                    <a:lnTo>
                      <a:pt x="166" y="16"/>
                    </a:lnTo>
                    <a:lnTo>
                      <a:pt x="170" y="12"/>
                    </a:lnTo>
                    <a:lnTo>
                      <a:pt x="175" y="9"/>
                    </a:lnTo>
                    <a:lnTo>
                      <a:pt x="194" y="2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7438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0" name="Freeform 444">
                <a:extLst>
                  <a:ext uri="{FF2B5EF4-FFF2-40B4-BE49-F238E27FC236}">
                    <a16:creationId xmlns:a16="http://schemas.microsoft.com/office/drawing/2014/main" id="{E0267BAD-D322-46E5-919B-1C8C44406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5786438"/>
                <a:ext cx="65088" cy="60325"/>
              </a:xfrm>
              <a:custGeom>
                <a:avLst/>
                <a:gdLst>
                  <a:gd name="T0" fmla="*/ 16 w 206"/>
                  <a:gd name="T1" fmla="*/ 79 h 152"/>
                  <a:gd name="T2" fmla="*/ 26 w 206"/>
                  <a:gd name="T3" fmla="*/ 78 h 152"/>
                  <a:gd name="T4" fmla="*/ 47 w 206"/>
                  <a:gd name="T5" fmla="*/ 72 h 152"/>
                  <a:gd name="T6" fmla="*/ 61 w 206"/>
                  <a:gd name="T7" fmla="*/ 66 h 152"/>
                  <a:gd name="T8" fmla="*/ 75 w 206"/>
                  <a:gd name="T9" fmla="*/ 58 h 152"/>
                  <a:gd name="T10" fmla="*/ 81 w 206"/>
                  <a:gd name="T11" fmla="*/ 52 h 152"/>
                  <a:gd name="T12" fmla="*/ 89 w 206"/>
                  <a:gd name="T13" fmla="*/ 46 h 152"/>
                  <a:gd name="T14" fmla="*/ 95 w 206"/>
                  <a:gd name="T15" fmla="*/ 39 h 152"/>
                  <a:gd name="T16" fmla="*/ 101 w 206"/>
                  <a:gd name="T17" fmla="*/ 31 h 152"/>
                  <a:gd name="T18" fmla="*/ 106 w 206"/>
                  <a:gd name="T19" fmla="*/ 24 h 152"/>
                  <a:gd name="T20" fmla="*/ 112 w 206"/>
                  <a:gd name="T21" fmla="*/ 17 h 152"/>
                  <a:gd name="T22" fmla="*/ 120 w 206"/>
                  <a:gd name="T23" fmla="*/ 12 h 152"/>
                  <a:gd name="T24" fmla="*/ 126 w 206"/>
                  <a:gd name="T25" fmla="*/ 8 h 152"/>
                  <a:gd name="T26" fmla="*/ 134 w 206"/>
                  <a:gd name="T27" fmla="*/ 5 h 152"/>
                  <a:gd name="T28" fmla="*/ 141 w 206"/>
                  <a:gd name="T29" fmla="*/ 3 h 152"/>
                  <a:gd name="T30" fmla="*/ 147 w 206"/>
                  <a:gd name="T31" fmla="*/ 1 h 152"/>
                  <a:gd name="T32" fmla="*/ 154 w 206"/>
                  <a:gd name="T33" fmla="*/ 0 h 152"/>
                  <a:gd name="T34" fmla="*/ 166 w 206"/>
                  <a:gd name="T35" fmla="*/ 0 h 152"/>
                  <a:gd name="T36" fmla="*/ 176 w 206"/>
                  <a:gd name="T37" fmla="*/ 1 h 152"/>
                  <a:gd name="T38" fmla="*/ 182 w 206"/>
                  <a:gd name="T39" fmla="*/ 2 h 152"/>
                  <a:gd name="T40" fmla="*/ 185 w 206"/>
                  <a:gd name="T41" fmla="*/ 3 h 152"/>
                  <a:gd name="T42" fmla="*/ 206 w 206"/>
                  <a:gd name="T43" fmla="*/ 37 h 152"/>
                  <a:gd name="T44" fmla="*/ 181 w 206"/>
                  <a:gd name="T45" fmla="*/ 125 h 152"/>
                  <a:gd name="T46" fmla="*/ 37 w 206"/>
                  <a:gd name="T47" fmla="*/ 152 h 152"/>
                  <a:gd name="T48" fmla="*/ 0 w 206"/>
                  <a:gd name="T49" fmla="*/ 100 h 152"/>
                  <a:gd name="T50" fmla="*/ 16 w 206"/>
                  <a:gd name="T51" fmla="*/ 79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6" h="152">
                    <a:moveTo>
                      <a:pt x="16" y="79"/>
                    </a:moveTo>
                    <a:lnTo>
                      <a:pt x="26" y="78"/>
                    </a:lnTo>
                    <a:lnTo>
                      <a:pt x="47" y="72"/>
                    </a:lnTo>
                    <a:lnTo>
                      <a:pt x="61" y="66"/>
                    </a:lnTo>
                    <a:lnTo>
                      <a:pt x="75" y="58"/>
                    </a:lnTo>
                    <a:lnTo>
                      <a:pt x="81" y="52"/>
                    </a:lnTo>
                    <a:lnTo>
                      <a:pt x="89" y="46"/>
                    </a:lnTo>
                    <a:lnTo>
                      <a:pt x="95" y="39"/>
                    </a:lnTo>
                    <a:lnTo>
                      <a:pt x="101" y="31"/>
                    </a:lnTo>
                    <a:lnTo>
                      <a:pt x="106" y="24"/>
                    </a:lnTo>
                    <a:lnTo>
                      <a:pt x="112" y="17"/>
                    </a:lnTo>
                    <a:lnTo>
                      <a:pt x="120" y="12"/>
                    </a:lnTo>
                    <a:lnTo>
                      <a:pt x="126" y="8"/>
                    </a:lnTo>
                    <a:lnTo>
                      <a:pt x="134" y="5"/>
                    </a:lnTo>
                    <a:lnTo>
                      <a:pt x="141" y="3"/>
                    </a:lnTo>
                    <a:lnTo>
                      <a:pt x="147" y="1"/>
                    </a:lnTo>
                    <a:lnTo>
                      <a:pt x="154" y="0"/>
                    </a:lnTo>
                    <a:lnTo>
                      <a:pt x="166" y="0"/>
                    </a:lnTo>
                    <a:lnTo>
                      <a:pt x="176" y="1"/>
                    </a:lnTo>
                    <a:lnTo>
                      <a:pt x="182" y="2"/>
                    </a:lnTo>
                    <a:lnTo>
                      <a:pt x="185" y="3"/>
                    </a:lnTo>
                    <a:lnTo>
                      <a:pt x="206" y="37"/>
                    </a:lnTo>
                    <a:lnTo>
                      <a:pt x="181" y="125"/>
                    </a:lnTo>
                    <a:lnTo>
                      <a:pt x="37" y="152"/>
                    </a:lnTo>
                    <a:lnTo>
                      <a:pt x="0" y="100"/>
                    </a:lnTo>
                    <a:lnTo>
                      <a:pt x="16" y="79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1" name="Freeform 445">
                <a:extLst>
                  <a:ext uri="{FF2B5EF4-FFF2-40B4-BE49-F238E27FC236}">
                    <a16:creationId xmlns:a16="http://schemas.microsoft.com/office/drawing/2014/main" id="{FA345169-5A86-4E81-89A6-25DCB8DA6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8551" y="5794375"/>
                <a:ext cx="109538" cy="69850"/>
              </a:xfrm>
              <a:custGeom>
                <a:avLst/>
                <a:gdLst>
                  <a:gd name="T0" fmla="*/ 323 w 344"/>
                  <a:gd name="T1" fmla="*/ 12 h 175"/>
                  <a:gd name="T2" fmla="*/ 339 w 344"/>
                  <a:gd name="T3" fmla="*/ 43 h 175"/>
                  <a:gd name="T4" fmla="*/ 344 w 344"/>
                  <a:gd name="T5" fmla="*/ 64 h 175"/>
                  <a:gd name="T6" fmla="*/ 344 w 344"/>
                  <a:gd name="T7" fmla="*/ 78 h 175"/>
                  <a:gd name="T8" fmla="*/ 338 w 344"/>
                  <a:gd name="T9" fmla="*/ 99 h 175"/>
                  <a:gd name="T10" fmla="*/ 326 w 344"/>
                  <a:gd name="T11" fmla="*/ 123 h 175"/>
                  <a:gd name="T12" fmla="*/ 316 w 344"/>
                  <a:gd name="T13" fmla="*/ 145 h 175"/>
                  <a:gd name="T14" fmla="*/ 311 w 344"/>
                  <a:gd name="T15" fmla="*/ 165 h 175"/>
                  <a:gd name="T16" fmla="*/ 252 w 344"/>
                  <a:gd name="T17" fmla="*/ 174 h 175"/>
                  <a:gd name="T18" fmla="*/ 235 w 344"/>
                  <a:gd name="T19" fmla="*/ 148 h 175"/>
                  <a:gd name="T20" fmla="*/ 218 w 344"/>
                  <a:gd name="T21" fmla="*/ 158 h 175"/>
                  <a:gd name="T22" fmla="*/ 198 w 344"/>
                  <a:gd name="T23" fmla="*/ 165 h 175"/>
                  <a:gd name="T24" fmla="*/ 178 w 344"/>
                  <a:gd name="T25" fmla="*/ 170 h 175"/>
                  <a:gd name="T26" fmla="*/ 157 w 344"/>
                  <a:gd name="T27" fmla="*/ 169 h 175"/>
                  <a:gd name="T28" fmla="*/ 119 w 344"/>
                  <a:gd name="T29" fmla="*/ 163 h 175"/>
                  <a:gd name="T30" fmla="*/ 48 w 344"/>
                  <a:gd name="T31" fmla="*/ 146 h 175"/>
                  <a:gd name="T32" fmla="*/ 23 w 344"/>
                  <a:gd name="T33" fmla="*/ 136 h 175"/>
                  <a:gd name="T34" fmla="*/ 5 w 344"/>
                  <a:gd name="T35" fmla="*/ 115 h 175"/>
                  <a:gd name="T36" fmla="*/ 0 w 344"/>
                  <a:gd name="T37" fmla="*/ 101 h 175"/>
                  <a:gd name="T38" fmla="*/ 2 w 344"/>
                  <a:gd name="T39" fmla="*/ 92 h 175"/>
                  <a:gd name="T40" fmla="*/ 8 w 344"/>
                  <a:gd name="T41" fmla="*/ 82 h 175"/>
                  <a:gd name="T42" fmla="*/ 18 w 344"/>
                  <a:gd name="T43" fmla="*/ 75 h 175"/>
                  <a:gd name="T44" fmla="*/ 38 w 344"/>
                  <a:gd name="T45" fmla="*/ 67 h 175"/>
                  <a:gd name="T46" fmla="*/ 78 w 344"/>
                  <a:gd name="T47" fmla="*/ 61 h 175"/>
                  <a:gd name="T48" fmla="*/ 90 w 344"/>
                  <a:gd name="T49" fmla="*/ 67 h 175"/>
                  <a:gd name="T50" fmla="*/ 98 w 344"/>
                  <a:gd name="T51" fmla="*/ 82 h 175"/>
                  <a:gd name="T52" fmla="*/ 104 w 344"/>
                  <a:gd name="T53" fmla="*/ 89 h 175"/>
                  <a:gd name="T54" fmla="*/ 113 w 344"/>
                  <a:gd name="T55" fmla="*/ 93 h 175"/>
                  <a:gd name="T56" fmla="*/ 125 w 344"/>
                  <a:gd name="T57" fmla="*/ 96 h 175"/>
                  <a:gd name="T58" fmla="*/ 139 w 344"/>
                  <a:gd name="T59" fmla="*/ 95 h 175"/>
                  <a:gd name="T60" fmla="*/ 155 w 344"/>
                  <a:gd name="T61" fmla="*/ 92 h 175"/>
                  <a:gd name="T62" fmla="*/ 179 w 344"/>
                  <a:gd name="T63" fmla="*/ 82 h 175"/>
                  <a:gd name="T64" fmla="*/ 209 w 344"/>
                  <a:gd name="T65" fmla="*/ 62 h 175"/>
                  <a:gd name="T66" fmla="*/ 229 w 344"/>
                  <a:gd name="T67" fmla="*/ 43 h 175"/>
                  <a:gd name="T68" fmla="*/ 239 w 344"/>
                  <a:gd name="T69" fmla="*/ 30 h 175"/>
                  <a:gd name="T70" fmla="*/ 247 w 344"/>
                  <a:gd name="T71" fmla="*/ 17 h 175"/>
                  <a:gd name="T72" fmla="*/ 257 w 344"/>
                  <a:gd name="T73" fmla="*/ 8 h 175"/>
                  <a:gd name="T74" fmla="*/ 268 w 344"/>
                  <a:gd name="T75" fmla="*/ 3 h 175"/>
                  <a:gd name="T76" fmla="*/ 280 w 344"/>
                  <a:gd name="T77" fmla="*/ 0 h 175"/>
                  <a:gd name="T78" fmla="*/ 308 w 344"/>
                  <a:gd name="T79" fmla="*/ 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44" h="175">
                    <a:moveTo>
                      <a:pt x="316" y="4"/>
                    </a:moveTo>
                    <a:lnTo>
                      <a:pt x="323" y="12"/>
                    </a:lnTo>
                    <a:lnTo>
                      <a:pt x="333" y="31"/>
                    </a:lnTo>
                    <a:lnTo>
                      <a:pt x="339" y="43"/>
                    </a:lnTo>
                    <a:lnTo>
                      <a:pt x="343" y="57"/>
                    </a:lnTo>
                    <a:lnTo>
                      <a:pt x="344" y="64"/>
                    </a:lnTo>
                    <a:lnTo>
                      <a:pt x="344" y="71"/>
                    </a:lnTo>
                    <a:lnTo>
                      <a:pt x="344" y="78"/>
                    </a:lnTo>
                    <a:lnTo>
                      <a:pt x="343" y="85"/>
                    </a:lnTo>
                    <a:lnTo>
                      <a:pt x="338" y="99"/>
                    </a:lnTo>
                    <a:lnTo>
                      <a:pt x="333" y="111"/>
                    </a:lnTo>
                    <a:lnTo>
                      <a:pt x="326" y="123"/>
                    </a:lnTo>
                    <a:lnTo>
                      <a:pt x="321" y="134"/>
                    </a:lnTo>
                    <a:lnTo>
                      <a:pt x="316" y="145"/>
                    </a:lnTo>
                    <a:lnTo>
                      <a:pt x="313" y="155"/>
                    </a:lnTo>
                    <a:lnTo>
                      <a:pt x="311" y="165"/>
                    </a:lnTo>
                    <a:lnTo>
                      <a:pt x="311" y="175"/>
                    </a:lnTo>
                    <a:lnTo>
                      <a:pt x="252" y="174"/>
                    </a:lnTo>
                    <a:lnTo>
                      <a:pt x="238" y="146"/>
                    </a:lnTo>
                    <a:lnTo>
                      <a:pt x="235" y="148"/>
                    </a:lnTo>
                    <a:lnTo>
                      <a:pt x="225" y="154"/>
                    </a:lnTo>
                    <a:lnTo>
                      <a:pt x="218" y="158"/>
                    </a:lnTo>
                    <a:lnTo>
                      <a:pt x="209" y="162"/>
                    </a:lnTo>
                    <a:lnTo>
                      <a:pt x="198" y="165"/>
                    </a:lnTo>
                    <a:lnTo>
                      <a:pt x="185" y="169"/>
                    </a:lnTo>
                    <a:lnTo>
                      <a:pt x="178" y="170"/>
                    </a:lnTo>
                    <a:lnTo>
                      <a:pt x="168" y="170"/>
                    </a:lnTo>
                    <a:lnTo>
                      <a:pt x="157" y="169"/>
                    </a:lnTo>
                    <a:lnTo>
                      <a:pt x="145" y="167"/>
                    </a:lnTo>
                    <a:lnTo>
                      <a:pt x="119" y="163"/>
                    </a:lnTo>
                    <a:lnTo>
                      <a:pt x="93" y="157"/>
                    </a:lnTo>
                    <a:lnTo>
                      <a:pt x="48" y="146"/>
                    </a:lnTo>
                    <a:lnTo>
                      <a:pt x="29" y="141"/>
                    </a:lnTo>
                    <a:lnTo>
                      <a:pt x="23" y="136"/>
                    </a:lnTo>
                    <a:lnTo>
                      <a:pt x="10" y="123"/>
                    </a:lnTo>
                    <a:lnTo>
                      <a:pt x="5" y="115"/>
                    </a:lnTo>
                    <a:lnTo>
                      <a:pt x="0" y="106"/>
                    </a:lnTo>
                    <a:lnTo>
                      <a:pt x="0" y="101"/>
                    </a:lnTo>
                    <a:lnTo>
                      <a:pt x="0" y="96"/>
                    </a:lnTo>
                    <a:lnTo>
                      <a:pt x="2" y="92"/>
                    </a:lnTo>
                    <a:lnTo>
                      <a:pt x="4" y="87"/>
                    </a:lnTo>
                    <a:lnTo>
                      <a:pt x="8" y="82"/>
                    </a:lnTo>
                    <a:lnTo>
                      <a:pt x="12" y="78"/>
                    </a:lnTo>
                    <a:lnTo>
                      <a:pt x="18" y="75"/>
                    </a:lnTo>
                    <a:lnTo>
                      <a:pt x="24" y="72"/>
                    </a:lnTo>
                    <a:lnTo>
                      <a:pt x="38" y="67"/>
                    </a:lnTo>
                    <a:lnTo>
                      <a:pt x="53" y="64"/>
                    </a:lnTo>
                    <a:lnTo>
                      <a:pt x="78" y="61"/>
                    </a:lnTo>
                    <a:lnTo>
                      <a:pt x="89" y="61"/>
                    </a:lnTo>
                    <a:lnTo>
                      <a:pt x="90" y="67"/>
                    </a:lnTo>
                    <a:lnTo>
                      <a:pt x="95" y="79"/>
                    </a:lnTo>
                    <a:lnTo>
                      <a:pt x="98" y="82"/>
                    </a:lnTo>
                    <a:lnTo>
                      <a:pt x="100" y="86"/>
                    </a:lnTo>
                    <a:lnTo>
                      <a:pt x="104" y="89"/>
                    </a:lnTo>
                    <a:lnTo>
                      <a:pt x="108" y="91"/>
                    </a:lnTo>
                    <a:lnTo>
                      <a:pt x="113" y="93"/>
                    </a:lnTo>
                    <a:lnTo>
                      <a:pt x="119" y="95"/>
                    </a:lnTo>
                    <a:lnTo>
                      <a:pt x="125" y="96"/>
                    </a:lnTo>
                    <a:lnTo>
                      <a:pt x="132" y="96"/>
                    </a:lnTo>
                    <a:lnTo>
                      <a:pt x="139" y="95"/>
                    </a:lnTo>
                    <a:lnTo>
                      <a:pt x="147" y="94"/>
                    </a:lnTo>
                    <a:lnTo>
                      <a:pt x="155" y="92"/>
                    </a:lnTo>
                    <a:lnTo>
                      <a:pt x="163" y="89"/>
                    </a:lnTo>
                    <a:lnTo>
                      <a:pt x="179" y="82"/>
                    </a:lnTo>
                    <a:lnTo>
                      <a:pt x="195" y="73"/>
                    </a:lnTo>
                    <a:lnTo>
                      <a:pt x="209" y="62"/>
                    </a:lnTo>
                    <a:lnTo>
                      <a:pt x="223" y="50"/>
                    </a:lnTo>
                    <a:lnTo>
                      <a:pt x="229" y="43"/>
                    </a:lnTo>
                    <a:lnTo>
                      <a:pt x="234" y="37"/>
                    </a:lnTo>
                    <a:lnTo>
                      <a:pt x="239" y="30"/>
                    </a:lnTo>
                    <a:lnTo>
                      <a:pt x="243" y="23"/>
                    </a:lnTo>
                    <a:lnTo>
                      <a:pt x="247" y="17"/>
                    </a:lnTo>
                    <a:lnTo>
                      <a:pt x="252" y="12"/>
                    </a:lnTo>
                    <a:lnTo>
                      <a:pt x="257" y="8"/>
                    </a:lnTo>
                    <a:lnTo>
                      <a:pt x="263" y="5"/>
                    </a:lnTo>
                    <a:lnTo>
                      <a:pt x="268" y="3"/>
                    </a:lnTo>
                    <a:lnTo>
                      <a:pt x="274" y="1"/>
                    </a:lnTo>
                    <a:lnTo>
                      <a:pt x="280" y="0"/>
                    </a:lnTo>
                    <a:lnTo>
                      <a:pt x="286" y="0"/>
                    </a:lnTo>
                    <a:lnTo>
                      <a:pt x="308" y="2"/>
                    </a:lnTo>
                    <a:lnTo>
                      <a:pt x="316" y="4"/>
                    </a:lnTo>
                    <a:close/>
                  </a:path>
                </a:pathLst>
              </a:custGeom>
              <a:solidFill>
                <a:srgbClr val="7438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2" name="Freeform 446">
                <a:extLst>
                  <a:ext uri="{FF2B5EF4-FFF2-40B4-BE49-F238E27FC236}">
                    <a16:creationId xmlns:a16="http://schemas.microsoft.com/office/drawing/2014/main" id="{002E51AB-9EC0-48AC-96B6-20646C215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176" y="5354638"/>
                <a:ext cx="179388" cy="393700"/>
              </a:xfrm>
              <a:custGeom>
                <a:avLst/>
                <a:gdLst>
                  <a:gd name="T0" fmla="*/ 299 w 562"/>
                  <a:gd name="T1" fmla="*/ 5 h 993"/>
                  <a:gd name="T2" fmla="*/ 316 w 562"/>
                  <a:gd name="T3" fmla="*/ 28 h 993"/>
                  <a:gd name="T4" fmla="*/ 331 w 562"/>
                  <a:gd name="T5" fmla="*/ 52 h 993"/>
                  <a:gd name="T6" fmla="*/ 345 w 562"/>
                  <a:gd name="T7" fmla="*/ 81 h 993"/>
                  <a:gd name="T8" fmla="*/ 352 w 562"/>
                  <a:gd name="T9" fmla="*/ 113 h 993"/>
                  <a:gd name="T10" fmla="*/ 354 w 562"/>
                  <a:gd name="T11" fmla="*/ 139 h 993"/>
                  <a:gd name="T12" fmla="*/ 351 w 562"/>
                  <a:gd name="T13" fmla="*/ 156 h 993"/>
                  <a:gd name="T14" fmla="*/ 346 w 562"/>
                  <a:gd name="T15" fmla="*/ 173 h 993"/>
                  <a:gd name="T16" fmla="*/ 337 w 562"/>
                  <a:gd name="T17" fmla="*/ 190 h 993"/>
                  <a:gd name="T18" fmla="*/ 322 w 562"/>
                  <a:gd name="T19" fmla="*/ 212 h 993"/>
                  <a:gd name="T20" fmla="*/ 306 w 562"/>
                  <a:gd name="T21" fmla="*/ 246 h 993"/>
                  <a:gd name="T22" fmla="*/ 295 w 562"/>
                  <a:gd name="T23" fmla="*/ 284 h 993"/>
                  <a:gd name="T24" fmla="*/ 287 w 562"/>
                  <a:gd name="T25" fmla="*/ 323 h 993"/>
                  <a:gd name="T26" fmla="*/ 281 w 562"/>
                  <a:gd name="T27" fmla="*/ 379 h 993"/>
                  <a:gd name="T28" fmla="*/ 280 w 562"/>
                  <a:gd name="T29" fmla="*/ 437 h 993"/>
                  <a:gd name="T30" fmla="*/ 286 w 562"/>
                  <a:gd name="T31" fmla="*/ 462 h 993"/>
                  <a:gd name="T32" fmla="*/ 324 w 562"/>
                  <a:gd name="T33" fmla="*/ 516 h 993"/>
                  <a:gd name="T34" fmla="*/ 365 w 562"/>
                  <a:gd name="T35" fmla="*/ 586 h 993"/>
                  <a:gd name="T36" fmla="*/ 420 w 562"/>
                  <a:gd name="T37" fmla="*/ 685 h 993"/>
                  <a:gd name="T38" fmla="*/ 487 w 562"/>
                  <a:gd name="T39" fmla="*/ 802 h 993"/>
                  <a:gd name="T40" fmla="*/ 531 w 562"/>
                  <a:gd name="T41" fmla="*/ 875 h 993"/>
                  <a:gd name="T42" fmla="*/ 554 w 562"/>
                  <a:gd name="T43" fmla="*/ 908 h 993"/>
                  <a:gd name="T44" fmla="*/ 559 w 562"/>
                  <a:gd name="T45" fmla="*/ 921 h 993"/>
                  <a:gd name="T46" fmla="*/ 530 w 562"/>
                  <a:gd name="T47" fmla="*/ 947 h 993"/>
                  <a:gd name="T48" fmla="*/ 495 w 562"/>
                  <a:gd name="T49" fmla="*/ 971 h 993"/>
                  <a:gd name="T50" fmla="*/ 469 w 562"/>
                  <a:gd name="T51" fmla="*/ 984 h 993"/>
                  <a:gd name="T52" fmla="*/ 446 w 562"/>
                  <a:gd name="T53" fmla="*/ 991 h 993"/>
                  <a:gd name="T54" fmla="*/ 431 w 562"/>
                  <a:gd name="T55" fmla="*/ 993 h 993"/>
                  <a:gd name="T56" fmla="*/ 416 w 562"/>
                  <a:gd name="T57" fmla="*/ 993 h 993"/>
                  <a:gd name="T58" fmla="*/ 401 w 562"/>
                  <a:gd name="T59" fmla="*/ 990 h 993"/>
                  <a:gd name="T60" fmla="*/ 381 w 562"/>
                  <a:gd name="T61" fmla="*/ 971 h 993"/>
                  <a:gd name="T62" fmla="*/ 297 w 562"/>
                  <a:gd name="T63" fmla="*/ 864 h 993"/>
                  <a:gd name="T64" fmla="*/ 176 w 562"/>
                  <a:gd name="T65" fmla="*/ 716 h 993"/>
                  <a:gd name="T66" fmla="*/ 93 w 562"/>
                  <a:gd name="T67" fmla="*/ 618 h 993"/>
                  <a:gd name="T68" fmla="*/ 51 w 562"/>
                  <a:gd name="T69" fmla="*/ 576 h 993"/>
                  <a:gd name="T70" fmla="*/ 31 w 562"/>
                  <a:gd name="T71" fmla="*/ 560 h 993"/>
                  <a:gd name="T72" fmla="*/ 21 w 562"/>
                  <a:gd name="T73" fmla="*/ 547 h 993"/>
                  <a:gd name="T74" fmla="*/ 14 w 562"/>
                  <a:gd name="T75" fmla="*/ 529 h 993"/>
                  <a:gd name="T76" fmla="*/ 9 w 562"/>
                  <a:gd name="T77" fmla="*/ 507 h 993"/>
                  <a:gd name="T78" fmla="*/ 3 w 562"/>
                  <a:gd name="T79" fmla="*/ 469 h 993"/>
                  <a:gd name="T80" fmla="*/ 0 w 562"/>
                  <a:gd name="T81" fmla="*/ 410 h 993"/>
                  <a:gd name="T82" fmla="*/ 1 w 562"/>
                  <a:gd name="T83" fmla="*/ 323 h 993"/>
                  <a:gd name="T84" fmla="*/ 8 w 562"/>
                  <a:gd name="T85" fmla="*/ 239 h 993"/>
                  <a:gd name="T86" fmla="*/ 58 w 562"/>
                  <a:gd name="T87" fmla="*/ 101 h 9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62" h="993">
                    <a:moveTo>
                      <a:pt x="295" y="0"/>
                    </a:moveTo>
                    <a:lnTo>
                      <a:pt x="299" y="5"/>
                    </a:lnTo>
                    <a:lnTo>
                      <a:pt x="310" y="19"/>
                    </a:lnTo>
                    <a:lnTo>
                      <a:pt x="316" y="28"/>
                    </a:lnTo>
                    <a:lnTo>
                      <a:pt x="324" y="40"/>
                    </a:lnTo>
                    <a:lnTo>
                      <a:pt x="331" y="52"/>
                    </a:lnTo>
                    <a:lnTo>
                      <a:pt x="339" y="66"/>
                    </a:lnTo>
                    <a:lnTo>
                      <a:pt x="345" y="81"/>
                    </a:lnTo>
                    <a:lnTo>
                      <a:pt x="350" y="97"/>
                    </a:lnTo>
                    <a:lnTo>
                      <a:pt x="352" y="113"/>
                    </a:lnTo>
                    <a:lnTo>
                      <a:pt x="354" y="130"/>
                    </a:lnTo>
                    <a:lnTo>
                      <a:pt x="354" y="139"/>
                    </a:lnTo>
                    <a:lnTo>
                      <a:pt x="354" y="147"/>
                    </a:lnTo>
                    <a:lnTo>
                      <a:pt x="351" y="156"/>
                    </a:lnTo>
                    <a:lnTo>
                      <a:pt x="350" y="164"/>
                    </a:lnTo>
                    <a:lnTo>
                      <a:pt x="346" y="173"/>
                    </a:lnTo>
                    <a:lnTo>
                      <a:pt x="342" y="181"/>
                    </a:lnTo>
                    <a:lnTo>
                      <a:pt x="337" y="190"/>
                    </a:lnTo>
                    <a:lnTo>
                      <a:pt x="332" y="198"/>
                    </a:lnTo>
                    <a:lnTo>
                      <a:pt x="322" y="212"/>
                    </a:lnTo>
                    <a:lnTo>
                      <a:pt x="314" y="229"/>
                    </a:lnTo>
                    <a:lnTo>
                      <a:pt x="306" y="246"/>
                    </a:lnTo>
                    <a:lnTo>
                      <a:pt x="300" y="265"/>
                    </a:lnTo>
                    <a:lnTo>
                      <a:pt x="295" y="284"/>
                    </a:lnTo>
                    <a:lnTo>
                      <a:pt x="290" y="303"/>
                    </a:lnTo>
                    <a:lnTo>
                      <a:pt x="287" y="323"/>
                    </a:lnTo>
                    <a:lnTo>
                      <a:pt x="285" y="342"/>
                    </a:lnTo>
                    <a:lnTo>
                      <a:pt x="281" y="379"/>
                    </a:lnTo>
                    <a:lnTo>
                      <a:pt x="280" y="411"/>
                    </a:lnTo>
                    <a:lnTo>
                      <a:pt x="280" y="437"/>
                    </a:lnTo>
                    <a:lnTo>
                      <a:pt x="281" y="454"/>
                    </a:lnTo>
                    <a:lnTo>
                      <a:pt x="286" y="462"/>
                    </a:lnTo>
                    <a:lnTo>
                      <a:pt x="302" y="484"/>
                    </a:lnTo>
                    <a:lnTo>
                      <a:pt x="324" y="516"/>
                    </a:lnTo>
                    <a:lnTo>
                      <a:pt x="347" y="556"/>
                    </a:lnTo>
                    <a:lnTo>
                      <a:pt x="365" y="586"/>
                    </a:lnTo>
                    <a:lnTo>
                      <a:pt x="390" y="630"/>
                    </a:lnTo>
                    <a:lnTo>
                      <a:pt x="420" y="685"/>
                    </a:lnTo>
                    <a:lnTo>
                      <a:pt x="454" y="744"/>
                    </a:lnTo>
                    <a:lnTo>
                      <a:pt x="487" y="802"/>
                    </a:lnTo>
                    <a:lnTo>
                      <a:pt x="517" y="853"/>
                    </a:lnTo>
                    <a:lnTo>
                      <a:pt x="531" y="875"/>
                    </a:lnTo>
                    <a:lnTo>
                      <a:pt x="544" y="894"/>
                    </a:lnTo>
                    <a:lnTo>
                      <a:pt x="554" y="908"/>
                    </a:lnTo>
                    <a:lnTo>
                      <a:pt x="562" y="917"/>
                    </a:lnTo>
                    <a:lnTo>
                      <a:pt x="559" y="921"/>
                    </a:lnTo>
                    <a:lnTo>
                      <a:pt x="547" y="932"/>
                    </a:lnTo>
                    <a:lnTo>
                      <a:pt x="530" y="947"/>
                    </a:lnTo>
                    <a:lnTo>
                      <a:pt x="507" y="963"/>
                    </a:lnTo>
                    <a:lnTo>
                      <a:pt x="495" y="971"/>
                    </a:lnTo>
                    <a:lnTo>
                      <a:pt x="482" y="978"/>
                    </a:lnTo>
                    <a:lnTo>
                      <a:pt x="469" y="984"/>
                    </a:lnTo>
                    <a:lnTo>
                      <a:pt x="454" y="989"/>
                    </a:lnTo>
                    <a:lnTo>
                      <a:pt x="446" y="991"/>
                    </a:lnTo>
                    <a:lnTo>
                      <a:pt x="439" y="992"/>
                    </a:lnTo>
                    <a:lnTo>
                      <a:pt x="431" y="993"/>
                    </a:lnTo>
                    <a:lnTo>
                      <a:pt x="424" y="993"/>
                    </a:lnTo>
                    <a:lnTo>
                      <a:pt x="416" y="993"/>
                    </a:lnTo>
                    <a:lnTo>
                      <a:pt x="409" y="992"/>
                    </a:lnTo>
                    <a:lnTo>
                      <a:pt x="401" y="990"/>
                    </a:lnTo>
                    <a:lnTo>
                      <a:pt x="394" y="988"/>
                    </a:lnTo>
                    <a:lnTo>
                      <a:pt x="381" y="971"/>
                    </a:lnTo>
                    <a:lnTo>
                      <a:pt x="346" y="927"/>
                    </a:lnTo>
                    <a:lnTo>
                      <a:pt x="297" y="864"/>
                    </a:lnTo>
                    <a:lnTo>
                      <a:pt x="239" y="791"/>
                    </a:lnTo>
                    <a:lnTo>
                      <a:pt x="176" y="716"/>
                    </a:lnTo>
                    <a:lnTo>
                      <a:pt x="119" y="647"/>
                    </a:lnTo>
                    <a:lnTo>
                      <a:pt x="93" y="618"/>
                    </a:lnTo>
                    <a:lnTo>
                      <a:pt x="70" y="594"/>
                    </a:lnTo>
                    <a:lnTo>
                      <a:pt x="51" y="576"/>
                    </a:lnTo>
                    <a:lnTo>
                      <a:pt x="36" y="564"/>
                    </a:lnTo>
                    <a:lnTo>
                      <a:pt x="31" y="560"/>
                    </a:lnTo>
                    <a:lnTo>
                      <a:pt x="26" y="554"/>
                    </a:lnTo>
                    <a:lnTo>
                      <a:pt x="21" y="547"/>
                    </a:lnTo>
                    <a:lnTo>
                      <a:pt x="18" y="539"/>
                    </a:lnTo>
                    <a:lnTo>
                      <a:pt x="14" y="529"/>
                    </a:lnTo>
                    <a:lnTo>
                      <a:pt x="11" y="519"/>
                    </a:lnTo>
                    <a:lnTo>
                      <a:pt x="9" y="507"/>
                    </a:lnTo>
                    <a:lnTo>
                      <a:pt x="6" y="495"/>
                    </a:lnTo>
                    <a:lnTo>
                      <a:pt x="3" y="469"/>
                    </a:lnTo>
                    <a:lnTo>
                      <a:pt x="1" y="440"/>
                    </a:lnTo>
                    <a:lnTo>
                      <a:pt x="0" y="410"/>
                    </a:lnTo>
                    <a:lnTo>
                      <a:pt x="0" y="380"/>
                    </a:lnTo>
                    <a:lnTo>
                      <a:pt x="1" y="323"/>
                    </a:lnTo>
                    <a:lnTo>
                      <a:pt x="4" y="273"/>
                    </a:lnTo>
                    <a:lnTo>
                      <a:pt x="8" y="239"/>
                    </a:lnTo>
                    <a:lnTo>
                      <a:pt x="9" y="226"/>
                    </a:lnTo>
                    <a:lnTo>
                      <a:pt x="58" y="101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rgbClr val="DF8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3" name="Freeform 447">
                <a:extLst>
                  <a:ext uri="{FF2B5EF4-FFF2-40B4-BE49-F238E27FC236}">
                    <a16:creationId xmlns:a16="http://schemas.microsoft.com/office/drawing/2014/main" id="{664DE84E-669A-4FCA-A5E5-60B389C26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4113" y="5380038"/>
                <a:ext cx="163513" cy="428625"/>
              </a:xfrm>
              <a:custGeom>
                <a:avLst/>
                <a:gdLst>
                  <a:gd name="T0" fmla="*/ 159 w 516"/>
                  <a:gd name="T1" fmla="*/ 133 h 1078"/>
                  <a:gd name="T2" fmla="*/ 121 w 516"/>
                  <a:gd name="T3" fmla="*/ 202 h 1078"/>
                  <a:gd name="T4" fmla="*/ 67 w 516"/>
                  <a:gd name="T5" fmla="*/ 304 h 1078"/>
                  <a:gd name="T6" fmla="*/ 31 w 516"/>
                  <a:gd name="T7" fmla="*/ 381 h 1078"/>
                  <a:gd name="T8" fmla="*/ 13 w 516"/>
                  <a:gd name="T9" fmla="*/ 422 h 1078"/>
                  <a:gd name="T10" fmla="*/ 6 w 516"/>
                  <a:gd name="T11" fmla="*/ 454 h 1078"/>
                  <a:gd name="T12" fmla="*/ 1 w 516"/>
                  <a:gd name="T13" fmla="*/ 486 h 1078"/>
                  <a:gd name="T14" fmla="*/ 1 w 516"/>
                  <a:gd name="T15" fmla="*/ 540 h 1078"/>
                  <a:gd name="T16" fmla="*/ 5 w 516"/>
                  <a:gd name="T17" fmla="*/ 619 h 1078"/>
                  <a:gd name="T18" fmla="*/ 8 w 516"/>
                  <a:gd name="T19" fmla="*/ 706 h 1078"/>
                  <a:gd name="T20" fmla="*/ 7 w 516"/>
                  <a:gd name="T21" fmla="*/ 800 h 1078"/>
                  <a:gd name="T22" fmla="*/ 5 w 516"/>
                  <a:gd name="T23" fmla="*/ 901 h 1078"/>
                  <a:gd name="T24" fmla="*/ 2 w 516"/>
                  <a:gd name="T25" fmla="*/ 990 h 1078"/>
                  <a:gd name="T26" fmla="*/ 1 w 516"/>
                  <a:gd name="T27" fmla="*/ 1045 h 1078"/>
                  <a:gd name="T28" fmla="*/ 5 w 516"/>
                  <a:gd name="T29" fmla="*/ 1055 h 1078"/>
                  <a:gd name="T30" fmla="*/ 36 w 516"/>
                  <a:gd name="T31" fmla="*/ 1065 h 1078"/>
                  <a:gd name="T32" fmla="*/ 73 w 516"/>
                  <a:gd name="T33" fmla="*/ 1073 h 1078"/>
                  <a:gd name="T34" fmla="*/ 102 w 516"/>
                  <a:gd name="T35" fmla="*/ 1077 h 1078"/>
                  <a:gd name="T36" fmla="*/ 131 w 516"/>
                  <a:gd name="T37" fmla="*/ 1078 h 1078"/>
                  <a:gd name="T38" fmla="*/ 159 w 516"/>
                  <a:gd name="T39" fmla="*/ 1074 h 1078"/>
                  <a:gd name="T40" fmla="*/ 169 w 516"/>
                  <a:gd name="T41" fmla="*/ 1060 h 1078"/>
                  <a:gd name="T42" fmla="*/ 164 w 516"/>
                  <a:gd name="T43" fmla="*/ 1015 h 1078"/>
                  <a:gd name="T44" fmla="*/ 167 w 516"/>
                  <a:gd name="T45" fmla="*/ 983 h 1078"/>
                  <a:gd name="T46" fmla="*/ 172 w 516"/>
                  <a:gd name="T47" fmla="*/ 958 h 1078"/>
                  <a:gd name="T48" fmla="*/ 186 w 516"/>
                  <a:gd name="T49" fmla="*/ 911 h 1078"/>
                  <a:gd name="T50" fmla="*/ 209 w 516"/>
                  <a:gd name="T51" fmla="*/ 805 h 1078"/>
                  <a:gd name="T52" fmla="*/ 224 w 516"/>
                  <a:gd name="T53" fmla="*/ 708 h 1078"/>
                  <a:gd name="T54" fmla="*/ 232 w 516"/>
                  <a:gd name="T55" fmla="*/ 644 h 1078"/>
                  <a:gd name="T56" fmla="*/ 234 w 516"/>
                  <a:gd name="T57" fmla="*/ 583 h 1078"/>
                  <a:gd name="T58" fmla="*/ 232 w 516"/>
                  <a:gd name="T59" fmla="*/ 531 h 1078"/>
                  <a:gd name="T60" fmla="*/ 233 w 516"/>
                  <a:gd name="T61" fmla="*/ 501 h 1078"/>
                  <a:gd name="T62" fmla="*/ 271 w 516"/>
                  <a:gd name="T63" fmla="*/ 446 h 1078"/>
                  <a:gd name="T64" fmla="*/ 329 w 516"/>
                  <a:gd name="T65" fmla="*/ 368 h 1078"/>
                  <a:gd name="T66" fmla="*/ 376 w 516"/>
                  <a:gd name="T67" fmla="*/ 314 h 1078"/>
                  <a:gd name="T68" fmla="*/ 404 w 516"/>
                  <a:gd name="T69" fmla="*/ 289 h 1078"/>
                  <a:gd name="T70" fmla="*/ 428 w 516"/>
                  <a:gd name="T71" fmla="*/ 274 h 1078"/>
                  <a:gd name="T72" fmla="*/ 452 w 516"/>
                  <a:gd name="T73" fmla="*/ 254 h 1078"/>
                  <a:gd name="T74" fmla="*/ 473 w 516"/>
                  <a:gd name="T75" fmla="*/ 229 h 1078"/>
                  <a:gd name="T76" fmla="*/ 492 w 516"/>
                  <a:gd name="T77" fmla="*/ 200 h 1078"/>
                  <a:gd name="T78" fmla="*/ 506 w 516"/>
                  <a:gd name="T79" fmla="*/ 166 h 1078"/>
                  <a:gd name="T80" fmla="*/ 514 w 516"/>
                  <a:gd name="T81" fmla="*/ 129 h 1078"/>
                  <a:gd name="T82" fmla="*/ 516 w 516"/>
                  <a:gd name="T83" fmla="*/ 91 h 1078"/>
                  <a:gd name="T84" fmla="*/ 508 w 516"/>
                  <a:gd name="T85" fmla="*/ 51 h 1078"/>
                  <a:gd name="T86" fmla="*/ 496 w 516"/>
                  <a:gd name="T87" fmla="*/ 22 h 1078"/>
                  <a:gd name="T88" fmla="*/ 482 w 516"/>
                  <a:gd name="T89" fmla="*/ 9 h 1078"/>
                  <a:gd name="T90" fmla="*/ 463 w 516"/>
                  <a:gd name="T91" fmla="*/ 2 h 1078"/>
                  <a:gd name="T92" fmla="*/ 441 w 516"/>
                  <a:gd name="T93" fmla="*/ 0 h 1078"/>
                  <a:gd name="T94" fmla="*/ 416 w 516"/>
                  <a:gd name="T95" fmla="*/ 2 h 1078"/>
                  <a:gd name="T96" fmla="*/ 388 w 516"/>
                  <a:gd name="T97" fmla="*/ 9 h 1078"/>
                  <a:gd name="T98" fmla="*/ 346 w 516"/>
                  <a:gd name="T99" fmla="*/ 24 h 1078"/>
                  <a:gd name="T100" fmla="*/ 287 w 516"/>
                  <a:gd name="T101" fmla="*/ 51 h 1078"/>
                  <a:gd name="T102" fmla="*/ 233 w 516"/>
                  <a:gd name="T103" fmla="*/ 80 h 1078"/>
                  <a:gd name="T104" fmla="*/ 178 w 516"/>
                  <a:gd name="T105" fmla="*/ 114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16" h="1078">
                    <a:moveTo>
                      <a:pt x="166" y="123"/>
                    </a:moveTo>
                    <a:lnTo>
                      <a:pt x="159" y="133"/>
                    </a:lnTo>
                    <a:lnTo>
                      <a:pt x="143" y="161"/>
                    </a:lnTo>
                    <a:lnTo>
                      <a:pt x="121" y="202"/>
                    </a:lnTo>
                    <a:lnTo>
                      <a:pt x="94" y="251"/>
                    </a:lnTo>
                    <a:lnTo>
                      <a:pt x="67" y="304"/>
                    </a:lnTo>
                    <a:lnTo>
                      <a:pt x="42" y="356"/>
                    </a:lnTo>
                    <a:lnTo>
                      <a:pt x="31" y="381"/>
                    </a:lnTo>
                    <a:lnTo>
                      <a:pt x="21" y="403"/>
                    </a:lnTo>
                    <a:lnTo>
                      <a:pt x="13" y="422"/>
                    </a:lnTo>
                    <a:lnTo>
                      <a:pt x="8" y="439"/>
                    </a:lnTo>
                    <a:lnTo>
                      <a:pt x="6" y="454"/>
                    </a:lnTo>
                    <a:lnTo>
                      <a:pt x="3" y="470"/>
                    </a:lnTo>
                    <a:lnTo>
                      <a:pt x="1" y="486"/>
                    </a:lnTo>
                    <a:lnTo>
                      <a:pt x="1" y="503"/>
                    </a:lnTo>
                    <a:lnTo>
                      <a:pt x="1" y="540"/>
                    </a:lnTo>
                    <a:lnTo>
                      <a:pt x="2" y="578"/>
                    </a:lnTo>
                    <a:lnTo>
                      <a:pt x="5" y="619"/>
                    </a:lnTo>
                    <a:lnTo>
                      <a:pt x="7" y="662"/>
                    </a:lnTo>
                    <a:lnTo>
                      <a:pt x="8" y="706"/>
                    </a:lnTo>
                    <a:lnTo>
                      <a:pt x="8" y="751"/>
                    </a:lnTo>
                    <a:lnTo>
                      <a:pt x="7" y="800"/>
                    </a:lnTo>
                    <a:lnTo>
                      <a:pt x="6" y="850"/>
                    </a:lnTo>
                    <a:lnTo>
                      <a:pt x="5" y="901"/>
                    </a:lnTo>
                    <a:lnTo>
                      <a:pt x="3" y="948"/>
                    </a:lnTo>
                    <a:lnTo>
                      <a:pt x="2" y="990"/>
                    </a:lnTo>
                    <a:lnTo>
                      <a:pt x="1" y="1023"/>
                    </a:lnTo>
                    <a:lnTo>
                      <a:pt x="1" y="1045"/>
                    </a:lnTo>
                    <a:lnTo>
                      <a:pt x="0" y="1053"/>
                    </a:lnTo>
                    <a:lnTo>
                      <a:pt x="5" y="1055"/>
                    </a:lnTo>
                    <a:lnTo>
                      <a:pt x="17" y="1059"/>
                    </a:lnTo>
                    <a:lnTo>
                      <a:pt x="36" y="1065"/>
                    </a:lnTo>
                    <a:lnTo>
                      <a:pt x="61" y="1071"/>
                    </a:lnTo>
                    <a:lnTo>
                      <a:pt x="73" y="1073"/>
                    </a:lnTo>
                    <a:lnTo>
                      <a:pt x="87" y="1076"/>
                    </a:lnTo>
                    <a:lnTo>
                      <a:pt x="102" y="1077"/>
                    </a:lnTo>
                    <a:lnTo>
                      <a:pt x="116" y="1078"/>
                    </a:lnTo>
                    <a:lnTo>
                      <a:pt x="131" y="1078"/>
                    </a:lnTo>
                    <a:lnTo>
                      <a:pt x="146" y="1076"/>
                    </a:lnTo>
                    <a:lnTo>
                      <a:pt x="159" y="1074"/>
                    </a:lnTo>
                    <a:lnTo>
                      <a:pt x="173" y="1070"/>
                    </a:lnTo>
                    <a:lnTo>
                      <a:pt x="169" y="1060"/>
                    </a:lnTo>
                    <a:lnTo>
                      <a:pt x="164" y="1034"/>
                    </a:lnTo>
                    <a:lnTo>
                      <a:pt x="164" y="1015"/>
                    </a:lnTo>
                    <a:lnTo>
                      <a:pt x="164" y="994"/>
                    </a:lnTo>
                    <a:lnTo>
                      <a:pt x="167" y="983"/>
                    </a:lnTo>
                    <a:lnTo>
                      <a:pt x="168" y="971"/>
                    </a:lnTo>
                    <a:lnTo>
                      <a:pt x="172" y="958"/>
                    </a:lnTo>
                    <a:lnTo>
                      <a:pt x="176" y="945"/>
                    </a:lnTo>
                    <a:lnTo>
                      <a:pt x="186" y="911"/>
                    </a:lnTo>
                    <a:lnTo>
                      <a:pt x="198" y="863"/>
                    </a:lnTo>
                    <a:lnTo>
                      <a:pt x="209" y="805"/>
                    </a:lnTo>
                    <a:lnTo>
                      <a:pt x="221" y="741"/>
                    </a:lnTo>
                    <a:lnTo>
                      <a:pt x="224" y="708"/>
                    </a:lnTo>
                    <a:lnTo>
                      <a:pt x="228" y="676"/>
                    </a:lnTo>
                    <a:lnTo>
                      <a:pt x="232" y="644"/>
                    </a:lnTo>
                    <a:lnTo>
                      <a:pt x="233" y="613"/>
                    </a:lnTo>
                    <a:lnTo>
                      <a:pt x="234" y="583"/>
                    </a:lnTo>
                    <a:lnTo>
                      <a:pt x="233" y="556"/>
                    </a:lnTo>
                    <a:lnTo>
                      <a:pt x="232" y="531"/>
                    </a:lnTo>
                    <a:lnTo>
                      <a:pt x="228" y="510"/>
                    </a:lnTo>
                    <a:lnTo>
                      <a:pt x="233" y="501"/>
                    </a:lnTo>
                    <a:lnTo>
                      <a:pt x="248" y="479"/>
                    </a:lnTo>
                    <a:lnTo>
                      <a:pt x="271" y="446"/>
                    </a:lnTo>
                    <a:lnTo>
                      <a:pt x="298" y="408"/>
                    </a:lnTo>
                    <a:lnTo>
                      <a:pt x="329" y="368"/>
                    </a:lnTo>
                    <a:lnTo>
                      <a:pt x="361" y="331"/>
                    </a:lnTo>
                    <a:lnTo>
                      <a:pt x="376" y="314"/>
                    </a:lnTo>
                    <a:lnTo>
                      <a:pt x="391" y="300"/>
                    </a:lnTo>
                    <a:lnTo>
                      <a:pt x="404" y="289"/>
                    </a:lnTo>
                    <a:lnTo>
                      <a:pt x="417" y="281"/>
                    </a:lnTo>
                    <a:lnTo>
                      <a:pt x="428" y="274"/>
                    </a:lnTo>
                    <a:lnTo>
                      <a:pt x="439" y="265"/>
                    </a:lnTo>
                    <a:lnTo>
                      <a:pt x="452" y="254"/>
                    </a:lnTo>
                    <a:lnTo>
                      <a:pt x="462" y="242"/>
                    </a:lnTo>
                    <a:lnTo>
                      <a:pt x="473" y="229"/>
                    </a:lnTo>
                    <a:lnTo>
                      <a:pt x="483" y="215"/>
                    </a:lnTo>
                    <a:lnTo>
                      <a:pt x="492" y="200"/>
                    </a:lnTo>
                    <a:lnTo>
                      <a:pt x="499" y="183"/>
                    </a:lnTo>
                    <a:lnTo>
                      <a:pt x="506" y="166"/>
                    </a:lnTo>
                    <a:lnTo>
                      <a:pt x="511" y="148"/>
                    </a:lnTo>
                    <a:lnTo>
                      <a:pt x="514" y="129"/>
                    </a:lnTo>
                    <a:lnTo>
                      <a:pt x="516" y="110"/>
                    </a:lnTo>
                    <a:lnTo>
                      <a:pt x="516" y="91"/>
                    </a:lnTo>
                    <a:lnTo>
                      <a:pt x="513" y="71"/>
                    </a:lnTo>
                    <a:lnTo>
                      <a:pt x="508" y="51"/>
                    </a:lnTo>
                    <a:lnTo>
                      <a:pt x="501" y="31"/>
                    </a:lnTo>
                    <a:lnTo>
                      <a:pt x="496" y="22"/>
                    </a:lnTo>
                    <a:lnTo>
                      <a:pt x="489" y="15"/>
                    </a:lnTo>
                    <a:lnTo>
                      <a:pt x="482" y="9"/>
                    </a:lnTo>
                    <a:lnTo>
                      <a:pt x="473" y="5"/>
                    </a:lnTo>
                    <a:lnTo>
                      <a:pt x="463" y="2"/>
                    </a:lnTo>
                    <a:lnTo>
                      <a:pt x="453" y="0"/>
                    </a:lnTo>
                    <a:lnTo>
                      <a:pt x="441" y="0"/>
                    </a:lnTo>
                    <a:lnTo>
                      <a:pt x="429" y="1"/>
                    </a:lnTo>
                    <a:lnTo>
                      <a:pt x="416" y="2"/>
                    </a:lnTo>
                    <a:lnTo>
                      <a:pt x="403" y="5"/>
                    </a:lnTo>
                    <a:lnTo>
                      <a:pt x="388" y="9"/>
                    </a:lnTo>
                    <a:lnTo>
                      <a:pt x="374" y="13"/>
                    </a:lnTo>
                    <a:lnTo>
                      <a:pt x="346" y="24"/>
                    </a:lnTo>
                    <a:lnTo>
                      <a:pt x="316" y="37"/>
                    </a:lnTo>
                    <a:lnTo>
                      <a:pt x="287" y="51"/>
                    </a:lnTo>
                    <a:lnTo>
                      <a:pt x="259" y="66"/>
                    </a:lnTo>
                    <a:lnTo>
                      <a:pt x="233" y="80"/>
                    </a:lnTo>
                    <a:lnTo>
                      <a:pt x="211" y="93"/>
                    </a:lnTo>
                    <a:lnTo>
                      <a:pt x="178" y="114"/>
                    </a:lnTo>
                    <a:lnTo>
                      <a:pt x="166" y="123"/>
                    </a:lnTo>
                    <a:close/>
                  </a:path>
                </a:pathLst>
              </a:custGeom>
              <a:solidFill>
                <a:srgbClr val="F693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4" name="Freeform 448">
                <a:extLst>
                  <a:ext uri="{FF2B5EF4-FFF2-40B4-BE49-F238E27FC236}">
                    <a16:creationId xmlns:a16="http://schemas.microsoft.com/office/drawing/2014/main" id="{37BC422F-36FE-40F6-96D4-324143539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413" y="5116513"/>
                <a:ext cx="41275" cy="34925"/>
              </a:xfrm>
              <a:custGeom>
                <a:avLst/>
                <a:gdLst>
                  <a:gd name="T0" fmla="*/ 114 w 129"/>
                  <a:gd name="T1" fmla="*/ 0 h 88"/>
                  <a:gd name="T2" fmla="*/ 129 w 129"/>
                  <a:gd name="T3" fmla="*/ 67 h 88"/>
                  <a:gd name="T4" fmla="*/ 10 w 129"/>
                  <a:gd name="T5" fmla="*/ 88 h 88"/>
                  <a:gd name="T6" fmla="*/ 0 w 129"/>
                  <a:gd name="T7" fmla="*/ 24 h 88"/>
                  <a:gd name="T8" fmla="*/ 114 w 129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88">
                    <a:moveTo>
                      <a:pt x="114" y="0"/>
                    </a:moveTo>
                    <a:lnTo>
                      <a:pt x="129" y="67"/>
                    </a:lnTo>
                    <a:lnTo>
                      <a:pt x="10" y="88"/>
                    </a:lnTo>
                    <a:lnTo>
                      <a:pt x="0" y="24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F4D6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5" name="Freeform 449">
                <a:extLst>
                  <a:ext uri="{FF2B5EF4-FFF2-40B4-BE49-F238E27FC236}">
                    <a16:creationId xmlns:a16="http://schemas.microsoft.com/office/drawing/2014/main" id="{8417D555-0FBE-4F51-8DE3-7C185B475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913" y="5138738"/>
                <a:ext cx="179388" cy="301625"/>
              </a:xfrm>
              <a:custGeom>
                <a:avLst/>
                <a:gdLst>
                  <a:gd name="T0" fmla="*/ 491 w 563"/>
                  <a:gd name="T1" fmla="*/ 69 h 759"/>
                  <a:gd name="T2" fmla="*/ 469 w 563"/>
                  <a:gd name="T3" fmla="*/ 50 h 759"/>
                  <a:gd name="T4" fmla="*/ 436 w 563"/>
                  <a:gd name="T5" fmla="*/ 30 h 759"/>
                  <a:gd name="T6" fmla="*/ 409 w 563"/>
                  <a:gd name="T7" fmla="*/ 18 h 759"/>
                  <a:gd name="T8" fmla="*/ 375 w 563"/>
                  <a:gd name="T9" fmla="*/ 8 h 759"/>
                  <a:gd name="T10" fmla="*/ 337 w 563"/>
                  <a:gd name="T11" fmla="*/ 1 h 759"/>
                  <a:gd name="T12" fmla="*/ 294 w 563"/>
                  <a:gd name="T13" fmla="*/ 1 h 759"/>
                  <a:gd name="T14" fmla="*/ 252 w 563"/>
                  <a:gd name="T15" fmla="*/ 6 h 759"/>
                  <a:gd name="T16" fmla="*/ 212 w 563"/>
                  <a:gd name="T17" fmla="*/ 16 h 759"/>
                  <a:gd name="T18" fmla="*/ 174 w 563"/>
                  <a:gd name="T19" fmla="*/ 30 h 759"/>
                  <a:gd name="T20" fmla="*/ 140 w 563"/>
                  <a:gd name="T21" fmla="*/ 47 h 759"/>
                  <a:gd name="T22" fmla="*/ 110 w 563"/>
                  <a:gd name="T23" fmla="*/ 65 h 759"/>
                  <a:gd name="T24" fmla="*/ 87 w 563"/>
                  <a:gd name="T25" fmla="*/ 85 h 759"/>
                  <a:gd name="T26" fmla="*/ 68 w 563"/>
                  <a:gd name="T27" fmla="*/ 105 h 759"/>
                  <a:gd name="T28" fmla="*/ 54 w 563"/>
                  <a:gd name="T29" fmla="*/ 123 h 759"/>
                  <a:gd name="T30" fmla="*/ 44 w 563"/>
                  <a:gd name="T31" fmla="*/ 134 h 759"/>
                  <a:gd name="T32" fmla="*/ 37 w 563"/>
                  <a:gd name="T33" fmla="*/ 140 h 759"/>
                  <a:gd name="T34" fmla="*/ 34 w 563"/>
                  <a:gd name="T35" fmla="*/ 145 h 759"/>
                  <a:gd name="T36" fmla="*/ 37 w 563"/>
                  <a:gd name="T37" fmla="*/ 161 h 759"/>
                  <a:gd name="T38" fmla="*/ 58 w 563"/>
                  <a:gd name="T39" fmla="*/ 218 h 759"/>
                  <a:gd name="T40" fmla="*/ 85 w 563"/>
                  <a:gd name="T41" fmla="*/ 304 h 759"/>
                  <a:gd name="T42" fmla="*/ 97 w 563"/>
                  <a:gd name="T43" fmla="*/ 367 h 759"/>
                  <a:gd name="T44" fmla="*/ 100 w 563"/>
                  <a:gd name="T45" fmla="*/ 429 h 759"/>
                  <a:gd name="T46" fmla="*/ 97 w 563"/>
                  <a:gd name="T47" fmla="*/ 488 h 759"/>
                  <a:gd name="T48" fmla="*/ 87 w 563"/>
                  <a:gd name="T49" fmla="*/ 542 h 759"/>
                  <a:gd name="T50" fmla="*/ 73 w 563"/>
                  <a:gd name="T51" fmla="*/ 591 h 759"/>
                  <a:gd name="T52" fmla="*/ 55 w 563"/>
                  <a:gd name="T53" fmla="*/ 633 h 759"/>
                  <a:gd name="T54" fmla="*/ 35 w 563"/>
                  <a:gd name="T55" fmla="*/ 667 h 759"/>
                  <a:gd name="T56" fmla="*/ 15 w 563"/>
                  <a:gd name="T57" fmla="*/ 693 h 759"/>
                  <a:gd name="T58" fmla="*/ 4 w 563"/>
                  <a:gd name="T59" fmla="*/ 711 h 759"/>
                  <a:gd name="T60" fmla="*/ 0 w 563"/>
                  <a:gd name="T61" fmla="*/ 725 h 759"/>
                  <a:gd name="T62" fmla="*/ 2 w 563"/>
                  <a:gd name="T63" fmla="*/ 733 h 759"/>
                  <a:gd name="T64" fmla="*/ 7 w 563"/>
                  <a:gd name="T65" fmla="*/ 738 h 759"/>
                  <a:gd name="T66" fmla="*/ 14 w 563"/>
                  <a:gd name="T67" fmla="*/ 740 h 759"/>
                  <a:gd name="T68" fmla="*/ 23 w 563"/>
                  <a:gd name="T69" fmla="*/ 741 h 759"/>
                  <a:gd name="T70" fmla="*/ 42 w 563"/>
                  <a:gd name="T71" fmla="*/ 744 h 759"/>
                  <a:gd name="T72" fmla="*/ 120 w 563"/>
                  <a:gd name="T73" fmla="*/ 754 h 759"/>
                  <a:gd name="T74" fmla="*/ 197 w 563"/>
                  <a:gd name="T75" fmla="*/ 759 h 759"/>
                  <a:gd name="T76" fmla="*/ 262 w 563"/>
                  <a:gd name="T77" fmla="*/ 759 h 759"/>
                  <a:gd name="T78" fmla="*/ 307 w 563"/>
                  <a:gd name="T79" fmla="*/ 755 h 759"/>
                  <a:gd name="T80" fmla="*/ 352 w 563"/>
                  <a:gd name="T81" fmla="*/ 749 h 759"/>
                  <a:gd name="T82" fmla="*/ 397 w 563"/>
                  <a:gd name="T83" fmla="*/ 739 h 759"/>
                  <a:gd name="T84" fmla="*/ 439 w 563"/>
                  <a:gd name="T85" fmla="*/ 725 h 759"/>
                  <a:gd name="T86" fmla="*/ 479 w 563"/>
                  <a:gd name="T87" fmla="*/ 707 h 759"/>
                  <a:gd name="T88" fmla="*/ 516 w 563"/>
                  <a:gd name="T89" fmla="*/ 684 h 759"/>
                  <a:gd name="T90" fmla="*/ 549 w 563"/>
                  <a:gd name="T91" fmla="*/ 655 h 759"/>
                  <a:gd name="T92" fmla="*/ 560 w 563"/>
                  <a:gd name="T93" fmla="*/ 631 h 759"/>
                  <a:gd name="T94" fmla="*/ 541 w 563"/>
                  <a:gd name="T95" fmla="*/ 584 h 759"/>
                  <a:gd name="T96" fmla="*/ 516 w 563"/>
                  <a:gd name="T97" fmla="*/ 512 h 759"/>
                  <a:gd name="T98" fmla="*/ 501 w 563"/>
                  <a:gd name="T99" fmla="*/ 457 h 759"/>
                  <a:gd name="T100" fmla="*/ 495 w 563"/>
                  <a:gd name="T101" fmla="*/ 425 h 759"/>
                  <a:gd name="T102" fmla="*/ 495 w 563"/>
                  <a:gd name="T103" fmla="*/ 382 h 759"/>
                  <a:gd name="T104" fmla="*/ 498 w 563"/>
                  <a:gd name="T105" fmla="*/ 292 h 759"/>
                  <a:gd name="T106" fmla="*/ 500 w 563"/>
                  <a:gd name="T107" fmla="*/ 188 h 759"/>
                  <a:gd name="T108" fmla="*/ 499 w 563"/>
                  <a:gd name="T109" fmla="*/ 119 h 759"/>
                  <a:gd name="T110" fmla="*/ 496 w 563"/>
                  <a:gd name="T111" fmla="*/ 85 h 7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63" h="759">
                    <a:moveTo>
                      <a:pt x="495" y="72"/>
                    </a:moveTo>
                    <a:lnTo>
                      <a:pt x="491" y="69"/>
                    </a:lnTo>
                    <a:lnTo>
                      <a:pt x="483" y="61"/>
                    </a:lnTo>
                    <a:lnTo>
                      <a:pt x="469" y="50"/>
                    </a:lnTo>
                    <a:lnTo>
                      <a:pt x="449" y="37"/>
                    </a:lnTo>
                    <a:lnTo>
                      <a:pt x="436" y="30"/>
                    </a:lnTo>
                    <a:lnTo>
                      <a:pt x="423" y="24"/>
                    </a:lnTo>
                    <a:lnTo>
                      <a:pt x="409" y="18"/>
                    </a:lnTo>
                    <a:lnTo>
                      <a:pt x="393" y="12"/>
                    </a:lnTo>
                    <a:lnTo>
                      <a:pt x="375" y="8"/>
                    </a:lnTo>
                    <a:lnTo>
                      <a:pt x="357" y="4"/>
                    </a:lnTo>
                    <a:lnTo>
                      <a:pt x="337" y="1"/>
                    </a:lnTo>
                    <a:lnTo>
                      <a:pt x="315" y="0"/>
                    </a:lnTo>
                    <a:lnTo>
                      <a:pt x="294" y="1"/>
                    </a:lnTo>
                    <a:lnTo>
                      <a:pt x="273" y="3"/>
                    </a:lnTo>
                    <a:lnTo>
                      <a:pt x="252" y="6"/>
                    </a:lnTo>
                    <a:lnTo>
                      <a:pt x="232" y="10"/>
                    </a:lnTo>
                    <a:lnTo>
                      <a:pt x="212" y="16"/>
                    </a:lnTo>
                    <a:lnTo>
                      <a:pt x="193" y="22"/>
                    </a:lnTo>
                    <a:lnTo>
                      <a:pt x="174" y="30"/>
                    </a:lnTo>
                    <a:lnTo>
                      <a:pt x="157" y="38"/>
                    </a:lnTo>
                    <a:lnTo>
                      <a:pt x="140" y="47"/>
                    </a:lnTo>
                    <a:lnTo>
                      <a:pt x="125" y="56"/>
                    </a:lnTo>
                    <a:lnTo>
                      <a:pt x="110" y="65"/>
                    </a:lnTo>
                    <a:lnTo>
                      <a:pt x="98" y="75"/>
                    </a:lnTo>
                    <a:lnTo>
                      <a:pt x="87" y="85"/>
                    </a:lnTo>
                    <a:lnTo>
                      <a:pt x="77" y="95"/>
                    </a:lnTo>
                    <a:lnTo>
                      <a:pt x="68" y="105"/>
                    </a:lnTo>
                    <a:lnTo>
                      <a:pt x="60" y="114"/>
                    </a:lnTo>
                    <a:lnTo>
                      <a:pt x="54" y="123"/>
                    </a:lnTo>
                    <a:lnTo>
                      <a:pt x="49" y="129"/>
                    </a:lnTo>
                    <a:lnTo>
                      <a:pt x="44" y="134"/>
                    </a:lnTo>
                    <a:lnTo>
                      <a:pt x="40" y="138"/>
                    </a:lnTo>
                    <a:lnTo>
                      <a:pt x="37" y="140"/>
                    </a:lnTo>
                    <a:lnTo>
                      <a:pt x="35" y="143"/>
                    </a:lnTo>
                    <a:lnTo>
                      <a:pt x="34" y="145"/>
                    </a:lnTo>
                    <a:lnTo>
                      <a:pt x="34" y="149"/>
                    </a:lnTo>
                    <a:lnTo>
                      <a:pt x="37" y="161"/>
                    </a:lnTo>
                    <a:lnTo>
                      <a:pt x="45" y="182"/>
                    </a:lnTo>
                    <a:lnTo>
                      <a:pt x="58" y="218"/>
                    </a:lnTo>
                    <a:lnTo>
                      <a:pt x="75" y="271"/>
                    </a:lnTo>
                    <a:lnTo>
                      <a:pt x="85" y="304"/>
                    </a:lnTo>
                    <a:lnTo>
                      <a:pt x="92" y="336"/>
                    </a:lnTo>
                    <a:lnTo>
                      <a:pt x="97" y="367"/>
                    </a:lnTo>
                    <a:lnTo>
                      <a:pt x="99" y="398"/>
                    </a:lnTo>
                    <a:lnTo>
                      <a:pt x="100" y="429"/>
                    </a:lnTo>
                    <a:lnTo>
                      <a:pt x="99" y="459"/>
                    </a:lnTo>
                    <a:lnTo>
                      <a:pt x="97" y="488"/>
                    </a:lnTo>
                    <a:lnTo>
                      <a:pt x="92" y="515"/>
                    </a:lnTo>
                    <a:lnTo>
                      <a:pt x="87" y="542"/>
                    </a:lnTo>
                    <a:lnTo>
                      <a:pt x="80" y="567"/>
                    </a:lnTo>
                    <a:lnTo>
                      <a:pt x="73" y="591"/>
                    </a:lnTo>
                    <a:lnTo>
                      <a:pt x="64" y="613"/>
                    </a:lnTo>
                    <a:lnTo>
                      <a:pt x="55" y="633"/>
                    </a:lnTo>
                    <a:lnTo>
                      <a:pt x="45" y="651"/>
                    </a:lnTo>
                    <a:lnTo>
                      <a:pt x="35" y="667"/>
                    </a:lnTo>
                    <a:lnTo>
                      <a:pt x="25" y="681"/>
                    </a:lnTo>
                    <a:lnTo>
                      <a:pt x="15" y="693"/>
                    </a:lnTo>
                    <a:lnTo>
                      <a:pt x="9" y="703"/>
                    </a:lnTo>
                    <a:lnTo>
                      <a:pt x="4" y="711"/>
                    </a:lnTo>
                    <a:lnTo>
                      <a:pt x="2" y="719"/>
                    </a:lnTo>
                    <a:lnTo>
                      <a:pt x="0" y="725"/>
                    </a:lnTo>
                    <a:lnTo>
                      <a:pt x="0" y="729"/>
                    </a:lnTo>
                    <a:lnTo>
                      <a:pt x="2" y="733"/>
                    </a:lnTo>
                    <a:lnTo>
                      <a:pt x="4" y="736"/>
                    </a:lnTo>
                    <a:lnTo>
                      <a:pt x="7" y="738"/>
                    </a:lnTo>
                    <a:lnTo>
                      <a:pt x="10" y="739"/>
                    </a:lnTo>
                    <a:lnTo>
                      <a:pt x="14" y="740"/>
                    </a:lnTo>
                    <a:lnTo>
                      <a:pt x="17" y="741"/>
                    </a:lnTo>
                    <a:lnTo>
                      <a:pt x="23" y="741"/>
                    </a:lnTo>
                    <a:lnTo>
                      <a:pt x="25" y="741"/>
                    </a:lnTo>
                    <a:lnTo>
                      <a:pt x="42" y="744"/>
                    </a:lnTo>
                    <a:lnTo>
                      <a:pt x="89" y="751"/>
                    </a:lnTo>
                    <a:lnTo>
                      <a:pt x="120" y="754"/>
                    </a:lnTo>
                    <a:lnTo>
                      <a:pt x="157" y="757"/>
                    </a:lnTo>
                    <a:lnTo>
                      <a:pt x="197" y="759"/>
                    </a:lnTo>
                    <a:lnTo>
                      <a:pt x="240" y="759"/>
                    </a:lnTo>
                    <a:lnTo>
                      <a:pt x="262" y="759"/>
                    </a:lnTo>
                    <a:lnTo>
                      <a:pt x="284" y="757"/>
                    </a:lnTo>
                    <a:lnTo>
                      <a:pt x="307" y="755"/>
                    </a:lnTo>
                    <a:lnTo>
                      <a:pt x="329" y="752"/>
                    </a:lnTo>
                    <a:lnTo>
                      <a:pt x="352" y="749"/>
                    </a:lnTo>
                    <a:lnTo>
                      <a:pt x="374" y="745"/>
                    </a:lnTo>
                    <a:lnTo>
                      <a:pt x="397" y="739"/>
                    </a:lnTo>
                    <a:lnTo>
                      <a:pt x="418" y="733"/>
                    </a:lnTo>
                    <a:lnTo>
                      <a:pt x="439" y="725"/>
                    </a:lnTo>
                    <a:lnTo>
                      <a:pt x="460" y="717"/>
                    </a:lnTo>
                    <a:lnTo>
                      <a:pt x="479" y="707"/>
                    </a:lnTo>
                    <a:lnTo>
                      <a:pt x="498" y="696"/>
                    </a:lnTo>
                    <a:lnTo>
                      <a:pt x="516" y="684"/>
                    </a:lnTo>
                    <a:lnTo>
                      <a:pt x="533" y="670"/>
                    </a:lnTo>
                    <a:lnTo>
                      <a:pt x="549" y="655"/>
                    </a:lnTo>
                    <a:lnTo>
                      <a:pt x="563" y="638"/>
                    </a:lnTo>
                    <a:lnTo>
                      <a:pt x="560" y="631"/>
                    </a:lnTo>
                    <a:lnTo>
                      <a:pt x="553" y="612"/>
                    </a:lnTo>
                    <a:lnTo>
                      <a:pt x="541" y="584"/>
                    </a:lnTo>
                    <a:lnTo>
                      <a:pt x="529" y="549"/>
                    </a:lnTo>
                    <a:lnTo>
                      <a:pt x="516" y="512"/>
                    </a:lnTo>
                    <a:lnTo>
                      <a:pt x="505" y="474"/>
                    </a:lnTo>
                    <a:lnTo>
                      <a:pt x="501" y="457"/>
                    </a:lnTo>
                    <a:lnTo>
                      <a:pt x="498" y="440"/>
                    </a:lnTo>
                    <a:lnTo>
                      <a:pt x="495" y="425"/>
                    </a:lnTo>
                    <a:lnTo>
                      <a:pt x="495" y="412"/>
                    </a:lnTo>
                    <a:lnTo>
                      <a:pt x="495" y="382"/>
                    </a:lnTo>
                    <a:lnTo>
                      <a:pt x="496" y="341"/>
                    </a:lnTo>
                    <a:lnTo>
                      <a:pt x="498" y="292"/>
                    </a:lnTo>
                    <a:lnTo>
                      <a:pt x="499" y="240"/>
                    </a:lnTo>
                    <a:lnTo>
                      <a:pt x="500" y="188"/>
                    </a:lnTo>
                    <a:lnTo>
                      <a:pt x="500" y="141"/>
                    </a:lnTo>
                    <a:lnTo>
                      <a:pt x="499" y="119"/>
                    </a:lnTo>
                    <a:lnTo>
                      <a:pt x="498" y="101"/>
                    </a:lnTo>
                    <a:lnTo>
                      <a:pt x="496" y="85"/>
                    </a:lnTo>
                    <a:lnTo>
                      <a:pt x="495" y="72"/>
                    </a:lnTo>
                    <a:close/>
                  </a:path>
                </a:pathLst>
              </a:custGeom>
              <a:solidFill>
                <a:srgbClr val="F299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6" name="Freeform 450">
                <a:extLst>
                  <a:ext uri="{FF2B5EF4-FFF2-40B4-BE49-F238E27FC236}">
                    <a16:creationId xmlns:a16="http://schemas.microsoft.com/office/drawing/2014/main" id="{72E4C223-F679-4229-BAB9-B1223B5D8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5165725"/>
                <a:ext cx="193675" cy="176213"/>
              </a:xfrm>
              <a:custGeom>
                <a:avLst/>
                <a:gdLst>
                  <a:gd name="T0" fmla="*/ 551 w 611"/>
                  <a:gd name="T1" fmla="*/ 4 h 444"/>
                  <a:gd name="T2" fmla="*/ 528 w 611"/>
                  <a:gd name="T3" fmla="*/ 0 h 444"/>
                  <a:gd name="T4" fmla="*/ 508 w 611"/>
                  <a:gd name="T5" fmla="*/ 0 h 444"/>
                  <a:gd name="T6" fmla="*/ 490 w 611"/>
                  <a:gd name="T7" fmla="*/ 4 h 444"/>
                  <a:gd name="T8" fmla="*/ 473 w 611"/>
                  <a:gd name="T9" fmla="*/ 11 h 444"/>
                  <a:gd name="T10" fmla="*/ 458 w 611"/>
                  <a:gd name="T11" fmla="*/ 20 h 444"/>
                  <a:gd name="T12" fmla="*/ 438 w 611"/>
                  <a:gd name="T13" fmla="*/ 38 h 444"/>
                  <a:gd name="T14" fmla="*/ 416 w 611"/>
                  <a:gd name="T15" fmla="*/ 67 h 444"/>
                  <a:gd name="T16" fmla="*/ 398 w 611"/>
                  <a:gd name="T17" fmla="*/ 98 h 444"/>
                  <a:gd name="T18" fmla="*/ 378 w 611"/>
                  <a:gd name="T19" fmla="*/ 141 h 444"/>
                  <a:gd name="T20" fmla="*/ 356 w 611"/>
                  <a:gd name="T21" fmla="*/ 184 h 444"/>
                  <a:gd name="T22" fmla="*/ 322 w 611"/>
                  <a:gd name="T23" fmla="*/ 236 h 444"/>
                  <a:gd name="T24" fmla="*/ 307 w 611"/>
                  <a:gd name="T25" fmla="*/ 261 h 444"/>
                  <a:gd name="T26" fmla="*/ 290 w 611"/>
                  <a:gd name="T27" fmla="*/ 282 h 444"/>
                  <a:gd name="T28" fmla="*/ 261 w 611"/>
                  <a:gd name="T29" fmla="*/ 304 h 444"/>
                  <a:gd name="T30" fmla="*/ 225 w 611"/>
                  <a:gd name="T31" fmla="*/ 326 h 444"/>
                  <a:gd name="T32" fmla="*/ 182 w 611"/>
                  <a:gd name="T33" fmla="*/ 348 h 444"/>
                  <a:gd name="T34" fmla="*/ 135 w 611"/>
                  <a:gd name="T35" fmla="*/ 369 h 444"/>
                  <a:gd name="T36" fmla="*/ 84 w 611"/>
                  <a:gd name="T37" fmla="*/ 387 h 444"/>
                  <a:gd name="T38" fmla="*/ 30 w 611"/>
                  <a:gd name="T39" fmla="*/ 403 h 444"/>
                  <a:gd name="T40" fmla="*/ 0 w 611"/>
                  <a:gd name="T41" fmla="*/ 411 h 444"/>
                  <a:gd name="T42" fmla="*/ 1 w 611"/>
                  <a:gd name="T43" fmla="*/ 415 h 444"/>
                  <a:gd name="T44" fmla="*/ 10 w 611"/>
                  <a:gd name="T45" fmla="*/ 421 h 444"/>
                  <a:gd name="T46" fmla="*/ 26 w 611"/>
                  <a:gd name="T47" fmla="*/ 428 h 444"/>
                  <a:gd name="T48" fmla="*/ 49 w 611"/>
                  <a:gd name="T49" fmla="*/ 435 h 444"/>
                  <a:gd name="T50" fmla="*/ 75 w 611"/>
                  <a:gd name="T51" fmla="*/ 440 h 444"/>
                  <a:gd name="T52" fmla="*/ 105 w 611"/>
                  <a:gd name="T53" fmla="*/ 444 h 444"/>
                  <a:gd name="T54" fmla="*/ 136 w 611"/>
                  <a:gd name="T55" fmla="*/ 444 h 444"/>
                  <a:gd name="T56" fmla="*/ 187 w 611"/>
                  <a:gd name="T57" fmla="*/ 439 h 444"/>
                  <a:gd name="T58" fmla="*/ 249 w 611"/>
                  <a:gd name="T59" fmla="*/ 430 h 444"/>
                  <a:gd name="T60" fmla="*/ 299 w 611"/>
                  <a:gd name="T61" fmla="*/ 418 h 444"/>
                  <a:gd name="T62" fmla="*/ 341 w 611"/>
                  <a:gd name="T63" fmla="*/ 403 h 444"/>
                  <a:gd name="T64" fmla="*/ 378 w 611"/>
                  <a:gd name="T65" fmla="*/ 384 h 444"/>
                  <a:gd name="T66" fmla="*/ 412 w 611"/>
                  <a:gd name="T67" fmla="*/ 360 h 444"/>
                  <a:gd name="T68" fmla="*/ 443 w 611"/>
                  <a:gd name="T69" fmla="*/ 330 h 444"/>
                  <a:gd name="T70" fmla="*/ 476 w 611"/>
                  <a:gd name="T71" fmla="*/ 294 h 444"/>
                  <a:gd name="T72" fmla="*/ 520 w 611"/>
                  <a:gd name="T73" fmla="*/ 249 h 444"/>
                  <a:gd name="T74" fmla="*/ 557 w 611"/>
                  <a:gd name="T75" fmla="*/ 216 h 444"/>
                  <a:gd name="T76" fmla="*/ 572 w 611"/>
                  <a:gd name="T77" fmla="*/ 197 h 444"/>
                  <a:gd name="T78" fmla="*/ 586 w 611"/>
                  <a:gd name="T79" fmla="*/ 173 h 444"/>
                  <a:gd name="T80" fmla="*/ 600 w 611"/>
                  <a:gd name="T81" fmla="*/ 142 h 444"/>
                  <a:gd name="T82" fmla="*/ 610 w 611"/>
                  <a:gd name="T83" fmla="*/ 107 h 444"/>
                  <a:gd name="T84" fmla="*/ 611 w 611"/>
                  <a:gd name="T85" fmla="*/ 79 h 444"/>
                  <a:gd name="T86" fmla="*/ 607 w 611"/>
                  <a:gd name="T87" fmla="*/ 56 h 444"/>
                  <a:gd name="T88" fmla="*/ 598 w 611"/>
                  <a:gd name="T89" fmla="*/ 38 h 444"/>
                  <a:gd name="T90" fmla="*/ 588 w 611"/>
                  <a:gd name="T91" fmla="*/ 25 h 444"/>
                  <a:gd name="T92" fmla="*/ 578 w 611"/>
                  <a:gd name="T93" fmla="*/ 16 h 444"/>
                  <a:gd name="T94" fmla="*/ 566 w 611"/>
                  <a:gd name="T95" fmla="*/ 8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611" h="444">
                    <a:moveTo>
                      <a:pt x="562" y="7"/>
                    </a:moveTo>
                    <a:lnTo>
                      <a:pt x="551" y="4"/>
                    </a:lnTo>
                    <a:lnTo>
                      <a:pt x="540" y="1"/>
                    </a:lnTo>
                    <a:lnTo>
                      <a:pt x="528" y="0"/>
                    </a:lnTo>
                    <a:lnTo>
                      <a:pt x="518" y="0"/>
                    </a:lnTo>
                    <a:lnTo>
                      <a:pt x="508" y="0"/>
                    </a:lnTo>
                    <a:lnTo>
                      <a:pt x="498" y="2"/>
                    </a:lnTo>
                    <a:lnTo>
                      <a:pt x="490" y="4"/>
                    </a:lnTo>
                    <a:lnTo>
                      <a:pt x="481" y="7"/>
                    </a:lnTo>
                    <a:lnTo>
                      <a:pt x="473" y="11"/>
                    </a:lnTo>
                    <a:lnTo>
                      <a:pt x="466" y="15"/>
                    </a:lnTo>
                    <a:lnTo>
                      <a:pt x="458" y="20"/>
                    </a:lnTo>
                    <a:lnTo>
                      <a:pt x="451" y="25"/>
                    </a:lnTo>
                    <a:lnTo>
                      <a:pt x="438" y="38"/>
                    </a:lnTo>
                    <a:lnTo>
                      <a:pt x="427" y="52"/>
                    </a:lnTo>
                    <a:lnTo>
                      <a:pt x="416" y="67"/>
                    </a:lnTo>
                    <a:lnTo>
                      <a:pt x="407" y="82"/>
                    </a:lnTo>
                    <a:lnTo>
                      <a:pt x="398" y="98"/>
                    </a:lnTo>
                    <a:lnTo>
                      <a:pt x="391" y="113"/>
                    </a:lnTo>
                    <a:lnTo>
                      <a:pt x="378" y="141"/>
                    </a:lnTo>
                    <a:lnTo>
                      <a:pt x="368" y="163"/>
                    </a:lnTo>
                    <a:lnTo>
                      <a:pt x="356" y="184"/>
                    </a:lnTo>
                    <a:lnTo>
                      <a:pt x="338" y="211"/>
                    </a:lnTo>
                    <a:lnTo>
                      <a:pt x="322" y="236"/>
                    </a:lnTo>
                    <a:lnTo>
                      <a:pt x="312" y="251"/>
                    </a:lnTo>
                    <a:lnTo>
                      <a:pt x="307" y="261"/>
                    </a:lnTo>
                    <a:lnTo>
                      <a:pt x="300" y="271"/>
                    </a:lnTo>
                    <a:lnTo>
                      <a:pt x="290" y="282"/>
                    </a:lnTo>
                    <a:lnTo>
                      <a:pt x="276" y="292"/>
                    </a:lnTo>
                    <a:lnTo>
                      <a:pt x="261" y="304"/>
                    </a:lnTo>
                    <a:lnTo>
                      <a:pt x="245" y="315"/>
                    </a:lnTo>
                    <a:lnTo>
                      <a:pt x="225" y="326"/>
                    </a:lnTo>
                    <a:lnTo>
                      <a:pt x="205" y="337"/>
                    </a:lnTo>
                    <a:lnTo>
                      <a:pt x="182" y="348"/>
                    </a:lnTo>
                    <a:lnTo>
                      <a:pt x="160" y="359"/>
                    </a:lnTo>
                    <a:lnTo>
                      <a:pt x="135" y="369"/>
                    </a:lnTo>
                    <a:lnTo>
                      <a:pt x="110" y="378"/>
                    </a:lnTo>
                    <a:lnTo>
                      <a:pt x="84" y="387"/>
                    </a:lnTo>
                    <a:lnTo>
                      <a:pt x="57" y="396"/>
                    </a:lnTo>
                    <a:lnTo>
                      <a:pt x="30" y="403"/>
                    </a:lnTo>
                    <a:lnTo>
                      <a:pt x="4" y="409"/>
                    </a:lnTo>
                    <a:lnTo>
                      <a:pt x="0" y="411"/>
                    </a:lnTo>
                    <a:lnTo>
                      <a:pt x="0" y="412"/>
                    </a:lnTo>
                    <a:lnTo>
                      <a:pt x="1" y="415"/>
                    </a:lnTo>
                    <a:lnTo>
                      <a:pt x="5" y="418"/>
                    </a:lnTo>
                    <a:lnTo>
                      <a:pt x="10" y="421"/>
                    </a:lnTo>
                    <a:lnTo>
                      <a:pt x="17" y="424"/>
                    </a:lnTo>
                    <a:lnTo>
                      <a:pt x="26" y="428"/>
                    </a:lnTo>
                    <a:lnTo>
                      <a:pt x="37" y="431"/>
                    </a:lnTo>
                    <a:lnTo>
                      <a:pt x="49" y="435"/>
                    </a:lnTo>
                    <a:lnTo>
                      <a:pt x="61" y="438"/>
                    </a:lnTo>
                    <a:lnTo>
                      <a:pt x="75" y="440"/>
                    </a:lnTo>
                    <a:lnTo>
                      <a:pt x="90" y="442"/>
                    </a:lnTo>
                    <a:lnTo>
                      <a:pt x="105" y="444"/>
                    </a:lnTo>
                    <a:lnTo>
                      <a:pt x="120" y="444"/>
                    </a:lnTo>
                    <a:lnTo>
                      <a:pt x="136" y="444"/>
                    </a:lnTo>
                    <a:lnTo>
                      <a:pt x="152" y="443"/>
                    </a:lnTo>
                    <a:lnTo>
                      <a:pt x="187" y="439"/>
                    </a:lnTo>
                    <a:lnTo>
                      <a:pt x="219" y="435"/>
                    </a:lnTo>
                    <a:lnTo>
                      <a:pt x="249" y="430"/>
                    </a:lnTo>
                    <a:lnTo>
                      <a:pt x="275" y="425"/>
                    </a:lnTo>
                    <a:lnTo>
                      <a:pt x="299" y="418"/>
                    </a:lnTo>
                    <a:lnTo>
                      <a:pt x="321" y="411"/>
                    </a:lnTo>
                    <a:lnTo>
                      <a:pt x="341" y="403"/>
                    </a:lnTo>
                    <a:lnTo>
                      <a:pt x="361" y="394"/>
                    </a:lnTo>
                    <a:lnTo>
                      <a:pt x="378" y="384"/>
                    </a:lnTo>
                    <a:lnTo>
                      <a:pt x="396" y="372"/>
                    </a:lnTo>
                    <a:lnTo>
                      <a:pt x="412" y="360"/>
                    </a:lnTo>
                    <a:lnTo>
                      <a:pt x="428" y="346"/>
                    </a:lnTo>
                    <a:lnTo>
                      <a:pt x="443" y="330"/>
                    </a:lnTo>
                    <a:lnTo>
                      <a:pt x="460" y="313"/>
                    </a:lnTo>
                    <a:lnTo>
                      <a:pt x="476" y="294"/>
                    </a:lnTo>
                    <a:lnTo>
                      <a:pt x="492" y="274"/>
                    </a:lnTo>
                    <a:lnTo>
                      <a:pt x="520" y="249"/>
                    </a:lnTo>
                    <a:lnTo>
                      <a:pt x="550" y="224"/>
                    </a:lnTo>
                    <a:lnTo>
                      <a:pt x="557" y="216"/>
                    </a:lnTo>
                    <a:lnTo>
                      <a:pt x="565" y="207"/>
                    </a:lnTo>
                    <a:lnTo>
                      <a:pt x="572" y="197"/>
                    </a:lnTo>
                    <a:lnTo>
                      <a:pt x="578" y="186"/>
                    </a:lnTo>
                    <a:lnTo>
                      <a:pt x="586" y="173"/>
                    </a:lnTo>
                    <a:lnTo>
                      <a:pt x="592" y="159"/>
                    </a:lnTo>
                    <a:lnTo>
                      <a:pt x="600" y="142"/>
                    </a:lnTo>
                    <a:lnTo>
                      <a:pt x="605" y="124"/>
                    </a:lnTo>
                    <a:lnTo>
                      <a:pt x="610" y="107"/>
                    </a:lnTo>
                    <a:lnTo>
                      <a:pt x="611" y="92"/>
                    </a:lnTo>
                    <a:lnTo>
                      <a:pt x="611" y="79"/>
                    </a:lnTo>
                    <a:lnTo>
                      <a:pt x="610" y="67"/>
                    </a:lnTo>
                    <a:lnTo>
                      <a:pt x="607" y="56"/>
                    </a:lnTo>
                    <a:lnTo>
                      <a:pt x="603" y="47"/>
                    </a:lnTo>
                    <a:lnTo>
                      <a:pt x="598" y="38"/>
                    </a:lnTo>
                    <a:lnTo>
                      <a:pt x="593" y="31"/>
                    </a:lnTo>
                    <a:lnTo>
                      <a:pt x="588" y="25"/>
                    </a:lnTo>
                    <a:lnTo>
                      <a:pt x="583" y="20"/>
                    </a:lnTo>
                    <a:lnTo>
                      <a:pt x="578" y="16"/>
                    </a:lnTo>
                    <a:lnTo>
                      <a:pt x="573" y="12"/>
                    </a:lnTo>
                    <a:lnTo>
                      <a:pt x="566" y="8"/>
                    </a:lnTo>
                    <a:lnTo>
                      <a:pt x="562" y="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7" name="Freeform 451">
                <a:extLst>
                  <a:ext uri="{FF2B5EF4-FFF2-40B4-BE49-F238E27FC236}">
                    <a16:creationId xmlns:a16="http://schemas.microsoft.com/office/drawing/2014/main" id="{86037B03-90E8-4DD8-B937-9129CC3CA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838" y="5054600"/>
                <a:ext cx="71438" cy="85725"/>
              </a:xfrm>
              <a:custGeom>
                <a:avLst/>
                <a:gdLst>
                  <a:gd name="T0" fmla="*/ 4 w 224"/>
                  <a:gd name="T1" fmla="*/ 22 h 217"/>
                  <a:gd name="T2" fmla="*/ 3 w 224"/>
                  <a:gd name="T3" fmla="*/ 29 h 217"/>
                  <a:gd name="T4" fmla="*/ 0 w 224"/>
                  <a:gd name="T5" fmla="*/ 48 h 217"/>
                  <a:gd name="T6" fmla="*/ 0 w 224"/>
                  <a:gd name="T7" fmla="*/ 61 h 217"/>
                  <a:gd name="T8" fmla="*/ 0 w 224"/>
                  <a:gd name="T9" fmla="*/ 76 h 217"/>
                  <a:gd name="T10" fmla="*/ 0 w 224"/>
                  <a:gd name="T11" fmla="*/ 92 h 217"/>
                  <a:gd name="T12" fmla="*/ 3 w 224"/>
                  <a:gd name="T13" fmla="*/ 108 h 217"/>
                  <a:gd name="T14" fmla="*/ 7 w 224"/>
                  <a:gd name="T15" fmla="*/ 125 h 217"/>
                  <a:gd name="T16" fmla="*/ 12 w 224"/>
                  <a:gd name="T17" fmla="*/ 142 h 217"/>
                  <a:gd name="T18" fmla="*/ 15 w 224"/>
                  <a:gd name="T19" fmla="*/ 150 h 217"/>
                  <a:gd name="T20" fmla="*/ 20 w 224"/>
                  <a:gd name="T21" fmla="*/ 158 h 217"/>
                  <a:gd name="T22" fmla="*/ 24 w 224"/>
                  <a:gd name="T23" fmla="*/ 166 h 217"/>
                  <a:gd name="T24" fmla="*/ 30 w 224"/>
                  <a:gd name="T25" fmla="*/ 173 h 217"/>
                  <a:gd name="T26" fmla="*/ 37 w 224"/>
                  <a:gd name="T27" fmla="*/ 180 h 217"/>
                  <a:gd name="T28" fmla="*/ 43 w 224"/>
                  <a:gd name="T29" fmla="*/ 186 h 217"/>
                  <a:gd name="T30" fmla="*/ 50 w 224"/>
                  <a:gd name="T31" fmla="*/ 193 h 217"/>
                  <a:gd name="T32" fmla="*/ 59 w 224"/>
                  <a:gd name="T33" fmla="*/ 198 h 217"/>
                  <a:gd name="T34" fmla="*/ 68 w 224"/>
                  <a:gd name="T35" fmla="*/ 203 h 217"/>
                  <a:gd name="T36" fmla="*/ 78 w 224"/>
                  <a:gd name="T37" fmla="*/ 207 h 217"/>
                  <a:gd name="T38" fmla="*/ 89 w 224"/>
                  <a:gd name="T39" fmla="*/ 211 h 217"/>
                  <a:gd name="T40" fmla="*/ 102 w 224"/>
                  <a:gd name="T41" fmla="*/ 214 h 217"/>
                  <a:gd name="T42" fmla="*/ 113 w 224"/>
                  <a:gd name="T43" fmla="*/ 216 h 217"/>
                  <a:gd name="T44" fmla="*/ 124 w 224"/>
                  <a:gd name="T45" fmla="*/ 217 h 217"/>
                  <a:gd name="T46" fmla="*/ 135 w 224"/>
                  <a:gd name="T47" fmla="*/ 217 h 217"/>
                  <a:gd name="T48" fmla="*/ 144 w 224"/>
                  <a:gd name="T49" fmla="*/ 216 h 217"/>
                  <a:gd name="T50" fmla="*/ 154 w 224"/>
                  <a:gd name="T51" fmla="*/ 214 h 217"/>
                  <a:gd name="T52" fmla="*/ 162 w 224"/>
                  <a:gd name="T53" fmla="*/ 212 h 217"/>
                  <a:gd name="T54" fmla="*/ 169 w 224"/>
                  <a:gd name="T55" fmla="*/ 209 h 217"/>
                  <a:gd name="T56" fmla="*/ 177 w 224"/>
                  <a:gd name="T57" fmla="*/ 206 h 217"/>
                  <a:gd name="T58" fmla="*/ 183 w 224"/>
                  <a:gd name="T59" fmla="*/ 202 h 217"/>
                  <a:gd name="T60" fmla="*/ 189 w 224"/>
                  <a:gd name="T61" fmla="*/ 197 h 217"/>
                  <a:gd name="T62" fmla="*/ 194 w 224"/>
                  <a:gd name="T63" fmla="*/ 192 h 217"/>
                  <a:gd name="T64" fmla="*/ 199 w 224"/>
                  <a:gd name="T65" fmla="*/ 186 h 217"/>
                  <a:gd name="T66" fmla="*/ 207 w 224"/>
                  <a:gd name="T67" fmla="*/ 175 h 217"/>
                  <a:gd name="T68" fmla="*/ 213 w 224"/>
                  <a:gd name="T69" fmla="*/ 162 h 217"/>
                  <a:gd name="T70" fmla="*/ 217 w 224"/>
                  <a:gd name="T71" fmla="*/ 149 h 217"/>
                  <a:gd name="T72" fmla="*/ 220 w 224"/>
                  <a:gd name="T73" fmla="*/ 137 h 217"/>
                  <a:gd name="T74" fmla="*/ 223 w 224"/>
                  <a:gd name="T75" fmla="*/ 125 h 217"/>
                  <a:gd name="T76" fmla="*/ 224 w 224"/>
                  <a:gd name="T77" fmla="*/ 114 h 217"/>
                  <a:gd name="T78" fmla="*/ 224 w 224"/>
                  <a:gd name="T79" fmla="*/ 97 h 217"/>
                  <a:gd name="T80" fmla="*/ 224 w 224"/>
                  <a:gd name="T81" fmla="*/ 91 h 217"/>
                  <a:gd name="T82" fmla="*/ 153 w 224"/>
                  <a:gd name="T83" fmla="*/ 0 h 217"/>
                  <a:gd name="T84" fmla="*/ 4 w 224"/>
                  <a:gd name="T85" fmla="*/ 22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24" h="217">
                    <a:moveTo>
                      <a:pt x="4" y="22"/>
                    </a:moveTo>
                    <a:lnTo>
                      <a:pt x="3" y="29"/>
                    </a:lnTo>
                    <a:lnTo>
                      <a:pt x="0" y="48"/>
                    </a:lnTo>
                    <a:lnTo>
                      <a:pt x="0" y="61"/>
                    </a:lnTo>
                    <a:lnTo>
                      <a:pt x="0" y="76"/>
                    </a:lnTo>
                    <a:lnTo>
                      <a:pt x="0" y="92"/>
                    </a:lnTo>
                    <a:lnTo>
                      <a:pt x="3" y="108"/>
                    </a:lnTo>
                    <a:lnTo>
                      <a:pt x="7" y="125"/>
                    </a:lnTo>
                    <a:lnTo>
                      <a:pt x="12" y="142"/>
                    </a:lnTo>
                    <a:lnTo>
                      <a:pt x="15" y="150"/>
                    </a:lnTo>
                    <a:lnTo>
                      <a:pt x="20" y="158"/>
                    </a:lnTo>
                    <a:lnTo>
                      <a:pt x="24" y="166"/>
                    </a:lnTo>
                    <a:lnTo>
                      <a:pt x="30" y="173"/>
                    </a:lnTo>
                    <a:lnTo>
                      <a:pt x="37" y="180"/>
                    </a:lnTo>
                    <a:lnTo>
                      <a:pt x="43" y="186"/>
                    </a:lnTo>
                    <a:lnTo>
                      <a:pt x="50" y="193"/>
                    </a:lnTo>
                    <a:lnTo>
                      <a:pt x="59" y="198"/>
                    </a:lnTo>
                    <a:lnTo>
                      <a:pt x="68" y="203"/>
                    </a:lnTo>
                    <a:lnTo>
                      <a:pt x="78" y="207"/>
                    </a:lnTo>
                    <a:lnTo>
                      <a:pt x="89" y="211"/>
                    </a:lnTo>
                    <a:lnTo>
                      <a:pt x="102" y="214"/>
                    </a:lnTo>
                    <a:lnTo>
                      <a:pt x="113" y="216"/>
                    </a:lnTo>
                    <a:lnTo>
                      <a:pt x="124" y="217"/>
                    </a:lnTo>
                    <a:lnTo>
                      <a:pt x="135" y="217"/>
                    </a:lnTo>
                    <a:lnTo>
                      <a:pt x="144" y="216"/>
                    </a:lnTo>
                    <a:lnTo>
                      <a:pt x="154" y="214"/>
                    </a:lnTo>
                    <a:lnTo>
                      <a:pt x="162" y="212"/>
                    </a:lnTo>
                    <a:lnTo>
                      <a:pt x="169" y="209"/>
                    </a:lnTo>
                    <a:lnTo>
                      <a:pt x="177" y="206"/>
                    </a:lnTo>
                    <a:lnTo>
                      <a:pt x="183" y="202"/>
                    </a:lnTo>
                    <a:lnTo>
                      <a:pt x="189" y="197"/>
                    </a:lnTo>
                    <a:lnTo>
                      <a:pt x="194" y="192"/>
                    </a:lnTo>
                    <a:lnTo>
                      <a:pt x="199" y="186"/>
                    </a:lnTo>
                    <a:lnTo>
                      <a:pt x="207" y="175"/>
                    </a:lnTo>
                    <a:lnTo>
                      <a:pt x="213" y="162"/>
                    </a:lnTo>
                    <a:lnTo>
                      <a:pt x="217" y="149"/>
                    </a:lnTo>
                    <a:lnTo>
                      <a:pt x="220" y="137"/>
                    </a:lnTo>
                    <a:lnTo>
                      <a:pt x="223" y="125"/>
                    </a:lnTo>
                    <a:lnTo>
                      <a:pt x="224" y="114"/>
                    </a:lnTo>
                    <a:lnTo>
                      <a:pt x="224" y="97"/>
                    </a:lnTo>
                    <a:lnTo>
                      <a:pt x="224" y="91"/>
                    </a:lnTo>
                    <a:lnTo>
                      <a:pt x="153" y="0"/>
                    </a:ln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8" name="Freeform 452">
                <a:extLst>
                  <a:ext uri="{FF2B5EF4-FFF2-40B4-BE49-F238E27FC236}">
                    <a16:creationId xmlns:a16="http://schemas.microsoft.com/office/drawing/2014/main" id="{B7086503-A2BF-40C3-835C-7B6B43D5A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8251" y="4995863"/>
                <a:ext cx="130175" cy="241300"/>
              </a:xfrm>
              <a:custGeom>
                <a:avLst/>
                <a:gdLst>
                  <a:gd name="T0" fmla="*/ 169 w 410"/>
                  <a:gd name="T1" fmla="*/ 1 h 610"/>
                  <a:gd name="T2" fmla="*/ 218 w 410"/>
                  <a:gd name="T3" fmla="*/ 2 h 610"/>
                  <a:gd name="T4" fmla="*/ 264 w 410"/>
                  <a:gd name="T5" fmla="*/ 9 h 610"/>
                  <a:gd name="T6" fmla="*/ 296 w 410"/>
                  <a:gd name="T7" fmla="*/ 19 h 610"/>
                  <a:gd name="T8" fmla="*/ 315 w 410"/>
                  <a:gd name="T9" fmla="*/ 28 h 610"/>
                  <a:gd name="T10" fmla="*/ 334 w 410"/>
                  <a:gd name="T11" fmla="*/ 39 h 610"/>
                  <a:gd name="T12" fmla="*/ 351 w 410"/>
                  <a:gd name="T13" fmla="*/ 52 h 610"/>
                  <a:gd name="T14" fmla="*/ 366 w 410"/>
                  <a:gd name="T15" fmla="*/ 67 h 610"/>
                  <a:gd name="T16" fmla="*/ 379 w 410"/>
                  <a:gd name="T17" fmla="*/ 84 h 610"/>
                  <a:gd name="T18" fmla="*/ 390 w 410"/>
                  <a:gd name="T19" fmla="*/ 103 h 610"/>
                  <a:gd name="T20" fmla="*/ 399 w 410"/>
                  <a:gd name="T21" fmla="*/ 125 h 610"/>
                  <a:gd name="T22" fmla="*/ 405 w 410"/>
                  <a:gd name="T23" fmla="*/ 149 h 610"/>
                  <a:gd name="T24" fmla="*/ 409 w 410"/>
                  <a:gd name="T25" fmla="*/ 175 h 610"/>
                  <a:gd name="T26" fmla="*/ 409 w 410"/>
                  <a:gd name="T27" fmla="*/ 191 h 610"/>
                  <a:gd name="T28" fmla="*/ 410 w 410"/>
                  <a:gd name="T29" fmla="*/ 203 h 610"/>
                  <a:gd name="T30" fmla="*/ 406 w 410"/>
                  <a:gd name="T31" fmla="*/ 226 h 610"/>
                  <a:gd name="T32" fmla="*/ 401 w 410"/>
                  <a:gd name="T33" fmla="*/ 249 h 610"/>
                  <a:gd name="T34" fmla="*/ 392 w 410"/>
                  <a:gd name="T35" fmla="*/ 278 h 610"/>
                  <a:gd name="T36" fmla="*/ 390 w 410"/>
                  <a:gd name="T37" fmla="*/ 320 h 610"/>
                  <a:gd name="T38" fmla="*/ 391 w 410"/>
                  <a:gd name="T39" fmla="*/ 389 h 610"/>
                  <a:gd name="T40" fmla="*/ 400 w 410"/>
                  <a:gd name="T41" fmla="*/ 475 h 610"/>
                  <a:gd name="T42" fmla="*/ 405 w 410"/>
                  <a:gd name="T43" fmla="*/ 521 h 610"/>
                  <a:gd name="T44" fmla="*/ 404 w 410"/>
                  <a:gd name="T45" fmla="*/ 537 h 610"/>
                  <a:gd name="T46" fmla="*/ 381 w 410"/>
                  <a:gd name="T47" fmla="*/ 545 h 610"/>
                  <a:gd name="T48" fmla="*/ 342 w 410"/>
                  <a:gd name="T49" fmla="*/ 560 h 610"/>
                  <a:gd name="T50" fmla="*/ 288 w 410"/>
                  <a:gd name="T51" fmla="*/ 585 h 610"/>
                  <a:gd name="T52" fmla="*/ 236 w 410"/>
                  <a:gd name="T53" fmla="*/ 605 h 610"/>
                  <a:gd name="T54" fmla="*/ 210 w 410"/>
                  <a:gd name="T55" fmla="*/ 609 h 610"/>
                  <a:gd name="T56" fmla="*/ 193 w 410"/>
                  <a:gd name="T57" fmla="*/ 609 h 610"/>
                  <a:gd name="T58" fmla="*/ 174 w 410"/>
                  <a:gd name="T59" fmla="*/ 606 h 610"/>
                  <a:gd name="T60" fmla="*/ 156 w 410"/>
                  <a:gd name="T61" fmla="*/ 600 h 610"/>
                  <a:gd name="T62" fmla="*/ 138 w 410"/>
                  <a:gd name="T63" fmla="*/ 590 h 610"/>
                  <a:gd name="T64" fmla="*/ 118 w 410"/>
                  <a:gd name="T65" fmla="*/ 576 h 610"/>
                  <a:gd name="T66" fmla="*/ 108 w 410"/>
                  <a:gd name="T67" fmla="*/ 560 h 610"/>
                  <a:gd name="T68" fmla="*/ 104 w 410"/>
                  <a:gd name="T69" fmla="*/ 521 h 610"/>
                  <a:gd name="T70" fmla="*/ 98 w 410"/>
                  <a:gd name="T71" fmla="*/ 472 h 610"/>
                  <a:gd name="T72" fmla="*/ 93 w 410"/>
                  <a:gd name="T73" fmla="*/ 433 h 610"/>
                  <a:gd name="T74" fmla="*/ 104 w 410"/>
                  <a:gd name="T75" fmla="*/ 390 h 610"/>
                  <a:gd name="T76" fmla="*/ 109 w 410"/>
                  <a:gd name="T77" fmla="*/ 364 h 610"/>
                  <a:gd name="T78" fmla="*/ 111 w 410"/>
                  <a:gd name="T79" fmla="*/ 353 h 610"/>
                  <a:gd name="T80" fmla="*/ 123 w 410"/>
                  <a:gd name="T81" fmla="*/ 310 h 610"/>
                  <a:gd name="T82" fmla="*/ 130 w 410"/>
                  <a:gd name="T83" fmla="*/ 273 h 610"/>
                  <a:gd name="T84" fmla="*/ 129 w 410"/>
                  <a:gd name="T85" fmla="*/ 240 h 610"/>
                  <a:gd name="T86" fmla="*/ 124 w 410"/>
                  <a:gd name="T87" fmla="*/ 220 h 610"/>
                  <a:gd name="T88" fmla="*/ 118 w 410"/>
                  <a:gd name="T89" fmla="*/ 211 h 610"/>
                  <a:gd name="T90" fmla="*/ 110 w 410"/>
                  <a:gd name="T91" fmla="*/ 207 h 610"/>
                  <a:gd name="T92" fmla="*/ 103 w 410"/>
                  <a:gd name="T93" fmla="*/ 209 h 610"/>
                  <a:gd name="T94" fmla="*/ 95 w 410"/>
                  <a:gd name="T95" fmla="*/ 217 h 610"/>
                  <a:gd name="T96" fmla="*/ 88 w 410"/>
                  <a:gd name="T97" fmla="*/ 233 h 610"/>
                  <a:gd name="T98" fmla="*/ 74 w 410"/>
                  <a:gd name="T99" fmla="*/ 237 h 610"/>
                  <a:gd name="T100" fmla="*/ 35 w 410"/>
                  <a:gd name="T101" fmla="*/ 202 h 610"/>
                  <a:gd name="T102" fmla="*/ 15 w 410"/>
                  <a:gd name="T103" fmla="*/ 179 h 610"/>
                  <a:gd name="T104" fmla="*/ 4 w 410"/>
                  <a:gd name="T105" fmla="*/ 163 h 610"/>
                  <a:gd name="T106" fmla="*/ 0 w 410"/>
                  <a:gd name="T107" fmla="*/ 150 h 610"/>
                  <a:gd name="T108" fmla="*/ 5 w 410"/>
                  <a:gd name="T109" fmla="*/ 123 h 610"/>
                  <a:gd name="T110" fmla="*/ 13 w 410"/>
                  <a:gd name="T111" fmla="*/ 99 h 610"/>
                  <a:gd name="T112" fmla="*/ 26 w 410"/>
                  <a:gd name="T113" fmla="*/ 72 h 610"/>
                  <a:gd name="T114" fmla="*/ 41 w 410"/>
                  <a:gd name="T115" fmla="*/ 52 h 610"/>
                  <a:gd name="T116" fmla="*/ 54 w 410"/>
                  <a:gd name="T117" fmla="*/ 39 h 610"/>
                  <a:gd name="T118" fmla="*/ 70 w 410"/>
                  <a:gd name="T119" fmla="*/ 28 h 610"/>
                  <a:gd name="T120" fmla="*/ 88 w 410"/>
                  <a:gd name="T121" fmla="*/ 18 h 610"/>
                  <a:gd name="T122" fmla="*/ 108 w 410"/>
                  <a:gd name="T123" fmla="*/ 10 h 610"/>
                  <a:gd name="T124" fmla="*/ 131 w 410"/>
                  <a:gd name="T125" fmla="*/ 5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10" h="610">
                    <a:moveTo>
                      <a:pt x="144" y="3"/>
                    </a:moveTo>
                    <a:lnTo>
                      <a:pt x="169" y="1"/>
                    </a:lnTo>
                    <a:lnTo>
                      <a:pt x="194" y="0"/>
                    </a:lnTo>
                    <a:lnTo>
                      <a:pt x="218" y="2"/>
                    </a:lnTo>
                    <a:lnTo>
                      <a:pt x="241" y="4"/>
                    </a:lnTo>
                    <a:lnTo>
                      <a:pt x="264" y="9"/>
                    </a:lnTo>
                    <a:lnTo>
                      <a:pt x="285" y="15"/>
                    </a:lnTo>
                    <a:lnTo>
                      <a:pt x="296" y="19"/>
                    </a:lnTo>
                    <a:lnTo>
                      <a:pt x="306" y="23"/>
                    </a:lnTo>
                    <a:lnTo>
                      <a:pt x="315" y="28"/>
                    </a:lnTo>
                    <a:lnTo>
                      <a:pt x="325" y="33"/>
                    </a:lnTo>
                    <a:lnTo>
                      <a:pt x="334" y="39"/>
                    </a:lnTo>
                    <a:lnTo>
                      <a:pt x="342" y="45"/>
                    </a:lnTo>
                    <a:lnTo>
                      <a:pt x="351" y="52"/>
                    </a:lnTo>
                    <a:lnTo>
                      <a:pt x="359" y="59"/>
                    </a:lnTo>
                    <a:lnTo>
                      <a:pt x="366" y="67"/>
                    </a:lnTo>
                    <a:lnTo>
                      <a:pt x="372" y="75"/>
                    </a:lnTo>
                    <a:lnTo>
                      <a:pt x="379" y="84"/>
                    </a:lnTo>
                    <a:lnTo>
                      <a:pt x="385" y="93"/>
                    </a:lnTo>
                    <a:lnTo>
                      <a:pt x="390" y="103"/>
                    </a:lnTo>
                    <a:lnTo>
                      <a:pt x="395" y="114"/>
                    </a:lnTo>
                    <a:lnTo>
                      <a:pt x="399" y="125"/>
                    </a:lnTo>
                    <a:lnTo>
                      <a:pt x="402" y="137"/>
                    </a:lnTo>
                    <a:lnTo>
                      <a:pt x="405" y="149"/>
                    </a:lnTo>
                    <a:lnTo>
                      <a:pt x="407" y="162"/>
                    </a:lnTo>
                    <a:lnTo>
                      <a:pt x="409" y="175"/>
                    </a:lnTo>
                    <a:lnTo>
                      <a:pt x="410" y="189"/>
                    </a:lnTo>
                    <a:lnTo>
                      <a:pt x="409" y="191"/>
                    </a:lnTo>
                    <a:lnTo>
                      <a:pt x="409" y="193"/>
                    </a:lnTo>
                    <a:lnTo>
                      <a:pt x="410" y="203"/>
                    </a:lnTo>
                    <a:lnTo>
                      <a:pt x="409" y="214"/>
                    </a:lnTo>
                    <a:lnTo>
                      <a:pt x="406" y="226"/>
                    </a:lnTo>
                    <a:lnTo>
                      <a:pt x="404" y="238"/>
                    </a:lnTo>
                    <a:lnTo>
                      <a:pt x="401" y="249"/>
                    </a:lnTo>
                    <a:lnTo>
                      <a:pt x="396" y="260"/>
                    </a:lnTo>
                    <a:lnTo>
                      <a:pt x="392" y="278"/>
                    </a:lnTo>
                    <a:lnTo>
                      <a:pt x="391" y="299"/>
                    </a:lnTo>
                    <a:lnTo>
                      <a:pt x="390" y="320"/>
                    </a:lnTo>
                    <a:lnTo>
                      <a:pt x="390" y="343"/>
                    </a:lnTo>
                    <a:lnTo>
                      <a:pt x="391" y="389"/>
                    </a:lnTo>
                    <a:lnTo>
                      <a:pt x="395" y="434"/>
                    </a:lnTo>
                    <a:lnTo>
                      <a:pt x="400" y="475"/>
                    </a:lnTo>
                    <a:lnTo>
                      <a:pt x="404" y="508"/>
                    </a:lnTo>
                    <a:lnTo>
                      <a:pt x="405" y="521"/>
                    </a:lnTo>
                    <a:lnTo>
                      <a:pt x="405" y="531"/>
                    </a:lnTo>
                    <a:lnTo>
                      <a:pt x="404" y="537"/>
                    </a:lnTo>
                    <a:lnTo>
                      <a:pt x="402" y="540"/>
                    </a:lnTo>
                    <a:lnTo>
                      <a:pt x="381" y="545"/>
                    </a:lnTo>
                    <a:lnTo>
                      <a:pt x="362" y="552"/>
                    </a:lnTo>
                    <a:lnTo>
                      <a:pt x="342" y="560"/>
                    </a:lnTo>
                    <a:lnTo>
                      <a:pt x="324" y="568"/>
                    </a:lnTo>
                    <a:lnTo>
                      <a:pt x="288" y="585"/>
                    </a:lnTo>
                    <a:lnTo>
                      <a:pt x="253" y="600"/>
                    </a:lnTo>
                    <a:lnTo>
                      <a:pt x="236" y="605"/>
                    </a:lnTo>
                    <a:lnTo>
                      <a:pt x="219" y="609"/>
                    </a:lnTo>
                    <a:lnTo>
                      <a:pt x="210" y="609"/>
                    </a:lnTo>
                    <a:lnTo>
                      <a:pt x="201" y="610"/>
                    </a:lnTo>
                    <a:lnTo>
                      <a:pt x="193" y="609"/>
                    </a:lnTo>
                    <a:lnTo>
                      <a:pt x="184" y="608"/>
                    </a:lnTo>
                    <a:lnTo>
                      <a:pt x="174" y="606"/>
                    </a:lnTo>
                    <a:lnTo>
                      <a:pt x="165" y="604"/>
                    </a:lnTo>
                    <a:lnTo>
                      <a:pt x="156" y="600"/>
                    </a:lnTo>
                    <a:lnTo>
                      <a:pt x="146" y="596"/>
                    </a:lnTo>
                    <a:lnTo>
                      <a:pt x="138" y="590"/>
                    </a:lnTo>
                    <a:lnTo>
                      <a:pt x="128" y="584"/>
                    </a:lnTo>
                    <a:lnTo>
                      <a:pt x="118" y="576"/>
                    </a:lnTo>
                    <a:lnTo>
                      <a:pt x="108" y="568"/>
                    </a:lnTo>
                    <a:lnTo>
                      <a:pt x="108" y="560"/>
                    </a:lnTo>
                    <a:lnTo>
                      <a:pt x="106" y="538"/>
                    </a:lnTo>
                    <a:lnTo>
                      <a:pt x="104" y="521"/>
                    </a:lnTo>
                    <a:lnTo>
                      <a:pt x="101" y="499"/>
                    </a:lnTo>
                    <a:lnTo>
                      <a:pt x="98" y="472"/>
                    </a:lnTo>
                    <a:lnTo>
                      <a:pt x="91" y="441"/>
                    </a:lnTo>
                    <a:lnTo>
                      <a:pt x="93" y="433"/>
                    </a:lnTo>
                    <a:lnTo>
                      <a:pt x="98" y="415"/>
                    </a:lnTo>
                    <a:lnTo>
                      <a:pt x="104" y="390"/>
                    </a:lnTo>
                    <a:lnTo>
                      <a:pt x="110" y="364"/>
                    </a:lnTo>
                    <a:lnTo>
                      <a:pt x="109" y="364"/>
                    </a:lnTo>
                    <a:lnTo>
                      <a:pt x="108" y="364"/>
                    </a:lnTo>
                    <a:lnTo>
                      <a:pt x="111" y="353"/>
                    </a:lnTo>
                    <a:lnTo>
                      <a:pt x="119" y="327"/>
                    </a:lnTo>
                    <a:lnTo>
                      <a:pt x="123" y="310"/>
                    </a:lnTo>
                    <a:lnTo>
                      <a:pt x="126" y="292"/>
                    </a:lnTo>
                    <a:lnTo>
                      <a:pt x="130" y="273"/>
                    </a:lnTo>
                    <a:lnTo>
                      <a:pt x="130" y="256"/>
                    </a:lnTo>
                    <a:lnTo>
                      <a:pt x="129" y="240"/>
                    </a:lnTo>
                    <a:lnTo>
                      <a:pt x="126" y="226"/>
                    </a:lnTo>
                    <a:lnTo>
                      <a:pt x="124" y="220"/>
                    </a:lnTo>
                    <a:lnTo>
                      <a:pt x="120" y="215"/>
                    </a:lnTo>
                    <a:lnTo>
                      <a:pt x="118" y="211"/>
                    </a:lnTo>
                    <a:lnTo>
                      <a:pt x="114" y="209"/>
                    </a:lnTo>
                    <a:lnTo>
                      <a:pt x="110" y="207"/>
                    </a:lnTo>
                    <a:lnTo>
                      <a:pt x="106" y="207"/>
                    </a:lnTo>
                    <a:lnTo>
                      <a:pt x="103" y="209"/>
                    </a:lnTo>
                    <a:lnTo>
                      <a:pt x="99" y="212"/>
                    </a:lnTo>
                    <a:lnTo>
                      <a:pt x="95" y="217"/>
                    </a:lnTo>
                    <a:lnTo>
                      <a:pt x="91" y="224"/>
                    </a:lnTo>
                    <a:lnTo>
                      <a:pt x="88" y="233"/>
                    </a:lnTo>
                    <a:lnTo>
                      <a:pt x="84" y="245"/>
                    </a:lnTo>
                    <a:lnTo>
                      <a:pt x="74" y="237"/>
                    </a:lnTo>
                    <a:lnTo>
                      <a:pt x="49" y="215"/>
                    </a:lnTo>
                    <a:lnTo>
                      <a:pt x="35" y="202"/>
                    </a:lnTo>
                    <a:lnTo>
                      <a:pt x="21" y="187"/>
                    </a:lnTo>
                    <a:lnTo>
                      <a:pt x="15" y="179"/>
                    </a:lnTo>
                    <a:lnTo>
                      <a:pt x="9" y="171"/>
                    </a:lnTo>
                    <a:lnTo>
                      <a:pt x="4" y="163"/>
                    </a:lnTo>
                    <a:lnTo>
                      <a:pt x="0" y="155"/>
                    </a:lnTo>
                    <a:lnTo>
                      <a:pt x="0" y="150"/>
                    </a:lnTo>
                    <a:lnTo>
                      <a:pt x="3" y="134"/>
                    </a:lnTo>
                    <a:lnTo>
                      <a:pt x="5" y="123"/>
                    </a:lnTo>
                    <a:lnTo>
                      <a:pt x="8" y="111"/>
                    </a:lnTo>
                    <a:lnTo>
                      <a:pt x="13" y="99"/>
                    </a:lnTo>
                    <a:lnTo>
                      <a:pt x="19" y="85"/>
                    </a:lnTo>
                    <a:lnTo>
                      <a:pt x="26" y="72"/>
                    </a:lnTo>
                    <a:lnTo>
                      <a:pt x="36" y="58"/>
                    </a:lnTo>
                    <a:lnTo>
                      <a:pt x="41" y="52"/>
                    </a:lnTo>
                    <a:lnTo>
                      <a:pt x="48" y="45"/>
                    </a:lnTo>
                    <a:lnTo>
                      <a:pt x="54" y="39"/>
                    </a:lnTo>
                    <a:lnTo>
                      <a:pt x="61" y="34"/>
                    </a:lnTo>
                    <a:lnTo>
                      <a:pt x="70" y="28"/>
                    </a:lnTo>
                    <a:lnTo>
                      <a:pt x="78" y="23"/>
                    </a:lnTo>
                    <a:lnTo>
                      <a:pt x="88" y="18"/>
                    </a:lnTo>
                    <a:lnTo>
                      <a:pt x="98" y="14"/>
                    </a:lnTo>
                    <a:lnTo>
                      <a:pt x="108" y="10"/>
                    </a:lnTo>
                    <a:lnTo>
                      <a:pt x="119" y="7"/>
                    </a:lnTo>
                    <a:lnTo>
                      <a:pt x="131" y="5"/>
                    </a:lnTo>
                    <a:lnTo>
                      <a:pt x="144" y="3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9" name="Rectangle 453">
                <a:extLst>
                  <a:ext uri="{FF2B5EF4-FFF2-40B4-BE49-F238E27FC236}">
                    <a16:creationId xmlns:a16="http://schemas.microsoft.com/office/drawing/2014/main" id="{F3F55CF9-632C-49AD-B171-683602E73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6538" y="5130800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0" name="Rectangle 454">
                <a:extLst>
                  <a:ext uri="{FF2B5EF4-FFF2-40B4-BE49-F238E27FC236}">
                    <a16:creationId xmlns:a16="http://schemas.microsoft.com/office/drawing/2014/main" id="{AF2F8339-9286-4566-B5D9-AC61A5CE3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651" y="5211763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1" name="Rectangle 455">
                <a:extLst>
                  <a:ext uri="{FF2B5EF4-FFF2-40B4-BE49-F238E27FC236}">
                    <a16:creationId xmlns:a16="http://schemas.microsoft.com/office/drawing/2014/main" id="{2BB0A6B8-2635-4165-962E-6D42E213D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238" y="5329238"/>
                <a:ext cx="7938" cy="61913"/>
              </a:xfrm>
              <a:prstGeom prst="rect">
                <a:avLst/>
              </a:prstGeom>
              <a:solidFill>
                <a:srgbClr val="4B54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2" name="Freeform 456">
                <a:extLst>
                  <a:ext uri="{FF2B5EF4-FFF2-40B4-BE49-F238E27FC236}">
                    <a16:creationId xmlns:a16="http://schemas.microsoft.com/office/drawing/2014/main" id="{5BE692DF-939D-4608-8886-35B56F7DA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138" y="5310188"/>
                <a:ext cx="60325" cy="34925"/>
              </a:xfrm>
              <a:custGeom>
                <a:avLst/>
                <a:gdLst>
                  <a:gd name="T0" fmla="*/ 0 w 187"/>
                  <a:gd name="T1" fmla="*/ 32 h 86"/>
                  <a:gd name="T2" fmla="*/ 118 w 187"/>
                  <a:gd name="T3" fmla="*/ 86 h 86"/>
                  <a:gd name="T4" fmla="*/ 187 w 187"/>
                  <a:gd name="T5" fmla="*/ 54 h 86"/>
                  <a:gd name="T6" fmla="*/ 69 w 187"/>
                  <a:gd name="T7" fmla="*/ 0 h 86"/>
                  <a:gd name="T8" fmla="*/ 0 w 187"/>
                  <a:gd name="T9" fmla="*/ 32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86">
                    <a:moveTo>
                      <a:pt x="0" y="32"/>
                    </a:moveTo>
                    <a:lnTo>
                      <a:pt x="118" y="86"/>
                    </a:lnTo>
                    <a:lnTo>
                      <a:pt x="187" y="54"/>
                    </a:lnTo>
                    <a:lnTo>
                      <a:pt x="69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27C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3" name="Freeform 457">
                <a:extLst>
                  <a:ext uri="{FF2B5EF4-FFF2-40B4-BE49-F238E27FC236}">
                    <a16:creationId xmlns:a16="http://schemas.microsoft.com/office/drawing/2014/main" id="{6A92826F-0ED2-4A69-985C-4E9020221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463" y="5073650"/>
                <a:ext cx="39688" cy="163513"/>
              </a:xfrm>
              <a:custGeom>
                <a:avLst/>
                <a:gdLst>
                  <a:gd name="T0" fmla="*/ 28 w 127"/>
                  <a:gd name="T1" fmla="*/ 19 h 413"/>
                  <a:gd name="T2" fmla="*/ 30 w 127"/>
                  <a:gd name="T3" fmla="*/ 12 h 413"/>
                  <a:gd name="T4" fmla="*/ 35 w 127"/>
                  <a:gd name="T5" fmla="*/ 6 h 413"/>
                  <a:gd name="T6" fmla="*/ 43 w 127"/>
                  <a:gd name="T7" fmla="*/ 2 h 413"/>
                  <a:gd name="T8" fmla="*/ 53 w 127"/>
                  <a:gd name="T9" fmla="*/ 0 h 413"/>
                  <a:gd name="T10" fmla="*/ 62 w 127"/>
                  <a:gd name="T11" fmla="*/ 2 h 413"/>
                  <a:gd name="T12" fmla="*/ 69 w 127"/>
                  <a:gd name="T13" fmla="*/ 6 h 413"/>
                  <a:gd name="T14" fmla="*/ 74 w 127"/>
                  <a:gd name="T15" fmla="*/ 12 h 413"/>
                  <a:gd name="T16" fmla="*/ 75 w 127"/>
                  <a:gd name="T17" fmla="*/ 23 h 413"/>
                  <a:gd name="T18" fmla="*/ 75 w 127"/>
                  <a:gd name="T19" fmla="*/ 36 h 413"/>
                  <a:gd name="T20" fmla="*/ 69 w 127"/>
                  <a:gd name="T21" fmla="*/ 56 h 413"/>
                  <a:gd name="T22" fmla="*/ 58 w 127"/>
                  <a:gd name="T23" fmla="*/ 80 h 413"/>
                  <a:gd name="T24" fmla="*/ 53 w 127"/>
                  <a:gd name="T25" fmla="*/ 98 h 413"/>
                  <a:gd name="T26" fmla="*/ 50 w 127"/>
                  <a:gd name="T27" fmla="*/ 109 h 413"/>
                  <a:gd name="T28" fmla="*/ 54 w 127"/>
                  <a:gd name="T29" fmla="*/ 138 h 413"/>
                  <a:gd name="T30" fmla="*/ 53 w 127"/>
                  <a:gd name="T31" fmla="*/ 178 h 413"/>
                  <a:gd name="T32" fmla="*/ 49 w 127"/>
                  <a:gd name="T33" fmla="*/ 212 h 413"/>
                  <a:gd name="T34" fmla="*/ 48 w 127"/>
                  <a:gd name="T35" fmla="*/ 242 h 413"/>
                  <a:gd name="T36" fmla="*/ 57 w 127"/>
                  <a:gd name="T37" fmla="*/ 279 h 413"/>
                  <a:gd name="T38" fmla="*/ 69 w 127"/>
                  <a:gd name="T39" fmla="*/ 315 h 413"/>
                  <a:gd name="T40" fmla="*/ 87 w 127"/>
                  <a:gd name="T41" fmla="*/ 344 h 413"/>
                  <a:gd name="T42" fmla="*/ 108 w 127"/>
                  <a:gd name="T43" fmla="*/ 369 h 413"/>
                  <a:gd name="T44" fmla="*/ 123 w 127"/>
                  <a:gd name="T45" fmla="*/ 385 h 413"/>
                  <a:gd name="T46" fmla="*/ 127 w 127"/>
                  <a:gd name="T47" fmla="*/ 392 h 413"/>
                  <a:gd name="T48" fmla="*/ 125 w 127"/>
                  <a:gd name="T49" fmla="*/ 399 h 413"/>
                  <a:gd name="T50" fmla="*/ 122 w 127"/>
                  <a:gd name="T51" fmla="*/ 406 h 413"/>
                  <a:gd name="T52" fmla="*/ 114 w 127"/>
                  <a:gd name="T53" fmla="*/ 411 h 413"/>
                  <a:gd name="T54" fmla="*/ 105 w 127"/>
                  <a:gd name="T55" fmla="*/ 413 h 413"/>
                  <a:gd name="T56" fmla="*/ 97 w 127"/>
                  <a:gd name="T57" fmla="*/ 412 h 413"/>
                  <a:gd name="T58" fmla="*/ 88 w 127"/>
                  <a:gd name="T59" fmla="*/ 409 h 413"/>
                  <a:gd name="T60" fmla="*/ 70 w 127"/>
                  <a:gd name="T61" fmla="*/ 392 h 413"/>
                  <a:gd name="T62" fmla="*/ 45 w 127"/>
                  <a:gd name="T63" fmla="*/ 363 h 413"/>
                  <a:gd name="T64" fmla="*/ 25 w 127"/>
                  <a:gd name="T65" fmla="*/ 329 h 413"/>
                  <a:gd name="T66" fmla="*/ 10 w 127"/>
                  <a:gd name="T67" fmla="*/ 288 h 413"/>
                  <a:gd name="T68" fmla="*/ 2 w 127"/>
                  <a:gd name="T69" fmla="*/ 245 h 413"/>
                  <a:gd name="T70" fmla="*/ 2 w 127"/>
                  <a:gd name="T71" fmla="*/ 211 h 413"/>
                  <a:gd name="T72" fmla="*/ 5 w 127"/>
                  <a:gd name="T73" fmla="*/ 177 h 413"/>
                  <a:gd name="T74" fmla="*/ 7 w 127"/>
                  <a:gd name="T75" fmla="*/ 140 h 413"/>
                  <a:gd name="T76" fmla="*/ 3 w 127"/>
                  <a:gd name="T77" fmla="*/ 110 h 413"/>
                  <a:gd name="T78" fmla="*/ 5 w 127"/>
                  <a:gd name="T79" fmla="*/ 94 h 413"/>
                  <a:gd name="T80" fmla="*/ 12 w 127"/>
                  <a:gd name="T81" fmla="*/ 71 h 413"/>
                  <a:gd name="T82" fmla="*/ 23 w 127"/>
                  <a:gd name="T83" fmla="*/ 47 h 413"/>
                  <a:gd name="T84" fmla="*/ 28 w 127"/>
                  <a:gd name="T85" fmla="*/ 29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7" h="413">
                    <a:moveTo>
                      <a:pt x="28" y="23"/>
                    </a:moveTo>
                    <a:lnTo>
                      <a:pt x="28" y="19"/>
                    </a:lnTo>
                    <a:lnTo>
                      <a:pt x="28" y="15"/>
                    </a:lnTo>
                    <a:lnTo>
                      <a:pt x="30" y="12"/>
                    </a:lnTo>
                    <a:lnTo>
                      <a:pt x="32" y="8"/>
                    </a:lnTo>
                    <a:lnTo>
                      <a:pt x="35" y="6"/>
                    </a:lnTo>
                    <a:lnTo>
                      <a:pt x="39" y="3"/>
                    </a:lnTo>
                    <a:lnTo>
                      <a:pt x="43" y="2"/>
                    </a:lnTo>
                    <a:lnTo>
                      <a:pt x="48" y="1"/>
                    </a:lnTo>
                    <a:lnTo>
                      <a:pt x="53" y="0"/>
                    </a:lnTo>
                    <a:lnTo>
                      <a:pt x="57" y="1"/>
                    </a:lnTo>
                    <a:lnTo>
                      <a:pt x="62" y="2"/>
                    </a:lnTo>
                    <a:lnTo>
                      <a:pt x="65" y="4"/>
                    </a:lnTo>
                    <a:lnTo>
                      <a:pt x="69" y="6"/>
                    </a:lnTo>
                    <a:lnTo>
                      <a:pt x="72" y="9"/>
                    </a:lnTo>
                    <a:lnTo>
                      <a:pt x="74" y="12"/>
                    </a:lnTo>
                    <a:lnTo>
                      <a:pt x="75" y="16"/>
                    </a:lnTo>
                    <a:lnTo>
                      <a:pt x="75" y="23"/>
                    </a:lnTo>
                    <a:lnTo>
                      <a:pt x="75" y="29"/>
                    </a:lnTo>
                    <a:lnTo>
                      <a:pt x="75" y="36"/>
                    </a:lnTo>
                    <a:lnTo>
                      <a:pt x="74" y="42"/>
                    </a:lnTo>
                    <a:lnTo>
                      <a:pt x="69" y="56"/>
                    </a:lnTo>
                    <a:lnTo>
                      <a:pt x="63" y="69"/>
                    </a:lnTo>
                    <a:lnTo>
                      <a:pt x="58" y="80"/>
                    </a:lnTo>
                    <a:lnTo>
                      <a:pt x="54" y="92"/>
                    </a:lnTo>
                    <a:lnTo>
                      <a:pt x="53" y="98"/>
                    </a:lnTo>
                    <a:lnTo>
                      <a:pt x="52" y="103"/>
                    </a:lnTo>
                    <a:lnTo>
                      <a:pt x="50" y="109"/>
                    </a:lnTo>
                    <a:lnTo>
                      <a:pt x="52" y="114"/>
                    </a:lnTo>
                    <a:lnTo>
                      <a:pt x="54" y="138"/>
                    </a:lnTo>
                    <a:lnTo>
                      <a:pt x="54" y="159"/>
                    </a:lnTo>
                    <a:lnTo>
                      <a:pt x="53" y="178"/>
                    </a:lnTo>
                    <a:lnTo>
                      <a:pt x="50" y="197"/>
                    </a:lnTo>
                    <a:lnTo>
                      <a:pt x="49" y="212"/>
                    </a:lnTo>
                    <a:lnTo>
                      <a:pt x="48" y="227"/>
                    </a:lnTo>
                    <a:lnTo>
                      <a:pt x="48" y="242"/>
                    </a:lnTo>
                    <a:lnTo>
                      <a:pt x="50" y="257"/>
                    </a:lnTo>
                    <a:lnTo>
                      <a:pt x="57" y="279"/>
                    </a:lnTo>
                    <a:lnTo>
                      <a:pt x="63" y="298"/>
                    </a:lnTo>
                    <a:lnTo>
                      <a:pt x="69" y="315"/>
                    </a:lnTo>
                    <a:lnTo>
                      <a:pt x="78" y="331"/>
                    </a:lnTo>
                    <a:lnTo>
                      <a:pt x="87" y="344"/>
                    </a:lnTo>
                    <a:lnTo>
                      <a:pt x="97" y="357"/>
                    </a:lnTo>
                    <a:lnTo>
                      <a:pt x="108" y="369"/>
                    </a:lnTo>
                    <a:lnTo>
                      <a:pt x="120" y="382"/>
                    </a:lnTo>
                    <a:lnTo>
                      <a:pt x="123" y="385"/>
                    </a:lnTo>
                    <a:lnTo>
                      <a:pt x="125" y="388"/>
                    </a:lnTo>
                    <a:lnTo>
                      <a:pt x="127" y="392"/>
                    </a:lnTo>
                    <a:lnTo>
                      <a:pt x="127" y="395"/>
                    </a:lnTo>
                    <a:lnTo>
                      <a:pt x="125" y="399"/>
                    </a:lnTo>
                    <a:lnTo>
                      <a:pt x="124" y="402"/>
                    </a:lnTo>
                    <a:lnTo>
                      <a:pt x="122" y="406"/>
                    </a:lnTo>
                    <a:lnTo>
                      <a:pt x="118" y="408"/>
                    </a:lnTo>
                    <a:lnTo>
                      <a:pt x="114" y="411"/>
                    </a:lnTo>
                    <a:lnTo>
                      <a:pt x="110" y="412"/>
                    </a:lnTo>
                    <a:lnTo>
                      <a:pt x="105" y="413"/>
                    </a:lnTo>
                    <a:lnTo>
                      <a:pt x="100" y="413"/>
                    </a:lnTo>
                    <a:lnTo>
                      <a:pt x="97" y="412"/>
                    </a:lnTo>
                    <a:lnTo>
                      <a:pt x="92" y="411"/>
                    </a:lnTo>
                    <a:lnTo>
                      <a:pt x="88" y="409"/>
                    </a:lnTo>
                    <a:lnTo>
                      <a:pt x="84" y="407"/>
                    </a:lnTo>
                    <a:lnTo>
                      <a:pt x="70" y="392"/>
                    </a:lnTo>
                    <a:lnTo>
                      <a:pt x="57" y="378"/>
                    </a:lnTo>
                    <a:lnTo>
                      <a:pt x="45" y="363"/>
                    </a:lnTo>
                    <a:lnTo>
                      <a:pt x="34" y="347"/>
                    </a:lnTo>
                    <a:lnTo>
                      <a:pt x="25" y="329"/>
                    </a:lnTo>
                    <a:lnTo>
                      <a:pt x="17" y="309"/>
                    </a:lnTo>
                    <a:lnTo>
                      <a:pt x="10" y="288"/>
                    </a:lnTo>
                    <a:lnTo>
                      <a:pt x="4" y="263"/>
                    </a:lnTo>
                    <a:lnTo>
                      <a:pt x="2" y="245"/>
                    </a:lnTo>
                    <a:lnTo>
                      <a:pt x="0" y="228"/>
                    </a:lnTo>
                    <a:lnTo>
                      <a:pt x="2" y="211"/>
                    </a:lnTo>
                    <a:lnTo>
                      <a:pt x="3" y="193"/>
                    </a:lnTo>
                    <a:lnTo>
                      <a:pt x="5" y="177"/>
                    </a:lnTo>
                    <a:lnTo>
                      <a:pt x="7" y="159"/>
                    </a:lnTo>
                    <a:lnTo>
                      <a:pt x="7" y="140"/>
                    </a:lnTo>
                    <a:lnTo>
                      <a:pt x="4" y="119"/>
                    </a:lnTo>
                    <a:lnTo>
                      <a:pt x="3" y="110"/>
                    </a:lnTo>
                    <a:lnTo>
                      <a:pt x="4" y="102"/>
                    </a:lnTo>
                    <a:lnTo>
                      <a:pt x="5" y="94"/>
                    </a:lnTo>
                    <a:lnTo>
                      <a:pt x="7" y="86"/>
                    </a:lnTo>
                    <a:lnTo>
                      <a:pt x="12" y="71"/>
                    </a:lnTo>
                    <a:lnTo>
                      <a:pt x="19" y="56"/>
                    </a:lnTo>
                    <a:lnTo>
                      <a:pt x="23" y="47"/>
                    </a:lnTo>
                    <a:lnTo>
                      <a:pt x="27" y="38"/>
                    </a:lnTo>
                    <a:lnTo>
                      <a:pt x="28" y="29"/>
                    </a:lnTo>
                    <a:lnTo>
                      <a:pt x="28" y="23"/>
                    </a:lnTo>
                    <a:close/>
                  </a:path>
                </a:pathLst>
              </a:custGeom>
              <a:solidFill>
                <a:srgbClr val="CF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4" name="Freeform 458">
                <a:extLst>
                  <a:ext uri="{FF2B5EF4-FFF2-40B4-BE49-F238E27FC236}">
                    <a16:creationId xmlns:a16="http://schemas.microsoft.com/office/drawing/2014/main" id="{D44B0C2C-D9BC-480A-856F-BE4D39E00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0513" y="5213350"/>
                <a:ext cx="30163" cy="38100"/>
              </a:xfrm>
              <a:custGeom>
                <a:avLst/>
                <a:gdLst>
                  <a:gd name="T0" fmla="*/ 47 w 96"/>
                  <a:gd name="T1" fmla="*/ 5 h 99"/>
                  <a:gd name="T2" fmla="*/ 38 w 96"/>
                  <a:gd name="T3" fmla="*/ 10 h 99"/>
                  <a:gd name="T4" fmla="*/ 28 w 96"/>
                  <a:gd name="T5" fmla="*/ 17 h 99"/>
                  <a:gd name="T6" fmla="*/ 21 w 96"/>
                  <a:gd name="T7" fmla="*/ 25 h 99"/>
                  <a:gd name="T8" fmla="*/ 13 w 96"/>
                  <a:gd name="T9" fmla="*/ 34 h 99"/>
                  <a:gd name="T10" fmla="*/ 7 w 96"/>
                  <a:gd name="T11" fmla="*/ 43 h 99"/>
                  <a:gd name="T12" fmla="*/ 3 w 96"/>
                  <a:gd name="T13" fmla="*/ 53 h 99"/>
                  <a:gd name="T14" fmla="*/ 1 w 96"/>
                  <a:gd name="T15" fmla="*/ 62 h 99"/>
                  <a:gd name="T16" fmla="*/ 0 w 96"/>
                  <a:gd name="T17" fmla="*/ 72 h 99"/>
                  <a:gd name="T18" fmla="*/ 1 w 96"/>
                  <a:gd name="T19" fmla="*/ 80 h 99"/>
                  <a:gd name="T20" fmla="*/ 3 w 96"/>
                  <a:gd name="T21" fmla="*/ 87 h 99"/>
                  <a:gd name="T22" fmla="*/ 7 w 96"/>
                  <a:gd name="T23" fmla="*/ 93 h 99"/>
                  <a:gd name="T24" fmla="*/ 13 w 96"/>
                  <a:gd name="T25" fmla="*/ 97 h 99"/>
                  <a:gd name="T26" fmla="*/ 21 w 96"/>
                  <a:gd name="T27" fmla="*/ 99 h 99"/>
                  <a:gd name="T28" fmla="*/ 28 w 96"/>
                  <a:gd name="T29" fmla="*/ 99 h 99"/>
                  <a:gd name="T30" fmla="*/ 38 w 96"/>
                  <a:gd name="T31" fmla="*/ 97 h 99"/>
                  <a:gd name="T32" fmla="*/ 47 w 96"/>
                  <a:gd name="T33" fmla="*/ 94 h 99"/>
                  <a:gd name="T34" fmla="*/ 57 w 96"/>
                  <a:gd name="T35" fmla="*/ 88 h 99"/>
                  <a:gd name="T36" fmla="*/ 66 w 96"/>
                  <a:gd name="T37" fmla="*/ 82 h 99"/>
                  <a:gd name="T38" fmla="*/ 75 w 96"/>
                  <a:gd name="T39" fmla="*/ 74 h 99"/>
                  <a:gd name="T40" fmla="*/ 82 w 96"/>
                  <a:gd name="T41" fmla="*/ 65 h 99"/>
                  <a:gd name="T42" fmla="*/ 87 w 96"/>
                  <a:gd name="T43" fmla="*/ 56 h 99"/>
                  <a:gd name="T44" fmla="*/ 92 w 96"/>
                  <a:gd name="T45" fmla="*/ 46 h 99"/>
                  <a:gd name="T46" fmla="*/ 95 w 96"/>
                  <a:gd name="T47" fmla="*/ 37 h 99"/>
                  <a:gd name="T48" fmla="*/ 96 w 96"/>
                  <a:gd name="T49" fmla="*/ 27 h 99"/>
                  <a:gd name="T50" fmla="*/ 95 w 96"/>
                  <a:gd name="T51" fmla="*/ 19 h 99"/>
                  <a:gd name="T52" fmla="*/ 92 w 96"/>
                  <a:gd name="T53" fmla="*/ 12 h 99"/>
                  <a:gd name="T54" fmla="*/ 87 w 96"/>
                  <a:gd name="T55" fmla="*/ 6 h 99"/>
                  <a:gd name="T56" fmla="*/ 82 w 96"/>
                  <a:gd name="T57" fmla="*/ 2 h 99"/>
                  <a:gd name="T58" fmla="*/ 75 w 96"/>
                  <a:gd name="T59" fmla="*/ 0 h 99"/>
                  <a:gd name="T60" fmla="*/ 66 w 96"/>
                  <a:gd name="T61" fmla="*/ 0 h 99"/>
                  <a:gd name="T62" fmla="*/ 57 w 96"/>
                  <a:gd name="T63" fmla="*/ 1 h 99"/>
                  <a:gd name="T64" fmla="*/ 47 w 96"/>
                  <a:gd name="T65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9">
                    <a:moveTo>
                      <a:pt x="47" y="5"/>
                    </a:moveTo>
                    <a:lnTo>
                      <a:pt x="38" y="10"/>
                    </a:lnTo>
                    <a:lnTo>
                      <a:pt x="28" y="17"/>
                    </a:lnTo>
                    <a:lnTo>
                      <a:pt x="21" y="25"/>
                    </a:lnTo>
                    <a:lnTo>
                      <a:pt x="13" y="34"/>
                    </a:lnTo>
                    <a:lnTo>
                      <a:pt x="7" y="43"/>
                    </a:lnTo>
                    <a:lnTo>
                      <a:pt x="3" y="53"/>
                    </a:lnTo>
                    <a:lnTo>
                      <a:pt x="1" y="62"/>
                    </a:lnTo>
                    <a:lnTo>
                      <a:pt x="0" y="72"/>
                    </a:lnTo>
                    <a:lnTo>
                      <a:pt x="1" y="80"/>
                    </a:lnTo>
                    <a:lnTo>
                      <a:pt x="3" y="87"/>
                    </a:lnTo>
                    <a:lnTo>
                      <a:pt x="7" y="93"/>
                    </a:lnTo>
                    <a:lnTo>
                      <a:pt x="13" y="97"/>
                    </a:lnTo>
                    <a:lnTo>
                      <a:pt x="21" y="99"/>
                    </a:lnTo>
                    <a:lnTo>
                      <a:pt x="28" y="99"/>
                    </a:lnTo>
                    <a:lnTo>
                      <a:pt x="38" y="97"/>
                    </a:lnTo>
                    <a:lnTo>
                      <a:pt x="47" y="94"/>
                    </a:lnTo>
                    <a:lnTo>
                      <a:pt x="57" y="88"/>
                    </a:lnTo>
                    <a:lnTo>
                      <a:pt x="66" y="82"/>
                    </a:lnTo>
                    <a:lnTo>
                      <a:pt x="75" y="74"/>
                    </a:lnTo>
                    <a:lnTo>
                      <a:pt x="82" y="65"/>
                    </a:lnTo>
                    <a:lnTo>
                      <a:pt x="87" y="56"/>
                    </a:lnTo>
                    <a:lnTo>
                      <a:pt x="92" y="46"/>
                    </a:lnTo>
                    <a:lnTo>
                      <a:pt x="95" y="37"/>
                    </a:lnTo>
                    <a:lnTo>
                      <a:pt x="96" y="27"/>
                    </a:lnTo>
                    <a:lnTo>
                      <a:pt x="95" y="19"/>
                    </a:lnTo>
                    <a:lnTo>
                      <a:pt x="92" y="12"/>
                    </a:lnTo>
                    <a:lnTo>
                      <a:pt x="87" y="6"/>
                    </a:lnTo>
                    <a:lnTo>
                      <a:pt x="82" y="2"/>
                    </a:lnTo>
                    <a:lnTo>
                      <a:pt x="75" y="0"/>
                    </a:lnTo>
                    <a:lnTo>
                      <a:pt x="66" y="0"/>
                    </a:lnTo>
                    <a:lnTo>
                      <a:pt x="57" y="1"/>
                    </a:lnTo>
                    <a:lnTo>
                      <a:pt x="47" y="5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5" name="Freeform 459">
                <a:extLst>
                  <a:ext uri="{FF2B5EF4-FFF2-40B4-BE49-F238E27FC236}">
                    <a16:creationId xmlns:a16="http://schemas.microsoft.com/office/drawing/2014/main" id="{9E726A17-F959-4D28-92F1-DEFD473B49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76376" y="5092700"/>
                <a:ext cx="230188" cy="296863"/>
              </a:xfrm>
              <a:custGeom>
                <a:avLst/>
                <a:gdLst>
                  <a:gd name="T0" fmla="*/ 306 w 724"/>
                  <a:gd name="T1" fmla="*/ 69 h 748"/>
                  <a:gd name="T2" fmla="*/ 238 w 724"/>
                  <a:gd name="T3" fmla="*/ 118 h 748"/>
                  <a:gd name="T4" fmla="*/ 174 w 724"/>
                  <a:gd name="T5" fmla="*/ 175 h 748"/>
                  <a:gd name="T6" fmla="*/ 119 w 724"/>
                  <a:gd name="T7" fmla="*/ 239 h 748"/>
                  <a:gd name="T8" fmla="*/ 72 w 724"/>
                  <a:gd name="T9" fmla="*/ 308 h 748"/>
                  <a:gd name="T10" fmla="*/ 37 w 724"/>
                  <a:gd name="T11" fmla="*/ 380 h 748"/>
                  <a:gd name="T12" fmla="*/ 12 w 724"/>
                  <a:gd name="T13" fmla="*/ 452 h 748"/>
                  <a:gd name="T14" fmla="*/ 0 w 724"/>
                  <a:gd name="T15" fmla="*/ 524 h 748"/>
                  <a:gd name="T16" fmla="*/ 4 w 724"/>
                  <a:gd name="T17" fmla="*/ 590 h 748"/>
                  <a:gd name="T18" fmla="*/ 23 w 724"/>
                  <a:gd name="T19" fmla="*/ 646 h 748"/>
                  <a:gd name="T20" fmla="*/ 53 w 724"/>
                  <a:gd name="T21" fmla="*/ 690 h 748"/>
                  <a:gd name="T22" fmla="*/ 94 w 724"/>
                  <a:gd name="T23" fmla="*/ 722 h 748"/>
                  <a:gd name="T24" fmla="*/ 145 w 724"/>
                  <a:gd name="T25" fmla="*/ 742 h 748"/>
                  <a:gd name="T26" fmla="*/ 205 w 724"/>
                  <a:gd name="T27" fmla="*/ 748 h 748"/>
                  <a:gd name="T28" fmla="*/ 271 w 724"/>
                  <a:gd name="T29" fmla="*/ 739 h 748"/>
                  <a:gd name="T30" fmla="*/ 344 w 724"/>
                  <a:gd name="T31" fmla="*/ 716 h 748"/>
                  <a:gd name="T32" fmla="*/ 416 w 724"/>
                  <a:gd name="T33" fmla="*/ 679 h 748"/>
                  <a:gd name="T34" fmla="*/ 486 w 724"/>
                  <a:gd name="T35" fmla="*/ 631 h 748"/>
                  <a:gd name="T36" fmla="*/ 549 w 724"/>
                  <a:gd name="T37" fmla="*/ 573 h 748"/>
                  <a:gd name="T38" fmla="*/ 605 w 724"/>
                  <a:gd name="T39" fmla="*/ 509 h 748"/>
                  <a:gd name="T40" fmla="*/ 651 w 724"/>
                  <a:gd name="T41" fmla="*/ 440 h 748"/>
                  <a:gd name="T42" fmla="*/ 687 w 724"/>
                  <a:gd name="T43" fmla="*/ 368 h 748"/>
                  <a:gd name="T44" fmla="*/ 712 w 724"/>
                  <a:gd name="T45" fmla="*/ 296 h 748"/>
                  <a:gd name="T46" fmla="*/ 722 w 724"/>
                  <a:gd name="T47" fmla="*/ 224 h 748"/>
                  <a:gd name="T48" fmla="*/ 719 w 724"/>
                  <a:gd name="T49" fmla="*/ 158 h 748"/>
                  <a:gd name="T50" fmla="*/ 701 w 724"/>
                  <a:gd name="T51" fmla="*/ 102 h 748"/>
                  <a:gd name="T52" fmla="*/ 671 w 724"/>
                  <a:gd name="T53" fmla="*/ 58 h 748"/>
                  <a:gd name="T54" fmla="*/ 630 w 724"/>
                  <a:gd name="T55" fmla="*/ 26 h 748"/>
                  <a:gd name="T56" fmla="*/ 579 w 724"/>
                  <a:gd name="T57" fmla="*/ 6 h 748"/>
                  <a:gd name="T58" fmla="*/ 519 w 724"/>
                  <a:gd name="T59" fmla="*/ 0 h 748"/>
                  <a:gd name="T60" fmla="*/ 453 w 724"/>
                  <a:gd name="T61" fmla="*/ 9 h 748"/>
                  <a:gd name="T62" fmla="*/ 380 w 724"/>
                  <a:gd name="T63" fmla="*/ 32 h 748"/>
                  <a:gd name="T64" fmla="*/ 376 w 724"/>
                  <a:gd name="T65" fmla="*/ 101 h 748"/>
                  <a:gd name="T66" fmla="*/ 434 w 724"/>
                  <a:gd name="T67" fmla="*/ 82 h 748"/>
                  <a:gd name="T68" fmla="*/ 488 w 724"/>
                  <a:gd name="T69" fmla="*/ 76 h 748"/>
                  <a:gd name="T70" fmla="*/ 535 w 724"/>
                  <a:gd name="T71" fmla="*/ 81 h 748"/>
                  <a:gd name="T72" fmla="*/ 575 w 724"/>
                  <a:gd name="T73" fmla="*/ 96 h 748"/>
                  <a:gd name="T74" fmla="*/ 609 w 724"/>
                  <a:gd name="T75" fmla="*/ 122 h 748"/>
                  <a:gd name="T76" fmla="*/ 632 w 724"/>
                  <a:gd name="T77" fmla="*/ 157 h 748"/>
                  <a:gd name="T78" fmla="*/ 647 w 724"/>
                  <a:gd name="T79" fmla="*/ 202 h 748"/>
                  <a:gd name="T80" fmla="*/ 650 w 724"/>
                  <a:gd name="T81" fmla="*/ 255 h 748"/>
                  <a:gd name="T82" fmla="*/ 637 w 724"/>
                  <a:gd name="T83" fmla="*/ 326 h 748"/>
                  <a:gd name="T84" fmla="*/ 585 w 724"/>
                  <a:gd name="T85" fmla="*/ 441 h 748"/>
                  <a:gd name="T86" fmla="*/ 499 w 724"/>
                  <a:gd name="T87" fmla="*/ 545 h 748"/>
                  <a:gd name="T88" fmla="*/ 406 w 724"/>
                  <a:gd name="T89" fmla="*/ 617 h 748"/>
                  <a:gd name="T90" fmla="*/ 348 w 724"/>
                  <a:gd name="T91" fmla="*/ 647 h 748"/>
                  <a:gd name="T92" fmla="*/ 290 w 724"/>
                  <a:gd name="T93" fmla="*/ 666 h 748"/>
                  <a:gd name="T94" fmla="*/ 236 w 724"/>
                  <a:gd name="T95" fmla="*/ 672 h 748"/>
                  <a:gd name="T96" fmla="*/ 189 w 724"/>
                  <a:gd name="T97" fmla="*/ 668 h 748"/>
                  <a:gd name="T98" fmla="*/ 148 w 724"/>
                  <a:gd name="T99" fmla="*/ 652 h 748"/>
                  <a:gd name="T100" fmla="*/ 115 w 724"/>
                  <a:gd name="T101" fmla="*/ 626 h 748"/>
                  <a:gd name="T102" fmla="*/ 90 w 724"/>
                  <a:gd name="T103" fmla="*/ 591 h 748"/>
                  <a:gd name="T104" fmla="*/ 76 w 724"/>
                  <a:gd name="T105" fmla="*/ 546 h 748"/>
                  <a:gd name="T106" fmla="*/ 74 w 724"/>
                  <a:gd name="T107" fmla="*/ 493 h 748"/>
                  <a:gd name="T108" fmla="*/ 86 w 724"/>
                  <a:gd name="T109" fmla="*/ 422 h 748"/>
                  <a:gd name="T110" fmla="*/ 139 w 724"/>
                  <a:gd name="T111" fmla="*/ 307 h 748"/>
                  <a:gd name="T112" fmla="*/ 224 w 724"/>
                  <a:gd name="T113" fmla="*/ 203 h 748"/>
                  <a:gd name="T114" fmla="*/ 318 w 724"/>
                  <a:gd name="T115" fmla="*/ 131 h 7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4" h="748">
                    <a:moveTo>
                      <a:pt x="361" y="40"/>
                    </a:moveTo>
                    <a:lnTo>
                      <a:pt x="344" y="49"/>
                    </a:lnTo>
                    <a:lnTo>
                      <a:pt x="325" y="59"/>
                    </a:lnTo>
                    <a:lnTo>
                      <a:pt x="306" y="69"/>
                    </a:lnTo>
                    <a:lnTo>
                      <a:pt x="289" y="80"/>
                    </a:lnTo>
                    <a:lnTo>
                      <a:pt x="271" y="92"/>
                    </a:lnTo>
                    <a:lnTo>
                      <a:pt x="254" y="105"/>
                    </a:lnTo>
                    <a:lnTo>
                      <a:pt x="238" y="118"/>
                    </a:lnTo>
                    <a:lnTo>
                      <a:pt x="221" y="131"/>
                    </a:lnTo>
                    <a:lnTo>
                      <a:pt x="205" y="145"/>
                    </a:lnTo>
                    <a:lnTo>
                      <a:pt x="189" y="160"/>
                    </a:lnTo>
                    <a:lnTo>
                      <a:pt x="174" y="175"/>
                    </a:lnTo>
                    <a:lnTo>
                      <a:pt x="160" y="190"/>
                    </a:lnTo>
                    <a:lnTo>
                      <a:pt x="145" y="206"/>
                    </a:lnTo>
                    <a:lnTo>
                      <a:pt x="131" y="222"/>
                    </a:lnTo>
                    <a:lnTo>
                      <a:pt x="119" y="239"/>
                    </a:lnTo>
                    <a:lnTo>
                      <a:pt x="106" y="256"/>
                    </a:lnTo>
                    <a:lnTo>
                      <a:pt x="94" y="273"/>
                    </a:lnTo>
                    <a:lnTo>
                      <a:pt x="83" y="290"/>
                    </a:lnTo>
                    <a:lnTo>
                      <a:pt x="72" y="308"/>
                    </a:lnTo>
                    <a:lnTo>
                      <a:pt x="62" y="326"/>
                    </a:lnTo>
                    <a:lnTo>
                      <a:pt x="53" y="344"/>
                    </a:lnTo>
                    <a:lnTo>
                      <a:pt x="44" y="362"/>
                    </a:lnTo>
                    <a:lnTo>
                      <a:pt x="37" y="380"/>
                    </a:lnTo>
                    <a:lnTo>
                      <a:pt x="29" y="398"/>
                    </a:lnTo>
                    <a:lnTo>
                      <a:pt x="23" y="416"/>
                    </a:lnTo>
                    <a:lnTo>
                      <a:pt x="17" y="434"/>
                    </a:lnTo>
                    <a:lnTo>
                      <a:pt x="12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2" y="506"/>
                    </a:lnTo>
                    <a:lnTo>
                      <a:pt x="0" y="524"/>
                    </a:lnTo>
                    <a:lnTo>
                      <a:pt x="0" y="541"/>
                    </a:lnTo>
                    <a:lnTo>
                      <a:pt x="0" y="558"/>
                    </a:lnTo>
                    <a:lnTo>
                      <a:pt x="2" y="574"/>
                    </a:lnTo>
                    <a:lnTo>
                      <a:pt x="4" y="590"/>
                    </a:lnTo>
                    <a:lnTo>
                      <a:pt x="8" y="605"/>
                    </a:lnTo>
                    <a:lnTo>
                      <a:pt x="12" y="619"/>
                    </a:lnTo>
                    <a:lnTo>
                      <a:pt x="17" y="633"/>
                    </a:lnTo>
                    <a:lnTo>
                      <a:pt x="23" y="646"/>
                    </a:lnTo>
                    <a:lnTo>
                      <a:pt x="29" y="658"/>
                    </a:lnTo>
                    <a:lnTo>
                      <a:pt x="37" y="670"/>
                    </a:lnTo>
                    <a:lnTo>
                      <a:pt x="44" y="680"/>
                    </a:lnTo>
                    <a:lnTo>
                      <a:pt x="53" y="690"/>
                    </a:lnTo>
                    <a:lnTo>
                      <a:pt x="62" y="699"/>
                    </a:lnTo>
                    <a:lnTo>
                      <a:pt x="72" y="708"/>
                    </a:lnTo>
                    <a:lnTo>
                      <a:pt x="83" y="716"/>
                    </a:lnTo>
                    <a:lnTo>
                      <a:pt x="94" y="722"/>
                    </a:lnTo>
                    <a:lnTo>
                      <a:pt x="106" y="729"/>
                    </a:lnTo>
                    <a:lnTo>
                      <a:pt x="119" y="734"/>
                    </a:lnTo>
                    <a:lnTo>
                      <a:pt x="131" y="738"/>
                    </a:lnTo>
                    <a:lnTo>
                      <a:pt x="145" y="742"/>
                    </a:lnTo>
                    <a:lnTo>
                      <a:pt x="160" y="745"/>
                    </a:lnTo>
                    <a:lnTo>
                      <a:pt x="174" y="746"/>
                    </a:lnTo>
                    <a:lnTo>
                      <a:pt x="189" y="748"/>
                    </a:lnTo>
                    <a:lnTo>
                      <a:pt x="205" y="748"/>
                    </a:lnTo>
                    <a:lnTo>
                      <a:pt x="221" y="747"/>
                    </a:lnTo>
                    <a:lnTo>
                      <a:pt x="238" y="745"/>
                    </a:lnTo>
                    <a:lnTo>
                      <a:pt x="254" y="743"/>
                    </a:lnTo>
                    <a:lnTo>
                      <a:pt x="271" y="739"/>
                    </a:lnTo>
                    <a:lnTo>
                      <a:pt x="289" y="735"/>
                    </a:lnTo>
                    <a:lnTo>
                      <a:pt x="306" y="730"/>
                    </a:lnTo>
                    <a:lnTo>
                      <a:pt x="325" y="724"/>
                    </a:lnTo>
                    <a:lnTo>
                      <a:pt x="344" y="716"/>
                    </a:lnTo>
                    <a:lnTo>
                      <a:pt x="361" y="708"/>
                    </a:lnTo>
                    <a:lnTo>
                      <a:pt x="380" y="699"/>
                    </a:lnTo>
                    <a:lnTo>
                      <a:pt x="399" y="689"/>
                    </a:lnTo>
                    <a:lnTo>
                      <a:pt x="416" y="679"/>
                    </a:lnTo>
                    <a:lnTo>
                      <a:pt x="435" y="668"/>
                    </a:lnTo>
                    <a:lnTo>
                      <a:pt x="453" y="656"/>
                    </a:lnTo>
                    <a:lnTo>
                      <a:pt x="469" y="644"/>
                    </a:lnTo>
                    <a:lnTo>
                      <a:pt x="486" y="631"/>
                    </a:lnTo>
                    <a:lnTo>
                      <a:pt x="503" y="617"/>
                    </a:lnTo>
                    <a:lnTo>
                      <a:pt x="519" y="603"/>
                    </a:lnTo>
                    <a:lnTo>
                      <a:pt x="534" y="588"/>
                    </a:lnTo>
                    <a:lnTo>
                      <a:pt x="549" y="573"/>
                    </a:lnTo>
                    <a:lnTo>
                      <a:pt x="564" y="558"/>
                    </a:lnTo>
                    <a:lnTo>
                      <a:pt x="579" y="542"/>
                    </a:lnTo>
                    <a:lnTo>
                      <a:pt x="592" y="526"/>
                    </a:lnTo>
                    <a:lnTo>
                      <a:pt x="605" y="509"/>
                    </a:lnTo>
                    <a:lnTo>
                      <a:pt x="617" y="492"/>
                    </a:lnTo>
                    <a:lnTo>
                      <a:pt x="630" y="475"/>
                    </a:lnTo>
                    <a:lnTo>
                      <a:pt x="641" y="458"/>
                    </a:lnTo>
                    <a:lnTo>
                      <a:pt x="651" y="440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50"/>
                    </a:lnTo>
                    <a:lnTo>
                      <a:pt x="701" y="332"/>
                    </a:lnTo>
                    <a:lnTo>
                      <a:pt x="707" y="314"/>
                    </a:lnTo>
                    <a:lnTo>
                      <a:pt x="712" y="296"/>
                    </a:lnTo>
                    <a:lnTo>
                      <a:pt x="716" y="278"/>
                    </a:lnTo>
                    <a:lnTo>
                      <a:pt x="719" y="260"/>
                    </a:lnTo>
                    <a:lnTo>
                      <a:pt x="721" y="242"/>
                    </a:lnTo>
                    <a:lnTo>
                      <a:pt x="722" y="224"/>
                    </a:lnTo>
                    <a:lnTo>
                      <a:pt x="724" y="207"/>
                    </a:lnTo>
                    <a:lnTo>
                      <a:pt x="722" y="190"/>
                    </a:lnTo>
                    <a:lnTo>
                      <a:pt x="721" y="174"/>
                    </a:lnTo>
                    <a:lnTo>
                      <a:pt x="719" y="158"/>
                    </a:lnTo>
                    <a:lnTo>
                      <a:pt x="716" y="143"/>
                    </a:lnTo>
                    <a:lnTo>
                      <a:pt x="712" y="129"/>
                    </a:lnTo>
                    <a:lnTo>
                      <a:pt x="707" y="115"/>
                    </a:lnTo>
                    <a:lnTo>
                      <a:pt x="701" y="102"/>
                    </a:lnTo>
                    <a:lnTo>
                      <a:pt x="695" y="90"/>
                    </a:lnTo>
                    <a:lnTo>
                      <a:pt x="687" y="79"/>
                    </a:lnTo>
                    <a:lnTo>
                      <a:pt x="680" y="68"/>
                    </a:lnTo>
                    <a:lnTo>
                      <a:pt x="671" y="58"/>
                    </a:lnTo>
                    <a:lnTo>
                      <a:pt x="661" y="49"/>
                    </a:lnTo>
                    <a:lnTo>
                      <a:pt x="651" y="40"/>
                    </a:lnTo>
                    <a:lnTo>
                      <a:pt x="641" y="33"/>
                    </a:lnTo>
                    <a:lnTo>
                      <a:pt x="630" y="26"/>
                    </a:lnTo>
                    <a:lnTo>
                      <a:pt x="617" y="20"/>
                    </a:lnTo>
                    <a:lnTo>
                      <a:pt x="605" y="14"/>
                    </a:lnTo>
                    <a:lnTo>
                      <a:pt x="592" y="10"/>
                    </a:lnTo>
                    <a:lnTo>
                      <a:pt x="579" y="6"/>
                    </a:lnTo>
                    <a:lnTo>
                      <a:pt x="564" y="3"/>
                    </a:lnTo>
                    <a:lnTo>
                      <a:pt x="549" y="2"/>
                    </a:lnTo>
                    <a:lnTo>
                      <a:pt x="534" y="1"/>
                    </a:lnTo>
                    <a:lnTo>
                      <a:pt x="519" y="0"/>
                    </a:lnTo>
                    <a:lnTo>
                      <a:pt x="503" y="1"/>
                    </a:lnTo>
                    <a:lnTo>
                      <a:pt x="486" y="3"/>
                    </a:lnTo>
                    <a:lnTo>
                      <a:pt x="469" y="5"/>
                    </a:lnTo>
                    <a:lnTo>
                      <a:pt x="453" y="9"/>
                    </a:lnTo>
                    <a:lnTo>
                      <a:pt x="435" y="13"/>
                    </a:lnTo>
                    <a:lnTo>
                      <a:pt x="416" y="18"/>
                    </a:lnTo>
                    <a:lnTo>
                      <a:pt x="399" y="24"/>
                    </a:lnTo>
                    <a:lnTo>
                      <a:pt x="380" y="32"/>
                    </a:lnTo>
                    <a:lnTo>
                      <a:pt x="361" y="40"/>
                    </a:lnTo>
                    <a:close/>
                    <a:moveTo>
                      <a:pt x="361" y="107"/>
                    </a:moveTo>
                    <a:lnTo>
                      <a:pt x="361" y="107"/>
                    </a:lnTo>
                    <a:lnTo>
                      <a:pt x="376" y="101"/>
                    </a:lnTo>
                    <a:lnTo>
                      <a:pt x="391" y="95"/>
                    </a:lnTo>
                    <a:lnTo>
                      <a:pt x="406" y="90"/>
                    </a:lnTo>
                    <a:lnTo>
                      <a:pt x="420" y="86"/>
                    </a:lnTo>
                    <a:lnTo>
                      <a:pt x="434" y="82"/>
                    </a:lnTo>
                    <a:lnTo>
                      <a:pt x="448" y="80"/>
                    </a:lnTo>
                    <a:lnTo>
                      <a:pt x="461" y="78"/>
                    </a:lnTo>
                    <a:lnTo>
                      <a:pt x="474" y="76"/>
                    </a:lnTo>
                    <a:lnTo>
                      <a:pt x="488" y="76"/>
                    </a:lnTo>
                    <a:lnTo>
                      <a:pt x="499" y="76"/>
                    </a:lnTo>
                    <a:lnTo>
                      <a:pt x="511" y="77"/>
                    </a:lnTo>
                    <a:lnTo>
                      <a:pt x="524" y="78"/>
                    </a:lnTo>
                    <a:lnTo>
                      <a:pt x="535" y="81"/>
                    </a:lnTo>
                    <a:lnTo>
                      <a:pt x="545" y="83"/>
                    </a:lnTo>
                    <a:lnTo>
                      <a:pt x="556" y="87"/>
                    </a:lnTo>
                    <a:lnTo>
                      <a:pt x="566" y="91"/>
                    </a:lnTo>
                    <a:lnTo>
                      <a:pt x="575" y="96"/>
                    </a:lnTo>
                    <a:lnTo>
                      <a:pt x="585" y="102"/>
                    </a:lnTo>
                    <a:lnTo>
                      <a:pt x="592" y="108"/>
                    </a:lnTo>
                    <a:lnTo>
                      <a:pt x="601" y="114"/>
                    </a:lnTo>
                    <a:lnTo>
                      <a:pt x="609" y="122"/>
                    </a:lnTo>
                    <a:lnTo>
                      <a:pt x="615" y="130"/>
                    </a:lnTo>
                    <a:lnTo>
                      <a:pt x="622" y="138"/>
                    </a:lnTo>
                    <a:lnTo>
                      <a:pt x="627" y="147"/>
                    </a:lnTo>
                    <a:lnTo>
                      <a:pt x="632" y="157"/>
                    </a:lnTo>
                    <a:lnTo>
                      <a:pt x="637" y="167"/>
                    </a:lnTo>
                    <a:lnTo>
                      <a:pt x="641" y="178"/>
                    </a:lnTo>
                    <a:lnTo>
                      <a:pt x="645" y="190"/>
                    </a:lnTo>
                    <a:lnTo>
                      <a:pt x="647" y="202"/>
                    </a:lnTo>
                    <a:lnTo>
                      <a:pt x="649" y="214"/>
                    </a:lnTo>
                    <a:lnTo>
                      <a:pt x="650" y="227"/>
                    </a:lnTo>
                    <a:lnTo>
                      <a:pt x="650" y="241"/>
                    </a:lnTo>
                    <a:lnTo>
                      <a:pt x="650" y="255"/>
                    </a:lnTo>
                    <a:lnTo>
                      <a:pt x="649" y="269"/>
                    </a:lnTo>
                    <a:lnTo>
                      <a:pt x="647" y="283"/>
                    </a:lnTo>
                    <a:lnTo>
                      <a:pt x="645" y="297"/>
                    </a:lnTo>
                    <a:lnTo>
                      <a:pt x="637" y="326"/>
                    </a:lnTo>
                    <a:lnTo>
                      <a:pt x="627" y="355"/>
                    </a:lnTo>
                    <a:lnTo>
                      <a:pt x="615" y="384"/>
                    </a:lnTo>
                    <a:lnTo>
                      <a:pt x="601" y="413"/>
                    </a:lnTo>
                    <a:lnTo>
                      <a:pt x="585" y="441"/>
                    </a:lnTo>
                    <a:lnTo>
                      <a:pt x="566" y="468"/>
                    </a:lnTo>
                    <a:lnTo>
                      <a:pt x="545" y="495"/>
                    </a:lnTo>
                    <a:lnTo>
                      <a:pt x="524" y="521"/>
                    </a:lnTo>
                    <a:lnTo>
                      <a:pt x="499" y="545"/>
                    </a:lnTo>
                    <a:lnTo>
                      <a:pt x="474" y="568"/>
                    </a:lnTo>
                    <a:lnTo>
                      <a:pt x="448" y="589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6"/>
                    </a:lnTo>
                    <a:lnTo>
                      <a:pt x="376" y="634"/>
                    </a:lnTo>
                    <a:lnTo>
                      <a:pt x="361" y="641"/>
                    </a:lnTo>
                    <a:lnTo>
                      <a:pt x="348" y="647"/>
                    </a:lnTo>
                    <a:lnTo>
                      <a:pt x="333" y="653"/>
                    </a:lnTo>
                    <a:lnTo>
                      <a:pt x="318" y="658"/>
                    </a:lnTo>
                    <a:lnTo>
                      <a:pt x="304" y="662"/>
                    </a:lnTo>
                    <a:lnTo>
                      <a:pt x="290" y="666"/>
                    </a:lnTo>
                    <a:lnTo>
                      <a:pt x="276" y="668"/>
                    </a:lnTo>
                    <a:lnTo>
                      <a:pt x="263" y="670"/>
                    </a:lnTo>
                    <a:lnTo>
                      <a:pt x="250" y="672"/>
                    </a:lnTo>
                    <a:lnTo>
                      <a:pt x="236" y="672"/>
                    </a:lnTo>
                    <a:lnTo>
                      <a:pt x="224" y="672"/>
                    </a:lnTo>
                    <a:lnTo>
                      <a:pt x="213" y="671"/>
                    </a:lnTo>
                    <a:lnTo>
                      <a:pt x="200" y="670"/>
                    </a:lnTo>
                    <a:lnTo>
                      <a:pt x="189" y="668"/>
                    </a:lnTo>
                    <a:lnTo>
                      <a:pt x="178" y="665"/>
                    </a:lnTo>
                    <a:lnTo>
                      <a:pt x="168" y="661"/>
                    </a:lnTo>
                    <a:lnTo>
                      <a:pt x="158" y="657"/>
                    </a:lnTo>
                    <a:lnTo>
                      <a:pt x="148" y="652"/>
                    </a:lnTo>
                    <a:lnTo>
                      <a:pt x="139" y="647"/>
                    </a:lnTo>
                    <a:lnTo>
                      <a:pt x="130" y="640"/>
                    </a:lnTo>
                    <a:lnTo>
                      <a:pt x="123" y="634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10"/>
                    </a:lnTo>
                    <a:lnTo>
                      <a:pt x="96" y="601"/>
                    </a:lnTo>
                    <a:lnTo>
                      <a:pt x="90" y="591"/>
                    </a:lnTo>
                    <a:lnTo>
                      <a:pt x="86" y="581"/>
                    </a:lnTo>
                    <a:lnTo>
                      <a:pt x="83" y="570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4"/>
                    </a:lnTo>
                    <a:lnTo>
                      <a:pt x="74" y="521"/>
                    </a:lnTo>
                    <a:lnTo>
                      <a:pt x="73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5"/>
                    </a:lnTo>
                    <a:lnTo>
                      <a:pt x="79" y="451"/>
                    </a:lnTo>
                    <a:lnTo>
                      <a:pt x="86" y="422"/>
                    </a:lnTo>
                    <a:lnTo>
                      <a:pt x="96" y="393"/>
                    </a:lnTo>
                    <a:lnTo>
                      <a:pt x="108" y="364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8" y="280"/>
                    </a:lnTo>
                    <a:lnTo>
                      <a:pt x="178" y="253"/>
                    </a:lnTo>
                    <a:lnTo>
                      <a:pt x="200" y="227"/>
                    </a:lnTo>
                    <a:lnTo>
                      <a:pt x="224" y="203"/>
                    </a:lnTo>
                    <a:lnTo>
                      <a:pt x="250" y="180"/>
                    </a:lnTo>
                    <a:lnTo>
                      <a:pt x="276" y="159"/>
                    </a:lnTo>
                    <a:lnTo>
                      <a:pt x="304" y="140"/>
                    </a:lnTo>
                    <a:lnTo>
                      <a:pt x="318" y="131"/>
                    </a:lnTo>
                    <a:lnTo>
                      <a:pt x="333" y="122"/>
                    </a:lnTo>
                    <a:lnTo>
                      <a:pt x="348" y="115"/>
                    </a:lnTo>
                    <a:lnTo>
                      <a:pt x="361" y="10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6" name="Freeform 460">
                <a:extLst>
                  <a:ext uri="{FF2B5EF4-FFF2-40B4-BE49-F238E27FC236}">
                    <a16:creationId xmlns:a16="http://schemas.microsoft.com/office/drawing/2014/main" id="{DA7C791E-8CFC-401D-B333-9A654DE94E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3838" y="5326063"/>
                <a:ext cx="123825" cy="22225"/>
              </a:xfrm>
              <a:custGeom>
                <a:avLst/>
                <a:gdLst>
                  <a:gd name="T0" fmla="*/ 0 w 391"/>
                  <a:gd name="T1" fmla="*/ 0 h 56"/>
                  <a:gd name="T2" fmla="*/ 87 w 391"/>
                  <a:gd name="T3" fmla="*/ 13 h 56"/>
                  <a:gd name="T4" fmla="*/ 0 w 391"/>
                  <a:gd name="T5" fmla="*/ 0 h 56"/>
                  <a:gd name="T6" fmla="*/ 303 w 391"/>
                  <a:gd name="T7" fmla="*/ 43 h 56"/>
                  <a:gd name="T8" fmla="*/ 391 w 391"/>
                  <a:gd name="T9" fmla="*/ 56 h 56"/>
                  <a:gd name="T10" fmla="*/ 303 w 391"/>
                  <a:gd name="T11" fmla="*/ 4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1" h="56">
                    <a:moveTo>
                      <a:pt x="0" y="0"/>
                    </a:moveTo>
                    <a:lnTo>
                      <a:pt x="87" y="13"/>
                    </a:lnTo>
                    <a:lnTo>
                      <a:pt x="0" y="0"/>
                    </a:lnTo>
                    <a:close/>
                    <a:moveTo>
                      <a:pt x="303" y="43"/>
                    </a:moveTo>
                    <a:lnTo>
                      <a:pt x="391" y="56"/>
                    </a:lnTo>
                    <a:lnTo>
                      <a:pt x="303" y="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7" name="Freeform 461">
                <a:extLst>
                  <a:ext uri="{FF2B5EF4-FFF2-40B4-BE49-F238E27FC236}">
                    <a16:creationId xmlns:a16="http://schemas.microsoft.com/office/drawing/2014/main" id="{F2E95CF7-A442-4911-83FB-629C841332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319713"/>
                <a:ext cx="131763" cy="22225"/>
              </a:xfrm>
              <a:custGeom>
                <a:avLst/>
                <a:gdLst>
                  <a:gd name="T0" fmla="*/ 0 w 415"/>
                  <a:gd name="T1" fmla="*/ 0 h 58"/>
                  <a:gd name="T2" fmla="*/ 79 w 415"/>
                  <a:gd name="T3" fmla="*/ 11 h 58"/>
                  <a:gd name="T4" fmla="*/ 0 w 415"/>
                  <a:gd name="T5" fmla="*/ 0 h 58"/>
                  <a:gd name="T6" fmla="*/ 335 w 415"/>
                  <a:gd name="T7" fmla="*/ 47 h 58"/>
                  <a:gd name="T8" fmla="*/ 415 w 415"/>
                  <a:gd name="T9" fmla="*/ 58 h 58"/>
                  <a:gd name="T10" fmla="*/ 335 w 415"/>
                  <a:gd name="T11" fmla="*/ 4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5" h="58">
                    <a:moveTo>
                      <a:pt x="0" y="0"/>
                    </a:moveTo>
                    <a:lnTo>
                      <a:pt x="79" y="11"/>
                    </a:lnTo>
                    <a:lnTo>
                      <a:pt x="0" y="0"/>
                    </a:lnTo>
                    <a:close/>
                    <a:moveTo>
                      <a:pt x="335" y="47"/>
                    </a:moveTo>
                    <a:lnTo>
                      <a:pt x="415" y="58"/>
                    </a:lnTo>
                    <a:lnTo>
                      <a:pt x="335" y="47"/>
                    </a:lnTo>
                    <a:close/>
                  </a:path>
                </a:pathLst>
              </a:custGeom>
              <a:solidFill>
                <a:srgbClr val="FEFE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8" name="Freeform 462">
                <a:extLst>
                  <a:ext uri="{FF2B5EF4-FFF2-40B4-BE49-F238E27FC236}">
                    <a16:creationId xmlns:a16="http://schemas.microsoft.com/office/drawing/2014/main" id="{11E1B7CD-7F79-43A4-83BC-6C36CB0D80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311775"/>
                <a:ext cx="138113" cy="25400"/>
              </a:xfrm>
              <a:custGeom>
                <a:avLst/>
                <a:gdLst>
                  <a:gd name="T0" fmla="*/ 0 w 436"/>
                  <a:gd name="T1" fmla="*/ 0 h 62"/>
                  <a:gd name="T2" fmla="*/ 73 w 436"/>
                  <a:gd name="T3" fmla="*/ 11 h 62"/>
                  <a:gd name="T4" fmla="*/ 0 w 436"/>
                  <a:gd name="T5" fmla="*/ 0 h 62"/>
                  <a:gd name="T6" fmla="*/ 362 w 436"/>
                  <a:gd name="T7" fmla="*/ 51 h 62"/>
                  <a:gd name="T8" fmla="*/ 436 w 436"/>
                  <a:gd name="T9" fmla="*/ 62 h 62"/>
                  <a:gd name="T10" fmla="*/ 362 w 436"/>
                  <a:gd name="T11" fmla="*/ 5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6" h="62">
                    <a:moveTo>
                      <a:pt x="0" y="0"/>
                    </a:moveTo>
                    <a:lnTo>
                      <a:pt x="73" y="11"/>
                    </a:lnTo>
                    <a:lnTo>
                      <a:pt x="0" y="0"/>
                    </a:lnTo>
                    <a:close/>
                    <a:moveTo>
                      <a:pt x="362" y="51"/>
                    </a:moveTo>
                    <a:lnTo>
                      <a:pt x="436" y="62"/>
                    </a:lnTo>
                    <a:lnTo>
                      <a:pt x="362" y="51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9" name="Freeform 463">
                <a:extLst>
                  <a:ext uri="{FF2B5EF4-FFF2-40B4-BE49-F238E27FC236}">
                    <a16:creationId xmlns:a16="http://schemas.microsoft.com/office/drawing/2014/main" id="{F02B522D-8555-4F64-A35E-0BB14A0D7B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305425"/>
                <a:ext cx="144463" cy="25400"/>
              </a:xfrm>
              <a:custGeom>
                <a:avLst/>
                <a:gdLst>
                  <a:gd name="T0" fmla="*/ 0 w 453"/>
                  <a:gd name="T1" fmla="*/ 0 h 64"/>
                  <a:gd name="T2" fmla="*/ 68 w 453"/>
                  <a:gd name="T3" fmla="*/ 10 h 64"/>
                  <a:gd name="T4" fmla="*/ 0 w 453"/>
                  <a:gd name="T5" fmla="*/ 0 h 64"/>
                  <a:gd name="T6" fmla="*/ 383 w 453"/>
                  <a:gd name="T7" fmla="*/ 54 h 64"/>
                  <a:gd name="T8" fmla="*/ 453 w 453"/>
                  <a:gd name="T9" fmla="*/ 64 h 64"/>
                  <a:gd name="T10" fmla="*/ 383 w 453"/>
                  <a:gd name="T11" fmla="*/ 5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3" h="64">
                    <a:moveTo>
                      <a:pt x="0" y="0"/>
                    </a:moveTo>
                    <a:lnTo>
                      <a:pt x="68" y="10"/>
                    </a:lnTo>
                    <a:lnTo>
                      <a:pt x="0" y="0"/>
                    </a:lnTo>
                    <a:close/>
                    <a:moveTo>
                      <a:pt x="383" y="54"/>
                    </a:moveTo>
                    <a:lnTo>
                      <a:pt x="453" y="64"/>
                    </a:lnTo>
                    <a:lnTo>
                      <a:pt x="383" y="54"/>
                    </a:lnTo>
                    <a:close/>
                  </a:path>
                </a:pathLst>
              </a:custGeom>
              <a:solidFill>
                <a:srgbClr val="FBFB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0" name="Freeform 464">
                <a:extLst>
                  <a:ext uri="{FF2B5EF4-FFF2-40B4-BE49-F238E27FC236}">
                    <a16:creationId xmlns:a16="http://schemas.microsoft.com/office/drawing/2014/main" id="{9AE2031D-1352-4562-9326-2E920AF450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299075"/>
                <a:ext cx="149225" cy="25400"/>
              </a:xfrm>
              <a:custGeom>
                <a:avLst/>
                <a:gdLst>
                  <a:gd name="T0" fmla="*/ 0 w 470"/>
                  <a:gd name="T1" fmla="*/ 0 h 66"/>
                  <a:gd name="T2" fmla="*/ 66 w 470"/>
                  <a:gd name="T3" fmla="*/ 9 h 66"/>
                  <a:gd name="T4" fmla="*/ 0 w 470"/>
                  <a:gd name="T5" fmla="*/ 0 h 66"/>
                  <a:gd name="T6" fmla="*/ 403 w 470"/>
                  <a:gd name="T7" fmla="*/ 57 h 66"/>
                  <a:gd name="T8" fmla="*/ 470 w 470"/>
                  <a:gd name="T9" fmla="*/ 66 h 66"/>
                  <a:gd name="T10" fmla="*/ 403 w 470"/>
                  <a:gd name="T11" fmla="*/ 5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0" h="66">
                    <a:moveTo>
                      <a:pt x="0" y="0"/>
                    </a:moveTo>
                    <a:lnTo>
                      <a:pt x="66" y="9"/>
                    </a:lnTo>
                    <a:lnTo>
                      <a:pt x="0" y="0"/>
                    </a:lnTo>
                    <a:close/>
                    <a:moveTo>
                      <a:pt x="403" y="57"/>
                    </a:moveTo>
                    <a:lnTo>
                      <a:pt x="470" y="66"/>
                    </a:lnTo>
                    <a:lnTo>
                      <a:pt x="403" y="57"/>
                    </a:lnTo>
                    <a:close/>
                  </a:path>
                </a:pathLst>
              </a:custGeom>
              <a:solidFill>
                <a:srgbClr val="FAF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1" name="Freeform 465">
                <a:extLst>
                  <a:ext uri="{FF2B5EF4-FFF2-40B4-BE49-F238E27FC236}">
                    <a16:creationId xmlns:a16="http://schemas.microsoft.com/office/drawing/2014/main" id="{4D628929-5A8A-4782-A798-17AB032587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291138"/>
                <a:ext cx="153988" cy="26988"/>
              </a:xfrm>
              <a:custGeom>
                <a:avLst/>
                <a:gdLst>
                  <a:gd name="T0" fmla="*/ 0 w 483"/>
                  <a:gd name="T1" fmla="*/ 0 h 68"/>
                  <a:gd name="T2" fmla="*/ 63 w 483"/>
                  <a:gd name="T3" fmla="*/ 9 h 68"/>
                  <a:gd name="T4" fmla="*/ 0 w 483"/>
                  <a:gd name="T5" fmla="*/ 0 h 68"/>
                  <a:gd name="T6" fmla="*/ 420 w 483"/>
                  <a:gd name="T7" fmla="*/ 59 h 68"/>
                  <a:gd name="T8" fmla="*/ 483 w 483"/>
                  <a:gd name="T9" fmla="*/ 68 h 68"/>
                  <a:gd name="T10" fmla="*/ 420 w 483"/>
                  <a:gd name="T11" fmla="*/ 5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3" h="68">
                    <a:moveTo>
                      <a:pt x="0" y="0"/>
                    </a:moveTo>
                    <a:lnTo>
                      <a:pt x="63" y="9"/>
                    </a:lnTo>
                    <a:lnTo>
                      <a:pt x="0" y="0"/>
                    </a:lnTo>
                    <a:close/>
                    <a:moveTo>
                      <a:pt x="420" y="59"/>
                    </a:moveTo>
                    <a:lnTo>
                      <a:pt x="483" y="68"/>
                    </a:lnTo>
                    <a:lnTo>
                      <a:pt x="420" y="59"/>
                    </a:lnTo>
                    <a:close/>
                  </a:path>
                </a:pathLst>
              </a:custGeom>
              <a:solidFill>
                <a:srgbClr val="F8F8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2" name="Freeform 466">
                <a:extLst>
                  <a:ext uri="{FF2B5EF4-FFF2-40B4-BE49-F238E27FC236}">
                    <a16:creationId xmlns:a16="http://schemas.microsoft.com/office/drawing/2014/main" id="{EBAB5998-5848-4B92-A84A-4A6B6CBAB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3838" y="5284788"/>
                <a:ext cx="157163" cy="28575"/>
              </a:xfrm>
              <a:custGeom>
                <a:avLst/>
                <a:gdLst>
                  <a:gd name="T0" fmla="*/ 0 w 496"/>
                  <a:gd name="T1" fmla="*/ 0 h 70"/>
                  <a:gd name="T2" fmla="*/ 61 w 496"/>
                  <a:gd name="T3" fmla="*/ 9 h 70"/>
                  <a:gd name="T4" fmla="*/ 0 w 496"/>
                  <a:gd name="T5" fmla="*/ 0 h 70"/>
                  <a:gd name="T6" fmla="*/ 434 w 496"/>
                  <a:gd name="T7" fmla="*/ 62 h 70"/>
                  <a:gd name="T8" fmla="*/ 496 w 496"/>
                  <a:gd name="T9" fmla="*/ 70 h 70"/>
                  <a:gd name="T10" fmla="*/ 434 w 496"/>
                  <a:gd name="T11" fmla="*/ 6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6" h="70">
                    <a:moveTo>
                      <a:pt x="0" y="0"/>
                    </a:moveTo>
                    <a:lnTo>
                      <a:pt x="61" y="9"/>
                    </a:lnTo>
                    <a:lnTo>
                      <a:pt x="0" y="0"/>
                    </a:lnTo>
                    <a:close/>
                    <a:moveTo>
                      <a:pt x="434" y="62"/>
                    </a:moveTo>
                    <a:lnTo>
                      <a:pt x="496" y="70"/>
                    </a:lnTo>
                    <a:lnTo>
                      <a:pt x="434" y="62"/>
                    </a:lnTo>
                    <a:close/>
                  </a:path>
                </a:pathLst>
              </a:custGeom>
              <a:solidFill>
                <a:srgbClr val="F7F7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3" name="Freeform 467">
                <a:extLst>
                  <a:ext uri="{FF2B5EF4-FFF2-40B4-BE49-F238E27FC236}">
                    <a16:creationId xmlns:a16="http://schemas.microsoft.com/office/drawing/2014/main" id="{3D0947E5-0CBB-496F-AAD8-A3A4B542EF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3838" y="5278438"/>
                <a:ext cx="161925" cy="28575"/>
              </a:xfrm>
              <a:custGeom>
                <a:avLst/>
                <a:gdLst>
                  <a:gd name="T0" fmla="*/ 0 w 506"/>
                  <a:gd name="T1" fmla="*/ 0 h 71"/>
                  <a:gd name="T2" fmla="*/ 60 w 506"/>
                  <a:gd name="T3" fmla="*/ 8 h 71"/>
                  <a:gd name="T4" fmla="*/ 0 w 506"/>
                  <a:gd name="T5" fmla="*/ 0 h 71"/>
                  <a:gd name="T6" fmla="*/ 446 w 506"/>
                  <a:gd name="T7" fmla="*/ 63 h 71"/>
                  <a:gd name="T8" fmla="*/ 506 w 506"/>
                  <a:gd name="T9" fmla="*/ 71 h 71"/>
                  <a:gd name="T10" fmla="*/ 446 w 506"/>
                  <a:gd name="T11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6" h="71">
                    <a:moveTo>
                      <a:pt x="0" y="0"/>
                    </a:moveTo>
                    <a:lnTo>
                      <a:pt x="60" y="8"/>
                    </a:lnTo>
                    <a:lnTo>
                      <a:pt x="0" y="0"/>
                    </a:lnTo>
                    <a:close/>
                    <a:moveTo>
                      <a:pt x="446" y="63"/>
                    </a:moveTo>
                    <a:lnTo>
                      <a:pt x="506" y="71"/>
                    </a:lnTo>
                    <a:lnTo>
                      <a:pt x="446" y="63"/>
                    </a:lnTo>
                    <a:close/>
                  </a:path>
                </a:pathLst>
              </a:custGeom>
              <a:solidFill>
                <a:srgbClr val="F6F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4" name="Freeform 468">
                <a:extLst>
                  <a:ext uri="{FF2B5EF4-FFF2-40B4-BE49-F238E27FC236}">
                    <a16:creationId xmlns:a16="http://schemas.microsoft.com/office/drawing/2014/main" id="{5DD0F48F-13CD-4C4C-B253-E805E87EA4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5426" y="5272088"/>
                <a:ext cx="163513" cy="28575"/>
              </a:xfrm>
              <a:custGeom>
                <a:avLst/>
                <a:gdLst>
                  <a:gd name="T0" fmla="*/ 0 w 515"/>
                  <a:gd name="T1" fmla="*/ 0 h 73"/>
                  <a:gd name="T2" fmla="*/ 59 w 515"/>
                  <a:gd name="T3" fmla="*/ 8 h 73"/>
                  <a:gd name="T4" fmla="*/ 0 w 515"/>
                  <a:gd name="T5" fmla="*/ 0 h 73"/>
                  <a:gd name="T6" fmla="*/ 457 w 515"/>
                  <a:gd name="T7" fmla="*/ 65 h 73"/>
                  <a:gd name="T8" fmla="*/ 515 w 515"/>
                  <a:gd name="T9" fmla="*/ 73 h 73"/>
                  <a:gd name="T10" fmla="*/ 457 w 515"/>
                  <a:gd name="T11" fmla="*/ 6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5" h="73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457" y="65"/>
                    </a:moveTo>
                    <a:lnTo>
                      <a:pt x="515" y="73"/>
                    </a:lnTo>
                    <a:lnTo>
                      <a:pt x="457" y="65"/>
                    </a:lnTo>
                    <a:close/>
                  </a:path>
                </a:pathLst>
              </a:custGeom>
              <a:solidFill>
                <a:srgbClr val="F5F4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5" name="Freeform 469">
                <a:extLst>
                  <a:ext uri="{FF2B5EF4-FFF2-40B4-BE49-F238E27FC236}">
                    <a16:creationId xmlns:a16="http://schemas.microsoft.com/office/drawing/2014/main" id="{0E8ACC60-15F6-4AA7-8F48-825E4A1645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7013" y="5265738"/>
                <a:ext cx="166688" cy="28575"/>
              </a:xfrm>
              <a:custGeom>
                <a:avLst/>
                <a:gdLst>
                  <a:gd name="T0" fmla="*/ 0 w 522"/>
                  <a:gd name="T1" fmla="*/ 0 h 73"/>
                  <a:gd name="T2" fmla="*/ 56 w 522"/>
                  <a:gd name="T3" fmla="*/ 8 h 73"/>
                  <a:gd name="T4" fmla="*/ 0 w 522"/>
                  <a:gd name="T5" fmla="*/ 0 h 73"/>
                  <a:gd name="T6" fmla="*/ 466 w 522"/>
                  <a:gd name="T7" fmla="*/ 65 h 73"/>
                  <a:gd name="T8" fmla="*/ 522 w 522"/>
                  <a:gd name="T9" fmla="*/ 73 h 73"/>
                  <a:gd name="T10" fmla="*/ 466 w 522"/>
                  <a:gd name="T11" fmla="*/ 6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2" h="73">
                    <a:moveTo>
                      <a:pt x="0" y="0"/>
                    </a:moveTo>
                    <a:lnTo>
                      <a:pt x="56" y="8"/>
                    </a:lnTo>
                    <a:lnTo>
                      <a:pt x="0" y="0"/>
                    </a:lnTo>
                    <a:close/>
                    <a:moveTo>
                      <a:pt x="466" y="65"/>
                    </a:moveTo>
                    <a:lnTo>
                      <a:pt x="522" y="73"/>
                    </a:lnTo>
                    <a:lnTo>
                      <a:pt x="466" y="65"/>
                    </a:lnTo>
                    <a:close/>
                  </a:path>
                </a:pathLst>
              </a:custGeom>
              <a:solidFill>
                <a:srgbClr val="F3F3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6" name="Freeform 470">
                <a:extLst>
                  <a:ext uri="{FF2B5EF4-FFF2-40B4-BE49-F238E27FC236}">
                    <a16:creationId xmlns:a16="http://schemas.microsoft.com/office/drawing/2014/main" id="{EB6BBFE0-66DB-4FCE-A22A-B93155D509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8601" y="5259388"/>
                <a:ext cx="168275" cy="28575"/>
              </a:xfrm>
              <a:custGeom>
                <a:avLst/>
                <a:gdLst>
                  <a:gd name="T0" fmla="*/ 0 w 530"/>
                  <a:gd name="T1" fmla="*/ 0 h 75"/>
                  <a:gd name="T2" fmla="*/ 56 w 530"/>
                  <a:gd name="T3" fmla="*/ 8 h 75"/>
                  <a:gd name="T4" fmla="*/ 0 w 530"/>
                  <a:gd name="T5" fmla="*/ 0 h 75"/>
                  <a:gd name="T6" fmla="*/ 474 w 530"/>
                  <a:gd name="T7" fmla="*/ 67 h 75"/>
                  <a:gd name="T8" fmla="*/ 530 w 530"/>
                  <a:gd name="T9" fmla="*/ 75 h 75"/>
                  <a:gd name="T10" fmla="*/ 474 w 530"/>
                  <a:gd name="T11" fmla="*/ 6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0" h="75">
                    <a:moveTo>
                      <a:pt x="0" y="0"/>
                    </a:moveTo>
                    <a:lnTo>
                      <a:pt x="56" y="8"/>
                    </a:lnTo>
                    <a:lnTo>
                      <a:pt x="0" y="0"/>
                    </a:lnTo>
                    <a:close/>
                    <a:moveTo>
                      <a:pt x="474" y="67"/>
                    </a:moveTo>
                    <a:lnTo>
                      <a:pt x="530" y="75"/>
                    </a:lnTo>
                    <a:lnTo>
                      <a:pt x="474" y="67"/>
                    </a:lnTo>
                    <a:close/>
                  </a:path>
                </a:pathLst>
              </a:custGeom>
              <a:solidFill>
                <a:srgbClr val="F2F1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7" name="Freeform 471">
                <a:extLst>
                  <a:ext uri="{FF2B5EF4-FFF2-40B4-BE49-F238E27FC236}">
                    <a16:creationId xmlns:a16="http://schemas.microsoft.com/office/drawing/2014/main" id="{36BEC54D-C5DA-4701-9BF4-A1BA7D1C27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0188" y="5253038"/>
                <a:ext cx="169863" cy="28575"/>
              </a:xfrm>
              <a:custGeom>
                <a:avLst/>
                <a:gdLst>
                  <a:gd name="T0" fmla="*/ 0 w 534"/>
                  <a:gd name="T1" fmla="*/ 0 h 75"/>
                  <a:gd name="T2" fmla="*/ 55 w 534"/>
                  <a:gd name="T3" fmla="*/ 8 h 75"/>
                  <a:gd name="T4" fmla="*/ 0 w 534"/>
                  <a:gd name="T5" fmla="*/ 0 h 75"/>
                  <a:gd name="T6" fmla="*/ 479 w 534"/>
                  <a:gd name="T7" fmla="*/ 67 h 75"/>
                  <a:gd name="T8" fmla="*/ 534 w 534"/>
                  <a:gd name="T9" fmla="*/ 75 h 75"/>
                  <a:gd name="T10" fmla="*/ 479 w 534"/>
                  <a:gd name="T11" fmla="*/ 6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4" h="75">
                    <a:moveTo>
                      <a:pt x="0" y="0"/>
                    </a:moveTo>
                    <a:lnTo>
                      <a:pt x="55" y="8"/>
                    </a:lnTo>
                    <a:lnTo>
                      <a:pt x="0" y="0"/>
                    </a:lnTo>
                    <a:close/>
                    <a:moveTo>
                      <a:pt x="479" y="67"/>
                    </a:moveTo>
                    <a:lnTo>
                      <a:pt x="534" y="75"/>
                    </a:lnTo>
                    <a:lnTo>
                      <a:pt x="479" y="67"/>
                    </a:lnTo>
                    <a:close/>
                  </a:path>
                </a:pathLst>
              </a:custGeom>
              <a:solidFill>
                <a:srgbClr val="F1F0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8" name="Freeform 472">
                <a:extLst>
                  <a:ext uri="{FF2B5EF4-FFF2-40B4-BE49-F238E27FC236}">
                    <a16:creationId xmlns:a16="http://schemas.microsoft.com/office/drawing/2014/main" id="{634D6D61-8FCF-4596-B263-883E1BC0D4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3363" y="5246688"/>
                <a:ext cx="169863" cy="30163"/>
              </a:xfrm>
              <a:custGeom>
                <a:avLst/>
                <a:gdLst>
                  <a:gd name="T0" fmla="*/ 0 w 539"/>
                  <a:gd name="T1" fmla="*/ 0 h 76"/>
                  <a:gd name="T2" fmla="*/ 55 w 539"/>
                  <a:gd name="T3" fmla="*/ 7 h 76"/>
                  <a:gd name="T4" fmla="*/ 0 w 539"/>
                  <a:gd name="T5" fmla="*/ 0 h 76"/>
                  <a:gd name="T6" fmla="*/ 484 w 539"/>
                  <a:gd name="T7" fmla="*/ 68 h 76"/>
                  <a:gd name="T8" fmla="*/ 539 w 539"/>
                  <a:gd name="T9" fmla="*/ 76 h 76"/>
                  <a:gd name="T10" fmla="*/ 484 w 539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9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4" y="68"/>
                    </a:moveTo>
                    <a:lnTo>
                      <a:pt x="539" y="76"/>
                    </a:lnTo>
                    <a:lnTo>
                      <a:pt x="484" y="68"/>
                    </a:lnTo>
                    <a:close/>
                  </a:path>
                </a:pathLst>
              </a:custGeom>
              <a:solidFill>
                <a:srgbClr val="EFEF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9" name="Freeform 473">
                <a:extLst>
                  <a:ext uri="{FF2B5EF4-FFF2-40B4-BE49-F238E27FC236}">
                    <a16:creationId xmlns:a16="http://schemas.microsoft.com/office/drawing/2014/main" id="{4C58DC1E-B751-4883-93E5-5DAD4D6ACD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4951" y="5240338"/>
                <a:ext cx="171450" cy="30163"/>
              </a:xfrm>
              <a:custGeom>
                <a:avLst/>
                <a:gdLst>
                  <a:gd name="T0" fmla="*/ 0 w 540"/>
                  <a:gd name="T1" fmla="*/ 0 h 76"/>
                  <a:gd name="T2" fmla="*/ 55 w 540"/>
                  <a:gd name="T3" fmla="*/ 7 h 76"/>
                  <a:gd name="T4" fmla="*/ 0 w 540"/>
                  <a:gd name="T5" fmla="*/ 0 h 76"/>
                  <a:gd name="T6" fmla="*/ 486 w 540"/>
                  <a:gd name="T7" fmla="*/ 68 h 76"/>
                  <a:gd name="T8" fmla="*/ 540 w 540"/>
                  <a:gd name="T9" fmla="*/ 76 h 76"/>
                  <a:gd name="T10" fmla="*/ 486 w 540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0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6" y="68"/>
                    </a:moveTo>
                    <a:lnTo>
                      <a:pt x="540" y="76"/>
                    </a:lnTo>
                    <a:lnTo>
                      <a:pt x="486" y="68"/>
                    </a:lnTo>
                    <a:close/>
                  </a:path>
                </a:pathLst>
              </a:custGeom>
              <a:solidFill>
                <a:srgbClr val="EEED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0" name="Freeform 474">
                <a:extLst>
                  <a:ext uri="{FF2B5EF4-FFF2-40B4-BE49-F238E27FC236}">
                    <a16:creationId xmlns:a16="http://schemas.microsoft.com/office/drawing/2014/main" id="{289C9CE5-A0E0-4E89-88D7-13BCD27624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8126" y="5233988"/>
                <a:ext cx="171450" cy="30163"/>
              </a:xfrm>
              <a:custGeom>
                <a:avLst/>
                <a:gdLst>
                  <a:gd name="T0" fmla="*/ 0 w 543"/>
                  <a:gd name="T1" fmla="*/ 0 h 76"/>
                  <a:gd name="T2" fmla="*/ 55 w 543"/>
                  <a:gd name="T3" fmla="*/ 7 h 76"/>
                  <a:gd name="T4" fmla="*/ 0 w 543"/>
                  <a:gd name="T5" fmla="*/ 0 h 76"/>
                  <a:gd name="T6" fmla="*/ 488 w 543"/>
                  <a:gd name="T7" fmla="*/ 68 h 76"/>
                  <a:gd name="T8" fmla="*/ 543 w 543"/>
                  <a:gd name="T9" fmla="*/ 76 h 76"/>
                  <a:gd name="T10" fmla="*/ 488 w 543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3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8" y="68"/>
                    </a:moveTo>
                    <a:lnTo>
                      <a:pt x="543" y="76"/>
                    </a:lnTo>
                    <a:lnTo>
                      <a:pt x="488" y="68"/>
                    </a:lnTo>
                    <a:close/>
                  </a:path>
                </a:pathLst>
              </a:custGeom>
              <a:solidFill>
                <a:srgbClr val="EDE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1" name="Freeform 475">
                <a:extLst>
                  <a:ext uri="{FF2B5EF4-FFF2-40B4-BE49-F238E27FC236}">
                    <a16:creationId xmlns:a16="http://schemas.microsoft.com/office/drawing/2014/main" id="{06EF2A8B-5CE4-44D6-9B16-2E84D63BD0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9713" y="5227638"/>
                <a:ext cx="173038" cy="30163"/>
              </a:xfrm>
              <a:custGeom>
                <a:avLst/>
                <a:gdLst>
                  <a:gd name="T0" fmla="*/ 0 w 541"/>
                  <a:gd name="T1" fmla="*/ 0 h 76"/>
                  <a:gd name="T2" fmla="*/ 55 w 541"/>
                  <a:gd name="T3" fmla="*/ 7 h 76"/>
                  <a:gd name="T4" fmla="*/ 0 w 541"/>
                  <a:gd name="T5" fmla="*/ 0 h 76"/>
                  <a:gd name="T6" fmla="*/ 487 w 541"/>
                  <a:gd name="T7" fmla="*/ 68 h 76"/>
                  <a:gd name="T8" fmla="*/ 541 w 541"/>
                  <a:gd name="T9" fmla="*/ 76 h 76"/>
                  <a:gd name="T10" fmla="*/ 487 w 541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1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7" y="68"/>
                    </a:moveTo>
                    <a:lnTo>
                      <a:pt x="541" y="76"/>
                    </a:lnTo>
                    <a:lnTo>
                      <a:pt x="487" y="68"/>
                    </a:lnTo>
                    <a:close/>
                  </a:path>
                </a:pathLst>
              </a:custGeom>
              <a:solidFill>
                <a:srgbClr val="EBEA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2" name="Freeform 476">
                <a:extLst>
                  <a:ext uri="{FF2B5EF4-FFF2-40B4-BE49-F238E27FC236}">
                    <a16:creationId xmlns:a16="http://schemas.microsoft.com/office/drawing/2014/main" id="{98BCB711-5AAE-4BCD-88DA-F72724D95C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2888" y="5221288"/>
                <a:ext cx="171450" cy="30163"/>
              </a:xfrm>
              <a:custGeom>
                <a:avLst/>
                <a:gdLst>
                  <a:gd name="T0" fmla="*/ 0 w 540"/>
                  <a:gd name="T1" fmla="*/ 0 h 76"/>
                  <a:gd name="T2" fmla="*/ 55 w 540"/>
                  <a:gd name="T3" fmla="*/ 8 h 76"/>
                  <a:gd name="T4" fmla="*/ 0 w 540"/>
                  <a:gd name="T5" fmla="*/ 0 h 76"/>
                  <a:gd name="T6" fmla="*/ 485 w 540"/>
                  <a:gd name="T7" fmla="*/ 68 h 76"/>
                  <a:gd name="T8" fmla="*/ 540 w 540"/>
                  <a:gd name="T9" fmla="*/ 76 h 76"/>
                  <a:gd name="T10" fmla="*/ 485 w 540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0" h="76">
                    <a:moveTo>
                      <a:pt x="0" y="0"/>
                    </a:moveTo>
                    <a:lnTo>
                      <a:pt x="55" y="8"/>
                    </a:lnTo>
                    <a:lnTo>
                      <a:pt x="0" y="0"/>
                    </a:lnTo>
                    <a:close/>
                    <a:moveTo>
                      <a:pt x="485" y="68"/>
                    </a:moveTo>
                    <a:lnTo>
                      <a:pt x="540" y="76"/>
                    </a:lnTo>
                    <a:lnTo>
                      <a:pt x="485" y="68"/>
                    </a:lnTo>
                    <a:close/>
                  </a:path>
                </a:pathLst>
              </a:custGeom>
              <a:solidFill>
                <a:srgbClr val="EAE9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3" name="Freeform 477">
                <a:extLst>
                  <a:ext uri="{FF2B5EF4-FFF2-40B4-BE49-F238E27FC236}">
                    <a16:creationId xmlns:a16="http://schemas.microsoft.com/office/drawing/2014/main" id="{C25B09AB-2C4E-4623-87F2-FAA71AC147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6063" y="5214938"/>
                <a:ext cx="171450" cy="30163"/>
              </a:xfrm>
              <a:custGeom>
                <a:avLst/>
                <a:gdLst>
                  <a:gd name="T0" fmla="*/ 0 w 537"/>
                  <a:gd name="T1" fmla="*/ 0 h 76"/>
                  <a:gd name="T2" fmla="*/ 56 w 537"/>
                  <a:gd name="T3" fmla="*/ 8 h 76"/>
                  <a:gd name="T4" fmla="*/ 0 w 537"/>
                  <a:gd name="T5" fmla="*/ 0 h 76"/>
                  <a:gd name="T6" fmla="*/ 482 w 537"/>
                  <a:gd name="T7" fmla="*/ 68 h 76"/>
                  <a:gd name="T8" fmla="*/ 537 w 537"/>
                  <a:gd name="T9" fmla="*/ 76 h 76"/>
                  <a:gd name="T10" fmla="*/ 482 w 537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7" h="76">
                    <a:moveTo>
                      <a:pt x="0" y="0"/>
                    </a:moveTo>
                    <a:lnTo>
                      <a:pt x="56" y="8"/>
                    </a:lnTo>
                    <a:lnTo>
                      <a:pt x="0" y="0"/>
                    </a:lnTo>
                    <a:close/>
                    <a:moveTo>
                      <a:pt x="482" y="68"/>
                    </a:moveTo>
                    <a:lnTo>
                      <a:pt x="537" y="76"/>
                    </a:lnTo>
                    <a:lnTo>
                      <a:pt x="482" y="68"/>
                    </a:lnTo>
                    <a:close/>
                  </a:path>
                </a:pathLst>
              </a:custGeom>
              <a:solidFill>
                <a:srgbClr val="E9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4" name="Freeform 478">
                <a:extLst>
                  <a:ext uri="{FF2B5EF4-FFF2-40B4-BE49-F238E27FC236}">
                    <a16:creationId xmlns:a16="http://schemas.microsoft.com/office/drawing/2014/main" id="{4220B4CA-F1C5-49A5-9B45-A434FFB115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9238" y="5208588"/>
                <a:ext cx="169863" cy="30163"/>
              </a:xfrm>
              <a:custGeom>
                <a:avLst/>
                <a:gdLst>
                  <a:gd name="T0" fmla="*/ 0 w 534"/>
                  <a:gd name="T1" fmla="*/ 0 h 76"/>
                  <a:gd name="T2" fmla="*/ 55 w 534"/>
                  <a:gd name="T3" fmla="*/ 8 h 76"/>
                  <a:gd name="T4" fmla="*/ 0 w 534"/>
                  <a:gd name="T5" fmla="*/ 0 h 76"/>
                  <a:gd name="T6" fmla="*/ 477 w 534"/>
                  <a:gd name="T7" fmla="*/ 68 h 76"/>
                  <a:gd name="T8" fmla="*/ 534 w 534"/>
                  <a:gd name="T9" fmla="*/ 76 h 76"/>
                  <a:gd name="T10" fmla="*/ 477 w 534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4" h="76">
                    <a:moveTo>
                      <a:pt x="0" y="0"/>
                    </a:moveTo>
                    <a:lnTo>
                      <a:pt x="55" y="8"/>
                    </a:lnTo>
                    <a:lnTo>
                      <a:pt x="0" y="0"/>
                    </a:lnTo>
                    <a:close/>
                    <a:moveTo>
                      <a:pt x="477" y="68"/>
                    </a:moveTo>
                    <a:lnTo>
                      <a:pt x="534" y="76"/>
                    </a:lnTo>
                    <a:lnTo>
                      <a:pt x="477" y="68"/>
                    </a:lnTo>
                    <a:close/>
                  </a:path>
                </a:pathLst>
              </a:custGeom>
              <a:solidFill>
                <a:srgbClr val="E7E6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5" name="Freeform 479">
                <a:extLst>
                  <a:ext uri="{FF2B5EF4-FFF2-40B4-BE49-F238E27FC236}">
                    <a16:creationId xmlns:a16="http://schemas.microsoft.com/office/drawing/2014/main" id="{26116A2B-D7AA-41B4-8D0F-974BA9FB1A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4001" y="5202238"/>
                <a:ext cx="166688" cy="28575"/>
              </a:xfrm>
              <a:custGeom>
                <a:avLst/>
                <a:gdLst>
                  <a:gd name="T0" fmla="*/ 0 w 528"/>
                  <a:gd name="T1" fmla="*/ 0 h 74"/>
                  <a:gd name="T2" fmla="*/ 57 w 528"/>
                  <a:gd name="T3" fmla="*/ 8 h 74"/>
                  <a:gd name="T4" fmla="*/ 0 w 528"/>
                  <a:gd name="T5" fmla="*/ 0 h 74"/>
                  <a:gd name="T6" fmla="*/ 471 w 528"/>
                  <a:gd name="T7" fmla="*/ 66 h 74"/>
                  <a:gd name="T8" fmla="*/ 528 w 528"/>
                  <a:gd name="T9" fmla="*/ 74 h 74"/>
                  <a:gd name="T10" fmla="*/ 471 w 528"/>
                  <a:gd name="T11" fmla="*/ 6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74">
                    <a:moveTo>
                      <a:pt x="0" y="0"/>
                    </a:moveTo>
                    <a:lnTo>
                      <a:pt x="57" y="8"/>
                    </a:lnTo>
                    <a:lnTo>
                      <a:pt x="0" y="0"/>
                    </a:lnTo>
                    <a:close/>
                    <a:moveTo>
                      <a:pt x="471" y="66"/>
                    </a:moveTo>
                    <a:lnTo>
                      <a:pt x="528" y="74"/>
                    </a:lnTo>
                    <a:lnTo>
                      <a:pt x="471" y="66"/>
                    </a:lnTo>
                    <a:close/>
                  </a:path>
                </a:pathLst>
              </a:custGeom>
              <a:solidFill>
                <a:srgbClr val="E6E5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6" name="Freeform 480">
                <a:extLst>
                  <a:ext uri="{FF2B5EF4-FFF2-40B4-BE49-F238E27FC236}">
                    <a16:creationId xmlns:a16="http://schemas.microsoft.com/office/drawing/2014/main" id="{A449F3E2-D891-476D-B3D8-56AE38D04E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7176" y="5195888"/>
                <a:ext cx="165100" cy="28575"/>
              </a:xfrm>
              <a:custGeom>
                <a:avLst/>
                <a:gdLst>
                  <a:gd name="T0" fmla="*/ 0 w 521"/>
                  <a:gd name="T1" fmla="*/ 0 h 74"/>
                  <a:gd name="T2" fmla="*/ 57 w 521"/>
                  <a:gd name="T3" fmla="*/ 8 h 74"/>
                  <a:gd name="T4" fmla="*/ 0 w 521"/>
                  <a:gd name="T5" fmla="*/ 0 h 74"/>
                  <a:gd name="T6" fmla="*/ 464 w 521"/>
                  <a:gd name="T7" fmla="*/ 66 h 74"/>
                  <a:gd name="T8" fmla="*/ 521 w 521"/>
                  <a:gd name="T9" fmla="*/ 74 h 74"/>
                  <a:gd name="T10" fmla="*/ 464 w 521"/>
                  <a:gd name="T11" fmla="*/ 6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74">
                    <a:moveTo>
                      <a:pt x="0" y="0"/>
                    </a:moveTo>
                    <a:lnTo>
                      <a:pt x="57" y="8"/>
                    </a:lnTo>
                    <a:lnTo>
                      <a:pt x="0" y="0"/>
                    </a:lnTo>
                    <a:close/>
                    <a:moveTo>
                      <a:pt x="464" y="66"/>
                    </a:moveTo>
                    <a:lnTo>
                      <a:pt x="521" y="74"/>
                    </a:lnTo>
                    <a:lnTo>
                      <a:pt x="464" y="66"/>
                    </a:lnTo>
                    <a:close/>
                  </a:path>
                </a:pathLst>
              </a:custGeom>
              <a:solidFill>
                <a:srgbClr val="E5E4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7" name="Freeform 481">
                <a:extLst>
                  <a:ext uri="{FF2B5EF4-FFF2-40B4-BE49-F238E27FC236}">
                    <a16:creationId xmlns:a16="http://schemas.microsoft.com/office/drawing/2014/main" id="{2600142D-35C1-4A67-AEFC-B49C56497E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0351" y="5189538"/>
                <a:ext cx="163513" cy="28575"/>
              </a:xfrm>
              <a:custGeom>
                <a:avLst/>
                <a:gdLst>
                  <a:gd name="T0" fmla="*/ 0 w 514"/>
                  <a:gd name="T1" fmla="*/ 0 h 72"/>
                  <a:gd name="T2" fmla="*/ 59 w 514"/>
                  <a:gd name="T3" fmla="*/ 8 h 72"/>
                  <a:gd name="T4" fmla="*/ 0 w 514"/>
                  <a:gd name="T5" fmla="*/ 0 h 72"/>
                  <a:gd name="T6" fmla="*/ 455 w 514"/>
                  <a:gd name="T7" fmla="*/ 64 h 72"/>
                  <a:gd name="T8" fmla="*/ 514 w 514"/>
                  <a:gd name="T9" fmla="*/ 72 h 72"/>
                  <a:gd name="T10" fmla="*/ 455 w 514"/>
                  <a:gd name="T11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4" h="72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455" y="64"/>
                    </a:moveTo>
                    <a:lnTo>
                      <a:pt x="514" y="72"/>
                    </a:lnTo>
                    <a:lnTo>
                      <a:pt x="455" y="64"/>
                    </a:lnTo>
                    <a:close/>
                  </a:path>
                </a:pathLst>
              </a:custGeom>
              <a:solidFill>
                <a:srgbClr val="E4E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8" name="Freeform 482">
                <a:extLst>
                  <a:ext uri="{FF2B5EF4-FFF2-40B4-BE49-F238E27FC236}">
                    <a16:creationId xmlns:a16="http://schemas.microsoft.com/office/drawing/2014/main" id="{70DCEAAC-375B-44A1-A3E0-93A8B406AA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5113" y="5183188"/>
                <a:ext cx="160338" cy="28575"/>
              </a:xfrm>
              <a:custGeom>
                <a:avLst/>
                <a:gdLst>
                  <a:gd name="T0" fmla="*/ 0 w 503"/>
                  <a:gd name="T1" fmla="*/ 0 h 71"/>
                  <a:gd name="T2" fmla="*/ 60 w 503"/>
                  <a:gd name="T3" fmla="*/ 8 h 71"/>
                  <a:gd name="T4" fmla="*/ 0 w 503"/>
                  <a:gd name="T5" fmla="*/ 0 h 71"/>
                  <a:gd name="T6" fmla="*/ 443 w 503"/>
                  <a:gd name="T7" fmla="*/ 62 h 71"/>
                  <a:gd name="T8" fmla="*/ 503 w 503"/>
                  <a:gd name="T9" fmla="*/ 71 h 71"/>
                  <a:gd name="T10" fmla="*/ 443 w 503"/>
                  <a:gd name="T11" fmla="*/ 6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3" h="71">
                    <a:moveTo>
                      <a:pt x="0" y="0"/>
                    </a:moveTo>
                    <a:lnTo>
                      <a:pt x="60" y="8"/>
                    </a:lnTo>
                    <a:lnTo>
                      <a:pt x="0" y="0"/>
                    </a:lnTo>
                    <a:close/>
                    <a:moveTo>
                      <a:pt x="443" y="62"/>
                    </a:moveTo>
                    <a:lnTo>
                      <a:pt x="503" y="71"/>
                    </a:lnTo>
                    <a:lnTo>
                      <a:pt x="443" y="62"/>
                    </a:lnTo>
                    <a:close/>
                  </a:path>
                </a:pathLst>
              </a:custGeom>
              <a:solidFill>
                <a:srgbClr val="E2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9" name="Freeform 483">
                <a:extLst>
                  <a:ext uri="{FF2B5EF4-FFF2-40B4-BE49-F238E27FC236}">
                    <a16:creationId xmlns:a16="http://schemas.microsoft.com/office/drawing/2014/main" id="{8BE5AB7E-9D0B-4A42-B8F5-5C6B44B358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9876" y="5178425"/>
                <a:ext cx="155575" cy="26988"/>
              </a:xfrm>
              <a:custGeom>
                <a:avLst/>
                <a:gdLst>
                  <a:gd name="T0" fmla="*/ 0 w 492"/>
                  <a:gd name="T1" fmla="*/ 0 h 69"/>
                  <a:gd name="T2" fmla="*/ 61 w 492"/>
                  <a:gd name="T3" fmla="*/ 8 h 69"/>
                  <a:gd name="T4" fmla="*/ 0 w 492"/>
                  <a:gd name="T5" fmla="*/ 0 h 69"/>
                  <a:gd name="T6" fmla="*/ 431 w 492"/>
                  <a:gd name="T7" fmla="*/ 60 h 69"/>
                  <a:gd name="T8" fmla="*/ 492 w 492"/>
                  <a:gd name="T9" fmla="*/ 69 h 69"/>
                  <a:gd name="T10" fmla="*/ 431 w 492"/>
                  <a:gd name="T11" fmla="*/ 6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2" h="69">
                    <a:moveTo>
                      <a:pt x="0" y="0"/>
                    </a:moveTo>
                    <a:lnTo>
                      <a:pt x="61" y="8"/>
                    </a:lnTo>
                    <a:lnTo>
                      <a:pt x="0" y="0"/>
                    </a:lnTo>
                    <a:close/>
                    <a:moveTo>
                      <a:pt x="431" y="60"/>
                    </a:moveTo>
                    <a:lnTo>
                      <a:pt x="492" y="69"/>
                    </a:lnTo>
                    <a:lnTo>
                      <a:pt x="431" y="60"/>
                    </a:lnTo>
                    <a:close/>
                  </a:path>
                </a:pathLst>
              </a:custGeom>
              <a:solidFill>
                <a:srgbClr val="E1E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0" name="Freeform 484">
                <a:extLst>
                  <a:ext uri="{FF2B5EF4-FFF2-40B4-BE49-F238E27FC236}">
                    <a16:creationId xmlns:a16="http://schemas.microsoft.com/office/drawing/2014/main" id="{C685C3A2-B314-4DC1-ACB8-801B2E316E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4638" y="5172075"/>
                <a:ext cx="152400" cy="26988"/>
              </a:xfrm>
              <a:custGeom>
                <a:avLst/>
                <a:gdLst>
                  <a:gd name="T0" fmla="*/ 0 w 479"/>
                  <a:gd name="T1" fmla="*/ 0 h 68"/>
                  <a:gd name="T2" fmla="*/ 63 w 479"/>
                  <a:gd name="T3" fmla="*/ 9 h 68"/>
                  <a:gd name="T4" fmla="*/ 0 w 479"/>
                  <a:gd name="T5" fmla="*/ 0 h 68"/>
                  <a:gd name="T6" fmla="*/ 416 w 479"/>
                  <a:gd name="T7" fmla="*/ 59 h 68"/>
                  <a:gd name="T8" fmla="*/ 479 w 479"/>
                  <a:gd name="T9" fmla="*/ 68 h 68"/>
                  <a:gd name="T10" fmla="*/ 416 w 479"/>
                  <a:gd name="T11" fmla="*/ 5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9" h="68">
                    <a:moveTo>
                      <a:pt x="0" y="0"/>
                    </a:moveTo>
                    <a:lnTo>
                      <a:pt x="63" y="9"/>
                    </a:lnTo>
                    <a:lnTo>
                      <a:pt x="0" y="0"/>
                    </a:lnTo>
                    <a:close/>
                    <a:moveTo>
                      <a:pt x="416" y="59"/>
                    </a:moveTo>
                    <a:lnTo>
                      <a:pt x="479" y="68"/>
                    </a:lnTo>
                    <a:lnTo>
                      <a:pt x="416" y="59"/>
                    </a:lnTo>
                    <a:close/>
                  </a:path>
                </a:pathLst>
              </a:custGeom>
              <a:solidFill>
                <a:srgbClr val="E0DE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1" name="Freeform 485">
                <a:extLst>
                  <a:ext uri="{FF2B5EF4-FFF2-40B4-BE49-F238E27FC236}">
                    <a16:creationId xmlns:a16="http://schemas.microsoft.com/office/drawing/2014/main" id="{BE328DB2-D15D-4A3B-93B8-57B85E2FA9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9401" y="5165725"/>
                <a:ext cx="147638" cy="25400"/>
              </a:xfrm>
              <a:custGeom>
                <a:avLst/>
                <a:gdLst>
                  <a:gd name="T0" fmla="*/ 0 w 466"/>
                  <a:gd name="T1" fmla="*/ 0 h 65"/>
                  <a:gd name="T2" fmla="*/ 67 w 466"/>
                  <a:gd name="T3" fmla="*/ 9 h 65"/>
                  <a:gd name="T4" fmla="*/ 0 w 466"/>
                  <a:gd name="T5" fmla="*/ 0 h 65"/>
                  <a:gd name="T6" fmla="*/ 399 w 466"/>
                  <a:gd name="T7" fmla="*/ 56 h 65"/>
                  <a:gd name="T8" fmla="*/ 466 w 466"/>
                  <a:gd name="T9" fmla="*/ 65 h 65"/>
                  <a:gd name="T10" fmla="*/ 399 w 466"/>
                  <a:gd name="T11" fmla="*/ 5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6" h="65">
                    <a:moveTo>
                      <a:pt x="0" y="0"/>
                    </a:moveTo>
                    <a:lnTo>
                      <a:pt x="67" y="9"/>
                    </a:lnTo>
                    <a:lnTo>
                      <a:pt x="0" y="0"/>
                    </a:lnTo>
                    <a:close/>
                    <a:moveTo>
                      <a:pt x="399" y="56"/>
                    </a:moveTo>
                    <a:lnTo>
                      <a:pt x="466" y="65"/>
                    </a:lnTo>
                    <a:lnTo>
                      <a:pt x="399" y="56"/>
                    </a:lnTo>
                    <a:close/>
                  </a:path>
                </a:pathLst>
              </a:custGeom>
              <a:solidFill>
                <a:srgbClr val="DEDD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2" name="Freeform 486">
                <a:extLst>
                  <a:ext uri="{FF2B5EF4-FFF2-40B4-BE49-F238E27FC236}">
                    <a16:creationId xmlns:a16="http://schemas.microsoft.com/office/drawing/2014/main" id="{0B5DF4B7-6CE5-41F1-B2DD-1B474343E6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54163" y="5159375"/>
                <a:ext cx="142875" cy="25400"/>
              </a:xfrm>
              <a:custGeom>
                <a:avLst/>
                <a:gdLst>
                  <a:gd name="T0" fmla="*/ 0 w 449"/>
                  <a:gd name="T1" fmla="*/ 0 h 63"/>
                  <a:gd name="T2" fmla="*/ 70 w 449"/>
                  <a:gd name="T3" fmla="*/ 10 h 63"/>
                  <a:gd name="T4" fmla="*/ 0 w 449"/>
                  <a:gd name="T5" fmla="*/ 0 h 63"/>
                  <a:gd name="T6" fmla="*/ 379 w 449"/>
                  <a:gd name="T7" fmla="*/ 53 h 63"/>
                  <a:gd name="T8" fmla="*/ 449 w 449"/>
                  <a:gd name="T9" fmla="*/ 63 h 63"/>
                  <a:gd name="T10" fmla="*/ 379 w 449"/>
                  <a:gd name="T11" fmla="*/ 5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9" h="63">
                    <a:moveTo>
                      <a:pt x="0" y="0"/>
                    </a:moveTo>
                    <a:lnTo>
                      <a:pt x="70" y="10"/>
                    </a:lnTo>
                    <a:lnTo>
                      <a:pt x="0" y="0"/>
                    </a:lnTo>
                    <a:close/>
                    <a:moveTo>
                      <a:pt x="379" y="53"/>
                    </a:moveTo>
                    <a:lnTo>
                      <a:pt x="449" y="63"/>
                    </a:lnTo>
                    <a:lnTo>
                      <a:pt x="379" y="53"/>
                    </a:lnTo>
                    <a:close/>
                  </a:path>
                </a:pathLst>
              </a:custGeom>
              <a:solidFill>
                <a:srgbClr val="DDD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3" name="Freeform 487">
                <a:extLst>
                  <a:ext uri="{FF2B5EF4-FFF2-40B4-BE49-F238E27FC236}">
                    <a16:creationId xmlns:a16="http://schemas.microsoft.com/office/drawing/2014/main" id="{48BCB931-6D49-4B50-A0E9-7968A91BCA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60513" y="5154613"/>
                <a:ext cx="136525" cy="23813"/>
              </a:xfrm>
              <a:custGeom>
                <a:avLst/>
                <a:gdLst>
                  <a:gd name="T0" fmla="*/ 0 w 431"/>
                  <a:gd name="T1" fmla="*/ 0 h 61"/>
                  <a:gd name="T2" fmla="*/ 75 w 431"/>
                  <a:gd name="T3" fmla="*/ 11 h 61"/>
                  <a:gd name="T4" fmla="*/ 0 w 431"/>
                  <a:gd name="T5" fmla="*/ 0 h 61"/>
                  <a:gd name="T6" fmla="*/ 356 w 431"/>
                  <a:gd name="T7" fmla="*/ 50 h 61"/>
                  <a:gd name="T8" fmla="*/ 431 w 431"/>
                  <a:gd name="T9" fmla="*/ 61 h 61"/>
                  <a:gd name="T10" fmla="*/ 356 w 431"/>
                  <a:gd name="T11" fmla="*/ 5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1" h="61">
                    <a:moveTo>
                      <a:pt x="0" y="0"/>
                    </a:moveTo>
                    <a:lnTo>
                      <a:pt x="75" y="11"/>
                    </a:lnTo>
                    <a:lnTo>
                      <a:pt x="0" y="0"/>
                    </a:lnTo>
                    <a:close/>
                    <a:moveTo>
                      <a:pt x="356" y="50"/>
                    </a:moveTo>
                    <a:lnTo>
                      <a:pt x="431" y="61"/>
                    </a:lnTo>
                    <a:lnTo>
                      <a:pt x="356" y="50"/>
                    </a:lnTo>
                    <a:close/>
                  </a:path>
                </a:pathLst>
              </a:custGeom>
              <a:solidFill>
                <a:srgbClr val="DCDA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4" name="Freeform 488">
                <a:extLst>
                  <a:ext uri="{FF2B5EF4-FFF2-40B4-BE49-F238E27FC236}">
                    <a16:creationId xmlns:a16="http://schemas.microsoft.com/office/drawing/2014/main" id="{6A4515C0-C7A9-466C-93B8-4716235C6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66863" y="5148263"/>
                <a:ext cx="130175" cy="22225"/>
              </a:xfrm>
              <a:custGeom>
                <a:avLst/>
                <a:gdLst>
                  <a:gd name="T0" fmla="*/ 0 w 410"/>
                  <a:gd name="T1" fmla="*/ 0 h 57"/>
                  <a:gd name="T2" fmla="*/ 82 w 410"/>
                  <a:gd name="T3" fmla="*/ 11 h 57"/>
                  <a:gd name="T4" fmla="*/ 0 w 410"/>
                  <a:gd name="T5" fmla="*/ 0 h 57"/>
                  <a:gd name="T6" fmla="*/ 329 w 410"/>
                  <a:gd name="T7" fmla="*/ 46 h 57"/>
                  <a:gd name="T8" fmla="*/ 410 w 410"/>
                  <a:gd name="T9" fmla="*/ 57 h 57"/>
                  <a:gd name="T10" fmla="*/ 329 w 410"/>
                  <a:gd name="T11" fmla="*/ 4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0" h="57">
                    <a:moveTo>
                      <a:pt x="0" y="0"/>
                    </a:moveTo>
                    <a:lnTo>
                      <a:pt x="82" y="11"/>
                    </a:lnTo>
                    <a:lnTo>
                      <a:pt x="0" y="0"/>
                    </a:lnTo>
                    <a:close/>
                    <a:moveTo>
                      <a:pt x="329" y="46"/>
                    </a:moveTo>
                    <a:lnTo>
                      <a:pt x="410" y="57"/>
                    </a:lnTo>
                    <a:lnTo>
                      <a:pt x="329" y="46"/>
                    </a:lnTo>
                    <a:close/>
                  </a:path>
                </a:pathLst>
              </a:custGeom>
              <a:solidFill>
                <a:srgbClr val="DAD9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5" name="Freeform 489">
                <a:extLst>
                  <a:ext uri="{FF2B5EF4-FFF2-40B4-BE49-F238E27FC236}">
                    <a16:creationId xmlns:a16="http://schemas.microsoft.com/office/drawing/2014/main" id="{813DC558-02A4-44FD-9303-BE3ECBA149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73213" y="5141913"/>
                <a:ext cx="122238" cy="22225"/>
              </a:xfrm>
              <a:custGeom>
                <a:avLst/>
                <a:gdLst>
                  <a:gd name="T0" fmla="*/ 0 w 384"/>
                  <a:gd name="T1" fmla="*/ 0 h 55"/>
                  <a:gd name="T2" fmla="*/ 90 w 384"/>
                  <a:gd name="T3" fmla="*/ 13 h 55"/>
                  <a:gd name="T4" fmla="*/ 0 w 384"/>
                  <a:gd name="T5" fmla="*/ 0 h 55"/>
                  <a:gd name="T6" fmla="*/ 294 w 384"/>
                  <a:gd name="T7" fmla="*/ 42 h 55"/>
                  <a:gd name="T8" fmla="*/ 384 w 384"/>
                  <a:gd name="T9" fmla="*/ 55 h 55"/>
                  <a:gd name="T10" fmla="*/ 294 w 384"/>
                  <a:gd name="T11" fmla="*/ 4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4" h="55">
                    <a:moveTo>
                      <a:pt x="0" y="0"/>
                    </a:moveTo>
                    <a:lnTo>
                      <a:pt x="90" y="13"/>
                    </a:lnTo>
                    <a:lnTo>
                      <a:pt x="0" y="0"/>
                    </a:lnTo>
                    <a:close/>
                    <a:moveTo>
                      <a:pt x="294" y="42"/>
                    </a:moveTo>
                    <a:lnTo>
                      <a:pt x="384" y="55"/>
                    </a:lnTo>
                    <a:lnTo>
                      <a:pt x="294" y="42"/>
                    </a:lnTo>
                    <a:close/>
                  </a:path>
                </a:pathLst>
              </a:custGeom>
              <a:solidFill>
                <a:srgbClr val="D9D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6" name="Freeform 490">
                <a:extLst>
                  <a:ext uri="{FF2B5EF4-FFF2-40B4-BE49-F238E27FC236}">
                    <a16:creationId xmlns:a16="http://schemas.microsoft.com/office/drawing/2014/main" id="{A71D5AD0-5971-43CC-8451-304BD89EC9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79563" y="5137150"/>
                <a:ext cx="114300" cy="20638"/>
              </a:xfrm>
              <a:custGeom>
                <a:avLst/>
                <a:gdLst>
                  <a:gd name="T0" fmla="*/ 0 w 358"/>
                  <a:gd name="T1" fmla="*/ 0 h 51"/>
                  <a:gd name="T2" fmla="*/ 106 w 358"/>
                  <a:gd name="T3" fmla="*/ 15 h 51"/>
                  <a:gd name="T4" fmla="*/ 0 w 358"/>
                  <a:gd name="T5" fmla="*/ 0 h 51"/>
                  <a:gd name="T6" fmla="*/ 253 w 358"/>
                  <a:gd name="T7" fmla="*/ 36 h 51"/>
                  <a:gd name="T8" fmla="*/ 358 w 358"/>
                  <a:gd name="T9" fmla="*/ 51 h 51"/>
                  <a:gd name="T10" fmla="*/ 253 w 358"/>
                  <a:gd name="T11" fmla="*/ 3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8" h="51">
                    <a:moveTo>
                      <a:pt x="0" y="0"/>
                    </a:moveTo>
                    <a:lnTo>
                      <a:pt x="106" y="15"/>
                    </a:lnTo>
                    <a:lnTo>
                      <a:pt x="0" y="0"/>
                    </a:lnTo>
                    <a:close/>
                    <a:moveTo>
                      <a:pt x="253" y="36"/>
                    </a:moveTo>
                    <a:lnTo>
                      <a:pt x="358" y="51"/>
                    </a:lnTo>
                    <a:lnTo>
                      <a:pt x="253" y="36"/>
                    </a:lnTo>
                    <a:close/>
                  </a:path>
                </a:pathLst>
              </a:custGeom>
              <a:solidFill>
                <a:srgbClr val="D8D6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7" name="Freeform 491">
                <a:extLst>
                  <a:ext uri="{FF2B5EF4-FFF2-40B4-BE49-F238E27FC236}">
                    <a16:creationId xmlns:a16="http://schemas.microsoft.com/office/drawing/2014/main" id="{0ADF70FE-9920-4D17-B1A7-D3B2091DC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501" y="5132388"/>
                <a:ext cx="103188" cy="17463"/>
              </a:xfrm>
              <a:custGeom>
                <a:avLst/>
                <a:gdLst>
                  <a:gd name="T0" fmla="*/ 0 w 326"/>
                  <a:gd name="T1" fmla="*/ 0 h 46"/>
                  <a:gd name="T2" fmla="*/ 160 w 326"/>
                  <a:gd name="T3" fmla="*/ 22 h 46"/>
                  <a:gd name="T4" fmla="*/ 165 w 326"/>
                  <a:gd name="T5" fmla="*/ 23 h 46"/>
                  <a:gd name="T6" fmla="*/ 326 w 326"/>
                  <a:gd name="T7" fmla="*/ 46 h 46"/>
                  <a:gd name="T8" fmla="*/ 0 w 326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6" h="46">
                    <a:moveTo>
                      <a:pt x="0" y="0"/>
                    </a:moveTo>
                    <a:lnTo>
                      <a:pt x="160" y="22"/>
                    </a:lnTo>
                    <a:lnTo>
                      <a:pt x="165" y="23"/>
                    </a:lnTo>
                    <a:lnTo>
                      <a:pt x="326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5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8" name="Freeform 492">
                <a:extLst>
                  <a:ext uri="{FF2B5EF4-FFF2-40B4-BE49-F238E27FC236}">
                    <a16:creationId xmlns:a16="http://schemas.microsoft.com/office/drawing/2014/main" id="{7EFBA630-131A-4111-87BA-B820D2F97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026" y="5126038"/>
                <a:ext cx="90488" cy="15875"/>
              </a:xfrm>
              <a:custGeom>
                <a:avLst/>
                <a:gdLst>
                  <a:gd name="T0" fmla="*/ 0 w 289"/>
                  <a:gd name="T1" fmla="*/ 0 h 41"/>
                  <a:gd name="T2" fmla="*/ 289 w 289"/>
                  <a:gd name="T3" fmla="*/ 41 h 41"/>
                  <a:gd name="T4" fmla="*/ 0 w 289"/>
                  <a:gd name="T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" h="41">
                    <a:moveTo>
                      <a:pt x="0" y="0"/>
                    </a:moveTo>
                    <a:lnTo>
                      <a:pt x="289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D3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9" name="Freeform 493">
                <a:extLst>
                  <a:ext uri="{FF2B5EF4-FFF2-40B4-BE49-F238E27FC236}">
                    <a16:creationId xmlns:a16="http://schemas.microsoft.com/office/drawing/2014/main" id="{1B8DC40A-D8B0-4DE8-AEC3-E0CB8D351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551" y="5121275"/>
                <a:ext cx="76200" cy="14288"/>
              </a:xfrm>
              <a:custGeom>
                <a:avLst/>
                <a:gdLst>
                  <a:gd name="T0" fmla="*/ 0 w 242"/>
                  <a:gd name="T1" fmla="*/ 0 h 34"/>
                  <a:gd name="T2" fmla="*/ 242 w 242"/>
                  <a:gd name="T3" fmla="*/ 34 h 34"/>
                  <a:gd name="T4" fmla="*/ 0 w 242"/>
                  <a:gd name="T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2" h="34">
                    <a:moveTo>
                      <a:pt x="0" y="0"/>
                    </a:moveTo>
                    <a:lnTo>
                      <a:pt x="242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D2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0" name="Freeform 494">
                <a:extLst>
                  <a:ext uri="{FF2B5EF4-FFF2-40B4-BE49-F238E27FC236}">
                    <a16:creationId xmlns:a16="http://schemas.microsoft.com/office/drawing/2014/main" id="{2B55925A-32D9-46F1-9C20-D6562A360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251" y="5116513"/>
                <a:ext cx="57150" cy="11113"/>
              </a:xfrm>
              <a:custGeom>
                <a:avLst/>
                <a:gdLst>
                  <a:gd name="T0" fmla="*/ 0 w 181"/>
                  <a:gd name="T1" fmla="*/ 0 h 26"/>
                  <a:gd name="T2" fmla="*/ 181 w 181"/>
                  <a:gd name="T3" fmla="*/ 26 h 26"/>
                  <a:gd name="T4" fmla="*/ 0 w 181"/>
                  <a:gd name="T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1" h="26">
                    <a:moveTo>
                      <a:pt x="0" y="0"/>
                    </a:moveTo>
                    <a:lnTo>
                      <a:pt x="18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D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1" name="Freeform 495">
                <a:extLst>
                  <a:ext uri="{FF2B5EF4-FFF2-40B4-BE49-F238E27FC236}">
                    <a16:creationId xmlns:a16="http://schemas.microsoft.com/office/drawing/2014/main" id="{E24F2D87-9D45-4C8B-9346-52BF937742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301" y="5113338"/>
                <a:ext cx="23813" cy="4763"/>
              </a:xfrm>
              <a:custGeom>
                <a:avLst/>
                <a:gdLst>
                  <a:gd name="T0" fmla="*/ 0 w 76"/>
                  <a:gd name="T1" fmla="*/ 0 h 10"/>
                  <a:gd name="T2" fmla="*/ 76 w 76"/>
                  <a:gd name="T3" fmla="*/ 10 h 10"/>
                  <a:gd name="T4" fmla="*/ 0 w 76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10">
                    <a:moveTo>
                      <a:pt x="0" y="0"/>
                    </a:moveTo>
                    <a:lnTo>
                      <a:pt x="76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CF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2" name="Freeform 496">
                <a:extLst>
                  <a:ext uri="{FF2B5EF4-FFF2-40B4-BE49-F238E27FC236}">
                    <a16:creationId xmlns:a16="http://schemas.microsoft.com/office/drawing/2014/main" id="{493681AC-EA9B-496C-AE0C-D052C6C11D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7488" y="5099050"/>
                <a:ext cx="230188" cy="296863"/>
              </a:xfrm>
              <a:custGeom>
                <a:avLst/>
                <a:gdLst>
                  <a:gd name="T0" fmla="*/ 306 w 724"/>
                  <a:gd name="T1" fmla="*/ 68 h 747"/>
                  <a:gd name="T2" fmla="*/ 238 w 724"/>
                  <a:gd name="T3" fmla="*/ 117 h 747"/>
                  <a:gd name="T4" fmla="*/ 174 w 724"/>
                  <a:gd name="T5" fmla="*/ 174 h 747"/>
                  <a:gd name="T6" fmla="*/ 119 w 724"/>
                  <a:gd name="T7" fmla="*/ 238 h 747"/>
                  <a:gd name="T8" fmla="*/ 73 w 724"/>
                  <a:gd name="T9" fmla="*/ 307 h 747"/>
                  <a:gd name="T10" fmla="*/ 37 w 724"/>
                  <a:gd name="T11" fmla="*/ 379 h 747"/>
                  <a:gd name="T12" fmla="*/ 12 w 724"/>
                  <a:gd name="T13" fmla="*/ 452 h 747"/>
                  <a:gd name="T14" fmla="*/ 0 w 724"/>
                  <a:gd name="T15" fmla="*/ 523 h 747"/>
                  <a:gd name="T16" fmla="*/ 4 w 724"/>
                  <a:gd name="T17" fmla="*/ 589 h 747"/>
                  <a:gd name="T18" fmla="*/ 23 w 724"/>
                  <a:gd name="T19" fmla="*/ 645 h 747"/>
                  <a:gd name="T20" fmla="*/ 53 w 724"/>
                  <a:gd name="T21" fmla="*/ 689 h 747"/>
                  <a:gd name="T22" fmla="*/ 94 w 724"/>
                  <a:gd name="T23" fmla="*/ 722 h 747"/>
                  <a:gd name="T24" fmla="*/ 145 w 724"/>
                  <a:gd name="T25" fmla="*/ 741 h 747"/>
                  <a:gd name="T26" fmla="*/ 205 w 724"/>
                  <a:gd name="T27" fmla="*/ 747 h 747"/>
                  <a:gd name="T28" fmla="*/ 271 w 724"/>
                  <a:gd name="T29" fmla="*/ 739 h 747"/>
                  <a:gd name="T30" fmla="*/ 344 w 724"/>
                  <a:gd name="T31" fmla="*/ 716 h 747"/>
                  <a:gd name="T32" fmla="*/ 418 w 724"/>
                  <a:gd name="T33" fmla="*/ 678 h 747"/>
                  <a:gd name="T34" fmla="*/ 486 w 724"/>
                  <a:gd name="T35" fmla="*/ 630 h 747"/>
                  <a:gd name="T36" fmla="*/ 550 w 724"/>
                  <a:gd name="T37" fmla="*/ 572 h 747"/>
                  <a:gd name="T38" fmla="*/ 605 w 724"/>
                  <a:gd name="T39" fmla="*/ 508 h 747"/>
                  <a:gd name="T40" fmla="*/ 651 w 724"/>
                  <a:gd name="T41" fmla="*/ 439 h 747"/>
                  <a:gd name="T42" fmla="*/ 687 w 724"/>
                  <a:gd name="T43" fmla="*/ 368 h 747"/>
                  <a:gd name="T44" fmla="*/ 712 w 724"/>
                  <a:gd name="T45" fmla="*/ 295 h 747"/>
                  <a:gd name="T46" fmla="*/ 724 w 724"/>
                  <a:gd name="T47" fmla="*/ 224 h 747"/>
                  <a:gd name="T48" fmla="*/ 720 w 724"/>
                  <a:gd name="T49" fmla="*/ 157 h 747"/>
                  <a:gd name="T50" fmla="*/ 701 w 724"/>
                  <a:gd name="T51" fmla="*/ 101 h 747"/>
                  <a:gd name="T52" fmla="*/ 671 w 724"/>
                  <a:gd name="T53" fmla="*/ 57 h 747"/>
                  <a:gd name="T54" fmla="*/ 630 w 724"/>
                  <a:gd name="T55" fmla="*/ 25 h 747"/>
                  <a:gd name="T56" fmla="*/ 579 w 724"/>
                  <a:gd name="T57" fmla="*/ 5 h 747"/>
                  <a:gd name="T58" fmla="*/ 519 w 724"/>
                  <a:gd name="T59" fmla="*/ 0 h 747"/>
                  <a:gd name="T60" fmla="*/ 453 w 724"/>
                  <a:gd name="T61" fmla="*/ 8 h 747"/>
                  <a:gd name="T62" fmla="*/ 380 w 724"/>
                  <a:gd name="T63" fmla="*/ 31 h 747"/>
                  <a:gd name="T64" fmla="*/ 376 w 724"/>
                  <a:gd name="T65" fmla="*/ 100 h 747"/>
                  <a:gd name="T66" fmla="*/ 434 w 724"/>
                  <a:gd name="T67" fmla="*/ 82 h 747"/>
                  <a:gd name="T68" fmla="*/ 488 w 724"/>
                  <a:gd name="T69" fmla="*/ 75 h 747"/>
                  <a:gd name="T70" fmla="*/ 535 w 724"/>
                  <a:gd name="T71" fmla="*/ 80 h 747"/>
                  <a:gd name="T72" fmla="*/ 575 w 724"/>
                  <a:gd name="T73" fmla="*/ 95 h 747"/>
                  <a:gd name="T74" fmla="*/ 609 w 724"/>
                  <a:gd name="T75" fmla="*/ 121 h 747"/>
                  <a:gd name="T76" fmla="*/ 632 w 724"/>
                  <a:gd name="T77" fmla="*/ 156 h 747"/>
                  <a:gd name="T78" fmla="*/ 647 w 724"/>
                  <a:gd name="T79" fmla="*/ 201 h 747"/>
                  <a:gd name="T80" fmla="*/ 650 w 724"/>
                  <a:gd name="T81" fmla="*/ 254 h 747"/>
                  <a:gd name="T82" fmla="*/ 637 w 724"/>
                  <a:gd name="T83" fmla="*/ 325 h 747"/>
                  <a:gd name="T84" fmla="*/ 585 w 724"/>
                  <a:gd name="T85" fmla="*/ 440 h 747"/>
                  <a:gd name="T86" fmla="*/ 500 w 724"/>
                  <a:gd name="T87" fmla="*/ 544 h 747"/>
                  <a:gd name="T88" fmla="*/ 406 w 724"/>
                  <a:gd name="T89" fmla="*/ 617 h 747"/>
                  <a:gd name="T90" fmla="*/ 348 w 724"/>
                  <a:gd name="T91" fmla="*/ 646 h 747"/>
                  <a:gd name="T92" fmla="*/ 290 w 724"/>
                  <a:gd name="T93" fmla="*/ 665 h 747"/>
                  <a:gd name="T94" fmla="*/ 236 w 724"/>
                  <a:gd name="T95" fmla="*/ 671 h 747"/>
                  <a:gd name="T96" fmla="*/ 189 w 724"/>
                  <a:gd name="T97" fmla="*/ 667 h 747"/>
                  <a:gd name="T98" fmla="*/ 149 w 724"/>
                  <a:gd name="T99" fmla="*/ 651 h 747"/>
                  <a:gd name="T100" fmla="*/ 115 w 724"/>
                  <a:gd name="T101" fmla="*/ 626 h 747"/>
                  <a:gd name="T102" fmla="*/ 91 w 724"/>
                  <a:gd name="T103" fmla="*/ 590 h 747"/>
                  <a:gd name="T104" fmla="*/ 76 w 724"/>
                  <a:gd name="T105" fmla="*/ 546 h 747"/>
                  <a:gd name="T106" fmla="*/ 74 w 724"/>
                  <a:gd name="T107" fmla="*/ 493 h 747"/>
                  <a:gd name="T108" fmla="*/ 86 w 724"/>
                  <a:gd name="T109" fmla="*/ 421 h 747"/>
                  <a:gd name="T110" fmla="*/ 139 w 724"/>
                  <a:gd name="T111" fmla="*/ 307 h 747"/>
                  <a:gd name="T112" fmla="*/ 224 w 724"/>
                  <a:gd name="T113" fmla="*/ 202 h 747"/>
                  <a:gd name="T114" fmla="*/ 318 w 724"/>
                  <a:gd name="T115" fmla="*/ 130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4" h="747">
                    <a:moveTo>
                      <a:pt x="361" y="39"/>
                    </a:moveTo>
                    <a:lnTo>
                      <a:pt x="344" y="48"/>
                    </a:lnTo>
                    <a:lnTo>
                      <a:pt x="325" y="58"/>
                    </a:lnTo>
                    <a:lnTo>
                      <a:pt x="306" y="68"/>
                    </a:lnTo>
                    <a:lnTo>
                      <a:pt x="289" y="80"/>
                    </a:lnTo>
                    <a:lnTo>
                      <a:pt x="271" y="91"/>
                    </a:lnTo>
                    <a:lnTo>
                      <a:pt x="254" y="104"/>
                    </a:lnTo>
                    <a:lnTo>
                      <a:pt x="238" y="117"/>
                    </a:lnTo>
                    <a:lnTo>
                      <a:pt x="221" y="130"/>
                    </a:lnTo>
                    <a:lnTo>
                      <a:pt x="205" y="144"/>
                    </a:lnTo>
                    <a:lnTo>
                      <a:pt x="190" y="159"/>
                    </a:lnTo>
                    <a:lnTo>
                      <a:pt x="174" y="174"/>
                    </a:lnTo>
                    <a:lnTo>
                      <a:pt x="160" y="190"/>
                    </a:lnTo>
                    <a:lnTo>
                      <a:pt x="145" y="205"/>
                    </a:lnTo>
                    <a:lnTo>
                      <a:pt x="131" y="222"/>
                    </a:lnTo>
                    <a:lnTo>
                      <a:pt x="119" y="238"/>
                    </a:lnTo>
                    <a:lnTo>
                      <a:pt x="106" y="255"/>
                    </a:lnTo>
                    <a:lnTo>
                      <a:pt x="94" y="272"/>
                    </a:lnTo>
                    <a:lnTo>
                      <a:pt x="83" y="290"/>
                    </a:lnTo>
                    <a:lnTo>
                      <a:pt x="73" y="307"/>
                    </a:lnTo>
                    <a:lnTo>
                      <a:pt x="61" y="325"/>
                    </a:lnTo>
                    <a:lnTo>
                      <a:pt x="53" y="343"/>
                    </a:lnTo>
                    <a:lnTo>
                      <a:pt x="44" y="361"/>
                    </a:lnTo>
                    <a:lnTo>
                      <a:pt x="37" y="379"/>
                    </a:lnTo>
                    <a:lnTo>
                      <a:pt x="29" y="397"/>
                    </a:lnTo>
                    <a:lnTo>
                      <a:pt x="23" y="415"/>
                    </a:lnTo>
                    <a:lnTo>
                      <a:pt x="17" y="433"/>
                    </a:lnTo>
                    <a:lnTo>
                      <a:pt x="12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3" y="505"/>
                    </a:lnTo>
                    <a:lnTo>
                      <a:pt x="0" y="523"/>
                    </a:lnTo>
                    <a:lnTo>
                      <a:pt x="0" y="540"/>
                    </a:lnTo>
                    <a:lnTo>
                      <a:pt x="0" y="557"/>
                    </a:lnTo>
                    <a:lnTo>
                      <a:pt x="3" y="574"/>
                    </a:lnTo>
                    <a:lnTo>
                      <a:pt x="4" y="589"/>
                    </a:lnTo>
                    <a:lnTo>
                      <a:pt x="8" y="604"/>
                    </a:lnTo>
                    <a:lnTo>
                      <a:pt x="12" y="619"/>
                    </a:lnTo>
                    <a:lnTo>
                      <a:pt x="17" y="632"/>
                    </a:lnTo>
                    <a:lnTo>
                      <a:pt x="23" y="645"/>
                    </a:lnTo>
                    <a:lnTo>
                      <a:pt x="29" y="657"/>
                    </a:lnTo>
                    <a:lnTo>
                      <a:pt x="37" y="669"/>
                    </a:lnTo>
                    <a:lnTo>
                      <a:pt x="44" y="679"/>
                    </a:lnTo>
                    <a:lnTo>
                      <a:pt x="53" y="689"/>
                    </a:lnTo>
                    <a:lnTo>
                      <a:pt x="61" y="699"/>
                    </a:lnTo>
                    <a:lnTo>
                      <a:pt x="73" y="707"/>
                    </a:lnTo>
                    <a:lnTo>
                      <a:pt x="83" y="715"/>
                    </a:lnTo>
                    <a:lnTo>
                      <a:pt x="94" y="722"/>
                    </a:lnTo>
                    <a:lnTo>
                      <a:pt x="106" y="728"/>
                    </a:lnTo>
                    <a:lnTo>
                      <a:pt x="119" y="733"/>
                    </a:lnTo>
                    <a:lnTo>
                      <a:pt x="131" y="737"/>
                    </a:lnTo>
                    <a:lnTo>
                      <a:pt x="145" y="741"/>
                    </a:lnTo>
                    <a:lnTo>
                      <a:pt x="160" y="744"/>
                    </a:lnTo>
                    <a:lnTo>
                      <a:pt x="174" y="746"/>
                    </a:lnTo>
                    <a:lnTo>
                      <a:pt x="190" y="747"/>
                    </a:lnTo>
                    <a:lnTo>
                      <a:pt x="205" y="747"/>
                    </a:lnTo>
                    <a:lnTo>
                      <a:pt x="221" y="746"/>
                    </a:lnTo>
                    <a:lnTo>
                      <a:pt x="238" y="745"/>
                    </a:lnTo>
                    <a:lnTo>
                      <a:pt x="254" y="742"/>
                    </a:lnTo>
                    <a:lnTo>
                      <a:pt x="271" y="739"/>
                    </a:lnTo>
                    <a:lnTo>
                      <a:pt x="289" y="734"/>
                    </a:lnTo>
                    <a:lnTo>
                      <a:pt x="306" y="729"/>
                    </a:lnTo>
                    <a:lnTo>
                      <a:pt x="325" y="723"/>
                    </a:lnTo>
                    <a:lnTo>
                      <a:pt x="344" y="716"/>
                    </a:lnTo>
                    <a:lnTo>
                      <a:pt x="361" y="707"/>
                    </a:lnTo>
                    <a:lnTo>
                      <a:pt x="380" y="698"/>
                    </a:lnTo>
                    <a:lnTo>
                      <a:pt x="399" y="689"/>
                    </a:lnTo>
                    <a:lnTo>
                      <a:pt x="418" y="678"/>
                    </a:lnTo>
                    <a:lnTo>
                      <a:pt x="435" y="667"/>
                    </a:lnTo>
                    <a:lnTo>
                      <a:pt x="453" y="655"/>
                    </a:lnTo>
                    <a:lnTo>
                      <a:pt x="470" y="643"/>
                    </a:lnTo>
                    <a:lnTo>
                      <a:pt x="486" y="630"/>
                    </a:lnTo>
                    <a:lnTo>
                      <a:pt x="503" y="616"/>
                    </a:lnTo>
                    <a:lnTo>
                      <a:pt x="519" y="602"/>
                    </a:lnTo>
                    <a:lnTo>
                      <a:pt x="534" y="587"/>
                    </a:lnTo>
                    <a:lnTo>
                      <a:pt x="550" y="572"/>
                    </a:lnTo>
                    <a:lnTo>
                      <a:pt x="564" y="557"/>
                    </a:lnTo>
                    <a:lnTo>
                      <a:pt x="579" y="541"/>
                    </a:lnTo>
                    <a:lnTo>
                      <a:pt x="592" y="525"/>
                    </a:lnTo>
                    <a:lnTo>
                      <a:pt x="605" y="508"/>
                    </a:lnTo>
                    <a:lnTo>
                      <a:pt x="617" y="491"/>
                    </a:lnTo>
                    <a:lnTo>
                      <a:pt x="630" y="474"/>
                    </a:lnTo>
                    <a:lnTo>
                      <a:pt x="641" y="457"/>
                    </a:lnTo>
                    <a:lnTo>
                      <a:pt x="651" y="439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49"/>
                    </a:lnTo>
                    <a:lnTo>
                      <a:pt x="701" y="331"/>
                    </a:lnTo>
                    <a:lnTo>
                      <a:pt x="707" y="313"/>
                    </a:lnTo>
                    <a:lnTo>
                      <a:pt x="712" y="295"/>
                    </a:lnTo>
                    <a:lnTo>
                      <a:pt x="716" y="277"/>
                    </a:lnTo>
                    <a:lnTo>
                      <a:pt x="720" y="259"/>
                    </a:lnTo>
                    <a:lnTo>
                      <a:pt x="721" y="241"/>
                    </a:lnTo>
                    <a:lnTo>
                      <a:pt x="724" y="224"/>
                    </a:lnTo>
                    <a:lnTo>
                      <a:pt x="724" y="206"/>
                    </a:lnTo>
                    <a:lnTo>
                      <a:pt x="724" y="189"/>
                    </a:lnTo>
                    <a:lnTo>
                      <a:pt x="721" y="173"/>
                    </a:lnTo>
                    <a:lnTo>
                      <a:pt x="720" y="157"/>
                    </a:lnTo>
                    <a:lnTo>
                      <a:pt x="716" y="142"/>
                    </a:lnTo>
                    <a:lnTo>
                      <a:pt x="712" y="128"/>
                    </a:lnTo>
                    <a:lnTo>
                      <a:pt x="707" y="114"/>
                    </a:lnTo>
                    <a:lnTo>
                      <a:pt x="701" y="101"/>
                    </a:lnTo>
                    <a:lnTo>
                      <a:pt x="695" y="89"/>
                    </a:lnTo>
                    <a:lnTo>
                      <a:pt x="687" y="78"/>
                    </a:lnTo>
                    <a:lnTo>
                      <a:pt x="680" y="67"/>
                    </a:lnTo>
                    <a:lnTo>
                      <a:pt x="671" y="57"/>
                    </a:lnTo>
                    <a:lnTo>
                      <a:pt x="661" y="48"/>
                    </a:lnTo>
                    <a:lnTo>
                      <a:pt x="651" y="39"/>
                    </a:lnTo>
                    <a:lnTo>
                      <a:pt x="641" y="32"/>
                    </a:lnTo>
                    <a:lnTo>
                      <a:pt x="630" y="25"/>
                    </a:lnTo>
                    <a:lnTo>
                      <a:pt x="617" y="19"/>
                    </a:lnTo>
                    <a:lnTo>
                      <a:pt x="605" y="14"/>
                    </a:lnTo>
                    <a:lnTo>
                      <a:pt x="592" y="9"/>
                    </a:lnTo>
                    <a:lnTo>
                      <a:pt x="579" y="5"/>
                    </a:lnTo>
                    <a:lnTo>
                      <a:pt x="564" y="3"/>
                    </a:lnTo>
                    <a:lnTo>
                      <a:pt x="550" y="1"/>
                    </a:lnTo>
                    <a:lnTo>
                      <a:pt x="534" y="0"/>
                    </a:lnTo>
                    <a:lnTo>
                      <a:pt x="519" y="0"/>
                    </a:lnTo>
                    <a:lnTo>
                      <a:pt x="503" y="0"/>
                    </a:lnTo>
                    <a:lnTo>
                      <a:pt x="486" y="2"/>
                    </a:lnTo>
                    <a:lnTo>
                      <a:pt x="470" y="4"/>
                    </a:lnTo>
                    <a:lnTo>
                      <a:pt x="453" y="8"/>
                    </a:lnTo>
                    <a:lnTo>
                      <a:pt x="435" y="12"/>
                    </a:lnTo>
                    <a:lnTo>
                      <a:pt x="418" y="17"/>
                    </a:lnTo>
                    <a:lnTo>
                      <a:pt x="399" y="24"/>
                    </a:lnTo>
                    <a:lnTo>
                      <a:pt x="380" y="31"/>
                    </a:lnTo>
                    <a:lnTo>
                      <a:pt x="361" y="39"/>
                    </a:lnTo>
                    <a:close/>
                    <a:moveTo>
                      <a:pt x="361" y="107"/>
                    </a:moveTo>
                    <a:lnTo>
                      <a:pt x="361" y="107"/>
                    </a:lnTo>
                    <a:lnTo>
                      <a:pt x="376" y="100"/>
                    </a:lnTo>
                    <a:lnTo>
                      <a:pt x="391" y="94"/>
                    </a:lnTo>
                    <a:lnTo>
                      <a:pt x="406" y="89"/>
                    </a:lnTo>
                    <a:lnTo>
                      <a:pt x="420" y="85"/>
                    </a:lnTo>
                    <a:lnTo>
                      <a:pt x="434" y="82"/>
                    </a:lnTo>
                    <a:lnTo>
                      <a:pt x="448" y="79"/>
                    </a:lnTo>
                    <a:lnTo>
                      <a:pt x="461" y="77"/>
                    </a:lnTo>
                    <a:lnTo>
                      <a:pt x="474" y="76"/>
                    </a:lnTo>
                    <a:lnTo>
                      <a:pt x="488" y="75"/>
                    </a:lnTo>
                    <a:lnTo>
                      <a:pt x="500" y="75"/>
                    </a:lnTo>
                    <a:lnTo>
                      <a:pt x="511" y="76"/>
                    </a:lnTo>
                    <a:lnTo>
                      <a:pt x="524" y="78"/>
                    </a:lnTo>
                    <a:lnTo>
                      <a:pt x="535" y="80"/>
                    </a:lnTo>
                    <a:lnTo>
                      <a:pt x="545" y="83"/>
                    </a:lnTo>
                    <a:lnTo>
                      <a:pt x="556" y="86"/>
                    </a:lnTo>
                    <a:lnTo>
                      <a:pt x="566" y="90"/>
                    </a:lnTo>
                    <a:lnTo>
                      <a:pt x="575" y="95"/>
                    </a:lnTo>
                    <a:lnTo>
                      <a:pt x="585" y="101"/>
                    </a:lnTo>
                    <a:lnTo>
                      <a:pt x="594" y="107"/>
                    </a:lnTo>
                    <a:lnTo>
                      <a:pt x="601" y="114"/>
                    </a:lnTo>
                    <a:lnTo>
                      <a:pt x="609" y="121"/>
                    </a:lnTo>
                    <a:lnTo>
                      <a:pt x="616" y="129"/>
                    </a:lnTo>
                    <a:lnTo>
                      <a:pt x="622" y="137"/>
                    </a:lnTo>
                    <a:lnTo>
                      <a:pt x="627" y="147"/>
                    </a:lnTo>
                    <a:lnTo>
                      <a:pt x="632" y="156"/>
                    </a:lnTo>
                    <a:lnTo>
                      <a:pt x="637" y="167"/>
                    </a:lnTo>
                    <a:lnTo>
                      <a:pt x="641" y="177"/>
                    </a:lnTo>
                    <a:lnTo>
                      <a:pt x="645" y="189"/>
                    </a:lnTo>
                    <a:lnTo>
                      <a:pt x="647" y="201"/>
                    </a:lnTo>
                    <a:lnTo>
                      <a:pt x="649" y="213"/>
                    </a:lnTo>
                    <a:lnTo>
                      <a:pt x="650" y="226"/>
                    </a:lnTo>
                    <a:lnTo>
                      <a:pt x="650" y="240"/>
                    </a:lnTo>
                    <a:lnTo>
                      <a:pt x="650" y="254"/>
                    </a:lnTo>
                    <a:lnTo>
                      <a:pt x="649" y="268"/>
                    </a:lnTo>
                    <a:lnTo>
                      <a:pt x="647" y="282"/>
                    </a:lnTo>
                    <a:lnTo>
                      <a:pt x="645" y="296"/>
                    </a:lnTo>
                    <a:lnTo>
                      <a:pt x="637" y="325"/>
                    </a:lnTo>
                    <a:lnTo>
                      <a:pt x="627" y="354"/>
                    </a:lnTo>
                    <a:lnTo>
                      <a:pt x="616" y="383"/>
                    </a:lnTo>
                    <a:lnTo>
                      <a:pt x="601" y="412"/>
                    </a:lnTo>
                    <a:lnTo>
                      <a:pt x="585" y="440"/>
                    </a:lnTo>
                    <a:lnTo>
                      <a:pt x="566" y="468"/>
                    </a:lnTo>
                    <a:lnTo>
                      <a:pt x="545" y="494"/>
                    </a:lnTo>
                    <a:lnTo>
                      <a:pt x="524" y="520"/>
                    </a:lnTo>
                    <a:lnTo>
                      <a:pt x="500" y="544"/>
                    </a:lnTo>
                    <a:lnTo>
                      <a:pt x="474" y="567"/>
                    </a:lnTo>
                    <a:lnTo>
                      <a:pt x="448" y="588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5"/>
                    </a:lnTo>
                    <a:lnTo>
                      <a:pt x="376" y="633"/>
                    </a:lnTo>
                    <a:lnTo>
                      <a:pt x="361" y="640"/>
                    </a:lnTo>
                    <a:lnTo>
                      <a:pt x="348" y="646"/>
                    </a:lnTo>
                    <a:lnTo>
                      <a:pt x="333" y="652"/>
                    </a:lnTo>
                    <a:lnTo>
                      <a:pt x="318" y="657"/>
                    </a:lnTo>
                    <a:lnTo>
                      <a:pt x="304" y="661"/>
                    </a:lnTo>
                    <a:lnTo>
                      <a:pt x="290" y="665"/>
                    </a:lnTo>
                    <a:lnTo>
                      <a:pt x="276" y="668"/>
                    </a:lnTo>
                    <a:lnTo>
                      <a:pt x="263" y="670"/>
                    </a:lnTo>
                    <a:lnTo>
                      <a:pt x="250" y="671"/>
                    </a:lnTo>
                    <a:lnTo>
                      <a:pt x="236" y="671"/>
                    </a:lnTo>
                    <a:lnTo>
                      <a:pt x="224" y="671"/>
                    </a:lnTo>
                    <a:lnTo>
                      <a:pt x="213" y="670"/>
                    </a:lnTo>
                    <a:lnTo>
                      <a:pt x="200" y="669"/>
                    </a:lnTo>
                    <a:lnTo>
                      <a:pt x="189" y="667"/>
                    </a:lnTo>
                    <a:lnTo>
                      <a:pt x="179" y="664"/>
                    </a:lnTo>
                    <a:lnTo>
                      <a:pt x="168" y="660"/>
                    </a:lnTo>
                    <a:lnTo>
                      <a:pt x="158" y="656"/>
                    </a:lnTo>
                    <a:lnTo>
                      <a:pt x="149" y="651"/>
                    </a:lnTo>
                    <a:lnTo>
                      <a:pt x="139" y="646"/>
                    </a:lnTo>
                    <a:lnTo>
                      <a:pt x="130" y="640"/>
                    </a:lnTo>
                    <a:lnTo>
                      <a:pt x="123" y="633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09"/>
                    </a:lnTo>
                    <a:lnTo>
                      <a:pt x="96" y="600"/>
                    </a:lnTo>
                    <a:lnTo>
                      <a:pt x="91" y="590"/>
                    </a:lnTo>
                    <a:lnTo>
                      <a:pt x="86" y="580"/>
                    </a:lnTo>
                    <a:lnTo>
                      <a:pt x="83" y="569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3"/>
                    </a:lnTo>
                    <a:lnTo>
                      <a:pt x="74" y="520"/>
                    </a:lnTo>
                    <a:lnTo>
                      <a:pt x="74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4"/>
                    </a:lnTo>
                    <a:lnTo>
                      <a:pt x="79" y="450"/>
                    </a:lnTo>
                    <a:lnTo>
                      <a:pt x="86" y="421"/>
                    </a:lnTo>
                    <a:lnTo>
                      <a:pt x="96" y="392"/>
                    </a:lnTo>
                    <a:lnTo>
                      <a:pt x="108" y="363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8" y="279"/>
                    </a:lnTo>
                    <a:lnTo>
                      <a:pt x="179" y="252"/>
                    </a:lnTo>
                    <a:lnTo>
                      <a:pt x="200" y="227"/>
                    </a:lnTo>
                    <a:lnTo>
                      <a:pt x="224" y="202"/>
                    </a:lnTo>
                    <a:lnTo>
                      <a:pt x="250" y="179"/>
                    </a:lnTo>
                    <a:lnTo>
                      <a:pt x="276" y="158"/>
                    </a:lnTo>
                    <a:lnTo>
                      <a:pt x="304" y="139"/>
                    </a:lnTo>
                    <a:lnTo>
                      <a:pt x="318" y="130"/>
                    </a:lnTo>
                    <a:lnTo>
                      <a:pt x="333" y="122"/>
                    </a:lnTo>
                    <a:lnTo>
                      <a:pt x="348" y="114"/>
                    </a:lnTo>
                    <a:lnTo>
                      <a:pt x="361" y="10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3" name="Freeform 497">
                <a:extLst>
                  <a:ext uri="{FF2B5EF4-FFF2-40B4-BE49-F238E27FC236}">
                    <a16:creationId xmlns:a16="http://schemas.microsoft.com/office/drawing/2014/main" id="{8837DF04-4557-40CB-B703-0AD6E882A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2851" y="5222875"/>
                <a:ext cx="117475" cy="222250"/>
              </a:xfrm>
              <a:custGeom>
                <a:avLst/>
                <a:gdLst>
                  <a:gd name="T0" fmla="*/ 45 w 368"/>
                  <a:gd name="T1" fmla="*/ 549 h 559"/>
                  <a:gd name="T2" fmla="*/ 43 w 368"/>
                  <a:gd name="T3" fmla="*/ 552 h 559"/>
                  <a:gd name="T4" fmla="*/ 39 w 368"/>
                  <a:gd name="T5" fmla="*/ 555 h 559"/>
                  <a:gd name="T6" fmla="*/ 35 w 368"/>
                  <a:gd name="T7" fmla="*/ 557 h 559"/>
                  <a:gd name="T8" fmla="*/ 31 w 368"/>
                  <a:gd name="T9" fmla="*/ 558 h 559"/>
                  <a:gd name="T10" fmla="*/ 26 w 368"/>
                  <a:gd name="T11" fmla="*/ 559 h 559"/>
                  <a:gd name="T12" fmla="*/ 23 w 368"/>
                  <a:gd name="T13" fmla="*/ 559 h 559"/>
                  <a:gd name="T14" fmla="*/ 18 w 368"/>
                  <a:gd name="T15" fmla="*/ 559 h 559"/>
                  <a:gd name="T16" fmla="*/ 13 w 368"/>
                  <a:gd name="T17" fmla="*/ 558 h 559"/>
                  <a:gd name="T18" fmla="*/ 9 w 368"/>
                  <a:gd name="T19" fmla="*/ 556 h 559"/>
                  <a:gd name="T20" fmla="*/ 5 w 368"/>
                  <a:gd name="T21" fmla="*/ 553 h 559"/>
                  <a:gd name="T22" fmla="*/ 3 w 368"/>
                  <a:gd name="T23" fmla="*/ 550 h 559"/>
                  <a:gd name="T24" fmla="*/ 1 w 368"/>
                  <a:gd name="T25" fmla="*/ 547 h 559"/>
                  <a:gd name="T26" fmla="*/ 0 w 368"/>
                  <a:gd name="T27" fmla="*/ 543 h 559"/>
                  <a:gd name="T28" fmla="*/ 0 w 368"/>
                  <a:gd name="T29" fmla="*/ 539 h 559"/>
                  <a:gd name="T30" fmla="*/ 0 w 368"/>
                  <a:gd name="T31" fmla="*/ 536 h 559"/>
                  <a:gd name="T32" fmla="*/ 3 w 368"/>
                  <a:gd name="T33" fmla="*/ 532 h 559"/>
                  <a:gd name="T34" fmla="*/ 323 w 368"/>
                  <a:gd name="T35" fmla="*/ 11 h 559"/>
                  <a:gd name="T36" fmla="*/ 325 w 368"/>
                  <a:gd name="T37" fmla="*/ 8 h 559"/>
                  <a:gd name="T38" fmla="*/ 329 w 368"/>
                  <a:gd name="T39" fmla="*/ 5 h 559"/>
                  <a:gd name="T40" fmla="*/ 333 w 368"/>
                  <a:gd name="T41" fmla="*/ 3 h 559"/>
                  <a:gd name="T42" fmla="*/ 336 w 368"/>
                  <a:gd name="T43" fmla="*/ 1 h 559"/>
                  <a:gd name="T44" fmla="*/ 340 w 368"/>
                  <a:gd name="T45" fmla="*/ 1 h 559"/>
                  <a:gd name="T46" fmla="*/ 345 w 368"/>
                  <a:gd name="T47" fmla="*/ 0 h 559"/>
                  <a:gd name="T48" fmla="*/ 350 w 368"/>
                  <a:gd name="T49" fmla="*/ 1 h 559"/>
                  <a:gd name="T50" fmla="*/ 354 w 368"/>
                  <a:gd name="T51" fmla="*/ 2 h 559"/>
                  <a:gd name="T52" fmla="*/ 359 w 368"/>
                  <a:gd name="T53" fmla="*/ 4 h 559"/>
                  <a:gd name="T54" fmla="*/ 361 w 368"/>
                  <a:gd name="T55" fmla="*/ 7 h 559"/>
                  <a:gd name="T56" fmla="*/ 364 w 368"/>
                  <a:gd name="T57" fmla="*/ 10 h 559"/>
                  <a:gd name="T58" fmla="*/ 366 w 368"/>
                  <a:gd name="T59" fmla="*/ 13 h 559"/>
                  <a:gd name="T60" fmla="*/ 368 w 368"/>
                  <a:gd name="T61" fmla="*/ 17 h 559"/>
                  <a:gd name="T62" fmla="*/ 368 w 368"/>
                  <a:gd name="T63" fmla="*/ 20 h 559"/>
                  <a:gd name="T64" fmla="*/ 366 w 368"/>
                  <a:gd name="T65" fmla="*/ 24 h 559"/>
                  <a:gd name="T66" fmla="*/ 365 w 368"/>
                  <a:gd name="T67" fmla="*/ 28 h 559"/>
                  <a:gd name="T68" fmla="*/ 45 w 368"/>
                  <a:gd name="T69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68" h="559">
                    <a:moveTo>
                      <a:pt x="45" y="549"/>
                    </a:moveTo>
                    <a:lnTo>
                      <a:pt x="43" y="552"/>
                    </a:lnTo>
                    <a:lnTo>
                      <a:pt x="39" y="555"/>
                    </a:lnTo>
                    <a:lnTo>
                      <a:pt x="35" y="557"/>
                    </a:lnTo>
                    <a:lnTo>
                      <a:pt x="31" y="558"/>
                    </a:lnTo>
                    <a:lnTo>
                      <a:pt x="26" y="559"/>
                    </a:lnTo>
                    <a:lnTo>
                      <a:pt x="23" y="559"/>
                    </a:lnTo>
                    <a:lnTo>
                      <a:pt x="18" y="559"/>
                    </a:lnTo>
                    <a:lnTo>
                      <a:pt x="13" y="558"/>
                    </a:lnTo>
                    <a:lnTo>
                      <a:pt x="9" y="556"/>
                    </a:lnTo>
                    <a:lnTo>
                      <a:pt x="5" y="553"/>
                    </a:lnTo>
                    <a:lnTo>
                      <a:pt x="3" y="550"/>
                    </a:lnTo>
                    <a:lnTo>
                      <a:pt x="1" y="547"/>
                    </a:lnTo>
                    <a:lnTo>
                      <a:pt x="0" y="543"/>
                    </a:lnTo>
                    <a:lnTo>
                      <a:pt x="0" y="539"/>
                    </a:lnTo>
                    <a:lnTo>
                      <a:pt x="0" y="536"/>
                    </a:lnTo>
                    <a:lnTo>
                      <a:pt x="3" y="532"/>
                    </a:lnTo>
                    <a:lnTo>
                      <a:pt x="323" y="11"/>
                    </a:lnTo>
                    <a:lnTo>
                      <a:pt x="325" y="8"/>
                    </a:lnTo>
                    <a:lnTo>
                      <a:pt x="329" y="5"/>
                    </a:lnTo>
                    <a:lnTo>
                      <a:pt x="333" y="3"/>
                    </a:lnTo>
                    <a:lnTo>
                      <a:pt x="336" y="1"/>
                    </a:lnTo>
                    <a:lnTo>
                      <a:pt x="340" y="1"/>
                    </a:lnTo>
                    <a:lnTo>
                      <a:pt x="345" y="0"/>
                    </a:lnTo>
                    <a:lnTo>
                      <a:pt x="350" y="1"/>
                    </a:lnTo>
                    <a:lnTo>
                      <a:pt x="354" y="2"/>
                    </a:lnTo>
                    <a:lnTo>
                      <a:pt x="359" y="4"/>
                    </a:lnTo>
                    <a:lnTo>
                      <a:pt x="361" y="7"/>
                    </a:lnTo>
                    <a:lnTo>
                      <a:pt x="364" y="10"/>
                    </a:lnTo>
                    <a:lnTo>
                      <a:pt x="366" y="13"/>
                    </a:lnTo>
                    <a:lnTo>
                      <a:pt x="368" y="17"/>
                    </a:lnTo>
                    <a:lnTo>
                      <a:pt x="368" y="20"/>
                    </a:lnTo>
                    <a:lnTo>
                      <a:pt x="366" y="24"/>
                    </a:lnTo>
                    <a:lnTo>
                      <a:pt x="365" y="28"/>
                    </a:lnTo>
                    <a:lnTo>
                      <a:pt x="45" y="549"/>
                    </a:lnTo>
                    <a:close/>
                  </a:path>
                </a:pathLst>
              </a:custGeom>
              <a:solidFill>
                <a:srgbClr val="CF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4" name="Freeform 498">
                <a:extLst>
                  <a:ext uri="{FF2B5EF4-FFF2-40B4-BE49-F238E27FC236}">
                    <a16:creationId xmlns:a16="http://schemas.microsoft.com/office/drawing/2014/main" id="{D0CC8147-978B-4F44-BDB0-AF7CD3E0A4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2363" y="5299075"/>
                <a:ext cx="228600" cy="295275"/>
              </a:xfrm>
              <a:custGeom>
                <a:avLst/>
                <a:gdLst>
                  <a:gd name="T0" fmla="*/ 306 w 723"/>
                  <a:gd name="T1" fmla="*/ 69 h 747"/>
                  <a:gd name="T2" fmla="*/ 237 w 723"/>
                  <a:gd name="T3" fmla="*/ 117 h 747"/>
                  <a:gd name="T4" fmla="*/ 174 w 723"/>
                  <a:gd name="T5" fmla="*/ 174 h 747"/>
                  <a:gd name="T6" fmla="*/ 119 w 723"/>
                  <a:gd name="T7" fmla="*/ 239 h 747"/>
                  <a:gd name="T8" fmla="*/ 73 w 723"/>
                  <a:gd name="T9" fmla="*/ 308 h 747"/>
                  <a:gd name="T10" fmla="*/ 36 w 723"/>
                  <a:gd name="T11" fmla="*/ 379 h 747"/>
                  <a:gd name="T12" fmla="*/ 11 w 723"/>
                  <a:gd name="T13" fmla="*/ 452 h 747"/>
                  <a:gd name="T14" fmla="*/ 0 w 723"/>
                  <a:gd name="T15" fmla="*/ 523 h 747"/>
                  <a:gd name="T16" fmla="*/ 4 w 723"/>
                  <a:gd name="T17" fmla="*/ 590 h 747"/>
                  <a:gd name="T18" fmla="*/ 23 w 723"/>
                  <a:gd name="T19" fmla="*/ 645 h 747"/>
                  <a:gd name="T20" fmla="*/ 53 w 723"/>
                  <a:gd name="T21" fmla="*/ 690 h 747"/>
                  <a:gd name="T22" fmla="*/ 94 w 723"/>
                  <a:gd name="T23" fmla="*/ 722 h 747"/>
                  <a:gd name="T24" fmla="*/ 145 w 723"/>
                  <a:gd name="T25" fmla="*/ 741 h 747"/>
                  <a:gd name="T26" fmla="*/ 205 w 723"/>
                  <a:gd name="T27" fmla="*/ 747 h 747"/>
                  <a:gd name="T28" fmla="*/ 271 w 723"/>
                  <a:gd name="T29" fmla="*/ 739 h 747"/>
                  <a:gd name="T30" fmla="*/ 344 w 723"/>
                  <a:gd name="T31" fmla="*/ 716 h 747"/>
                  <a:gd name="T32" fmla="*/ 417 w 723"/>
                  <a:gd name="T33" fmla="*/ 679 h 747"/>
                  <a:gd name="T34" fmla="*/ 486 w 723"/>
                  <a:gd name="T35" fmla="*/ 630 h 747"/>
                  <a:gd name="T36" fmla="*/ 550 w 723"/>
                  <a:gd name="T37" fmla="*/ 573 h 747"/>
                  <a:gd name="T38" fmla="*/ 605 w 723"/>
                  <a:gd name="T39" fmla="*/ 509 h 747"/>
                  <a:gd name="T40" fmla="*/ 651 w 723"/>
                  <a:gd name="T41" fmla="*/ 440 h 747"/>
                  <a:gd name="T42" fmla="*/ 687 w 723"/>
                  <a:gd name="T43" fmla="*/ 368 h 747"/>
                  <a:gd name="T44" fmla="*/ 712 w 723"/>
                  <a:gd name="T45" fmla="*/ 295 h 747"/>
                  <a:gd name="T46" fmla="*/ 722 w 723"/>
                  <a:gd name="T47" fmla="*/ 224 h 747"/>
                  <a:gd name="T48" fmla="*/ 720 w 723"/>
                  <a:gd name="T49" fmla="*/ 158 h 747"/>
                  <a:gd name="T50" fmla="*/ 701 w 723"/>
                  <a:gd name="T51" fmla="*/ 102 h 747"/>
                  <a:gd name="T52" fmla="*/ 671 w 723"/>
                  <a:gd name="T53" fmla="*/ 57 h 747"/>
                  <a:gd name="T54" fmla="*/ 630 w 723"/>
                  <a:gd name="T55" fmla="*/ 25 h 747"/>
                  <a:gd name="T56" fmla="*/ 579 w 723"/>
                  <a:gd name="T57" fmla="*/ 6 h 747"/>
                  <a:gd name="T58" fmla="*/ 519 w 723"/>
                  <a:gd name="T59" fmla="*/ 0 h 747"/>
                  <a:gd name="T60" fmla="*/ 452 w 723"/>
                  <a:gd name="T61" fmla="*/ 8 h 747"/>
                  <a:gd name="T62" fmla="*/ 380 w 723"/>
                  <a:gd name="T63" fmla="*/ 31 h 747"/>
                  <a:gd name="T64" fmla="*/ 376 w 723"/>
                  <a:gd name="T65" fmla="*/ 100 h 747"/>
                  <a:gd name="T66" fmla="*/ 434 w 723"/>
                  <a:gd name="T67" fmla="*/ 82 h 747"/>
                  <a:gd name="T68" fmla="*/ 487 w 723"/>
                  <a:gd name="T69" fmla="*/ 75 h 747"/>
                  <a:gd name="T70" fmla="*/ 535 w 723"/>
                  <a:gd name="T71" fmla="*/ 80 h 747"/>
                  <a:gd name="T72" fmla="*/ 575 w 723"/>
                  <a:gd name="T73" fmla="*/ 96 h 747"/>
                  <a:gd name="T74" fmla="*/ 609 w 723"/>
                  <a:gd name="T75" fmla="*/ 121 h 747"/>
                  <a:gd name="T76" fmla="*/ 632 w 723"/>
                  <a:gd name="T77" fmla="*/ 157 h 747"/>
                  <a:gd name="T78" fmla="*/ 647 w 723"/>
                  <a:gd name="T79" fmla="*/ 201 h 747"/>
                  <a:gd name="T80" fmla="*/ 650 w 723"/>
                  <a:gd name="T81" fmla="*/ 254 h 747"/>
                  <a:gd name="T82" fmla="*/ 637 w 723"/>
                  <a:gd name="T83" fmla="*/ 326 h 747"/>
                  <a:gd name="T84" fmla="*/ 585 w 723"/>
                  <a:gd name="T85" fmla="*/ 440 h 747"/>
                  <a:gd name="T86" fmla="*/ 500 w 723"/>
                  <a:gd name="T87" fmla="*/ 545 h 747"/>
                  <a:gd name="T88" fmla="*/ 406 w 723"/>
                  <a:gd name="T89" fmla="*/ 617 h 747"/>
                  <a:gd name="T90" fmla="*/ 347 w 723"/>
                  <a:gd name="T91" fmla="*/ 647 h 747"/>
                  <a:gd name="T92" fmla="*/ 290 w 723"/>
                  <a:gd name="T93" fmla="*/ 665 h 747"/>
                  <a:gd name="T94" fmla="*/ 236 w 723"/>
                  <a:gd name="T95" fmla="*/ 672 h 747"/>
                  <a:gd name="T96" fmla="*/ 189 w 723"/>
                  <a:gd name="T97" fmla="*/ 667 h 747"/>
                  <a:gd name="T98" fmla="*/ 148 w 723"/>
                  <a:gd name="T99" fmla="*/ 652 h 747"/>
                  <a:gd name="T100" fmla="*/ 115 w 723"/>
                  <a:gd name="T101" fmla="*/ 626 h 747"/>
                  <a:gd name="T102" fmla="*/ 90 w 723"/>
                  <a:gd name="T103" fmla="*/ 591 h 747"/>
                  <a:gd name="T104" fmla="*/ 76 w 723"/>
                  <a:gd name="T105" fmla="*/ 546 h 747"/>
                  <a:gd name="T106" fmla="*/ 74 w 723"/>
                  <a:gd name="T107" fmla="*/ 493 h 747"/>
                  <a:gd name="T108" fmla="*/ 86 w 723"/>
                  <a:gd name="T109" fmla="*/ 422 h 747"/>
                  <a:gd name="T110" fmla="*/ 139 w 723"/>
                  <a:gd name="T111" fmla="*/ 307 h 747"/>
                  <a:gd name="T112" fmla="*/ 224 w 723"/>
                  <a:gd name="T113" fmla="*/ 203 h 747"/>
                  <a:gd name="T114" fmla="*/ 317 w 723"/>
                  <a:gd name="T115" fmla="*/ 130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3" h="747">
                    <a:moveTo>
                      <a:pt x="361" y="39"/>
                    </a:moveTo>
                    <a:lnTo>
                      <a:pt x="344" y="48"/>
                    </a:lnTo>
                    <a:lnTo>
                      <a:pt x="325" y="58"/>
                    </a:lnTo>
                    <a:lnTo>
                      <a:pt x="306" y="69"/>
                    </a:lnTo>
                    <a:lnTo>
                      <a:pt x="289" y="80"/>
                    </a:lnTo>
                    <a:lnTo>
                      <a:pt x="271" y="92"/>
                    </a:lnTo>
                    <a:lnTo>
                      <a:pt x="254" y="104"/>
                    </a:lnTo>
                    <a:lnTo>
                      <a:pt x="237" y="117"/>
                    </a:lnTo>
                    <a:lnTo>
                      <a:pt x="221" y="131"/>
                    </a:lnTo>
                    <a:lnTo>
                      <a:pt x="205" y="145"/>
                    </a:lnTo>
                    <a:lnTo>
                      <a:pt x="189" y="159"/>
                    </a:lnTo>
                    <a:lnTo>
                      <a:pt x="174" y="174"/>
                    </a:lnTo>
                    <a:lnTo>
                      <a:pt x="160" y="190"/>
                    </a:lnTo>
                    <a:lnTo>
                      <a:pt x="145" y="206"/>
                    </a:lnTo>
                    <a:lnTo>
                      <a:pt x="131" y="222"/>
                    </a:lnTo>
                    <a:lnTo>
                      <a:pt x="119" y="239"/>
                    </a:lnTo>
                    <a:lnTo>
                      <a:pt x="106" y="255"/>
                    </a:lnTo>
                    <a:lnTo>
                      <a:pt x="94" y="273"/>
                    </a:lnTo>
                    <a:lnTo>
                      <a:pt x="83" y="290"/>
                    </a:lnTo>
                    <a:lnTo>
                      <a:pt x="73" y="308"/>
                    </a:lnTo>
                    <a:lnTo>
                      <a:pt x="61" y="325"/>
                    </a:lnTo>
                    <a:lnTo>
                      <a:pt x="53" y="343"/>
                    </a:lnTo>
                    <a:lnTo>
                      <a:pt x="44" y="361"/>
                    </a:lnTo>
                    <a:lnTo>
                      <a:pt x="36" y="379"/>
                    </a:lnTo>
                    <a:lnTo>
                      <a:pt x="29" y="398"/>
                    </a:lnTo>
                    <a:lnTo>
                      <a:pt x="23" y="416"/>
                    </a:lnTo>
                    <a:lnTo>
                      <a:pt x="16" y="434"/>
                    </a:lnTo>
                    <a:lnTo>
                      <a:pt x="11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3" y="506"/>
                    </a:lnTo>
                    <a:lnTo>
                      <a:pt x="0" y="523"/>
                    </a:lnTo>
                    <a:lnTo>
                      <a:pt x="0" y="541"/>
                    </a:lnTo>
                    <a:lnTo>
                      <a:pt x="0" y="558"/>
                    </a:lnTo>
                    <a:lnTo>
                      <a:pt x="3" y="574"/>
                    </a:lnTo>
                    <a:lnTo>
                      <a:pt x="4" y="590"/>
                    </a:lnTo>
                    <a:lnTo>
                      <a:pt x="8" y="605"/>
                    </a:lnTo>
                    <a:lnTo>
                      <a:pt x="11" y="619"/>
                    </a:lnTo>
                    <a:lnTo>
                      <a:pt x="16" y="633"/>
                    </a:lnTo>
                    <a:lnTo>
                      <a:pt x="23" y="645"/>
                    </a:lnTo>
                    <a:lnTo>
                      <a:pt x="29" y="658"/>
                    </a:lnTo>
                    <a:lnTo>
                      <a:pt x="36" y="669"/>
                    </a:lnTo>
                    <a:lnTo>
                      <a:pt x="44" y="680"/>
                    </a:lnTo>
                    <a:lnTo>
                      <a:pt x="53" y="690"/>
                    </a:lnTo>
                    <a:lnTo>
                      <a:pt x="61" y="699"/>
                    </a:lnTo>
                    <a:lnTo>
                      <a:pt x="73" y="707"/>
                    </a:lnTo>
                    <a:lnTo>
                      <a:pt x="83" y="715"/>
                    </a:lnTo>
                    <a:lnTo>
                      <a:pt x="94" y="722"/>
                    </a:lnTo>
                    <a:lnTo>
                      <a:pt x="106" y="728"/>
                    </a:lnTo>
                    <a:lnTo>
                      <a:pt x="119" y="733"/>
                    </a:lnTo>
                    <a:lnTo>
                      <a:pt x="131" y="738"/>
                    </a:lnTo>
                    <a:lnTo>
                      <a:pt x="145" y="741"/>
                    </a:lnTo>
                    <a:lnTo>
                      <a:pt x="160" y="744"/>
                    </a:lnTo>
                    <a:lnTo>
                      <a:pt x="174" y="746"/>
                    </a:lnTo>
                    <a:lnTo>
                      <a:pt x="189" y="747"/>
                    </a:lnTo>
                    <a:lnTo>
                      <a:pt x="205" y="747"/>
                    </a:lnTo>
                    <a:lnTo>
                      <a:pt x="221" y="747"/>
                    </a:lnTo>
                    <a:lnTo>
                      <a:pt x="237" y="745"/>
                    </a:lnTo>
                    <a:lnTo>
                      <a:pt x="254" y="742"/>
                    </a:lnTo>
                    <a:lnTo>
                      <a:pt x="271" y="739"/>
                    </a:lnTo>
                    <a:lnTo>
                      <a:pt x="289" y="735"/>
                    </a:lnTo>
                    <a:lnTo>
                      <a:pt x="306" y="729"/>
                    </a:lnTo>
                    <a:lnTo>
                      <a:pt x="325" y="723"/>
                    </a:lnTo>
                    <a:lnTo>
                      <a:pt x="344" y="716"/>
                    </a:lnTo>
                    <a:lnTo>
                      <a:pt x="361" y="708"/>
                    </a:lnTo>
                    <a:lnTo>
                      <a:pt x="380" y="699"/>
                    </a:lnTo>
                    <a:lnTo>
                      <a:pt x="399" y="689"/>
                    </a:lnTo>
                    <a:lnTo>
                      <a:pt x="417" y="679"/>
                    </a:lnTo>
                    <a:lnTo>
                      <a:pt x="435" y="667"/>
                    </a:lnTo>
                    <a:lnTo>
                      <a:pt x="452" y="656"/>
                    </a:lnTo>
                    <a:lnTo>
                      <a:pt x="469" y="643"/>
                    </a:lnTo>
                    <a:lnTo>
                      <a:pt x="486" y="630"/>
                    </a:lnTo>
                    <a:lnTo>
                      <a:pt x="502" y="617"/>
                    </a:lnTo>
                    <a:lnTo>
                      <a:pt x="519" y="602"/>
                    </a:lnTo>
                    <a:lnTo>
                      <a:pt x="534" y="588"/>
                    </a:lnTo>
                    <a:lnTo>
                      <a:pt x="550" y="573"/>
                    </a:lnTo>
                    <a:lnTo>
                      <a:pt x="564" y="557"/>
                    </a:lnTo>
                    <a:lnTo>
                      <a:pt x="579" y="541"/>
                    </a:lnTo>
                    <a:lnTo>
                      <a:pt x="592" y="525"/>
                    </a:lnTo>
                    <a:lnTo>
                      <a:pt x="605" y="509"/>
                    </a:lnTo>
                    <a:lnTo>
                      <a:pt x="617" y="492"/>
                    </a:lnTo>
                    <a:lnTo>
                      <a:pt x="630" y="475"/>
                    </a:lnTo>
                    <a:lnTo>
                      <a:pt x="641" y="457"/>
                    </a:lnTo>
                    <a:lnTo>
                      <a:pt x="651" y="440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50"/>
                    </a:lnTo>
                    <a:lnTo>
                      <a:pt x="701" y="332"/>
                    </a:lnTo>
                    <a:lnTo>
                      <a:pt x="707" y="313"/>
                    </a:lnTo>
                    <a:lnTo>
                      <a:pt x="712" y="295"/>
                    </a:lnTo>
                    <a:lnTo>
                      <a:pt x="716" y="277"/>
                    </a:lnTo>
                    <a:lnTo>
                      <a:pt x="720" y="259"/>
                    </a:lnTo>
                    <a:lnTo>
                      <a:pt x="721" y="242"/>
                    </a:lnTo>
                    <a:lnTo>
                      <a:pt x="722" y="224"/>
                    </a:lnTo>
                    <a:lnTo>
                      <a:pt x="723" y="207"/>
                    </a:lnTo>
                    <a:lnTo>
                      <a:pt x="722" y="190"/>
                    </a:lnTo>
                    <a:lnTo>
                      <a:pt x="721" y="173"/>
                    </a:lnTo>
                    <a:lnTo>
                      <a:pt x="720" y="158"/>
                    </a:lnTo>
                    <a:lnTo>
                      <a:pt x="716" y="143"/>
                    </a:lnTo>
                    <a:lnTo>
                      <a:pt x="712" y="128"/>
                    </a:lnTo>
                    <a:lnTo>
                      <a:pt x="707" y="115"/>
                    </a:lnTo>
                    <a:lnTo>
                      <a:pt x="701" y="102"/>
                    </a:lnTo>
                    <a:lnTo>
                      <a:pt x="695" y="90"/>
                    </a:lnTo>
                    <a:lnTo>
                      <a:pt x="687" y="78"/>
                    </a:lnTo>
                    <a:lnTo>
                      <a:pt x="680" y="67"/>
                    </a:lnTo>
                    <a:lnTo>
                      <a:pt x="671" y="57"/>
                    </a:lnTo>
                    <a:lnTo>
                      <a:pt x="661" y="48"/>
                    </a:lnTo>
                    <a:lnTo>
                      <a:pt x="651" y="40"/>
                    </a:lnTo>
                    <a:lnTo>
                      <a:pt x="641" y="32"/>
                    </a:lnTo>
                    <a:lnTo>
                      <a:pt x="630" y="25"/>
                    </a:lnTo>
                    <a:lnTo>
                      <a:pt x="617" y="19"/>
                    </a:lnTo>
                    <a:lnTo>
                      <a:pt x="605" y="14"/>
                    </a:lnTo>
                    <a:lnTo>
                      <a:pt x="592" y="9"/>
                    </a:lnTo>
                    <a:lnTo>
                      <a:pt x="579" y="6"/>
                    </a:lnTo>
                    <a:lnTo>
                      <a:pt x="564" y="3"/>
                    </a:lnTo>
                    <a:lnTo>
                      <a:pt x="550" y="1"/>
                    </a:lnTo>
                    <a:lnTo>
                      <a:pt x="534" y="0"/>
                    </a:lnTo>
                    <a:lnTo>
                      <a:pt x="519" y="0"/>
                    </a:lnTo>
                    <a:lnTo>
                      <a:pt x="502" y="1"/>
                    </a:lnTo>
                    <a:lnTo>
                      <a:pt x="486" y="2"/>
                    </a:lnTo>
                    <a:lnTo>
                      <a:pt x="469" y="5"/>
                    </a:lnTo>
                    <a:lnTo>
                      <a:pt x="452" y="8"/>
                    </a:lnTo>
                    <a:lnTo>
                      <a:pt x="435" y="13"/>
                    </a:lnTo>
                    <a:lnTo>
                      <a:pt x="417" y="18"/>
                    </a:lnTo>
                    <a:lnTo>
                      <a:pt x="399" y="24"/>
                    </a:lnTo>
                    <a:lnTo>
                      <a:pt x="380" y="31"/>
                    </a:lnTo>
                    <a:lnTo>
                      <a:pt x="361" y="39"/>
                    </a:lnTo>
                    <a:close/>
                    <a:moveTo>
                      <a:pt x="361" y="107"/>
                    </a:moveTo>
                    <a:lnTo>
                      <a:pt x="361" y="107"/>
                    </a:lnTo>
                    <a:lnTo>
                      <a:pt x="376" y="100"/>
                    </a:lnTo>
                    <a:lnTo>
                      <a:pt x="391" y="95"/>
                    </a:lnTo>
                    <a:lnTo>
                      <a:pt x="406" y="90"/>
                    </a:lnTo>
                    <a:lnTo>
                      <a:pt x="420" y="85"/>
                    </a:lnTo>
                    <a:lnTo>
                      <a:pt x="434" y="82"/>
                    </a:lnTo>
                    <a:lnTo>
                      <a:pt x="447" y="79"/>
                    </a:lnTo>
                    <a:lnTo>
                      <a:pt x="461" y="77"/>
                    </a:lnTo>
                    <a:lnTo>
                      <a:pt x="474" y="76"/>
                    </a:lnTo>
                    <a:lnTo>
                      <a:pt x="487" y="75"/>
                    </a:lnTo>
                    <a:lnTo>
                      <a:pt x="500" y="76"/>
                    </a:lnTo>
                    <a:lnTo>
                      <a:pt x="511" y="76"/>
                    </a:lnTo>
                    <a:lnTo>
                      <a:pt x="524" y="78"/>
                    </a:lnTo>
                    <a:lnTo>
                      <a:pt x="535" y="80"/>
                    </a:lnTo>
                    <a:lnTo>
                      <a:pt x="545" y="83"/>
                    </a:lnTo>
                    <a:lnTo>
                      <a:pt x="556" y="87"/>
                    </a:lnTo>
                    <a:lnTo>
                      <a:pt x="566" y="91"/>
                    </a:lnTo>
                    <a:lnTo>
                      <a:pt x="575" y="96"/>
                    </a:lnTo>
                    <a:lnTo>
                      <a:pt x="585" y="101"/>
                    </a:lnTo>
                    <a:lnTo>
                      <a:pt x="594" y="107"/>
                    </a:lnTo>
                    <a:lnTo>
                      <a:pt x="601" y="114"/>
                    </a:lnTo>
                    <a:lnTo>
                      <a:pt x="609" y="121"/>
                    </a:lnTo>
                    <a:lnTo>
                      <a:pt x="616" y="129"/>
                    </a:lnTo>
                    <a:lnTo>
                      <a:pt x="622" y="138"/>
                    </a:lnTo>
                    <a:lnTo>
                      <a:pt x="627" y="147"/>
                    </a:lnTo>
                    <a:lnTo>
                      <a:pt x="632" y="157"/>
                    </a:lnTo>
                    <a:lnTo>
                      <a:pt x="637" y="167"/>
                    </a:lnTo>
                    <a:lnTo>
                      <a:pt x="641" y="178"/>
                    </a:lnTo>
                    <a:lnTo>
                      <a:pt x="645" y="189"/>
                    </a:lnTo>
                    <a:lnTo>
                      <a:pt x="647" y="201"/>
                    </a:lnTo>
                    <a:lnTo>
                      <a:pt x="649" y="214"/>
                    </a:lnTo>
                    <a:lnTo>
                      <a:pt x="650" y="227"/>
                    </a:lnTo>
                    <a:lnTo>
                      <a:pt x="650" y="240"/>
                    </a:lnTo>
                    <a:lnTo>
                      <a:pt x="650" y="254"/>
                    </a:lnTo>
                    <a:lnTo>
                      <a:pt x="649" y="268"/>
                    </a:lnTo>
                    <a:lnTo>
                      <a:pt x="647" y="282"/>
                    </a:lnTo>
                    <a:lnTo>
                      <a:pt x="645" y="297"/>
                    </a:lnTo>
                    <a:lnTo>
                      <a:pt x="637" y="326"/>
                    </a:lnTo>
                    <a:lnTo>
                      <a:pt x="627" y="355"/>
                    </a:lnTo>
                    <a:lnTo>
                      <a:pt x="616" y="383"/>
                    </a:lnTo>
                    <a:lnTo>
                      <a:pt x="601" y="412"/>
                    </a:lnTo>
                    <a:lnTo>
                      <a:pt x="585" y="440"/>
                    </a:lnTo>
                    <a:lnTo>
                      <a:pt x="566" y="468"/>
                    </a:lnTo>
                    <a:lnTo>
                      <a:pt x="545" y="495"/>
                    </a:lnTo>
                    <a:lnTo>
                      <a:pt x="524" y="520"/>
                    </a:lnTo>
                    <a:lnTo>
                      <a:pt x="500" y="545"/>
                    </a:lnTo>
                    <a:lnTo>
                      <a:pt x="474" y="567"/>
                    </a:lnTo>
                    <a:lnTo>
                      <a:pt x="447" y="589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5"/>
                    </a:lnTo>
                    <a:lnTo>
                      <a:pt x="376" y="633"/>
                    </a:lnTo>
                    <a:lnTo>
                      <a:pt x="361" y="640"/>
                    </a:lnTo>
                    <a:lnTo>
                      <a:pt x="347" y="647"/>
                    </a:lnTo>
                    <a:lnTo>
                      <a:pt x="332" y="653"/>
                    </a:lnTo>
                    <a:lnTo>
                      <a:pt x="317" y="658"/>
                    </a:lnTo>
                    <a:lnTo>
                      <a:pt x="304" y="662"/>
                    </a:lnTo>
                    <a:lnTo>
                      <a:pt x="290" y="665"/>
                    </a:lnTo>
                    <a:lnTo>
                      <a:pt x="276" y="668"/>
                    </a:lnTo>
                    <a:lnTo>
                      <a:pt x="262" y="670"/>
                    </a:lnTo>
                    <a:lnTo>
                      <a:pt x="250" y="671"/>
                    </a:lnTo>
                    <a:lnTo>
                      <a:pt x="236" y="672"/>
                    </a:lnTo>
                    <a:lnTo>
                      <a:pt x="224" y="672"/>
                    </a:lnTo>
                    <a:lnTo>
                      <a:pt x="212" y="671"/>
                    </a:lnTo>
                    <a:lnTo>
                      <a:pt x="200" y="669"/>
                    </a:lnTo>
                    <a:lnTo>
                      <a:pt x="189" y="667"/>
                    </a:lnTo>
                    <a:lnTo>
                      <a:pt x="179" y="664"/>
                    </a:lnTo>
                    <a:lnTo>
                      <a:pt x="168" y="661"/>
                    </a:lnTo>
                    <a:lnTo>
                      <a:pt x="158" y="656"/>
                    </a:lnTo>
                    <a:lnTo>
                      <a:pt x="148" y="652"/>
                    </a:lnTo>
                    <a:lnTo>
                      <a:pt x="139" y="646"/>
                    </a:lnTo>
                    <a:lnTo>
                      <a:pt x="130" y="640"/>
                    </a:lnTo>
                    <a:lnTo>
                      <a:pt x="123" y="633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09"/>
                    </a:lnTo>
                    <a:lnTo>
                      <a:pt x="96" y="600"/>
                    </a:lnTo>
                    <a:lnTo>
                      <a:pt x="90" y="591"/>
                    </a:lnTo>
                    <a:lnTo>
                      <a:pt x="86" y="580"/>
                    </a:lnTo>
                    <a:lnTo>
                      <a:pt x="83" y="569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4"/>
                    </a:lnTo>
                    <a:lnTo>
                      <a:pt x="74" y="521"/>
                    </a:lnTo>
                    <a:lnTo>
                      <a:pt x="73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5"/>
                    </a:lnTo>
                    <a:lnTo>
                      <a:pt x="79" y="451"/>
                    </a:lnTo>
                    <a:lnTo>
                      <a:pt x="86" y="422"/>
                    </a:lnTo>
                    <a:lnTo>
                      <a:pt x="96" y="393"/>
                    </a:lnTo>
                    <a:lnTo>
                      <a:pt x="108" y="364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8" y="279"/>
                    </a:lnTo>
                    <a:lnTo>
                      <a:pt x="179" y="253"/>
                    </a:lnTo>
                    <a:lnTo>
                      <a:pt x="200" y="227"/>
                    </a:lnTo>
                    <a:lnTo>
                      <a:pt x="224" y="203"/>
                    </a:lnTo>
                    <a:lnTo>
                      <a:pt x="250" y="180"/>
                    </a:lnTo>
                    <a:lnTo>
                      <a:pt x="276" y="159"/>
                    </a:lnTo>
                    <a:lnTo>
                      <a:pt x="304" y="139"/>
                    </a:lnTo>
                    <a:lnTo>
                      <a:pt x="317" y="130"/>
                    </a:lnTo>
                    <a:lnTo>
                      <a:pt x="332" y="122"/>
                    </a:lnTo>
                    <a:lnTo>
                      <a:pt x="347" y="114"/>
                    </a:lnTo>
                    <a:lnTo>
                      <a:pt x="361" y="10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5" name="Freeform 499">
                <a:extLst>
                  <a:ext uri="{FF2B5EF4-FFF2-40B4-BE49-F238E27FC236}">
                    <a16:creationId xmlns:a16="http://schemas.microsoft.com/office/drawing/2014/main" id="{B663E445-6A01-43B7-B08E-1530A2E958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524500"/>
                <a:ext cx="120650" cy="31750"/>
              </a:xfrm>
              <a:custGeom>
                <a:avLst/>
                <a:gdLst>
                  <a:gd name="T0" fmla="*/ 0 w 382"/>
                  <a:gd name="T1" fmla="*/ 0 h 82"/>
                  <a:gd name="T2" fmla="*/ 81 w 382"/>
                  <a:gd name="T3" fmla="*/ 17 h 82"/>
                  <a:gd name="T4" fmla="*/ 0 w 382"/>
                  <a:gd name="T5" fmla="*/ 0 h 82"/>
                  <a:gd name="T6" fmla="*/ 301 w 382"/>
                  <a:gd name="T7" fmla="*/ 64 h 82"/>
                  <a:gd name="T8" fmla="*/ 382 w 382"/>
                  <a:gd name="T9" fmla="*/ 82 h 82"/>
                  <a:gd name="T10" fmla="*/ 301 w 382"/>
                  <a:gd name="T11" fmla="*/ 6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2" h="82">
                    <a:moveTo>
                      <a:pt x="0" y="0"/>
                    </a:moveTo>
                    <a:lnTo>
                      <a:pt x="81" y="17"/>
                    </a:lnTo>
                    <a:lnTo>
                      <a:pt x="0" y="0"/>
                    </a:lnTo>
                    <a:close/>
                    <a:moveTo>
                      <a:pt x="301" y="64"/>
                    </a:moveTo>
                    <a:lnTo>
                      <a:pt x="382" y="82"/>
                    </a:lnTo>
                    <a:lnTo>
                      <a:pt x="301" y="64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6" name="Freeform 500">
                <a:extLst>
                  <a:ext uri="{FF2B5EF4-FFF2-40B4-BE49-F238E27FC236}">
                    <a16:creationId xmlns:a16="http://schemas.microsoft.com/office/drawing/2014/main" id="{59D6115F-2AC2-4357-BE56-9278D587B9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518150"/>
                <a:ext cx="127000" cy="33338"/>
              </a:xfrm>
              <a:custGeom>
                <a:avLst/>
                <a:gdLst>
                  <a:gd name="T0" fmla="*/ 0 w 400"/>
                  <a:gd name="T1" fmla="*/ 0 h 86"/>
                  <a:gd name="T2" fmla="*/ 75 w 400"/>
                  <a:gd name="T3" fmla="*/ 17 h 86"/>
                  <a:gd name="T4" fmla="*/ 0 w 400"/>
                  <a:gd name="T5" fmla="*/ 0 h 86"/>
                  <a:gd name="T6" fmla="*/ 323 w 400"/>
                  <a:gd name="T7" fmla="*/ 70 h 86"/>
                  <a:gd name="T8" fmla="*/ 400 w 400"/>
                  <a:gd name="T9" fmla="*/ 86 h 86"/>
                  <a:gd name="T10" fmla="*/ 323 w 400"/>
                  <a:gd name="T11" fmla="*/ 7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0" h="86">
                    <a:moveTo>
                      <a:pt x="0" y="0"/>
                    </a:moveTo>
                    <a:lnTo>
                      <a:pt x="75" y="17"/>
                    </a:lnTo>
                    <a:lnTo>
                      <a:pt x="0" y="0"/>
                    </a:lnTo>
                    <a:close/>
                    <a:moveTo>
                      <a:pt x="323" y="70"/>
                    </a:moveTo>
                    <a:lnTo>
                      <a:pt x="400" y="86"/>
                    </a:lnTo>
                    <a:lnTo>
                      <a:pt x="323" y="70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7" name="Freeform 501">
                <a:extLst>
                  <a:ext uri="{FF2B5EF4-FFF2-40B4-BE49-F238E27FC236}">
                    <a16:creationId xmlns:a16="http://schemas.microsoft.com/office/drawing/2014/main" id="{F65BAB8F-B1DF-4AF4-8428-2D5B942E11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6651" y="5511800"/>
                <a:ext cx="133350" cy="36513"/>
              </a:xfrm>
              <a:custGeom>
                <a:avLst/>
                <a:gdLst>
                  <a:gd name="T0" fmla="*/ 0 w 416"/>
                  <a:gd name="T1" fmla="*/ 0 h 89"/>
                  <a:gd name="T2" fmla="*/ 71 w 416"/>
                  <a:gd name="T3" fmla="*/ 15 h 89"/>
                  <a:gd name="T4" fmla="*/ 0 w 416"/>
                  <a:gd name="T5" fmla="*/ 0 h 89"/>
                  <a:gd name="T6" fmla="*/ 344 w 416"/>
                  <a:gd name="T7" fmla="*/ 74 h 89"/>
                  <a:gd name="T8" fmla="*/ 416 w 416"/>
                  <a:gd name="T9" fmla="*/ 89 h 89"/>
                  <a:gd name="T10" fmla="*/ 344 w 416"/>
                  <a:gd name="T11" fmla="*/ 74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6" h="89">
                    <a:moveTo>
                      <a:pt x="0" y="0"/>
                    </a:moveTo>
                    <a:lnTo>
                      <a:pt x="71" y="15"/>
                    </a:lnTo>
                    <a:lnTo>
                      <a:pt x="0" y="0"/>
                    </a:lnTo>
                    <a:close/>
                    <a:moveTo>
                      <a:pt x="344" y="74"/>
                    </a:moveTo>
                    <a:lnTo>
                      <a:pt x="416" y="89"/>
                    </a:lnTo>
                    <a:lnTo>
                      <a:pt x="344" y="74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8" name="Freeform 502">
                <a:extLst>
                  <a:ext uri="{FF2B5EF4-FFF2-40B4-BE49-F238E27FC236}">
                    <a16:creationId xmlns:a16="http://schemas.microsoft.com/office/drawing/2014/main" id="{0F602260-CDAE-48C9-9CD5-B0A903B9F9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6651" y="5507038"/>
                <a:ext cx="138113" cy="36513"/>
              </a:xfrm>
              <a:custGeom>
                <a:avLst/>
                <a:gdLst>
                  <a:gd name="T0" fmla="*/ 0 w 431"/>
                  <a:gd name="T1" fmla="*/ 0 h 92"/>
                  <a:gd name="T2" fmla="*/ 68 w 431"/>
                  <a:gd name="T3" fmla="*/ 15 h 92"/>
                  <a:gd name="T4" fmla="*/ 0 w 431"/>
                  <a:gd name="T5" fmla="*/ 0 h 92"/>
                  <a:gd name="T6" fmla="*/ 362 w 431"/>
                  <a:gd name="T7" fmla="*/ 78 h 92"/>
                  <a:gd name="T8" fmla="*/ 431 w 431"/>
                  <a:gd name="T9" fmla="*/ 92 h 92"/>
                  <a:gd name="T10" fmla="*/ 362 w 431"/>
                  <a:gd name="T11" fmla="*/ 7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1" h="92">
                    <a:moveTo>
                      <a:pt x="0" y="0"/>
                    </a:moveTo>
                    <a:lnTo>
                      <a:pt x="68" y="15"/>
                    </a:lnTo>
                    <a:lnTo>
                      <a:pt x="0" y="0"/>
                    </a:lnTo>
                    <a:close/>
                    <a:moveTo>
                      <a:pt x="362" y="78"/>
                    </a:moveTo>
                    <a:lnTo>
                      <a:pt x="431" y="92"/>
                    </a:lnTo>
                    <a:lnTo>
                      <a:pt x="362" y="78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9" name="Freeform 503">
                <a:extLst>
                  <a:ext uri="{FF2B5EF4-FFF2-40B4-BE49-F238E27FC236}">
                    <a16:creationId xmlns:a16="http://schemas.microsoft.com/office/drawing/2014/main" id="{FAA489DE-E5DA-46E7-BC76-B396A49199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500688"/>
                <a:ext cx="139700" cy="38100"/>
              </a:xfrm>
              <a:custGeom>
                <a:avLst/>
                <a:gdLst>
                  <a:gd name="T0" fmla="*/ 0 w 442"/>
                  <a:gd name="T1" fmla="*/ 0 h 95"/>
                  <a:gd name="T2" fmla="*/ 65 w 442"/>
                  <a:gd name="T3" fmla="*/ 14 h 95"/>
                  <a:gd name="T4" fmla="*/ 0 w 442"/>
                  <a:gd name="T5" fmla="*/ 0 h 95"/>
                  <a:gd name="T6" fmla="*/ 377 w 442"/>
                  <a:gd name="T7" fmla="*/ 81 h 95"/>
                  <a:gd name="T8" fmla="*/ 442 w 442"/>
                  <a:gd name="T9" fmla="*/ 95 h 95"/>
                  <a:gd name="T10" fmla="*/ 377 w 442"/>
                  <a:gd name="T11" fmla="*/ 8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2" h="95">
                    <a:moveTo>
                      <a:pt x="0" y="0"/>
                    </a:moveTo>
                    <a:lnTo>
                      <a:pt x="65" y="14"/>
                    </a:lnTo>
                    <a:lnTo>
                      <a:pt x="0" y="0"/>
                    </a:lnTo>
                    <a:close/>
                    <a:moveTo>
                      <a:pt x="377" y="81"/>
                    </a:moveTo>
                    <a:lnTo>
                      <a:pt x="442" y="95"/>
                    </a:lnTo>
                    <a:lnTo>
                      <a:pt x="377" y="81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0" name="Freeform 504">
                <a:extLst>
                  <a:ext uri="{FF2B5EF4-FFF2-40B4-BE49-F238E27FC236}">
                    <a16:creationId xmlns:a16="http://schemas.microsoft.com/office/drawing/2014/main" id="{2697A3FF-1CDA-452F-9FF5-13E2214F39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495925"/>
                <a:ext cx="144463" cy="38100"/>
              </a:xfrm>
              <a:custGeom>
                <a:avLst/>
                <a:gdLst>
                  <a:gd name="T0" fmla="*/ 0 w 455"/>
                  <a:gd name="T1" fmla="*/ 0 h 97"/>
                  <a:gd name="T2" fmla="*/ 63 w 455"/>
                  <a:gd name="T3" fmla="*/ 13 h 97"/>
                  <a:gd name="T4" fmla="*/ 0 w 455"/>
                  <a:gd name="T5" fmla="*/ 0 h 97"/>
                  <a:gd name="T6" fmla="*/ 391 w 455"/>
                  <a:gd name="T7" fmla="*/ 84 h 97"/>
                  <a:gd name="T8" fmla="*/ 455 w 455"/>
                  <a:gd name="T9" fmla="*/ 97 h 97"/>
                  <a:gd name="T10" fmla="*/ 391 w 455"/>
                  <a:gd name="T11" fmla="*/ 8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5" h="97">
                    <a:moveTo>
                      <a:pt x="0" y="0"/>
                    </a:moveTo>
                    <a:lnTo>
                      <a:pt x="63" y="13"/>
                    </a:lnTo>
                    <a:lnTo>
                      <a:pt x="0" y="0"/>
                    </a:lnTo>
                    <a:close/>
                    <a:moveTo>
                      <a:pt x="391" y="84"/>
                    </a:moveTo>
                    <a:lnTo>
                      <a:pt x="455" y="97"/>
                    </a:lnTo>
                    <a:lnTo>
                      <a:pt x="391" y="84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1" name="Freeform 505">
                <a:extLst>
                  <a:ext uri="{FF2B5EF4-FFF2-40B4-BE49-F238E27FC236}">
                    <a16:creationId xmlns:a16="http://schemas.microsoft.com/office/drawing/2014/main" id="{7C153285-2067-4D15-AA44-4344C477F0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491163"/>
                <a:ext cx="147638" cy="39688"/>
              </a:xfrm>
              <a:custGeom>
                <a:avLst/>
                <a:gdLst>
                  <a:gd name="T0" fmla="*/ 0 w 466"/>
                  <a:gd name="T1" fmla="*/ 0 h 100"/>
                  <a:gd name="T2" fmla="*/ 62 w 466"/>
                  <a:gd name="T3" fmla="*/ 13 h 100"/>
                  <a:gd name="T4" fmla="*/ 0 w 466"/>
                  <a:gd name="T5" fmla="*/ 0 h 100"/>
                  <a:gd name="T6" fmla="*/ 405 w 466"/>
                  <a:gd name="T7" fmla="*/ 87 h 100"/>
                  <a:gd name="T8" fmla="*/ 466 w 466"/>
                  <a:gd name="T9" fmla="*/ 100 h 100"/>
                  <a:gd name="T10" fmla="*/ 405 w 466"/>
                  <a:gd name="T11" fmla="*/ 87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6" h="100">
                    <a:moveTo>
                      <a:pt x="0" y="0"/>
                    </a:moveTo>
                    <a:lnTo>
                      <a:pt x="62" y="13"/>
                    </a:lnTo>
                    <a:lnTo>
                      <a:pt x="0" y="0"/>
                    </a:lnTo>
                    <a:close/>
                    <a:moveTo>
                      <a:pt x="405" y="87"/>
                    </a:moveTo>
                    <a:lnTo>
                      <a:pt x="466" y="100"/>
                    </a:lnTo>
                    <a:lnTo>
                      <a:pt x="405" y="87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2" name="Freeform 506">
                <a:extLst>
                  <a:ext uri="{FF2B5EF4-FFF2-40B4-BE49-F238E27FC236}">
                    <a16:creationId xmlns:a16="http://schemas.microsoft.com/office/drawing/2014/main" id="{6685B7F4-5E8D-468D-818E-93F8C24992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9826" y="5484813"/>
                <a:ext cx="150813" cy="41275"/>
              </a:xfrm>
              <a:custGeom>
                <a:avLst/>
                <a:gdLst>
                  <a:gd name="T0" fmla="*/ 0 w 475"/>
                  <a:gd name="T1" fmla="*/ 0 h 102"/>
                  <a:gd name="T2" fmla="*/ 60 w 475"/>
                  <a:gd name="T3" fmla="*/ 13 h 102"/>
                  <a:gd name="T4" fmla="*/ 0 w 475"/>
                  <a:gd name="T5" fmla="*/ 0 h 102"/>
                  <a:gd name="T6" fmla="*/ 416 w 475"/>
                  <a:gd name="T7" fmla="*/ 90 h 102"/>
                  <a:gd name="T8" fmla="*/ 475 w 475"/>
                  <a:gd name="T9" fmla="*/ 102 h 102"/>
                  <a:gd name="T10" fmla="*/ 416 w 475"/>
                  <a:gd name="T11" fmla="*/ 9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5" h="102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416" y="90"/>
                    </a:moveTo>
                    <a:lnTo>
                      <a:pt x="475" y="102"/>
                    </a:lnTo>
                    <a:lnTo>
                      <a:pt x="416" y="90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3" name="Freeform 507">
                <a:extLst>
                  <a:ext uri="{FF2B5EF4-FFF2-40B4-BE49-F238E27FC236}">
                    <a16:creationId xmlns:a16="http://schemas.microsoft.com/office/drawing/2014/main" id="{748DE272-7214-4CFE-A1F7-2957ED2904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9826" y="5480050"/>
                <a:ext cx="153988" cy="41275"/>
              </a:xfrm>
              <a:custGeom>
                <a:avLst/>
                <a:gdLst>
                  <a:gd name="T0" fmla="*/ 0 w 483"/>
                  <a:gd name="T1" fmla="*/ 0 h 104"/>
                  <a:gd name="T2" fmla="*/ 57 w 483"/>
                  <a:gd name="T3" fmla="*/ 13 h 104"/>
                  <a:gd name="T4" fmla="*/ 0 w 483"/>
                  <a:gd name="T5" fmla="*/ 0 h 104"/>
                  <a:gd name="T6" fmla="*/ 424 w 483"/>
                  <a:gd name="T7" fmla="*/ 91 h 104"/>
                  <a:gd name="T8" fmla="*/ 483 w 483"/>
                  <a:gd name="T9" fmla="*/ 104 h 104"/>
                  <a:gd name="T10" fmla="*/ 424 w 483"/>
                  <a:gd name="T11" fmla="*/ 91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3" h="104">
                    <a:moveTo>
                      <a:pt x="0" y="0"/>
                    </a:moveTo>
                    <a:lnTo>
                      <a:pt x="57" y="13"/>
                    </a:lnTo>
                    <a:lnTo>
                      <a:pt x="0" y="0"/>
                    </a:lnTo>
                    <a:close/>
                    <a:moveTo>
                      <a:pt x="424" y="91"/>
                    </a:moveTo>
                    <a:lnTo>
                      <a:pt x="483" y="104"/>
                    </a:lnTo>
                    <a:lnTo>
                      <a:pt x="424" y="91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4" name="Freeform 508">
                <a:extLst>
                  <a:ext uri="{FF2B5EF4-FFF2-40B4-BE49-F238E27FC236}">
                    <a16:creationId xmlns:a16="http://schemas.microsoft.com/office/drawing/2014/main" id="{A96FB0A2-2142-4780-ABAE-E2F837EC6E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1413" y="5475288"/>
                <a:ext cx="155575" cy="41275"/>
              </a:xfrm>
              <a:custGeom>
                <a:avLst/>
                <a:gdLst>
                  <a:gd name="T0" fmla="*/ 0 w 490"/>
                  <a:gd name="T1" fmla="*/ 0 h 105"/>
                  <a:gd name="T2" fmla="*/ 57 w 490"/>
                  <a:gd name="T3" fmla="*/ 12 h 105"/>
                  <a:gd name="T4" fmla="*/ 0 w 490"/>
                  <a:gd name="T5" fmla="*/ 0 h 105"/>
                  <a:gd name="T6" fmla="*/ 434 w 490"/>
                  <a:gd name="T7" fmla="*/ 93 h 105"/>
                  <a:gd name="T8" fmla="*/ 490 w 490"/>
                  <a:gd name="T9" fmla="*/ 105 h 105"/>
                  <a:gd name="T10" fmla="*/ 434 w 490"/>
                  <a:gd name="T11" fmla="*/ 9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0" h="105">
                    <a:moveTo>
                      <a:pt x="0" y="0"/>
                    </a:moveTo>
                    <a:lnTo>
                      <a:pt x="57" y="12"/>
                    </a:lnTo>
                    <a:lnTo>
                      <a:pt x="0" y="0"/>
                    </a:lnTo>
                    <a:close/>
                    <a:moveTo>
                      <a:pt x="434" y="93"/>
                    </a:moveTo>
                    <a:lnTo>
                      <a:pt x="490" y="105"/>
                    </a:lnTo>
                    <a:lnTo>
                      <a:pt x="434" y="93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5" name="Freeform 509">
                <a:extLst>
                  <a:ext uri="{FF2B5EF4-FFF2-40B4-BE49-F238E27FC236}">
                    <a16:creationId xmlns:a16="http://schemas.microsoft.com/office/drawing/2014/main" id="{76A4CDD8-477A-4992-9BED-23A55E5250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3001" y="5468938"/>
                <a:ext cx="157163" cy="42863"/>
              </a:xfrm>
              <a:custGeom>
                <a:avLst/>
                <a:gdLst>
                  <a:gd name="T0" fmla="*/ 0 w 497"/>
                  <a:gd name="T1" fmla="*/ 0 h 106"/>
                  <a:gd name="T2" fmla="*/ 55 w 497"/>
                  <a:gd name="T3" fmla="*/ 12 h 106"/>
                  <a:gd name="T4" fmla="*/ 0 w 497"/>
                  <a:gd name="T5" fmla="*/ 0 h 106"/>
                  <a:gd name="T6" fmla="*/ 441 w 497"/>
                  <a:gd name="T7" fmla="*/ 94 h 106"/>
                  <a:gd name="T8" fmla="*/ 497 w 497"/>
                  <a:gd name="T9" fmla="*/ 106 h 106"/>
                  <a:gd name="T10" fmla="*/ 441 w 497"/>
                  <a:gd name="T11" fmla="*/ 94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7" h="106">
                    <a:moveTo>
                      <a:pt x="0" y="0"/>
                    </a:moveTo>
                    <a:lnTo>
                      <a:pt x="55" y="12"/>
                    </a:lnTo>
                    <a:lnTo>
                      <a:pt x="0" y="0"/>
                    </a:lnTo>
                    <a:close/>
                    <a:moveTo>
                      <a:pt x="441" y="94"/>
                    </a:moveTo>
                    <a:lnTo>
                      <a:pt x="497" y="106"/>
                    </a:lnTo>
                    <a:lnTo>
                      <a:pt x="441" y="94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6" name="Freeform 510">
                <a:extLst>
                  <a:ext uri="{FF2B5EF4-FFF2-40B4-BE49-F238E27FC236}">
                    <a16:creationId xmlns:a16="http://schemas.microsoft.com/office/drawing/2014/main" id="{44A4AF98-674D-460E-9645-5782AA0FE6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4588" y="5464175"/>
                <a:ext cx="158750" cy="42863"/>
              </a:xfrm>
              <a:custGeom>
                <a:avLst/>
                <a:gdLst>
                  <a:gd name="T0" fmla="*/ 0 w 503"/>
                  <a:gd name="T1" fmla="*/ 0 h 108"/>
                  <a:gd name="T2" fmla="*/ 55 w 503"/>
                  <a:gd name="T3" fmla="*/ 11 h 108"/>
                  <a:gd name="T4" fmla="*/ 0 w 503"/>
                  <a:gd name="T5" fmla="*/ 0 h 108"/>
                  <a:gd name="T6" fmla="*/ 448 w 503"/>
                  <a:gd name="T7" fmla="*/ 96 h 108"/>
                  <a:gd name="T8" fmla="*/ 503 w 503"/>
                  <a:gd name="T9" fmla="*/ 108 h 108"/>
                  <a:gd name="T10" fmla="*/ 448 w 503"/>
                  <a:gd name="T11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3" h="108">
                    <a:moveTo>
                      <a:pt x="0" y="0"/>
                    </a:moveTo>
                    <a:lnTo>
                      <a:pt x="55" y="11"/>
                    </a:lnTo>
                    <a:lnTo>
                      <a:pt x="0" y="0"/>
                    </a:lnTo>
                    <a:close/>
                    <a:moveTo>
                      <a:pt x="448" y="96"/>
                    </a:moveTo>
                    <a:lnTo>
                      <a:pt x="503" y="108"/>
                    </a:lnTo>
                    <a:lnTo>
                      <a:pt x="448" y="96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7" name="Freeform 511">
                <a:extLst>
                  <a:ext uri="{FF2B5EF4-FFF2-40B4-BE49-F238E27FC236}">
                    <a16:creationId xmlns:a16="http://schemas.microsoft.com/office/drawing/2014/main" id="{DAE42251-7930-414E-BBD5-CAC78D3C73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176" y="5459413"/>
                <a:ext cx="160338" cy="42863"/>
              </a:xfrm>
              <a:custGeom>
                <a:avLst/>
                <a:gdLst>
                  <a:gd name="T0" fmla="*/ 0 w 508"/>
                  <a:gd name="T1" fmla="*/ 0 h 109"/>
                  <a:gd name="T2" fmla="*/ 54 w 508"/>
                  <a:gd name="T3" fmla="*/ 11 h 109"/>
                  <a:gd name="T4" fmla="*/ 0 w 508"/>
                  <a:gd name="T5" fmla="*/ 0 h 109"/>
                  <a:gd name="T6" fmla="*/ 453 w 508"/>
                  <a:gd name="T7" fmla="*/ 97 h 109"/>
                  <a:gd name="T8" fmla="*/ 508 w 508"/>
                  <a:gd name="T9" fmla="*/ 109 h 109"/>
                  <a:gd name="T10" fmla="*/ 453 w 508"/>
                  <a:gd name="T11" fmla="*/ 9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8" h="109">
                    <a:moveTo>
                      <a:pt x="0" y="0"/>
                    </a:moveTo>
                    <a:lnTo>
                      <a:pt x="54" y="11"/>
                    </a:lnTo>
                    <a:lnTo>
                      <a:pt x="0" y="0"/>
                    </a:lnTo>
                    <a:close/>
                    <a:moveTo>
                      <a:pt x="453" y="97"/>
                    </a:moveTo>
                    <a:lnTo>
                      <a:pt x="508" y="109"/>
                    </a:lnTo>
                    <a:lnTo>
                      <a:pt x="453" y="97"/>
                    </a:lnTo>
                    <a:close/>
                  </a:path>
                </a:pathLst>
              </a:custGeom>
              <a:solidFill>
                <a:srgbClr val="EFD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8" name="Freeform 512">
                <a:extLst>
                  <a:ext uri="{FF2B5EF4-FFF2-40B4-BE49-F238E27FC236}">
                    <a16:creationId xmlns:a16="http://schemas.microsoft.com/office/drawing/2014/main" id="{EA34F8A4-6F65-4FBA-9D9A-3B0E819EAF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7763" y="5454650"/>
                <a:ext cx="161925" cy="42863"/>
              </a:xfrm>
              <a:custGeom>
                <a:avLst/>
                <a:gdLst>
                  <a:gd name="T0" fmla="*/ 0 w 512"/>
                  <a:gd name="T1" fmla="*/ 0 h 110"/>
                  <a:gd name="T2" fmla="*/ 54 w 512"/>
                  <a:gd name="T3" fmla="*/ 11 h 110"/>
                  <a:gd name="T4" fmla="*/ 0 w 512"/>
                  <a:gd name="T5" fmla="*/ 0 h 110"/>
                  <a:gd name="T6" fmla="*/ 458 w 512"/>
                  <a:gd name="T7" fmla="*/ 98 h 110"/>
                  <a:gd name="T8" fmla="*/ 512 w 512"/>
                  <a:gd name="T9" fmla="*/ 110 h 110"/>
                  <a:gd name="T10" fmla="*/ 458 w 512"/>
                  <a:gd name="T11" fmla="*/ 98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2" h="110">
                    <a:moveTo>
                      <a:pt x="0" y="0"/>
                    </a:moveTo>
                    <a:lnTo>
                      <a:pt x="54" y="11"/>
                    </a:lnTo>
                    <a:lnTo>
                      <a:pt x="0" y="0"/>
                    </a:lnTo>
                    <a:close/>
                    <a:moveTo>
                      <a:pt x="458" y="98"/>
                    </a:moveTo>
                    <a:lnTo>
                      <a:pt x="512" y="110"/>
                    </a:lnTo>
                    <a:lnTo>
                      <a:pt x="458" y="98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9" name="Freeform 513">
                <a:extLst>
                  <a:ext uri="{FF2B5EF4-FFF2-40B4-BE49-F238E27FC236}">
                    <a16:creationId xmlns:a16="http://schemas.microsoft.com/office/drawing/2014/main" id="{380449A1-BE2A-449C-8B96-D99502F627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9351" y="5448300"/>
                <a:ext cx="163513" cy="44450"/>
              </a:xfrm>
              <a:custGeom>
                <a:avLst/>
                <a:gdLst>
                  <a:gd name="T0" fmla="*/ 0 w 516"/>
                  <a:gd name="T1" fmla="*/ 0 h 110"/>
                  <a:gd name="T2" fmla="*/ 54 w 516"/>
                  <a:gd name="T3" fmla="*/ 11 h 110"/>
                  <a:gd name="T4" fmla="*/ 0 w 516"/>
                  <a:gd name="T5" fmla="*/ 0 h 110"/>
                  <a:gd name="T6" fmla="*/ 463 w 516"/>
                  <a:gd name="T7" fmla="*/ 99 h 110"/>
                  <a:gd name="T8" fmla="*/ 516 w 516"/>
                  <a:gd name="T9" fmla="*/ 110 h 110"/>
                  <a:gd name="T10" fmla="*/ 463 w 516"/>
                  <a:gd name="T11" fmla="*/ 9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6" h="110">
                    <a:moveTo>
                      <a:pt x="0" y="0"/>
                    </a:moveTo>
                    <a:lnTo>
                      <a:pt x="54" y="11"/>
                    </a:lnTo>
                    <a:lnTo>
                      <a:pt x="0" y="0"/>
                    </a:lnTo>
                    <a:close/>
                    <a:moveTo>
                      <a:pt x="463" y="99"/>
                    </a:moveTo>
                    <a:lnTo>
                      <a:pt x="516" y="110"/>
                    </a:lnTo>
                    <a:lnTo>
                      <a:pt x="463" y="99"/>
                    </a:lnTo>
                    <a:close/>
                  </a:path>
                </a:pathLst>
              </a:custGeom>
              <a:solidFill>
                <a:srgbClr val="EDD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0" name="Freeform 514">
                <a:extLst>
                  <a:ext uri="{FF2B5EF4-FFF2-40B4-BE49-F238E27FC236}">
                    <a16:creationId xmlns:a16="http://schemas.microsoft.com/office/drawing/2014/main" id="{86B281E0-8AB6-40CC-B11B-F6A3A0A8AC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0938" y="5443538"/>
                <a:ext cx="165100" cy="44450"/>
              </a:xfrm>
              <a:custGeom>
                <a:avLst/>
                <a:gdLst>
                  <a:gd name="T0" fmla="*/ 0 w 519"/>
                  <a:gd name="T1" fmla="*/ 0 h 111"/>
                  <a:gd name="T2" fmla="*/ 54 w 519"/>
                  <a:gd name="T3" fmla="*/ 12 h 111"/>
                  <a:gd name="T4" fmla="*/ 0 w 519"/>
                  <a:gd name="T5" fmla="*/ 0 h 111"/>
                  <a:gd name="T6" fmla="*/ 466 w 519"/>
                  <a:gd name="T7" fmla="*/ 100 h 111"/>
                  <a:gd name="T8" fmla="*/ 519 w 519"/>
                  <a:gd name="T9" fmla="*/ 111 h 111"/>
                  <a:gd name="T10" fmla="*/ 466 w 519"/>
                  <a:gd name="T11" fmla="*/ 10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9" h="111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66" y="100"/>
                    </a:moveTo>
                    <a:lnTo>
                      <a:pt x="519" y="111"/>
                    </a:lnTo>
                    <a:lnTo>
                      <a:pt x="466" y="100"/>
                    </a:lnTo>
                    <a:close/>
                  </a:path>
                </a:pathLst>
              </a:custGeom>
              <a:solidFill>
                <a:srgbClr val="EBDD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1" name="Freeform 515">
                <a:extLst>
                  <a:ext uri="{FF2B5EF4-FFF2-40B4-BE49-F238E27FC236}">
                    <a16:creationId xmlns:a16="http://schemas.microsoft.com/office/drawing/2014/main" id="{C28D8DD4-FE0F-4C93-9453-07A29EABAB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2526" y="5438775"/>
                <a:ext cx="165100" cy="44450"/>
              </a:xfrm>
              <a:custGeom>
                <a:avLst/>
                <a:gdLst>
                  <a:gd name="T0" fmla="*/ 0 w 521"/>
                  <a:gd name="T1" fmla="*/ 0 h 112"/>
                  <a:gd name="T2" fmla="*/ 54 w 521"/>
                  <a:gd name="T3" fmla="*/ 12 h 112"/>
                  <a:gd name="T4" fmla="*/ 0 w 521"/>
                  <a:gd name="T5" fmla="*/ 0 h 112"/>
                  <a:gd name="T6" fmla="*/ 468 w 521"/>
                  <a:gd name="T7" fmla="*/ 101 h 112"/>
                  <a:gd name="T8" fmla="*/ 521 w 521"/>
                  <a:gd name="T9" fmla="*/ 112 h 112"/>
                  <a:gd name="T10" fmla="*/ 468 w 521"/>
                  <a:gd name="T11" fmla="*/ 10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112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68" y="101"/>
                    </a:moveTo>
                    <a:lnTo>
                      <a:pt x="521" y="112"/>
                    </a:lnTo>
                    <a:lnTo>
                      <a:pt x="468" y="101"/>
                    </a:lnTo>
                    <a:close/>
                  </a:path>
                </a:pathLst>
              </a:custGeom>
              <a:solidFill>
                <a:srgbClr val="EAD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2" name="Freeform 516">
                <a:extLst>
                  <a:ext uri="{FF2B5EF4-FFF2-40B4-BE49-F238E27FC236}">
                    <a16:creationId xmlns:a16="http://schemas.microsoft.com/office/drawing/2014/main" id="{27E03F60-2636-4282-9633-A3D0CDD7DB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5701" y="5434013"/>
                <a:ext cx="165100" cy="44450"/>
              </a:xfrm>
              <a:custGeom>
                <a:avLst/>
                <a:gdLst>
                  <a:gd name="T0" fmla="*/ 0 w 521"/>
                  <a:gd name="T1" fmla="*/ 0 h 112"/>
                  <a:gd name="T2" fmla="*/ 52 w 521"/>
                  <a:gd name="T3" fmla="*/ 11 h 112"/>
                  <a:gd name="T4" fmla="*/ 0 w 521"/>
                  <a:gd name="T5" fmla="*/ 0 h 112"/>
                  <a:gd name="T6" fmla="*/ 468 w 521"/>
                  <a:gd name="T7" fmla="*/ 100 h 112"/>
                  <a:gd name="T8" fmla="*/ 521 w 521"/>
                  <a:gd name="T9" fmla="*/ 112 h 112"/>
                  <a:gd name="T10" fmla="*/ 468 w 521"/>
                  <a:gd name="T11" fmla="*/ 10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112">
                    <a:moveTo>
                      <a:pt x="0" y="0"/>
                    </a:moveTo>
                    <a:lnTo>
                      <a:pt x="52" y="11"/>
                    </a:lnTo>
                    <a:lnTo>
                      <a:pt x="0" y="0"/>
                    </a:lnTo>
                    <a:close/>
                    <a:moveTo>
                      <a:pt x="468" y="100"/>
                    </a:moveTo>
                    <a:lnTo>
                      <a:pt x="521" y="112"/>
                    </a:lnTo>
                    <a:lnTo>
                      <a:pt x="468" y="100"/>
                    </a:lnTo>
                    <a:close/>
                  </a:path>
                </a:pathLst>
              </a:custGeom>
              <a:solidFill>
                <a:srgbClr val="E9D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3" name="Freeform 517">
                <a:extLst>
                  <a:ext uri="{FF2B5EF4-FFF2-40B4-BE49-F238E27FC236}">
                    <a16:creationId xmlns:a16="http://schemas.microsoft.com/office/drawing/2014/main" id="{3BFD2BAC-AF93-4FB5-B843-7C6786A6A9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7288" y="5429250"/>
                <a:ext cx="165100" cy="44450"/>
              </a:xfrm>
              <a:custGeom>
                <a:avLst/>
                <a:gdLst>
                  <a:gd name="T0" fmla="*/ 0 w 522"/>
                  <a:gd name="T1" fmla="*/ 0 h 112"/>
                  <a:gd name="T2" fmla="*/ 53 w 522"/>
                  <a:gd name="T3" fmla="*/ 12 h 112"/>
                  <a:gd name="T4" fmla="*/ 0 w 522"/>
                  <a:gd name="T5" fmla="*/ 0 h 112"/>
                  <a:gd name="T6" fmla="*/ 470 w 522"/>
                  <a:gd name="T7" fmla="*/ 101 h 112"/>
                  <a:gd name="T8" fmla="*/ 522 w 522"/>
                  <a:gd name="T9" fmla="*/ 112 h 112"/>
                  <a:gd name="T10" fmla="*/ 470 w 522"/>
                  <a:gd name="T11" fmla="*/ 10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2" h="112">
                    <a:moveTo>
                      <a:pt x="0" y="0"/>
                    </a:moveTo>
                    <a:lnTo>
                      <a:pt x="53" y="12"/>
                    </a:lnTo>
                    <a:lnTo>
                      <a:pt x="0" y="0"/>
                    </a:lnTo>
                    <a:close/>
                    <a:moveTo>
                      <a:pt x="470" y="101"/>
                    </a:moveTo>
                    <a:lnTo>
                      <a:pt x="522" y="112"/>
                    </a:lnTo>
                    <a:lnTo>
                      <a:pt x="470" y="101"/>
                    </a:lnTo>
                    <a:close/>
                  </a:path>
                </a:pathLst>
              </a:custGeom>
              <a:solidFill>
                <a:srgbClr val="E7D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4" name="Freeform 518">
                <a:extLst>
                  <a:ext uri="{FF2B5EF4-FFF2-40B4-BE49-F238E27FC236}">
                    <a16:creationId xmlns:a16="http://schemas.microsoft.com/office/drawing/2014/main" id="{1EDF4E5A-00F6-438A-BD0C-D97EE63918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8876" y="5424488"/>
                <a:ext cx="166688" cy="44450"/>
              </a:xfrm>
              <a:custGeom>
                <a:avLst/>
                <a:gdLst>
                  <a:gd name="T0" fmla="*/ 0 w 521"/>
                  <a:gd name="T1" fmla="*/ 0 h 112"/>
                  <a:gd name="T2" fmla="*/ 52 w 521"/>
                  <a:gd name="T3" fmla="*/ 11 h 112"/>
                  <a:gd name="T4" fmla="*/ 0 w 521"/>
                  <a:gd name="T5" fmla="*/ 0 h 112"/>
                  <a:gd name="T6" fmla="*/ 468 w 521"/>
                  <a:gd name="T7" fmla="*/ 100 h 112"/>
                  <a:gd name="T8" fmla="*/ 521 w 521"/>
                  <a:gd name="T9" fmla="*/ 112 h 112"/>
                  <a:gd name="T10" fmla="*/ 468 w 521"/>
                  <a:gd name="T11" fmla="*/ 10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112">
                    <a:moveTo>
                      <a:pt x="0" y="0"/>
                    </a:moveTo>
                    <a:lnTo>
                      <a:pt x="52" y="11"/>
                    </a:lnTo>
                    <a:lnTo>
                      <a:pt x="0" y="0"/>
                    </a:lnTo>
                    <a:close/>
                    <a:moveTo>
                      <a:pt x="468" y="100"/>
                    </a:moveTo>
                    <a:lnTo>
                      <a:pt x="521" y="112"/>
                    </a:lnTo>
                    <a:lnTo>
                      <a:pt x="468" y="100"/>
                    </a:lnTo>
                    <a:close/>
                  </a:path>
                </a:pathLst>
              </a:custGeom>
              <a:solidFill>
                <a:srgbClr val="E6D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5" name="Freeform 519">
                <a:extLst>
                  <a:ext uri="{FF2B5EF4-FFF2-40B4-BE49-F238E27FC236}">
                    <a16:creationId xmlns:a16="http://schemas.microsoft.com/office/drawing/2014/main" id="{51AB3516-B5BE-40A3-B308-EDDFAA205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2051" y="5419725"/>
                <a:ext cx="165100" cy="42863"/>
              </a:xfrm>
              <a:custGeom>
                <a:avLst/>
                <a:gdLst>
                  <a:gd name="T0" fmla="*/ 0 w 520"/>
                  <a:gd name="T1" fmla="*/ 0 h 111"/>
                  <a:gd name="T2" fmla="*/ 53 w 520"/>
                  <a:gd name="T3" fmla="*/ 11 h 111"/>
                  <a:gd name="T4" fmla="*/ 0 w 520"/>
                  <a:gd name="T5" fmla="*/ 0 h 111"/>
                  <a:gd name="T6" fmla="*/ 466 w 520"/>
                  <a:gd name="T7" fmla="*/ 100 h 111"/>
                  <a:gd name="T8" fmla="*/ 520 w 520"/>
                  <a:gd name="T9" fmla="*/ 111 h 111"/>
                  <a:gd name="T10" fmla="*/ 466 w 520"/>
                  <a:gd name="T11" fmla="*/ 10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0" h="111">
                    <a:moveTo>
                      <a:pt x="0" y="0"/>
                    </a:moveTo>
                    <a:lnTo>
                      <a:pt x="53" y="11"/>
                    </a:lnTo>
                    <a:lnTo>
                      <a:pt x="0" y="0"/>
                    </a:lnTo>
                    <a:close/>
                    <a:moveTo>
                      <a:pt x="466" y="100"/>
                    </a:moveTo>
                    <a:lnTo>
                      <a:pt x="520" y="111"/>
                    </a:lnTo>
                    <a:lnTo>
                      <a:pt x="466" y="100"/>
                    </a:lnTo>
                    <a:close/>
                  </a:path>
                </a:pathLst>
              </a:custGeom>
              <a:solidFill>
                <a:srgbClr val="E5D8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6" name="Freeform 520">
                <a:extLst>
                  <a:ext uri="{FF2B5EF4-FFF2-40B4-BE49-F238E27FC236}">
                    <a16:creationId xmlns:a16="http://schemas.microsoft.com/office/drawing/2014/main" id="{384A2347-4571-4A8F-AD56-4692F3DDC6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5226" y="5413375"/>
                <a:ext cx="163513" cy="44450"/>
              </a:xfrm>
              <a:custGeom>
                <a:avLst/>
                <a:gdLst>
                  <a:gd name="T0" fmla="*/ 0 w 518"/>
                  <a:gd name="T1" fmla="*/ 0 h 112"/>
                  <a:gd name="T2" fmla="*/ 54 w 518"/>
                  <a:gd name="T3" fmla="*/ 12 h 112"/>
                  <a:gd name="T4" fmla="*/ 0 w 518"/>
                  <a:gd name="T5" fmla="*/ 0 h 112"/>
                  <a:gd name="T6" fmla="*/ 465 w 518"/>
                  <a:gd name="T7" fmla="*/ 100 h 112"/>
                  <a:gd name="T8" fmla="*/ 518 w 518"/>
                  <a:gd name="T9" fmla="*/ 112 h 112"/>
                  <a:gd name="T10" fmla="*/ 465 w 518"/>
                  <a:gd name="T11" fmla="*/ 10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" h="112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65" y="100"/>
                    </a:moveTo>
                    <a:lnTo>
                      <a:pt x="518" y="112"/>
                    </a:lnTo>
                    <a:lnTo>
                      <a:pt x="465" y="100"/>
                    </a:lnTo>
                    <a:close/>
                  </a:path>
                </a:pathLst>
              </a:custGeom>
              <a:solidFill>
                <a:srgbClr val="E4D7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7" name="Freeform 521">
                <a:extLst>
                  <a:ext uri="{FF2B5EF4-FFF2-40B4-BE49-F238E27FC236}">
                    <a16:creationId xmlns:a16="http://schemas.microsoft.com/office/drawing/2014/main" id="{02FAED56-1144-46C5-945F-889DFED4A7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6813" y="5408613"/>
                <a:ext cx="163513" cy="44450"/>
              </a:xfrm>
              <a:custGeom>
                <a:avLst/>
                <a:gdLst>
                  <a:gd name="T0" fmla="*/ 0 w 514"/>
                  <a:gd name="T1" fmla="*/ 0 h 111"/>
                  <a:gd name="T2" fmla="*/ 53 w 514"/>
                  <a:gd name="T3" fmla="*/ 12 h 111"/>
                  <a:gd name="T4" fmla="*/ 0 w 514"/>
                  <a:gd name="T5" fmla="*/ 0 h 111"/>
                  <a:gd name="T6" fmla="*/ 462 w 514"/>
                  <a:gd name="T7" fmla="*/ 99 h 111"/>
                  <a:gd name="T8" fmla="*/ 514 w 514"/>
                  <a:gd name="T9" fmla="*/ 111 h 111"/>
                  <a:gd name="T10" fmla="*/ 462 w 514"/>
                  <a:gd name="T11" fmla="*/ 99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4" h="111">
                    <a:moveTo>
                      <a:pt x="0" y="0"/>
                    </a:moveTo>
                    <a:lnTo>
                      <a:pt x="53" y="12"/>
                    </a:lnTo>
                    <a:lnTo>
                      <a:pt x="0" y="0"/>
                    </a:lnTo>
                    <a:close/>
                    <a:moveTo>
                      <a:pt x="462" y="99"/>
                    </a:moveTo>
                    <a:lnTo>
                      <a:pt x="514" y="111"/>
                    </a:lnTo>
                    <a:lnTo>
                      <a:pt x="462" y="99"/>
                    </a:lnTo>
                    <a:close/>
                  </a:path>
                </a:pathLst>
              </a:custGeom>
              <a:solidFill>
                <a:srgbClr val="E2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8" name="Freeform 522">
                <a:extLst>
                  <a:ext uri="{FF2B5EF4-FFF2-40B4-BE49-F238E27FC236}">
                    <a16:creationId xmlns:a16="http://schemas.microsoft.com/office/drawing/2014/main" id="{6AE01807-8C5B-4143-B2E8-F0FF8D302E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9988" y="5403850"/>
                <a:ext cx="163513" cy="44450"/>
              </a:xfrm>
              <a:custGeom>
                <a:avLst/>
                <a:gdLst>
                  <a:gd name="T0" fmla="*/ 0 w 513"/>
                  <a:gd name="T1" fmla="*/ 0 h 110"/>
                  <a:gd name="T2" fmla="*/ 54 w 513"/>
                  <a:gd name="T3" fmla="*/ 12 h 110"/>
                  <a:gd name="T4" fmla="*/ 0 w 513"/>
                  <a:gd name="T5" fmla="*/ 0 h 110"/>
                  <a:gd name="T6" fmla="*/ 459 w 513"/>
                  <a:gd name="T7" fmla="*/ 98 h 110"/>
                  <a:gd name="T8" fmla="*/ 513 w 513"/>
                  <a:gd name="T9" fmla="*/ 110 h 110"/>
                  <a:gd name="T10" fmla="*/ 459 w 513"/>
                  <a:gd name="T11" fmla="*/ 98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3" h="110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59" y="98"/>
                    </a:moveTo>
                    <a:lnTo>
                      <a:pt x="513" y="110"/>
                    </a:lnTo>
                    <a:lnTo>
                      <a:pt x="459" y="98"/>
                    </a:lnTo>
                    <a:close/>
                  </a:path>
                </a:pathLst>
              </a:custGeom>
              <a:solidFill>
                <a:srgbClr val="E1D5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9" name="Freeform 523">
                <a:extLst>
                  <a:ext uri="{FF2B5EF4-FFF2-40B4-BE49-F238E27FC236}">
                    <a16:creationId xmlns:a16="http://schemas.microsoft.com/office/drawing/2014/main" id="{E2201055-078F-4DA8-ACBF-25A5846078A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163" y="5399088"/>
                <a:ext cx="161925" cy="44450"/>
              </a:xfrm>
              <a:custGeom>
                <a:avLst/>
                <a:gdLst>
                  <a:gd name="T0" fmla="*/ 0 w 508"/>
                  <a:gd name="T1" fmla="*/ 0 h 109"/>
                  <a:gd name="T2" fmla="*/ 54 w 508"/>
                  <a:gd name="T3" fmla="*/ 12 h 109"/>
                  <a:gd name="T4" fmla="*/ 0 w 508"/>
                  <a:gd name="T5" fmla="*/ 0 h 109"/>
                  <a:gd name="T6" fmla="*/ 453 w 508"/>
                  <a:gd name="T7" fmla="*/ 97 h 109"/>
                  <a:gd name="T8" fmla="*/ 508 w 508"/>
                  <a:gd name="T9" fmla="*/ 109 h 109"/>
                  <a:gd name="T10" fmla="*/ 453 w 508"/>
                  <a:gd name="T11" fmla="*/ 9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8" h="109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53" y="97"/>
                    </a:moveTo>
                    <a:lnTo>
                      <a:pt x="508" y="109"/>
                    </a:lnTo>
                    <a:lnTo>
                      <a:pt x="453" y="97"/>
                    </a:lnTo>
                    <a:close/>
                  </a:path>
                </a:pathLst>
              </a:custGeom>
              <a:solidFill>
                <a:srgbClr val="E0D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0" name="Freeform 524">
                <a:extLst>
                  <a:ext uri="{FF2B5EF4-FFF2-40B4-BE49-F238E27FC236}">
                    <a16:creationId xmlns:a16="http://schemas.microsoft.com/office/drawing/2014/main" id="{D31713F8-BB48-483A-A77C-2E7053D50C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6338" y="5394325"/>
                <a:ext cx="160338" cy="42863"/>
              </a:xfrm>
              <a:custGeom>
                <a:avLst/>
                <a:gdLst>
                  <a:gd name="T0" fmla="*/ 0 w 504"/>
                  <a:gd name="T1" fmla="*/ 0 h 108"/>
                  <a:gd name="T2" fmla="*/ 56 w 504"/>
                  <a:gd name="T3" fmla="*/ 12 h 108"/>
                  <a:gd name="T4" fmla="*/ 0 w 504"/>
                  <a:gd name="T5" fmla="*/ 0 h 108"/>
                  <a:gd name="T6" fmla="*/ 449 w 504"/>
                  <a:gd name="T7" fmla="*/ 96 h 108"/>
                  <a:gd name="T8" fmla="*/ 504 w 504"/>
                  <a:gd name="T9" fmla="*/ 108 h 108"/>
                  <a:gd name="T10" fmla="*/ 449 w 504"/>
                  <a:gd name="T11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4" h="108">
                    <a:moveTo>
                      <a:pt x="0" y="0"/>
                    </a:moveTo>
                    <a:lnTo>
                      <a:pt x="56" y="12"/>
                    </a:lnTo>
                    <a:lnTo>
                      <a:pt x="0" y="0"/>
                    </a:lnTo>
                    <a:close/>
                    <a:moveTo>
                      <a:pt x="449" y="96"/>
                    </a:moveTo>
                    <a:lnTo>
                      <a:pt x="504" y="108"/>
                    </a:lnTo>
                    <a:lnTo>
                      <a:pt x="449" y="96"/>
                    </a:lnTo>
                    <a:close/>
                  </a:path>
                </a:pathLst>
              </a:custGeom>
              <a:solidFill>
                <a:srgbClr val="DED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1" name="Freeform 525">
                <a:extLst>
                  <a:ext uri="{FF2B5EF4-FFF2-40B4-BE49-F238E27FC236}">
                    <a16:creationId xmlns:a16="http://schemas.microsoft.com/office/drawing/2014/main" id="{D6AECF5B-6B0B-4614-8A29-913870AA37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9513" y="5389563"/>
                <a:ext cx="157163" cy="42863"/>
              </a:xfrm>
              <a:custGeom>
                <a:avLst/>
                <a:gdLst>
                  <a:gd name="T0" fmla="*/ 0 w 496"/>
                  <a:gd name="T1" fmla="*/ 0 h 107"/>
                  <a:gd name="T2" fmla="*/ 55 w 496"/>
                  <a:gd name="T3" fmla="*/ 12 h 107"/>
                  <a:gd name="T4" fmla="*/ 0 w 496"/>
                  <a:gd name="T5" fmla="*/ 0 h 107"/>
                  <a:gd name="T6" fmla="*/ 440 w 496"/>
                  <a:gd name="T7" fmla="*/ 95 h 107"/>
                  <a:gd name="T8" fmla="*/ 496 w 496"/>
                  <a:gd name="T9" fmla="*/ 107 h 107"/>
                  <a:gd name="T10" fmla="*/ 440 w 496"/>
                  <a:gd name="T11" fmla="*/ 9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6" h="107">
                    <a:moveTo>
                      <a:pt x="0" y="0"/>
                    </a:moveTo>
                    <a:lnTo>
                      <a:pt x="55" y="12"/>
                    </a:lnTo>
                    <a:lnTo>
                      <a:pt x="0" y="0"/>
                    </a:lnTo>
                    <a:close/>
                    <a:moveTo>
                      <a:pt x="440" y="95"/>
                    </a:moveTo>
                    <a:lnTo>
                      <a:pt x="496" y="107"/>
                    </a:lnTo>
                    <a:lnTo>
                      <a:pt x="440" y="95"/>
                    </a:lnTo>
                    <a:close/>
                  </a:path>
                </a:pathLst>
              </a:custGeom>
              <a:solidFill>
                <a:srgbClr val="DDD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2" name="Freeform 526">
                <a:extLst>
                  <a:ext uri="{FF2B5EF4-FFF2-40B4-BE49-F238E27FC236}">
                    <a16:creationId xmlns:a16="http://schemas.microsoft.com/office/drawing/2014/main" id="{F68429EB-6EF0-46D9-8FC9-31B552EE28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82688" y="5386388"/>
                <a:ext cx="155575" cy="41275"/>
              </a:xfrm>
              <a:custGeom>
                <a:avLst/>
                <a:gdLst>
                  <a:gd name="T0" fmla="*/ 0 w 490"/>
                  <a:gd name="T1" fmla="*/ 0 h 105"/>
                  <a:gd name="T2" fmla="*/ 58 w 490"/>
                  <a:gd name="T3" fmla="*/ 12 h 105"/>
                  <a:gd name="T4" fmla="*/ 0 w 490"/>
                  <a:gd name="T5" fmla="*/ 0 h 105"/>
                  <a:gd name="T6" fmla="*/ 434 w 490"/>
                  <a:gd name="T7" fmla="*/ 92 h 105"/>
                  <a:gd name="T8" fmla="*/ 490 w 490"/>
                  <a:gd name="T9" fmla="*/ 105 h 105"/>
                  <a:gd name="T10" fmla="*/ 434 w 490"/>
                  <a:gd name="T11" fmla="*/ 9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0" h="105">
                    <a:moveTo>
                      <a:pt x="0" y="0"/>
                    </a:moveTo>
                    <a:lnTo>
                      <a:pt x="58" y="12"/>
                    </a:lnTo>
                    <a:lnTo>
                      <a:pt x="0" y="0"/>
                    </a:lnTo>
                    <a:close/>
                    <a:moveTo>
                      <a:pt x="434" y="92"/>
                    </a:moveTo>
                    <a:lnTo>
                      <a:pt x="490" y="105"/>
                    </a:lnTo>
                    <a:lnTo>
                      <a:pt x="434" y="92"/>
                    </a:lnTo>
                    <a:close/>
                  </a:path>
                </a:pathLst>
              </a:custGeom>
              <a:solidFill>
                <a:srgbClr val="DC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3" name="Freeform 527">
                <a:extLst>
                  <a:ext uri="{FF2B5EF4-FFF2-40B4-BE49-F238E27FC236}">
                    <a16:creationId xmlns:a16="http://schemas.microsoft.com/office/drawing/2014/main" id="{75EB2023-D195-4DE5-B83B-8CF44B7DF1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85863" y="5381625"/>
                <a:ext cx="153988" cy="39688"/>
              </a:xfrm>
              <a:custGeom>
                <a:avLst/>
                <a:gdLst>
                  <a:gd name="T0" fmla="*/ 0 w 483"/>
                  <a:gd name="T1" fmla="*/ 0 h 103"/>
                  <a:gd name="T2" fmla="*/ 58 w 483"/>
                  <a:gd name="T3" fmla="*/ 12 h 103"/>
                  <a:gd name="T4" fmla="*/ 0 w 483"/>
                  <a:gd name="T5" fmla="*/ 0 h 103"/>
                  <a:gd name="T6" fmla="*/ 424 w 483"/>
                  <a:gd name="T7" fmla="*/ 91 h 103"/>
                  <a:gd name="T8" fmla="*/ 483 w 483"/>
                  <a:gd name="T9" fmla="*/ 103 h 103"/>
                  <a:gd name="T10" fmla="*/ 424 w 483"/>
                  <a:gd name="T11" fmla="*/ 9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3" h="103">
                    <a:moveTo>
                      <a:pt x="0" y="0"/>
                    </a:moveTo>
                    <a:lnTo>
                      <a:pt x="58" y="12"/>
                    </a:lnTo>
                    <a:lnTo>
                      <a:pt x="0" y="0"/>
                    </a:lnTo>
                    <a:close/>
                    <a:moveTo>
                      <a:pt x="424" y="91"/>
                    </a:moveTo>
                    <a:lnTo>
                      <a:pt x="483" y="103"/>
                    </a:lnTo>
                    <a:lnTo>
                      <a:pt x="424" y="91"/>
                    </a:lnTo>
                    <a:close/>
                  </a:path>
                </a:pathLst>
              </a:custGeom>
              <a:solidFill>
                <a:srgbClr val="DAD0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4" name="Freeform 528">
                <a:extLst>
                  <a:ext uri="{FF2B5EF4-FFF2-40B4-BE49-F238E27FC236}">
                    <a16:creationId xmlns:a16="http://schemas.microsoft.com/office/drawing/2014/main" id="{6687A684-7F0B-4E08-800D-5B5127F254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0626" y="5376863"/>
                <a:ext cx="149225" cy="39688"/>
              </a:xfrm>
              <a:custGeom>
                <a:avLst/>
                <a:gdLst>
                  <a:gd name="T0" fmla="*/ 0 w 473"/>
                  <a:gd name="T1" fmla="*/ 0 h 102"/>
                  <a:gd name="T2" fmla="*/ 60 w 473"/>
                  <a:gd name="T3" fmla="*/ 13 h 102"/>
                  <a:gd name="T4" fmla="*/ 0 w 473"/>
                  <a:gd name="T5" fmla="*/ 0 h 102"/>
                  <a:gd name="T6" fmla="*/ 413 w 473"/>
                  <a:gd name="T7" fmla="*/ 89 h 102"/>
                  <a:gd name="T8" fmla="*/ 473 w 473"/>
                  <a:gd name="T9" fmla="*/ 102 h 102"/>
                  <a:gd name="T10" fmla="*/ 413 w 473"/>
                  <a:gd name="T11" fmla="*/ 8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3" h="102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413" y="89"/>
                    </a:moveTo>
                    <a:lnTo>
                      <a:pt x="473" y="102"/>
                    </a:lnTo>
                    <a:lnTo>
                      <a:pt x="413" y="89"/>
                    </a:lnTo>
                    <a:close/>
                  </a:path>
                </a:pathLst>
              </a:custGeom>
              <a:solidFill>
                <a:srgbClr val="D9CF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5" name="Freeform 529">
                <a:extLst>
                  <a:ext uri="{FF2B5EF4-FFF2-40B4-BE49-F238E27FC236}">
                    <a16:creationId xmlns:a16="http://schemas.microsoft.com/office/drawing/2014/main" id="{4A8455BD-3E53-48CA-9B0A-64AA2EC0CD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3801" y="5372100"/>
                <a:ext cx="147638" cy="39688"/>
              </a:xfrm>
              <a:custGeom>
                <a:avLst/>
                <a:gdLst>
                  <a:gd name="T0" fmla="*/ 0 w 464"/>
                  <a:gd name="T1" fmla="*/ 0 h 100"/>
                  <a:gd name="T2" fmla="*/ 61 w 464"/>
                  <a:gd name="T3" fmla="*/ 13 h 100"/>
                  <a:gd name="T4" fmla="*/ 0 w 464"/>
                  <a:gd name="T5" fmla="*/ 0 h 100"/>
                  <a:gd name="T6" fmla="*/ 403 w 464"/>
                  <a:gd name="T7" fmla="*/ 86 h 100"/>
                  <a:gd name="T8" fmla="*/ 464 w 464"/>
                  <a:gd name="T9" fmla="*/ 100 h 100"/>
                  <a:gd name="T10" fmla="*/ 403 w 464"/>
                  <a:gd name="T11" fmla="*/ 8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4" h="100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403" y="86"/>
                    </a:moveTo>
                    <a:lnTo>
                      <a:pt x="464" y="100"/>
                    </a:lnTo>
                    <a:lnTo>
                      <a:pt x="403" y="86"/>
                    </a:lnTo>
                    <a:close/>
                  </a:path>
                </a:pathLst>
              </a:custGeom>
              <a:solidFill>
                <a:srgbClr val="D8C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6" name="Freeform 530">
                <a:extLst>
                  <a:ext uri="{FF2B5EF4-FFF2-40B4-BE49-F238E27FC236}">
                    <a16:creationId xmlns:a16="http://schemas.microsoft.com/office/drawing/2014/main" id="{83A59629-5E95-4485-8B88-8EF09A4471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8563" y="5367338"/>
                <a:ext cx="142875" cy="38100"/>
              </a:xfrm>
              <a:custGeom>
                <a:avLst/>
                <a:gdLst>
                  <a:gd name="T0" fmla="*/ 0 w 453"/>
                  <a:gd name="T1" fmla="*/ 0 h 97"/>
                  <a:gd name="T2" fmla="*/ 62 w 453"/>
                  <a:gd name="T3" fmla="*/ 13 h 97"/>
                  <a:gd name="T4" fmla="*/ 0 w 453"/>
                  <a:gd name="T5" fmla="*/ 0 h 97"/>
                  <a:gd name="T6" fmla="*/ 390 w 453"/>
                  <a:gd name="T7" fmla="*/ 83 h 97"/>
                  <a:gd name="T8" fmla="*/ 453 w 453"/>
                  <a:gd name="T9" fmla="*/ 97 h 97"/>
                  <a:gd name="T10" fmla="*/ 390 w 453"/>
                  <a:gd name="T11" fmla="*/ 8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3" h="97">
                    <a:moveTo>
                      <a:pt x="0" y="0"/>
                    </a:moveTo>
                    <a:lnTo>
                      <a:pt x="62" y="13"/>
                    </a:lnTo>
                    <a:lnTo>
                      <a:pt x="0" y="0"/>
                    </a:lnTo>
                    <a:close/>
                    <a:moveTo>
                      <a:pt x="390" y="83"/>
                    </a:moveTo>
                    <a:lnTo>
                      <a:pt x="453" y="97"/>
                    </a:lnTo>
                    <a:lnTo>
                      <a:pt x="390" y="83"/>
                    </a:lnTo>
                    <a:close/>
                  </a:path>
                </a:pathLst>
              </a:custGeom>
              <a:solidFill>
                <a:srgbClr val="D7CD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7" name="Freeform 531">
                <a:extLst>
                  <a:ext uri="{FF2B5EF4-FFF2-40B4-BE49-F238E27FC236}">
                    <a16:creationId xmlns:a16="http://schemas.microsoft.com/office/drawing/2014/main" id="{FE63E582-7DEC-4062-AC13-37317C5D0E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01738" y="5362575"/>
                <a:ext cx="139700" cy="38100"/>
              </a:xfrm>
              <a:custGeom>
                <a:avLst/>
                <a:gdLst>
                  <a:gd name="T0" fmla="*/ 0 w 442"/>
                  <a:gd name="T1" fmla="*/ 0 h 94"/>
                  <a:gd name="T2" fmla="*/ 66 w 442"/>
                  <a:gd name="T3" fmla="*/ 14 h 94"/>
                  <a:gd name="T4" fmla="*/ 0 w 442"/>
                  <a:gd name="T5" fmla="*/ 0 h 94"/>
                  <a:gd name="T6" fmla="*/ 376 w 442"/>
                  <a:gd name="T7" fmla="*/ 80 h 94"/>
                  <a:gd name="T8" fmla="*/ 442 w 442"/>
                  <a:gd name="T9" fmla="*/ 94 h 94"/>
                  <a:gd name="T10" fmla="*/ 376 w 442"/>
                  <a:gd name="T11" fmla="*/ 8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2" h="94">
                    <a:moveTo>
                      <a:pt x="0" y="0"/>
                    </a:moveTo>
                    <a:lnTo>
                      <a:pt x="66" y="14"/>
                    </a:lnTo>
                    <a:lnTo>
                      <a:pt x="0" y="0"/>
                    </a:lnTo>
                    <a:close/>
                    <a:moveTo>
                      <a:pt x="376" y="80"/>
                    </a:moveTo>
                    <a:lnTo>
                      <a:pt x="442" y="94"/>
                    </a:lnTo>
                    <a:lnTo>
                      <a:pt x="376" y="80"/>
                    </a:lnTo>
                    <a:close/>
                  </a:path>
                </a:pathLst>
              </a:custGeom>
              <a:solidFill>
                <a:srgbClr val="D5CC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8" name="Freeform 532">
                <a:extLst>
                  <a:ext uri="{FF2B5EF4-FFF2-40B4-BE49-F238E27FC236}">
                    <a16:creationId xmlns:a16="http://schemas.microsoft.com/office/drawing/2014/main" id="{91F5264A-BCB6-4652-A9D7-A0B3C50AE9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06501" y="5357813"/>
                <a:ext cx="134938" cy="36513"/>
              </a:xfrm>
              <a:custGeom>
                <a:avLst/>
                <a:gdLst>
                  <a:gd name="T0" fmla="*/ 0 w 428"/>
                  <a:gd name="T1" fmla="*/ 0 h 92"/>
                  <a:gd name="T2" fmla="*/ 69 w 428"/>
                  <a:gd name="T3" fmla="*/ 15 h 92"/>
                  <a:gd name="T4" fmla="*/ 0 w 428"/>
                  <a:gd name="T5" fmla="*/ 0 h 92"/>
                  <a:gd name="T6" fmla="*/ 360 w 428"/>
                  <a:gd name="T7" fmla="*/ 78 h 92"/>
                  <a:gd name="T8" fmla="*/ 428 w 428"/>
                  <a:gd name="T9" fmla="*/ 92 h 92"/>
                  <a:gd name="T10" fmla="*/ 360 w 428"/>
                  <a:gd name="T11" fmla="*/ 7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8" h="92">
                    <a:moveTo>
                      <a:pt x="0" y="0"/>
                    </a:moveTo>
                    <a:lnTo>
                      <a:pt x="69" y="15"/>
                    </a:lnTo>
                    <a:lnTo>
                      <a:pt x="0" y="0"/>
                    </a:lnTo>
                    <a:close/>
                    <a:moveTo>
                      <a:pt x="360" y="78"/>
                    </a:moveTo>
                    <a:lnTo>
                      <a:pt x="428" y="92"/>
                    </a:lnTo>
                    <a:lnTo>
                      <a:pt x="360" y="78"/>
                    </a:lnTo>
                    <a:close/>
                  </a:path>
                </a:pathLst>
              </a:custGeom>
              <a:solidFill>
                <a:srgbClr val="D4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9" name="Freeform 533">
                <a:extLst>
                  <a:ext uri="{FF2B5EF4-FFF2-40B4-BE49-F238E27FC236}">
                    <a16:creationId xmlns:a16="http://schemas.microsoft.com/office/drawing/2014/main" id="{31051FD7-BC41-4853-B4DA-6798F37E5B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11263" y="5354638"/>
                <a:ext cx="130175" cy="34925"/>
              </a:xfrm>
              <a:custGeom>
                <a:avLst/>
                <a:gdLst>
                  <a:gd name="T0" fmla="*/ 0 w 413"/>
                  <a:gd name="T1" fmla="*/ 0 h 88"/>
                  <a:gd name="T2" fmla="*/ 72 w 413"/>
                  <a:gd name="T3" fmla="*/ 15 h 88"/>
                  <a:gd name="T4" fmla="*/ 0 w 413"/>
                  <a:gd name="T5" fmla="*/ 0 h 88"/>
                  <a:gd name="T6" fmla="*/ 342 w 413"/>
                  <a:gd name="T7" fmla="*/ 73 h 88"/>
                  <a:gd name="T8" fmla="*/ 413 w 413"/>
                  <a:gd name="T9" fmla="*/ 88 h 88"/>
                  <a:gd name="T10" fmla="*/ 342 w 413"/>
                  <a:gd name="T11" fmla="*/ 7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3" h="88">
                    <a:moveTo>
                      <a:pt x="0" y="0"/>
                    </a:moveTo>
                    <a:lnTo>
                      <a:pt x="72" y="15"/>
                    </a:lnTo>
                    <a:lnTo>
                      <a:pt x="0" y="0"/>
                    </a:lnTo>
                    <a:close/>
                    <a:moveTo>
                      <a:pt x="342" y="73"/>
                    </a:moveTo>
                    <a:lnTo>
                      <a:pt x="413" y="88"/>
                    </a:lnTo>
                    <a:lnTo>
                      <a:pt x="342" y="73"/>
                    </a:lnTo>
                    <a:close/>
                  </a:path>
                </a:pathLst>
              </a:custGeom>
              <a:solidFill>
                <a:srgbClr val="D3CA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0" name="Freeform 534">
                <a:extLst>
                  <a:ext uri="{FF2B5EF4-FFF2-40B4-BE49-F238E27FC236}">
                    <a16:creationId xmlns:a16="http://schemas.microsoft.com/office/drawing/2014/main" id="{6670CEEF-B88F-4BBA-8872-7410165266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16026" y="5349875"/>
                <a:ext cx="125413" cy="33338"/>
              </a:xfrm>
              <a:custGeom>
                <a:avLst/>
                <a:gdLst>
                  <a:gd name="T0" fmla="*/ 0 w 398"/>
                  <a:gd name="T1" fmla="*/ 0 h 85"/>
                  <a:gd name="T2" fmla="*/ 77 w 398"/>
                  <a:gd name="T3" fmla="*/ 16 h 85"/>
                  <a:gd name="T4" fmla="*/ 0 w 398"/>
                  <a:gd name="T5" fmla="*/ 0 h 85"/>
                  <a:gd name="T6" fmla="*/ 321 w 398"/>
                  <a:gd name="T7" fmla="*/ 69 h 85"/>
                  <a:gd name="T8" fmla="*/ 398 w 398"/>
                  <a:gd name="T9" fmla="*/ 85 h 85"/>
                  <a:gd name="T10" fmla="*/ 321 w 398"/>
                  <a:gd name="T11" fmla="*/ 6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8" h="85">
                    <a:moveTo>
                      <a:pt x="0" y="0"/>
                    </a:moveTo>
                    <a:lnTo>
                      <a:pt x="77" y="16"/>
                    </a:lnTo>
                    <a:lnTo>
                      <a:pt x="0" y="0"/>
                    </a:lnTo>
                    <a:close/>
                    <a:moveTo>
                      <a:pt x="321" y="69"/>
                    </a:moveTo>
                    <a:lnTo>
                      <a:pt x="398" y="85"/>
                    </a:lnTo>
                    <a:lnTo>
                      <a:pt x="321" y="69"/>
                    </a:lnTo>
                    <a:close/>
                  </a:path>
                </a:pathLst>
              </a:custGeom>
              <a:solidFill>
                <a:srgbClr val="D1C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1" name="Freeform 535">
                <a:extLst>
                  <a:ext uri="{FF2B5EF4-FFF2-40B4-BE49-F238E27FC236}">
                    <a16:creationId xmlns:a16="http://schemas.microsoft.com/office/drawing/2014/main" id="{317D1803-37CD-402F-A4B3-EA9C04E272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0788" y="5345113"/>
                <a:ext cx="120650" cy="33338"/>
              </a:xfrm>
              <a:custGeom>
                <a:avLst/>
                <a:gdLst>
                  <a:gd name="T0" fmla="*/ 0 w 381"/>
                  <a:gd name="T1" fmla="*/ 0 h 82"/>
                  <a:gd name="T2" fmla="*/ 83 w 381"/>
                  <a:gd name="T3" fmla="*/ 18 h 82"/>
                  <a:gd name="T4" fmla="*/ 0 w 381"/>
                  <a:gd name="T5" fmla="*/ 0 h 82"/>
                  <a:gd name="T6" fmla="*/ 298 w 381"/>
                  <a:gd name="T7" fmla="*/ 64 h 82"/>
                  <a:gd name="T8" fmla="*/ 381 w 381"/>
                  <a:gd name="T9" fmla="*/ 82 h 82"/>
                  <a:gd name="T10" fmla="*/ 298 w 381"/>
                  <a:gd name="T11" fmla="*/ 6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1" h="82">
                    <a:moveTo>
                      <a:pt x="0" y="0"/>
                    </a:moveTo>
                    <a:lnTo>
                      <a:pt x="83" y="18"/>
                    </a:lnTo>
                    <a:lnTo>
                      <a:pt x="0" y="0"/>
                    </a:lnTo>
                    <a:close/>
                    <a:moveTo>
                      <a:pt x="298" y="64"/>
                    </a:moveTo>
                    <a:lnTo>
                      <a:pt x="381" y="82"/>
                    </a:lnTo>
                    <a:lnTo>
                      <a:pt x="298" y="64"/>
                    </a:lnTo>
                    <a:close/>
                  </a:path>
                </a:pathLst>
              </a:custGeom>
              <a:solidFill>
                <a:srgbClr val="D0C8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2" name="Freeform 536">
                <a:extLst>
                  <a:ext uri="{FF2B5EF4-FFF2-40B4-BE49-F238E27FC236}">
                    <a16:creationId xmlns:a16="http://schemas.microsoft.com/office/drawing/2014/main" id="{726353DF-6997-4978-85D7-87B2D75457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5551" y="5341938"/>
                <a:ext cx="115888" cy="30163"/>
              </a:xfrm>
              <a:custGeom>
                <a:avLst/>
                <a:gdLst>
                  <a:gd name="T0" fmla="*/ 0 w 363"/>
                  <a:gd name="T1" fmla="*/ 0 h 77"/>
                  <a:gd name="T2" fmla="*/ 93 w 363"/>
                  <a:gd name="T3" fmla="*/ 19 h 77"/>
                  <a:gd name="T4" fmla="*/ 0 w 363"/>
                  <a:gd name="T5" fmla="*/ 0 h 77"/>
                  <a:gd name="T6" fmla="*/ 270 w 363"/>
                  <a:gd name="T7" fmla="*/ 58 h 77"/>
                  <a:gd name="T8" fmla="*/ 363 w 363"/>
                  <a:gd name="T9" fmla="*/ 77 h 77"/>
                  <a:gd name="T10" fmla="*/ 270 w 363"/>
                  <a:gd name="T11" fmla="*/ 5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3" h="77">
                    <a:moveTo>
                      <a:pt x="0" y="0"/>
                    </a:moveTo>
                    <a:lnTo>
                      <a:pt x="93" y="19"/>
                    </a:lnTo>
                    <a:lnTo>
                      <a:pt x="0" y="0"/>
                    </a:lnTo>
                    <a:close/>
                    <a:moveTo>
                      <a:pt x="270" y="58"/>
                    </a:moveTo>
                    <a:lnTo>
                      <a:pt x="363" y="77"/>
                    </a:lnTo>
                    <a:lnTo>
                      <a:pt x="270" y="58"/>
                    </a:lnTo>
                    <a:close/>
                  </a:path>
                </a:pathLst>
              </a:custGeom>
              <a:solidFill>
                <a:srgbClr val="CFC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3" name="Freeform 537">
                <a:extLst>
                  <a:ext uri="{FF2B5EF4-FFF2-40B4-BE49-F238E27FC236}">
                    <a16:creationId xmlns:a16="http://schemas.microsoft.com/office/drawing/2014/main" id="{22425C8F-C335-43D3-96E4-311070D4B4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31901" y="5337175"/>
                <a:ext cx="107950" cy="30163"/>
              </a:xfrm>
              <a:custGeom>
                <a:avLst/>
                <a:gdLst>
                  <a:gd name="T0" fmla="*/ 0 w 340"/>
                  <a:gd name="T1" fmla="*/ 0 h 73"/>
                  <a:gd name="T2" fmla="*/ 105 w 340"/>
                  <a:gd name="T3" fmla="*/ 22 h 73"/>
                  <a:gd name="T4" fmla="*/ 0 w 340"/>
                  <a:gd name="T5" fmla="*/ 0 h 73"/>
                  <a:gd name="T6" fmla="*/ 234 w 340"/>
                  <a:gd name="T7" fmla="*/ 50 h 73"/>
                  <a:gd name="T8" fmla="*/ 340 w 340"/>
                  <a:gd name="T9" fmla="*/ 73 h 73"/>
                  <a:gd name="T10" fmla="*/ 234 w 340"/>
                  <a:gd name="T11" fmla="*/ 5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0" h="73">
                    <a:moveTo>
                      <a:pt x="0" y="0"/>
                    </a:moveTo>
                    <a:lnTo>
                      <a:pt x="105" y="22"/>
                    </a:lnTo>
                    <a:lnTo>
                      <a:pt x="0" y="0"/>
                    </a:lnTo>
                    <a:close/>
                    <a:moveTo>
                      <a:pt x="234" y="50"/>
                    </a:moveTo>
                    <a:lnTo>
                      <a:pt x="340" y="73"/>
                    </a:lnTo>
                    <a:lnTo>
                      <a:pt x="234" y="50"/>
                    </a:lnTo>
                    <a:close/>
                  </a:path>
                </a:pathLst>
              </a:custGeom>
              <a:solidFill>
                <a:srgbClr val="CDC7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4" name="Freeform 538">
                <a:extLst>
                  <a:ext uri="{FF2B5EF4-FFF2-40B4-BE49-F238E27FC236}">
                    <a16:creationId xmlns:a16="http://schemas.microsoft.com/office/drawing/2014/main" id="{897DE471-D3A9-490A-A4F5-166FB49EA3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38251" y="5334000"/>
                <a:ext cx="100013" cy="26988"/>
              </a:xfrm>
              <a:custGeom>
                <a:avLst/>
                <a:gdLst>
                  <a:gd name="T0" fmla="*/ 0 w 315"/>
                  <a:gd name="T1" fmla="*/ 0 h 67"/>
                  <a:gd name="T2" fmla="*/ 146 w 315"/>
                  <a:gd name="T3" fmla="*/ 31 h 67"/>
                  <a:gd name="T4" fmla="*/ 0 w 315"/>
                  <a:gd name="T5" fmla="*/ 0 h 67"/>
                  <a:gd name="T6" fmla="*/ 166 w 315"/>
                  <a:gd name="T7" fmla="*/ 36 h 67"/>
                  <a:gd name="T8" fmla="*/ 315 w 315"/>
                  <a:gd name="T9" fmla="*/ 67 h 67"/>
                  <a:gd name="T10" fmla="*/ 166 w 315"/>
                  <a:gd name="T11" fmla="*/ 3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5" h="67">
                    <a:moveTo>
                      <a:pt x="0" y="0"/>
                    </a:moveTo>
                    <a:lnTo>
                      <a:pt x="146" y="31"/>
                    </a:lnTo>
                    <a:lnTo>
                      <a:pt x="0" y="0"/>
                    </a:lnTo>
                    <a:close/>
                    <a:moveTo>
                      <a:pt x="166" y="36"/>
                    </a:moveTo>
                    <a:lnTo>
                      <a:pt x="315" y="67"/>
                    </a:lnTo>
                    <a:lnTo>
                      <a:pt x="166" y="36"/>
                    </a:lnTo>
                    <a:close/>
                  </a:path>
                </a:pathLst>
              </a:custGeom>
              <a:solidFill>
                <a:srgbClr val="CCC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5" name="Freeform 539">
                <a:extLst>
                  <a:ext uri="{FF2B5EF4-FFF2-40B4-BE49-F238E27FC236}">
                    <a16:creationId xmlns:a16="http://schemas.microsoft.com/office/drawing/2014/main" id="{971B0563-2B66-4343-9470-B98269E26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601" y="5329238"/>
                <a:ext cx="92075" cy="25400"/>
              </a:xfrm>
              <a:custGeom>
                <a:avLst/>
                <a:gdLst>
                  <a:gd name="T0" fmla="*/ 0 w 288"/>
                  <a:gd name="T1" fmla="*/ 0 h 62"/>
                  <a:gd name="T2" fmla="*/ 288 w 288"/>
                  <a:gd name="T3" fmla="*/ 62 h 62"/>
                  <a:gd name="T4" fmla="*/ 0 w 288"/>
                  <a:gd name="T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62">
                    <a:moveTo>
                      <a:pt x="0" y="0"/>
                    </a:moveTo>
                    <a:lnTo>
                      <a:pt x="288" y="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C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6" name="Freeform 540">
                <a:extLst>
                  <a:ext uri="{FF2B5EF4-FFF2-40B4-BE49-F238E27FC236}">
                    <a16:creationId xmlns:a16="http://schemas.microsoft.com/office/drawing/2014/main" id="{70CB9327-B396-4E65-885C-6E6595BD1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538" y="5326063"/>
                <a:ext cx="80963" cy="22225"/>
              </a:xfrm>
              <a:custGeom>
                <a:avLst/>
                <a:gdLst>
                  <a:gd name="T0" fmla="*/ 0 w 255"/>
                  <a:gd name="T1" fmla="*/ 0 h 55"/>
                  <a:gd name="T2" fmla="*/ 255 w 255"/>
                  <a:gd name="T3" fmla="*/ 55 h 55"/>
                  <a:gd name="T4" fmla="*/ 0 w 255"/>
                  <a:gd name="T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5" h="55">
                    <a:moveTo>
                      <a:pt x="0" y="0"/>
                    </a:moveTo>
                    <a:lnTo>
                      <a:pt x="255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C4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7" name="Freeform 541">
                <a:extLst>
                  <a:ext uri="{FF2B5EF4-FFF2-40B4-BE49-F238E27FC236}">
                    <a16:creationId xmlns:a16="http://schemas.microsoft.com/office/drawing/2014/main" id="{F583BD0B-352F-45A4-9818-08E02127F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0476" y="5322888"/>
                <a:ext cx="68263" cy="19050"/>
              </a:xfrm>
              <a:custGeom>
                <a:avLst/>
                <a:gdLst>
                  <a:gd name="T0" fmla="*/ 0 w 215"/>
                  <a:gd name="T1" fmla="*/ 0 h 46"/>
                  <a:gd name="T2" fmla="*/ 215 w 215"/>
                  <a:gd name="T3" fmla="*/ 46 h 46"/>
                  <a:gd name="T4" fmla="*/ 0 w 215"/>
                  <a:gd name="T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" h="46">
                    <a:moveTo>
                      <a:pt x="0" y="0"/>
                    </a:moveTo>
                    <a:lnTo>
                      <a:pt x="215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8" name="Freeform 542">
                <a:extLst>
                  <a:ext uri="{FF2B5EF4-FFF2-40B4-BE49-F238E27FC236}">
                    <a16:creationId xmlns:a16="http://schemas.microsoft.com/office/drawing/2014/main" id="{57E27684-DE8B-4FF9-9842-4FCFD09CF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588" y="5319713"/>
                <a:ext cx="52388" cy="14288"/>
              </a:xfrm>
              <a:custGeom>
                <a:avLst/>
                <a:gdLst>
                  <a:gd name="T0" fmla="*/ 0 w 166"/>
                  <a:gd name="T1" fmla="*/ 0 h 36"/>
                  <a:gd name="T2" fmla="*/ 166 w 166"/>
                  <a:gd name="T3" fmla="*/ 36 h 36"/>
                  <a:gd name="T4" fmla="*/ 0 w 166"/>
                  <a:gd name="T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6" h="36">
                    <a:moveTo>
                      <a:pt x="0" y="0"/>
                    </a:moveTo>
                    <a:lnTo>
                      <a:pt x="166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7C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9" name="Freeform 543">
                <a:extLst>
                  <a:ext uri="{FF2B5EF4-FFF2-40B4-BE49-F238E27FC236}">
                    <a16:creationId xmlns:a16="http://schemas.microsoft.com/office/drawing/2014/main" id="{D5D17181-3662-4C94-9018-3B9140004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5876" y="5318125"/>
                <a:ext cx="26988" cy="7938"/>
              </a:xfrm>
              <a:custGeom>
                <a:avLst/>
                <a:gdLst>
                  <a:gd name="T0" fmla="*/ 0 w 86"/>
                  <a:gd name="T1" fmla="*/ 0 h 19"/>
                  <a:gd name="T2" fmla="*/ 86 w 86"/>
                  <a:gd name="T3" fmla="*/ 19 h 19"/>
                  <a:gd name="T4" fmla="*/ 0 w 86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6" h="19">
                    <a:moveTo>
                      <a:pt x="0" y="0"/>
                    </a:moveTo>
                    <a:lnTo>
                      <a:pt x="86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6C1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0" name="Freeform 544">
                <a:extLst>
                  <a:ext uri="{FF2B5EF4-FFF2-40B4-BE49-F238E27FC236}">
                    <a16:creationId xmlns:a16="http://schemas.microsoft.com/office/drawing/2014/main" id="{F438FE7B-D17F-461E-A7A2-1679C091D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863" y="5037138"/>
                <a:ext cx="257175" cy="196850"/>
              </a:xfrm>
              <a:custGeom>
                <a:avLst/>
                <a:gdLst>
                  <a:gd name="T0" fmla="*/ 60 w 808"/>
                  <a:gd name="T1" fmla="*/ 489 h 494"/>
                  <a:gd name="T2" fmla="*/ 54 w 808"/>
                  <a:gd name="T3" fmla="*/ 492 h 494"/>
                  <a:gd name="T4" fmla="*/ 46 w 808"/>
                  <a:gd name="T5" fmla="*/ 494 h 494"/>
                  <a:gd name="T6" fmla="*/ 40 w 808"/>
                  <a:gd name="T7" fmla="*/ 494 h 494"/>
                  <a:gd name="T8" fmla="*/ 33 w 808"/>
                  <a:gd name="T9" fmla="*/ 494 h 494"/>
                  <a:gd name="T10" fmla="*/ 25 w 808"/>
                  <a:gd name="T11" fmla="*/ 493 h 494"/>
                  <a:gd name="T12" fmla="*/ 19 w 808"/>
                  <a:gd name="T13" fmla="*/ 490 h 494"/>
                  <a:gd name="T14" fmla="*/ 13 w 808"/>
                  <a:gd name="T15" fmla="*/ 487 h 494"/>
                  <a:gd name="T16" fmla="*/ 8 w 808"/>
                  <a:gd name="T17" fmla="*/ 482 h 494"/>
                  <a:gd name="T18" fmla="*/ 4 w 808"/>
                  <a:gd name="T19" fmla="*/ 477 h 494"/>
                  <a:gd name="T20" fmla="*/ 1 w 808"/>
                  <a:gd name="T21" fmla="*/ 472 h 494"/>
                  <a:gd name="T22" fmla="*/ 0 w 808"/>
                  <a:gd name="T23" fmla="*/ 466 h 494"/>
                  <a:gd name="T24" fmla="*/ 1 w 808"/>
                  <a:gd name="T25" fmla="*/ 460 h 494"/>
                  <a:gd name="T26" fmla="*/ 3 w 808"/>
                  <a:gd name="T27" fmla="*/ 455 h 494"/>
                  <a:gd name="T28" fmla="*/ 6 w 808"/>
                  <a:gd name="T29" fmla="*/ 450 h 494"/>
                  <a:gd name="T30" fmla="*/ 10 w 808"/>
                  <a:gd name="T31" fmla="*/ 445 h 494"/>
                  <a:gd name="T32" fmla="*/ 15 w 808"/>
                  <a:gd name="T33" fmla="*/ 441 h 494"/>
                  <a:gd name="T34" fmla="*/ 750 w 808"/>
                  <a:gd name="T35" fmla="*/ 6 h 494"/>
                  <a:gd name="T36" fmla="*/ 756 w 808"/>
                  <a:gd name="T37" fmla="*/ 3 h 494"/>
                  <a:gd name="T38" fmla="*/ 762 w 808"/>
                  <a:gd name="T39" fmla="*/ 1 h 494"/>
                  <a:gd name="T40" fmla="*/ 770 w 808"/>
                  <a:gd name="T41" fmla="*/ 0 h 494"/>
                  <a:gd name="T42" fmla="*/ 777 w 808"/>
                  <a:gd name="T43" fmla="*/ 0 h 494"/>
                  <a:gd name="T44" fmla="*/ 783 w 808"/>
                  <a:gd name="T45" fmla="*/ 2 h 494"/>
                  <a:gd name="T46" fmla="*/ 791 w 808"/>
                  <a:gd name="T47" fmla="*/ 4 h 494"/>
                  <a:gd name="T48" fmla="*/ 796 w 808"/>
                  <a:gd name="T49" fmla="*/ 7 h 494"/>
                  <a:gd name="T50" fmla="*/ 801 w 808"/>
                  <a:gd name="T51" fmla="*/ 12 h 494"/>
                  <a:gd name="T52" fmla="*/ 805 w 808"/>
                  <a:gd name="T53" fmla="*/ 17 h 494"/>
                  <a:gd name="T54" fmla="*/ 807 w 808"/>
                  <a:gd name="T55" fmla="*/ 23 h 494"/>
                  <a:gd name="T56" fmla="*/ 808 w 808"/>
                  <a:gd name="T57" fmla="*/ 28 h 494"/>
                  <a:gd name="T58" fmla="*/ 808 w 808"/>
                  <a:gd name="T59" fmla="*/ 34 h 494"/>
                  <a:gd name="T60" fmla="*/ 807 w 808"/>
                  <a:gd name="T61" fmla="*/ 40 h 494"/>
                  <a:gd name="T62" fmla="*/ 803 w 808"/>
                  <a:gd name="T63" fmla="*/ 45 h 494"/>
                  <a:gd name="T64" fmla="*/ 800 w 808"/>
                  <a:gd name="T65" fmla="*/ 50 h 494"/>
                  <a:gd name="T66" fmla="*/ 793 w 808"/>
                  <a:gd name="T67" fmla="*/ 54 h 494"/>
                  <a:gd name="T68" fmla="*/ 60 w 808"/>
                  <a:gd name="T69" fmla="*/ 48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08" h="494">
                    <a:moveTo>
                      <a:pt x="60" y="489"/>
                    </a:moveTo>
                    <a:lnTo>
                      <a:pt x="54" y="492"/>
                    </a:lnTo>
                    <a:lnTo>
                      <a:pt x="46" y="494"/>
                    </a:lnTo>
                    <a:lnTo>
                      <a:pt x="40" y="494"/>
                    </a:lnTo>
                    <a:lnTo>
                      <a:pt x="33" y="494"/>
                    </a:lnTo>
                    <a:lnTo>
                      <a:pt x="25" y="493"/>
                    </a:lnTo>
                    <a:lnTo>
                      <a:pt x="19" y="490"/>
                    </a:lnTo>
                    <a:lnTo>
                      <a:pt x="13" y="487"/>
                    </a:lnTo>
                    <a:lnTo>
                      <a:pt x="8" y="482"/>
                    </a:lnTo>
                    <a:lnTo>
                      <a:pt x="4" y="477"/>
                    </a:lnTo>
                    <a:lnTo>
                      <a:pt x="1" y="472"/>
                    </a:lnTo>
                    <a:lnTo>
                      <a:pt x="0" y="466"/>
                    </a:lnTo>
                    <a:lnTo>
                      <a:pt x="1" y="460"/>
                    </a:lnTo>
                    <a:lnTo>
                      <a:pt x="3" y="455"/>
                    </a:lnTo>
                    <a:lnTo>
                      <a:pt x="6" y="450"/>
                    </a:lnTo>
                    <a:lnTo>
                      <a:pt x="10" y="445"/>
                    </a:lnTo>
                    <a:lnTo>
                      <a:pt x="15" y="441"/>
                    </a:lnTo>
                    <a:lnTo>
                      <a:pt x="750" y="6"/>
                    </a:lnTo>
                    <a:lnTo>
                      <a:pt x="756" y="3"/>
                    </a:lnTo>
                    <a:lnTo>
                      <a:pt x="762" y="1"/>
                    </a:lnTo>
                    <a:lnTo>
                      <a:pt x="770" y="0"/>
                    </a:lnTo>
                    <a:lnTo>
                      <a:pt x="777" y="0"/>
                    </a:lnTo>
                    <a:lnTo>
                      <a:pt x="783" y="2"/>
                    </a:lnTo>
                    <a:lnTo>
                      <a:pt x="791" y="4"/>
                    </a:lnTo>
                    <a:lnTo>
                      <a:pt x="796" y="7"/>
                    </a:lnTo>
                    <a:lnTo>
                      <a:pt x="801" y="12"/>
                    </a:lnTo>
                    <a:lnTo>
                      <a:pt x="805" y="17"/>
                    </a:lnTo>
                    <a:lnTo>
                      <a:pt x="807" y="23"/>
                    </a:lnTo>
                    <a:lnTo>
                      <a:pt x="808" y="28"/>
                    </a:lnTo>
                    <a:lnTo>
                      <a:pt x="808" y="34"/>
                    </a:lnTo>
                    <a:lnTo>
                      <a:pt x="807" y="40"/>
                    </a:lnTo>
                    <a:lnTo>
                      <a:pt x="803" y="45"/>
                    </a:lnTo>
                    <a:lnTo>
                      <a:pt x="800" y="50"/>
                    </a:lnTo>
                    <a:lnTo>
                      <a:pt x="793" y="54"/>
                    </a:lnTo>
                    <a:lnTo>
                      <a:pt x="60" y="4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1" name="Freeform 545">
                <a:extLst>
                  <a:ext uri="{FF2B5EF4-FFF2-40B4-BE49-F238E27FC236}">
                    <a16:creationId xmlns:a16="http://schemas.microsoft.com/office/drawing/2014/main" id="{5E2CB995-3E57-4190-8C81-E53C3F867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1" y="5148263"/>
                <a:ext cx="119063" cy="266700"/>
              </a:xfrm>
              <a:custGeom>
                <a:avLst/>
                <a:gdLst>
                  <a:gd name="T0" fmla="*/ 2 w 379"/>
                  <a:gd name="T1" fmla="*/ 41 h 673"/>
                  <a:gd name="T2" fmla="*/ 0 w 379"/>
                  <a:gd name="T3" fmla="*/ 35 h 673"/>
                  <a:gd name="T4" fmla="*/ 0 w 379"/>
                  <a:gd name="T5" fmla="*/ 29 h 673"/>
                  <a:gd name="T6" fmla="*/ 0 w 379"/>
                  <a:gd name="T7" fmla="*/ 24 h 673"/>
                  <a:gd name="T8" fmla="*/ 2 w 379"/>
                  <a:gd name="T9" fmla="*/ 18 h 673"/>
                  <a:gd name="T10" fmla="*/ 6 w 379"/>
                  <a:gd name="T11" fmla="*/ 13 h 673"/>
                  <a:gd name="T12" fmla="*/ 11 w 379"/>
                  <a:gd name="T13" fmla="*/ 9 h 673"/>
                  <a:gd name="T14" fmla="*/ 16 w 379"/>
                  <a:gd name="T15" fmla="*/ 5 h 673"/>
                  <a:gd name="T16" fmla="*/ 23 w 379"/>
                  <a:gd name="T17" fmla="*/ 2 h 673"/>
                  <a:gd name="T18" fmla="*/ 30 w 379"/>
                  <a:gd name="T19" fmla="*/ 1 h 673"/>
                  <a:gd name="T20" fmla="*/ 37 w 379"/>
                  <a:gd name="T21" fmla="*/ 0 h 673"/>
                  <a:gd name="T22" fmla="*/ 45 w 379"/>
                  <a:gd name="T23" fmla="*/ 1 h 673"/>
                  <a:gd name="T24" fmla="*/ 51 w 379"/>
                  <a:gd name="T25" fmla="*/ 3 h 673"/>
                  <a:gd name="T26" fmla="*/ 57 w 379"/>
                  <a:gd name="T27" fmla="*/ 6 h 673"/>
                  <a:gd name="T28" fmla="*/ 63 w 379"/>
                  <a:gd name="T29" fmla="*/ 9 h 673"/>
                  <a:gd name="T30" fmla="*/ 67 w 379"/>
                  <a:gd name="T31" fmla="*/ 14 h 673"/>
                  <a:gd name="T32" fmla="*/ 71 w 379"/>
                  <a:gd name="T33" fmla="*/ 19 h 673"/>
                  <a:gd name="T34" fmla="*/ 377 w 379"/>
                  <a:gd name="T35" fmla="*/ 633 h 673"/>
                  <a:gd name="T36" fmla="*/ 378 w 379"/>
                  <a:gd name="T37" fmla="*/ 639 h 673"/>
                  <a:gd name="T38" fmla="*/ 379 w 379"/>
                  <a:gd name="T39" fmla="*/ 644 h 673"/>
                  <a:gd name="T40" fmla="*/ 378 w 379"/>
                  <a:gd name="T41" fmla="*/ 650 h 673"/>
                  <a:gd name="T42" fmla="*/ 376 w 379"/>
                  <a:gd name="T43" fmla="*/ 656 h 673"/>
                  <a:gd name="T44" fmla="*/ 373 w 379"/>
                  <a:gd name="T45" fmla="*/ 661 h 673"/>
                  <a:gd name="T46" fmla="*/ 368 w 379"/>
                  <a:gd name="T47" fmla="*/ 665 h 673"/>
                  <a:gd name="T48" fmla="*/ 362 w 379"/>
                  <a:gd name="T49" fmla="*/ 669 h 673"/>
                  <a:gd name="T50" fmla="*/ 356 w 379"/>
                  <a:gd name="T51" fmla="*/ 671 h 673"/>
                  <a:gd name="T52" fmla="*/ 348 w 379"/>
                  <a:gd name="T53" fmla="*/ 673 h 673"/>
                  <a:gd name="T54" fmla="*/ 341 w 379"/>
                  <a:gd name="T55" fmla="*/ 673 h 673"/>
                  <a:gd name="T56" fmla="*/ 334 w 379"/>
                  <a:gd name="T57" fmla="*/ 673 h 673"/>
                  <a:gd name="T58" fmla="*/ 327 w 379"/>
                  <a:gd name="T59" fmla="*/ 671 h 673"/>
                  <a:gd name="T60" fmla="*/ 321 w 379"/>
                  <a:gd name="T61" fmla="*/ 668 h 673"/>
                  <a:gd name="T62" fmla="*/ 316 w 379"/>
                  <a:gd name="T63" fmla="*/ 665 h 673"/>
                  <a:gd name="T64" fmla="*/ 311 w 379"/>
                  <a:gd name="T65" fmla="*/ 660 h 673"/>
                  <a:gd name="T66" fmla="*/ 307 w 379"/>
                  <a:gd name="T67" fmla="*/ 655 h 673"/>
                  <a:gd name="T68" fmla="*/ 2 w 379"/>
                  <a:gd name="T69" fmla="*/ 41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79" h="673">
                    <a:moveTo>
                      <a:pt x="2" y="41"/>
                    </a:moveTo>
                    <a:lnTo>
                      <a:pt x="0" y="35"/>
                    </a:lnTo>
                    <a:lnTo>
                      <a:pt x="0" y="29"/>
                    </a:lnTo>
                    <a:lnTo>
                      <a:pt x="0" y="24"/>
                    </a:lnTo>
                    <a:lnTo>
                      <a:pt x="2" y="18"/>
                    </a:lnTo>
                    <a:lnTo>
                      <a:pt x="6" y="13"/>
                    </a:lnTo>
                    <a:lnTo>
                      <a:pt x="11" y="9"/>
                    </a:lnTo>
                    <a:lnTo>
                      <a:pt x="16" y="5"/>
                    </a:lnTo>
                    <a:lnTo>
                      <a:pt x="23" y="2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45" y="1"/>
                    </a:lnTo>
                    <a:lnTo>
                      <a:pt x="51" y="3"/>
                    </a:lnTo>
                    <a:lnTo>
                      <a:pt x="57" y="6"/>
                    </a:lnTo>
                    <a:lnTo>
                      <a:pt x="63" y="9"/>
                    </a:lnTo>
                    <a:lnTo>
                      <a:pt x="67" y="14"/>
                    </a:lnTo>
                    <a:lnTo>
                      <a:pt x="71" y="19"/>
                    </a:lnTo>
                    <a:lnTo>
                      <a:pt x="377" y="633"/>
                    </a:lnTo>
                    <a:lnTo>
                      <a:pt x="378" y="639"/>
                    </a:lnTo>
                    <a:lnTo>
                      <a:pt x="379" y="644"/>
                    </a:lnTo>
                    <a:lnTo>
                      <a:pt x="378" y="650"/>
                    </a:lnTo>
                    <a:lnTo>
                      <a:pt x="376" y="656"/>
                    </a:lnTo>
                    <a:lnTo>
                      <a:pt x="373" y="661"/>
                    </a:lnTo>
                    <a:lnTo>
                      <a:pt x="368" y="665"/>
                    </a:lnTo>
                    <a:lnTo>
                      <a:pt x="362" y="669"/>
                    </a:lnTo>
                    <a:lnTo>
                      <a:pt x="356" y="671"/>
                    </a:lnTo>
                    <a:lnTo>
                      <a:pt x="348" y="673"/>
                    </a:lnTo>
                    <a:lnTo>
                      <a:pt x="341" y="673"/>
                    </a:lnTo>
                    <a:lnTo>
                      <a:pt x="334" y="673"/>
                    </a:lnTo>
                    <a:lnTo>
                      <a:pt x="327" y="671"/>
                    </a:lnTo>
                    <a:lnTo>
                      <a:pt x="321" y="668"/>
                    </a:lnTo>
                    <a:lnTo>
                      <a:pt x="316" y="665"/>
                    </a:lnTo>
                    <a:lnTo>
                      <a:pt x="311" y="660"/>
                    </a:lnTo>
                    <a:lnTo>
                      <a:pt x="307" y="655"/>
                    </a:lnTo>
                    <a:lnTo>
                      <a:pt x="2" y="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2" name="Freeform 546">
                <a:extLst>
                  <a:ext uri="{FF2B5EF4-FFF2-40B4-BE49-F238E27FC236}">
                    <a16:creationId xmlns:a16="http://schemas.microsoft.com/office/drawing/2014/main" id="{CA1CE949-637B-4D45-94D6-A4FF9936C2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3476" y="5305425"/>
                <a:ext cx="228600" cy="296863"/>
              </a:xfrm>
              <a:custGeom>
                <a:avLst/>
                <a:gdLst>
                  <a:gd name="T0" fmla="*/ 306 w 723"/>
                  <a:gd name="T1" fmla="*/ 69 h 748"/>
                  <a:gd name="T2" fmla="*/ 237 w 723"/>
                  <a:gd name="T3" fmla="*/ 117 h 748"/>
                  <a:gd name="T4" fmla="*/ 174 w 723"/>
                  <a:gd name="T5" fmla="*/ 175 h 748"/>
                  <a:gd name="T6" fmla="*/ 119 w 723"/>
                  <a:gd name="T7" fmla="*/ 239 h 748"/>
                  <a:gd name="T8" fmla="*/ 73 w 723"/>
                  <a:gd name="T9" fmla="*/ 308 h 748"/>
                  <a:gd name="T10" fmla="*/ 36 w 723"/>
                  <a:gd name="T11" fmla="*/ 380 h 748"/>
                  <a:gd name="T12" fmla="*/ 11 w 723"/>
                  <a:gd name="T13" fmla="*/ 452 h 748"/>
                  <a:gd name="T14" fmla="*/ 0 w 723"/>
                  <a:gd name="T15" fmla="*/ 524 h 748"/>
                  <a:gd name="T16" fmla="*/ 4 w 723"/>
                  <a:gd name="T17" fmla="*/ 590 h 748"/>
                  <a:gd name="T18" fmla="*/ 23 w 723"/>
                  <a:gd name="T19" fmla="*/ 646 h 748"/>
                  <a:gd name="T20" fmla="*/ 53 w 723"/>
                  <a:gd name="T21" fmla="*/ 690 h 748"/>
                  <a:gd name="T22" fmla="*/ 94 w 723"/>
                  <a:gd name="T23" fmla="*/ 722 h 748"/>
                  <a:gd name="T24" fmla="*/ 145 w 723"/>
                  <a:gd name="T25" fmla="*/ 742 h 748"/>
                  <a:gd name="T26" fmla="*/ 205 w 723"/>
                  <a:gd name="T27" fmla="*/ 748 h 748"/>
                  <a:gd name="T28" fmla="*/ 271 w 723"/>
                  <a:gd name="T29" fmla="*/ 739 h 748"/>
                  <a:gd name="T30" fmla="*/ 344 w 723"/>
                  <a:gd name="T31" fmla="*/ 716 h 748"/>
                  <a:gd name="T32" fmla="*/ 417 w 723"/>
                  <a:gd name="T33" fmla="*/ 679 h 748"/>
                  <a:gd name="T34" fmla="*/ 486 w 723"/>
                  <a:gd name="T35" fmla="*/ 630 h 748"/>
                  <a:gd name="T36" fmla="*/ 550 w 723"/>
                  <a:gd name="T37" fmla="*/ 573 h 748"/>
                  <a:gd name="T38" fmla="*/ 605 w 723"/>
                  <a:gd name="T39" fmla="*/ 509 h 748"/>
                  <a:gd name="T40" fmla="*/ 651 w 723"/>
                  <a:gd name="T41" fmla="*/ 440 h 748"/>
                  <a:gd name="T42" fmla="*/ 687 w 723"/>
                  <a:gd name="T43" fmla="*/ 368 h 748"/>
                  <a:gd name="T44" fmla="*/ 712 w 723"/>
                  <a:gd name="T45" fmla="*/ 296 h 748"/>
                  <a:gd name="T46" fmla="*/ 723 w 723"/>
                  <a:gd name="T47" fmla="*/ 224 h 748"/>
                  <a:gd name="T48" fmla="*/ 720 w 723"/>
                  <a:gd name="T49" fmla="*/ 158 h 748"/>
                  <a:gd name="T50" fmla="*/ 701 w 723"/>
                  <a:gd name="T51" fmla="*/ 102 h 748"/>
                  <a:gd name="T52" fmla="*/ 671 w 723"/>
                  <a:gd name="T53" fmla="*/ 58 h 748"/>
                  <a:gd name="T54" fmla="*/ 630 w 723"/>
                  <a:gd name="T55" fmla="*/ 25 h 748"/>
                  <a:gd name="T56" fmla="*/ 579 w 723"/>
                  <a:gd name="T57" fmla="*/ 6 h 748"/>
                  <a:gd name="T58" fmla="*/ 519 w 723"/>
                  <a:gd name="T59" fmla="*/ 0 h 748"/>
                  <a:gd name="T60" fmla="*/ 452 w 723"/>
                  <a:gd name="T61" fmla="*/ 8 h 748"/>
                  <a:gd name="T62" fmla="*/ 380 w 723"/>
                  <a:gd name="T63" fmla="*/ 31 h 748"/>
                  <a:gd name="T64" fmla="*/ 376 w 723"/>
                  <a:gd name="T65" fmla="*/ 101 h 748"/>
                  <a:gd name="T66" fmla="*/ 434 w 723"/>
                  <a:gd name="T67" fmla="*/ 82 h 748"/>
                  <a:gd name="T68" fmla="*/ 487 w 723"/>
                  <a:gd name="T69" fmla="*/ 76 h 748"/>
                  <a:gd name="T70" fmla="*/ 535 w 723"/>
                  <a:gd name="T71" fmla="*/ 80 h 748"/>
                  <a:gd name="T72" fmla="*/ 575 w 723"/>
                  <a:gd name="T73" fmla="*/ 96 h 748"/>
                  <a:gd name="T74" fmla="*/ 609 w 723"/>
                  <a:gd name="T75" fmla="*/ 121 h 748"/>
                  <a:gd name="T76" fmla="*/ 632 w 723"/>
                  <a:gd name="T77" fmla="*/ 157 h 748"/>
                  <a:gd name="T78" fmla="*/ 647 w 723"/>
                  <a:gd name="T79" fmla="*/ 201 h 748"/>
                  <a:gd name="T80" fmla="*/ 650 w 723"/>
                  <a:gd name="T81" fmla="*/ 254 h 748"/>
                  <a:gd name="T82" fmla="*/ 637 w 723"/>
                  <a:gd name="T83" fmla="*/ 326 h 748"/>
                  <a:gd name="T84" fmla="*/ 585 w 723"/>
                  <a:gd name="T85" fmla="*/ 441 h 748"/>
                  <a:gd name="T86" fmla="*/ 500 w 723"/>
                  <a:gd name="T87" fmla="*/ 545 h 748"/>
                  <a:gd name="T88" fmla="*/ 406 w 723"/>
                  <a:gd name="T89" fmla="*/ 617 h 748"/>
                  <a:gd name="T90" fmla="*/ 347 w 723"/>
                  <a:gd name="T91" fmla="*/ 647 h 748"/>
                  <a:gd name="T92" fmla="*/ 290 w 723"/>
                  <a:gd name="T93" fmla="*/ 665 h 748"/>
                  <a:gd name="T94" fmla="*/ 236 w 723"/>
                  <a:gd name="T95" fmla="*/ 672 h 748"/>
                  <a:gd name="T96" fmla="*/ 189 w 723"/>
                  <a:gd name="T97" fmla="*/ 667 h 748"/>
                  <a:gd name="T98" fmla="*/ 149 w 723"/>
                  <a:gd name="T99" fmla="*/ 652 h 748"/>
                  <a:gd name="T100" fmla="*/ 115 w 723"/>
                  <a:gd name="T101" fmla="*/ 626 h 748"/>
                  <a:gd name="T102" fmla="*/ 91 w 723"/>
                  <a:gd name="T103" fmla="*/ 591 h 748"/>
                  <a:gd name="T104" fmla="*/ 76 w 723"/>
                  <a:gd name="T105" fmla="*/ 546 h 748"/>
                  <a:gd name="T106" fmla="*/ 74 w 723"/>
                  <a:gd name="T107" fmla="*/ 493 h 748"/>
                  <a:gd name="T108" fmla="*/ 86 w 723"/>
                  <a:gd name="T109" fmla="*/ 422 h 748"/>
                  <a:gd name="T110" fmla="*/ 139 w 723"/>
                  <a:gd name="T111" fmla="*/ 307 h 748"/>
                  <a:gd name="T112" fmla="*/ 224 w 723"/>
                  <a:gd name="T113" fmla="*/ 203 h 748"/>
                  <a:gd name="T114" fmla="*/ 317 w 723"/>
                  <a:gd name="T115" fmla="*/ 131 h 7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3" h="748">
                    <a:moveTo>
                      <a:pt x="362" y="40"/>
                    </a:moveTo>
                    <a:lnTo>
                      <a:pt x="344" y="49"/>
                    </a:lnTo>
                    <a:lnTo>
                      <a:pt x="325" y="58"/>
                    </a:lnTo>
                    <a:lnTo>
                      <a:pt x="306" y="69"/>
                    </a:lnTo>
                    <a:lnTo>
                      <a:pt x="289" y="80"/>
                    </a:lnTo>
                    <a:lnTo>
                      <a:pt x="271" y="92"/>
                    </a:lnTo>
                    <a:lnTo>
                      <a:pt x="254" y="104"/>
                    </a:lnTo>
                    <a:lnTo>
                      <a:pt x="237" y="117"/>
                    </a:lnTo>
                    <a:lnTo>
                      <a:pt x="221" y="131"/>
                    </a:lnTo>
                    <a:lnTo>
                      <a:pt x="205" y="145"/>
                    </a:lnTo>
                    <a:lnTo>
                      <a:pt x="190" y="160"/>
                    </a:lnTo>
                    <a:lnTo>
                      <a:pt x="174" y="175"/>
                    </a:lnTo>
                    <a:lnTo>
                      <a:pt x="160" y="190"/>
                    </a:lnTo>
                    <a:lnTo>
                      <a:pt x="145" y="206"/>
                    </a:lnTo>
                    <a:lnTo>
                      <a:pt x="131" y="222"/>
                    </a:lnTo>
                    <a:lnTo>
                      <a:pt x="119" y="239"/>
                    </a:lnTo>
                    <a:lnTo>
                      <a:pt x="106" y="256"/>
                    </a:lnTo>
                    <a:lnTo>
                      <a:pt x="94" y="273"/>
                    </a:lnTo>
                    <a:lnTo>
                      <a:pt x="83" y="290"/>
                    </a:lnTo>
                    <a:lnTo>
                      <a:pt x="73" y="308"/>
                    </a:lnTo>
                    <a:lnTo>
                      <a:pt x="63" y="326"/>
                    </a:lnTo>
                    <a:lnTo>
                      <a:pt x="53" y="343"/>
                    </a:lnTo>
                    <a:lnTo>
                      <a:pt x="44" y="361"/>
                    </a:lnTo>
                    <a:lnTo>
                      <a:pt x="36" y="380"/>
                    </a:lnTo>
                    <a:lnTo>
                      <a:pt x="29" y="398"/>
                    </a:lnTo>
                    <a:lnTo>
                      <a:pt x="23" y="416"/>
                    </a:lnTo>
                    <a:lnTo>
                      <a:pt x="16" y="434"/>
                    </a:lnTo>
                    <a:lnTo>
                      <a:pt x="11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3" y="506"/>
                    </a:lnTo>
                    <a:lnTo>
                      <a:pt x="0" y="524"/>
                    </a:lnTo>
                    <a:lnTo>
                      <a:pt x="0" y="541"/>
                    </a:lnTo>
                    <a:lnTo>
                      <a:pt x="0" y="558"/>
                    </a:lnTo>
                    <a:lnTo>
                      <a:pt x="3" y="574"/>
                    </a:lnTo>
                    <a:lnTo>
                      <a:pt x="4" y="590"/>
                    </a:lnTo>
                    <a:lnTo>
                      <a:pt x="8" y="605"/>
                    </a:lnTo>
                    <a:lnTo>
                      <a:pt x="11" y="619"/>
                    </a:lnTo>
                    <a:lnTo>
                      <a:pt x="16" y="633"/>
                    </a:lnTo>
                    <a:lnTo>
                      <a:pt x="23" y="646"/>
                    </a:lnTo>
                    <a:lnTo>
                      <a:pt x="29" y="658"/>
                    </a:lnTo>
                    <a:lnTo>
                      <a:pt x="36" y="669"/>
                    </a:lnTo>
                    <a:lnTo>
                      <a:pt x="44" y="680"/>
                    </a:lnTo>
                    <a:lnTo>
                      <a:pt x="53" y="690"/>
                    </a:lnTo>
                    <a:lnTo>
                      <a:pt x="63" y="699"/>
                    </a:lnTo>
                    <a:lnTo>
                      <a:pt x="73" y="708"/>
                    </a:lnTo>
                    <a:lnTo>
                      <a:pt x="83" y="715"/>
                    </a:lnTo>
                    <a:lnTo>
                      <a:pt x="94" y="722"/>
                    </a:lnTo>
                    <a:lnTo>
                      <a:pt x="106" y="728"/>
                    </a:lnTo>
                    <a:lnTo>
                      <a:pt x="119" y="734"/>
                    </a:lnTo>
                    <a:lnTo>
                      <a:pt x="131" y="738"/>
                    </a:lnTo>
                    <a:lnTo>
                      <a:pt x="145" y="742"/>
                    </a:lnTo>
                    <a:lnTo>
                      <a:pt x="160" y="744"/>
                    </a:lnTo>
                    <a:lnTo>
                      <a:pt x="174" y="746"/>
                    </a:lnTo>
                    <a:lnTo>
                      <a:pt x="190" y="747"/>
                    </a:lnTo>
                    <a:lnTo>
                      <a:pt x="205" y="748"/>
                    </a:lnTo>
                    <a:lnTo>
                      <a:pt x="221" y="747"/>
                    </a:lnTo>
                    <a:lnTo>
                      <a:pt x="237" y="745"/>
                    </a:lnTo>
                    <a:lnTo>
                      <a:pt x="254" y="743"/>
                    </a:lnTo>
                    <a:lnTo>
                      <a:pt x="271" y="739"/>
                    </a:lnTo>
                    <a:lnTo>
                      <a:pt x="289" y="735"/>
                    </a:lnTo>
                    <a:lnTo>
                      <a:pt x="306" y="730"/>
                    </a:lnTo>
                    <a:lnTo>
                      <a:pt x="325" y="723"/>
                    </a:lnTo>
                    <a:lnTo>
                      <a:pt x="344" y="716"/>
                    </a:lnTo>
                    <a:lnTo>
                      <a:pt x="362" y="708"/>
                    </a:lnTo>
                    <a:lnTo>
                      <a:pt x="380" y="699"/>
                    </a:lnTo>
                    <a:lnTo>
                      <a:pt x="399" y="689"/>
                    </a:lnTo>
                    <a:lnTo>
                      <a:pt x="417" y="679"/>
                    </a:lnTo>
                    <a:lnTo>
                      <a:pt x="435" y="668"/>
                    </a:lnTo>
                    <a:lnTo>
                      <a:pt x="452" y="656"/>
                    </a:lnTo>
                    <a:lnTo>
                      <a:pt x="470" y="643"/>
                    </a:lnTo>
                    <a:lnTo>
                      <a:pt x="486" y="630"/>
                    </a:lnTo>
                    <a:lnTo>
                      <a:pt x="502" y="617"/>
                    </a:lnTo>
                    <a:lnTo>
                      <a:pt x="519" y="603"/>
                    </a:lnTo>
                    <a:lnTo>
                      <a:pt x="534" y="588"/>
                    </a:lnTo>
                    <a:lnTo>
                      <a:pt x="550" y="573"/>
                    </a:lnTo>
                    <a:lnTo>
                      <a:pt x="564" y="558"/>
                    </a:lnTo>
                    <a:lnTo>
                      <a:pt x="579" y="542"/>
                    </a:lnTo>
                    <a:lnTo>
                      <a:pt x="592" y="525"/>
                    </a:lnTo>
                    <a:lnTo>
                      <a:pt x="605" y="509"/>
                    </a:lnTo>
                    <a:lnTo>
                      <a:pt x="617" y="492"/>
                    </a:lnTo>
                    <a:lnTo>
                      <a:pt x="630" y="475"/>
                    </a:lnTo>
                    <a:lnTo>
                      <a:pt x="641" y="457"/>
                    </a:lnTo>
                    <a:lnTo>
                      <a:pt x="651" y="440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50"/>
                    </a:lnTo>
                    <a:lnTo>
                      <a:pt x="701" y="332"/>
                    </a:lnTo>
                    <a:lnTo>
                      <a:pt x="707" y="314"/>
                    </a:lnTo>
                    <a:lnTo>
                      <a:pt x="712" y="296"/>
                    </a:lnTo>
                    <a:lnTo>
                      <a:pt x="716" y="277"/>
                    </a:lnTo>
                    <a:lnTo>
                      <a:pt x="720" y="260"/>
                    </a:lnTo>
                    <a:lnTo>
                      <a:pt x="721" y="242"/>
                    </a:lnTo>
                    <a:lnTo>
                      <a:pt x="723" y="224"/>
                    </a:lnTo>
                    <a:lnTo>
                      <a:pt x="723" y="207"/>
                    </a:lnTo>
                    <a:lnTo>
                      <a:pt x="723" y="190"/>
                    </a:lnTo>
                    <a:lnTo>
                      <a:pt x="721" y="173"/>
                    </a:lnTo>
                    <a:lnTo>
                      <a:pt x="720" y="158"/>
                    </a:lnTo>
                    <a:lnTo>
                      <a:pt x="716" y="143"/>
                    </a:lnTo>
                    <a:lnTo>
                      <a:pt x="712" y="128"/>
                    </a:lnTo>
                    <a:lnTo>
                      <a:pt x="707" y="115"/>
                    </a:lnTo>
                    <a:lnTo>
                      <a:pt x="701" y="102"/>
                    </a:lnTo>
                    <a:lnTo>
                      <a:pt x="695" y="90"/>
                    </a:lnTo>
                    <a:lnTo>
                      <a:pt x="687" y="78"/>
                    </a:lnTo>
                    <a:lnTo>
                      <a:pt x="680" y="68"/>
                    </a:lnTo>
                    <a:lnTo>
                      <a:pt x="671" y="58"/>
                    </a:lnTo>
                    <a:lnTo>
                      <a:pt x="661" y="48"/>
                    </a:lnTo>
                    <a:lnTo>
                      <a:pt x="651" y="40"/>
                    </a:lnTo>
                    <a:lnTo>
                      <a:pt x="641" y="32"/>
                    </a:lnTo>
                    <a:lnTo>
                      <a:pt x="630" y="25"/>
                    </a:lnTo>
                    <a:lnTo>
                      <a:pt x="617" y="19"/>
                    </a:lnTo>
                    <a:lnTo>
                      <a:pt x="605" y="14"/>
                    </a:lnTo>
                    <a:lnTo>
                      <a:pt x="592" y="10"/>
                    </a:lnTo>
                    <a:lnTo>
                      <a:pt x="579" y="6"/>
                    </a:lnTo>
                    <a:lnTo>
                      <a:pt x="564" y="3"/>
                    </a:lnTo>
                    <a:lnTo>
                      <a:pt x="550" y="1"/>
                    </a:lnTo>
                    <a:lnTo>
                      <a:pt x="534" y="0"/>
                    </a:lnTo>
                    <a:lnTo>
                      <a:pt x="519" y="0"/>
                    </a:lnTo>
                    <a:lnTo>
                      <a:pt x="502" y="1"/>
                    </a:lnTo>
                    <a:lnTo>
                      <a:pt x="486" y="2"/>
                    </a:lnTo>
                    <a:lnTo>
                      <a:pt x="470" y="5"/>
                    </a:lnTo>
                    <a:lnTo>
                      <a:pt x="452" y="8"/>
                    </a:lnTo>
                    <a:lnTo>
                      <a:pt x="435" y="13"/>
                    </a:lnTo>
                    <a:lnTo>
                      <a:pt x="417" y="18"/>
                    </a:lnTo>
                    <a:lnTo>
                      <a:pt x="399" y="24"/>
                    </a:lnTo>
                    <a:lnTo>
                      <a:pt x="380" y="31"/>
                    </a:lnTo>
                    <a:lnTo>
                      <a:pt x="362" y="40"/>
                    </a:lnTo>
                    <a:close/>
                    <a:moveTo>
                      <a:pt x="362" y="107"/>
                    </a:moveTo>
                    <a:lnTo>
                      <a:pt x="362" y="107"/>
                    </a:lnTo>
                    <a:lnTo>
                      <a:pt x="376" y="101"/>
                    </a:lnTo>
                    <a:lnTo>
                      <a:pt x="391" y="95"/>
                    </a:lnTo>
                    <a:lnTo>
                      <a:pt x="406" y="90"/>
                    </a:lnTo>
                    <a:lnTo>
                      <a:pt x="420" y="86"/>
                    </a:lnTo>
                    <a:lnTo>
                      <a:pt x="434" y="82"/>
                    </a:lnTo>
                    <a:lnTo>
                      <a:pt x="447" y="79"/>
                    </a:lnTo>
                    <a:lnTo>
                      <a:pt x="461" y="77"/>
                    </a:lnTo>
                    <a:lnTo>
                      <a:pt x="474" y="76"/>
                    </a:lnTo>
                    <a:lnTo>
                      <a:pt x="487" y="76"/>
                    </a:lnTo>
                    <a:lnTo>
                      <a:pt x="500" y="76"/>
                    </a:lnTo>
                    <a:lnTo>
                      <a:pt x="511" y="77"/>
                    </a:lnTo>
                    <a:lnTo>
                      <a:pt x="524" y="78"/>
                    </a:lnTo>
                    <a:lnTo>
                      <a:pt x="535" y="80"/>
                    </a:lnTo>
                    <a:lnTo>
                      <a:pt x="545" y="83"/>
                    </a:lnTo>
                    <a:lnTo>
                      <a:pt x="556" y="87"/>
                    </a:lnTo>
                    <a:lnTo>
                      <a:pt x="566" y="91"/>
                    </a:lnTo>
                    <a:lnTo>
                      <a:pt x="575" y="96"/>
                    </a:lnTo>
                    <a:lnTo>
                      <a:pt x="585" y="101"/>
                    </a:lnTo>
                    <a:lnTo>
                      <a:pt x="594" y="107"/>
                    </a:lnTo>
                    <a:lnTo>
                      <a:pt x="601" y="114"/>
                    </a:lnTo>
                    <a:lnTo>
                      <a:pt x="609" y="121"/>
                    </a:lnTo>
                    <a:lnTo>
                      <a:pt x="616" y="129"/>
                    </a:lnTo>
                    <a:lnTo>
                      <a:pt x="622" y="138"/>
                    </a:lnTo>
                    <a:lnTo>
                      <a:pt x="627" y="147"/>
                    </a:lnTo>
                    <a:lnTo>
                      <a:pt x="632" y="157"/>
                    </a:lnTo>
                    <a:lnTo>
                      <a:pt x="637" y="167"/>
                    </a:lnTo>
                    <a:lnTo>
                      <a:pt x="641" y="178"/>
                    </a:lnTo>
                    <a:lnTo>
                      <a:pt x="645" y="189"/>
                    </a:lnTo>
                    <a:lnTo>
                      <a:pt x="647" y="201"/>
                    </a:lnTo>
                    <a:lnTo>
                      <a:pt x="649" y="214"/>
                    </a:lnTo>
                    <a:lnTo>
                      <a:pt x="650" y="227"/>
                    </a:lnTo>
                    <a:lnTo>
                      <a:pt x="650" y="240"/>
                    </a:lnTo>
                    <a:lnTo>
                      <a:pt x="650" y="254"/>
                    </a:lnTo>
                    <a:lnTo>
                      <a:pt x="649" y="268"/>
                    </a:lnTo>
                    <a:lnTo>
                      <a:pt x="647" y="283"/>
                    </a:lnTo>
                    <a:lnTo>
                      <a:pt x="645" y="297"/>
                    </a:lnTo>
                    <a:lnTo>
                      <a:pt x="637" y="326"/>
                    </a:lnTo>
                    <a:lnTo>
                      <a:pt x="627" y="355"/>
                    </a:lnTo>
                    <a:lnTo>
                      <a:pt x="616" y="384"/>
                    </a:lnTo>
                    <a:lnTo>
                      <a:pt x="601" y="412"/>
                    </a:lnTo>
                    <a:lnTo>
                      <a:pt x="585" y="441"/>
                    </a:lnTo>
                    <a:lnTo>
                      <a:pt x="566" y="468"/>
                    </a:lnTo>
                    <a:lnTo>
                      <a:pt x="545" y="495"/>
                    </a:lnTo>
                    <a:lnTo>
                      <a:pt x="524" y="520"/>
                    </a:lnTo>
                    <a:lnTo>
                      <a:pt x="500" y="545"/>
                    </a:lnTo>
                    <a:lnTo>
                      <a:pt x="474" y="568"/>
                    </a:lnTo>
                    <a:lnTo>
                      <a:pt x="447" y="589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6"/>
                    </a:lnTo>
                    <a:lnTo>
                      <a:pt x="376" y="633"/>
                    </a:lnTo>
                    <a:lnTo>
                      <a:pt x="362" y="641"/>
                    </a:lnTo>
                    <a:lnTo>
                      <a:pt x="347" y="647"/>
                    </a:lnTo>
                    <a:lnTo>
                      <a:pt x="332" y="653"/>
                    </a:lnTo>
                    <a:lnTo>
                      <a:pt x="317" y="658"/>
                    </a:lnTo>
                    <a:lnTo>
                      <a:pt x="304" y="662"/>
                    </a:lnTo>
                    <a:lnTo>
                      <a:pt x="290" y="665"/>
                    </a:lnTo>
                    <a:lnTo>
                      <a:pt x="276" y="668"/>
                    </a:lnTo>
                    <a:lnTo>
                      <a:pt x="262" y="670"/>
                    </a:lnTo>
                    <a:lnTo>
                      <a:pt x="250" y="671"/>
                    </a:lnTo>
                    <a:lnTo>
                      <a:pt x="236" y="672"/>
                    </a:lnTo>
                    <a:lnTo>
                      <a:pt x="224" y="672"/>
                    </a:lnTo>
                    <a:lnTo>
                      <a:pt x="212" y="671"/>
                    </a:lnTo>
                    <a:lnTo>
                      <a:pt x="200" y="670"/>
                    </a:lnTo>
                    <a:lnTo>
                      <a:pt x="189" y="667"/>
                    </a:lnTo>
                    <a:lnTo>
                      <a:pt x="179" y="664"/>
                    </a:lnTo>
                    <a:lnTo>
                      <a:pt x="167" y="661"/>
                    </a:lnTo>
                    <a:lnTo>
                      <a:pt x="157" y="657"/>
                    </a:lnTo>
                    <a:lnTo>
                      <a:pt x="149" y="652"/>
                    </a:lnTo>
                    <a:lnTo>
                      <a:pt x="139" y="646"/>
                    </a:lnTo>
                    <a:lnTo>
                      <a:pt x="130" y="640"/>
                    </a:lnTo>
                    <a:lnTo>
                      <a:pt x="123" y="634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10"/>
                    </a:lnTo>
                    <a:lnTo>
                      <a:pt x="96" y="601"/>
                    </a:lnTo>
                    <a:lnTo>
                      <a:pt x="91" y="591"/>
                    </a:lnTo>
                    <a:lnTo>
                      <a:pt x="86" y="581"/>
                    </a:lnTo>
                    <a:lnTo>
                      <a:pt x="83" y="570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4"/>
                    </a:lnTo>
                    <a:lnTo>
                      <a:pt x="74" y="521"/>
                    </a:lnTo>
                    <a:lnTo>
                      <a:pt x="74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5"/>
                    </a:lnTo>
                    <a:lnTo>
                      <a:pt x="79" y="451"/>
                    </a:lnTo>
                    <a:lnTo>
                      <a:pt x="86" y="422"/>
                    </a:lnTo>
                    <a:lnTo>
                      <a:pt x="96" y="393"/>
                    </a:lnTo>
                    <a:lnTo>
                      <a:pt x="108" y="364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7" y="280"/>
                    </a:lnTo>
                    <a:lnTo>
                      <a:pt x="179" y="253"/>
                    </a:lnTo>
                    <a:lnTo>
                      <a:pt x="200" y="227"/>
                    </a:lnTo>
                    <a:lnTo>
                      <a:pt x="224" y="203"/>
                    </a:lnTo>
                    <a:lnTo>
                      <a:pt x="250" y="180"/>
                    </a:lnTo>
                    <a:lnTo>
                      <a:pt x="276" y="159"/>
                    </a:lnTo>
                    <a:lnTo>
                      <a:pt x="304" y="139"/>
                    </a:lnTo>
                    <a:lnTo>
                      <a:pt x="317" y="131"/>
                    </a:lnTo>
                    <a:lnTo>
                      <a:pt x="332" y="122"/>
                    </a:lnTo>
                    <a:lnTo>
                      <a:pt x="347" y="114"/>
                    </a:lnTo>
                    <a:lnTo>
                      <a:pt x="362" y="10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3" name="Freeform 547">
                <a:extLst>
                  <a:ext uri="{FF2B5EF4-FFF2-40B4-BE49-F238E27FC236}">
                    <a16:creationId xmlns:a16="http://schemas.microsoft.com/office/drawing/2014/main" id="{92F61B96-8F88-461A-868B-19A65F9E66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551" y="5424488"/>
                <a:ext cx="44450" cy="57150"/>
              </a:xfrm>
              <a:custGeom>
                <a:avLst/>
                <a:gdLst>
                  <a:gd name="T0" fmla="*/ 70 w 139"/>
                  <a:gd name="T1" fmla="*/ 8 h 143"/>
                  <a:gd name="T2" fmla="*/ 63 w 139"/>
                  <a:gd name="T3" fmla="*/ 12 h 143"/>
                  <a:gd name="T4" fmla="*/ 55 w 139"/>
                  <a:gd name="T5" fmla="*/ 16 h 143"/>
                  <a:gd name="T6" fmla="*/ 49 w 139"/>
                  <a:gd name="T7" fmla="*/ 20 h 143"/>
                  <a:gd name="T8" fmla="*/ 43 w 139"/>
                  <a:gd name="T9" fmla="*/ 25 h 143"/>
                  <a:gd name="T10" fmla="*/ 32 w 139"/>
                  <a:gd name="T11" fmla="*/ 37 h 143"/>
                  <a:gd name="T12" fmla="*/ 20 w 139"/>
                  <a:gd name="T13" fmla="*/ 49 h 143"/>
                  <a:gd name="T14" fmla="*/ 13 w 139"/>
                  <a:gd name="T15" fmla="*/ 63 h 143"/>
                  <a:gd name="T16" fmla="*/ 7 w 139"/>
                  <a:gd name="T17" fmla="*/ 76 h 143"/>
                  <a:gd name="T18" fmla="*/ 4 w 139"/>
                  <a:gd name="T19" fmla="*/ 83 h 143"/>
                  <a:gd name="T20" fmla="*/ 2 w 139"/>
                  <a:gd name="T21" fmla="*/ 90 h 143"/>
                  <a:gd name="T22" fmla="*/ 0 w 139"/>
                  <a:gd name="T23" fmla="*/ 97 h 143"/>
                  <a:gd name="T24" fmla="*/ 0 w 139"/>
                  <a:gd name="T25" fmla="*/ 104 h 143"/>
                  <a:gd name="T26" fmla="*/ 0 w 139"/>
                  <a:gd name="T27" fmla="*/ 110 h 143"/>
                  <a:gd name="T28" fmla="*/ 2 w 139"/>
                  <a:gd name="T29" fmla="*/ 116 h 143"/>
                  <a:gd name="T30" fmla="*/ 4 w 139"/>
                  <a:gd name="T31" fmla="*/ 121 h 143"/>
                  <a:gd name="T32" fmla="*/ 7 w 139"/>
                  <a:gd name="T33" fmla="*/ 126 h 143"/>
                  <a:gd name="T34" fmla="*/ 9 w 139"/>
                  <a:gd name="T35" fmla="*/ 130 h 143"/>
                  <a:gd name="T36" fmla="*/ 13 w 139"/>
                  <a:gd name="T37" fmla="*/ 134 h 143"/>
                  <a:gd name="T38" fmla="*/ 17 w 139"/>
                  <a:gd name="T39" fmla="*/ 137 h 143"/>
                  <a:gd name="T40" fmla="*/ 20 w 139"/>
                  <a:gd name="T41" fmla="*/ 140 h 143"/>
                  <a:gd name="T42" fmla="*/ 25 w 139"/>
                  <a:gd name="T43" fmla="*/ 141 h 143"/>
                  <a:gd name="T44" fmla="*/ 32 w 139"/>
                  <a:gd name="T45" fmla="*/ 143 h 143"/>
                  <a:gd name="T46" fmla="*/ 37 w 139"/>
                  <a:gd name="T47" fmla="*/ 143 h 143"/>
                  <a:gd name="T48" fmla="*/ 43 w 139"/>
                  <a:gd name="T49" fmla="*/ 143 h 143"/>
                  <a:gd name="T50" fmla="*/ 49 w 139"/>
                  <a:gd name="T51" fmla="*/ 142 h 143"/>
                  <a:gd name="T52" fmla="*/ 55 w 139"/>
                  <a:gd name="T53" fmla="*/ 141 h 143"/>
                  <a:gd name="T54" fmla="*/ 63 w 139"/>
                  <a:gd name="T55" fmla="*/ 139 h 143"/>
                  <a:gd name="T56" fmla="*/ 70 w 139"/>
                  <a:gd name="T57" fmla="*/ 136 h 143"/>
                  <a:gd name="T58" fmla="*/ 77 w 139"/>
                  <a:gd name="T59" fmla="*/ 132 h 143"/>
                  <a:gd name="T60" fmla="*/ 84 w 139"/>
                  <a:gd name="T61" fmla="*/ 128 h 143"/>
                  <a:gd name="T62" fmla="*/ 90 w 139"/>
                  <a:gd name="T63" fmla="*/ 123 h 143"/>
                  <a:gd name="T64" fmla="*/ 97 w 139"/>
                  <a:gd name="T65" fmla="*/ 118 h 143"/>
                  <a:gd name="T66" fmla="*/ 108 w 139"/>
                  <a:gd name="T67" fmla="*/ 107 h 143"/>
                  <a:gd name="T68" fmla="*/ 119 w 139"/>
                  <a:gd name="T69" fmla="*/ 94 h 143"/>
                  <a:gd name="T70" fmla="*/ 127 w 139"/>
                  <a:gd name="T71" fmla="*/ 81 h 143"/>
                  <a:gd name="T72" fmla="*/ 133 w 139"/>
                  <a:gd name="T73" fmla="*/ 67 h 143"/>
                  <a:gd name="T74" fmla="*/ 135 w 139"/>
                  <a:gd name="T75" fmla="*/ 60 h 143"/>
                  <a:gd name="T76" fmla="*/ 138 w 139"/>
                  <a:gd name="T77" fmla="*/ 53 h 143"/>
                  <a:gd name="T78" fmla="*/ 139 w 139"/>
                  <a:gd name="T79" fmla="*/ 47 h 143"/>
                  <a:gd name="T80" fmla="*/ 139 w 139"/>
                  <a:gd name="T81" fmla="*/ 40 h 143"/>
                  <a:gd name="T82" fmla="*/ 139 w 139"/>
                  <a:gd name="T83" fmla="*/ 34 h 143"/>
                  <a:gd name="T84" fmla="*/ 138 w 139"/>
                  <a:gd name="T85" fmla="*/ 28 h 143"/>
                  <a:gd name="T86" fmla="*/ 135 w 139"/>
                  <a:gd name="T87" fmla="*/ 22 h 143"/>
                  <a:gd name="T88" fmla="*/ 133 w 139"/>
                  <a:gd name="T89" fmla="*/ 18 h 143"/>
                  <a:gd name="T90" fmla="*/ 130 w 139"/>
                  <a:gd name="T91" fmla="*/ 13 h 143"/>
                  <a:gd name="T92" fmla="*/ 127 w 139"/>
                  <a:gd name="T93" fmla="*/ 10 h 143"/>
                  <a:gd name="T94" fmla="*/ 123 w 139"/>
                  <a:gd name="T95" fmla="*/ 7 h 143"/>
                  <a:gd name="T96" fmla="*/ 119 w 139"/>
                  <a:gd name="T97" fmla="*/ 4 h 143"/>
                  <a:gd name="T98" fmla="*/ 114 w 139"/>
                  <a:gd name="T99" fmla="*/ 2 h 143"/>
                  <a:gd name="T100" fmla="*/ 108 w 139"/>
                  <a:gd name="T101" fmla="*/ 1 h 143"/>
                  <a:gd name="T102" fmla="*/ 103 w 139"/>
                  <a:gd name="T103" fmla="*/ 0 h 143"/>
                  <a:gd name="T104" fmla="*/ 97 w 139"/>
                  <a:gd name="T105" fmla="*/ 1 h 143"/>
                  <a:gd name="T106" fmla="*/ 90 w 139"/>
                  <a:gd name="T107" fmla="*/ 1 h 143"/>
                  <a:gd name="T108" fmla="*/ 84 w 139"/>
                  <a:gd name="T109" fmla="*/ 3 h 143"/>
                  <a:gd name="T110" fmla="*/ 77 w 139"/>
                  <a:gd name="T111" fmla="*/ 5 h 143"/>
                  <a:gd name="T112" fmla="*/ 70 w 139"/>
                  <a:gd name="T113" fmla="*/ 8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39" h="143">
                    <a:moveTo>
                      <a:pt x="70" y="8"/>
                    </a:moveTo>
                    <a:lnTo>
                      <a:pt x="63" y="12"/>
                    </a:lnTo>
                    <a:lnTo>
                      <a:pt x="55" y="16"/>
                    </a:lnTo>
                    <a:lnTo>
                      <a:pt x="49" y="20"/>
                    </a:lnTo>
                    <a:lnTo>
                      <a:pt x="43" y="25"/>
                    </a:lnTo>
                    <a:lnTo>
                      <a:pt x="32" y="37"/>
                    </a:lnTo>
                    <a:lnTo>
                      <a:pt x="20" y="49"/>
                    </a:lnTo>
                    <a:lnTo>
                      <a:pt x="13" y="63"/>
                    </a:lnTo>
                    <a:lnTo>
                      <a:pt x="7" y="76"/>
                    </a:lnTo>
                    <a:lnTo>
                      <a:pt x="4" y="83"/>
                    </a:lnTo>
                    <a:lnTo>
                      <a:pt x="2" y="90"/>
                    </a:lnTo>
                    <a:lnTo>
                      <a:pt x="0" y="97"/>
                    </a:lnTo>
                    <a:lnTo>
                      <a:pt x="0" y="104"/>
                    </a:lnTo>
                    <a:lnTo>
                      <a:pt x="0" y="110"/>
                    </a:lnTo>
                    <a:lnTo>
                      <a:pt x="2" y="116"/>
                    </a:lnTo>
                    <a:lnTo>
                      <a:pt x="4" y="121"/>
                    </a:lnTo>
                    <a:lnTo>
                      <a:pt x="7" y="126"/>
                    </a:lnTo>
                    <a:lnTo>
                      <a:pt x="9" y="130"/>
                    </a:lnTo>
                    <a:lnTo>
                      <a:pt x="13" y="134"/>
                    </a:lnTo>
                    <a:lnTo>
                      <a:pt x="17" y="137"/>
                    </a:lnTo>
                    <a:lnTo>
                      <a:pt x="20" y="140"/>
                    </a:lnTo>
                    <a:lnTo>
                      <a:pt x="25" y="141"/>
                    </a:lnTo>
                    <a:lnTo>
                      <a:pt x="32" y="143"/>
                    </a:lnTo>
                    <a:lnTo>
                      <a:pt x="37" y="143"/>
                    </a:lnTo>
                    <a:lnTo>
                      <a:pt x="43" y="143"/>
                    </a:lnTo>
                    <a:lnTo>
                      <a:pt x="49" y="142"/>
                    </a:lnTo>
                    <a:lnTo>
                      <a:pt x="55" y="141"/>
                    </a:lnTo>
                    <a:lnTo>
                      <a:pt x="63" y="139"/>
                    </a:lnTo>
                    <a:lnTo>
                      <a:pt x="70" y="136"/>
                    </a:lnTo>
                    <a:lnTo>
                      <a:pt x="77" y="132"/>
                    </a:lnTo>
                    <a:lnTo>
                      <a:pt x="84" y="128"/>
                    </a:lnTo>
                    <a:lnTo>
                      <a:pt x="90" y="123"/>
                    </a:lnTo>
                    <a:lnTo>
                      <a:pt x="97" y="118"/>
                    </a:lnTo>
                    <a:lnTo>
                      <a:pt x="108" y="107"/>
                    </a:lnTo>
                    <a:lnTo>
                      <a:pt x="119" y="94"/>
                    </a:lnTo>
                    <a:lnTo>
                      <a:pt x="127" y="81"/>
                    </a:lnTo>
                    <a:lnTo>
                      <a:pt x="133" y="67"/>
                    </a:lnTo>
                    <a:lnTo>
                      <a:pt x="135" y="60"/>
                    </a:lnTo>
                    <a:lnTo>
                      <a:pt x="138" y="53"/>
                    </a:lnTo>
                    <a:lnTo>
                      <a:pt x="139" y="47"/>
                    </a:lnTo>
                    <a:lnTo>
                      <a:pt x="139" y="40"/>
                    </a:lnTo>
                    <a:lnTo>
                      <a:pt x="139" y="34"/>
                    </a:lnTo>
                    <a:lnTo>
                      <a:pt x="138" y="28"/>
                    </a:lnTo>
                    <a:lnTo>
                      <a:pt x="135" y="22"/>
                    </a:lnTo>
                    <a:lnTo>
                      <a:pt x="133" y="18"/>
                    </a:lnTo>
                    <a:lnTo>
                      <a:pt x="130" y="13"/>
                    </a:lnTo>
                    <a:lnTo>
                      <a:pt x="127" y="10"/>
                    </a:lnTo>
                    <a:lnTo>
                      <a:pt x="123" y="7"/>
                    </a:lnTo>
                    <a:lnTo>
                      <a:pt x="119" y="4"/>
                    </a:lnTo>
                    <a:lnTo>
                      <a:pt x="114" y="2"/>
                    </a:lnTo>
                    <a:lnTo>
                      <a:pt x="108" y="1"/>
                    </a:lnTo>
                    <a:lnTo>
                      <a:pt x="103" y="0"/>
                    </a:lnTo>
                    <a:lnTo>
                      <a:pt x="97" y="1"/>
                    </a:lnTo>
                    <a:lnTo>
                      <a:pt x="90" y="1"/>
                    </a:lnTo>
                    <a:lnTo>
                      <a:pt x="84" y="3"/>
                    </a:lnTo>
                    <a:lnTo>
                      <a:pt x="77" y="5"/>
                    </a:lnTo>
                    <a:lnTo>
                      <a:pt x="70" y="8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4" name="Freeform 548">
                <a:extLst>
                  <a:ext uri="{FF2B5EF4-FFF2-40B4-BE49-F238E27FC236}">
                    <a16:creationId xmlns:a16="http://schemas.microsoft.com/office/drawing/2014/main" id="{727457C8-FACB-410E-AD4D-105CEC4BB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4913" y="5411788"/>
                <a:ext cx="42863" cy="57150"/>
              </a:xfrm>
              <a:custGeom>
                <a:avLst/>
                <a:gdLst>
                  <a:gd name="T0" fmla="*/ 68 w 138"/>
                  <a:gd name="T1" fmla="*/ 8 h 143"/>
                  <a:gd name="T2" fmla="*/ 62 w 138"/>
                  <a:gd name="T3" fmla="*/ 12 h 143"/>
                  <a:gd name="T4" fmla="*/ 55 w 138"/>
                  <a:gd name="T5" fmla="*/ 16 h 143"/>
                  <a:gd name="T6" fmla="*/ 48 w 138"/>
                  <a:gd name="T7" fmla="*/ 20 h 143"/>
                  <a:gd name="T8" fmla="*/ 42 w 138"/>
                  <a:gd name="T9" fmla="*/ 25 h 143"/>
                  <a:gd name="T10" fmla="*/ 30 w 138"/>
                  <a:gd name="T11" fmla="*/ 37 h 143"/>
                  <a:gd name="T12" fmla="*/ 20 w 138"/>
                  <a:gd name="T13" fmla="*/ 49 h 143"/>
                  <a:gd name="T14" fmla="*/ 11 w 138"/>
                  <a:gd name="T15" fmla="*/ 63 h 143"/>
                  <a:gd name="T16" fmla="*/ 5 w 138"/>
                  <a:gd name="T17" fmla="*/ 76 h 143"/>
                  <a:gd name="T18" fmla="*/ 2 w 138"/>
                  <a:gd name="T19" fmla="*/ 83 h 143"/>
                  <a:gd name="T20" fmla="*/ 1 w 138"/>
                  <a:gd name="T21" fmla="*/ 90 h 143"/>
                  <a:gd name="T22" fmla="*/ 0 w 138"/>
                  <a:gd name="T23" fmla="*/ 97 h 143"/>
                  <a:gd name="T24" fmla="*/ 0 w 138"/>
                  <a:gd name="T25" fmla="*/ 104 h 143"/>
                  <a:gd name="T26" fmla="*/ 0 w 138"/>
                  <a:gd name="T27" fmla="*/ 110 h 143"/>
                  <a:gd name="T28" fmla="*/ 1 w 138"/>
                  <a:gd name="T29" fmla="*/ 116 h 143"/>
                  <a:gd name="T30" fmla="*/ 2 w 138"/>
                  <a:gd name="T31" fmla="*/ 121 h 143"/>
                  <a:gd name="T32" fmla="*/ 5 w 138"/>
                  <a:gd name="T33" fmla="*/ 126 h 143"/>
                  <a:gd name="T34" fmla="*/ 8 w 138"/>
                  <a:gd name="T35" fmla="*/ 130 h 143"/>
                  <a:gd name="T36" fmla="*/ 11 w 138"/>
                  <a:gd name="T37" fmla="*/ 134 h 143"/>
                  <a:gd name="T38" fmla="*/ 15 w 138"/>
                  <a:gd name="T39" fmla="*/ 137 h 143"/>
                  <a:gd name="T40" fmla="*/ 20 w 138"/>
                  <a:gd name="T41" fmla="*/ 140 h 143"/>
                  <a:gd name="T42" fmla="*/ 25 w 138"/>
                  <a:gd name="T43" fmla="*/ 142 h 143"/>
                  <a:gd name="T44" fmla="*/ 30 w 138"/>
                  <a:gd name="T45" fmla="*/ 143 h 143"/>
                  <a:gd name="T46" fmla="*/ 36 w 138"/>
                  <a:gd name="T47" fmla="*/ 143 h 143"/>
                  <a:gd name="T48" fmla="*/ 42 w 138"/>
                  <a:gd name="T49" fmla="*/ 143 h 143"/>
                  <a:gd name="T50" fmla="*/ 48 w 138"/>
                  <a:gd name="T51" fmla="*/ 142 h 143"/>
                  <a:gd name="T52" fmla="*/ 55 w 138"/>
                  <a:gd name="T53" fmla="*/ 141 h 143"/>
                  <a:gd name="T54" fmla="*/ 62 w 138"/>
                  <a:gd name="T55" fmla="*/ 139 h 143"/>
                  <a:gd name="T56" fmla="*/ 68 w 138"/>
                  <a:gd name="T57" fmla="*/ 136 h 143"/>
                  <a:gd name="T58" fmla="*/ 76 w 138"/>
                  <a:gd name="T59" fmla="*/ 132 h 143"/>
                  <a:gd name="T60" fmla="*/ 82 w 138"/>
                  <a:gd name="T61" fmla="*/ 128 h 143"/>
                  <a:gd name="T62" fmla="*/ 90 w 138"/>
                  <a:gd name="T63" fmla="*/ 123 h 143"/>
                  <a:gd name="T64" fmla="*/ 96 w 138"/>
                  <a:gd name="T65" fmla="*/ 118 h 143"/>
                  <a:gd name="T66" fmla="*/ 107 w 138"/>
                  <a:gd name="T67" fmla="*/ 107 h 143"/>
                  <a:gd name="T68" fmla="*/ 117 w 138"/>
                  <a:gd name="T69" fmla="*/ 94 h 143"/>
                  <a:gd name="T70" fmla="*/ 126 w 138"/>
                  <a:gd name="T71" fmla="*/ 81 h 143"/>
                  <a:gd name="T72" fmla="*/ 132 w 138"/>
                  <a:gd name="T73" fmla="*/ 67 h 143"/>
                  <a:gd name="T74" fmla="*/ 135 w 138"/>
                  <a:gd name="T75" fmla="*/ 60 h 143"/>
                  <a:gd name="T76" fmla="*/ 136 w 138"/>
                  <a:gd name="T77" fmla="*/ 53 h 143"/>
                  <a:gd name="T78" fmla="*/ 137 w 138"/>
                  <a:gd name="T79" fmla="*/ 47 h 143"/>
                  <a:gd name="T80" fmla="*/ 138 w 138"/>
                  <a:gd name="T81" fmla="*/ 40 h 143"/>
                  <a:gd name="T82" fmla="*/ 137 w 138"/>
                  <a:gd name="T83" fmla="*/ 34 h 143"/>
                  <a:gd name="T84" fmla="*/ 136 w 138"/>
                  <a:gd name="T85" fmla="*/ 28 h 143"/>
                  <a:gd name="T86" fmla="*/ 135 w 138"/>
                  <a:gd name="T87" fmla="*/ 22 h 143"/>
                  <a:gd name="T88" fmla="*/ 132 w 138"/>
                  <a:gd name="T89" fmla="*/ 18 h 143"/>
                  <a:gd name="T90" fmla="*/ 130 w 138"/>
                  <a:gd name="T91" fmla="*/ 13 h 143"/>
                  <a:gd name="T92" fmla="*/ 126 w 138"/>
                  <a:gd name="T93" fmla="*/ 10 h 143"/>
                  <a:gd name="T94" fmla="*/ 122 w 138"/>
                  <a:gd name="T95" fmla="*/ 7 h 143"/>
                  <a:gd name="T96" fmla="*/ 117 w 138"/>
                  <a:gd name="T97" fmla="*/ 4 h 143"/>
                  <a:gd name="T98" fmla="*/ 112 w 138"/>
                  <a:gd name="T99" fmla="*/ 2 h 143"/>
                  <a:gd name="T100" fmla="*/ 107 w 138"/>
                  <a:gd name="T101" fmla="*/ 1 h 143"/>
                  <a:gd name="T102" fmla="*/ 102 w 138"/>
                  <a:gd name="T103" fmla="*/ 0 h 143"/>
                  <a:gd name="T104" fmla="*/ 96 w 138"/>
                  <a:gd name="T105" fmla="*/ 1 h 143"/>
                  <a:gd name="T106" fmla="*/ 90 w 138"/>
                  <a:gd name="T107" fmla="*/ 1 h 143"/>
                  <a:gd name="T108" fmla="*/ 82 w 138"/>
                  <a:gd name="T109" fmla="*/ 3 h 143"/>
                  <a:gd name="T110" fmla="*/ 76 w 138"/>
                  <a:gd name="T111" fmla="*/ 5 h 143"/>
                  <a:gd name="T112" fmla="*/ 68 w 138"/>
                  <a:gd name="T113" fmla="*/ 8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38" h="143">
                    <a:moveTo>
                      <a:pt x="68" y="8"/>
                    </a:moveTo>
                    <a:lnTo>
                      <a:pt x="62" y="12"/>
                    </a:lnTo>
                    <a:lnTo>
                      <a:pt x="55" y="16"/>
                    </a:lnTo>
                    <a:lnTo>
                      <a:pt x="48" y="20"/>
                    </a:lnTo>
                    <a:lnTo>
                      <a:pt x="42" y="25"/>
                    </a:lnTo>
                    <a:lnTo>
                      <a:pt x="30" y="37"/>
                    </a:lnTo>
                    <a:lnTo>
                      <a:pt x="20" y="49"/>
                    </a:lnTo>
                    <a:lnTo>
                      <a:pt x="11" y="63"/>
                    </a:lnTo>
                    <a:lnTo>
                      <a:pt x="5" y="76"/>
                    </a:lnTo>
                    <a:lnTo>
                      <a:pt x="2" y="83"/>
                    </a:lnTo>
                    <a:lnTo>
                      <a:pt x="1" y="90"/>
                    </a:lnTo>
                    <a:lnTo>
                      <a:pt x="0" y="97"/>
                    </a:lnTo>
                    <a:lnTo>
                      <a:pt x="0" y="104"/>
                    </a:lnTo>
                    <a:lnTo>
                      <a:pt x="0" y="110"/>
                    </a:lnTo>
                    <a:lnTo>
                      <a:pt x="1" y="116"/>
                    </a:lnTo>
                    <a:lnTo>
                      <a:pt x="2" y="121"/>
                    </a:lnTo>
                    <a:lnTo>
                      <a:pt x="5" y="126"/>
                    </a:lnTo>
                    <a:lnTo>
                      <a:pt x="8" y="130"/>
                    </a:lnTo>
                    <a:lnTo>
                      <a:pt x="11" y="134"/>
                    </a:lnTo>
                    <a:lnTo>
                      <a:pt x="15" y="137"/>
                    </a:lnTo>
                    <a:lnTo>
                      <a:pt x="20" y="140"/>
                    </a:lnTo>
                    <a:lnTo>
                      <a:pt x="25" y="142"/>
                    </a:lnTo>
                    <a:lnTo>
                      <a:pt x="30" y="143"/>
                    </a:lnTo>
                    <a:lnTo>
                      <a:pt x="36" y="143"/>
                    </a:lnTo>
                    <a:lnTo>
                      <a:pt x="42" y="143"/>
                    </a:lnTo>
                    <a:lnTo>
                      <a:pt x="48" y="142"/>
                    </a:lnTo>
                    <a:lnTo>
                      <a:pt x="55" y="141"/>
                    </a:lnTo>
                    <a:lnTo>
                      <a:pt x="62" y="139"/>
                    </a:lnTo>
                    <a:lnTo>
                      <a:pt x="68" y="136"/>
                    </a:lnTo>
                    <a:lnTo>
                      <a:pt x="76" y="132"/>
                    </a:lnTo>
                    <a:lnTo>
                      <a:pt x="82" y="128"/>
                    </a:lnTo>
                    <a:lnTo>
                      <a:pt x="90" y="123"/>
                    </a:lnTo>
                    <a:lnTo>
                      <a:pt x="96" y="118"/>
                    </a:lnTo>
                    <a:lnTo>
                      <a:pt x="107" y="107"/>
                    </a:lnTo>
                    <a:lnTo>
                      <a:pt x="117" y="94"/>
                    </a:lnTo>
                    <a:lnTo>
                      <a:pt x="126" y="81"/>
                    </a:lnTo>
                    <a:lnTo>
                      <a:pt x="132" y="67"/>
                    </a:lnTo>
                    <a:lnTo>
                      <a:pt x="135" y="60"/>
                    </a:lnTo>
                    <a:lnTo>
                      <a:pt x="136" y="53"/>
                    </a:lnTo>
                    <a:lnTo>
                      <a:pt x="137" y="47"/>
                    </a:lnTo>
                    <a:lnTo>
                      <a:pt x="138" y="40"/>
                    </a:lnTo>
                    <a:lnTo>
                      <a:pt x="137" y="34"/>
                    </a:lnTo>
                    <a:lnTo>
                      <a:pt x="136" y="28"/>
                    </a:lnTo>
                    <a:lnTo>
                      <a:pt x="135" y="22"/>
                    </a:lnTo>
                    <a:lnTo>
                      <a:pt x="132" y="18"/>
                    </a:lnTo>
                    <a:lnTo>
                      <a:pt x="130" y="13"/>
                    </a:lnTo>
                    <a:lnTo>
                      <a:pt x="126" y="10"/>
                    </a:lnTo>
                    <a:lnTo>
                      <a:pt x="122" y="7"/>
                    </a:lnTo>
                    <a:lnTo>
                      <a:pt x="117" y="4"/>
                    </a:lnTo>
                    <a:lnTo>
                      <a:pt x="112" y="2"/>
                    </a:lnTo>
                    <a:lnTo>
                      <a:pt x="107" y="1"/>
                    </a:lnTo>
                    <a:lnTo>
                      <a:pt x="102" y="0"/>
                    </a:lnTo>
                    <a:lnTo>
                      <a:pt x="96" y="1"/>
                    </a:lnTo>
                    <a:lnTo>
                      <a:pt x="90" y="1"/>
                    </a:lnTo>
                    <a:lnTo>
                      <a:pt x="82" y="3"/>
                    </a:lnTo>
                    <a:lnTo>
                      <a:pt x="76" y="5"/>
                    </a:lnTo>
                    <a:lnTo>
                      <a:pt x="68" y="8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5" name="Freeform 549">
                <a:extLst>
                  <a:ext uri="{FF2B5EF4-FFF2-40B4-BE49-F238E27FC236}">
                    <a16:creationId xmlns:a16="http://schemas.microsoft.com/office/drawing/2014/main" id="{0C5CC74A-50C4-48BA-A2AD-2856A6CF8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463" y="4991100"/>
                <a:ext cx="33338" cy="117475"/>
              </a:xfrm>
              <a:custGeom>
                <a:avLst/>
                <a:gdLst>
                  <a:gd name="T0" fmla="*/ 0 w 103"/>
                  <a:gd name="T1" fmla="*/ 33 h 297"/>
                  <a:gd name="T2" fmla="*/ 0 w 103"/>
                  <a:gd name="T3" fmla="*/ 27 h 297"/>
                  <a:gd name="T4" fmla="*/ 1 w 103"/>
                  <a:gd name="T5" fmla="*/ 21 h 297"/>
                  <a:gd name="T6" fmla="*/ 3 w 103"/>
                  <a:gd name="T7" fmla="*/ 16 h 297"/>
                  <a:gd name="T8" fmla="*/ 8 w 103"/>
                  <a:gd name="T9" fmla="*/ 11 h 297"/>
                  <a:gd name="T10" fmla="*/ 13 w 103"/>
                  <a:gd name="T11" fmla="*/ 7 h 297"/>
                  <a:gd name="T12" fmla="*/ 18 w 103"/>
                  <a:gd name="T13" fmla="*/ 3 h 297"/>
                  <a:gd name="T14" fmla="*/ 26 w 103"/>
                  <a:gd name="T15" fmla="*/ 1 h 297"/>
                  <a:gd name="T16" fmla="*/ 33 w 103"/>
                  <a:gd name="T17" fmla="*/ 0 h 297"/>
                  <a:gd name="T18" fmla="*/ 41 w 103"/>
                  <a:gd name="T19" fmla="*/ 0 h 297"/>
                  <a:gd name="T20" fmla="*/ 48 w 103"/>
                  <a:gd name="T21" fmla="*/ 1 h 297"/>
                  <a:gd name="T22" fmla="*/ 55 w 103"/>
                  <a:gd name="T23" fmla="*/ 3 h 297"/>
                  <a:gd name="T24" fmla="*/ 61 w 103"/>
                  <a:gd name="T25" fmla="*/ 7 h 297"/>
                  <a:gd name="T26" fmla="*/ 66 w 103"/>
                  <a:gd name="T27" fmla="*/ 11 h 297"/>
                  <a:gd name="T28" fmla="*/ 70 w 103"/>
                  <a:gd name="T29" fmla="*/ 15 h 297"/>
                  <a:gd name="T30" fmla="*/ 72 w 103"/>
                  <a:gd name="T31" fmla="*/ 21 h 297"/>
                  <a:gd name="T32" fmla="*/ 73 w 103"/>
                  <a:gd name="T33" fmla="*/ 27 h 297"/>
                  <a:gd name="T34" fmla="*/ 103 w 103"/>
                  <a:gd name="T35" fmla="*/ 265 h 297"/>
                  <a:gd name="T36" fmla="*/ 103 w 103"/>
                  <a:gd name="T37" fmla="*/ 271 h 297"/>
                  <a:gd name="T38" fmla="*/ 102 w 103"/>
                  <a:gd name="T39" fmla="*/ 277 h 297"/>
                  <a:gd name="T40" fmla="*/ 98 w 103"/>
                  <a:gd name="T41" fmla="*/ 282 h 297"/>
                  <a:gd name="T42" fmla="*/ 95 w 103"/>
                  <a:gd name="T43" fmla="*/ 287 h 297"/>
                  <a:gd name="T44" fmla="*/ 90 w 103"/>
                  <a:gd name="T45" fmla="*/ 291 h 297"/>
                  <a:gd name="T46" fmla="*/ 83 w 103"/>
                  <a:gd name="T47" fmla="*/ 294 h 297"/>
                  <a:gd name="T48" fmla="*/ 77 w 103"/>
                  <a:gd name="T49" fmla="*/ 296 h 297"/>
                  <a:gd name="T50" fmla="*/ 70 w 103"/>
                  <a:gd name="T51" fmla="*/ 297 h 297"/>
                  <a:gd name="T52" fmla="*/ 62 w 103"/>
                  <a:gd name="T53" fmla="*/ 297 h 297"/>
                  <a:gd name="T54" fmla="*/ 55 w 103"/>
                  <a:gd name="T55" fmla="*/ 296 h 297"/>
                  <a:gd name="T56" fmla="*/ 48 w 103"/>
                  <a:gd name="T57" fmla="*/ 294 h 297"/>
                  <a:gd name="T58" fmla="*/ 42 w 103"/>
                  <a:gd name="T59" fmla="*/ 291 h 297"/>
                  <a:gd name="T60" fmla="*/ 37 w 103"/>
                  <a:gd name="T61" fmla="*/ 287 h 297"/>
                  <a:gd name="T62" fmla="*/ 33 w 103"/>
                  <a:gd name="T63" fmla="*/ 282 h 297"/>
                  <a:gd name="T64" fmla="*/ 31 w 103"/>
                  <a:gd name="T65" fmla="*/ 277 h 297"/>
                  <a:gd name="T66" fmla="*/ 28 w 103"/>
                  <a:gd name="T67" fmla="*/ 271 h 297"/>
                  <a:gd name="T68" fmla="*/ 0 w 103"/>
                  <a:gd name="T69" fmla="*/ 33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3" h="297">
                    <a:moveTo>
                      <a:pt x="0" y="33"/>
                    </a:moveTo>
                    <a:lnTo>
                      <a:pt x="0" y="27"/>
                    </a:lnTo>
                    <a:lnTo>
                      <a:pt x="1" y="21"/>
                    </a:lnTo>
                    <a:lnTo>
                      <a:pt x="3" y="16"/>
                    </a:lnTo>
                    <a:lnTo>
                      <a:pt x="8" y="11"/>
                    </a:lnTo>
                    <a:lnTo>
                      <a:pt x="13" y="7"/>
                    </a:lnTo>
                    <a:lnTo>
                      <a:pt x="18" y="3"/>
                    </a:lnTo>
                    <a:lnTo>
                      <a:pt x="26" y="1"/>
                    </a:lnTo>
                    <a:lnTo>
                      <a:pt x="33" y="0"/>
                    </a:lnTo>
                    <a:lnTo>
                      <a:pt x="41" y="0"/>
                    </a:lnTo>
                    <a:lnTo>
                      <a:pt x="48" y="1"/>
                    </a:lnTo>
                    <a:lnTo>
                      <a:pt x="55" y="3"/>
                    </a:lnTo>
                    <a:lnTo>
                      <a:pt x="61" y="7"/>
                    </a:lnTo>
                    <a:lnTo>
                      <a:pt x="66" y="11"/>
                    </a:lnTo>
                    <a:lnTo>
                      <a:pt x="70" y="15"/>
                    </a:lnTo>
                    <a:lnTo>
                      <a:pt x="72" y="21"/>
                    </a:lnTo>
                    <a:lnTo>
                      <a:pt x="73" y="27"/>
                    </a:lnTo>
                    <a:lnTo>
                      <a:pt x="103" y="265"/>
                    </a:lnTo>
                    <a:lnTo>
                      <a:pt x="103" y="271"/>
                    </a:lnTo>
                    <a:lnTo>
                      <a:pt x="102" y="277"/>
                    </a:lnTo>
                    <a:lnTo>
                      <a:pt x="98" y="282"/>
                    </a:lnTo>
                    <a:lnTo>
                      <a:pt x="95" y="287"/>
                    </a:lnTo>
                    <a:lnTo>
                      <a:pt x="90" y="291"/>
                    </a:lnTo>
                    <a:lnTo>
                      <a:pt x="83" y="294"/>
                    </a:lnTo>
                    <a:lnTo>
                      <a:pt x="77" y="296"/>
                    </a:lnTo>
                    <a:lnTo>
                      <a:pt x="70" y="297"/>
                    </a:lnTo>
                    <a:lnTo>
                      <a:pt x="62" y="297"/>
                    </a:lnTo>
                    <a:lnTo>
                      <a:pt x="55" y="296"/>
                    </a:lnTo>
                    <a:lnTo>
                      <a:pt x="48" y="294"/>
                    </a:lnTo>
                    <a:lnTo>
                      <a:pt x="42" y="291"/>
                    </a:lnTo>
                    <a:lnTo>
                      <a:pt x="37" y="287"/>
                    </a:lnTo>
                    <a:lnTo>
                      <a:pt x="33" y="282"/>
                    </a:lnTo>
                    <a:lnTo>
                      <a:pt x="31" y="277"/>
                    </a:lnTo>
                    <a:lnTo>
                      <a:pt x="28" y="271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6" name="Freeform 550">
                <a:extLst>
                  <a:ext uri="{FF2B5EF4-FFF2-40B4-BE49-F238E27FC236}">
                    <a16:creationId xmlns:a16="http://schemas.microsoft.com/office/drawing/2014/main" id="{F88D069A-105D-4B08-93E0-94A53C549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338" y="5080000"/>
                <a:ext cx="57150" cy="176213"/>
              </a:xfrm>
              <a:custGeom>
                <a:avLst/>
                <a:gdLst>
                  <a:gd name="T0" fmla="*/ 0 w 180"/>
                  <a:gd name="T1" fmla="*/ 18 h 445"/>
                  <a:gd name="T2" fmla="*/ 2 w 180"/>
                  <a:gd name="T3" fmla="*/ 11 h 445"/>
                  <a:gd name="T4" fmla="*/ 7 w 180"/>
                  <a:gd name="T5" fmla="*/ 5 h 445"/>
                  <a:gd name="T6" fmla="*/ 15 w 180"/>
                  <a:gd name="T7" fmla="*/ 1 h 445"/>
                  <a:gd name="T8" fmla="*/ 25 w 180"/>
                  <a:gd name="T9" fmla="*/ 0 h 445"/>
                  <a:gd name="T10" fmla="*/ 33 w 180"/>
                  <a:gd name="T11" fmla="*/ 2 h 445"/>
                  <a:gd name="T12" fmla="*/ 41 w 180"/>
                  <a:gd name="T13" fmla="*/ 6 h 445"/>
                  <a:gd name="T14" fmla="*/ 46 w 180"/>
                  <a:gd name="T15" fmla="*/ 12 h 445"/>
                  <a:gd name="T16" fmla="*/ 50 w 180"/>
                  <a:gd name="T17" fmla="*/ 25 h 445"/>
                  <a:gd name="T18" fmla="*/ 62 w 180"/>
                  <a:gd name="T19" fmla="*/ 50 h 445"/>
                  <a:gd name="T20" fmla="*/ 81 w 180"/>
                  <a:gd name="T21" fmla="*/ 86 h 445"/>
                  <a:gd name="T22" fmla="*/ 96 w 180"/>
                  <a:gd name="T23" fmla="*/ 118 h 445"/>
                  <a:gd name="T24" fmla="*/ 103 w 180"/>
                  <a:gd name="T25" fmla="*/ 138 h 445"/>
                  <a:gd name="T26" fmla="*/ 107 w 180"/>
                  <a:gd name="T27" fmla="*/ 170 h 445"/>
                  <a:gd name="T28" fmla="*/ 106 w 180"/>
                  <a:gd name="T29" fmla="*/ 210 h 445"/>
                  <a:gd name="T30" fmla="*/ 102 w 180"/>
                  <a:gd name="T31" fmla="*/ 244 h 445"/>
                  <a:gd name="T32" fmla="*/ 102 w 180"/>
                  <a:gd name="T33" fmla="*/ 274 h 445"/>
                  <a:gd name="T34" fmla="*/ 110 w 180"/>
                  <a:gd name="T35" fmla="*/ 311 h 445"/>
                  <a:gd name="T36" fmla="*/ 123 w 180"/>
                  <a:gd name="T37" fmla="*/ 348 h 445"/>
                  <a:gd name="T38" fmla="*/ 140 w 180"/>
                  <a:gd name="T39" fmla="*/ 376 h 445"/>
                  <a:gd name="T40" fmla="*/ 161 w 180"/>
                  <a:gd name="T41" fmla="*/ 402 h 445"/>
                  <a:gd name="T42" fmla="*/ 177 w 180"/>
                  <a:gd name="T43" fmla="*/ 417 h 445"/>
                  <a:gd name="T44" fmla="*/ 180 w 180"/>
                  <a:gd name="T45" fmla="*/ 424 h 445"/>
                  <a:gd name="T46" fmla="*/ 178 w 180"/>
                  <a:gd name="T47" fmla="*/ 431 h 445"/>
                  <a:gd name="T48" fmla="*/ 175 w 180"/>
                  <a:gd name="T49" fmla="*/ 438 h 445"/>
                  <a:gd name="T50" fmla="*/ 167 w 180"/>
                  <a:gd name="T51" fmla="*/ 443 h 445"/>
                  <a:gd name="T52" fmla="*/ 158 w 180"/>
                  <a:gd name="T53" fmla="*/ 445 h 445"/>
                  <a:gd name="T54" fmla="*/ 150 w 180"/>
                  <a:gd name="T55" fmla="*/ 445 h 445"/>
                  <a:gd name="T56" fmla="*/ 142 w 180"/>
                  <a:gd name="T57" fmla="*/ 441 h 445"/>
                  <a:gd name="T58" fmla="*/ 123 w 180"/>
                  <a:gd name="T59" fmla="*/ 425 h 445"/>
                  <a:gd name="T60" fmla="*/ 98 w 180"/>
                  <a:gd name="T61" fmla="*/ 395 h 445"/>
                  <a:gd name="T62" fmla="*/ 78 w 180"/>
                  <a:gd name="T63" fmla="*/ 361 h 445"/>
                  <a:gd name="T64" fmla="*/ 63 w 180"/>
                  <a:gd name="T65" fmla="*/ 320 h 445"/>
                  <a:gd name="T66" fmla="*/ 55 w 180"/>
                  <a:gd name="T67" fmla="*/ 277 h 445"/>
                  <a:gd name="T68" fmla="*/ 55 w 180"/>
                  <a:gd name="T69" fmla="*/ 243 h 445"/>
                  <a:gd name="T70" fmla="*/ 58 w 180"/>
                  <a:gd name="T71" fmla="*/ 209 h 445"/>
                  <a:gd name="T72" fmla="*/ 60 w 180"/>
                  <a:gd name="T73" fmla="*/ 172 h 445"/>
                  <a:gd name="T74" fmla="*/ 53 w 180"/>
                  <a:gd name="T75" fmla="*/ 136 h 445"/>
                  <a:gd name="T76" fmla="*/ 36 w 180"/>
                  <a:gd name="T77" fmla="*/ 99 h 445"/>
                  <a:gd name="T78" fmla="*/ 17 w 180"/>
                  <a:gd name="T79" fmla="*/ 63 h 445"/>
                  <a:gd name="T80" fmla="*/ 3 w 180"/>
                  <a:gd name="T81" fmla="*/ 3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80" h="445">
                    <a:moveTo>
                      <a:pt x="0" y="22"/>
                    </a:moveTo>
                    <a:lnTo>
                      <a:pt x="0" y="18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8"/>
                    </a:lnTo>
                    <a:lnTo>
                      <a:pt x="7" y="5"/>
                    </a:lnTo>
                    <a:lnTo>
                      <a:pt x="11" y="3"/>
                    </a:lnTo>
                    <a:lnTo>
                      <a:pt x="15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8" y="0"/>
                    </a:lnTo>
                    <a:lnTo>
                      <a:pt x="33" y="2"/>
                    </a:lnTo>
                    <a:lnTo>
                      <a:pt x="37" y="3"/>
                    </a:lnTo>
                    <a:lnTo>
                      <a:pt x="41" y="6"/>
                    </a:lnTo>
                    <a:lnTo>
                      <a:pt x="43" y="9"/>
                    </a:lnTo>
                    <a:lnTo>
                      <a:pt x="46" y="12"/>
                    </a:lnTo>
                    <a:lnTo>
                      <a:pt x="47" y="16"/>
                    </a:lnTo>
                    <a:lnTo>
                      <a:pt x="50" y="25"/>
                    </a:lnTo>
                    <a:lnTo>
                      <a:pt x="55" y="36"/>
                    </a:lnTo>
                    <a:lnTo>
                      <a:pt x="62" y="50"/>
                    </a:lnTo>
                    <a:lnTo>
                      <a:pt x="70" y="64"/>
                    </a:lnTo>
                    <a:lnTo>
                      <a:pt x="81" y="86"/>
                    </a:lnTo>
                    <a:lnTo>
                      <a:pt x="92" y="107"/>
                    </a:lnTo>
                    <a:lnTo>
                      <a:pt x="96" y="118"/>
                    </a:lnTo>
                    <a:lnTo>
                      <a:pt x="100" y="128"/>
                    </a:lnTo>
                    <a:lnTo>
                      <a:pt x="103" y="138"/>
                    </a:lnTo>
                    <a:lnTo>
                      <a:pt x="105" y="147"/>
                    </a:lnTo>
                    <a:lnTo>
                      <a:pt x="107" y="170"/>
                    </a:lnTo>
                    <a:lnTo>
                      <a:pt x="107" y="191"/>
                    </a:lnTo>
                    <a:lnTo>
                      <a:pt x="106" y="210"/>
                    </a:lnTo>
                    <a:lnTo>
                      <a:pt x="105" y="229"/>
                    </a:lnTo>
                    <a:lnTo>
                      <a:pt x="102" y="244"/>
                    </a:lnTo>
                    <a:lnTo>
                      <a:pt x="101" y="259"/>
                    </a:lnTo>
                    <a:lnTo>
                      <a:pt x="102" y="274"/>
                    </a:lnTo>
                    <a:lnTo>
                      <a:pt x="103" y="289"/>
                    </a:lnTo>
                    <a:lnTo>
                      <a:pt x="110" y="311"/>
                    </a:lnTo>
                    <a:lnTo>
                      <a:pt x="116" y="330"/>
                    </a:lnTo>
                    <a:lnTo>
                      <a:pt x="123" y="348"/>
                    </a:lnTo>
                    <a:lnTo>
                      <a:pt x="131" y="363"/>
                    </a:lnTo>
                    <a:lnTo>
                      <a:pt x="140" y="376"/>
                    </a:lnTo>
                    <a:lnTo>
                      <a:pt x="150" y="389"/>
                    </a:lnTo>
                    <a:lnTo>
                      <a:pt x="161" y="402"/>
                    </a:lnTo>
                    <a:lnTo>
                      <a:pt x="173" y="414"/>
                    </a:lnTo>
                    <a:lnTo>
                      <a:pt x="177" y="417"/>
                    </a:lnTo>
                    <a:lnTo>
                      <a:pt x="178" y="420"/>
                    </a:lnTo>
                    <a:lnTo>
                      <a:pt x="180" y="424"/>
                    </a:lnTo>
                    <a:lnTo>
                      <a:pt x="180" y="428"/>
                    </a:lnTo>
                    <a:lnTo>
                      <a:pt x="178" y="431"/>
                    </a:lnTo>
                    <a:lnTo>
                      <a:pt x="177" y="435"/>
                    </a:lnTo>
                    <a:lnTo>
                      <a:pt x="175" y="438"/>
                    </a:lnTo>
                    <a:lnTo>
                      <a:pt x="172" y="441"/>
                    </a:lnTo>
                    <a:lnTo>
                      <a:pt x="167" y="443"/>
                    </a:lnTo>
                    <a:lnTo>
                      <a:pt x="163" y="444"/>
                    </a:lnTo>
                    <a:lnTo>
                      <a:pt x="158" y="445"/>
                    </a:lnTo>
                    <a:lnTo>
                      <a:pt x="155" y="445"/>
                    </a:lnTo>
                    <a:lnTo>
                      <a:pt x="150" y="445"/>
                    </a:lnTo>
                    <a:lnTo>
                      <a:pt x="146" y="443"/>
                    </a:lnTo>
                    <a:lnTo>
                      <a:pt x="142" y="441"/>
                    </a:lnTo>
                    <a:lnTo>
                      <a:pt x="138" y="439"/>
                    </a:lnTo>
                    <a:lnTo>
                      <a:pt x="123" y="425"/>
                    </a:lnTo>
                    <a:lnTo>
                      <a:pt x="110" y="410"/>
                    </a:lnTo>
                    <a:lnTo>
                      <a:pt x="98" y="395"/>
                    </a:lnTo>
                    <a:lnTo>
                      <a:pt x="88" y="379"/>
                    </a:lnTo>
                    <a:lnTo>
                      <a:pt x="78" y="361"/>
                    </a:lnTo>
                    <a:lnTo>
                      <a:pt x="71" y="342"/>
                    </a:lnTo>
                    <a:lnTo>
                      <a:pt x="63" y="320"/>
                    </a:lnTo>
                    <a:lnTo>
                      <a:pt x="57" y="295"/>
                    </a:lnTo>
                    <a:lnTo>
                      <a:pt x="55" y="277"/>
                    </a:lnTo>
                    <a:lnTo>
                      <a:pt x="53" y="260"/>
                    </a:lnTo>
                    <a:lnTo>
                      <a:pt x="55" y="243"/>
                    </a:lnTo>
                    <a:lnTo>
                      <a:pt x="57" y="225"/>
                    </a:lnTo>
                    <a:lnTo>
                      <a:pt x="58" y="209"/>
                    </a:lnTo>
                    <a:lnTo>
                      <a:pt x="60" y="191"/>
                    </a:lnTo>
                    <a:lnTo>
                      <a:pt x="60" y="172"/>
                    </a:lnTo>
                    <a:lnTo>
                      <a:pt x="57" y="151"/>
                    </a:lnTo>
                    <a:lnTo>
                      <a:pt x="53" y="136"/>
                    </a:lnTo>
                    <a:lnTo>
                      <a:pt x="46" y="118"/>
                    </a:lnTo>
                    <a:lnTo>
                      <a:pt x="36" y="99"/>
                    </a:lnTo>
                    <a:lnTo>
                      <a:pt x="26" y="79"/>
                    </a:lnTo>
                    <a:lnTo>
                      <a:pt x="17" y="63"/>
                    </a:lnTo>
                    <a:lnTo>
                      <a:pt x="10" y="47"/>
                    </a:lnTo>
                    <a:lnTo>
                      <a:pt x="3" y="34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7" name="Freeform 551">
                <a:extLst>
                  <a:ext uri="{FF2B5EF4-FFF2-40B4-BE49-F238E27FC236}">
                    <a16:creationId xmlns:a16="http://schemas.microsoft.com/office/drawing/2014/main" id="{C5BB85A4-CFD9-4332-9484-59F2E7194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501" y="5229225"/>
                <a:ext cx="30163" cy="38100"/>
              </a:xfrm>
              <a:custGeom>
                <a:avLst/>
                <a:gdLst>
                  <a:gd name="T0" fmla="*/ 47 w 96"/>
                  <a:gd name="T1" fmla="*/ 5 h 99"/>
                  <a:gd name="T2" fmla="*/ 39 w 96"/>
                  <a:gd name="T3" fmla="*/ 10 h 99"/>
                  <a:gd name="T4" fmla="*/ 29 w 96"/>
                  <a:gd name="T5" fmla="*/ 17 h 99"/>
                  <a:gd name="T6" fmla="*/ 21 w 96"/>
                  <a:gd name="T7" fmla="*/ 25 h 99"/>
                  <a:gd name="T8" fmla="*/ 14 w 96"/>
                  <a:gd name="T9" fmla="*/ 34 h 99"/>
                  <a:gd name="T10" fmla="*/ 9 w 96"/>
                  <a:gd name="T11" fmla="*/ 43 h 99"/>
                  <a:gd name="T12" fmla="*/ 4 w 96"/>
                  <a:gd name="T13" fmla="*/ 53 h 99"/>
                  <a:gd name="T14" fmla="*/ 1 w 96"/>
                  <a:gd name="T15" fmla="*/ 62 h 99"/>
                  <a:gd name="T16" fmla="*/ 0 w 96"/>
                  <a:gd name="T17" fmla="*/ 72 h 99"/>
                  <a:gd name="T18" fmla="*/ 1 w 96"/>
                  <a:gd name="T19" fmla="*/ 80 h 99"/>
                  <a:gd name="T20" fmla="*/ 4 w 96"/>
                  <a:gd name="T21" fmla="*/ 87 h 99"/>
                  <a:gd name="T22" fmla="*/ 9 w 96"/>
                  <a:gd name="T23" fmla="*/ 93 h 99"/>
                  <a:gd name="T24" fmla="*/ 14 w 96"/>
                  <a:gd name="T25" fmla="*/ 97 h 99"/>
                  <a:gd name="T26" fmla="*/ 21 w 96"/>
                  <a:gd name="T27" fmla="*/ 99 h 99"/>
                  <a:gd name="T28" fmla="*/ 29 w 96"/>
                  <a:gd name="T29" fmla="*/ 99 h 99"/>
                  <a:gd name="T30" fmla="*/ 39 w 96"/>
                  <a:gd name="T31" fmla="*/ 97 h 99"/>
                  <a:gd name="T32" fmla="*/ 47 w 96"/>
                  <a:gd name="T33" fmla="*/ 94 h 99"/>
                  <a:gd name="T34" fmla="*/ 57 w 96"/>
                  <a:gd name="T35" fmla="*/ 89 h 99"/>
                  <a:gd name="T36" fmla="*/ 66 w 96"/>
                  <a:gd name="T37" fmla="*/ 82 h 99"/>
                  <a:gd name="T38" fmla="*/ 75 w 96"/>
                  <a:gd name="T39" fmla="*/ 74 h 99"/>
                  <a:gd name="T40" fmla="*/ 82 w 96"/>
                  <a:gd name="T41" fmla="*/ 65 h 99"/>
                  <a:gd name="T42" fmla="*/ 87 w 96"/>
                  <a:gd name="T43" fmla="*/ 56 h 99"/>
                  <a:gd name="T44" fmla="*/ 92 w 96"/>
                  <a:gd name="T45" fmla="*/ 46 h 99"/>
                  <a:gd name="T46" fmla="*/ 95 w 96"/>
                  <a:gd name="T47" fmla="*/ 37 h 99"/>
                  <a:gd name="T48" fmla="*/ 96 w 96"/>
                  <a:gd name="T49" fmla="*/ 27 h 99"/>
                  <a:gd name="T50" fmla="*/ 95 w 96"/>
                  <a:gd name="T51" fmla="*/ 19 h 99"/>
                  <a:gd name="T52" fmla="*/ 92 w 96"/>
                  <a:gd name="T53" fmla="*/ 12 h 99"/>
                  <a:gd name="T54" fmla="*/ 87 w 96"/>
                  <a:gd name="T55" fmla="*/ 6 h 99"/>
                  <a:gd name="T56" fmla="*/ 82 w 96"/>
                  <a:gd name="T57" fmla="*/ 2 h 99"/>
                  <a:gd name="T58" fmla="*/ 75 w 96"/>
                  <a:gd name="T59" fmla="*/ 0 h 99"/>
                  <a:gd name="T60" fmla="*/ 66 w 96"/>
                  <a:gd name="T61" fmla="*/ 0 h 99"/>
                  <a:gd name="T62" fmla="*/ 57 w 96"/>
                  <a:gd name="T63" fmla="*/ 2 h 99"/>
                  <a:gd name="T64" fmla="*/ 47 w 96"/>
                  <a:gd name="T65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9">
                    <a:moveTo>
                      <a:pt x="47" y="5"/>
                    </a:moveTo>
                    <a:lnTo>
                      <a:pt x="39" y="10"/>
                    </a:lnTo>
                    <a:lnTo>
                      <a:pt x="29" y="17"/>
                    </a:lnTo>
                    <a:lnTo>
                      <a:pt x="21" y="25"/>
                    </a:lnTo>
                    <a:lnTo>
                      <a:pt x="14" y="34"/>
                    </a:lnTo>
                    <a:lnTo>
                      <a:pt x="9" y="43"/>
                    </a:lnTo>
                    <a:lnTo>
                      <a:pt x="4" y="53"/>
                    </a:lnTo>
                    <a:lnTo>
                      <a:pt x="1" y="62"/>
                    </a:lnTo>
                    <a:lnTo>
                      <a:pt x="0" y="72"/>
                    </a:lnTo>
                    <a:lnTo>
                      <a:pt x="1" y="80"/>
                    </a:lnTo>
                    <a:lnTo>
                      <a:pt x="4" y="87"/>
                    </a:lnTo>
                    <a:lnTo>
                      <a:pt x="9" y="93"/>
                    </a:lnTo>
                    <a:lnTo>
                      <a:pt x="14" y="97"/>
                    </a:lnTo>
                    <a:lnTo>
                      <a:pt x="21" y="99"/>
                    </a:lnTo>
                    <a:lnTo>
                      <a:pt x="29" y="99"/>
                    </a:lnTo>
                    <a:lnTo>
                      <a:pt x="39" y="97"/>
                    </a:lnTo>
                    <a:lnTo>
                      <a:pt x="47" y="94"/>
                    </a:lnTo>
                    <a:lnTo>
                      <a:pt x="57" y="89"/>
                    </a:lnTo>
                    <a:lnTo>
                      <a:pt x="66" y="82"/>
                    </a:lnTo>
                    <a:lnTo>
                      <a:pt x="75" y="74"/>
                    </a:lnTo>
                    <a:lnTo>
                      <a:pt x="82" y="65"/>
                    </a:lnTo>
                    <a:lnTo>
                      <a:pt x="87" y="56"/>
                    </a:lnTo>
                    <a:lnTo>
                      <a:pt x="92" y="46"/>
                    </a:lnTo>
                    <a:lnTo>
                      <a:pt x="95" y="37"/>
                    </a:lnTo>
                    <a:lnTo>
                      <a:pt x="96" y="27"/>
                    </a:lnTo>
                    <a:lnTo>
                      <a:pt x="95" y="19"/>
                    </a:lnTo>
                    <a:lnTo>
                      <a:pt x="92" y="12"/>
                    </a:lnTo>
                    <a:lnTo>
                      <a:pt x="87" y="6"/>
                    </a:lnTo>
                    <a:lnTo>
                      <a:pt x="82" y="2"/>
                    </a:lnTo>
                    <a:lnTo>
                      <a:pt x="75" y="0"/>
                    </a:lnTo>
                    <a:lnTo>
                      <a:pt x="66" y="0"/>
                    </a:lnTo>
                    <a:lnTo>
                      <a:pt x="57" y="2"/>
                    </a:lnTo>
                    <a:lnTo>
                      <a:pt x="47" y="5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8" name="Freeform 552">
                <a:extLst>
                  <a:ext uri="{FF2B5EF4-FFF2-40B4-BE49-F238E27FC236}">
                    <a16:creationId xmlns:a16="http://schemas.microsoft.com/office/drawing/2014/main" id="{96680CAB-0C04-4C40-BF15-218961437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801" y="4910138"/>
                <a:ext cx="211138" cy="130175"/>
              </a:xfrm>
              <a:custGeom>
                <a:avLst/>
                <a:gdLst>
                  <a:gd name="T0" fmla="*/ 9 w 664"/>
                  <a:gd name="T1" fmla="*/ 38 h 326"/>
                  <a:gd name="T2" fmla="*/ 2 w 664"/>
                  <a:gd name="T3" fmla="*/ 31 h 326"/>
                  <a:gd name="T4" fmla="*/ 0 w 664"/>
                  <a:gd name="T5" fmla="*/ 23 h 326"/>
                  <a:gd name="T6" fmla="*/ 1 w 664"/>
                  <a:gd name="T7" fmla="*/ 15 h 326"/>
                  <a:gd name="T8" fmla="*/ 6 w 664"/>
                  <a:gd name="T9" fmla="*/ 8 h 326"/>
                  <a:gd name="T10" fmla="*/ 15 w 664"/>
                  <a:gd name="T11" fmla="*/ 2 h 326"/>
                  <a:gd name="T12" fmla="*/ 25 w 664"/>
                  <a:gd name="T13" fmla="*/ 0 h 326"/>
                  <a:gd name="T14" fmla="*/ 35 w 664"/>
                  <a:gd name="T15" fmla="*/ 1 h 326"/>
                  <a:gd name="T16" fmla="*/ 170 w 664"/>
                  <a:gd name="T17" fmla="*/ 63 h 326"/>
                  <a:gd name="T18" fmla="*/ 181 w 664"/>
                  <a:gd name="T19" fmla="*/ 71 h 326"/>
                  <a:gd name="T20" fmla="*/ 192 w 664"/>
                  <a:gd name="T21" fmla="*/ 82 h 326"/>
                  <a:gd name="T22" fmla="*/ 210 w 664"/>
                  <a:gd name="T23" fmla="*/ 110 h 326"/>
                  <a:gd name="T24" fmla="*/ 228 w 664"/>
                  <a:gd name="T25" fmla="*/ 138 h 326"/>
                  <a:gd name="T26" fmla="*/ 287 w 664"/>
                  <a:gd name="T27" fmla="*/ 165 h 326"/>
                  <a:gd name="T28" fmla="*/ 346 w 664"/>
                  <a:gd name="T29" fmla="*/ 192 h 326"/>
                  <a:gd name="T30" fmla="*/ 405 w 664"/>
                  <a:gd name="T31" fmla="*/ 219 h 326"/>
                  <a:gd name="T32" fmla="*/ 462 w 664"/>
                  <a:gd name="T33" fmla="*/ 246 h 326"/>
                  <a:gd name="T34" fmla="*/ 460 w 664"/>
                  <a:gd name="T35" fmla="*/ 239 h 326"/>
                  <a:gd name="T36" fmla="*/ 466 w 664"/>
                  <a:gd name="T37" fmla="*/ 234 h 326"/>
                  <a:gd name="T38" fmla="*/ 480 w 664"/>
                  <a:gd name="T39" fmla="*/ 226 h 326"/>
                  <a:gd name="T40" fmla="*/ 495 w 664"/>
                  <a:gd name="T41" fmla="*/ 221 h 326"/>
                  <a:gd name="T42" fmla="*/ 511 w 664"/>
                  <a:gd name="T43" fmla="*/ 222 h 326"/>
                  <a:gd name="T44" fmla="*/ 651 w 664"/>
                  <a:gd name="T45" fmla="*/ 286 h 326"/>
                  <a:gd name="T46" fmla="*/ 660 w 664"/>
                  <a:gd name="T47" fmla="*/ 291 h 326"/>
                  <a:gd name="T48" fmla="*/ 663 w 664"/>
                  <a:gd name="T49" fmla="*/ 299 h 326"/>
                  <a:gd name="T50" fmla="*/ 664 w 664"/>
                  <a:gd name="T51" fmla="*/ 307 h 326"/>
                  <a:gd name="T52" fmla="*/ 661 w 664"/>
                  <a:gd name="T53" fmla="*/ 315 h 326"/>
                  <a:gd name="T54" fmla="*/ 653 w 664"/>
                  <a:gd name="T55" fmla="*/ 322 h 326"/>
                  <a:gd name="T56" fmla="*/ 645 w 664"/>
                  <a:gd name="T57" fmla="*/ 325 h 326"/>
                  <a:gd name="T58" fmla="*/ 635 w 664"/>
                  <a:gd name="T59" fmla="*/ 326 h 326"/>
                  <a:gd name="T60" fmla="*/ 625 w 664"/>
                  <a:gd name="T61" fmla="*/ 323 h 326"/>
                  <a:gd name="T62" fmla="*/ 493 w 664"/>
                  <a:gd name="T63" fmla="*/ 265 h 326"/>
                  <a:gd name="T64" fmla="*/ 497 w 664"/>
                  <a:gd name="T65" fmla="*/ 270 h 326"/>
                  <a:gd name="T66" fmla="*/ 485 w 664"/>
                  <a:gd name="T67" fmla="*/ 280 h 326"/>
                  <a:gd name="T68" fmla="*/ 470 w 664"/>
                  <a:gd name="T69" fmla="*/ 287 h 326"/>
                  <a:gd name="T70" fmla="*/ 455 w 664"/>
                  <a:gd name="T71" fmla="*/ 289 h 326"/>
                  <a:gd name="T72" fmla="*/ 436 w 664"/>
                  <a:gd name="T73" fmla="*/ 284 h 326"/>
                  <a:gd name="T74" fmla="*/ 377 w 664"/>
                  <a:gd name="T75" fmla="*/ 257 h 326"/>
                  <a:gd name="T76" fmla="*/ 318 w 664"/>
                  <a:gd name="T77" fmla="*/ 230 h 326"/>
                  <a:gd name="T78" fmla="*/ 260 w 664"/>
                  <a:gd name="T79" fmla="*/ 203 h 326"/>
                  <a:gd name="T80" fmla="*/ 201 w 664"/>
                  <a:gd name="T81" fmla="*/ 176 h 326"/>
                  <a:gd name="T82" fmla="*/ 190 w 664"/>
                  <a:gd name="T83" fmla="*/ 168 h 326"/>
                  <a:gd name="T84" fmla="*/ 178 w 664"/>
                  <a:gd name="T85" fmla="*/ 156 h 326"/>
                  <a:gd name="T86" fmla="*/ 161 w 664"/>
                  <a:gd name="T87" fmla="*/ 129 h 326"/>
                  <a:gd name="T88" fmla="*/ 142 w 664"/>
                  <a:gd name="T89" fmla="*/ 101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64" h="326">
                    <a:moveTo>
                      <a:pt x="12" y="41"/>
                    </a:moveTo>
                    <a:lnTo>
                      <a:pt x="9" y="38"/>
                    </a:lnTo>
                    <a:lnTo>
                      <a:pt x="5" y="35"/>
                    </a:lnTo>
                    <a:lnTo>
                      <a:pt x="2" y="31"/>
                    </a:lnTo>
                    <a:lnTo>
                      <a:pt x="0" y="28"/>
                    </a:lnTo>
                    <a:lnTo>
                      <a:pt x="0" y="23"/>
                    </a:lnTo>
                    <a:lnTo>
                      <a:pt x="0" y="19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6" y="8"/>
                    </a:lnTo>
                    <a:lnTo>
                      <a:pt x="10" y="5"/>
                    </a:lnTo>
                    <a:lnTo>
                      <a:pt x="15" y="2"/>
                    </a:lnTo>
                    <a:lnTo>
                      <a:pt x="19" y="1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5" y="1"/>
                    </a:lnTo>
                    <a:lnTo>
                      <a:pt x="40" y="3"/>
                    </a:lnTo>
                    <a:lnTo>
                      <a:pt x="170" y="63"/>
                    </a:lnTo>
                    <a:lnTo>
                      <a:pt x="176" y="67"/>
                    </a:lnTo>
                    <a:lnTo>
                      <a:pt x="181" y="71"/>
                    </a:lnTo>
                    <a:lnTo>
                      <a:pt x="187" y="76"/>
                    </a:lnTo>
                    <a:lnTo>
                      <a:pt x="192" y="82"/>
                    </a:lnTo>
                    <a:lnTo>
                      <a:pt x="201" y="96"/>
                    </a:lnTo>
                    <a:lnTo>
                      <a:pt x="210" y="110"/>
                    </a:lnTo>
                    <a:lnTo>
                      <a:pt x="221" y="129"/>
                    </a:lnTo>
                    <a:lnTo>
                      <a:pt x="228" y="138"/>
                    </a:lnTo>
                    <a:lnTo>
                      <a:pt x="228" y="138"/>
                    </a:lnTo>
                    <a:lnTo>
                      <a:pt x="287" y="165"/>
                    </a:lnTo>
                    <a:lnTo>
                      <a:pt x="287" y="165"/>
                    </a:lnTo>
                    <a:lnTo>
                      <a:pt x="346" y="192"/>
                    </a:lnTo>
                    <a:lnTo>
                      <a:pt x="346" y="192"/>
                    </a:lnTo>
                    <a:lnTo>
                      <a:pt x="405" y="219"/>
                    </a:lnTo>
                    <a:lnTo>
                      <a:pt x="403" y="219"/>
                    </a:lnTo>
                    <a:lnTo>
                      <a:pt x="462" y="246"/>
                    </a:lnTo>
                    <a:lnTo>
                      <a:pt x="463" y="245"/>
                    </a:lnTo>
                    <a:lnTo>
                      <a:pt x="460" y="239"/>
                    </a:lnTo>
                    <a:lnTo>
                      <a:pt x="460" y="239"/>
                    </a:lnTo>
                    <a:lnTo>
                      <a:pt x="466" y="234"/>
                    </a:lnTo>
                    <a:lnTo>
                      <a:pt x="472" y="230"/>
                    </a:lnTo>
                    <a:lnTo>
                      <a:pt x="480" y="226"/>
                    </a:lnTo>
                    <a:lnTo>
                      <a:pt x="487" y="223"/>
                    </a:lnTo>
                    <a:lnTo>
                      <a:pt x="495" y="221"/>
                    </a:lnTo>
                    <a:lnTo>
                      <a:pt x="502" y="221"/>
                    </a:lnTo>
                    <a:lnTo>
                      <a:pt x="511" y="222"/>
                    </a:lnTo>
                    <a:lnTo>
                      <a:pt x="521" y="226"/>
                    </a:lnTo>
                    <a:lnTo>
                      <a:pt x="651" y="286"/>
                    </a:lnTo>
                    <a:lnTo>
                      <a:pt x="656" y="288"/>
                    </a:lnTo>
                    <a:lnTo>
                      <a:pt x="660" y="291"/>
                    </a:lnTo>
                    <a:lnTo>
                      <a:pt x="662" y="295"/>
                    </a:lnTo>
                    <a:lnTo>
                      <a:pt x="663" y="299"/>
                    </a:lnTo>
                    <a:lnTo>
                      <a:pt x="664" y="303"/>
                    </a:lnTo>
                    <a:lnTo>
                      <a:pt x="664" y="307"/>
                    </a:lnTo>
                    <a:lnTo>
                      <a:pt x="663" y="311"/>
                    </a:lnTo>
                    <a:lnTo>
                      <a:pt x="661" y="315"/>
                    </a:lnTo>
                    <a:lnTo>
                      <a:pt x="658" y="319"/>
                    </a:lnTo>
                    <a:lnTo>
                      <a:pt x="653" y="322"/>
                    </a:lnTo>
                    <a:lnTo>
                      <a:pt x="650" y="324"/>
                    </a:lnTo>
                    <a:lnTo>
                      <a:pt x="645" y="325"/>
                    </a:lnTo>
                    <a:lnTo>
                      <a:pt x="640" y="326"/>
                    </a:lnTo>
                    <a:lnTo>
                      <a:pt x="635" y="326"/>
                    </a:lnTo>
                    <a:lnTo>
                      <a:pt x="630" y="325"/>
                    </a:lnTo>
                    <a:lnTo>
                      <a:pt x="625" y="323"/>
                    </a:lnTo>
                    <a:lnTo>
                      <a:pt x="495" y="263"/>
                    </a:lnTo>
                    <a:lnTo>
                      <a:pt x="493" y="265"/>
                    </a:lnTo>
                    <a:lnTo>
                      <a:pt x="497" y="270"/>
                    </a:lnTo>
                    <a:lnTo>
                      <a:pt x="497" y="270"/>
                    </a:lnTo>
                    <a:lnTo>
                      <a:pt x="491" y="275"/>
                    </a:lnTo>
                    <a:lnTo>
                      <a:pt x="485" y="280"/>
                    </a:lnTo>
                    <a:lnTo>
                      <a:pt x="477" y="284"/>
                    </a:lnTo>
                    <a:lnTo>
                      <a:pt x="470" y="287"/>
                    </a:lnTo>
                    <a:lnTo>
                      <a:pt x="462" y="289"/>
                    </a:lnTo>
                    <a:lnTo>
                      <a:pt x="455" y="289"/>
                    </a:lnTo>
                    <a:lnTo>
                      <a:pt x="446" y="288"/>
                    </a:lnTo>
                    <a:lnTo>
                      <a:pt x="436" y="284"/>
                    </a:lnTo>
                    <a:lnTo>
                      <a:pt x="377" y="257"/>
                    </a:lnTo>
                    <a:lnTo>
                      <a:pt x="377" y="257"/>
                    </a:lnTo>
                    <a:lnTo>
                      <a:pt x="318" y="230"/>
                    </a:lnTo>
                    <a:lnTo>
                      <a:pt x="318" y="230"/>
                    </a:lnTo>
                    <a:lnTo>
                      <a:pt x="260" y="203"/>
                    </a:lnTo>
                    <a:lnTo>
                      <a:pt x="260" y="203"/>
                    </a:lnTo>
                    <a:lnTo>
                      <a:pt x="201" y="176"/>
                    </a:lnTo>
                    <a:lnTo>
                      <a:pt x="201" y="176"/>
                    </a:lnTo>
                    <a:lnTo>
                      <a:pt x="195" y="172"/>
                    </a:lnTo>
                    <a:lnTo>
                      <a:pt x="190" y="168"/>
                    </a:lnTo>
                    <a:lnTo>
                      <a:pt x="183" y="162"/>
                    </a:lnTo>
                    <a:lnTo>
                      <a:pt x="178" y="156"/>
                    </a:lnTo>
                    <a:lnTo>
                      <a:pt x="170" y="143"/>
                    </a:lnTo>
                    <a:lnTo>
                      <a:pt x="161" y="129"/>
                    </a:lnTo>
                    <a:lnTo>
                      <a:pt x="150" y="110"/>
                    </a:lnTo>
                    <a:lnTo>
                      <a:pt x="142" y="101"/>
                    </a:lnTo>
                    <a:lnTo>
                      <a:pt x="12" y="41"/>
                    </a:lnTo>
                    <a:close/>
                  </a:path>
                </a:pathLst>
              </a:custGeom>
              <a:solidFill>
                <a:srgbClr val="C8C8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9" name="Freeform 553">
                <a:extLst>
                  <a:ext uri="{FF2B5EF4-FFF2-40B4-BE49-F238E27FC236}">
                    <a16:creationId xmlns:a16="http://schemas.microsoft.com/office/drawing/2014/main" id="{4E61B953-D08F-4AC4-BD93-F4708F0EED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47801" y="4910138"/>
                <a:ext cx="211138" cy="130175"/>
              </a:xfrm>
              <a:custGeom>
                <a:avLst/>
                <a:gdLst>
                  <a:gd name="T0" fmla="*/ 632 w 665"/>
                  <a:gd name="T1" fmla="*/ 325 h 326"/>
                  <a:gd name="T2" fmla="*/ 496 w 665"/>
                  <a:gd name="T3" fmla="*/ 263 h 326"/>
                  <a:gd name="T4" fmla="*/ 487 w 665"/>
                  <a:gd name="T5" fmla="*/ 257 h 326"/>
                  <a:gd name="T6" fmla="*/ 482 w 665"/>
                  <a:gd name="T7" fmla="*/ 250 h 326"/>
                  <a:gd name="T8" fmla="*/ 482 w 665"/>
                  <a:gd name="T9" fmla="*/ 242 h 326"/>
                  <a:gd name="T10" fmla="*/ 486 w 665"/>
                  <a:gd name="T11" fmla="*/ 233 h 326"/>
                  <a:gd name="T12" fmla="*/ 492 w 665"/>
                  <a:gd name="T13" fmla="*/ 227 h 326"/>
                  <a:gd name="T14" fmla="*/ 502 w 665"/>
                  <a:gd name="T15" fmla="*/ 223 h 326"/>
                  <a:gd name="T16" fmla="*/ 512 w 665"/>
                  <a:gd name="T17" fmla="*/ 223 h 326"/>
                  <a:gd name="T18" fmla="*/ 522 w 665"/>
                  <a:gd name="T19" fmla="*/ 225 h 326"/>
                  <a:gd name="T20" fmla="*/ 657 w 665"/>
                  <a:gd name="T21" fmla="*/ 288 h 326"/>
                  <a:gd name="T22" fmla="*/ 663 w 665"/>
                  <a:gd name="T23" fmla="*/ 295 h 326"/>
                  <a:gd name="T24" fmla="*/ 665 w 665"/>
                  <a:gd name="T25" fmla="*/ 303 h 326"/>
                  <a:gd name="T26" fmla="*/ 664 w 665"/>
                  <a:gd name="T27" fmla="*/ 311 h 326"/>
                  <a:gd name="T28" fmla="*/ 658 w 665"/>
                  <a:gd name="T29" fmla="*/ 320 h 326"/>
                  <a:gd name="T30" fmla="*/ 646 w 665"/>
                  <a:gd name="T31" fmla="*/ 325 h 326"/>
                  <a:gd name="T32" fmla="*/ 157 w 665"/>
                  <a:gd name="T33" fmla="*/ 104 h 326"/>
                  <a:gd name="T34" fmla="*/ 150 w 665"/>
                  <a:gd name="T35" fmla="*/ 103 h 326"/>
                  <a:gd name="T36" fmla="*/ 13 w 665"/>
                  <a:gd name="T37" fmla="*/ 41 h 326"/>
                  <a:gd name="T38" fmla="*/ 6 w 665"/>
                  <a:gd name="T39" fmla="*/ 35 h 326"/>
                  <a:gd name="T40" fmla="*/ 1 w 665"/>
                  <a:gd name="T41" fmla="*/ 27 h 326"/>
                  <a:gd name="T42" fmla="*/ 1 w 665"/>
                  <a:gd name="T43" fmla="*/ 19 h 326"/>
                  <a:gd name="T44" fmla="*/ 3 w 665"/>
                  <a:gd name="T45" fmla="*/ 11 h 326"/>
                  <a:gd name="T46" fmla="*/ 11 w 665"/>
                  <a:gd name="T47" fmla="*/ 5 h 326"/>
                  <a:gd name="T48" fmla="*/ 20 w 665"/>
                  <a:gd name="T49" fmla="*/ 1 h 326"/>
                  <a:gd name="T50" fmla="*/ 31 w 665"/>
                  <a:gd name="T51" fmla="*/ 0 h 326"/>
                  <a:gd name="T52" fmla="*/ 41 w 665"/>
                  <a:gd name="T53" fmla="*/ 3 h 326"/>
                  <a:gd name="T54" fmla="*/ 174 w 665"/>
                  <a:gd name="T55" fmla="*/ 66 h 326"/>
                  <a:gd name="T56" fmla="*/ 182 w 665"/>
                  <a:gd name="T57" fmla="*/ 72 h 326"/>
                  <a:gd name="T58" fmla="*/ 184 w 665"/>
                  <a:gd name="T59" fmla="*/ 80 h 326"/>
                  <a:gd name="T60" fmla="*/ 183 w 665"/>
                  <a:gd name="T61" fmla="*/ 89 h 326"/>
                  <a:gd name="T62" fmla="*/ 176 w 665"/>
                  <a:gd name="T63" fmla="*/ 97 h 326"/>
                  <a:gd name="T64" fmla="*/ 165 w 665"/>
                  <a:gd name="T65" fmla="*/ 103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65" h="326">
                    <a:moveTo>
                      <a:pt x="638" y="326"/>
                    </a:moveTo>
                    <a:lnTo>
                      <a:pt x="632" y="325"/>
                    </a:lnTo>
                    <a:lnTo>
                      <a:pt x="624" y="323"/>
                    </a:lnTo>
                    <a:lnTo>
                      <a:pt x="496" y="263"/>
                    </a:lnTo>
                    <a:lnTo>
                      <a:pt x="491" y="261"/>
                    </a:lnTo>
                    <a:lnTo>
                      <a:pt x="487" y="257"/>
                    </a:lnTo>
                    <a:lnTo>
                      <a:pt x="484" y="254"/>
                    </a:lnTo>
                    <a:lnTo>
                      <a:pt x="482" y="250"/>
                    </a:lnTo>
                    <a:lnTo>
                      <a:pt x="482" y="246"/>
                    </a:lnTo>
                    <a:lnTo>
                      <a:pt x="482" y="242"/>
                    </a:lnTo>
                    <a:lnTo>
                      <a:pt x="483" y="237"/>
                    </a:lnTo>
                    <a:lnTo>
                      <a:pt x="486" y="233"/>
                    </a:lnTo>
                    <a:lnTo>
                      <a:pt x="488" y="230"/>
                    </a:lnTo>
                    <a:lnTo>
                      <a:pt x="492" y="227"/>
                    </a:lnTo>
                    <a:lnTo>
                      <a:pt x="497" y="225"/>
                    </a:lnTo>
                    <a:lnTo>
                      <a:pt x="502" y="223"/>
                    </a:lnTo>
                    <a:lnTo>
                      <a:pt x="507" y="223"/>
                    </a:lnTo>
                    <a:lnTo>
                      <a:pt x="512" y="223"/>
                    </a:lnTo>
                    <a:lnTo>
                      <a:pt x="517" y="224"/>
                    </a:lnTo>
                    <a:lnTo>
                      <a:pt x="522" y="225"/>
                    </a:lnTo>
                    <a:lnTo>
                      <a:pt x="652" y="285"/>
                    </a:lnTo>
                    <a:lnTo>
                      <a:pt x="657" y="288"/>
                    </a:lnTo>
                    <a:lnTo>
                      <a:pt x="661" y="291"/>
                    </a:lnTo>
                    <a:lnTo>
                      <a:pt x="663" y="295"/>
                    </a:lnTo>
                    <a:lnTo>
                      <a:pt x="664" y="299"/>
                    </a:lnTo>
                    <a:lnTo>
                      <a:pt x="665" y="303"/>
                    </a:lnTo>
                    <a:lnTo>
                      <a:pt x="665" y="307"/>
                    </a:lnTo>
                    <a:lnTo>
                      <a:pt x="664" y="311"/>
                    </a:lnTo>
                    <a:lnTo>
                      <a:pt x="662" y="315"/>
                    </a:lnTo>
                    <a:lnTo>
                      <a:pt x="658" y="320"/>
                    </a:lnTo>
                    <a:lnTo>
                      <a:pt x="652" y="323"/>
                    </a:lnTo>
                    <a:lnTo>
                      <a:pt x="646" y="325"/>
                    </a:lnTo>
                    <a:lnTo>
                      <a:pt x="638" y="326"/>
                    </a:lnTo>
                    <a:close/>
                    <a:moveTo>
                      <a:pt x="157" y="104"/>
                    </a:moveTo>
                    <a:lnTo>
                      <a:pt x="157" y="104"/>
                    </a:lnTo>
                    <a:lnTo>
                      <a:pt x="150" y="103"/>
                    </a:lnTo>
                    <a:lnTo>
                      <a:pt x="143" y="101"/>
                    </a:lnTo>
                    <a:lnTo>
                      <a:pt x="13" y="41"/>
                    </a:lnTo>
                    <a:lnTo>
                      <a:pt x="10" y="38"/>
                    </a:lnTo>
                    <a:lnTo>
                      <a:pt x="6" y="35"/>
                    </a:lnTo>
                    <a:lnTo>
                      <a:pt x="3" y="31"/>
                    </a:lnTo>
                    <a:lnTo>
                      <a:pt x="1" y="27"/>
                    </a:lnTo>
                    <a:lnTo>
                      <a:pt x="0" y="23"/>
                    </a:lnTo>
                    <a:lnTo>
                      <a:pt x="1" y="19"/>
                    </a:lnTo>
                    <a:lnTo>
                      <a:pt x="1" y="15"/>
                    </a:lnTo>
                    <a:lnTo>
                      <a:pt x="3" y="11"/>
                    </a:lnTo>
                    <a:lnTo>
                      <a:pt x="7" y="7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1"/>
                    </a:lnTo>
                    <a:lnTo>
                      <a:pt x="26" y="0"/>
                    </a:lnTo>
                    <a:lnTo>
                      <a:pt x="31" y="0"/>
                    </a:lnTo>
                    <a:lnTo>
                      <a:pt x="36" y="1"/>
                    </a:lnTo>
                    <a:lnTo>
                      <a:pt x="41" y="3"/>
                    </a:lnTo>
                    <a:lnTo>
                      <a:pt x="171" y="63"/>
                    </a:lnTo>
                    <a:lnTo>
                      <a:pt x="174" y="66"/>
                    </a:lnTo>
                    <a:lnTo>
                      <a:pt x="178" y="69"/>
                    </a:lnTo>
                    <a:lnTo>
                      <a:pt x="182" y="72"/>
                    </a:lnTo>
                    <a:lnTo>
                      <a:pt x="183" y="76"/>
                    </a:lnTo>
                    <a:lnTo>
                      <a:pt x="184" y="80"/>
                    </a:lnTo>
                    <a:lnTo>
                      <a:pt x="184" y="85"/>
                    </a:lnTo>
                    <a:lnTo>
                      <a:pt x="183" y="89"/>
                    </a:lnTo>
                    <a:lnTo>
                      <a:pt x="181" y="93"/>
                    </a:lnTo>
                    <a:lnTo>
                      <a:pt x="176" y="97"/>
                    </a:lnTo>
                    <a:lnTo>
                      <a:pt x="171" y="101"/>
                    </a:lnTo>
                    <a:lnTo>
                      <a:pt x="165" y="103"/>
                    </a:lnTo>
                    <a:lnTo>
                      <a:pt x="157" y="104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0" name="Freeform 554">
                <a:extLst>
                  <a:ext uri="{FF2B5EF4-FFF2-40B4-BE49-F238E27FC236}">
                    <a16:creationId xmlns:a16="http://schemas.microsoft.com/office/drawing/2014/main" id="{B177B848-FD1D-4045-90ED-E057721ED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426" y="5245100"/>
                <a:ext cx="106363" cy="215900"/>
              </a:xfrm>
              <a:custGeom>
                <a:avLst/>
                <a:gdLst>
                  <a:gd name="T0" fmla="*/ 45 w 337"/>
                  <a:gd name="T1" fmla="*/ 533 h 544"/>
                  <a:gd name="T2" fmla="*/ 42 w 337"/>
                  <a:gd name="T3" fmla="*/ 536 h 544"/>
                  <a:gd name="T4" fmla="*/ 38 w 337"/>
                  <a:gd name="T5" fmla="*/ 539 h 544"/>
                  <a:gd name="T6" fmla="*/ 35 w 337"/>
                  <a:gd name="T7" fmla="*/ 541 h 544"/>
                  <a:gd name="T8" fmla="*/ 31 w 337"/>
                  <a:gd name="T9" fmla="*/ 543 h 544"/>
                  <a:gd name="T10" fmla="*/ 27 w 337"/>
                  <a:gd name="T11" fmla="*/ 544 h 544"/>
                  <a:gd name="T12" fmla="*/ 22 w 337"/>
                  <a:gd name="T13" fmla="*/ 544 h 544"/>
                  <a:gd name="T14" fmla="*/ 17 w 337"/>
                  <a:gd name="T15" fmla="*/ 543 h 544"/>
                  <a:gd name="T16" fmla="*/ 13 w 337"/>
                  <a:gd name="T17" fmla="*/ 542 h 544"/>
                  <a:gd name="T18" fmla="*/ 8 w 337"/>
                  <a:gd name="T19" fmla="*/ 540 h 544"/>
                  <a:gd name="T20" fmla="*/ 6 w 337"/>
                  <a:gd name="T21" fmla="*/ 538 h 544"/>
                  <a:gd name="T22" fmla="*/ 2 w 337"/>
                  <a:gd name="T23" fmla="*/ 535 h 544"/>
                  <a:gd name="T24" fmla="*/ 1 w 337"/>
                  <a:gd name="T25" fmla="*/ 531 h 544"/>
                  <a:gd name="T26" fmla="*/ 0 w 337"/>
                  <a:gd name="T27" fmla="*/ 528 h 544"/>
                  <a:gd name="T28" fmla="*/ 0 w 337"/>
                  <a:gd name="T29" fmla="*/ 524 h 544"/>
                  <a:gd name="T30" fmla="*/ 0 w 337"/>
                  <a:gd name="T31" fmla="*/ 521 h 544"/>
                  <a:gd name="T32" fmla="*/ 1 w 337"/>
                  <a:gd name="T33" fmla="*/ 517 h 544"/>
                  <a:gd name="T34" fmla="*/ 292 w 337"/>
                  <a:gd name="T35" fmla="*/ 11 h 544"/>
                  <a:gd name="T36" fmla="*/ 295 w 337"/>
                  <a:gd name="T37" fmla="*/ 8 h 544"/>
                  <a:gd name="T38" fmla="*/ 297 w 337"/>
                  <a:gd name="T39" fmla="*/ 5 h 544"/>
                  <a:gd name="T40" fmla="*/ 301 w 337"/>
                  <a:gd name="T41" fmla="*/ 3 h 544"/>
                  <a:gd name="T42" fmla="*/ 305 w 337"/>
                  <a:gd name="T43" fmla="*/ 1 h 544"/>
                  <a:gd name="T44" fmla="*/ 310 w 337"/>
                  <a:gd name="T45" fmla="*/ 0 h 544"/>
                  <a:gd name="T46" fmla="*/ 313 w 337"/>
                  <a:gd name="T47" fmla="*/ 0 h 544"/>
                  <a:gd name="T48" fmla="*/ 318 w 337"/>
                  <a:gd name="T49" fmla="*/ 1 h 544"/>
                  <a:gd name="T50" fmla="*/ 323 w 337"/>
                  <a:gd name="T51" fmla="*/ 2 h 544"/>
                  <a:gd name="T52" fmla="*/ 327 w 337"/>
                  <a:gd name="T53" fmla="*/ 4 h 544"/>
                  <a:gd name="T54" fmla="*/ 331 w 337"/>
                  <a:gd name="T55" fmla="*/ 6 h 544"/>
                  <a:gd name="T56" fmla="*/ 333 w 337"/>
                  <a:gd name="T57" fmla="*/ 9 h 544"/>
                  <a:gd name="T58" fmla="*/ 336 w 337"/>
                  <a:gd name="T59" fmla="*/ 13 h 544"/>
                  <a:gd name="T60" fmla="*/ 337 w 337"/>
                  <a:gd name="T61" fmla="*/ 16 h 544"/>
                  <a:gd name="T62" fmla="*/ 337 w 337"/>
                  <a:gd name="T63" fmla="*/ 20 h 544"/>
                  <a:gd name="T64" fmla="*/ 336 w 337"/>
                  <a:gd name="T65" fmla="*/ 23 h 544"/>
                  <a:gd name="T66" fmla="*/ 334 w 337"/>
                  <a:gd name="T67" fmla="*/ 27 h 544"/>
                  <a:gd name="T68" fmla="*/ 45 w 337"/>
                  <a:gd name="T69" fmla="*/ 533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37" h="544">
                    <a:moveTo>
                      <a:pt x="45" y="533"/>
                    </a:moveTo>
                    <a:lnTo>
                      <a:pt x="42" y="536"/>
                    </a:lnTo>
                    <a:lnTo>
                      <a:pt x="38" y="539"/>
                    </a:lnTo>
                    <a:lnTo>
                      <a:pt x="35" y="541"/>
                    </a:lnTo>
                    <a:lnTo>
                      <a:pt x="31" y="543"/>
                    </a:lnTo>
                    <a:lnTo>
                      <a:pt x="27" y="544"/>
                    </a:lnTo>
                    <a:lnTo>
                      <a:pt x="22" y="544"/>
                    </a:lnTo>
                    <a:lnTo>
                      <a:pt x="17" y="543"/>
                    </a:lnTo>
                    <a:lnTo>
                      <a:pt x="13" y="542"/>
                    </a:lnTo>
                    <a:lnTo>
                      <a:pt x="8" y="540"/>
                    </a:lnTo>
                    <a:lnTo>
                      <a:pt x="6" y="538"/>
                    </a:lnTo>
                    <a:lnTo>
                      <a:pt x="2" y="535"/>
                    </a:lnTo>
                    <a:lnTo>
                      <a:pt x="1" y="531"/>
                    </a:lnTo>
                    <a:lnTo>
                      <a:pt x="0" y="528"/>
                    </a:lnTo>
                    <a:lnTo>
                      <a:pt x="0" y="524"/>
                    </a:lnTo>
                    <a:lnTo>
                      <a:pt x="0" y="521"/>
                    </a:lnTo>
                    <a:lnTo>
                      <a:pt x="1" y="517"/>
                    </a:lnTo>
                    <a:lnTo>
                      <a:pt x="292" y="11"/>
                    </a:lnTo>
                    <a:lnTo>
                      <a:pt x="295" y="8"/>
                    </a:lnTo>
                    <a:lnTo>
                      <a:pt x="297" y="5"/>
                    </a:lnTo>
                    <a:lnTo>
                      <a:pt x="301" y="3"/>
                    </a:lnTo>
                    <a:lnTo>
                      <a:pt x="305" y="1"/>
                    </a:lnTo>
                    <a:lnTo>
                      <a:pt x="310" y="0"/>
                    </a:lnTo>
                    <a:lnTo>
                      <a:pt x="313" y="0"/>
                    </a:lnTo>
                    <a:lnTo>
                      <a:pt x="318" y="1"/>
                    </a:lnTo>
                    <a:lnTo>
                      <a:pt x="323" y="2"/>
                    </a:lnTo>
                    <a:lnTo>
                      <a:pt x="327" y="4"/>
                    </a:lnTo>
                    <a:lnTo>
                      <a:pt x="331" y="6"/>
                    </a:lnTo>
                    <a:lnTo>
                      <a:pt x="333" y="9"/>
                    </a:lnTo>
                    <a:lnTo>
                      <a:pt x="336" y="13"/>
                    </a:lnTo>
                    <a:lnTo>
                      <a:pt x="337" y="16"/>
                    </a:lnTo>
                    <a:lnTo>
                      <a:pt x="337" y="20"/>
                    </a:lnTo>
                    <a:lnTo>
                      <a:pt x="336" y="23"/>
                    </a:lnTo>
                    <a:lnTo>
                      <a:pt x="334" y="27"/>
                    </a:lnTo>
                    <a:lnTo>
                      <a:pt x="45" y="5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1" name="Freeform 555">
                <a:extLst>
                  <a:ext uri="{FF2B5EF4-FFF2-40B4-BE49-F238E27FC236}">
                    <a16:creationId xmlns:a16="http://schemas.microsoft.com/office/drawing/2014/main" id="{3DC330EE-2A08-4EFD-9B5F-CBBAA4D89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4301" y="5073650"/>
                <a:ext cx="182563" cy="341313"/>
              </a:xfrm>
              <a:custGeom>
                <a:avLst/>
                <a:gdLst>
                  <a:gd name="T0" fmla="*/ 501 w 573"/>
                  <a:gd name="T1" fmla="*/ 17 h 862"/>
                  <a:gd name="T2" fmla="*/ 505 w 573"/>
                  <a:gd name="T3" fmla="*/ 12 h 862"/>
                  <a:gd name="T4" fmla="*/ 510 w 573"/>
                  <a:gd name="T5" fmla="*/ 8 h 862"/>
                  <a:gd name="T6" fmla="*/ 516 w 573"/>
                  <a:gd name="T7" fmla="*/ 4 h 862"/>
                  <a:gd name="T8" fmla="*/ 523 w 573"/>
                  <a:gd name="T9" fmla="*/ 2 h 862"/>
                  <a:gd name="T10" fmla="*/ 530 w 573"/>
                  <a:gd name="T11" fmla="*/ 1 h 862"/>
                  <a:gd name="T12" fmla="*/ 538 w 573"/>
                  <a:gd name="T13" fmla="*/ 0 h 862"/>
                  <a:gd name="T14" fmla="*/ 545 w 573"/>
                  <a:gd name="T15" fmla="*/ 1 h 862"/>
                  <a:gd name="T16" fmla="*/ 551 w 573"/>
                  <a:gd name="T17" fmla="*/ 3 h 862"/>
                  <a:gd name="T18" fmla="*/ 558 w 573"/>
                  <a:gd name="T19" fmla="*/ 7 h 862"/>
                  <a:gd name="T20" fmla="*/ 564 w 573"/>
                  <a:gd name="T21" fmla="*/ 11 h 862"/>
                  <a:gd name="T22" fmla="*/ 568 w 573"/>
                  <a:gd name="T23" fmla="*/ 15 h 862"/>
                  <a:gd name="T24" fmla="*/ 570 w 573"/>
                  <a:gd name="T25" fmla="*/ 21 h 862"/>
                  <a:gd name="T26" fmla="*/ 573 w 573"/>
                  <a:gd name="T27" fmla="*/ 26 h 862"/>
                  <a:gd name="T28" fmla="*/ 573 w 573"/>
                  <a:gd name="T29" fmla="*/ 32 h 862"/>
                  <a:gd name="T30" fmla="*/ 571 w 573"/>
                  <a:gd name="T31" fmla="*/ 38 h 862"/>
                  <a:gd name="T32" fmla="*/ 569 w 573"/>
                  <a:gd name="T33" fmla="*/ 43 h 862"/>
                  <a:gd name="T34" fmla="*/ 72 w 573"/>
                  <a:gd name="T35" fmla="*/ 845 h 862"/>
                  <a:gd name="T36" fmla="*/ 68 w 573"/>
                  <a:gd name="T37" fmla="*/ 850 h 862"/>
                  <a:gd name="T38" fmla="*/ 63 w 573"/>
                  <a:gd name="T39" fmla="*/ 854 h 862"/>
                  <a:gd name="T40" fmla="*/ 57 w 573"/>
                  <a:gd name="T41" fmla="*/ 858 h 862"/>
                  <a:gd name="T42" fmla="*/ 50 w 573"/>
                  <a:gd name="T43" fmla="*/ 860 h 862"/>
                  <a:gd name="T44" fmla="*/ 43 w 573"/>
                  <a:gd name="T45" fmla="*/ 861 h 862"/>
                  <a:gd name="T46" fmla="*/ 35 w 573"/>
                  <a:gd name="T47" fmla="*/ 862 h 862"/>
                  <a:gd name="T48" fmla="*/ 29 w 573"/>
                  <a:gd name="T49" fmla="*/ 861 h 862"/>
                  <a:gd name="T50" fmla="*/ 22 w 573"/>
                  <a:gd name="T51" fmla="*/ 858 h 862"/>
                  <a:gd name="T52" fmla="*/ 15 w 573"/>
                  <a:gd name="T53" fmla="*/ 855 h 862"/>
                  <a:gd name="T54" fmla="*/ 9 w 573"/>
                  <a:gd name="T55" fmla="*/ 851 h 862"/>
                  <a:gd name="T56" fmla="*/ 5 w 573"/>
                  <a:gd name="T57" fmla="*/ 847 h 862"/>
                  <a:gd name="T58" fmla="*/ 3 w 573"/>
                  <a:gd name="T59" fmla="*/ 841 h 862"/>
                  <a:gd name="T60" fmla="*/ 2 w 573"/>
                  <a:gd name="T61" fmla="*/ 836 h 862"/>
                  <a:gd name="T62" fmla="*/ 0 w 573"/>
                  <a:gd name="T63" fmla="*/ 830 h 862"/>
                  <a:gd name="T64" fmla="*/ 2 w 573"/>
                  <a:gd name="T65" fmla="*/ 824 h 862"/>
                  <a:gd name="T66" fmla="*/ 4 w 573"/>
                  <a:gd name="T67" fmla="*/ 819 h 862"/>
                  <a:gd name="T68" fmla="*/ 501 w 573"/>
                  <a:gd name="T69" fmla="*/ 17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3" h="862">
                    <a:moveTo>
                      <a:pt x="501" y="17"/>
                    </a:moveTo>
                    <a:lnTo>
                      <a:pt x="505" y="12"/>
                    </a:lnTo>
                    <a:lnTo>
                      <a:pt x="510" y="8"/>
                    </a:lnTo>
                    <a:lnTo>
                      <a:pt x="516" y="4"/>
                    </a:lnTo>
                    <a:lnTo>
                      <a:pt x="523" y="2"/>
                    </a:lnTo>
                    <a:lnTo>
                      <a:pt x="530" y="1"/>
                    </a:lnTo>
                    <a:lnTo>
                      <a:pt x="538" y="0"/>
                    </a:lnTo>
                    <a:lnTo>
                      <a:pt x="545" y="1"/>
                    </a:lnTo>
                    <a:lnTo>
                      <a:pt x="551" y="3"/>
                    </a:lnTo>
                    <a:lnTo>
                      <a:pt x="558" y="7"/>
                    </a:lnTo>
                    <a:lnTo>
                      <a:pt x="564" y="11"/>
                    </a:lnTo>
                    <a:lnTo>
                      <a:pt x="568" y="15"/>
                    </a:lnTo>
                    <a:lnTo>
                      <a:pt x="570" y="21"/>
                    </a:lnTo>
                    <a:lnTo>
                      <a:pt x="573" y="26"/>
                    </a:lnTo>
                    <a:lnTo>
                      <a:pt x="573" y="32"/>
                    </a:lnTo>
                    <a:lnTo>
                      <a:pt x="571" y="38"/>
                    </a:lnTo>
                    <a:lnTo>
                      <a:pt x="569" y="43"/>
                    </a:lnTo>
                    <a:lnTo>
                      <a:pt x="72" y="845"/>
                    </a:lnTo>
                    <a:lnTo>
                      <a:pt x="68" y="850"/>
                    </a:lnTo>
                    <a:lnTo>
                      <a:pt x="63" y="854"/>
                    </a:lnTo>
                    <a:lnTo>
                      <a:pt x="57" y="858"/>
                    </a:lnTo>
                    <a:lnTo>
                      <a:pt x="50" y="860"/>
                    </a:lnTo>
                    <a:lnTo>
                      <a:pt x="43" y="861"/>
                    </a:lnTo>
                    <a:lnTo>
                      <a:pt x="35" y="862"/>
                    </a:lnTo>
                    <a:lnTo>
                      <a:pt x="29" y="861"/>
                    </a:lnTo>
                    <a:lnTo>
                      <a:pt x="22" y="858"/>
                    </a:lnTo>
                    <a:lnTo>
                      <a:pt x="15" y="855"/>
                    </a:lnTo>
                    <a:lnTo>
                      <a:pt x="9" y="851"/>
                    </a:lnTo>
                    <a:lnTo>
                      <a:pt x="5" y="847"/>
                    </a:lnTo>
                    <a:lnTo>
                      <a:pt x="3" y="841"/>
                    </a:lnTo>
                    <a:lnTo>
                      <a:pt x="2" y="836"/>
                    </a:lnTo>
                    <a:lnTo>
                      <a:pt x="0" y="830"/>
                    </a:lnTo>
                    <a:lnTo>
                      <a:pt x="2" y="824"/>
                    </a:lnTo>
                    <a:lnTo>
                      <a:pt x="4" y="819"/>
                    </a:lnTo>
                    <a:lnTo>
                      <a:pt x="501" y="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2" name="Freeform 556">
                <a:extLst>
                  <a:ext uri="{FF2B5EF4-FFF2-40B4-BE49-F238E27FC236}">
                    <a16:creationId xmlns:a16="http://schemas.microsoft.com/office/drawing/2014/main" id="{F427FB01-E7A0-42B5-A46B-E78AE49C5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363" y="5353050"/>
                <a:ext cx="55563" cy="96838"/>
              </a:xfrm>
              <a:custGeom>
                <a:avLst/>
                <a:gdLst>
                  <a:gd name="T0" fmla="*/ 87 w 176"/>
                  <a:gd name="T1" fmla="*/ 9 h 244"/>
                  <a:gd name="T2" fmla="*/ 78 w 176"/>
                  <a:gd name="T3" fmla="*/ 14 h 244"/>
                  <a:gd name="T4" fmla="*/ 70 w 176"/>
                  <a:gd name="T5" fmla="*/ 19 h 244"/>
                  <a:gd name="T6" fmla="*/ 62 w 176"/>
                  <a:gd name="T7" fmla="*/ 25 h 244"/>
                  <a:gd name="T8" fmla="*/ 53 w 176"/>
                  <a:gd name="T9" fmla="*/ 31 h 244"/>
                  <a:gd name="T10" fmla="*/ 46 w 176"/>
                  <a:gd name="T11" fmla="*/ 38 h 244"/>
                  <a:gd name="T12" fmla="*/ 38 w 176"/>
                  <a:gd name="T13" fmla="*/ 46 h 244"/>
                  <a:gd name="T14" fmla="*/ 32 w 176"/>
                  <a:gd name="T15" fmla="*/ 54 h 244"/>
                  <a:gd name="T16" fmla="*/ 26 w 176"/>
                  <a:gd name="T17" fmla="*/ 62 h 244"/>
                  <a:gd name="T18" fmla="*/ 20 w 176"/>
                  <a:gd name="T19" fmla="*/ 70 h 244"/>
                  <a:gd name="T20" fmla="*/ 15 w 176"/>
                  <a:gd name="T21" fmla="*/ 79 h 244"/>
                  <a:gd name="T22" fmla="*/ 11 w 176"/>
                  <a:gd name="T23" fmla="*/ 88 h 244"/>
                  <a:gd name="T24" fmla="*/ 7 w 176"/>
                  <a:gd name="T25" fmla="*/ 96 h 244"/>
                  <a:gd name="T26" fmla="*/ 3 w 176"/>
                  <a:gd name="T27" fmla="*/ 105 h 244"/>
                  <a:gd name="T28" fmla="*/ 1 w 176"/>
                  <a:gd name="T29" fmla="*/ 114 h 244"/>
                  <a:gd name="T30" fmla="*/ 0 w 176"/>
                  <a:gd name="T31" fmla="*/ 123 h 244"/>
                  <a:gd name="T32" fmla="*/ 0 w 176"/>
                  <a:gd name="T33" fmla="*/ 131 h 244"/>
                  <a:gd name="T34" fmla="*/ 0 w 176"/>
                  <a:gd name="T35" fmla="*/ 139 h 244"/>
                  <a:gd name="T36" fmla="*/ 1 w 176"/>
                  <a:gd name="T37" fmla="*/ 146 h 244"/>
                  <a:gd name="T38" fmla="*/ 3 w 176"/>
                  <a:gd name="T39" fmla="*/ 152 h 244"/>
                  <a:gd name="T40" fmla="*/ 6 w 176"/>
                  <a:gd name="T41" fmla="*/ 158 h 244"/>
                  <a:gd name="T42" fmla="*/ 8 w 176"/>
                  <a:gd name="T43" fmla="*/ 163 h 244"/>
                  <a:gd name="T44" fmla="*/ 12 w 176"/>
                  <a:gd name="T45" fmla="*/ 167 h 244"/>
                  <a:gd name="T46" fmla="*/ 16 w 176"/>
                  <a:gd name="T47" fmla="*/ 171 h 244"/>
                  <a:gd name="T48" fmla="*/ 21 w 176"/>
                  <a:gd name="T49" fmla="*/ 175 h 244"/>
                  <a:gd name="T50" fmla="*/ 26 w 176"/>
                  <a:gd name="T51" fmla="*/ 177 h 244"/>
                  <a:gd name="T52" fmla="*/ 32 w 176"/>
                  <a:gd name="T53" fmla="*/ 179 h 244"/>
                  <a:gd name="T54" fmla="*/ 38 w 176"/>
                  <a:gd name="T55" fmla="*/ 181 h 244"/>
                  <a:gd name="T56" fmla="*/ 45 w 176"/>
                  <a:gd name="T57" fmla="*/ 182 h 244"/>
                  <a:gd name="T58" fmla="*/ 52 w 176"/>
                  <a:gd name="T59" fmla="*/ 182 h 244"/>
                  <a:gd name="T60" fmla="*/ 58 w 176"/>
                  <a:gd name="T61" fmla="*/ 181 h 244"/>
                  <a:gd name="T62" fmla="*/ 66 w 176"/>
                  <a:gd name="T63" fmla="*/ 179 h 244"/>
                  <a:gd name="T64" fmla="*/ 75 w 176"/>
                  <a:gd name="T65" fmla="*/ 177 h 244"/>
                  <a:gd name="T66" fmla="*/ 75 w 176"/>
                  <a:gd name="T67" fmla="*/ 244 h 244"/>
                  <a:gd name="T68" fmla="*/ 101 w 176"/>
                  <a:gd name="T69" fmla="*/ 244 h 244"/>
                  <a:gd name="T70" fmla="*/ 101 w 176"/>
                  <a:gd name="T71" fmla="*/ 165 h 244"/>
                  <a:gd name="T72" fmla="*/ 117 w 176"/>
                  <a:gd name="T73" fmla="*/ 154 h 244"/>
                  <a:gd name="T74" fmla="*/ 131 w 176"/>
                  <a:gd name="T75" fmla="*/ 142 h 244"/>
                  <a:gd name="T76" fmla="*/ 143 w 176"/>
                  <a:gd name="T77" fmla="*/ 128 h 244"/>
                  <a:gd name="T78" fmla="*/ 155 w 176"/>
                  <a:gd name="T79" fmla="*/ 113 h 244"/>
                  <a:gd name="T80" fmla="*/ 163 w 176"/>
                  <a:gd name="T81" fmla="*/ 97 h 244"/>
                  <a:gd name="T82" fmla="*/ 170 w 176"/>
                  <a:gd name="T83" fmla="*/ 81 h 244"/>
                  <a:gd name="T84" fmla="*/ 172 w 176"/>
                  <a:gd name="T85" fmla="*/ 73 h 244"/>
                  <a:gd name="T86" fmla="*/ 175 w 176"/>
                  <a:gd name="T87" fmla="*/ 65 h 244"/>
                  <a:gd name="T88" fmla="*/ 176 w 176"/>
                  <a:gd name="T89" fmla="*/ 58 h 244"/>
                  <a:gd name="T90" fmla="*/ 176 w 176"/>
                  <a:gd name="T91" fmla="*/ 50 h 244"/>
                  <a:gd name="T92" fmla="*/ 176 w 176"/>
                  <a:gd name="T93" fmla="*/ 42 h 244"/>
                  <a:gd name="T94" fmla="*/ 175 w 176"/>
                  <a:gd name="T95" fmla="*/ 34 h 244"/>
                  <a:gd name="T96" fmla="*/ 172 w 176"/>
                  <a:gd name="T97" fmla="*/ 28 h 244"/>
                  <a:gd name="T98" fmla="*/ 168 w 176"/>
                  <a:gd name="T99" fmla="*/ 21 h 244"/>
                  <a:gd name="T100" fmla="*/ 165 w 176"/>
                  <a:gd name="T101" fmla="*/ 16 h 244"/>
                  <a:gd name="T102" fmla="*/ 161 w 176"/>
                  <a:gd name="T103" fmla="*/ 11 h 244"/>
                  <a:gd name="T104" fmla="*/ 156 w 176"/>
                  <a:gd name="T105" fmla="*/ 7 h 244"/>
                  <a:gd name="T106" fmla="*/ 150 w 176"/>
                  <a:gd name="T107" fmla="*/ 4 h 244"/>
                  <a:gd name="T108" fmla="*/ 143 w 176"/>
                  <a:gd name="T109" fmla="*/ 2 h 244"/>
                  <a:gd name="T110" fmla="*/ 137 w 176"/>
                  <a:gd name="T111" fmla="*/ 0 h 244"/>
                  <a:gd name="T112" fmla="*/ 130 w 176"/>
                  <a:gd name="T113" fmla="*/ 0 h 244"/>
                  <a:gd name="T114" fmla="*/ 122 w 176"/>
                  <a:gd name="T115" fmla="*/ 0 h 244"/>
                  <a:gd name="T116" fmla="*/ 113 w 176"/>
                  <a:gd name="T117" fmla="*/ 1 h 244"/>
                  <a:gd name="T118" fmla="*/ 106 w 176"/>
                  <a:gd name="T119" fmla="*/ 3 h 244"/>
                  <a:gd name="T120" fmla="*/ 97 w 176"/>
                  <a:gd name="T121" fmla="*/ 5 h 244"/>
                  <a:gd name="T122" fmla="*/ 87 w 176"/>
                  <a:gd name="T123" fmla="*/ 9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6" h="244">
                    <a:moveTo>
                      <a:pt x="87" y="9"/>
                    </a:moveTo>
                    <a:lnTo>
                      <a:pt x="78" y="14"/>
                    </a:lnTo>
                    <a:lnTo>
                      <a:pt x="70" y="19"/>
                    </a:lnTo>
                    <a:lnTo>
                      <a:pt x="62" y="25"/>
                    </a:lnTo>
                    <a:lnTo>
                      <a:pt x="53" y="31"/>
                    </a:lnTo>
                    <a:lnTo>
                      <a:pt x="46" y="38"/>
                    </a:lnTo>
                    <a:lnTo>
                      <a:pt x="38" y="46"/>
                    </a:lnTo>
                    <a:lnTo>
                      <a:pt x="32" y="54"/>
                    </a:lnTo>
                    <a:lnTo>
                      <a:pt x="26" y="62"/>
                    </a:lnTo>
                    <a:lnTo>
                      <a:pt x="20" y="70"/>
                    </a:lnTo>
                    <a:lnTo>
                      <a:pt x="15" y="79"/>
                    </a:lnTo>
                    <a:lnTo>
                      <a:pt x="11" y="88"/>
                    </a:lnTo>
                    <a:lnTo>
                      <a:pt x="7" y="96"/>
                    </a:lnTo>
                    <a:lnTo>
                      <a:pt x="3" y="105"/>
                    </a:lnTo>
                    <a:lnTo>
                      <a:pt x="1" y="114"/>
                    </a:lnTo>
                    <a:lnTo>
                      <a:pt x="0" y="123"/>
                    </a:lnTo>
                    <a:lnTo>
                      <a:pt x="0" y="131"/>
                    </a:lnTo>
                    <a:lnTo>
                      <a:pt x="0" y="139"/>
                    </a:lnTo>
                    <a:lnTo>
                      <a:pt x="1" y="146"/>
                    </a:lnTo>
                    <a:lnTo>
                      <a:pt x="3" y="152"/>
                    </a:lnTo>
                    <a:lnTo>
                      <a:pt x="6" y="158"/>
                    </a:lnTo>
                    <a:lnTo>
                      <a:pt x="8" y="163"/>
                    </a:lnTo>
                    <a:lnTo>
                      <a:pt x="12" y="167"/>
                    </a:lnTo>
                    <a:lnTo>
                      <a:pt x="16" y="171"/>
                    </a:lnTo>
                    <a:lnTo>
                      <a:pt x="21" y="175"/>
                    </a:lnTo>
                    <a:lnTo>
                      <a:pt x="26" y="177"/>
                    </a:lnTo>
                    <a:lnTo>
                      <a:pt x="32" y="179"/>
                    </a:lnTo>
                    <a:lnTo>
                      <a:pt x="38" y="181"/>
                    </a:lnTo>
                    <a:lnTo>
                      <a:pt x="45" y="182"/>
                    </a:lnTo>
                    <a:lnTo>
                      <a:pt x="52" y="182"/>
                    </a:lnTo>
                    <a:lnTo>
                      <a:pt x="58" y="181"/>
                    </a:lnTo>
                    <a:lnTo>
                      <a:pt x="66" y="179"/>
                    </a:lnTo>
                    <a:lnTo>
                      <a:pt x="75" y="177"/>
                    </a:lnTo>
                    <a:lnTo>
                      <a:pt x="75" y="244"/>
                    </a:lnTo>
                    <a:lnTo>
                      <a:pt x="101" y="244"/>
                    </a:lnTo>
                    <a:lnTo>
                      <a:pt x="101" y="165"/>
                    </a:lnTo>
                    <a:lnTo>
                      <a:pt x="117" y="154"/>
                    </a:lnTo>
                    <a:lnTo>
                      <a:pt x="131" y="142"/>
                    </a:lnTo>
                    <a:lnTo>
                      <a:pt x="143" y="128"/>
                    </a:lnTo>
                    <a:lnTo>
                      <a:pt x="155" y="113"/>
                    </a:lnTo>
                    <a:lnTo>
                      <a:pt x="163" y="97"/>
                    </a:lnTo>
                    <a:lnTo>
                      <a:pt x="170" y="81"/>
                    </a:lnTo>
                    <a:lnTo>
                      <a:pt x="172" y="73"/>
                    </a:lnTo>
                    <a:lnTo>
                      <a:pt x="175" y="65"/>
                    </a:lnTo>
                    <a:lnTo>
                      <a:pt x="176" y="58"/>
                    </a:lnTo>
                    <a:lnTo>
                      <a:pt x="176" y="50"/>
                    </a:lnTo>
                    <a:lnTo>
                      <a:pt x="176" y="42"/>
                    </a:lnTo>
                    <a:lnTo>
                      <a:pt x="175" y="34"/>
                    </a:lnTo>
                    <a:lnTo>
                      <a:pt x="172" y="28"/>
                    </a:lnTo>
                    <a:lnTo>
                      <a:pt x="168" y="21"/>
                    </a:lnTo>
                    <a:lnTo>
                      <a:pt x="165" y="16"/>
                    </a:lnTo>
                    <a:lnTo>
                      <a:pt x="161" y="11"/>
                    </a:lnTo>
                    <a:lnTo>
                      <a:pt x="156" y="7"/>
                    </a:lnTo>
                    <a:lnTo>
                      <a:pt x="150" y="4"/>
                    </a:lnTo>
                    <a:lnTo>
                      <a:pt x="143" y="2"/>
                    </a:lnTo>
                    <a:lnTo>
                      <a:pt x="137" y="0"/>
                    </a:lnTo>
                    <a:lnTo>
                      <a:pt x="130" y="0"/>
                    </a:lnTo>
                    <a:lnTo>
                      <a:pt x="122" y="0"/>
                    </a:lnTo>
                    <a:lnTo>
                      <a:pt x="113" y="1"/>
                    </a:lnTo>
                    <a:lnTo>
                      <a:pt x="106" y="3"/>
                    </a:lnTo>
                    <a:lnTo>
                      <a:pt x="97" y="5"/>
                    </a:lnTo>
                    <a:lnTo>
                      <a:pt x="87" y="9"/>
                    </a:lnTo>
                    <a:close/>
                  </a:path>
                </a:pathLst>
              </a:custGeom>
              <a:solidFill>
                <a:srgbClr val="4B54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3" name="Freeform 557">
                <a:extLst>
                  <a:ext uri="{FF2B5EF4-FFF2-40B4-BE49-F238E27FC236}">
                    <a16:creationId xmlns:a16="http://schemas.microsoft.com/office/drawing/2014/main" id="{46299CF0-6EE8-433D-ABE9-906831590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1288" y="5441950"/>
                <a:ext cx="7938" cy="1588"/>
              </a:xfrm>
              <a:custGeom>
                <a:avLst/>
                <a:gdLst>
                  <a:gd name="T0" fmla="*/ 28 w 28"/>
                  <a:gd name="T1" fmla="*/ 0 h 2"/>
                  <a:gd name="T2" fmla="*/ 0 w 28"/>
                  <a:gd name="T3" fmla="*/ 2 h 2"/>
                  <a:gd name="T4" fmla="*/ 28 w 28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">
                    <a:moveTo>
                      <a:pt x="28" y="0"/>
                    </a:moveTo>
                    <a:lnTo>
                      <a:pt x="0" y="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677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4" name="Freeform 558">
                <a:extLst>
                  <a:ext uri="{FF2B5EF4-FFF2-40B4-BE49-F238E27FC236}">
                    <a16:creationId xmlns:a16="http://schemas.microsoft.com/office/drawing/2014/main" id="{EAAF5F00-40F2-4812-AA15-B573065F1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4938" y="5445125"/>
                <a:ext cx="19050" cy="1588"/>
              </a:xfrm>
              <a:custGeom>
                <a:avLst/>
                <a:gdLst>
                  <a:gd name="T0" fmla="*/ 59 w 59"/>
                  <a:gd name="T1" fmla="*/ 0 h 4"/>
                  <a:gd name="T2" fmla="*/ 0 w 59"/>
                  <a:gd name="T3" fmla="*/ 4 h 4"/>
                  <a:gd name="T4" fmla="*/ 59 w 59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" h="4">
                    <a:moveTo>
                      <a:pt x="59" y="0"/>
                    </a:moveTo>
                    <a:lnTo>
                      <a:pt x="0" y="4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6676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5" name="Freeform 559">
                <a:extLst>
                  <a:ext uri="{FF2B5EF4-FFF2-40B4-BE49-F238E27FC236}">
                    <a16:creationId xmlns:a16="http://schemas.microsoft.com/office/drawing/2014/main" id="{58CCBDDE-66F3-4EA7-9CA4-76830CAC3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6" y="5446713"/>
                <a:ext cx="28575" cy="1588"/>
              </a:xfrm>
              <a:custGeom>
                <a:avLst/>
                <a:gdLst>
                  <a:gd name="T0" fmla="*/ 89 w 89"/>
                  <a:gd name="T1" fmla="*/ 0 h 5"/>
                  <a:gd name="T2" fmla="*/ 0 w 89"/>
                  <a:gd name="T3" fmla="*/ 5 h 5"/>
                  <a:gd name="T4" fmla="*/ 89 w 8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" h="5">
                    <a:moveTo>
                      <a:pt x="89" y="0"/>
                    </a:moveTo>
                    <a:lnTo>
                      <a:pt x="0" y="5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657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6" name="Freeform 560">
                <a:extLst>
                  <a:ext uri="{FF2B5EF4-FFF2-40B4-BE49-F238E27FC236}">
                    <a16:creationId xmlns:a16="http://schemas.microsoft.com/office/drawing/2014/main" id="{45A78C4D-530D-4C3F-85F5-5A49301AE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826" y="5449888"/>
                <a:ext cx="38100" cy="1588"/>
              </a:xfrm>
              <a:custGeom>
                <a:avLst/>
                <a:gdLst>
                  <a:gd name="T0" fmla="*/ 119 w 119"/>
                  <a:gd name="T1" fmla="*/ 0 h 6"/>
                  <a:gd name="T2" fmla="*/ 0 w 119"/>
                  <a:gd name="T3" fmla="*/ 6 h 6"/>
                  <a:gd name="T4" fmla="*/ 119 w 11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" h="6">
                    <a:moveTo>
                      <a:pt x="119" y="0"/>
                    </a:moveTo>
                    <a:lnTo>
                      <a:pt x="0" y="6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6474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7" name="Freeform 561">
                <a:extLst>
                  <a:ext uri="{FF2B5EF4-FFF2-40B4-BE49-F238E27FC236}">
                    <a16:creationId xmlns:a16="http://schemas.microsoft.com/office/drawing/2014/main" id="{0786781B-11A3-444C-9EED-DA508943B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001" y="5451475"/>
                <a:ext cx="39688" cy="3175"/>
              </a:xfrm>
              <a:custGeom>
                <a:avLst/>
                <a:gdLst>
                  <a:gd name="T0" fmla="*/ 123 w 123"/>
                  <a:gd name="T1" fmla="*/ 0 h 7"/>
                  <a:gd name="T2" fmla="*/ 0 w 123"/>
                  <a:gd name="T3" fmla="*/ 7 h 7"/>
                  <a:gd name="T4" fmla="*/ 123 w 123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3" h="7">
                    <a:moveTo>
                      <a:pt x="123" y="0"/>
                    </a:moveTo>
                    <a:lnTo>
                      <a:pt x="0" y="7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637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8" name="Freeform 562">
                <a:extLst>
                  <a:ext uri="{FF2B5EF4-FFF2-40B4-BE49-F238E27FC236}">
                    <a16:creationId xmlns:a16="http://schemas.microsoft.com/office/drawing/2014/main" id="{D6C6621D-87EC-40F6-9BAB-1095506BA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763" y="5454650"/>
                <a:ext cx="38100" cy="3175"/>
              </a:xfrm>
              <a:custGeom>
                <a:avLst/>
                <a:gdLst>
                  <a:gd name="T0" fmla="*/ 122 w 122"/>
                  <a:gd name="T1" fmla="*/ 0 h 7"/>
                  <a:gd name="T2" fmla="*/ 0 w 122"/>
                  <a:gd name="T3" fmla="*/ 7 h 7"/>
                  <a:gd name="T4" fmla="*/ 122 w 122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2" h="7">
                    <a:moveTo>
                      <a:pt x="122" y="0"/>
                    </a:moveTo>
                    <a:lnTo>
                      <a:pt x="0" y="7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6272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9" name="Freeform 563">
                <a:extLst>
                  <a:ext uri="{FF2B5EF4-FFF2-40B4-BE49-F238E27FC236}">
                    <a16:creationId xmlns:a16="http://schemas.microsoft.com/office/drawing/2014/main" id="{6D03B9C5-6F05-4E5E-A58A-FBCC2E9AA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526" y="5456238"/>
                <a:ext cx="38100" cy="3175"/>
              </a:xfrm>
              <a:custGeom>
                <a:avLst/>
                <a:gdLst>
                  <a:gd name="T0" fmla="*/ 122 w 122"/>
                  <a:gd name="T1" fmla="*/ 0 h 7"/>
                  <a:gd name="T2" fmla="*/ 0 w 122"/>
                  <a:gd name="T3" fmla="*/ 7 h 7"/>
                  <a:gd name="T4" fmla="*/ 122 w 122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2" h="7">
                    <a:moveTo>
                      <a:pt x="122" y="0"/>
                    </a:moveTo>
                    <a:lnTo>
                      <a:pt x="0" y="7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6171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0" name="Freeform 564">
                <a:extLst>
                  <a:ext uri="{FF2B5EF4-FFF2-40B4-BE49-F238E27FC236}">
                    <a16:creationId xmlns:a16="http://schemas.microsoft.com/office/drawing/2014/main" id="{530688E5-1A92-4A9E-A967-BE78105C5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5459413"/>
                <a:ext cx="39688" cy="3175"/>
              </a:xfrm>
              <a:custGeom>
                <a:avLst/>
                <a:gdLst>
                  <a:gd name="T0" fmla="*/ 123 w 123"/>
                  <a:gd name="T1" fmla="*/ 0 h 7"/>
                  <a:gd name="T2" fmla="*/ 0 w 123"/>
                  <a:gd name="T3" fmla="*/ 7 h 7"/>
                  <a:gd name="T4" fmla="*/ 123 w 123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3" h="7">
                    <a:moveTo>
                      <a:pt x="123" y="0"/>
                    </a:moveTo>
                    <a:lnTo>
                      <a:pt x="0" y="7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6170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1" name="Freeform 565">
                <a:extLst>
                  <a:ext uri="{FF2B5EF4-FFF2-40B4-BE49-F238E27FC236}">
                    <a16:creationId xmlns:a16="http://schemas.microsoft.com/office/drawing/2014/main" id="{BD53AAD2-AC51-4395-8D82-DB9921813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463" y="5461000"/>
                <a:ext cx="38100" cy="3175"/>
              </a:xfrm>
              <a:custGeom>
                <a:avLst/>
                <a:gdLst>
                  <a:gd name="T0" fmla="*/ 121 w 121"/>
                  <a:gd name="T1" fmla="*/ 0 h 7"/>
                  <a:gd name="T2" fmla="*/ 0 w 121"/>
                  <a:gd name="T3" fmla="*/ 7 h 7"/>
                  <a:gd name="T4" fmla="*/ 121 w 121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1" h="7">
                    <a:moveTo>
                      <a:pt x="121" y="0"/>
                    </a:moveTo>
                    <a:lnTo>
                      <a:pt x="0" y="7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606F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2" name="Freeform 566">
                <a:extLst>
                  <a:ext uri="{FF2B5EF4-FFF2-40B4-BE49-F238E27FC236}">
                    <a16:creationId xmlns:a16="http://schemas.microsoft.com/office/drawing/2014/main" id="{FB264F52-22F0-416E-92E4-33C84EA0A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638" y="5464175"/>
                <a:ext cx="30163" cy="3175"/>
              </a:xfrm>
              <a:custGeom>
                <a:avLst/>
                <a:gdLst>
                  <a:gd name="T0" fmla="*/ 92 w 92"/>
                  <a:gd name="T1" fmla="*/ 0 h 5"/>
                  <a:gd name="T2" fmla="*/ 0 w 92"/>
                  <a:gd name="T3" fmla="*/ 5 h 5"/>
                  <a:gd name="T4" fmla="*/ 92 w 92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" h="5">
                    <a:moveTo>
                      <a:pt x="92" y="0"/>
                    </a:moveTo>
                    <a:lnTo>
                      <a:pt x="0" y="5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5F6E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3" name="Freeform 567">
                <a:extLst>
                  <a:ext uri="{FF2B5EF4-FFF2-40B4-BE49-F238E27FC236}">
                    <a16:creationId xmlns:a16="http://schemas.microsoft.com/office/drawing/2014/main" id="{128A4008-8391-4BBE-B32E-61B7842FC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401" y="5467350"/>
                <a:ext cx="19050" cy="1588"/>
              </a:xfrm>
              <a:custGeom>
                <a:avLst/>
                <a:gdLst>
                  <a:gd name="T0" fmla="*/ 61 w 61"/>
                  <a:gd name="T1" fmla="*/ 0 h 3"/>
                  <a:gd name="T2" fmla="*/ 0 w 61"/>
                  <a:gd name="T3" fmla="*/ 3 h 3"/>
                  <a:gd name="T4" fmla="*/ 61 w 6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1" h="3">
                    <a:moveTo>
                      <a:pt x="61" y="0"/>
                    </a:moveTo>
                    <a:lnTo>
                      <a:pt x="0" y="3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5E6D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4" name="Freeform 568">
                <a:extLst>
                  <a:ext uri="{FF2B5EF4-FFF2-40B4-BE49-F238E27FC236}">
                    <a16:creationId xmlns:a16="http://schemas.microsoft.com/office/drawing/2014/main" id="{60C30E92-624A-4104-A178-C0D43556B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163" y="5470525"/>
                <a:ext cx="9525" cy="1588"/>
              </a:xfrm>
              <a:custGeom>
                <a:avLst/>
                <a:gdLst>
                  <a:gd name="T0" fmla="*/ 31 w 31"/>
                  <a:gd name="T1" fmla="*/ 0 h 2"/>
                  <a:gd name="T2" fmla="*/ 0 w 31"/>
                  <a:gd name="T3" fmla="*/ 2 h 2"/>
                  <a:gd name="T4" fmla="*/ 31 w 3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2">
                    <a:moveTo>
                      <a:pt x="31" y="0"/>
                    </a:moveTo>
                    <a:lnTo>
                      <a:pt x="0" y="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5D6C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5" name="Freeform 569">
                <a:extLst>
                  <a:ext uri="{FF2B5EF4-FFF2-40B4-BE49-F238E27FC236}">
                    <a16:creationId xmlns:a16="http://schemas.microsoft.com/office/drawing/2014/main" id="{B1E6BD82-F4CD-4A46-81B2-6B4157C20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0338" y="5473700"/>
                <a:ext cx="1588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C6B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6" name="Freeform 570">
                <a:extLst>
                  <a:ext uri="{FF2B5EF4-FFF2-40B4-BE49-F238E27FC236}">
                    <a16:creationId xmlns:a16="http://schemas.microsoft.com/office/drawing/2014/main" id="{4E37C4DF-3777-4F71-A225-63F897D93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1" y="5148263"/>
                <a:ext cx="41275" cy="69850"/>
              </a:xfrm>
              <a:custGeom>
                <a:avLst/>
                <a:gdLst>
                  <a:gd name="T0" fmla="*/ 2 w 131"/>
                  <a:gd name="T1" fmla="*/ 41 h 175"/>
                  <a:gd name="T2" fmla="*/ 0 w 131"/>
                  <a:gd name="T3" fmla="*/ 35 h 175"/>
                  <a:gd name="T4" fmla="*/ 0 w 131"/>
                  <a:gd name="T5" fmla="*/ 29 h 175"/>
                  <a:gd name="T6" fmla="*/ 0 w 131"/>
                  <a:gd name="T7" fmla="*/ 24 h 175"/>
                  <a:gd name="T8" fmla="*/ 2 w 131"/>
                  <a:gd name="T9" fmla="*/ 18 h 175"/>
                  <a:gd name="T10" fmla="*/ 6 w 131"/>
                  <a:gd name="T11" fmla="*/ 13 h 175"/>
                  <a:gd name="T12" fmla="*/ 11 w 131"/>
                  <a:gd name="T13" fmla="*/ 9 h 175"/>
                  <a:gd name="T14" fmla="*/ 16 w 131"/>
                  <a:gd name="T15" fmla="*/ 5 h 175"/>
                  <a:gd name="T16" fmla="*/ 23 w 131"/>
                  <a:gd name="T17" fmla="*/ 2 h 175"/>
                  <a:gd name="T18" fmla="*/ 30 w 131"/>
                  <a:gd name="T19" fmla="*/ 1 h 175"/>
                  <a:gd name="T20" fmla="*/ 37 w 131"/>
                  <a:gd name="T21" fmla="*/ 0 h 175"/>
                  <a:gd name="T22" fmla="*/ 45 w 131"/>
                  <a:gd name="T23" fmla="*/ 1 h 175"/>
                  <a:gd name="T24" fmla="*/ 51 w 131"/>
                  <a:gd name="T25" fmla="*/ 3 h 175"/>
                  <a:gd name="T26" fmla="*/ 57 w 131"/>
                  <a:gd name="T27" fmla="*/ 6 h 175"/>
                  <a:gd name="T28" fmla="*/ 63 w 131"/>
                  <a:gd name="T29" fmla="*/ 9 h 175"/>
                  <a:gd name="T30" fmla="*/ 67 w 131"/>
                  <a:gd name="T31" fmla="*/ 14 h 175"/>
                  <a:gd name="T32" fmla="*/ 71 w 131"/>
                  <a:gd name="T33" fmla="*/ 19 h 175"/>
                  <a:gd name="T34" fmla="*/ 128 w 131"/>
                  <a:gd name="T35" fmla="*/ 134 h 175"/>
                  <a:gd name="T36" fmla="*/ 130 w 131"/>
                  <a:gd name="T37" fmla="*/ 140 h 175"/>
                  <a:gd name="T38" fmla="*/ 131 w 131"/>
                  <a:gd name="T39" fmla="*/ 146 h 175"/>
                  <a:gd name="T40" fmla="*/ 130 w 131"/>
                  <a:gd name="T41" fmla="*/ 152 h 175"/>
                  <a:gd name="T42" fmla="*/ 127 w 131"/>
                  <a:gd name="T43" fmla="*/ 157 h 175"/>
                  <a:gd name="T44" fmla="*/ 125 w 131"/>
                  <a:gd name="T45" fmla="*/ 162 h 175"/>
                  <a:gd name="T46" fmla="*/ 120 w 131"/>
                  <a:gd name="T47" fmla="*/ 166 h 175"/>
                  <a:gd name="T48" fmla="*/ 113 w 131"/>
                  <a:gd name="T49" fmla="*/ 170 h 175"/>
                  <a:gd name="T50" fmla="*/ 107 w 131"/>
                  <a:gd name="T51" fmla="*/ 173 h 175"/>
                  <a:gd name="T52" fmla="*/ 100 w 131"/>
                  <a:gd name="T53" fmla="*/ 174 h 175"/>
                  <a:gd name="T54" fmla="*/ 92 w 131"/>
                  <a:gd name="T55" fmla="*/ 175 h 175"/>
                  <a:gd name="T56" fmla="*/ 86 w 131"/>
                  <a:gd name="T57" fmla="*/ 174 h 175"/>
                  <a:gd name="T58" fmla="*/ 78 w 131"/>
                  <a:gd name="T59" fmla="*/ 172 h 175"/>
                  <a:gd name="T60" fmla="*/ 72 w 131"/>
                  <a:gd name="T61" fmla="*/ 170 h 175"/>
                  <a:gd name="T62" fmla="*/ 67 w 131"/>
                  <a:gd name="T63" fmla="*/ 166 h 175"/>
                  <a:gd name="T64" fmla="*/ 62 w 131"/>
                  <a:gd name="T65" fmla="*/ 161 h 175"/>
                  <a:gd name="T66" fmla="*/ 58 w 131"/>
                  <a:gd name="T67" fmla="*/ 156 h 175"/>
                  <a:gd name="T68" fmla="*/ 2 w 131"/>
                  <a:gd name="T69" fmla="*/ 41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1" h="175">
                    <a:moveTo>
                      <a:pt x="2" y="41"/>
                    </a:moveTo>
                    <a:lnTo>
                      <a:pt x="0" y="35"/>
                    </a:lnTo>
                    <a:lnTo>
                      <a:pt x="0" y="29"/>
                    </a:lnTo>
                    <a:lnTo>
                      <a:pt x="0" y="24"/>
                    </a:lnTo>
                    <a:lnTo>
                      <a:pt x="2" y="18"/>
                    </a:lnTo>
                    <a:lnTo>
                      <a:pt x="6" y="13"/>
                    </a:lnTo>
                    <a:lnTo>
                      <a:pt x="11" y="9"/>
                    </a:lnTo>
                    <a:lnTo>
                      <a:pt x="16" y="5"/>
                    </a:lnTo>
                    <a:lnTo>
                      <a:pt x="23" y="2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45" y="1"/>
                    </a:lnTo>
                    <a:lnTo>
                      <a:pt x="51" y="3"/>
                    </a:lnTo>
                    <a:lnTo>
                      <a:pt x="57" y="6"/>
                    </a:lnTo>
                    <a:lnTo>
                      <a:pt x="63" y="9"/>
                    </a:lnTo>
                    <a:lnTo>
                      <a:pt x="67" y="14"/>
                    </a:lnTo>
                    <a:lnTo>
                      <a:pt x="71" y="19"/>
                    </a:lnTo>
                    <a:lnTo>
                      <a:pt x="128" y="134"/>
                    </a:lnTo>
                    <a:lnTo>
                      <a:pt x="130" y="140"/>
                    </a:lnTo>
                    <a:lnTo>
                      <a:pt x="131" y="146"/>
                    </a:lnTo>
                    <a:lnTo>
                      <a:pt x="130" y="152"/>
                    </a:lnTo>
                    <a:lnTo>
                      <a:pt x="127" y="157"/>
                    </a:lnTo>
                    <a:lnTo>
                      <a:pt x="125" y="162"/>
                    </a:lnTo>
                    <a:lnTo>
                      <a:pt x="120" y="166"/>
                    </a:lnTo>
                    <a:lnTo>
                      <a:pt x="113" y="170"/>
                    </a:lnTo>
                    <a:lnTo>
                      <a:pt x="107" y="173"/>
                    </a:lnTo>
                    <a:lnTo>
                      <a:pt x="100" y="174"/>
                    </a:lnTo>
                    <a:lnTo>
                      <a:pt x="92" y="175"/>
                    </a:lnTo>
                    <a:lnTo>
                      <a:pt x="86" y="174"/>
                    </a:lnTo>
                    <a:lnTo>
                      <a:pt x="78" y="172"/>
                    </a:lnTo>
                    <a:lnTo>
                      <a:pt x="72" y="170"/>
                    </a:lnTo>
                    <a:lnTo>
                      <a:pt x="67" y="166"/>
                    </a:lnTo>
                    <a:lnTo>
                      <a:pt x="62" y="161"/>
                    </a:lnTo>
                    <a:lnTo>
                      <a:pt x="58" y="156"/>
                    </a:lnTo>
                    <a:lnTo>
                      <a:pt x="2" y="41"/>
                    </a:lnTo>
                    <a:close/>
                  </a:path>
                </a:pathLst>
              </a:custGeom>
              <a:solidFill>
                <a:srgbClr val="CF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7" name="Freeform 571">
                <a:extLst>
                  <a:ext uri="{FF2B5EF4-FFF2-40B4-BE49-F238E27FC236}">
                    <a16:creationId xmlns:a16="http://schemas.microsoft.com/office/drawing/2014/main" id="{594E3AE8-F76F-4D39-9C31-BFD56D14E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488" y="5105400"/>
                <a:ext cx="128588" cy="88900"/>
              </a:xfrm>
              <a:custGeom>
                <a:avLst/>
                <a:gdLst>
                  <a:gd name="T0" fmla="*/ 278 w 407"/>
                  <a:gd name="T1" fmla="*/ 194 h 222"/>
                  <a:gd name="T2" fmla="*/ 397 w 407"/>
                  <a:gd name="T3" fmla="*/ 71 h 222"/>
                  <a:gd name="T4" fmla="*/ 401 w 407"/>
                  <a:gd name="T5" fmla="*/ 67 h 222"/>
                  <a:gd name="T6" fmla="*/ 404 w 407"/>
                  <a:gd name="T7" fmla="*/ 62 h 222"/>
                  <a:gd name="T8" fmla="*/ 405 w 407"/>
                  <a:gd name="T9" fmla="*/ 58 h 222"/>
                  <a:gd name="T10" fmla="*/ 406 w 407"/>
                  <a:gd name="T11" fmla="*/ 53 h 222"/>
                  <a:gd name="T12" fmla="*/ 407 w 407"/>
                  <a:gd name="T13" fmla="*/ 44 h 222"/>
                  <a:gd name="T14" fmla="*/ 407 w 407"/>
                  <a:gd name="T15" fmla="*/ 35 h 222"/>
                  <a:gd name="T16" fmla="*/ 404 w 407"/>
                  <a:gd name="T17" fmla="*/ 20 h 222"/>
                  <a:gd name="T18" fmla="*/ 399 w 407"/>
                  <a:gd name="T19" fmla="*/ 11 h 222"/>
                  <a:gd name="T20" fmla="*/ 396 w 407"/>
                  <a:gd name="T21" fmla="*/ 8 h 222"/>
                  <a:gd name="T22" fmla="*/ 392 w 407"/>
                  <a:gd name="T23" fmla="*/ 6 h 222"/>
                  <a:gd name="T24" fmla="*/ 389 w 407"/>
                  <a:gd name="T25" fmla="*/ 3 h 222"/>
                  <a:gd name="T26" fmla="*/ 385 w 407"/>
                  <a:gd name="T27" fmla="*/ 2 h 222"/>
                  <a:gd name="T28" fmla="*/ 380 w 407"/>
                  <a:gd name="T29" fmla="*/ 1 h 222"/>
                  <a:gd name="T30" fmla="*/ 375 w 407"/>
                  <a:gd name="T31" fmla="*/ 0 h 222"/>
                  <a:gd name="T32" fmla="*/ 371 w 407"/>
                  <a:gd name="T33" fmla="*/ 0 h 222"/>
                  <a:gd name="T34" fmla="*/ 366 w 407"/>
                  <a:gd name="T35" fmla="*/ 1 h 222"/>
                  <a:gd name="T36" fmla="*/ 26 w 407"/>
                  <a:gd name="T37" fmla="*/ 72 h 222"/>
                  <a:gd name="T38" fmla="*/ 20 w 407"/>
                  <a:gd name="T39" fmla="*/ 74 h 222"/>
                  <a:gd name="T40" fmla="*/ 15 w 407"/>
                  <a:gd name="T41" fmla="*/ 77 h 222"/>
                  <a:gd name="T42" fmla="*/ 10 w 407"/>
                  <a:gd name="T43" fmla="*/ 81 h 222"/>
                  <a:gd name="T44" fmla="*/ 6 w 407"/>
                  <a:gd name="T45" fmla="*/ 85 h 222"/>
                  <a:gd name="T46" fmla="*/ 4 w 407"/>
                  <a:gd name="T47" fmla="*/ 91 h 222"/>
                  <a:gd name="T48" fmla="*/ 3 w 407"/>
                  <a:gd name="T49" fmla="*/ 96 h 222"/>
                  <a:gd name="T50" fmla="*/ 1 w 407"/>
                  <a:gd name="T51" fmla="*/ 103 h 222"/>
                  <a:gd name="T52" fmla="*/ 0 w 407"/>
                  <a:gd name="T53" fmla="*/ 109 h 222"/>
                  <a:gd name="T54" fmla="*/ 1 w 407"/>
                  <a:gd name="T55" fmla="*/ 115 h 222"/>
                  <a:gd name="T56" fmla="*/ 3 w 407"/>
                  <a:gd name="T57" fmla="*/ 121 h 222"/>
                  <a:gd name="T58" fmla="*/ 4 w 407"/>
                  <a:gd name="T59" fmla="*/ 127 h 222"/>
                  <a:gd name="T60" fmla="*/ 6 w 407"/>
                  <a:gd name="T61" fmla="*/ 132 h 222"/>
                  <a:gd name="T62" fmla="*/ 9 w 407"/>
                  <a:gd name="T63" fmla="*/ 137 h 222"/>
                  <a:gd name="T64" fmla="*/ 11 w 407"/>
                  <a:gd name="T65" fmla="*/ 142 h 222"/>
                  <a:gd name="T66" fmla="*/ 15 w 407"/>
                  <a:gd name="T67" fmla="*/ 145 h 222"/>
                  <a:gd name="T68" fmla="*/ 19 w 407"/>
                  <a:gd name="T69" fmla="*/ 147 h 222"/>
                  <a:gd name="T70" fmla="*/ 160 w 407"/>
                  <a:gd name="T71" fmla="*/ 212 h 222"/>
                  <a:gd name="T72" fmla="*/ 168 w 407"/>
                  <a:gd name="T73" fmla="*/ 215 h 222"/>
                  <a:gd name="T74" fmla="*/ 175 w 407"/>
                  <a:gd name="T75" fmla="*/ 218 h 222"/>
                  <a:gd name="T76" fmla="*/ 183 w 407"/>
                  <a:gd name="T77" fmla="*/ 220 h 222"/>
                  <a:gd name="T78" fmla="*/ 190 w 407"/>
                  <a:gd name="T79" fmla="*/ 221 h 222"/>
                  <a:gd name="T80" fmla="*/ 199 w 407"/>
                  <a:gd name="T81" fmla="*/ 222 h 222"/>
                  <a:gd name="T82" fmla="*/ 206 w 407"/>
                  <a:gd name="T83" fmla="*/ 222 h 222"/>
                  <a:gd name="T84" fmla="*/ 215 w 407"/>
                  <a:gd name="T85" fmla="*/ 222 h 222"/>
                  <a:gd name="T86" fmla="*/ 223 w 407"/>
                  <a:gd name="T87" fmla="*/ 221 h 222"/>
                  <a:gd name="T88" fmla="*/ 230 w 407"/>
                  <a:gd name="T89" fmla="*/ 219 h 222"/>
                  <a:gd name="T90" fmla="*/ 238 w 407"/>
                  <a:gd name="T91" fmla="*/ 217 h 222"/>
                  <a:gd name="T92" fmla="*/ 245 w 407"/>
                  <a:gd name="T93" fmla="*/ 215 h 222"/>
                  <a:gd name="T94" fmla="*/ 253 w 407"/>
                  <a:gd name="T95" fmla="*/ 211 h 222"/>
                  <a:gd name="T96" fmla="*/ 259 w 407"/>
                  <a:gd name="T97" fmla="*/ 208 h 222"/>
                  <a:gd name="T98" fmla="*/ 266 w 407"/>
                  <a:gd name="T99" fmla="*/ 204 h 222"/>
                  <a:gd name="T100" fmla="*/ 271 w 407"/>
                  <a:gd name="T101" fmla="*/ 199 h 222"/>
                  <a:gd name="T102" fmla="*/ 278 w 407"/>
                  <a:gd name="T103" fmla="*/ 194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07" h="222">
                    <a:moveTo>
                      <a:pt x="278" y="194"/>
                    </a:moveTo>
                    <a:lnTo>
                      <a:pt x="397" y="71"/>
                    </a:lnTo>
                    <a:lnTo>
                      <a:pt x="401" y="67"/>
                    </a:lnTo>
                    <a:lnTo>
                      <a:pt x="404" y="62"/>
                    </a:lnTo>
                    <a:lnTo>
                      <a:pt x="405" y="58"/>
                    </a:lnTo>
                    <a:lnTo>
                      <a:pt x="406" y="53"/>
                    </a:lnTo>
                    <a:lnTo>
                      <a:pt x="407" y="44"/>
                    </a:lnTo>
                    <a:lnTo>
                      <a:pt x="407" y="35"/>
                    </a:lnTo>
                    <a:lnTo>
                      <a:pt x="404" y="20"/>
                    </a:lnTo>
                    <a:lnTo>
                      <a:pt x="399" y="11"/>
                    </a:lnTo>
                    <a:lnTo>
                      <a:pt x="396" y="8"/>
                    </a:lnTo>
                    <a:lnTo>
                      <a:pt x="392" y="6"/>
                    </a:lnTo>
                    <a:lnTo>
                      <a:pt x="389" y="3"/>
                    </a:lnTo>
                    <a:lnTo>
                      <a:pt x="385" y="2"/>
                    </a:lnTo>
                    <a:lnTo>
                      <a:pt x="380" y="1"/>
                    </a:lnTo>
                    <a:lnTo>
                      <a:pt x="375" y="0"/>
                    </a:lnTo>
                    <a:lnTo>
                      <a:pt x="371" y="0"/>
                    </a:lnTo>
                    <a:lnTo>
                      <a:pt x="366" y="1"/>
                    </a:lnTo>
                    <a:lnTo>
                      <a:pt x="26" y="72"/>
                    </a:lnTo>
                    <a:lnTo>
                      <a:pt x="20" y="74"/>
                    </a:lnTo>
                    <a:lnTo>
                      <a:pt x="15" y="77"/>
                    </a:lnTo>
                    <a:lnTo>
                      <a:pt x="10" y="81"/>
                    </a:lnTo>
                    <a:lnTo>
                      <a:pt x="6" y="85"/>
                    </a:lnTo>
                    <a:lnTo>
                      <a:pt x="4" y="91"/>
                    </a:lnTo>
                    <a:lnTo>
                      <a:pt x="3" y="96"/>
                    </a:lnTo>
                    <a:lnTo>
                      <a:pt x="1" y="103"/>
                    </a:lnTo>
                    <a:lnTo>
                      <a:pt x="0" y="109"/>
                    </a:lnTo>
                    <a:lnTo>
                      <a:pt x="1" y="115"/>
                    </a:lnTo>
                    <a:lnTo>
                      <a:pt x="3" y="121"/>
                    </a:lnTo>
                    <a:lnTo>
                      <a:pt x="4" y="127"/>
                    </a:lnTo>
                    <a:lnTo>
                      <a:pt x="6" y="132"/>
                    </a:lnTo>
                    <a:lnTo>
                      <a:pt x="9" y="137"/>
                    </a:lnTo>
                    <a:lnTo>
                      <a:pt x="11" y="142"/>
                    </a:lnTo>
                    <a:lnTo>
                      <a:pt x="15" y="145"/>
                    </a:lnTo>
                    <a:lnTo>
                      <a:pt x="19" y="147"/>
                    </a:lnTo>
                    <a:lnTo>
                      <a:pt x="160" y="212"/>
                    </a:lnTo>
                    <a:lnTo>
                      <a:pt x="168" y="215"/>
                    </a:lnTo>
                    <a:lnTo>
                      <a:pt x="175" y="218"/>
                    </a:lnTo>
                    <a:lnTo>
                      <a:pt x="183" y="220"/>
                    </a:lnTo>
                    <a:lnTo>
                      <a:pt x="190" y="221"/>
                    </a:lnTo>
                    <a:lnTo>
                      <a:pt x="199" y="222"/>
                    </a:lnTo>
                    <a:lnTo>
                      <a:pt x="206" y="222"/>
                    </a:lnTo>
                    <a:lnTo>
                      <a:pt x="215" y="222"/>
                    </a:lnTo>
                    <a:lnTo>
                      <a:pt x="223" y="221"/>
                    </a:lnTo>
                    <a:lnTo>
                      <a:pt x="230" y="219"/>
                    </a:lnTo>
                    <a:lnTo>
                      <a:pt x="238" y="217"/>
                    </a:lnTo>
                    <a:lnTo>
                      <a:pt x="245" y="215"/>
                    </a:lnTo>
                    <a:lnTo>
                      <a:pt x="253" y="211"/>
                    </a:lnTo>
                    <a:lnTo>
                      <a:pt x="259" y="208"/>
                    </a:lnTo>
                    <a:lnTo>
                      <a:pt x="266" y="204"/>
                    </a:lnTo>
                    <a:lnTo>
                      <a:pt x="271" y="199"/>
                    </a:lnTo>
                    <a:lnTo>
                      <a:pt x="278" y="194"/>
                    </a:lnTo>
                    <a:close/>
                  </a:path>
                </a:pathLst>
              </a:custGeom>
              <a:solidFill>
                <a:srgbClr val="CF18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8" name="Freeform 572">
                <a:extLst>
                  <a:ext uri="{FF2B5EF4-FFF2-40B4-BE49-F238E27FC236}">
                    <a16:creationId xmlns:a16="http://schemas.microsoft.com/office/drawing/2014/main" id="{C170A131-00C7-4737-8CEA-D372E72ED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6" y="5105400"/>
                <a:ext cx="127000" cy="76200"/>
              </a:xfrm>
              <a:custGeom>
                <a:avLst/>
                <a:gdLst>
                  <a:gd name="T0" fmla="*/ 274 w 400"/>
                  <a:gd name="T1" fmla="*/ 163 h 191"/>
                  <a:gd name="T2" fmla="*/ 393 w 400"/>
                  <a:gd name="T3" fmla="*/ 40 h 191"/>
                  <a:gd name="T4" fmla="*/ 396 w 400"/>
                  <a:gd name="T5" fmla="*/ 36 h 191"/>
                  <a:gd name="T6" fmla="*/ 398 w 400"/>
                  <a:gd name="T7" fmla="*/ 33 h 191"/>
                  <a:gd name="T8" fmla="*/ 400 w 400"/>
                  <a:gd name="T9" fmla="*/ 29 h 191"/>
                  <a:gd name="T10" fmla="*/ 400 w 400"/>
                  <a:gd name="T11" fmla="*/ 26 h 191"/>
                  <a:gd name="T12" fmla="*/ 400 w 400"/>
                  <a:gd name="T13" fmla="*/ 22 h 191"/>
                  <a:gd name="T14" fmla="*/ 398 w 400"/>
                  <a:gd name="T15" fmla="*/ 18 h 191"/>
                  <a:gd name="T16" fmla="*/ 397 w 400"/>
                  <a:gd name="T17" fmla="*/ 15 h 191"/>
                  <a:gd name="T18" fmla="*/ 395 w 400"/>
                  <a:gd name="T19" fmla="*/ 11 h 191"/>
                  <a:gd name="T20" fmla="*/ 392 w 400"/>
                  <a:gd name="T21" fmla="*/ 8 h 191"/>
                  <a:gd name="T22" fmla="*/ 388 w 400"/>
                  <a:gd name="T23" fmla="*/ 6 h 191"/>
                  <a:gd name="T24" fmla="*/ 385 w 400"/>
                  <a:gd name="T25" fmla="*/ 3 h 191"/>
                  <a:gd name="T26" fmla="*/ 381 w 400"/>
                  <a:gd name="T27" fmla="*/ 2 h 191"/>
                  <a:gd name="T28" fmla="*/ 376 w 400"/>
                  <a:gd name="T29" fmla="*/ 1 h 191"/>
                  <a:gd name="T30" fmla="*/ 371 w 400"/>
                  <a:gd name="T31" fmla="*/ 0 h 191"/>
                  <a:gd name="T32" fmla="*/ 367 w 400"/>
                  <a:gd name="T33" fmla="*/ 0 h 191"/>
                  <a:gd name="T34" fmla="*/ 362 w 400"/>
                  <a:gd name="T35" fmla="*/ 1 h 191"/>
                  <a:gd name="T36" fmla="*/ 22 w 400"/>
                  <a:gd name="T37" fmla="*/ 72 h 191"/>
                  <a:gd name="T38" fmla="*/ 19 w 400"/>
                  <a:gd name="T39" fmla="*/ 73 h 191"/>
                  <a:gd name="T40" fmla="*/ 14 w 400"/>
                  <a:gd name="T41" fmla="*/ 75 h 191"/>
                  <a:gd name="T42" fmla="*/ 11 w 400"/>
                  <a:gd name="T43" fmla="*/ 77 h 191"/>
                  <a:gd name="T44" fmla="*/ 7 w 400"/>
                  <a:gd name="T45" fmla="*/ 79 h 191"/>
                  <a:gd name="T46" fmla="*/ 5 w 400"/>
                  <a:gd name="T47" fmla="*/ 82 h 191"/>
                  <a:gd name="T48" fmla="*/ 2 w 400"/>
                  <a:gd name="T49" fmla="*/ 85 h 191"/>
                  <a:gd name="T50" fmla="*/ 1 w 400"/>
                  <a:gd name="T51" fmla="*/ 88 h 191"/>
                  <a:gd name="T52" fmla="*/ 0 w 400"/>
                  <a:gd name="T53" fmla="*/ 92 h 191"/>
                  <a:gd name="T54" fmla="*/ 0 w 400"/>
                  <a:gd name="T55" fmla="*/ 96 h 191"/>
                  <a:gd name="T56" fmla="*/ 0 w 400"/>
                  <a:gd name="T57" fmla="*/ 99 h 191"/>
                  <a:gd name="T58" fmla="*/ 1 w 400"/>
                  <a:gd name="T59" fmla="*/ 103 h 191"/>
                  <a:gd name="T60" fmla="*/ 2 w 400"/>
                  <a:gd name="T61" fmla="*/ 106 h 191"/>
                  <a:gd name="T62" fmla="*/ 5 w 400"/>
                  <a:gd name="T63" fmla="*/ 109 h 191"/>
                  <a:gd name="T64" fmla="*/ 7 w 400"/>
                  <a:gd name="T65" fmla="*/ 112 h 191"/>
                  <a:gd name="T66" fmla="*/ 11 w 400"/>
                  <a:gd name="T67" fmla="*/ 114 h 191"/>
                  <a:gd name="T68" fmla="*/ 15 w 400"/>
                  <a:gd name="T69" fmla="*/ 117 h 191"/>
                  <a:gd name="T70" fmla="*/ 156 w 400"/>
                  <a:gd name="T71" fmla="*/ 181 h 191"/>
                  <a:gd name="T72" fmla="*/ 164 w 400"/>
                  <a:gd name="T73" fmla="*/ 185 h 191"/>
                  <a:gd name="T74" fmla="*/ 171 w 400"/>
                  <a:gd name="T75" fmla="*/ 187 h 191"/>
                  <a:gd name="T76" fmla="*/ 179 w 400"/>
                  <a:gd name="T77" fmla="*/ 189 h 191"/>
                  <a:gd name="T78" fmla="*/ 186 w 400"/>
                  <a:gd name="T79" fmla="*/ 190 h 191"/>
                  <a:gd name="T80" fmla="*/ 195 w 400"/>
                  <a:gd name="T81" fmla="*/ 191 h 191"/>
                  <a:gd name="T82" fmla="*/ 202 w 400"/>
                  <a:gd name="T83" fmla="*/ 191 h 191"/>
                  <a:gd name="T84" fmla="*/ 211 w 400"/>
                  <a:gd name="T85" fmla="*/ 191 h 191"/>
                  <a:gd name="T86" fmla="*/ 219 w 400"/>
                  <a:gd name="T87" fmla="*/ 190 h 191"/>
                  <a:gd name="T88" fmla="*/ 226 w 400"/>
                  <a:gd name="T89" fmla="*/ 188 h 191"/>
                  <a:gd name="T90" fmla="*/ 234 w 400"/>
                  <a:gd name="T91" fmla="*/ 186 h 191"/>
                  <a:gd name="T92" fmla="*/ 241 w 400"/>
                  <a:gd name="T93" fmla="*/ 184 h 191"/>
                  <a:gd name="T94" fmla="*/ 249 w 400"/>
                  <a:gd name="T95" fmla="*/ 181 h 191"/>
                  <a:gd name="T96" fmla="*/ 255 w 400"/>
                  <a:gd name="T97" fmla="*/ 177 h 191"/>
                  <a:gd name="T98" fmla="*/ 262 w 400"/>
                  <a:gd name="T99" fmla="*/ 173 h 191"/>
                  <a:gd name="T100" fmla="*/ 267 w 400"/>
                  <a:gd name="T101" fmla="*/ 168 h 191"/>
                  <a:gd name="T102" fmla="*/ 274 w 400"/>
                  <a:gd name="T103" fmla="*/ 16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00" h="191">
                    <a:moveTo>
                      <a:pt x="274" y="163"/>
                    </a:moveTo>
                    <a:lnTo>
                      <a:pt x="393" y="40"/>
                    </a:lnTo>
                    <a:lnTo>
                      <a:pt x="396" y="36"/>
                    </a:lnTo>
                    <a:lnTo>
                      <a:pt x="398" y="33"/>
                    </a:lnTo>
                    <a:lnTo>
                      <a:pt x="400" y="29"/>
                    </a:lnTo>
                    <a:lnTo>
                      <a:pt x="400" y="26"/>
                    </a:lnTo>
                    <a:lnTo>
                      <a:pt x="400" y="22"/>
                    </a:lnTo>
                    <a:lnTo>
                      <a:pt x="398" y="18"/>
                    </a:lnTo>
                    <a:lnTo>
                      <a:pt x="397" y="15"/>
                    </a:lnTo>
                    <a:lnTo>
                      <a:pt x="395" y="11"/>
                    </a:lnTo>
                    <a:lnTo>
                      <a:pt x="392" y="8"/>
                    </a:lnTo>
                    <a:lnTo>
                      <a:pt x="388" y="6"/>
                    </a:lnTo>
                    <a:lnTo>
                      <a:pt x="385" y="3"/>
                    </a:lnTo>
                    <a:lnTo>
                      <a:pt x="381" y="2"/>
                    </a:lnTo>
                    <a:lnTo>
                      <a:pt x="376" y="1"/>
                    </a:lnTo>
                    <a:lnTo>
                      <a:pt x="371" y="0"/>
                    </a:lnTo>
                    <a:lnTo>
                      <a:pt x="367" y="0"/>
                    </a:lnTo>
                    <a:lnTo>
                      <a:pt x="362" y="1"/>
                    </a:lnTo>
                    <a:lnTo>
                      <a:pt x="22" y="72"/>
                    </a:lnTo>
                    <a:lnTo>
                      <a:pt x="19" y="73"/>
                    </a:lnTo>
                    <a:lnTo>
                      <a:pt x="14" y="75"/>
                    </a:lnTo>
                    <a:lnTo>
                      <a:pt x="11" y="77"/>
                    </a:lnTo>
                    <a:lnTo>
                      <a:pt x="7" y="79"/>
                    </a:lnTo>
                    <a:lnTo>
                      <a:pt x="5" y="82"/>
                    </a:lnTo>
                    <a:lnTo>
                      <a:pt x="2" y="85"/>
                    </a:lnTo>
                    <a:lnTo>
                      <a:pt x="1" y="88"/>
                    </a:lnTo>
                    <a:lnTo>
                      <a:pt x="0" y="92"/>
                    </a:lnTo>
                    <a:lnTo>
                      <a:pt x="0" y="96"/>
                    </a:lnTo>
                    <a:lnTo>
                      <a:pt x="0" y="99"/>
                    </a:lnTo>
                    <a:lnTo>
                      <a:pt x="1" y="103"/>
                    </a:lnTo>
                    <a:lnTo>
                      <a:pt x="2" y="106"/>
                    </a:lnTo>
                    <a:lnTo>
                      <a:pt x="5" y="109"/>
                    </a:lnTo>
                    <a:lnTo>
                      <a:pt x="7" y="112"/>
                    </a:lnTo>
                    <a:lnTo>
                      <a:pt x="11" y="114"/>
                    </a:lnTo>
                    <a:lnTo>
                      <a:pt x="15" y="117"/>
                    </a:lnTo>
                    <a:lnTo>
                      <a:pt x="156" y="181"/>
                    </a:lnTo>
                    <a:lnTo>
                      <a:pt x="164" y="185"/>
                    </a:lnTo>
                    <a:lnTo>
                      <a:pt x="171" y="187"/>
                    </a:lnTo>
                    <a:lnTo>
                      <a:pt x="179" y="189"/>
                    </a:lnTo>
                    <a:lnTo>
                      <a:pt x="186" y="190"/>
                    </a:lnTo>
                    <a:lnTo>
                      <a:pt x="195" y="191"/>
                    </a:lnTo>
                    <a:lnTo>
                      <a:pt x="202" y="191"/>
                    </a:lnTo>
                    <a:lnTo>
                      <a:pt x="211" y="191"/>
                    </a:lnTo>
                    <a:lnTo>
                      <a:pt x="219" y="190"/>
                    </a:lnTo>
                    <a:lnTo>
                      <a:pt x="226" y="188"/>
                    </a:lnTo>
                    <a:lnTo>
                      <a:pt x="234" y="186"/>
                    </a:lnTo>
                    <a:lnTo>
                      <a:pt x="241" y="184"/>
                    </a:lnTo>
                    <a:lnTo>
                      <a:pt x="249" y="181"/>
                    </a:lnTo>
                    <a:lnTo>
                      <a:pt x="255" y="177"/>
                    </a:lnTo>
                    <a:lnTo>
                      <a:pt x="262" y="173"/>
                    </a:lnTo>
                    <a:lnTo>
                      <a:pt x="267" y="168"/>
                    </a:lnTo>
                    <a:lnTo>
                      <a:pt x="274" y="163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9" name="Freeform 573">
                <a:extLst>
                  <a:ext uri="{FF2B5EF4-FFF2-40B4-BE49-F238E27FC236}">
                    <a16:creationId xmlns:a16="http://schemas.microsoft.com/office/drawing/2014/main" id="{FC3B80B4-7191-4401-9AAC-352FF2207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3026" y="5495925"/>
                <a:ext cx="84138" cy="58738"/>
              </a:xfrm>
              <a:custGeom>
                <a:avLst/>
                <a:gdLst>
                  <a:gd name="T0" fmla="*/ 14 w 266"/>
                  <a:gd name="T1" fmla="*/ 18 h 148"/>
                  <a:gd name="T2" fmla="*/ 26 w 266"/>
                  <a:gd name="T3" fmla="*/ 9 h 148"/>
                  <a:gd name="T4" fmla="*/ 42 w 266"/>
                  <a:gd name="T5" fmla="*/ 3 h 148"/>
                  <a:gd name="T6" fmla="*/ 59 w 266"/>
                  <a:gd name="T7" fmla="*/ 0 h 148"/>
                  <a:gd name="T8" fmla="*/ 90 w 266"/>
                  <a:gd name="T9" fmla="*/ 4 h 148"/>
                  <a:gd name="T10" fmla="*/ 144 w 266"/>
                  <a:gd name="T11" fmla="*/ 10 h 148"/>
                  <a:gd name="T12" fmla="*/ 161 w 266"/>
                  <a:gd name="T13" fmla="*/ 12 h 148"/>
                  <a:gd name="T14" fmla="*/ 189 w 266"/>
                  <a:gd name="T15" fmla="*/ 12 h 148"/>
                  <a:gd name="T16" fmla="*/ 202 w 266"/>
                  <a:gd name="T17" fmla="*/ 12 h 148"/>
                  <a:gd name="T18" fmla="*/ 221 w 266"/>
                  <a:gd name="T19" fmla="*/ 18 h 148"/>
                  <a:gd name="T20" fmla="*/ 250 w 266"/>
                  <a:gd name="T21" fmla="*/ 25 h 148"/>
                  <a:gd name="T22" fmla="*/ 259 w 266"/>
                  <a:gd name="T23" fmla="*/ 30 h 148"/>
                  <a:gd name="T24" fmla="*/ 264 w 266"/>
                  <a:gd name="T25" fmla="*/ 37 h 148"/>
                  <a:gd name="T26" fmla="*/ 266 w 266"/>
                  <a:gd name="T27" fmla="*/ 46 h 148"/>
                  <a:gd name="T28" fmla="*/ 264 w 266"/>
                  <a:gd name="T29" fmla="*/ 61 h 148"/>
                  <a:gd name="T30" fmla="*/ 256 w 266"/>
                  <a:gd name="T31" fmla="*/ 76 h 148"/>
                  <a:gd name="T32" fmla="*/ 246 w 266"/>
                  <a:gd name="T33" fmla="*/ 84 h 148"/>
                  <a:gd name="T34" fmla="*/ 224 w 266"/>
                  <a:gd name="T35" fmla="*/ 93 h 148"/>
                  <a:gd name="T36" fmla="*/ 207 w 266"/>
                  <a:gd name="T37" fmla="*/ 99 h 148"/>
                  <a:gd name="T38" fmla="*/ 194 w 266"/>
                  <a:gd name="T39" fmla="*/ 105 h 148"/>
                  <a:gd name="T40" fmla="*/ 169 w 266"/>
                  <a:gd name="T41" fmla="*/ 124 h 148"/>
                  <a:gd name="T42" fmla="*/ 150 w 266"/>
                  <a:gd name="T43" fmla="*/ 139 h 148"/>
                  <a:gd name="T44" fmla="*/ 139 w 266"/>
                  <a:gd name="T45" fmla="*/ 144 h 148"/>
                  <a:gd name="T46" fmla="*/ 120 w 266"/>
                  <a:gd name="T47" fmla="*/ 147 h 148"/>
                  <a:gd name="T48" fmla="*/ 92 w 266"/>
                  <a:gd name="T49" fmla="*/ 148 h 148"/>
                  <a:gd name="T50" fmla="*/ 66 w 266"/>
                  <a:gd name="T51" fmla="*/ 144 h 148"/>
                  <a:gd name="T52" fmla="*/ 44 w 266"/>
                  <a:gd name="T53" fmla="*/ 139 h 148"/>
                  <a:gd name="T54" fmla="*/ 25 w 266"/>
                  <a:gd name="T55" fmla="*/ 129 h 148"/>
                  <a:gd name="T56" fmla="*/ 12 w 266"/>
                  <a:gd name="T57" fmla="*/ 116 h 148"/>
                  <a:gd name="T58" fmla="*/ 5 w 266"/>
                  <a:gd name="T59" fmla="*/ 101 h 148"/>
                  <a:gd name="T60" fmla="*/ 0 w 266"/>
                  <a:gd name="T61" fmla="*/ 84 h 148"/>
                  <a:gd name="T62" fmla="*/ 0 w 266"/>
                  <a:gd name="T63" fmla="*/ 66 h 148"/>
                  <a:gd name="T64" fmla="*/ 4 w 266"/>
                  <a:gd name="T65" fmla="*/ 39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6" h="148">
                    <a:moveTo>
                      <a:pt x="10" y="23"/>
                    </a:moveTo>
                    <a:lnTo>
                      <a:pt x="14" y="18"/>
                    </a:lnTo>
                    <a:lnTo>
                      <a:pt x="19" y="13"/>
                    </a:lnTo>
                    <a:lnTo>
                      <a:pt x="26" y="9"/>
                    </a:lnTo>
                    <a:lnTo>
                      <a:pt x="35" y="5"/>
                    </a:lnTo>
                    <a:lnTo>
                      <a:pt x="42" y="3"/>
                    </a:lnTo>
                    <a:lnTo>
                      <a:pt x="51" y="1"/>
                    </a:lnTo>
                    <a:lnTo>
                      <a:pt x="59" y="0"/>
                    </a:lnTo>
                    <a:lnTo>
                      <a:pt x="65" y="0"/>
                    </a:lnTo>
                    <a:lnTo>
                      <a:pt x="90" y="4"/>
                    </a:lnTo>
                    <a:lnTo>
                      <a:pt x="119" y="8"/>
                    </a:lnTo>
                    <a:lnTo>
                      <a:pt x="144" y="10"/>
                    </a:lnTo>
                    <a:lnTo>
                      <a:pt x="152" y="10"/>
                    </a:lnTo>
                    <a:lnTo>
                      <a:pt x="161" y="12"/>
                    </a:lnTo>
                    <a:lnTo>
                      <a:pt x="179" y="12"/>
                    </a:lnTo>
                    <a:lnTo>
                      <a:pt x="189" y="12"/>
                    </a:lnTo>
                    <a:lnTo>
                      <a:pt x="196" y="12"/>
                    </a:lnTo>
                    <a:lnTo>
                      <a:pt x="202" y="12"/>
                    </a:lnTo>
                    <a:lnTo>
                      <a:pt x="206" y="14"/>
                    </a:lnTo>
                    <a:lnTo>
                      <a:pt x="221" y="18"/>
                    </a:lnTo>
                    <a:lnTo>
                      <a:pt x="244" y="23"/>
                    </a:lnTo>
                    <a:lnTo>
                      <a:pt x="250" y="25"/>
                    </a:lnTo>
                    <a:lnTo>
                      <a:pt x="255" y="27"/>
                    </a:lnTo>
                    <a:lnTo>
                      <a:pt x="259" y="30"/>
                    </a:lnTo>
                    <a:lnTo>
                      <a:pt x="262" y="33"/>
                    </a:lnTo>
                    <a:lnTo>
                      <a:pt x="264" y="37"/>
                    </a:lnTo>
                    <a:lnTo>
                      <a:pt x="265" y="41"/>
                    </a:lnTo>
                    <a:lnTo>
                      <a:pt x="266" y="46"/>
                    </a:lnTo>
                    <a:lnTo>
                      <a:pt x="265" y="51"/>
                    </a:lnTo>
                    <a:lnTo>
                      <a:pt x="264" y="61"/>
                    </a:lnTo>
                    <a:lnTo>
                      <a:pt x="260" y="70"/>
                    </a:lnTo>
                    <a:lnTo>
                      <a:pt x="256" y="76"/>
                    </a:lnTo>
                    <a:lnTo>
                      <a:pt x="252" y="81"/>
                    </a:lnTo>
                    <a:lnTo>
                      <a:pt x="246" y="84"/>
                    </a:lnTo>
                    <a:lnTo>
                      <a:pt x="236" y="88"/>
                    </a:lnTo>
                    <a:lnTo>
                      <a:pt x="224" y="93"/>
                    </a:lnTo>
                    <a:lnTo>
                      <a:pt x="209" y="98"/>
                    </a:lnTo>
                    <a:lnTo>
                      <a:pt x="207" y="99"/>
                    </a:lnTo>
                    <a:lnTo>
                      <a:pt x="205" y="100"/>
                    </a:lnTo>
                    <a:lnTo>
                      <a:pt x="194" y="105"/>
                    </a:lnTo>
                    <a:lnTo>
                      <a:pt x="182" y="111"/>
                    </a:lnTo>
                    <a:lnTo>
                      <a:pt x="169" y="124"/>
                    </a:lnTo>
                    <a:lnTo>
                      <a:pt x="155" y="136"/>
                    </a:lnTo>
                    <a:lnTo>
                      <a:pt x="150" y="139"/>
                    </a:lnTo>
                    <a:lnTo>
                      <a:pt x="145" y="142"/>
                    </a:lnTo>
                    <a:lnTo>
                      <a:pt x="139" y="144"/>
                    </a:lnTo>
                    <a:lnTo>
                      <a:pt x="132" y="145"/>
                    </a:lnTo>
                    <a:lnTo>
                      <a:pt x="120" y="147"/>
                    </a:lnTo>
                    <a:lnTo>
                      <a:pt x="106" y="148"/>
                    </a:lnTo>
                    <a:lnTo>
                      <a:pt x="92" y="148"/>
                    </a:lnTo>
                    <a:lnTo>
                      <a:pt x="79" y="146"/>
                    </a:lnTo>
                    <a:lnTo>
                      <a:pt x="66" y="144"/>
                    </a:lnTo>
                    <a:lnTo>
                      <a:pt x="55" y="142"/>
                    </a:lnTo>
                    <a:lnTo>
                      <a:pt x="44" y="139"/>
                    </a:lnTo>
                    <a:lnTo>
                      <a:pt x="34" y="134"/>
                    </a:lnTo>
                    <a:lnTo>
                      <a:pt x="25" y="129"/>
                    </a:lnTo>
                    <a:lnTo>
                      <a:pt x="19" y="123"/>
                    </a:lnTo>
                    <a:lnTo>
                      <a:pt x="12" y="116"/>
                    </a:lnTo>
                    <a:lnTo>
                      <a:pt x="7" y="109"/>
                    </a:lnTo>
                    <a:lnTo>
                      <a:pt x="5" y="101"/>
                    </a:lnTo>
                    <a:lnTo>
                      <a:pt x="2" y="92"/>
                    </a:lnTo>
                    <a:lnTo>
                      <a:pt x="0" y="84"/>
                    </a:lnTo>
                    <a:lnTo>
                      <a:pt x="0" y="75"/>
                    </a:lnTo>
                    <a:lnTo>
                      <a:pt x="0" y="66"/>
                    </a:lnTo>
                    <a:lnTo>
                      <a:pt x="0" y="57"/>
                    </a:lnTo>
                    <a:lnTo>
                      <a:pt x="4" y="39"/>
                    </a:lnTo>
                    <a:lnTo>
                      <a:pt x="1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0" name="Freeform 574">
                <a:extLst>
                  <a:ext uri="{FF2B5EF4-FFF2-40B4-BE49-F238E27FC236}">
                    <a16:creationId xmlns:a16="http://schemas.microsoft.com/office/drawing/2014/main" id="{8DDAD3FF-3E83-4347-A8CA-AC15BEA50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6" y="5511800"/>
                <a:ext cx="11113" cy="28575"/>
              </a:xfrm>
              <a:custGeom>
                <a:avLst/>
                <a:gdLst>
                  <a:gd name="T0" fmla="*/ 34 w 34"/>
                  <a:gd name="T1" fmla="*/ 1 h 70"/>
                  <a:gd name="T2" fmla="*/ 34 w 34"/>
                  <a:gd name="T3" fmla="*/ 12 h 70"/>
                  <a:gd name="T4" fmla="*/ 33 w 34"/>
                  <a:gd name="T5" fmla="*/ 16 h 70"/>
                  <a:gd name="T6" fmla="*/ 32 w 34"/>
                  <a:gd name="T7" fmla="*/ 23 h 70"/>
                  <a:gd name="T8" fmla="*/ 29 w 34"/>
                  <a:gd name="T9" fmla="*/ 34 h 70"/>
                  <a:gd name="T10" fmla="*/ 27 w 34"/>
                  <a:gd name="T11" fmla="*/ 47 h 70"/>
                  <a:gd name="T12" fmla="*/ 24 w 34"/>
                  <a:gd name="T13" fmla="*/ 53 h 70"/>
                  <a:gd name="T14" fmla="*/ 23 w 34"/>
                  <a:gd name="T15" fmla="*/ 59 h 70"/>
                  <a:gd name="T16" fmla="*/ 12 w 34"/>
                  <a:gd name="T17" fmla="*/ 64 h 70"/>
                  <a:gd name="T18" fmla="*/ 0 w 34"/>
                  <a:gd name="T19" fmla="*/ 70 h 70"/>
                  <a:gd name="T20" fmla="*/ 0 w 34"/>
                  <a:gd name="T21" fmla="*/ 68 h 70"/>
                  <a:gd name="T22" fmla="*/ 2 w 34"/>
                  <a:gd name="T23" fmla="*/ 65 h 70"/>
                  <a:gd name="T24" fmla="*/ 4 w 34"/>
                  <a:gd name="T25" fmla="*/ 48 h 70"/>
                  <a:gd name="T26" fmla="*/ 7 w 34"/>
                  <a:gd name="T27" fmla="*/ 34 h 70"/>
                  <a:gd name="T28" fmla="*/ 8 w 34"/>
                  <a:gd name="T29" fmla="*/ 23 h 70"/>
                  <a:gd name="T30" fmla="*/ 8 w 34"/>
                  <a:gd name="T31" fmla="*/ 14 h 70"/>
                  <a:gd name="T32" fmla="*/ 5 w 34"/>
                  <a:gd name="T33" fmla="*/ 0 h 70"/>
                  <a:gd name="T34" fmla="*/ 34 w 34"/>
                  <a:gd name="T35" fmla="*/ 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" h="70">
                    <a:moveTo>
                      <a:pt x="34" y="1"/>
                    </a:moveTo>
                    <a:lnTo>
                      <a:pt x="34" y="12"/>
                    </a:lnTo>
                    <a:lnTo>
                      <a:pt x="33" y="16"/>
                    </a:lnTo>
                    <a:lnTo>
                      <a:pt x="32" y="23"/>
                    </a:lnTo>
                    <a:lnTo>
                      <a:pt x="29" y="34"/>
                    </a:lnTo>
                    <a:lnTo>
                      <a:pt x="27" y="47"/>
                    </a:lnTo>
                    <a:lnTo>
                      <a:pt x="24" y="53"/>
                    </a:lnTo>
                    <a:lnTo>
                      <a:pt x="23" y="59"/>
                    </a:lnTo>
                    <a:lnTo>
                      <a:pt x="12" y="64"/>
                    </a:lnTo>
                    <a:lnTo>
                      <a:pt x="0" y="70"/>
                    </a:lnTo>
                    <a:lnTo>
                      <a:pt x="0" y="68"/>
                    </a:lnTo>
                    <a:lnTo>
                      <a:pt x="2" y="65"/>
                    </a:lnTo>
                    <a:lnTo>
                      <a:pt x="4" y="48"/>
                    </a:lnTo>
                    <a:lnTo>
                      <a:pt x="7" y="34"/>
                    </a:lnTo>
                    <a:lnTo>
                      <a:pt x="8" y="23"/>
                    </a:lnTo>
                    <a:lnTo>
                      <a:pt x="8" y="14"/>
                    </a:lnTo>
                    <a:lnTo>
                      <a:pt x="5" y="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rgbClr val="7777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1" name="Freeform 575">
                <a:extLst>
                  <a:ext uri="{FF2B5EF4-FFF2-40B4-BE49-F238E27FC236}">
                    <a16:creationId xmlns:a16="http://schemas.microsoft.com/office/drawing/2014/main" id="{DA81CEB1-9952-47B8-B3DC-A1AB7A3A1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701" y="5510213"/>
                <a:ext cx="115888" cy="57150"/>
              </a:xfrm>
              <a:custGeom>
                <a:avLst/>
                <a:gdLst>
                  <a:gd name="T0" fmla="*/ 197 w 369"/>
                  <a:gd name="T1" fmla="*/ 0 h 144"/>
                  <a:gd name="T2" fmla="*/ 205 w 369"/>
                  <a:gd name="T3" fmla="*/ 3 h 144"/>
                  <a:gd name="T4" fmla="*/ 223 w 369"/>
                  <a:gd name="T5" fmla="*/ 7 h 144"/>
                  <a:gd name="T6" fmla="*/ 242 w 369"/>
                  <a:gd name="T7" fmla="*/ 11 h 144"/>
                  <a:gd name="T8" fmla="*/ 253 w 369"/>
                  <a:gd name="T9" fmla="*/ 13 h 144"/>
                  <a:gd name="T10" fmla="*/ 275 w 369"/>
                  <a:gd name="T11" fmla="*/ 15 h 144"/>
                  <a:gd name="T12" fmla="*/ 298 w 369"/>
                  <a:gd name="T13" fmla="*/ 17 h 144"/>
                  <a:gd name="T14" fmla="*/ 320 w 369"/>
                  <a:gd name="T15" fmla="*/ 19 h 144"/>
                  <a:gd name="T16" fmla="*/ 343 w 369"/>
                  <a:gd name="T17" fmla="*/ 21 h 144"/>
                  <a:gd name="T18" fmla="*/ 350 w 369"/>
                  <a:gd name="T19" fmla="*/ 23 h 144"/>
                  <a:gd name="T20" fmla="*/ 357 w 369"/>
                  <a:gd name="T21" fmla="*/ 27 h 144"/>
                  <a:gd name="T22" fmla="*/ 362 w 369"/>
                  <a:gd name="T23" fmla="*/ 32 h 144"/>
                  <a:gd name="T24" fmla="*/ 365 w 369"/>
                  <a:gd name="T25" fmla="*/ 38 h 144"/>
                  <a:gd name="T26" fmla="*/ 368 w 369"/>
                  <a:gd name="T27" fmla="*/ 44 h 144"/>
                  <a:gd name="T28" fmla="*/ 369 w 369"/>
                  <a:gd name="T29" fmla="*/ 50 h 144"/>
                  <a:gd name="T30" fmla="*/ 368 w 369"/>
                  <a:gd name="T31" fmla="*/ 57 h 144"/>
                  <a:gd name="T32" fmla="*/ 365 w 369"/>
                  <a:gd name="T33" fmla="*/ 62 h 144"/>
                  <a:gd name="T34" fmla="*/ 362 w 369"/>
                  <a:gd name="T35" fmla="*/ 67 h 144"/>
                  <a:gd name="T36" fmla="*/ 354 w 369"/>
                  <a:gd name="T37" fmla="*/ 72 h 144"/>
                  <a:gd name="T38" fmla="*/ 344 w 369"/>
                  <a:gd name="T39" fmla="*/ 77 h 144"/>
                  <a:gd name="T40" fmla="*/ 332 w 369"/>
                  <a:gd name="T41" fmla="*/ 82 h 144"/>
                  <a:gd name="T42" fmla="*/ 298 w 369"/>
                  <a:gd name="T43" fmla="*/ 95 h 144"/>
                  <a:gd name="T44" fmla="*/ 254 w 369"/>
                  <a:gd name="T45" fmla="*/ 109 h 144"/>
                  <a:gd name="T46" fmla="*/ 239 w 369"/>
                  <a:gd name="T47" fmla="*/ 113 h 144"/>
                  <a:gd name="T48" fmla="*/ 224 w 369"/>
                  <a:gd name="T49" fmla="*/ 117 h 144"/>
                  <a:gd name="T50" fmla="*/ 210 w 369"/>
                  <a:gd name="T51" fmla="*/ 120 h 144"/>
                  <a:gd name="T52" fmla="*/ 195 w 369"/>
                  <a:gd name="T53" fmla="*/ 122 h 144"/>
                  <a:gd name="T54" fmla="*/ 182 w 369"/>
                  <a:gd name="T55" fmla="*/ 124 h 144"/>
                  <a:gd name="T56" fmla="*/ 167 w 369"/>
                  <a:gd name="T57" fmla="*/ 126 h 144"/>
                  <a:gd name="T58" fmla="*/ 153 w 369"/>
                  <a:gd name="T59" fmla="*/ 130 h 144"/>
                  <a:gd name="T60" fmla="*/ 140 w 369"/>
                  <a:gd name="T61" fmla="*/ 134 h 144"/>
                  <a:gd name="T62" fmla="*/ 125 w 369"/>
                  <a:gd name="T63" fmla="*/ 138 h 144"/>
                  <a:gd name="T64" fmla="*/ 112 w 369"/>
                  <a:gd name="T65" fmla="*/ 141 h 144"/>
                  <a:gd name="T66" fmla="*/ 98 w 369"/>
                  <a:gd name="T67" fmla="*/ 143 h 144"/>
                  <a:gd name="T68" fmla="*/ 83 w 369"/>
                  <a:gd name="T69" fmla="*/ 144 h 144"/>
                  <a:gd name="T70" fmla="*/ 72 w 369"/>
                  <a:gd name="T71" fmla="*/ 143 h 144"/>
                  <a:gd name="T72" fmla="*/ 59 w 369"/>
                  <a:gd name="T73" fmla="*/ 141 h 144"/>
                  <a:gd name="T74" fmla="*/ 45 w 369"/>
                  <a:gd name="T75" fmla="*/ 138 h 144"/>
                  <a:gd name="T76" fmla="*/ 33 w 369"/>
                  <a:gd name="T77" fmla="*/ 134 h 144"/>
                  <a:gd name="T78" fmla="*/ 27 w 369"/>
                  <a:gd name="T79" fmla="*/ 132 h 144"/>
                  <a:gd name="T80" fmla="*/ 20 w 369"/>
                  <a:gd name="T81" fmla="*/ 129 h 144"/>
                  <a:gd name="T82" fmla="*/ 15 w 369"/>
                  <a:gd name="T83" fmla="*/ 126 h 144"/>
                  <a:gd name="T84" fmla="*/ 10 w 369"/>
                  <a:gd name="T85" fmla="*/ 122 h 144"/>
                  <a:gd name="T86" fmla="*/ 7 w 369"/>
                  <a:gd name="T87" fmla="*/ 119 h 144"/>
                  <a:gd name="T88" fmla="*/ 4 w 369"/>
                  <a:gd name="T89" fmla="*/ 114 h 144"/>
                  <a:gd name="T90" fmla="*/ 2 w 369"/>
                  <a:gd name="T91" fmla="*/ 110 h 144"/>
                  <a:gd name="T92" fmla="*/ 0 w 369"/>
                  <a:gd name="T93" fmla="*/ 105 h 144"/>
                  <a:gd name="T94" fmla="*/ 0 w 369"/>
                  <a:gd name="T95" fmla="*/ 90 h 144"/>
                  <a:gd name="T96" fmla="*/ 3 w 369"/>
                  <a:gd name="T97" fmla="*/ 74 h 144"/>
                  <a:gd name="T98" fmla="*/ 4 w 369"/>
                  <a:gd name="T99" fmla="*/ 59 h 144"/>
                  <a:gd name="T100" fmla="*/ 7 w 369"/>
                  <a:gd name="T101" fmla="*/ 44 h 144"/>
                  <a:gd name="T102" fmla="*/ 22 w 369"/>
                  <a:gd name="T103" fmla="*/ 36 h 144"/>
                  <a:gd name="T104" fmla="*/ 38 w 369"/>
                  <a:gd name="T105" fmla="*/ 28 h 144"/>
                  <a:gd name="T106" fmla="*/ 57 w 369"/>
                  <a:gd name="T107" fmla="*/ 21 h 144"/>
                  <a:gd name="T108" fmla="*/ 77 w 369"/>
                  <a:gd name="T109" fmla="*/ 14 h 144"/>
                  <a:gd name="T110" fmla="*/ 100 w 369"/>
                  <a:gd name="T111" fmla="*/ 8 h 144"/>
                  <a:gd name="T112" fmla="*/ 128 w 369"/>
                  <a:gd name="T113" fmla="*/ 3 h 144"/>
                  <a:gd name="T114" fmla="*/ 144 w 369"/>
                  <a:gd name="T115" fmla="*/ 2 h 144"/>
                  <a:gd name="T116" fmla="*/ 160 w 369"/>
                  <a:gd name="T117" fmla="*/ 1 h 144"/>
                  <a:gd name="T118" fmla="*/ 178 w 369"/>
                  <a:gd name="T119" fmla="*/ 0 h 144"/>
                  <a:gd name="T120" fmla="*/ 197 w 369"/>
                  <a:gd name="T121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9" h="144">
                    <a:moveTo>
                      <a:pt x="197" y="0"/>
                    </a:moveTo>
                    <a:lnTo>
                      <a:pt x="205" y="3"/>
                    </a:lnTo>
                    <a:lnTo>
                      <a:pt x="223" y="7"/>
                    </a:lnTo>
                    <a:lnTo>
                      <a:pt x="242" y="11"/>
                    </a:lnTo>
                    <a:lnTo>
                      <a:pt x="253" y="13"/>
                    </a:lnTo>
                    <a:lnTo>
                      <a:pt x="275" y="15"/>
                    </a:lnTo>
                    <a:lnTo>
                      <a:pt x="298" y="17"/>
                    </a:lnTo>
                    <a:lnTo>
                      <a:pt x="320" y="19"/>
                    </a:lnTo>
                    <a:lnTo>
                      <a:pt x="343" y="21"/>
                    </a:lnTo>
                    <a:lnTo>
                      <a:pt x="350" y="23"/>
                    </a:lnTo>
                    <a:lnTo>
                      <a:pt x="357" y="27"/>
                    </a:lnTo>
                    <a:lnTo>
                      <a:pt x="362" y="32"/>
                    </a:lnTo>
                    <a:lnTo>
                      <a:pt x="365" y="38"/>
                    </a:lnTo>
                    <a:lnTo>
                      <a:pt x="368" y="44"/>
                    </a:lnTo>
                    <a:lnTo>
                      <a:pt x="369" y="50"/>
                    </a:lnTo>
                    <a:lnTo>
                      <a:pt x="368" y="57"/>
                    </a:lnTo>
                    <a:lnTo>
                      <a:pt x="365" y="62"/>
                    </a:lnTo>
                    <a:lnTo>
                      <a:pt x="362" y="67"/>
                    </a:lnTo>
                    <a:lnTo>
                      <a:pt x="354" y="72"/>
                    </a:lnTo>
                    <a:lnTo>
                      <a:pt x="344" y="77"/>
                    </a:lnTo>
                    <a:lnTo>
                      <a:pt x="332" y="82"/>
                    </a:lnTo>
                    <a:lnTo>
                      <a:pt x="298" y="95"/>
                    </a:lnTo>
                    <a:lnTo>
                      <a:pt x="254" y="109"/>
                    </a:lnTo>
                    <a:lnTo>
                      <a:pt x="239" y="113"/>
                    </a:lnTo>
                    <a:lnTo>
                      <a:pt x="224" y="117"/>
                    </a:lnTo>
                    <a:lnTo>
                      <a:pt x="210" y="120"/>
                    </a:lnTo>
                    <a:lnTo>
                      <a:pt x="195" y="122"/>
                    </a:lnTo>
                    <a:lnTo>
                      <a:pt x="182" y="124"/>
                    </a:lnTo>
                    <a:lnTo>
                      <a:pt x="167" y="126"/>
                    </a:lnTo>
                    <a:lnTo>
                      <a:pt x="153" y="130"/>
                    </a:lnTo>
                    <a:lnTo>
                      <a:pt x="140" y="134"/>
                    </a:lnTo>
                    <a:lnTo>
                      <a:pt x="125" y="138"/>
                    </a:lnTo>
                    <a:lnTo>
                      <a:pt x="112" y="141"/>
                    </a:lnTo>
                    <a:lnTo>
                      <a:pt x="98" y="143"/>
                    </a:lnTo>
                    <a:lnTo>
                      <a:pt x="83" y="144"/>
                    </a:lnTo>
                    <a:lnTo>
                      <a:pt x="72" y="143"/>
                    </a:lnTo>
                    <a:lnTo>
                      <a:pt x="59" y="141"/>
                    </a:lnTo>
                    <a:lnTo>
                      <a:pt x="45" y="138"/>
                    </a:lnTo>
                    <a:lnTo>
                      <a:pt x="33" y="134"/>
                    </a:lnTo>
                    <a:lnTo>
                      <a:pt x="27" y="132"/>
                    </a:lnTo>
                    <a:lnTo>
                      <a:pt x="20" y="129"/>
                    </a:lnTo>
                    <a:lnTo>
                      <a:pt x="15" y="126"/>
                    </a:lnTo>
                    <a:lnTo>
                      <a:pt x="10" y="122"/>
                    </a:lnTo>
                    <a:lnTo>
                      <a:pt x="7" y="119"/>
                    </a:lnTo>
                    <a:lnTo>
                      <a:pt x="4" y="114"/>
                    </a:lnTo>
                    <a:lnTo>
                      <a:pt x="2" y="110"/>
                    </a:lnTo>
                    <a:lnTo>
                      <a:pt x="0" y="105"/>
                    </a:lnTo>
                    <a:lnTo>
                      <a:pt x="0" y="90"/>
                    </a:lnTo>
                    <a:lnTo>
                      <a:pt x="3" y="74"/>
                    </a:lnTo>
                    <a:lnTo>
                      <a:pt x="4" y="59"/>
                    </a:lnTo>
                    <a:lnTo>
                      <a:pt x="7" y="44"/>
                    </a:lnTo>
                    <a:lnTo>
                      <a:pt x="22" y="36"/>
                    </a:lnTo>
                    <a:lnTo>
                      <a:pt x="38" y="28"/>
                    </a:lnTo>
                    <a:lnTo>
                      <a:pt x="57" y="21"/>
                    </a:lnTo>
                    <a:lnTo>
                      <a:pt x="77" y="14"/>
                    </a:lnTo>
                    <a:lnTo>
                      <a:pt x="100" y="8"/>
                    </a:lnTo>
                    <a:lnTo>
                      <a:pt x="128" y="3"/>
                    </a:lnTo>
                    <a:lnTo>
                      <a:pt x="144" y="2"/>
                    </a:lnTo>
                    <a:lnTo>
                      <a:pt x="160" y="1"/>
                    </a:lnTo>
                    <a:lnTo>
                      <a:pt x="178" y="0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2" name="Freeform 576">
                <a:extLst>
                  <a:ext uri="{FF2B5EF4-FFF2-40B4-BE49-F238E27FC236}">
                    <a16:creationId xmlns:a16="http://schemas.microsoft.com/office/drawing/2014/main" id="{BC32A3FB-6AC9-43AB-A7A2-468FBB0EF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613" y="5530850"/>
                <a:ext cx="15875" cy="28575"/>
              </a:xfrm>
              <a:custGeom>
                <a:avLst/>
                <a:gdLst>
                  <a:gd name="T0" fmla="*/ 44 w 50"/>
                  <a:gd name="T1" fmla="*/ 0 h 71"/>
                  <a:gd name="T2" fmla="*/ 48 w 50"/>
                  <a:gd name="T3" fmla="*/ 1 h 71"/>
                  <a:gd name="T4" fmla="*/ 50 w 50"/>
                  <a:gd name="T5" fmla="*/ 1 h 71"/>
                  <a:gd name="T6" fmla="*/ 47 w 50"/>
                  <a:gd name="T7" fmla="*/ 9 h 71"/>
                  <a:gd name="T8" fmla="*/ 42 w 50"/>
                  <a:gd name="T9" fmla="*/ 28 h 71"/>
                  <a:gd name="T10" fmla="*/ 39 w 50"/>
                  <a:gd name="T11" fmla="*/ 38 h 71"/>
                  <a:gd name="T12" fmla="*/ 35 w 50"/>
                  <a:gd name="T13" fmla="*/ 48 h 71"/>
                  <a:gd name="T14" fmla="*/ 33 w 50"/>
                  <a:gd name="T15" fmla="*/ 57 h 71"/>
                  <a:gd name="T16" fmla="*/ 29 w 50"/>
                  <a:gd name="T17" fmla="*/ 66 h 71"/>
                  <a:gd name="T18" fmla="*/ 15 w 50"/>
                  <a:gd name="T19" fmla="*/ 69 h 71"/>
                  <a:gd name="T20" fmla="*/ 0 w 50"/>
                  <a:gd name="T21" fmla="*/ 71 h 71"/>
                  <a:gd name="T22" fmla="*/ 4 w 50"/>
                  <a:gd name="T23" fmla="*/ 61 h 71"/>
                  <a:gd name="T24" fmla="*/ 9 w 50"/>
                  <a:gd name="T25" fmla="*/ 48 h 71"/>
                  <a:gd name="T26" fmla="*/ 17 w 50"/>
                  <a:gd name="T27" fmla="*/ 32 h 71"/>
                  <a:gd name="T28" fmla="*/ 22 w 50"/>
                  <a:gd name="T29" fmla="*/ 19 h 71"/>
                  <a:gd name="T30" fmla="*/ 24 w 50"/>
                  <a:gd name="T31" fmla="*/ 9 h 71"/>
                  <a:gd name="T32" fmla="*/ 25 w 50"/>
                  <a:gd name="T33" fmla="*/ 3 h 71"/>
                  <a:gd name="T34" fmla="*/ 28 w 50"/>
                  <a:gd name="T35" fmla="*/ 2 h 71"/>
                  <a:gd name="T36" fmla="*/ 34 w 50"/>
                  <a:gd name="T37" fmla="*/ 1 h 71"/>
                  <a:gd name="T38" fmla="*/ 42 w 50"/>
                  <a:gd name="T39" fmla="*/ 1 h 71"/>
                  <a:gd name="T40" fmla="*/ 44 w 50"/>
                  <a:gd name="T4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44" y="0"/>
                    </a:moveTo>
                    <a:lnTo>
                      <a:pt x="48" y="1"/>
                    </a:lnTo>
                    <a:lnTo>
                      <a:pt x="50" y="1"/>
                    </a:lnTo>
                    <a:lnTo>
                      <a:pt x="47" y="9"/>
                    </a:lnTo>
                    <a:lnTo>
                      <a:pt x="42" y="28"/>
                    </a:lnTo>
                    <a:lnTo>
                      <a:pt x="39" y="38"/>
                    </a:lnTo>
                    <a:lnTo>
                      <a:pt x="35" y="48"/>
                    </a:lnTo>
                    <a:lnTo>
                      <a:pt x="33" y="57"/>
                    </a:lnTo>
                    <a:lnTo>
                      <a:pt x="29" y="66"/>
                    </a:lnTo>
                    <a:lnTo>
                      <a:pt x="15" y="69"/>
                    </a:lnTo>
                    <a:lnTo>
                      <a:pt x="0" y="71"/>
                    </a:lnTo>
                    <a:lnTo>
                      <a:pt x="4" y="61"/>
                    </a:lnTo>
                    <a:lnTo>
                      <a:pt x="9" y="48"/>
                    </a:lnTo>
                    <a:lnTo>
                      <a:pt x="17" y="32"/>
                    </a:lnTo>
                    <a:lnTo>
                      <a:pt x="22" y="19"/>
                    </a:lnTo>
                    <a:lnTo>
                      <a:pt x="24" y="9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4" y="1"/>
                    </a:lnTo>
                    <a:lnTo>
                      <a:pt x="42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777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3" name="Freeform 577">
                <a:extLst>
                  <a:ext uri="{FF2B5EF4-FFF2-40B4-BE49-F238E27FC236}">
                    <a16:creationId xmlns:a16="http://schemas.microsoft.com/office/drawing/2014/main" id="{6A96C284-E142-4B80-B8D6-315532BEC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088" y="5124450"/>
                <a:ext cx="120650" cy="388938"/>
              </a:xfrm>
              <a:custGeom>
                <a:avLst/>
                <a:gdLst>
                  <a:gd name="T0" fmla="*/ 19 w 382"/>
                  <a:gd name="T1" fmla="*/ 6 h 979"/>
                  <a:gd name="T2" fmla="*/ 9 w 382"/>
                  <a:gd name="T3" fmla="*/ 32 h 979"/>
                  <a:gd name="T4" fmla="*/ 3 w 382"/>
                  <a:gd name="T5" fmla="*/ 58 h 979"/>
                  <a:gd name="T6" fmla="*/ 0 w 382"/>
                  <a:gd name="T7" fmla="*/ 89 h 979"/>
                  <a:gd name="T8" fmla="*/ 3 w 382"/>
                  <a:gd name="T9" fmla="*/ 122 h 979"/>
                  <a:gd name="T10" fmla="*/ 9 w 382"/>
                  <a:gd name="T11" fmla="*/ 147 h 979"/>
                  <a:gd name="T12" fmla="*/ 18 w 382"/>
                  <a:gd name="T13" fmla="*/ 163 h 979"/>
                  <a:gd name="T14" fmla="*/ 27 w 382"/>
                  <a:gd name="T15" fmla="*/ 178 h 979"/>
                  <a:gd name="T16" fmla="*/ 41 w 382"/>
                  <a:gd name="T17" fmla="*/ 192 h 979"/>
                  <a:gd name="T18" fmla="*/ 57 w 382"/>
                  <a:gd name="T19" fmla="*/ 205 h 979"/>
                  <a:gd name="T20" fmla="*/ 70 w 382"/>
                  <a:gd name="T21" fmla="*/ 218 h 979"/>
                  <a:gd name="T22" fmla="*/ 85 w 382"/>
                  <a:gd name="T23" fmla="*/ 242 h 979"/>
                  <a:gd name="T24" fmla="*/ 101 w 382"/>
                  <a:gd name="T25" fmla="*/ 279 h 979"/>
                  <a:gd name="T26" fmla="*/ 111 w 382"/>
                  <a:gd name="T27" fmla="*/ 319 h 979"/>
                  <a:gd name="T28" fmla="*/ 120 w 382"/>
                  <a:gd name="T29" fmla="*/ 377 h 979"/>
                  <a:gd name="T30" fmla="*/ 125 w 382"/>
                  <a:gd name="T31" fmla="*/ 439 h 979"/>
                  <a:gd name="T32" fmla="*/ 124 w 382"/>
                  <a:gd name="T33" fmla="*/ 465 h 979"/>
                  <a:gd name="T34" fmla="*/ 106 w 382"/>
                  <a:gd name="T35" fmla="*/ 526 h 979"/>
                  <a:gd name="T36" fmla="*/ 91 w 382"/>
                  <a:gd name="T37" fmla="*/ 601 h 979"/>
                  <a:gd name="T38" fmla="*/ 82 w 382"/>
                  <a:gd name="T39" fmla="*/ 708 h 979"/>
                  <a:gd name="T40" fmla="*/ 72 w 382"/>
                  <a:gd name="T41" fmla="*/ 833 h 979"/>
                  <a:gd name="T42" fmla="*/ 64 w 382"/>
                  <a:gd name="T43" fmla="*/ 913 h 979"/>
                  <a:gd name="T44" fmla="*/ 56 w 382"/>
                  <a:gd name="T45" fmla="*/ 949 h 979"/>
                  <a:gd name="T46" fmla="*/ 55 w 382"/>
                  <a:gd name="T47" fmla="*/ 962 h 979"/>
                  <a:gd name="T48" fmla="*/ 70 w 382"/>
                  <a:gd name="T49" fmla="*/ 969 h 979"/>
                  <a:gd name="T50" fmla="*/ 86 w 382"/>
                  <a:gd name="T51" fmla="*/ 974 h 979"/>
                  <a:gd name="T52" fmla="*/ 109 w 382"/>
                  <a:gd name="T53" fmla="*/ 978 h 979"/>
                  <a:gd name="T54" fmla="*/ 139 w 382"/>
                  <a:gd name="T55" fmla="*/ 979 h 979"/>
                  <a:gd name="T56" fmla="*/ 175 w 382"/>
                  <a:gd name="T57" fmla="*/ 976 h 979"/>
                  <a:gd name="T58" fmla="*/ 217 w 382"/>
                  <a:gd name="T59" fmla="*/ 967 h 979"/>
                  <a:gd name="T60" fmla="*/ 245 w 382"/>
                  <a:gd name="T61" fmla="*/ 944 h 979"/>
                  <a:gd name="T62" fmla="*/ 266 w 382"/>
                  <a:gd name="T63" fmla="*/ 839 h 979"/>
                  <a:gd name="T64" fmla="*/ 291 w 382"/>
                  <a:gd name="T65" fmla="*/ 730 h 979"/>
                  <a:gd name="T66" fmla="*/ 310 w 382"/>
                  <a:gd name="T67" fmla="*/ 657 h 979"/>
                  <a:gd name="T68" fmla="*/ 330 w 382"/>
                  <a:gd name="T69" fmla="*/ 594 h 979"/>
                  <a:gd name="T70" fmla="*/ 344 w 382"/>
                  <a:gd name="T71" fmla="*/ 559 h 979"/>
                  <a:gd name="T72" fmla="*/ 354 w 382"/>
                  <a:gd name="T73" fmla="*/ 542 h 979"/>
                  <a:gd name="T74" fmla="*/ 361 w 382"/>
                  <a:gd name="T75" fmla="*/ 531 h 979"/>
                  <a:gd name="T76" fmla="*/ 369 w 382"/>
                  <a:gd name="T77" fmla="*/ 515 h 979"/>
                  <a:gd name="T78" fmla="*/ 376 w 382"/>
                  <a:gd name="T79" fmla="*/ 483 h 979"/>
                  <a:gd name="T80" fmla="*/ 381 w 382"/>
                  <a:gd name="T81" fmla="*/ 426 h 979"/>
                  <a:gd name="T82" fmla="*/ 382 w 382"/>
                  <a:gd name="T83" fmla="*/ 361 h 979"/>
                  <a:gd name="T84" fmla="*/ 379 w 382"/>
                  <a:gd name="T85" fmla="*/ 264 h 979"/>
                  <a:gd name="T86" fmla="*/ 372 w 382"/>
                  <a:gd name="T87" fmla="*/ 172 h 979"/>
                  <a:gd name="T88" fmla="*/ 282 w 382"/>
                  <a:gd name="T89" fmla="*/ 48 h 9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82" h="979">
                    <a:moveTo>
                      <a:pt x="21" y="0"/>
                    </a:moveTo>
                    <a:lnTo>
                      <a:pt x="19" y="6"/>
                    </a:lnTo>
                    <a:lnTo>
                      <a:pt x="13" y="21"/>
                    </a:lnTo>
                    <a:lnTo>
                      <a:pt x="9" y="32"/>
                    </a:lnTo>
                    <a:lnTo>
                      <a:pt x="5" y="45"/>
                    </a:lnTo>
                    <a:lnTo>
                      <a:pt x="3" y="58"/>
                    </a:lnTo>
                    <a:lnTo>
                      <a:pt x="0" y="73"/>
                    </a:lnTo>
                    <a:lnTo>
                      <a:pt x="0" y="89"/>
                    </a:lnTo>
                    <a:lnTo>
                      <a:pt x="0" y="105"/>
                    </a:lnTo>
                    <a:lnTo>
                      <a:pt x="3" y="122"/>
                    </a:lnTo>
                    <a:lnTo>
                      <a:pt x="6" y="138"/>
                    </a:lnTo>
                    <a:lnTo>
                      <a:pt x="9" y="147"/>
                    </a:lnTo>
                    <a:lnTo>
                      <a:pt x="13" y="155"/>
                    </a:lnTo>
                    <a:lnTo>
                      <a:pt x="18" y="163"/>
                    </a:lnTo>
                    <a:lnTo>
                      <a:pt x="22" y="170"/>
                    </a:lnTo>
                    <a:lnTo>
                      <a:pt x="27" y="178"/>
                    </a:lnTo>
                    <a:lnTo>
                      <a:pt x="34" y="185"/>
                    </a:lnTo>
                    <a:lnTo>
                      <a:pt x="41" y="192"/>
                    </a:lnTo>
                    <a:lnTo>
                      <a:pt x="50" y="199"/>
                    </a:lnTo>
                    <a:lnTo>
                      <a:pt x="57" y="205"/>
                    </a:lnTo>
                    <a:lnTo>
                      <a:pt x="64" y="211"/>
                    </a:lnTo>
                    <a:lnTo>
                      <a:pt x="70" y="218"/>
                    </a:lnTo>
                    <a:lnTo>
                      <a:pt x="75" y="226"/>
                    </a:lnTo>
                    <a:lnTo>
                      <a:pt x="85" y="242"/>
                    </a:lnTo>
                    <a:lnTo>
                      <a:pt x="94" y="260"/>
                    </a:lnTo>
                    <a:lnTo>
                      <a:pt x="101" y="279"/>
                    </a:lnTo>
                    <a:lnTo>
                      <a:pt x="106" y="298"/>
                    </a:lnTo>
                    <a:lnTo>
                      <a:pt x="111" y="319"/>
                    </a:lnTo>
                    <a:lnTo>
                      <a:pt x="115" y="339"/>
                    </a:lnTo>
                    <a:lnTo>
                      <a:pt x="120" y="377"/>
                    </a:lnTo>
                    <a:lnTo>
                      <a:pt x="122" y="412"/>
                    </a:lnTo>
                    <a:lnTo>
                      <a:pt x="125" y="439"/>
                    </a:lnTo>
                    <a:lnTo>
                      <a:pt x="127" y="456"/>
                    </a:lnTo>
                    <a:lnTo>
                      <a:pt x="124" y="465"/>
                    </a:lnTo>
                    <a:lnTo>
                      <a:pt x="116" y="490"/>
                    </a:lnTo>
                    <a:lnTo>
                      <a:pt x="106" y="526"/>
                    </a:lnTo>
                    <a:lnTo>
                      <a:pt x="96" y="569"/>
                    </a:lnTo>
                    <a:lnTo>
                      <a:pt x="91" y="601"/>
                    </a:lnTo>
                    <a:lnTo>
                      <a:pt x="86" y="649"/>
                    </a:lnTo>
                    <a:lnTo>
                      <a:pt x="82" y="708"/>
                    </a:lnTo>
                    <a:lnTo>
                      <a:pt x="77" y="771"/>
                    </a:lnTo>
                    <a:lnTo>
                      <a:pt x="72" y="833"/>
                    </a:lnTo>
                    <a:lnTo>
                      <a:pt x="67" y="889"/>
                    </a:lnTo>
                    <a:lnTo>
                      <a:pt x="64" y="913"/>
                    </a:lnTo>
                    <a:lnTo>
                      <a:pt x="60" y="933"/>
                    </a:lnTo>
                    <a:lnTo>
                      <a:pt x="56" y="949"/>
                    </a:lnTo>
                    <a:lnTo>
                      <a:pt x="52" y="960"/>
                    </a:lnTo>
                    <a:lnTo>
                      <a:pt x="55" y="962"/>
                    </a:lnTo>
                    <a:lnTo>
                      <a:pt x="64" y="966"/>
                    </a:lnTo>
                    <a:lnTo>
                      <a:pt x="70" y="969"/>
                    </a:lnTo>
                    <a:lnTo>
                      <a:pt x="77" y="971"/>
                    </a:lnTo>
                    <a:lnTo>
                      <a:pt x="86" y="974"/>
                    </a:lnTo>
                    <a:lnTo>
                      <a:pt x="97" y="976"/>
                    </a:lnTo>
                    <a:lnTo>
                      <a:pt x="109" y="978"/>
                    </a:lnTo>
                    <a:lnTo>
                      <a:pt x="124" y="979"/>
                    </a:lnTo>
                    <a:lnTo>
                      <a:pt x="139" y="979"/>
                    </a:lnTo>
                    <a:lnTo>
                      <a:pt x="156" y="978"/>
                    </a:lnTo>
                    <a:lnTo>
                      <a:pt x="175" y="976"/>
                    </a:lnTo>
                    <a:lnTo>
                      <a:pt x="195" y="972"/>
                    </a:lnTo>
                    <a:lnTo>
                      <a:pt x="217" y="967"/>
                    </a:lnTo>
                    <a:lnTo>
                      <a:pt x="241" y="960"/>
                    </a:lnTo>
                    <a:lnTo>
                      <a:pt x="245" y="944"/>
                    </a:lnTo>
                    <a:lnTo>
                      <a:pt x="252" y="901"/>
                    </a:lnTo>
                    <a:lnTo>
                      <a:pt x="266" y="839"/>
                    </a:lnTo>
                    <a:lnTo>
                      <a:pt x="282" y="767"/>
                    </a:lnTo>
                    <a:lnTo>
                      <a:pt x="291" y="730"/>
                    </a:lnTo>
                    <a:lnTo>
                      <a:pt x="300" y="693"/>
                    </a:lnTo>
                    <a:lnTo>
                      <a:pt x="310" y="657"/>
                    </a:lnTo>
                    <a:lnTo>
                      <a:pt x="320" y="624"/>
                    </a:lnTo>
                    <a:lnTo>
                      <a:pt x="330" y="594"/>
                    </a:lnTo>
                    <a:lnTo>
                      <a:pt x="339" y="569"/>
                    </a:lnTo>
                    <a:lnTo>
                      <a:pt x="344" y="559"/>
                    </a:lnTo>
                    <a:lnTo>
                      <a:pt x="349" y="550"/>
                    </a:lnTo>
                    <a:lnTo>
                      <a:pt x="354" y="542"/>
                    </a:lnTo>
                    <a:lnTo>
                      <a:pt x="357" y="537"/>
                    </a:lnTo>
                    <a:lnTo>
                      <a:pt x="361" y="531"/>
                    </a:lnTo>
                    <a:lnTo>
                      <a:pt x="365" y="524"/>
                    </a:lnTo>
                    <a:lnTo>
                      <a:pt x="369" y="515"/>
                    </a:lnTo>
                    <a:lnTo>
                      <a:pt x="371" y="506"/>
                    </a:lnTo>
                    <a:lnTo>
                      <a:pt x="376" y="483"/>
                    </a:lnTo>
                    <a:lnTo>
                      <a:pt x="379" y="456"/>
                    </a:lnTo>
                    <a:lnTo>
                      <a:pt x="381" y="426"/>
                    </a:lnTo>
                    <a:lnTo>
                      <a:pt x="382" y="394"/>
                    </a:lnTo>
                    <a:lnTo>
                      <a:pt x="382" y="361"/>
                    </a:lnTo>
                    <a:lnTo>
                      <a:pt x="381" y="328"/>
                    </a:lnTo>
                    <a:lnTo>
                      <a:pt x="379" y="264"/>
                    </a:lnTo>
                    <a:lnTo>
                      <a:pt x="376" y="210"/>
                    </a:lnTo>
                    <a:lnTo>
                      <a:pt x="372" y="172"/>
                    </a:lnTo>
                    <a:lnTo>
                      <a:pt x="371" y="158"/>
                    </a:lnTo>
                    <a:lnTo>
                      <a:pt x="282" y="48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6E28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4" name="Freeform 578">
                <a:extLst>
                  <a:ext uri="{FF2B5EF4-FFF2-40B4-BE49-F238E27FC236}">
                    <a16:creationId xmlns:a16="http://schemas.microsoft.com/office/drawing/2014/main" id="{B7C3ECEF-746B-425B-8868-B4160DF09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238" y="5116513"/>
                <a:ext cx="200025" cy="417513"/>
              </a:xfrm>
              <a:custGeom>
                <a:avLst/>
                <a:gdLst>
                  <a:gd name="T0" fmla="*/ 360 w 628"/>
                  <a:gd name="T1" fmla="*/ 111 h 1050"/>
                  <a:gd name="T2" fmla="*/ 406 w 628"/>
                  <a:gd name="T3" fmla="*/ 177 h 1050"/>
                  <a:gd name="T4" fmla="*/ 471 w 628"/>
                  <a:gd name="T5" fmla="*/ 275 h 1050"/>
                  <a:gd name="T6" fmla="*/ 517 w 628"/>
                  <a:gd name="T7" fmla="*/ 348 h 1050"/>
                  <a:gd name="T8" fmla="*/ 538 w 628"/>
                  <a:gd name="T9" fmla="*/ 388 h 1050"/>
                  <a:gd name="T10" fmla="*/ 551 w 628"/>
                  <a:gd name="T11" fmla="*/ 419 h 1050"/>
                  <a:gd name="T12" fmla="*/ 560 w 628"/>
                  <a:gd name="T13" fmla="*/ 451 h 1050"/>
                  <a:gd name="T14" fmla="*/ 566 w 628"/>
                  <a:gd name="T15" fmla="*/ 504 h 1050"/>
                  <a:gd name="T16" fmla="*/ 572 w 628"/>
                  <a:gd name="T17" fmla="*/ 583 h 1050"/>
                  <a:gd name="T18" fmla="*/ 578 w 628"/>
                  <a:gd name="T19" fmla="*/ 670 h 1050"/>
                  <a:gd name="T20" fmla="*/ 591 w 628"/>
                  <a:gd name="T21" fmla="*/ 763 h 1050"/>
                  <a:gd name="T22" fmla="*/ 606 w 628"/>
                  <a:gd name="T23" fmla="*/ 864 h 1050"/>
                  <a:gd name="T24" fmla="*/ 620 w 628"/>
                  <a:gd name="T25" fmla="*/ 952 h 1050"/>
                  <a:gd name="T26" fmla="*/ 627 w 628"/>
                  <a:gd name="T27" fmla="*/ 1007 h 1050"/>
                  <a:gd name="T28" fmla="*/ 625 w 628"/>
                  <a:gd name="T29" fmla="*/ 1017 h 1050"/>
                  <a:gd name="T30" fmla="*/ 593 w 628"/>
                  <a:gd name="T31" fmla="*/ 1030 h 1050"/>
                  <a:gd name="T32" fmla="*/ 557 w 628"/>
                  <a:gd name="T33" fmla="*/ 1041 h 1050"/>
                  <a:gd name="T34" fmla="*/ 530 w 628"/>
                  <a:gd name="T35" fmla="*/ 1047 h 1050"/>
                  <a:gd name="T36" fmla="*/ 501 w 628"/>
                  <a:gd name="T37" fmla="*/ 1050 h 1050"/>
                  <a:gd name="T38" fmla="*/ 472 w 628"/>
                  <a:gd name="T39" fmla="*/ 1048 h 1050"/>
                  <a:gd name="T40" fmla="*/ 460 w 628"/>
                  <a:gd name="T41" fmla="*/ 1035 h 1050"/>
                  <a:gd name="T42" fmla="*/ 461 w 628"/>
                  <a:gd name="T43" fmla="*/ 990 h 1050"/>
                  <a:gd name="T44" fmla="*/ 455 w 628"/>
                  <a:gd name="T45" fmla="*/ 958 h 1050"/>
                  <a:gd name="T46" fmla="*/ 446 w 628"/>
                  <a:gd name="T47" fmla="*/ 934 h 1050"/>
                  <a:gd name="T48" fmla="*/ 426 w 628"/>
                  <a:gd name="T49" fmla="*/ 888 h 1050"/>
                  <a:gd name="T50" fmla="*/ 390 w 628"/>
                  <a:gd name="T51" fmla="*/ 784 h 1050"/>
                  <a:gd name="T52" fmla="*/ 363 w 628"/>
                  <a:gd name="T53" fmla="*/ 689 h 1050"/>
                  <a:gd name="T54" fmla="*/ 348 w 628"/>
                  <a:gd name="T55" fmla="*/ 625 h 1050"/>
                  <a:gd name="T56" fmla="*/ 339 w 628"/>
                  <a:gd name="T57" fmla="*/ 565 h 1050"/>
                  <a:gd name="T58" fmla="*/ 335 w 628"/>
                  <a:gd name="T59" fmla="*/ 513 h 1050"/>
                  <a:gd name="T60" fmla="*/ 330 w 628"/>
                  <a:gd name="T61" fmla="*/ 484 h 1050"/>
                  <a:gd name="T62" fmla="*/ 286 w 628"/>
                  <a:gd name="T63" fmla="*/ 432 h 1050"/>
                  <a:gd name="T64" fmla="*/ 219 w 628"/>
                  <a:gd name="T65" fmla="*/ 358 h 1050"/>
                  <a:gd name="T66" fmla="*/ 166 w 628"/>
                  <a:gd name="T67" fmla="*/ 309 h 1050"/>
                  <a:gd name="T68" fmla="*/ 135 w 628"/>
                  <a:gd name="T69" fmla="*/ 285 h 1050"/>
                  <a:gd name="T70" fmla="*/ 109 w 628"/>
                  <a:gd name="T71" fmla="*/ 272 h 1050"/>
                  <a:gd name="T72" fmla="*/ 84 w 628"/>
                  <a:gd name="T73" fmla="*/ 255 h 1050"/>
                  <a:gd name="T74" fmla="*/ 59 w 628"/>
                  <a:gd name="T75" fmla="*/ 231 h 1050"/>
                  <a:gd name="T76" fmla="*/ 37 w 628"/>
                  <a:gd name="T77" fmla="*/ 203 h 1050"/>
                  <a:gd name="T78" fmla="*/ 19 w 628"/>
                  <a:gd name="T79" fmla="*/ 171 h 1050"/>
                  <a:gd name="T80" fmla="*/ 6 w 628"/>
                  <a:gd name="T81" fmla="*/ 135 h 1050"/>
                  <a:gd name="T82" fmla="*/ 0 w 628"/>
                  <a:gd name="T83" fmla="*/ 97 h 1050"/>
                  <a:gd name="T84" fmla="*/ 2 w 628"/>
                  <a:gd name="T85" fmla="*/ 57 h 1050"/>
                  <a:gd name="T86" fmla="*/ 11 w 628"/>
                  <a:gd name="T87" fmla="*/ 27 h 1050"/>
                  <a:gd name="T88" fmla="*/ 24 w 628"/>
                  <a:gd name="T89" fmla="*/ 13 h 1050"/>
                  <a:gd name="T90" fmla="*/ 41 w 628"/>
                  <a:gd name="T91" fmla="*/ 4 h 1050"/>
                  <a:gd name="T92" fmla="*/ 62 w 628"/>
                  <a:gd name="T93" fmla="*/ 1 h 1050"/>
                  <a:gd name="T94" fmla="*/ 89 w 628"/>
                  <a:gd name="T95" fmla="*/ 1 h 1050"/>
                  <a:gd name="T96" fmla="*/ 116 w 628"/>
                  <a:gd name="T97" fmla="*/ 6 h 1050"/>
                  <a:gd name="T98" fmla="*/ 161 w 628"/>
                  <a:gd name="T99" fmla="*/ 17 h 1050"/>
                  <a:gd name="T100" fmla="*/ 222 w 628"/>
                  <a:gd name="T101" fmla="*/ 40 h 1050"/>
                  <a:gd name="T102" fmla="*/ 279 w 628"/>
                  <a:gd name="T103" fmla="*/ 64 h 1050"/>
                  <a:gd name="T104" fmla="*/ 339 w 628"/>
                  <a:gd name="T105" fmla="*/ 94 h 1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8" h="1050">
                    <a:moveTo>
                      <a:pt x="352" y="102"/>
                    </a:moveTo>
                    <a:lnTo>
                      <a:pt x="360" y="111"/>
                    </a:lnTo>
                    <a:lnTo>
                      <a:pt x="378" y="138"/>
                    </a:lnTo>
                    <a:lnTo>
                      <a:pt x="406" y="177"/>
                    </a:lnTo>
                    <a:lnTo>
                      <a:pt x="438" y="224"/>
                    </a:lnTo>
                    <a:lnTo>
                      <a:pt x="471" y="275"/>
                    </a:lnTo>
                    <a:lnTo>
                      <a:pt x="503" y="325"/>
                    </a:lnTo>
                    <a:lnTo>
                      <a:pt x="517" y="348"/>
                    </a:lnTo>
                    <a:lnTo>
                      <a:pt x="530" y="369"/>
                    </a:lnTo>
                    <a:lnTo>
                      <a:pt x="538" y="388"/>
                    </a:lnTo>
                    <a:lnTo>
                      <a:pt x="546" y="404"/>
                    </a:lnTo>
                    <a:lnTo>
                      <a:pt x="551" y="419"/>
                    </a:lnTo>
                    <a:lnTo>
                      <a:pt x="556" y="434"/>
                    </a:lnTo>
                    <a:lnTo>
                      <a:pt x="560" y="451"/>
                    </a:lnTo>
                    <a:lnTo>
                      <a:pt x="562" y="468"/>
                    </a:lnTo>
                    <a:lnTo>
                      <a:pt x="566" y="504"/>
                    </a:lnTo>
                    <a:lnTo>
                      <a:pt x="570" y="543"/>
                    </a:lnTo>
                    <a:lnTo>
                      <a:pt x="572" y="583"/>
                    </a:lnTo>
                    <a:lnTo>
                      <a:pt x="575" y="626"/>
                    </a:lnTo>
                    <a:lnTo>
                      <a:pt x="578" y="670"/>
                    </a:lnTo>
                    <a:lnTo>
                      <a:pt x="583" y="715"/>
                    </a:lnTo>
                    <a:lnTo>
                      <a:pt x="591" y="763"/>
                    </a:lnTo>
                    <a:lnTo>
                      <a:pt x="598" y="814"/>
                    </a:lnTo>
                    <a:lnTo>
                      <a:pt x="606" y="864"/>
                    </a:lnTo>
                    <a:lnTo>
                      <a:pt x="613" y="911"/>
                    </a:lnTo>
                    <a:lnTo>
                      <a:pt x="620" y="952"/>
                    </a:lnTo>
                    <a:lnTo>
                      <a:pt x="623" y="985"/>
                    </a:lnTo>
                    <a:lnTo>
                      <a:pt x="627" y="1007"/>
                    </a:lnTo>
                    <a:lnTo>
                      <a:pt x="628" y="1015"/>
                    </a:lnTo>
                    <a:lnTo>
                      <a:pt x="625" y="1017"/>
                    </a:lnTo>
                    <a:lnTo>
                      <a:pt x="612" y="1022"/>
                    </a:lnTo>
                    <a:lnTo>
                      <a:pt x="593" y="1030"/>
                    </a:lnTo>
                    <a:lnTo>
                      <a:pt x="571" y="1037"/>
                    </a:lnTo>
                    <a:lnTo>
                      <a:pt x="557" y="1041"/>
                    </a:lnTo>
                    <a:lnTo>
                      <a:pt x="545" y="1044"/>
                    </a:lnTo>
                    <a:lnTo>
                      <a:pt x="530" y="1047"/>
                    </a:lnTo>
                    <a:lnTo>
                      <a:pt x="516" y="1049"/>
                    </a:lnTo>
                    <a:lnTo>
                      <a:pt x="501" y="1050"/>
                    </a:lnTo>
                    <a:lnTo>
                      <a:pt x="487" y="1049"/>
                    </a:lnTo>
                    <a:lnTo>
                      <a:pt x="472" y="1048"/>
                    </a:lnTo>
                    <a:lnTo>
                      <a:pt x="458" y="1045"/>
                    </a:lnTo>
                    <a:lnTo>
                      <a:pt x="460" y="1035"/>
                    </a:lnTo>
                    <a:lnTo>
                      <a:pt x="462" y="1008"/>
                    </a:lnTo>
                    <a:lnTo>
                      <a:pt x="461" y="990"/>
                    </a:lnTo>
                    <a:lnTo>
                      <a:pt x="457" y="969"/>
                    </a:lnTo>
                    <a:lnTo>
                      <a:pt x="455" y="958"/>
                    </a:lnTo>
                    <a:lnTo>
                      <a:pt x="451" y="946"/>
                    </a:lnTo>
                    <a:lnTo>
                      <a:pt x="446" y="934"/>
                    </a:lnTo>
                    <a:lnTo>
                      <a:pt x="441" y="921"/>
                    </a:lnTo>
                    <a:lnTo>
                      <a:pt x="426" y="888"/>
                    </a:lnTo>
                    <a:lnTo>
                      <a:pt x="408" y="841"/>
                    </a:lnTo>
                    <a:lnTo>
                      <a:pt x="390" y="784"/>
                    </a:lnTo>
                    <a:lnTo>
                      <a:pt x="372" y="721"/>
                    </a:lnTo>
                    <a:lnTo>
                      <a:pt x="363" y="689"/>
                    </a:lnTo>
                    <a:lnTo>
                      <a:pt x="356" y="657"/>
                    </a:lnTo>
                    <a:lnTo>
                      <a:pt x="348" y="625"/>
                    </a:lnTo>
                    <a:lnTo>
                      <a:pt x="343" y="595"/>
                    </a:lnTo>
                    <a:lnTo>
                      <a:pt x="339" y="565"/>
                    </a:lnTo>
                    <a:lnTo>
                      <a:pt x="336" y="538"/>
                    </a:lnTo>
                    <a:lnTo>
                      <a:pt x="335" y="513"/>
                    </a:lnTo>
                    <a:lnTo>
                      <a:pt x="336" y="492"/>
                    </a:lnTo>
                    <a:lnTo>
                      <a:pt x="330" y="484"/>
                    </a:lnTo>
                    <a:lnTo>
                      <a:pt x="312" y="462"/>
                    </a:lnTo>
                    <a:lnTo>
                      <a:pt x="286" y="432"/>
                    </a:lnTo>
                    <a:lnTo>
                      <a:pt x="254" y="396"/>
                    </a:lnTo>
                    <a:lnTo>
                      <a:pt x="219" y="358"/>
                    </a:lnTo>
                    <a:lnTo>
                      <a:pt x="182" y="324"/>
                    </a:lnTo>
                    <a:lnTo>
                      <a:pt x="166" y="309"/>
                    </a:lnTo>
                    <a:lnTo>
                      <a:pt x="150" y="296"/>
                    </a:lnTo>
                    <a:lnTo>
                      <a:pt x="135" y="285"/>
                    </a:lnTo>
                    <a:lnTo>
                      <a:pt x="121" y="278"/>
                    </a:lnTo>
                    <a:lnTo>
                      <a:pt x="109" y="272"/>
                    </a:lnTo>
                    <a:lnTo>
                      <a:pt x="96" y="264"/>
                    </a:lnTo>
                    <a:lnTo>
                      <a:pt x="84" y="255"/>
                    </a:lnTo>
                    <a:lnTo>
                      <a:pt x="71" y="244"/>
                    </a:lnTo>
                    <a:lnTo>
                      <a:pt x="59" y="231"/>
                    </a:lnTo>
                    <a:lnTo>
                      <a:pt x="47" y="218"/>
                    </a:lnTo>
                    <a:lnTo>
                      <a:pt x="37" y="203"/>
                    </a:lnTo>
                    <a:lnTo>
                      <a:pt x="27" y="187"/>
                    </a:lnTo>
                    <a:lnTo>
                      <a:pt x="19" y="171"/>
                    </a:lnTo>
                    <a:lnTo>
                      <a:pt x="11" y="153"/>
                    </a:lnTo>
                    <a:lnTo>
                      <a:pt x="6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0" y="77"/>
                    </a:lnTo>
                    <a:lnTo>
                      <a:pt x="2" y="57"/>
                    </a:lnTo>
                    <a:lnTo>
                      <a:pt x="7" y="36"/>
                    </a:lnTo>
                    <a:lnTo>
                      <a:pt x="11" y="27"/>
                    </a:lnTo>
                    <a:lnTo>
                      <a:pt x="17" y="19"/>
                    </a:lnTo>
                    <a:lnTo>
                      <a:pt x="24" y="13"/>
                    </a:lnTo>
                    <a:lnTo>
                      <a:pt x="31" y="8"/>
                    </a:lnTo>
                    <a:lnTo>
                      <a:pt x="41" y="4"/>
                    </a:lnTo>
                    <a:lnTo>
                      <a:pt x="51" y="2"/>
                    </a:lnTo>
                    <a:lnTo>
                      <a:pt x="62" y="1"/>
                    </a:lnTo>
                    <a:lnTo>
                      <a:pt x="75" y="0"/>
                    </a:lnTo>
                    <a:lnTo>
                      <a:pt x="89" y="1"/>
                    </a:lnTo>
                    <a:lnTo>
                      <a:pt x="102" y="3"/>
                    </a:lnTo>
                    <a:lnTo>
                      <a:pt x="116" y="6"/>
                    </a:lnTo>
                    <a:lnTo>
                      <a:pt x="131" y="9"/>
                    </a:lnTo>
                    <a:lnTo>
                      <a:pt x="161" y="17"/>
                    </a:lnTo>
                    <a:lnTo>
                      <a:pt x="192" y="28"/>
                    </a:lnTo>
                    <a:lnTo>
                      <a:pt x="222" y="40"/>
                    </a:lnTo>
                    <a:lnTo>
                      <a:pt x="252" y="52"/>
                    </a:lnTo>
                    <a:lnTo>
                      <a:pt x="279" y="64"/>
                    </a:lnTo>
                    <a:lnTo>
                      <a:pt x="304" y="76"/>
                    </a:lnTo>
                    <a:lnTo>
                      <a:pt x="339" y="94"/>
                    </a:lnTo>
                    <a:lnTo>
                      <a:pt x="352" y="102"/>
                    </a:lnTo>
                    <a:close/>
                  </a:path>
                </a:pathLst>
              </a:custGeom>
              <a:solidFill>
                <a:srgbClr val="853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5" name="Freeform 579">
                <a:extLst>
                  <a:ext uri="{FF2B5EF4-FFF2-40B4-BE49-F238E27FC236}">
                    <a16:creationId xmlns:a16="http://schemas.microsoft.com/office/drawing/2014/main" id="{1BE9C5F6-6082-4DFB-BE02-A9B9FFDDE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588" y="4868863"/>
                <a:ext cx="46038" cy="39688"/>
              </a:xfrm>
              <a:custGeom>
                <a:avLst/>
                <a:gdLst>
                  <a:gd name="T0" fmla="*/ 18 w 145"/>
                  <a:gd name="T1" fmla="*/ 0 h 100"/>
                  <a:gd name="T2" fmla="*/ 0 w 145"/>
                  <a:gd name="T3" fmla="*/ 76 h 100"/>
                  <a:gd name="T4" fmla="*/ 135 w 145"/>
                  <a:gd name="T5" fmla="*/ 100 h 100"/>
                  <a:gd name="T6" fmla="*/ 145 w 145"/>
                  <a:gd name="T7" fmla="*/ 27 h 100"/>
                  <a:gd name="T8" fmla="*/ 18 w 145"/>
                  <a:gd name="T9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100">
                    <a:moveTo>
                      <a:pt x="18" y="0"/>
                    </a:moveTo>
                    <a:lnTo>
                      <a:pt x="0" y="76"/>
                    </a:lnTo>
                    <a:lnTo>
                      <a:pt x="135" y="100"/>
                    </a:lnTo>
                    <a:lnTo>
                      <a:pt x="145" y="2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4D6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6" name="Freeform 580">
                <a:extLst>
                  <a:ext uri="{FF2B5EF4-FFF2-40B4-BE49-F238E27FC236}">
                    <a16:creationId xmlns:a16="http://schemas.microsoft.com/office/drawing/2014/main" id="{6FC040D3-0D58-4350-83E1-4F92CD394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8263" y="4889500"/>
                <a:ext cx="177800" cy="288925"/>
              </a:xfrm>
              <a:custGeom>
                <a:avLst/>
                <a:gdLst>
                  <a:gd name="T0" fmla="*/ 98 w 562"/>
                  <a:gd name="T1" fmla="*/ 72 h 727"/>
                  <a:gd name="T2" fmla="*/ 113 w 562"/>
                  <a:gd name="T3" fmla="*/ 52 h 727"/>
                  <a:gd name="T4" fmla="*/ 127 w 562"/>
                  <a:gd name="T5" fmla="*/ 38 h 727"/>
                  <a:gd name="T6" fmla="*/ 144 w 562"/>
                  <a:gd name="T7" fmla="*/ 25 h 727"/>
                  <a:gd name="T8" fmla="*/ 167 w 562"/>
                  <a:gd name="T9" fmla="*/ 14 h 727"/>
                  <a:gd name="T10" fmla="*/ 196 w 562"/>
                  <a:gd name="T11" fmla="*/ 6 h 727"/>
                  <a:gd name="T12" fmla="*/ 232 w 562"/>
                  <a:gd name="T13" fmla="*/ 1 h 727"/>
                  <a:gd name="T14" fmla="*/ 274 w 562"/>
                  <a:gd name="T15" fmla="*/ 0 h 727"/>
                  <a:gd name="T16" fmla="*/ 313 w 562"/>
                  <a:gd name="T17" fmla="*/ 2 h 727"/>
                  <a:gd name="T18" fmla="*/ 349 w 562"/>
                  <a:gd name="T19" fmla="*/ 8 h 727"/>
                  <a:gd name="T20" fmla="*/ 381 w 562"/>
                  <a:gd name="T21" fmla="*/ 16 h 727"/>
                  <a:gd name="T22" fmla="*/ 408 w 562"/>
                  <a:gd name="T23" fmla="*/ 27 h 727"/>
                  <a:gd name="T24" fmla="*/ 432 w 562"/>
                  <a:gd name="T25" fmla="*/ 40 h 727"/>
                  <a:gd name="T26" fmla="*/ 452 w 562"/>
                  <a:gd name="T27" fmla="*/ 55 h 727"/>
                  <a:gd name="T28" fmla="*/ 467 w 562"/>
                  <a:gd name="T29" fmla="*/ 72 h 727"/>
                  <a:gd name="T30" fmla="*/ 487 w 562"/>
                  <a:gd name="T31" fmla="*/ 98 h 727"/>
                  <a:gd name="T32" fmla="*/ 501 w 562"/>
                  <a:gd name="T33" fmla="*/ 119 h 727"/>
                  <a:gd name="T34" fmla="*/ 506 w 562"/>
                  <a:gd name="T35" fmla="*/ 133 h 727"/>
                  <a:gd name="T36" fmla="*/ 508 w 562"/>
                  <a:gd name="T37" fmla="*/ 152 h 727"/>
                  <a:gd name="T38" fmla="*/ 504 w 562"/>
                  <a:gd name="T39" fmla="*/ 177 h 727"/>
                  <a:gd name="T40" fmla="*/ 489 w 562"/>
                  <a:gd name="T41" fmla="*/ 235 h 727"/>
                  <a:gd name="T42" fmla="*/ 463 w 562"/>
                  <a:gd name="T43" fmla="*/ 322 h 727"/>
                  <a:gd name="T44" fmla="*/ 453 w 562"/>
                  <a:gd name="T45" fmla="*/ 381 h 727"/>
                  <a:gd name="T46" fmla="*/ 452 w 562"/>
                  <a:gd name="T47" fmla="*/ 436 h 727"/>
                  <a:gd name="T48" fmla="*/ 457 w 562"/>
                  <a:gd name="T49" fmla="*/ 486 h 727"/>
                  <a:gd name="T50" fmla="*/ 469 w 562"/>
                  <a:gd name="T51" fmla="*/ 531 h 727"/>
                  <a:gd name="T52" fmla="*/ 486 w 562"/>
                  <a:gd name="T53" fmla="*/ 571 h 727"/>
                  <a:gd name="T54" fmla="*/ 506 w 562"/>
                  <a:gd name="T55" fmla="*/ 606 h 727"/>
                  <a:gd name="T56" fmla="*/ 527 w 562"/>
                  <a:gd name="T57" fmla="*/ 636 h 727"/>
                  <a:gd name="T58" fmla="*/ 545 w 562"/>
                  <a:gd name="T59" fmla="*/ 661 h 727"/>
                  <a:gd name="T60" fmla="*/ 558 w 562"/>
                  <a:gd name="T61" fmla="*/ 679 h 727"/>
                  <a:gd name="T62" fmla="*/ 562 w 562"/>
                  <a:gd name="T63" fmla="*/ 693 h 727"/>
                  <a:gd name="T64" fmla="*/ 560 w 562"/>
                  <a:gd name="T65" fmla="*/ 701 h 727"/>
                  <a:gd name="T66" fmla="*/ 555 w 562"/>
                  <a:gd name="T67" fmla="*/ 706 h 727"/>
                  <a:gd name="T68" fmla="*/ 548 w 562"/>
                  <a:gd name="T69" fmla="*/ 708 h 727"/>
                  <a:gd name="T70" fmla="*/ 539 w 562"/>
                  <a:gd name="T71" fmla="*/ 709 h 727"/>
                  <a:gd name="T72" fmla="*/ 519 w 562"/>
                  <a:gd name="T73" fmla="*/ 712 h 727"/>
                  <a:gd name="T74" fmla="*/ 441 w 562"/>
                  <a:gd name="T75" fmla="*/ 722 h 727"/>
                  <a:gd name="T76" fmla="*/ 364 w 562"/>
                  <a:gd name="T77" fmla="*/ 727 h 727"/>
                  <a:gd name="T78" fmla="*/ 299 w 562"/>
                  <a:gd name="T79" fmla="*/ 727 h 727"/>
                  <a:gd name="T80" fmla="*/ 256 w 562"/>
                  <a:gd name="T81" fmla="*/ 723 h 727"/>
                  <a:gd name="T82" fmla="*/ 209 w 562"/>
                  <a:gd name="T83" fmla="*/ 717 h 727"/>
                  <a:gd name="T84" fmla="*/ 166 w 562"/>
                  <a:gd name="T85" fmla="*/ 707 h 727"/>
                  <a:gd name="T86" fmla="*/ 123 w 562"/>
                  <a:gd name="T87" fmla="*/ 693 h 727"/>
                  <a:gd name="T88" fmla="*/ 82 w 562"/>
                  <a:gd name="T89" fmla="*/ 675 h 727"/>
                  <a:gd name="T90" fmla="*/ 46 w 562"/>
                  <a:gd name="T91" fmla="*/ 652 h 727"/>
                  <a:gd name="T92" fmla="*/ 13 w 562"/>
                  <a:gd name="T93" fmla="*/ 623 h 727"/>
                  <a:gd name="T94" fmla="*/ 2 w 562"/>
                  <a:gd name="T95" fmla="*/ 599 h 727"/>
                  <a:gd name="T96" fmla="*/ 21 w 562"/>
                  <a:gd name="T97" fmla="*/ 552 h 727"/>
                  <a:gd name="T98" fmla="*/ 46 w 562"/>
                  <a:gd name="T99" fmla="*/ 480 h 727"/>
                  <a:gd name="T100" fmla="*/ 61 w 562"/>
                  <a:gd name="T101" fmla="*/ 425 h 727"/>
                  <a:gd name="T102" fmla="*/ 66 w 562"/>
                  <a:gd name="T103" fmla="*/ 393 h 727"/>
                  <a:gd name="T104" fmla="*/ 67 w 562"/>
                  <a:gd name="T105" fmla="*/ 352 h 727"/>
                  <a:gd name="T106" fmla="*/ 67 w 562"/>
                  <a:gd name="T107" fmla="*/ 273 h 727"/>
                  <a:gd name="T108" fmla="*/ 71 w 562"/>
                  <a:gd name="T109" fmla="*/ 185 h 727"/>
                  <a:gd name="T110" fmla="*/ 78 w 562"/>
                  <a:gd name="T111" fmla="*/ 126 h 727"/>
                  <a:gd name="T112" fmla="*/ 87 w 562"/>
                  <a:gd name="T113" fmla="*/ 96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62" h="727">
                    <a:moveTo>
                      <a:pt x="92" y="85"/>
                    </a:moveTo>
                    <a:lnTo>
                      <a:pt x="98" y="72"/>
                    </a:lnTo>
                    <a:lnTo>
                      <a:pt x="108" y="59"/>
                    </a:lnTo>
                    <a:lnTo>
                      <a:pt x="113" y="52"/>
                    </a:lnTo>
                    <a:lnTo>
                      <a:pt x="119" y="45"/>
                    </a:lnTo>
                    <a:lnTo>
                      <a:pt x="127" y="38"/>
                    </a:lnTo>
                    <a:lnTo>
                      <a:pt x="136" y="31"/>
                    </a:lnTo>
                    <a:lnTo>
                      <a:pt x="144" y="25"/>
                    </a:lnTo>
                    <a:lnTo>
                      <a:pt x="156" y="19"/>
                    </a:lnTo>
                    <a:lnTo>
                      <a:pt x="167" y="14"/>
                    </a:lnTo>
                    <a:lnTo>
                      <a:pt x="181" y="10"/>
                    </a:lnTo>
                    <a:lnTo>
                      <a:pt x="196" y="6"/>
                    </a:lnTo>
                    <a:lnTo>
                      <a:pt x="213" y="3"/>
                    </a:lnTo>
                    <a:lnTo>
                      <a:pt x="232" y="1"/>
                    </a:lnTo>
                    <a:lnTo>
                      <a:pt x="253" y="0"/>
                    </a:lnTo>
                    <a:lnTo>
                      <a:pt x="274" y="0"/>
                    </a:lnTo>
                    <a:lnTo>
                      <a:pt x="294" y="1"/>
                    </a:lnTo>
                    <a:lnTo>
                      <a:pt x="313" y="2"/>
                    </a:lnTo>
                    <a:lnTo>
                      <a:pt x="332" y="5"/>
                    </a:lnTo>
                    <a:lnTo>
                      <a:pt x="349" y="8"/>
                    </a:lnTo>
                    <a:lnTo>
                      <a:pt x="366" y="12"/>
                    </a:lnTo>
                    <a:lnTo>
                      <a:pt x="381" y="16"/>
                    </a:lnTo>
                    <a:lnTo>
                      <a:pt x="394" y="21"/>
                    </a:lnTo>
                    <a:lnTo>
                      <a:pt x="408" y="27"/>
                    </a:lnTo>
                    <a:lnTo>
                      <a:pt x="421" y="33"/>
                    </a:lnTo>
                    <a:lnTo>
                      <a:pt x="432" y="40"/>
                    </a:lnTo>
                    <a:lnTo>
                      <a:pt x="442" y="47"/>
                    </a:lnTo>
                    <a:lnTo>
                      <a:pt x="452" y="55"/>
                    </a:lnTo>
                    <a:lnTo>
                      <a:pt x="459" y="63"/>
                    </a:lnTo>
                    <a:lnTo>
                      <a:pt x="467" y="72"/>
                    </a:lnTo>
                    <a:lnTo>
                      <a:pt x="474" y="81"/>
                    </a:lnTo>
                    <a:lnTo>
                      <a:pt x="487" y="98"/>
                    </a:lnTo>
                    <a:lnTo>
                      <a:pt x="497" y="112"/>
                    </a:lnTo>
                    <a:lnTo>
                      <a:pt x="501" y="119"/>
                    </a:lnTo>
                    <a:lnTo>
                      <a:pt x="504" y="126"/>
                    </a:lnTo>
                    <a:lnTo>
                      <a:pt x="506" y="133"/>
                    </a:lnTo>
                    <a:lnTo>
                      <a:pt x="508" y="142"/>
                    </a:lnTo>
                    <a:lnTo>
                      <a:pt x="508" y="152"/>
                    </a:lnTo>
                    <a:lnTo>
                      <a:pt x="507" y="163"/>
                    </a:lnTo>
                    <a:lnTo>
                      <a:pt x="504" y="177"/>
                    </a:lnTo>
                    <a:lnTo>
                      <a:pt x="501" y="193"/>
                    </a:lnTo>
                    <a:lnTo>
                      <a:pt x="489" y="235"/>
                    </a:lnTo>
                    <a:lnTo>
                      <a:pt x="472" y="291"/>
                    </a:lnTo>
                    <a:lnTo>
                      <a:pt x="463" y="322"/>
                    </a:lnTo>
                    <a:lnTo>
                      <a:pt x="457" y="352"/>
                    </a:lnTo>
                    <a:lnTo>
                      <a:pt x="453" y="381"/>
                    </a:lnTo>
                    <a:lnTo>
                      <a:pt x="451" y="409"/>
                    </a:lnTo>
                    <a:lnTo>
                      <a:pt x="452" y="436"/>
                    </a:lnTo>
                    <a:lnTo>
                      <a:pt x="453" y="462"/>
                    </a:lnTo>
                    <a:lnTo>
                      <a:pt x="457" y="486"/>
                    </a:lnTo>
                    <a:lnTo>
                      <a:pt x="463" y="509"/>
                    </a:lnTo>
                    <a:lnTo>
                      <a:pt x="469" y="531"/>
                    </a:lnTo>
                    <a:lnTo>
                      <a:pt x="477" y="551"/>
                    </a:lnTo>
                    <a:lnTo>
                      <a:pt x="486" y="571"/>
                    </a:lnTo>
                    <a:lnTo>
                      <a:pt x="496" y="589"/>
                    </a:lnTo>
                    <a:lnTo>
                      <a:pt x="506" y="606"/>
                    </a:lnTo>
                    <a:lnTo>
                      <a:pt x="515" y="621"/>
                    </a:lnTo>
                    <a:lnTo>
                      <a:pt x="527" y="636"/>
                    </a:lnTo>
                    <a:lnTo>
                      <a:pt x="537" y="649"/>
                    </a:lnTo>
                    <a:lnTo>
                      <a:pt x="545" y="661"/>
                    </a:lnTo>
                    <a:lnTo>
                      <a:pt x="553" y="671"/>
                    </a:lnTo>
                    <a:lnTo>
                      <a:pt x="558" y="679"/>
                    </a:lnTo>
                    <a:lnTo>
                      <a:pt x="560" y="687"/>
                    </a:lnTo>
                    <a:lnTo>
                      <a:pt x="562" y="693"/>
                    </a:lnTo>
                    <a:lnTo>
                      <a:pt x="562" y="697"/>
                    </a:lnTo>
                    <a:lnTo>
                      <a:pt x="560" y="701"/>
                    </a:lnTo>
                    <a:lnTo>
                      <a:pt x="558" y="704"/>
                    </a:lnTo>
                    <a:lnTo>
                      <a:pt x="555" y="706"/>
                    </a:lnTo>
                    <a:lnTo>
                      <a:pt x="552" y="707"/>
                    </a:lnTo>
                    <a:lnTo>
                      <a:pt x="548" y="708"/>
                    </a:lnTo>
                    <a:lnTo>
                      <a:pt x="544" y="709"/>
                    </a:lnTo>
                    <a:lnTo>
                      <a:pt x="539" y="709"/>
                    </a:lnTo>
                    <a:lnTo>
                      <a:pt x="537" y="709"/>
                    </a:lnTo>
                    <a:lnTo>
                      <a:pt x="519" y="712"/>
                    </a:lnTo>
                    <a:lnTo>
                      <a:pt x="473" y="719"/>
                    </a:lnTo>
                    <a:lnTo>
                      <a:pt x="441" y="722"/>
                    </a:lnTo>
                    <a:lnTo>
                      <a:pt x="404" y="725"/>
                    </a:lnTo>
                    <a:lnTo>
                      <a:pt x="364" y="727"/>
                    </a:lnTo>
                    <a:lnTo>
                      <a:pt x="322" y="727"/>
                    </a:lnTo>
                    <a:lnTo>
                      <a:pt x="299" y="727"/>
                    </a:lnTo>
                    <a:lnTo>
                      <a:pt x="278" y="725"/>
                    </a:lnTo>
                    <a:lnTo>
                      <a:pt x="256" y="723"/>
                    </a:lnTo>
                    <a:lnTo>
                      <a:pt x="232" y="720"/>
                    </a:lnTo>
                    <a:lnTo>
                      <a:pt x="209" y="717"/>
                    </a:lnTo>
                    <a:lnTo>
                      <a:pt x="188" y="713"/>
                    </a:lnTo>
                    <a:lnTo>
                      <a:pt x="166" y="707"/>
                    </a:lnTo>
                    <a:lnTo>
                      <a:pt x="143" y="701"/>
                    </a:lnTo>
                    <a:lnTo>
                      <a:pt x="123" y="693"/>
                    </a:lnTo>
                    <a:lnTo>
                      <a:pt x="102" y="685"/>
                    </a:lnTo>
                    <a:lnTo>
                      <a:pt x="82" y="675"/>
                    </a:lnTo>
                    <a:lnTo>
                      <a:pt x="63" y="664"/>
                    </a:lnTo>
                    <a:lnTo>
                      <a:pt x="46" y="652"/>
                    </a:lnTo>
                    <a:lnTo>
                      <a:pt x="28" y="638"/>
                    </a:lnTo>
                    <a:lnTo>
                      <a:pt x="13" y="623"/>
                    </a:lnTo>
                    <a:lnTo>
                      <a:pt x="0" y="606"/>
                    </a:lnTo>
                    <a:lnTo>
                      <a:pt x="2" y="599"/>
                    </a:lnTo>
                    <a:lnTo>
                      <a:pt x="10" y="580"/>
                    </a:lnTo>
                    <a:lnTo>
                      <a:pt x="21" y="552"/>
                    </a:lnTo>
                    <a:lnTo>
                      <a:pt x="33" y="517"/>
                    </a:lnTo>
                    <a:lnTo>
                      <a:pt x="46" y="480"/>
                    </a:lnTo>
                    <a:lnTo>
                      <a:pt x="56" y="442"/>
                    </a:lnTo>
                    <a:lnTo>
                      <a:pt x="61" y="425"/>
                    </a:lnTo>
                    <a:lnTo>
                      <a:pt x="64" y="408"/>
                    </a:lnTo>
                    <a:lnTo>
                      <a:pt x="66" y="393"/>
                    </a:lnTo>
                    <a:lnTo>
                      <a:pt x="67" y="381"/>
                    </a:lnTo>
                    <a:lnTo>
                      <a:pt x="67" y="352"/>
                    </a:lnTo>
                    <a:lnTo>
                      <a:pt x="67" y="315"/>
                    </a:lnTo>
                    <a:lnTo>
                      <a:pt x="67" y="273"/>
                    </a:lnTo>
                    <a:lnTo>
                      <a:pt x="68" y="229"/>
                    </a:lnTo>
                    <a:lnTo>
                      <a:pt x="71" y="185"/>
                    </a:lnTo>
                    <a:lnTo>
                      <a:pt x="76" y="145"/>
                    </a:lnTo>
                    <a:lnTo>
                      <a:pt x="78" y="126"/>
                    </a:lnTo>
                    <a:lnTo>
                      <a:pt x="82" y="110"/>
                    </a:lnTo>
                    <a:lnTo>
                      <a:pt x="87" y="96"/>
                    </a:lnTo>
                    <a:lnTo>
                      <a:pt x="92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7" name="Freeform 581">
                <a:extLst>
                  <a:ext uri="{FF2B5EF4-FFF2-40B4-BE49-F238E27FC236}">
                    <a16:creationId xmlns:a16="http://schemas.microsoft.com/office/drawing/2014/main" id="{A8ED616E-CD74-4D92-8A13-6082D1582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926" y="4902200"/>
                <a:ext cx="247650" cy="146050"/>
              </a:xfrm>
              <a:custGeom>
                <a:avLst/>
                <a:gdLst>
                  <a:gd name="T0" fmla="*/ 42 w 779"/>
                  <a:gd name="T1" fmla="*/ 4 h 365"/>
                  <a:gd name="T2" fmla="*/ 65 w 779"/>
                  <a:gd name="T3" fmla="*/ 0 h 365"/>
                  <a:gd name="T4" fmla="*/ 87 w 779"/>
                  <a:gd name="T5" fmla="*/ 1 h 365"/>
                  <a:gd name="T6" fmla="*/ 109 w 779"/>
                  <a:gd name="T7" fmla="*/ 6 h 365"/>
                  <a:gd name="T8" fmla="*/ 130 w 779"/>
                  <a:gd name="T9" fmla="*/ 14 h 365"/>
                  <a:gd name="T10" fmla="*/ 149 w 779"/>
                  <a:gd name="T11" fmla="*/ 25 h 365"/>
                  <a:gd name="T12" fmla="*/ 176 w 779"/>
                  <a:gd name="T13" fmla="*/ 46 h 365"/>
                  <a:gd name="T14" fmla="*/ 209 w 779"/>
                  <a:gd name="T15" fmla="*/ 78 h 365"/>
                  <a:gd name="T16" fmla="*/ 235 w 779"/>
                  <a:gd name="T17" fmla="*/ 113 h 365"/>
                  <a:gd name="T18" fmla="*/ 265 w 779"/>
                  <a:gd name="T19" fmla="*/ 161 h 365"/>
                  <a:gd name="T20" fmla="*/ 285 w 779"/>
                  <a:gd name="T21" fmla="*/ 198 h 365"/>
                  <a:gd name="T22" fmla="*/ 295 w 779"/>
                  <a:gd name="T23" fmla="*/ 220 h 365"/>
                  <a:gd name="T24" fmla="*/ 306 w 779"/>
                  <a:gd name="T25" fmla="*/ 231 h 365"/>
                  <a:gd name="T26" fmla="*/ 338 w 779"/>
                  <a:gd name="T27" fmla="*/ 237 h 365"/>
                  <a:gd name="T28" fmla="*/ 393 w 779"/>
                  <a:gd name="T29" fmla="*/ 248 h 365"/>
                  <a:gd name="T30" fmla="*/ 456 w 779"/>
                  <a:gd name="T31" fmla="*/ 259 h 365"/>
                  <a:gd name="T32" fmla="*/ 518 w 779"/>
                  <a:gd name="T33" fmla="*/ 269 h 365"/>
                  <a:gd name="T34" fmla="*/ 577 w 779"/>
                  <a:gd name="T35" fmla="*/ 275 h 365"/>
                  <a:gd name="T36" fmla="*/ 627 w 779"/>
                  <a:gd name="T37" fmla="*/ 278 h 365"/>
                  <a:gd name="T38" fmla="*/ 713 w 779"/>
                  <a:gd name="T39" fmla="*/ 283 h 365"/>
                  <a:gd name="T40" fmla="*/ 766 w 779"/>
                  <a:gd name="T41" fmla="*/ 288 h 365"/>
                  <a:gd name="T42" fmla="*/ 776 w 779"/>
                  <a:gd name="T43" fmla="*/ 292 h 365"/>
                  <a:gd name="T44" fmla="*/ 779 w 779"/>
                  <a:gd name="T45" fmla="*/ 298 h 365"/>
                  <a:gd name="T46" fmla="*/ 779 w 779"/>
                  <a:gd name="T47" fmla="*/ 305 h 365"/>
                  <a:gd name="T48" fmla="*/ 773 w 779"/>
                  <a:gd name="T49" fmla="*/ 316 h 365"/>
                  <a:gd name="T50" fmla="*/ 766 w 779"/>
                  <a:gd name="T51" fmla="*/ 327 h 365"/>
                  <a:gd name="T52" fmla="*/ 748 w 779"/>
                  <a:gd name="T53" fmla="*/ 340 h 365"/>
                  <a:gd name="T54" fmla="*/ 718 w 779"/>
                  <a:gd name="T55" fmla="*/ 353 h 365"/>
                  <a:gd name="T56" fmla="*/ 685 w 779"/>
                  <a:gd name="T57" fmla="*/ 361 h 365"/>
                  <a:gd name="T58" fmla="*/ 651 w 779"/>
                  <a:gd name="T59" fmla="*/ 365 h 365"/>
                  <a:gd name="T60" fmla="*/ 618 w 779"/>
                  <a:gd name="T61" fmla="*/ 365 h 365"/>
                  <a:gd name="T62" fmla="*/ 592 w 779"/>
                  <a:gd name="T63" fmla="*/ 362 h 365"/>
                  <a:gd name="T64" fmla="*/ 573 w 779"/>
                  <a:gd name="T65" fmla="*/ 358 h 365"/>
                  <a:gd name="T66" fmla="*/ 566 w 779"/>
                  <a:gd name="T67" fmla="*/ 352 h 365"/>
                  <a:gd name="T68" fmla="*/ 555 w 779"/>
                  <a:gd name="T69" fmla="*/ 349 h 365"/>
                  <a:gd name="T70" fmla="*/ 523 w 779"/>
                  <a:gd name="T71" fmla="*/ 347 h 365"/>
                  <a:gd name="T72" fmla="*/ 467 w 779"/>
                  <a:gd name="T73" fmla="*/ 347 h 365"/>
                  <a:gd name="T74" fmla="*/ 401 w 779"/>
                  <a:gd name="T75" fmla="*/ 345 h 365"/>
                  <a:gd name="T76" fmla="*/ 333 w 779"/>
                  <a:gd name="T77" fmla="*/ 341 h 365"/>
                  <a:gd name="T78" fmla="*/ 268 w 779"/>
                  <a:gd name="T79" fmla="*/ 332 h 365"/>
                  <a:gd name="T80" fmla="*/ 227 w 779"/>
                  <a:gd name="T81" fmla="*/ 322 h 365"/>
                  <a:gd name="T82" fmla="*/ 205 w 779"/>
                  <a:gd name="T83" fmla="*/ 315 h 365"/>
                  <a:gd name="T84" fmla="*/ 187 w 779"/>
                  <a:gd name="T85" fmla="*/ 306 h 365"/>
                  <a:gd name="T86" fmla="*/ 175 w 779"/>
                  <a:gd name="T87" fmla="*/ 296 h 365"/>
                  <a:gd name="T88" fmla="*/ 162 w 779"/>
                  <a:gd name="T89" fmla="*/ 274 h 365"/>
                  <a:gd name="T90" fmla="*/ 137 w 779"/>
                  <a:gd name="T91" fmla="*/ 240 h 365"/>
                  <a:gd name="T92" fmla="*/ 102 w 779"/>
                  <a:gd name="T93" fmla="*/ 202 h 365"/>
                  <a:gd name="T94" fmla="*/ 59 w 779"/>
                  <a:gd name="T95" fmla="*/ 156 h 365"/>
                  <a:gd name="T96" fmla="*/ 21 w 779"/>
                  <a:gd name="T97" fmla="*/ 116 h 365"/>
                  <a:gd name="T98" fmla="*/ 5 w 779"/>
                  <a:gd name="T99" fmla="*/ 91 h 365"/>
                  <a:gd name="T100" fmla="*/ 0 w 779"/>
                  <a:gd name="T101" fmla="*/ 68 h 365"/>
                  <a:gd name="T102" fmla="*/ 1 w 779"/>
                  <a:gd name="T103" fmla="*/ 49 h 365"/>
                  <a:gd name="T104" fmla="*/ 7 w 779"/>
                  <a:gd name="T105" fmla="*/ 33 h 365"/>
                  <a:gd name="T106" fmla="*/ 16 w 779"/>
                  <a:gd name="T107" fmla="*/ 20 h 365"/>
                  <a:gd name="T108" fmla="*/ 27 w 779"/>
                  <a:gd name="T109" fmla="*/ 9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9" h="365">
                    <a:moveTo>
                      <a:pt x="30" y="7"/>
                    </a:moveTo>
                    <a:lnTo>
                      <a:pt x="42" y="4"/>
                    </a:lnTo>
                    <a:lnTo>
                      <a:pt x="54" y="1"/>
                    </a:lnTo>
                    <a:lnTo>
                      <a:pt x="65" y="0"/>
                    </a:lnTo>
                    <a:lnTo>
                      <a:pt x="76" y="0"/>
                    </a:lnTo>
                    <a:lnTo>
                      <a:pt x="87" y="1"/>
                    </a:lnTo>
                    <a:lnTo>
                      <a:pt x="99" y="3"/>
                    </a:lnTo>
                    <a:lnTo>
                      <a:pt x="109" y="6"/>
                    </a:lnTo>
                    <a:lnTo>
                      <a:pt x="120" y="10"/>
                    </a:lnTo>
                    <a:lnTo>
                      <a:pt x="130" y="14"/>
                    </a:lnTo>
                    <a:lnTo>
                      <a:pt x="140" y="19"/>
                    </a:lnTo>
                    <a:lnTo>
                      <a:pt x="149" y="25"/>
                    </a:lnTo>
                    <a:lnTo>
                      <a:pt x="159" y="32"/>
                    </a:lnTo>
                    <a:lnTo>
                      <a:pt x="176" y="46"/>
                    </a:lnTo>
                    <a:lnTo>
                      <a:pt x="192" y="62"/>
                    </a:lnTo>
                    <a:lnTo>
                      <a:pt x="209" y="78"/>
                    </a:lnTo>
                    <a:lnTo>
                      <a:pt x="222" y="96"/>
                    </a:lnTo>
                    <a:lnTo>
                      <a:pt x="235" y="113"/>
                    </a:lnTo>
                    <a:lnTo>
                      <a:pt x="246" y="130"/>
                    </a:lnTo>
                    <a:lnTo>
                      <a:pt x="265" y="161"/>
                    </a:lnTo>
                    <a:lnTo>
                      <a:pt x="277" y="183"/>
                    </a:lnTo>
                    <a:lnTo>
                      <a:pt x="285" y="198"/>
                    </a:lnTo>
                    <a:lnTo>
                      <a:pt x="290" y="210"/>
                    </a:lnTo>
                    <a:lnTo>
                      <a:pt x="295" y="220"/>
                    </a:lnTo>
                    <a:lnTo>
                      <a:pt x="298" y="229"/>
                    </a:lnTo>
                    <a:lnTo>
                      <a:pt x="306" y="231"/>
                    </a:lnTo>
                    <a:lnTo>
                      <a:pt x="316" y="233"/>
                    </a:lnTo>
                    <a:lnTo>
                      <a:pt x="338" y="237"/>
                    </a:lnTo>
                    <a:lnTo>
                      <a:pt x="365" y="242"/>
                    </a:lnTo>
                    <a:lnTo>
                      <a:pt x="393" y="248"/>
                    </a:lnTo>
                    <a:lnTo>
                      <a:pt x="425" y="254"/>
                    </a:lnTo>
                    <a:lnTo>
                      <a:pt x="456" y="259"/>
                    </a:lnTo>
                    <a:lnTo>
                      <a:pt x="488" y="265"/>
                    </a:lnTo>
                    <a:lnTo>
                      <a:pt x="518" y="269"/>
                    </a:lnTo>
                    <a:lnTo>
                      <a:pt x="547" y="272"/>
                    </a:lnTo>
                    <a:lnTo>
                      <a:pt x="577" y="275"/>
                    </a:lnTo>
                    <a:lnTo>
                      <a:pt x="606" y="277"/>
                    </a:lnTo>
                    <a:lnTo>
                      <a:pt x="627" y="278"/>
                    </a:lnTo>
                    <a:lnTo>
                      <a:pt x="640" y="279"/>
                    </a:lnTo>
                    <a:lnTo>
                      <a:pt x="713" y="283"/>
                    </a:lnTo>
                    <a:lnTo>
                      <a:pt x="758" y="287"/>
                    </a:lnTo>
                    <a:lnTo>
                      <a:pt x="766" y="288"/>
                    </a:lnTo>
                    <a:lnTo>
                      <a:pt x="772" y="290"/>
                    </a:lnTo>
                    <a:lnTo>
                      <a:pt x="776" y="292"/>
                    </a:lnTo>
                    <a:lnTo>
                      <a:pt x="778" y="295"/>
                    </a:lnTo>
                    <a:lnTo>
                      <a:pt x="779" y="298"/>
                    </a:lnTo>
                    <a:lnTo>
                      <a:pt x="779" y="301"/>
                    </a:lnTo>
                    <a:lnTo>
                      <a:pt x="779" y="305"/>
                    </a:lnTo>
                    <a:lnTo>
                      <a:pt x="777" y="310"/>
                    </a:lnTo>
                    <a:lnTo>
                      <a:pt x="773" y="316"/>
                    </a:lnTo>
                    <a:lnTo>
                      <a:pt x="769" y="322"/>
                    </a:lnTo>
                    <a:lnTo>
                      <a:pt x="766" y="327"/>
                    </a:lnTo>
                    <a:lnTo>
                      <a:pt x="759" y="331"/>
                    </a:lnTo>
                    <a:lnTo>
                      <a:pt x="748" y="340"/>
                    </a:lnTo>
                    <a:lnTo>
                      <a:pt x="733" y="347"/>
                    </a:lnTo>
                    <a:lnTo>
                      <a:pt x="718" y="353"/>
                    </a:lnTo>
                    <a:lnTo>
                      <a:pt x="702" y="357"/>
                    </a:lnTo>
                    <a:lnTo>
                      <a:pt x="685" y="361"/>
                    </a:lnTo>
                    <a:lnTo>
                      <a:pt x="668" y="363"/>
                    </a:lnTo>
                    <a:lnTo>
                      <a:pt x="651" y="365"/>
                    </a:lnTo>
                    <a:lnTo>
                      <a:pt x="635" y="365"/>
                    </a:lnTo>
                    <a:lnTo>
                      <a:pt x="618" y="365"/>
                    </a:lnTo>
                    <a:lnTo>
                      <a:pt x="605" y="364"/>
                    </a:lnTo>
                    <a:lnTo>
                      <a:pt x="592" y="362"/>
                    </a:lnTo>
                    <a:lnTo>
                      <a:pt x="582" y="360"/>
                    </a:lnTo>
                    <a:lnTo>
                      <a:pt x="573" y="358"/>
                    </a:lnTo>
                    <a:lnTo>
                      <a:pt x="570" y="354"/>
                    </a:lnTo>
                    <a:lnTo>
                      <a:pt x="566" y="352"/>
                    </a:lnTo>
                    <a:lnTo>
                      <a:pt x="561" y="351"/>
                    </a:lnTo>
                    <a:lnTo>
                      <a:pt x="555" y="349"/>
                    </a:lnTo>
                    <a:lnTo>
                      <a:pt x="546" y="349"/>
                    </a:lnTo>
                    <a:lnTo>
                      <a:pt x="523" y="347"/>
                    </a:lnTo>
                    <a:lnTo>
                      <a:pt x="497" y="347"/>
                    </a:lnTo>
                    <a:lnTo>
                      <a:pt x="467" y="347"/>
                    </a:lnTo>
                    <a:lnTo>
                      <a:pt x="435" y="346"/>
                    </a:lnTo>
                    <a:lnTo>
                      <a:pt x="401" y="345"/>
                    </a:lnTo>
                    <a:lnTo>
                      <a:pt x="367" y="343"/>
                    </a:lnTo>
                    <a:lnTo>
                      <a:pt x="333" y="341"/>
                    </a:lnTo>
                    <a:lnTo>
                      <a:pt x="300" y="337"/>
                    </a:lnTo>
                    <a:lnTo>
                      <a:pt x="268" y="332"/>
                    </a:lnTo>
                    <a:lnTo>
                      <a:pt x="241" y="326"/>
                    </a:lnTo>
                    <a:lnTo>
                      <a:pt x="227" y="322"/>
                    </a:lnTo>
                    <a:lnTo>
                      <a:pt x="216" y="319"/>
                    </a:lnTo>
                    <a:lnTo>
                      <a:pt x="205" y="315"/>
                    </a:lnTo>
                    <a:lnTo>
                      <a:pt x="195" y="310"/>
                    </a:lnTo>
                    <a:lnTo>
                      <a:pt x="187" y="306"/>
                    </a:lnTo>
                    <a:lnTo>
                      <a:pt x="180" y="301"/>
                    </a:lnTo>
                    <a:lnTo>
                      <a:pt x="175" y="296"/>
                    </a:lnTo>
                    <a:lnTo>
                      <a:pt x="171" y="290"/>
                    </a:lnTo>
                    <a:lnTo>
                      <a:pt x="162" y="274"/>
                    </a:lnTo>
                    <a:lnTo>
                      <a:pt x="151" y="257"/>
                    </a:lnTo>
                    <a:lnTo>
                      <a:pt x="137" y="240"/>
                    </a:lnTo>
                    <a:lnTo>
                      <a:pt x="121" y="222"/>
                    </a:lnTo>
                    <a:lnTo>
                      <a:pt x="102" y="202"/>
                    </a:lnTo>
                    <a:lnTo>
                      <a:pt x="81" y="180"/>
                    </a:lnTo>
                    <a:lnTo>
                      <a:pt x="59" y="156"/>
                    </a:lnTo>
                    <a:lnTo>
                      <a:pt x="32" y="130"/>
                    </a:lnTo>
                    <a:lnTo>
                      <a:pt x="21" y="116"/>
                    </a:lnTo>
                    <a:lnTo>
                      <a:pt x="11" y="103"/>
                    </a:lnTo>
                    <a:lnTo>
                      <a:pt x="5" y="91"/>
                    </a:lnTo>
                    <a:lnTo>
                      <a:pt x="1" y="79"/>
                    </a:lnTo>
                    <a:lnTo>
                      <a:pt x="0" y="68"/>
                    </a:lnTo>
                    <a:lnTo>
                      <a:pt x="0" y="58"/>
                    </a:lnTo>
                    <a:lnTo>
                      <a:pt x="1" y="49"/>
                    </a:lnTo>
                    <a:lnTo>
                      <a:pt x="4" y="40"/>
                    </a:lnTo>
                    <a:lnTo>
                      <a:pt x="7" y="33"/>
                    </a:lnTo>
                    <a:lnTo>
                      <a:pt x="12" y="26"/>
                    </a:lnTo>
                    <a:lnTo>
                      <a:pt x="16" y="20"/>
                    </a:lnTo>
                    <a:lnTo>
                      <a:pt x="20" y="16"/>
                    </a:lnTo>
                    <a:lnTo>
                      <a:pt x="27" y="9"/>
                    </a:lnTo>
                    <a:lnTo>
                      <a:pt x="30" y="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8" name="Freeform 582">
                <a:extLst>
                  <a:ext uri="{FF2B5EF4-FFF2-40B4-BE49-F238E27FC236}">
                    <a16:creationId xmlns:a16="http://schemas.microsoft.com/office/drawing/2014/main" id="{58664F4E-3D79-42BC-A8A0-53E75B5A1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1" y="4733925"/>
                <a:ext cx="95250" cy="180975"/>
              </a:xfrm>
              <a:custGeom>
                <a:avLst/>
                <a:gdLst>
                  <a:gd name="T0" fmla="*/ 297 w 303"/>
                  <a:gd name="T1" fmla="*/ 52 h 457"/>
                  <a:gd name="T2" fmla="*/ 267 w 303"/>
                  <a:gd name="T3" fmla="*/ 26 h 457"/>
                  <a:gd name="T4" fmla="*/ 242 w 303"/>
                  <a:gd name="T5" fmla="*/ 13 h 457"/>
                  <a:gd name="T6" fmla="*/ 222 w 303"/>
                  <a:gd name="T7" fmla="*/ 6 h 457"/>
                  <a:gd name="T8" fmla="*/ 200 w 303"/>
                  <a:gd name="T9" fmla="*/ 2 h 457"/>
                  <a:gd name="T10" fmla="*/ 176 w 303"/>
                  <a:gd name="T11" fmla="*/ 0 h 457"/>
                  <a:gd name="T12" fmla="*/ 152 w 303"/>
                  <a:gd name="T13" fmla="*/ 2 h 457"/>
                  <a:gd name="T14" fmla="*/ 130 w 303"/>
                  <a:gd name="T15" fmla="*/ 7 h 457"/>
                  <a:gd name="T16" fmla="*/ 110 w 303"/>
                  <a:gd name="T17" fmla="*/ 16 h 457"/>
                  <a:gd name="T18" fmla="*/ 94 w 303"/>
                  <a:gd name="T19" fmla="*/ 30 h 457"/>
                  <a:gd name="T20" fmla="*/ 81 w 303"/>
                  <a:gd name="T21" fmla="*/ 49 h 457"/>
                  <a:gd name="T22" fmla="*/ 75 w 303"/>
                  <a:gd name="T23" fmla="*/ 73 h 457"/>
                  <a:gd name="T24" fmla="*/ 76 w 303"/>
                  <a:gd name="T25" fmla="*/ 123 h 457"/>
                  <a:gd name="T26" fmla="*/ 76 w 303"/>
                  <a:gd name="T27" fmla="*/ 189 h 457"/>
                  <a:gd name="T28" fmla="*/ 74 w 303"/>
                  <a:gd name="T29" fmla="*/ 237 h 457"/>
                  <a:gd name="T30" fmla="*/ 67 w 303"/>
                  <a:gd name="T31" fmla="*/ 285 h 457"/>
                  <a:gd name="T32" fmla="*/ 57 w 303"/>
                  <a:gd name="T33" fmla="*/ 329 h 457"/>
                  <a:gd name="T34" fmla="*/ 45 w 303"/>
                  <a:gd name="T35" fmla="*/ 358 h 457"/>
                  <a:gd name="T36" fmla="*/ 35 w 303"/>
                  <a:gd name="T37" fmla="*/ 375 h 457"/>
                  <a:gd name="T38" fmla="*/ 22 w 303"/>
                  <a:gd name="T39" fmla="*/ 389 h 457"/>
                  <a:gd name="T40" fmla="*/ 9 w 303"/>
                  <a:gd name="T41" fmla="*/ 400 h 457"/>
                  <a:gd name="T42" fmla="*/ 10 w 303"/>
                  <a:gd name="T43" fmla="*/ 401 h 457"/>
                  <a:gd name="T44" fmla="*/ 49 w 303"/>
                  <a:gd name="T45" fmla="*/ 388 h 457"/>
                  <a:gd name="T46" fmla="*/ 69 w 303"/>
                  <a:gd name="T47" fmla="*/ 376 h 457"/>
                  <a:gd name="T48" fmla="*/ 79 w 303"/>
                  <a:gd name="T49" fmla="*/ 367 h 457"/>
                  <a:gd name="T50" fmla="*/ 82 w 303"/>
                  <a:gd name="T51" fmla="*/ 370 h 457"/>
                  <a:gd name="T52" fmla="*/ 72 w 303"/>
                  <a:gd name="T53" fmla="*/ 408 h 457"/>
                  <a:gd name="T54" fmla="*/ 57 w 303"/>
                  <a:gd name="T55" fmla="*/ 432 h 457"/>
                  <a:gd name="T56" fmla="*/ 42 w 303"/>
                  <a:gd name="T57" fmla="*/ 449 h 457"/>
                  <a:gd name="T58" fmla="*/ 60 w 303"/>
                  <a:gd name="T59" fmla="*/ 441 h 457"/>
                  <a:gd name="T60" fmla="*/ 96 w 303"/>
                  <a:gd name="T61" fmla="*/ 417 h 457"/>
                  <a:gd name="T62" fmla="*/ 117 w 303"/>
                  <a:gd name="T63" fmla="*/ 399 h 457"/>
                  <a:gd name="T64" fmla="*/ 137 w 303"/>
                  <a:gd name="T65" fmla="*/ 381 h 457"/>
                  <a:gd name="T66" fmla="*/ 154 w 303"/>
                  <a:gd name="T67" fmla="*/ 360 h 457"/>
                  <a:gd name="T68" fmla="*/ 166 w 303"/>
                  <a:gd name="T69" fmla="*/ 337 h 457"/>
                  <a:gd name="T70" fmla="*/ 175 w 303"/>
                  <a:gd name="T71" fmla="*/ 313 h 457"/>
                  <a:gd name="T72" fmla="*/ 181 w 303"/>
                  <a:gd name="T73" fmla="*/ 278 h 457"/>
                  <a:gd name="T74" fmla="*/ 180 w 303"/>
                  <a:gd name="T75" fmla="*/ 234 h 457"/>
                  <a:gd name="T76" fmla="*/ 172 w 303"/>
                  <a:gd name="T77" fmla="*/ 188 h 457"/>
                  <a:gd name="T78" fmla="*/ 170 w 303"/>
                  <a:gd name="T79" fmla="*/ 151 h 457"/>
                  <a:gd name="T80" fmla="*/ 176 w 303"/>
                  <a:gd name="T81" fmla="*/ 127 h 457"/>
                  <a:gd name="T82" fmla="*/ 186 w 303"/>
                  <a:gd name="T83" fmla="*/ 111 h 457"/>
                  <a:gd name="T84" fmla="*/ 197 w 303"/>
                  <a:gd name="T85" fmla="*/ 101 h 457"/>
                  <a:gd name="T86" fmla="*/ 211 w 303"/>
                  <a:gd name="T87" fmla="*/ 96 h 457"/>
                  <a:gd name="T88" fmla="*/ 221 w 303"/>
                  <a:gd name="T89" fmla="*/ 97 h 457"/>
                  <a:gd name="T90" fmla="*/ 228 w 303"/>
                  <a:gd name="T91" fmla="*/ 101 h 457"/>
                  <a:gd name="T92" fmla="*/ 237 w 303"/>
                  <a:gd name="T93" fmla="*/ 109 h 457"/>
                  <a:gd name="T94" fmla="*/ 250 w 303"/>
                  <a:gd name="T95" fmla="*/ 114 h 457"/>
                  <a:gd name="T96" fmla="*/ 261 w 303"/>
                  <a:gd name="T97" fmla="*/ 113 h 457"/>
                  <a:gd name="T98" fmla="*/ 272 w 303"/>
                  <a:gd name="T99" fmla="*/ 109 h 457"/>
                  <a:gd name="T100" fmla="*/ 295 w 303"/>
                  <a:gd name="T101" fmla="*/ 90 h 457"/>
                  <a:gd name="T102" fmla="*/ 303 w 303"/>
                  <a:gd name="T103" fmla="*/ 59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03" h="457">
                    <a:moveTo>
                      <a:pt x="303" y="59"/>
                    </a:moveTo>
                    <a:lnTo>
                      <a:pt x="297" y="52"/>
                    </a:lnTo>
                    <a:lnTo>
                      <a:pt x="280" y="36"/>
                    </a:lnTo>
                    <a:lnTo>
                      <a:pt x="267" y="26"/>
                    </a:lnTo>
                    <a:lnTo>
                      <a:pt x="251" y="17"/>
                    </a:lnTo>
                    <a:lnTo>
                      <a:pt x="242" y="13"/>
                    </a:lnTo>
                    <a:lnTo>
                      <a:pt x="232" y="10"/>
                    </a:lnTo>
                    <a:lnTo>
                      <a:pt x="222" y="6"/>
                    </a:lnTo>
                    <a:lnTo>
                      <a:pt x="211" y="4"/>
                    </a:lnTo>
                    <a:lnTo>
                      <a:pt x="200" y="2"/>
                    </a:lnTo>
                    <a:lnTo>
                      <a:pt x="188" y="1"/>
                    </a:lnTo>
                    <a:lnTo>
                      <a:pt x="176" y="0"/>
                    </a:lnTo>
                    <a:lnTo>
                      <a:pt x="165" y="1"/>
                    </a:lnTo>
                    <a:lnTo>
                      <a:pt x="152" y="2"/>
                    </a:lnTo>
                    <a:lnTo>
                      <a:pt x="141" y="4"/>
                    </a:lnTo>
                    <a:lnTo>
                      <a:pt x="130" y="7"/>
                    </a:lnTo>
                    <a:lnTo>
                      <a:pt x="120" y="11"/>
                    </a:lnTo>
                    <a:lnTo>
                      <a:pt x="110" y="16"/>
                    </a:lnTo>
                    <a:lnTo>
                      <a:pt x="101" y="22"/>
                    </a:lnTo>
                    <a:lnTo>
                      <a:pt x="94" y="30"/>
                    </a:lnTo>
                    <a:lnTo>
                      <a:pt x="86" y="39"/>
                    </a:lnTo>
                    <a:lnTo>
                      <a:pt x="81" y="49"/>
                    </a:lnTo>
                    <a:lnTo>
                      <a:pt x="77" y="60"/>
                    </a:lnTo>
                    <a:lnTo>
                      <a:pt x="75" y="73"/>
                    </a:lnTo>
                    <a:lnTo>
                      <a:pt x="75" y="87"/>
                    </a:lnTo>
                    <a:lnTo>
                      <a:pt x="76" y="123"/>
                    </a:lnTo>
                    <a:lnTo>
                      <a:pt x="76" y="165"/>
                    </a:lnTo>
                    <a:lnTo>
                      <a:pt x="76" y="189"/>
                    </a:lnTo>
                    <a:lnTo>
                      <a:pt x="75" y="213"/>
                    </a:lnTo>
                    <a:lnTo>
                      <a:pt x="74" y="237"/>
                    </a:lnTo>
                    <a:lnTo>
                      <a:pt x="71" y="261"/>
                    </a:lnTo>
                    <a:lnTo>
                      <a:pt x="67" y="285"/>
                    </a:lnTo>
                    <a:lnTo>
                      <a:pt x="64" y="308"/>
                    </a:lnTo>
                    <a:lnTo>
                      <a:pt x="57" y="329"/>
                    </a:lnTo>
                    <a:lnTo>
                      <a:pt x="49" y="349"/>
                    </a:lnTo>
                    <a:lnTo>
                      <a:pt x="45" y="358"/>
                    </a:lnTo>
                    <a:lnTo>
                      <a:pt x="40" y="367"/>
                    </a:lnTo>
                    <a:lnTo>
                      <a:pt x="35" y="375"/>
                    </a:lnTo>
                    <a:lnTo>
                      <a:pt x="29" y="382"/>
                    </a:lnTo>
                    <a:lnTo>
                      <a:pt x="22" y="389"/>
                    </a:lnTo>
                    <a:lnTo>
                      <a:pt x="15" y="395"/>
                    </a:lnTo>
                    <a:lnTo>
                      <a:pt x="9" y="400"/>
                    </a:lnTo>
                    <a:lnTo>
                      <a:pt x="0" y="404"/>
                    </a:lnTo>
                    <a:lnTo>
                      <a:pt x="10" y="401"/>
                    </a:lnTo>
                    <a:lnTo>
                      <a:pt x="35" y="394"/>
                    </a:lnTo>
                    <a:lnTo>
                      <a:pt x="49" y="388"/>
                    </a:lnTo>
                    <a:lnTo>
                      <a:pt x="62" y="380"/>
                    </a:lnTo>
                    <a:lnTo>
                      <a:pt x="69" y="376"/>
                    </a:lnTo>
                    <a:lnTo>
                      <a:pt x="74" y="372"/>
                    </a:lnTo>
                    <a:lnTo>
                      <a:pt x="79" y="367"/>
                    </a:lnTo>
                    <a:lnTo>
                      <a:pt x="82" y="361"/>
                    </a:lnTo>
                    <a:lnTo>
                      <a:pt x="82" y="370"/>
                    </a:lnTo>
                    <a:lnTo>
                      <a:pt x="77" y="393"/>
                    </a:lnTo>
                    <a:lnTo>
                      <a:pt x="72" y="408"/>
                    </a:lnTo>
                    <a:lnTo>
                      <a:pt x="64" y="424"/>
                    </a:lnTo>
                    <a:lnTo>
                      <a:pt x="57" y="432"/>
                    </a:lnTo>
                    <a:lnTo>
                      <a:pt x="51" y="440"/>
                    </a:lnTo>
                    <a:lnTo>
                      <a:pt x="42" y="449"/>
                    </a:lnTo>
                    <a:lnTo>
                      <a:pt x="34" y="457"/>
                    </a:lnTo>
                    <a:lnTo>
                      <a:pt x="60" y="441"/>
                    </a:lnTo>
                    <a:lnTo>
                      <a:pt x="85" y="425"/>
                    </a:lnTo>
                    <a:lnTo>
                      <a:pt x="96" y="417"/>
                    </a:lnTo>
                    <a:lnTo>
                      <a:pt x="107" y="408"/>
                    </a:lnTo>
                    <a:lnTo>
                      <a:pt x="117" y="399"/>
                    </a:lnTo>
                    <a:lnTo>
                      <a:pt x="129" y="390"/>
                    </a:lnTo>
                    <a:lnTo>
                      <a:pt x="137" y="381"/>
                    </a:lnTo>
                    <a:lnTo>
                      <a:pt x="146" y="370"/>
                    </a:lnTo>
                    <a:lnTo>
                      <a:pt x="154" y="360"/>
                    </a:lnTo>
                    <a:lnTo>
                      <a:pt x="161" y="349"/>
                    </a:lnTo>
                    <a:lnTo>
                      <a:pt x="166" y="337"/>
                    </a:lnTo>
                    <a:lnTo>
                      <a:pt x="171" y="325"/>
                    </a:lnTo>
                    <a:lnTo>
                      <a:pt x="175" y="313"/>
                    </a:lnTo>
                    <a:lnTo>
                      <a:pt x="178" y="299"/>
                    </a:lnTo>
                    <a:lnTo>
                      <a:pt x="181" y="278"/>
                    </a:lnTo>
                    <a:lnTo>
                      <a:pt x="181" y="256"/>
                    </a:lnTo>
                    <a:lnTo>
                      <a:pt x="180" y="234"/>
                    </a:lnTo>
                    <a:lnTo>
                      <a:pt x="177" y="212"/>
                    </a:lnTo>
                    <a:lnTo>
                      <a:pt x="172" y="188"/>
                    </a:lnTo>
                    <a:lnTo>
                      <a:pt x="170" y="163"/>
                    </a:lnTo>
                    <a:lnTo>
                      <a:pt x="170" y="151"/>
                    </a:lnTo>
                    <a:lnTo>
                      <a:pt x="172" y="139"/>
                    </a:lnTo>
                    <a:lnTo>
                      <a:pt x="176" y="127"/>
                    </a:lnTo>
                    <a:lnTo>
                      <a:pt x="182" y="116"/>
                    </a:lnTo>
                    <a:lnTo>
                      <a:pt x="186" y="111"/>
                    </a:lnTo>
                    <a:lnTo>
                      <a:pt x="191" y="106"/>
                    </a:lnTo>
                    <a:lnTo>
                      <a:pt x="197" y="101"/>
                    </a:lnTo>
                    <a:lnTo>
                      <a:pt x="203" y="98"/>
                    </a:lnTo>
                    <a:lnTo>
                      <a:pt x="211" y="96"/>
                    </a:lnTo>
                    <a:lnTo>
                      <a:pt x="217" y="96"/>
                    </a:lnTo>
                    <a:lnTo>
                      <a:pt x="221" y="97"/>
                    </a:lnTo>
                    <a:lnTo>
                      <a:pt x="225" y="99"/>
                    </a:lnTo>
                    <a:lnTo>
                      <a:pt x="228" y="101"/>
                    </a:lnTo>
                    <a:lnTo>
                      <a:pt x="231" y="104"/>
                    </a:lnTo>
                    <a:lnTo>
                      <a:pt x="237" y="109"/>
                    </a:lnTo>
                    <a:lnTo>
                      <a:pt x="243" y="112"/>
                    </a:lnTo>
                    <a:lnTo>
                      <a:pt x="250" y="114"/>
                    </a:lnTo>
                    <a:lnTo>
                      <a:pt x="255" y="114"/>
                    </a:lnTo>
                    <a:lnTo>
                      <a:pt x="261" y="113"/>
                    </a:lnTo>
                    <a:lnTo>
                      <a:pt x="267" y="111"/>
                    </a:lnTo>
                    <a:lnTo>
                      <a:pt x="272" y="109"/>
                    </a:lnTo>
                    <a:lnTo>
                      <a:pt x="278" y="105"/>
                    </a:lnTo>
                    <a:lnTo>
                      <a:pt x="295" y="90"/>
                    </a:lnTo>
                    <a:lnTo>
                      <a:pt x="302" y="82"/>
                    </a:lnTo>
                    <a:lnTo>
                      <a:pt x="303" y="59"/>
                    </a:lnTo>
                    <a:close/>
                  </a:path>
                </a:pathLst>
              </a:custGeom>
              <a:solidFill>
                <a:srgbClr val="BA95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9" name="Freeform 583">
                <a:extLst>
                  <a:ext uri="{FF2B5EF4-FFF2-40B4-BE49-F238E27FC236}">
                    <a16:creationId xmlns:a16="http://schemas.microsoft.com/office/drawing/2014/main" id="{CADCCAB0-45CF-4A07-AE8C-DF51FCAB3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4792663"/>
                <a:ext cx="76200" cy="90488"/>
              </a:xfrm>
              <a:custGeom>
                <a:avLst/>
                <a:gdLst>
                  <a:gd name="T0" fmla="*/ 236 w 239"/>
                  <a:gd name="T1" fmla="*/ 30 h 228"/>
                  <a:gd name="T2" fmla="*/ 237 w 239"/>
                  <a:gd name="T3" fmla="*/ 38 h 228"/>
                  <a:gd name="T4" fmla="*/ 239 w 239"/>
                  <a:gd name="T5" fmla="*/ 58 h 228"/>
                  <a:gd name="T6" fmla="*/ 237 w 239"/>
                  <a:gd name="T7" fmla="*/ 71 h 228"/>
                  <a:gd name="T8" fmla="*/ 237 w 239"/>
                  <a:gd name="T9" fmla="*/ 87 h 228"/>
                  <a:gd name="T10" fmla="*/ 235 w 239"/>
                  <a:gd name="T11" fmla="*/ 103 h 228"/>
                  <a:gd name="T12" fmla="*/ 231 w 239"/>
                  <a:gd name="T13" fmla="*/ 120 h 228"/>
                  <a:gd name="T14" fmla="*/ 226 w 239"/>
                  <a:gd name="T15" fmla="*/ 138 h 228"/>
                  <a:gd name="T16" fmla="*/ 219 w 239"/>
                  <a:gd name="T17" fmla="*/ 155 h 228"/>
                  <a:gd name="T18" fmla="*/ 215 w 239"/>
                  <a:gd name="T19" fmla="*/ 163 h 228"/>
                  <a:gd name="T20" fmla="*/ 210 w 239"/>
                  <a:gd name="T21" fmla="*/ 171 h 228"/>
                  <a:gd name="T22" fmla="*/ 205 w 239"/>
                  <a:gd name="T23" fmla="*/ 179 h 228"/>
                  <a:gd name="T24" fmla="*/ 199 w 239"/>
                  <a:gd name="T25" fmla="*/ 186 h 228"/>
                  <a:gd name="T26" fmla="*/ 191 w 239"/>
                  <a:gd name="T27" fmla="*/ 193 h 228"/>
                  <a:gd name="T28" fmla="*/ 184 w 239"/>
                  <a:gd name="T29" fmla="*/ 200 h 228"/>
                  <a:gd name="T30" fmla="*/ 175 w 239"/>
                  <a:gd name="T31" fmla="*/ 206 h 228"/>
                  <a:gd name="T32" fmla="*/ 166 w 239"/>
                  <a:gd name="T33" fmla="*/ 211 h 228"/>
                  <a:gd name="T34" fmla="*/ 156 w 239"/>
                  <a:gd name="T35" fmla="*/ 216 h 228"/>
                  <a:gd name="T36" fmla="*/ 146 w 239"/>
                  <a:gd name="T37" fmla="*/ 220 h 228"/>
                  <a:gd name="T38" fmla="*/ 134 w 239"/>
                  <a:gd name="T39" fmla="*/ 224 h 228"/>
                  <a:gd name="T40" fmla="*/ 121 w 239"/>
                  <a:gd name="T41" fmla="*/ 226 h 228"/>
                  <a:gd name="T42" fmla="*/ 109 w 239"/>
                  <a:gd name="T43" fmla="*/ 227 h 228"/>
                  <a:gd name="T44" fmla="*/ 96 w 239"/>
                  <a:gd name="T45" fmla="*/ 228 h 228"/>
                  <a:gd name="T46" fmla="*/ 86 w 239"/>
                  <a:gd name="T47" fmla="*/ 228 h 228"/>
                  <a:gd name="T48" fmla="*/ 76 w 239"/>
                  <a:gd name="T49" fmla="*/ 226 h 228"/>
                  <a:gd name="T50" fmla="*/ 66 w 239"/>
                  <a:gd name="T51" fmla="*/ 224 h 228"/>
                  <a:gd name="T52" fmla="*/ 59 w 239"/>
                  <a:gd name="T53" fmla="*/ 221 h 228"/>
                  <a:gd name="T54" fmla="*/ 50 w 239"/>
                  <a:gd name="T55" fmla="*/ 218 h 228"/>
                  <a:gd name="T56" fmla="*/ 44 w 239"/>
                  <a:gd name="T57" fmla="*/ 214 h 228"/>
                  <a:gd name="T58" fmla="*/ 37 w 239"/>
                  <a:gd name="T59" fmla="*/ 209 h 228"/>
                  <a:gd name="T60" fmla="*/ 31 w 239"/>
                  <a:gd name="T61" fmla="*/ 204 h 228"/>
                  <a:gd name="T62" fmla="*/ 26 w 239"/>
                  <a:gd name="T63" fmla="*/ 199 h 228"/>
                  <a:gd name="T64" fmla="*/ 21 w 239"/>
                  <a:gd name="T65" fmla="*/ 193 h 228"/>
                  <a:gd name="T66" fmla="*/ 14 w 239"/>
                  <a:gd name="T67" fmla="*/ 180 h 228"/>
                  <a:gd name="T68" fmla="*/ 9 w 239"/>
                  <a:gd name="T69" fmla="*/ 167 h 228"/>
                  <a:gd name="T70" fmla="*/ 5 w 239"/>
                  <a:gd name="T71" fmla="*/ 153 h 228"/>
                  <a:gd name="T72" fmla="*/ 2 w 239"/>
                  <a:gd name="T73" fmla="*/ 140 h 228"/>
                  <a:gd name="T74" fmla="*/ 1 w 239"/>
                  <a:gd name="T75" fmla="*/ 127 h 228"/>
                  <a:gd name="T76" fmla="*/ 0 w 239"/>
                  <a:gd name="T77" fmla="*/ 116 h 228"/>
                  <a:gd name="T78" fmla="*/ 1 w 239"/>
                  <a:gd name="T79" fmla="*/ 99 h 228"/>
                  <a:gd name="T80" fmla="*/ 1 w 239"/>
                  <a:gd name="T81" fmla="*/ 92 h 228"/>
                  <a:gd name="T82" fmla="*/ 82 w 239"/>
                  <a:gd name="T83" fmla="*/ 0 h 228"/>
                  <a:gd name="T84" fmla="*/ 236 w 239"/>
                  <a:gd name="T85" fmla="*/ 3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39" h="228">
                    <a:moveTo>
                      <a:pt x="236" y="30"/>
                    </a:moveTo>
                    <a:lnTo>
                      <a:pt x="237" y="38"/>
                    </a:lnTo>
                    <a:lnTo>
                      <a:pt x="239" y="58"/>
                    </a:lnTo>
                    <a:lnTo>
                      <a:pt x="237" y="71"/>
                    </a:lnTo>
                    <a:lnTo>
                      <a:pt x="237" y="87"/>
                    </a:lnTo>
                    <a:lnTo>
                      <a:pt x="235" y="103"/>
                    </a:lnTo>
                    <a:lnTo>
                      <a:pt x="231" y="120"/>
                    </a:lnTo>
                    <a:lnTo>
                      <a:pt x="226" y="138"/>
                    </a:lnTo>
                    <a:lnTo>
                      <a:pt x="219" y="155"/>
                    </a:lnTo>
                    <a:lnTo>
                      <a:pt x="215" y="163"/>
                    </a:lnTo>
                    <a:lnTo>
                      <a:pt x="210" y="171"/>
                    </a:lnTo>
                    <a:lnTo>
                      <a:pt x="205" y="179"/>
                    </a:lnTo>
                    <a:lnTo>
                      <a:pt x="199" y="186"/>
                    </a:lnTo>
                    <a:lnTo>
                      <a:pt x="191" y="193"/>
                    </a:lnTo>
                    <a:lnTo>
                      <a:pt x="184" y="200"/>
                    </a:lnTo>
                    <a:lnTo>
                      <a:pt x="175" y="206"/>
                    </a:lnTo>
                    <a:lnTo>
                      <a:pt x="166" y="211"/>
                    </a:lnTo>
                    <a:lnTo>
                      <a:pt x="156" y="216"/>
                    </a:lnTo>
                    <a:lnTo>
                      <a:pt x="146" y="220"/>
                    </a:lnTo>
                    <a:lnTo>
                      <a:pt x="134" y="224"/>
                    </a:lnTo>
                    <a:lnTo>
                      <a:pt x="121" y="226"/>
                    </a:lnTo>
                    <a:lnTo>
                      <a:pt x="109" y="227"/>
                    </a:lnTo>
                    <a:lnTo>
                      <a:pt x="96" y="228"/>
                    </a:lnTo>
                    <a:lnTo>
                      <a:pt x="86" y="228"/>
                    </a:lnTo>
                    <a:lnTo>
                      <a:pt x="76" y="226"/>
                    </a:lnTo>
                    <a:lnTo>
                      <a:pt x="66" y="224"/>
                    </a:lnTo>
                    <a:lnTo>
                      <a:pt x="59" y="221"/>
                    </a:lnTo>
                    <a:lnTo>
                      <a:pt x="50" y="218"/>
                    </a:lnTo>
                    <a:lnTo>
                      <a:pt x="44" y="214"/>
                    </a:lnTo>
                    <a:lnTo>
                      <a:pt x="37" y="209"/>
                    </a:lnTo>
                    <a:lnTo>
                      <a:pt x="31" y="204"/>
                    </a:lnTo>
                    <a:lnTo>
                      <a:pt x="26" y="199"/>
                    </a:lnTo>
                    <a:lnTo>
                      <a:pt x="21" y="193"/>
                    </a:lnTo>
                    <a:lnTo>
                      <a:pt x="14" y="180"/>
                    </a:lnTo>
                    <a:lnTo>
                      <a:pt x="9" y="167"/>
                    </a:lnTo>
                    <a:lnTo>
                      <a:pt x="5" y="153"/>
                    </a:lnTo>
                    <a:lnTo>
                      <a:pt x="2" y="140"/>
                    </a:lnTo>
                    <a:lnTo>
                      <a:pt x="1" y="127"/>
                    </a:lnTo>
                    <a:lnTo>
                      <a:pt x="0" y="116"/>
                    </a:lnTo>
                    <a:lnTo>
                      <a:pt x="1" y="99"/>
                    </a:lnTo>
                    <a:lnTo>
                      <a:pt x="1" y="92"/>
                    </a:lnTo>
                    <a:lnTo>
                      <a:pt x="82" y="0"/>
                    </a:lnTo>
                    <a:lnTo>
                      <a:pt x="236" y="3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0" name="Freeform 584">
                <a:extLst>
                  <a:ext uri="{FF2B5EF4-FFF2-40B4-BE49-F238E27FC236}">
                    <a16:creationId xmlns:a16="http://schemas.microsoft.com/office/drawing/2014/main" id="{563AB446-C418-4C86-AEAF-41B0895F7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963" y="4730750"/>
                <a:ext cx="136525" cy="153988"/>
              </a:xfrm>
              <a:custGeom>
                <a:avLst/>
                <a:gdLst>
                  <a:gd name="T0" fmla="*/ 430 w 430"/>
                  <a:gd name="T1" fmla="*/ 164 h 390"/>
                  <a:gd name="T2" fmla="*/ 428 w 430"/>
                  <a:gd name="T3" fmla="*/ 137 h 390"/>
                  <a:gd name="T4" fmla="*/ 422 w 430"/>
                  <a:gd name="T5" fmla="*/ 110 h 390"/>
                  <a:gd name="T6" fmla="*/ 409 w 430"/>
                  <a:gd name="T7" fmla="*/ 82 h 390"/>
                  <a:gd name="T8" fmla="*/ 394 w 430"/>
                  <a:gd name="T9" fmla="*/ 60 h 390"/>
                  <a:gd name="T10" fmla="*/ 383 w 430"/>
                  <a:gd name="T11" fmla="*/ 47 h 390"/>
                  <a:gd name="T12" fmla="*/ 368 w 430"/>
                  <a:gd name="T13" fmla="*/ 34 h 390"/>
                  <a:gd name="T14" fmla="*/ 349 w 430"/>
                  <a:gd name="T15" fmla="*/ 23 h 390"/>
                  <a:gd name="T16" fmla="*/ 328 w 430"/>
                  <a:gd name="T17" fmla="*/ 14 h 390"/>
                  <a:gd name="T18" fmla="*/ 304 w 430"/>
                  <a:gd name="T19" fmla="*/ 7 h 390"/>
                  <a:gd name="T20" fmla="*/ 265 w 430"/>
                  <a:gd name="T21" fmla="*/ 1 h 390"/>
                  <a:gd name="T22" fmla="*/ 214 w 430"/>
                  <a:gd name="T23" fmla="*/ 0 h 390"/>
                  <a:gd name="T24" fmla="*/ 178 w 430"/>
                  <a:gd name="T25" fmla="*/ 3 h 390"/>
                  <a:gd name="T26" fmla="*/ 154 w 430"/>
                  <a:gd name="T27" fmla="*/ 8 h 390"/>
                  <a:gd name="T28" fmla="*/ 132 w 430"/>
                  <a:gd name="T29" fmla="*/ 14 h 390"/>
                  <a:gd name="T30" fmla="*/ 110 w 430"/>
                  <a:gd name="T31" fmla="*/ 23 h 390"/>
                  <a:gd name="T32" fmla="*/ 90 w 430"/>
                  <a:gd name="T33" fmla="*/ 34 h 390"/>
                  <a:gd name="T34" fmla="*/ 72 w 430"/>
                  <a:gd name="T35" fmla="*/ 46 h 390"/>
                  <a:gd name="T36" fmla="*/ 55 w 430"/>
                  <a:gd name="T37" fmla="*/ 61 h 390"/>
                  <a:gd name="T38" fmla="*/ 40 w 430"/>
                  <a:gd name="T39" fmla="*/ 79 h 390"/>
                  <a:gd name="T40" fmla="*/ 28 w 430"/>
                  <a:gd name="T41" fmla="*/ 98 h 390"/>
                  <a:gd name="T42" fmla="*/ 17 w 430"/>
                  <a:gd name="T43" fmla="*/ 120 h 390"/>
                  <a:gd name="T44" fmla="*/ 8 w 430"/>
                  <a:gd name="T45" fmla="*/ 145 h 390"/>
                  <a:gd name="T46" fmla="*/ 3 w 430"/>
                  <a:gd name="T47" fmla="*/ 172 h 390"/>
                  <a:gd name="T48" fmla="*/ 0 w 430"/>
                  <a:gd name="T49" fmla="*/ 201 h 390"/>
                  <a:gd name="T50" fmla="*/ 2 w 430"/>
                  <a:gd name="T51" fmla="*/ 229 h 390"/>
                  <a:gd name="T52" fmla="*/ 7 w 430"/>
                  <a:gd name="T53" fmla="*/ 254 h 390"/>
                  <a:gd name="T54" fmla="*/ 15 w 430"/>
                  <a:gd name="T55" fmla="*/ 278 h 390"/>
                  <a:gd name="T56" fmla="*/ 28 w 430"/>
                  <a:gd name="T57" fmla="*/ 299 h 390"/>
                  <a:gd name="T58" fmla="*/ 44 w 430"/>
                  <a:gd name="T59" fmla="*/ 318 h 390"/>
                  <a:gd name="T60" fmla="*/ 62 w 430"/>
                  <a:gd name="T61" fmla="*/ 334 h 390"/>
                  <a:gd name="T62" fmla="*/ 82 w 430"/>
                  <a:gd name="T63" fmla="*/ 349 h 390"/>
                  <a:gd name="T64" fmla="*/ 104 w 430"/>
                  <a:gd name="T65" fmla="*/ 361 h 390"/>
                  <a:gd name="T66" fmla="*/ 129 w 430"/>
                  <a:gd name="T67" fmla="*/ 371 h 390"/>
                  <a:gd name="T68" fmla="*/ 154 w 430"/>
                  <a:gd name="T69" fmla="*/ 379 h 390"/>
                  <a:gd name="T70" fmla="*/ 180 w 430"/>
                  <a:gd name="T71" fmla="*/ 385 h 390"/>
                  <a:gd name="T72" fmla="*/ 208 w 430"/>
                  <a:gd name="T73" fmla="*/ 388 h 390"/>
                  <a:gd name="T74" fmla="*/ 235 w 430"/>
                  <a:gd name="T75" fmla="*/ 390 h 390"/>
                  <a:gd name="T76" fmla="*/ 263 w 430"/>
                  <a:gd name="T77" fmla="*/ 389 h 390"/>
                  <a:gd name="T78" fmla="*/ 290 w 430"/>
                  <a:gd name="T79" fmla="*/ 385 h 390"/>
                  <a:gd name="T80" fmla="*/ 302 w 430"/>
                  <a:gd name="T81" fmla="*/ 372 h 390"/>
                  <a:gd name="T82" fmla="*/ 292 w 430"/>
                  <a:gd name="T83" fmla="*/ 326 h 390"/>
                  <a:gd name="T84" fmla="*/ 288 w 430"/>
                  <a:gd name="T85" fmla="*/ 288 h 390"/>
                  <a:gd name="T86" fmla="*/ 288 w 430"/>
                  <a:gd name="T87" fmla="*/ 261 h 390"/>
                  <a:gd name="T88" fmla="*/ 292 w 430"/>
                  <a:gd name="T89" fmla="*/ 245 h 390"/>
                  <a:gd name="T90" fmla="*/ 298 w 430"/>
                  <a:gd name="T91" fmla="*/ 232 h 390"/>
                  <a:gd name="T92" fmla="*/ 304 w 430"/>
                  <a:gd name="T93" fmla="*/ 223 h 390"/>
                  <a:gd name="T94" fmla="*/ 312 w 430"/>
                  <a:gd name="T95" fmla="*/ 219 h 390"/>
                  <a:gd name="T96" fmla="*/ 319 w 430"/>
                  <a:gd name="T97" fmla="*/ 221 h 390"/>
                  <a:gd name="T98" fmla="*/ 327 w 430"/>
                  <a:gd name="T99" fmla="*/ 230 h 390"/>
                  <a:gd name="T100" fmla="*/ 334 w 430"/>
                  <a:gd name="T101" fmla="*/ 248 h 390"/>
                  <a:gd name="T102" fmla="*/ 348 w 430"/>
                  <a:gd name="T103" fmla="*/ 252 h 390"/>
                  <a:gd name="T104" fmla="*/ 392 w 430"/>
                  <a:gd name="T105" fmla="*/ 217 h 390"/>
                  <a:gd name="T106" fmla="*/ 414 w 430"/>
                  <a:gd name="T107" fmla="*/ 194 h 390"/>
                  <a:gd name="T108" fmla="*/ 425 w 430"/>
                  <a:gd name="T109" fmla="*/ 178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30" h="390">
                    <a:moveTo>
                      <a:pt x="430" y="170"/>
                    </a:moveTo>
                    <a:lnTo>
                      <a:pt x="430" y="164"/>
                    </a:lnTo>
                    <a:lnTo>
                      <a:pt x="429" y="148"/>
                    </a:lnTo>
                    <a:lnTo>
                      <a:pt x="428" y="137"/>
                    </a:lnTo>
                    <a:lnTo>
                      <a:pt x="425" y="124"/>
                    </a:lnTo>
                    <a:lnTo>
                      <a:pt x="422" y="110"/>
                    </a:lnTo>
                    <a:lnTo>
                      <a:pt x="417" y="96"/>
                    </a:lnTo>
                    <a:lnTo>
                      <a:pt x="409" y="82"/>
                    </a:lnTo>
                    <a:lnTo>
                      <a:pt x="400" y="67"/>
                    </a:lnTo>
                    <a:lnTo>
                      <a:pt x="394" y="60"/>
                    </a:lnTo>
                    <a:lnTo>
                      <a:pt x="389" y="53"/>
                    </a:lnTo>
                    <a:lnTo>
                      <a:pt x="383" y="47"/>
                    </a:lnTo>
                    <a:lnTo>
                      <a:pt x="375" y="40"/>
                    </a:lnTo>
                    <a:lnTo>
                      <a:pt x="368" y="34"/>
                    </a:lnTo>
                    <a:lnTo>
                      <a:pt x="359" y="28"/>
                    </a:lnTo>
                    <a:lnTo>
                      <a:pt x="349" y="23"/>
                    </a:lnTo>
                    <a:lnTo>
                      <a:pt x="339" y="18"/>
                    </a:lnTo>
                    <a:lnTo>
                      <a:pt x="328" y="14"/>
                    </a:lnTo>
                    <a:lnTo>
                      <a:pt x="317" y="10"/>
                    </a:lnTo>
                    <a:lnTo>
                      <a:pt x="304" y="7"/>
                    </a:lnTo>
                    <a:lnTo>
                      <a:pt x="290" y="5"/>
                    </a:lnTo>
                    <a:lnTo>
                      <a:pt x="265" y="1"/>
                    </a:lnTo>
                    <a:lnTo>
                      <a:pt x="239" y="0"/>
                    </a:lnTo>
                    <a:lnTo>
                      <a:pt x="214" y="0"/>
                    </a:lnTo>
                    <a:lnTo>
                      <a:pt x="190" y="2"/>
                    </a:lnTo>
                    <a:lnTo>
                      <a:pt x="178" y="3"/>
                    </a:lnTo>
                    <a:lnTo>
                      <a:pt x="165" y="5"/>
                    </a:lnTo>
                    <a:lnTo>
                      <a:pt x="154" y="8"/>
                    </a:lnTo>
                    <a:lnTo>
                      <a:pt x="143" y="11"/>
                    </a:lnTo>
                    <a:lnTo>
                      <a:pt x="132" y="14"/>
                    </a:lnTo>
                    <a:lnTo>
                      <a:pt x="120" y="18"/>
                    </a:lnTo>
                    <a:lnTo>
                      <a:pt x="110" y="23"/>
                    </a:lnTo>
                    <a:lnTo>
                      <a:pt x="100" y="28"/>
                    </a:lnTo>
                    <a:lnTo>
                      <a:pt x="90" y="34"/>
                    </a:lnTo>
                    <a:lnTo>
                      <a:pt x="82" y="40"/>
                    </a:lnTo>
                    <a:lnTo>
                      <a:pt x="72" y="46"/>
                    </a:lnTo>
                    <a:lnTo>
                      <a:pt x="63" y="54"/>
                    </a:lnTo>
                    <a:lnTo>
                      <a:pt x="55" y="61"/>
                    </a:lnTo>
                    <a:lnTo>
                      <a:pt x="48" y="70"/>
                    </a:lnTo>
                    <a:lnTo>
                      <a:pt x="40" y="79"/>
                    </a:lnTo>
                    <a:lnTo>
                      <a:pt x="34" y="88"/>
                    </a:lnTo>
                    <a:lnTo>
                      <a:pt x="28" y="98"/>
                    </a:lnTo>
                    <a:lnTo>
                      <a:pt x="22" y="109"/>
                    </a:lnTo>
                    <a:lnTo>
                      <a:pt x="17" y="120"/>
                    </a:lnTo>
                    <a:lnTo>
                      <a:pt x="13" y="132"/>
                    </a:lnTo>
                    <a:lnTo>
                      <a:pt x="8" y="145"/>
                    </a:lnTo>
                    <a:lnTo>
                      <a:pt x="5" y="158"/>
                    </a:lnTo>
                    <a:lnTo>
                      <a:pt x="3" y="172"/>
                    </a:lnTo>
                    <a:lnTo>
                      <a:pt x="0" y="187"/>
                    </a:lnTo>
                    <a:lnTo>
                      <a:pt x="0" y="201"/>
                    </a:lnTo>
                    <a:lnTo>
                      <a:pt x="0" y="215"/>
                    </a:lnTo>
                    <a:lnTo>
                      <a:pt x="2" y="229"/>
                    </a:lnTo>
                    <a:lnTo>
                      <a:pt x="4" y="242"/>
                    </a:lnTo>
                    <a:lnTo>
                      <a:pt x="7" y="254"/>
                    </a:lnTo>
                    <a:lnTo>
                      <a:pt x="10" y="266"/>
                    </a:lnTo>
                    <a:lnTo>
                      <a:pt x="15" y="278"/>
                    </a:lnTo>
                    <a:lnTo>
                      <a:pt x="22" y="289"/>
                    </a:lnTo>
                    <a:lnTo>
                      <a:pt x="28" y="299"/>
                    </a:lnTo>
                    <a:lnTo>
                      <a:pt x="35" y="308"/>
                    </a:lnTo>
                    <a:lnTo>
                      <a:pt x="44" y="318"/>
                    </a:lnTo>
                    <a:lnTo>
                      <a:pt x="53" y="326"/>
                    </a:lnTo>
                    <a:lnTo>
                      <a:pt x="62" y="334"/>
                    </a:lnTo>
                    <a:lnTo>
                      <a:pt x="72" y="342"/>
                    </a:lnTo>
                    <a:lnTo>
                      <a:pt x="82" y="349"/>
                    </a:lnTo>
                    <a:lnTo>
                      <a:pt x="93" y="355"/>
                    </a:lnTo>
                    <a:lnTo>
                      <a:pt x="104" y="361"/>
                    </a:lnTo>
                    <a:lnTo>
                      <a:pt x="117" y="366"/>
                    </a:lnTo>
                    <a:lnTo>
                      <a:pt x="129" y="371"/>
                    </a:lnTo>
                    <a:lnTo>
                      <a:pt x="142" y="375"/>
                    </a:lnTo>
                    <a:lnTo>
                      <a:pt x="154" y="379"/>
                    </a:lnTo>
                    <a:lnTo>
                      <a:pt x="167" y="382"/>
                    </a:lnTo>
                    <a:lnTo>
                      <a:pt x="180" y="385"/>
                    </a:lnTo>
                    <a:lnTo>
                      <a:pt x="194" y="387"/>
                    </a:lnTo>
                    <a:lnTo>
                      <a:pt x="208" y="388"/>
                    </a:lnTo>
                    <a:lnTo>
                      <a:pt x="222" y="389"/>
                    </a:lnTo>
                    <a:lnTo>
                      <a:pt x="235" y="390"/>
                    </a:lnTo>
                    <a:lnTo>
                      <a:pt x="249" y="389"/>
                    </a:lnTo>
                    <a:lnTo>
                      <a:pt x="263" y="389"/>
                    </a:lnTo>
                    <a:lnTo>
                      <a:pt x="277" y="387"/>
                    </a:lnTo>
                    <a:lnTo>
                      <a:pt x="290" y="385"/>
                    </a:lnTo>
                    <a:lnTo>
                      <a:pt x="304" y="383"/>
                    </a:lnTo>
                    <a:lnTo>
                      <a:pt x="302" y="372"/>
                    </a:lnTo>
                    <a:lnTo>
                      <a:pt x="294" y="344"/>
                    </a:lnTo>
                    <a:lnTo>
                      <a:pt x="292" y="326"/>
                    </a:lnTo>
                    <a:lnTo>
                      <a:pt x="289" y="307"/>
                    </a:lnTo>
                    <a:lnTo>
                      <a:pt x="288" y="288"/>
                    </a:lnTo>
                    <a:lnTo>
                      <a:pt x="288" y="269"/>
                    </a:lnTo>
                    <a:lnTo>
                      <a:pt x="288" y="261"/>
                    </a:lnTo>
                    <a:lnTo>
                      <a:pt x="290" y="253"/>
                    </a:lnTo>
                    <a:lnTo>
                      <a:pt x="292" y="245"/>
                    </a:lnTo>
                    <a:lnTo>
                      <a:pt x="294" y="238"/>
                    </a:lnTo>
                    <a:lnTo>
                      <a:pt x="298" y="232"/>
                    </a:lnTo>
                    <a:lnTo>
                      <a:pt x="300" y="227"/>
                    </a:lnTo>
                    <a:lnTo>
                      <a:pt x="304" y="223"/>
                    </a:lnTo>
                    <a:lnTo>
                      <a:pt x="308" y="220"/>
                    </a:lnTo>
                    <a:lnTo>
                      <a:pt x="312" y="219"/>
                    </a:lnTo>
                    <a:lnTo>
                      <a:pt x="315" y="219"/>
                    </a:lnTo>
                    <a:lnTo>
                      <a:pt x="319" y="221"/>
                    </a:lnTo>
                    <a:lnTo>
                      <a:pt x="323" y="225"/>
                    </a:lnTo>
                    <a:lnTo>
                      <a:pt x="327" y="230"/>
                    </a:lnTo>
                    <a:lnTo>
                      <a:pt x="330" y="238"/>
                    </a:lnTo>
                    <a:lnTo>
                      <a:pt x="334" y="248"/>
                    </a:lnTo>
                    <a:lnTo>
                      <a:pt x="337" y="260"/>
                    </a:lnTo>
                    <a:lnTo>
                      <a:pt x="348" y="252"/>
                    </a:lnTo>
                    <a:lnTo>
                      <a:pt x="375" y="231"/>
                    </a:lnTo>
                    <a:lnTo>
                      <a:pt x="392" y="217"/>
                    </a:lnTo>
                    <a:lnTo>
                      <a:pt x="407" y="202"/>
                    </a:lnTo>
                    <a:lnTo>
                      <a:pt x="414" y="194"/>
                    </a:lnTo>
                    <a:lnTo>
                      <a:pt x="420" y="186"/>
                    </a:lnTo>
                    <a:lnTo>
                      <a:pt x="425" y="178"/>
                    </a:lnTo>
                    <a:lnTo>
                      <a:pt x="430" y="170"/>
                    </a:lnTo>
                    <a:close/>
                  </a:path>
                </a:pathLst>
              </a:custGeom>
              <a:solidFill>
                <a:srgbClr val="BA95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1" name="Freeform 585">
                <a:extLst>
                  <a:ext uri="{FF2B5EF4-FFF2-40B4-BE49-F238E27FC236}">
                    <a16:creationId xmlns:a16="http://schemas.microsoft.com/office/drawing/2014/main" id="{3279FB31-2DBD-4CE1-903B-657783985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2849563"/>
                <a:ext cx="1954213" cy="1131888"/>
              </a:xfrm>
              <a:custGeom>
                <a:avLst/>
                <a:gdLst>
                  <a:gd name="T0" fmla="*/ 5587 w 6155"/>
                  <a:gd name="T1" fmla="*/ 2105 h 2855"/>
                  <a:gd name="T2" fmla="*/ 5351 w 6155"/>
                  <a:gd name="T3" fmla="*/ 2100 h 2855"/>
                  <a:gd name="T4" fmla="*/ 4676 w 6155"/>
                  <a:gd name="T5" fmla="*/ 1001 h 2855"/>
                  <a:gd name="T6" fmla="*/ 4710 w 6155"/>
                  <a:gd name="T7" fmla="*/ 1117 h 2855"/>
                  <a:gd name="T8" fmla="*/ 4641 w 6155"/>
                  <a:gd name="T9" fmla="*/ 1213 h 2855"/>
                  <a:gd name="T10" fmla="*/ 4493 w 6155"/>
                  <a:gd name="T11" fmla="*/ 1270 h 2855"/>
                  <a:gd name="T12" fmla="*/ 4301 w 6155"/>
                  <a:gd name="T13" fmla="*/ 1287 h 2855"/>
                  <a:gd name="T14" fmla="*/ 4083 w 6155"/>
                  <a:gd name="T15" fmla="*/ 1269 h 2855"/>
                  <a:gd name="T16" fmla="*/ 3859 w 6155"/>
                  <a:gd name="T17" fmla="*/ 1217 h 2855"/>
                  <a:gd name="T18" fmla="*/ 3649 w 6155"/>
                  <a:gd name="T19" fmla="*/ 1135 h 2855"/>
                  <a:gd name="T20" fmla="*/ 3489 w 6155"/>
                  <a:gd name="T21" fmla="*/ 1035 h 2855"/>
                  <a:gd name="T22" fmla="*/ 3398 w 6155"/>
                  <a:gd name="T23" fmla="*/ 931 h 2855"/>
                  <a:gd name="T24" fmla="*/ 3379 w 6155"/>
                  <a:gd name="T25" fmla="*/ 833 h 2855"/>
                  <a:gd name="T26" fmla="*/ 3438 w 6155"/>
                  <a:gd name="T27" fmla="*/ 749 h 2855"/>
                  <a:gd name="T28" fmla="*/ 3588 w 6155"/>
                  <a:gd name="T29" fmla="*/ 687 h 2855"/>
                  <a:gd name="T30" fmla="*/ 3810 w 6155"/>
                  <a:gd name="T31" fmla="*/ 669 h 2855"/>
                  <a:gd name="T32" fmla="*/ 2893 w 6155"/>
                  <a:gd name="T33" fmla="*/ 0 h 2855"/>
                  <a:gd name="T34" fmla="*/ 1629 w 6155"/>
                  <a:gd name="T35" fmla="*/ 342 h 2855"/>
                  <a:gd name="T36" fmla="*/ 1588 w 6155"/>
                  <a:gd name="T37" fmla="*/ 239 h 2855"/>
                  <a:gd name="T38" fmla="*/ 1455 w 6155"/>
                  <a:gd name="T39" fmla="*/ 169 h 2855"/>
                  <a:gd name="T40" fmla="*/ 1274 w 6155"/>
                  <a:gd name="T41" fmla="*/ 142 h 2855"/>
                  <a:gd name="T42" fmla="*/ 1063 w 6155"/>
                  <a:gd name="T43" fmla="*/ 150 h 2855"/>
                  <a:gd name="T44" fmla="*/ 839 w 6155"/>
                  <a:gd name="T45" fmla="*/ 192 h 2855"/>
                  <a:gd name="T46" fmla="*/ 623 w 6155"/>
                  <a:gd name="T47" fmla="*/ 266 h 2855"/>
                  <a:gd name="T48" fmla="*/ 447 w 6155"/>
                  <a:gd name="T49" fmla="*/ 363 h 2855"/>
                  <a:gd name="T50" fmla="*/ 337 w 6155"/>
                  <a:gd name="T51" fmla="*/ 467 h 2855"/>
                  <a:gd name="T52" fmla="*/ 298 w 6155"/>
                  <a:gd name="T53" fmla="*/ 568 h 2855"/>
                  <a:gd name="T54" fmla="*/ 336 w 6155"/>
                  <a:gd name="T55" fmla="*/ 656 h 2855"/>
                  <a:gd name="T56" fmla="*/ 458 w 6155"/>
                  <a:gd name="T57" fmla="*/ 726 h 2855"/>
                  <a:gd name="T58" fmla="*/ 666 w 6155"/>
                  <a:gd name="T59" fmla="*/ 758 h 2855"/>
                  <a:gd name="T60" fmla="*/ 916 w 6155"/>
                  <a:gd name="T61" fmla="*/ 743 h 2855"/>
                  <a:gd name="T62" fmla="*/ 1453 w 6155"/>
                  <a:gd name="T63" fmla="*/ 1803 h 2855"/>
                  <a:gd name="T64" fmla="*/ 1462 w 6155"/>
                  <a:gd name="T65" fmla="*/ 1694 h 2855"/>
                  <a:gd name="T66" fmla="*/ 1574 w 6155"/>
                  <a:gd name="T67" fmla="*/ 1612 h 2855"/>
                  <a:gd name="T68" fmla="*/ 1740 w 6155"/>
                  <a:gd name="T69" fmla="*/ 1574 h 2855"/>
                  <a:gd name="T70" fmla="*/ 1945 w 6155"/>
                  <a:gd name="T71" fmla="*/ 1572 h 2855"/>
                  <a:gd name="T72" fmla="*/ 2169 w 6155"/>
                  <a:gd name="T73" fmla="*/ 1605 h 2855"/>
                  <a:gd name="T74" fmla="*/ 2389 w 6155"/>
                  <a:gd name="T75" fmla="*/ 1670 h 2855"/>
                  <a:gd name="T76" fmla="*/ 2584 w 6155"/>
                  <a:gd name="T77" fmla="*/ 1762 h 2855"/>
                  <a:gd name="T78" fmla="*/ 2713 w 6155"/>
                  <a:gd name="T79" fmla="*/ 1865 h 2855"/>
                  <a:gd name="T80" fmla="*/ 2775 w 6155"/>
                  <a:gd name="T81" fmla="*/ 1968 h 2855"/>
                  <a:gd name="T82" fmla="*/ 2761 w 6155"/>
                  <a:gd name="T83" fmla="*/ 2061 h 2855"/>
                  <a:gd name="T84" fmla="*/ 2668 w 6155"/>
                  <a:gd name="T85" fmla="*/ 2135 h 2855"/>
                  <a:gd name="T86" fmla="*/ 2479 w 6155"/>
                  <a:gd name="T87" fmla="*/ 2182 h 2855"/>
                  <a:gd name="T88" fmla="*/ 2237 w 6155"/>
                  <a:gd name="T89" fmla="*/ 2180 h 2855"/>
                  <a:gd name="T90" fmla="*/ 4550 w 6155"/>
                  <a:gd name="T91" fmla="*/ 2446 h 2855"/>
                  <a:gd name="T92" fmla="*/ 4533 w 6155"/>
                  <a:gd name="T93" fmla="*/ 2559 h 2855"/>
                  <a:gd name="T94" fmla="*/ 4617 w 6155"/>
                  <a:gd name="T95" fmla="*/ 2652 h 2855"/>
                  <a:gd name="T96" fmla="*/ 4774 w 6155"/>
                  <a:gd name="T97" fmla="*/ 2701 h 2855"/>
                  <a:gd name="T98" fmla="*/ 4970 w 6155"/>
                  <a:gd name="T99" fmla="*/ 2713 h 2855"/>
                  <a:gd name="T100" fmla="*/ 5190 w 6155"/>
                  <a:gd name="T101" fmla="*/ 2691 h 2855"/>
                  <a:gd name="T102" fmla="*/ 5412 w 6155"/>
                  <a:gd name="T103" fmla="*/ 2635 h 2855"/>
                  <a:gd name="T104" fmla="*/ 5617 w 6155"/>
                  <a:gd name="T105" fmla="*/ 2549 h 2855"/>
                  <a:gd name="T106" fmla="*/ 5766 w 6155"/>
                  <a:gd name="T107" fmla="*/ 2447 h 2855"/>
                  <a:gd name="T108" fmla="*/ 5846 w 6155"/>
                  <a:gd name="T109" fmla="*/ 2344 h 2855"/>
                  <a:gd name="T110" fmla="*/ 5852 w 6155"/>
                  <a:gd name="T111" fmla="*/ 2247 h 2855"/>
                  <a:gd name="T112" fmla="*/ 5781 w 6155"/>
                  <a:gd name="T113" fmla="*/ 2166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5">
                    <a:moveTo>
                      <a:pt x="5746" y="2147"/>
                    </a:moveTo>
                    <a:lnTo>
                      <a:pt x="5723" y="2138"/>
                    </a:lnTo>
                    <a:lnTo>
                      <a:pt x="5698" y="2129"/>
                    </a:lnTo>
                    <a:lnTo>
                      <a:pt x="5672" y="2121"/>
                    </a:lnTo>
                    <a:lnTo>
                      <a:pt x="5644" y="2115"/>
                    </a:lnTo>
                    <a:lnTo>
                      <a:pt x="5616" y="2109"/>
                    </a:lnTo>
                    <a:lnTo>
                      <a:pt x="5587" y="2105"/>
                    </a:lnTo>
                    <a:lnTo>
                      <a:pt x="5556" y="2101"/>
                    </a:lnTo>
                    <a:lnTo>
                      <a:pt x="5523" y="2098"/>
                    </a:lnTo>
                    <a:lnTo>
                      <a:pt x="5491" y="2097"/>
                    </a:lnTo>
                    <a:lnTo>
                      <a:pt x="5457" y="2096"/>
                    </a:lnTo>
                    <a:lnTo>
                      <a:pt x="5422" y="2096"/>
                    </a:lnTo>
                    <a:lnTo>
                      <a:pt x="5387" y="2098"/>
                    </a:lnTo>
                    <a:lnTo>
                      <a:pt x="5351" y="2100"/>
                    </a:lnTo>
                    <a:lnTo>
                      <a:pt x="5316" y="2103"/>
                    </a:lnTo>
                    <a:lnTo>
                      <a:pt x="5278" y="2107"/>
                    </a:lnTo>
                    <a:lnTo>
                      <a:pt x="5242" y="2112"/>
                    </a:lnTo>
                    <a:lnTo>
                      <a:pt x="5050" y="2023"/>
                    </a:lnTo>
                    <a:lnTo>
                      <a:pt x="6155" y="1509"/>
                    </a:lnTo>
                    <a:lnTo>
                      <a:pt x="4866" y="913"/>
                    </a:lnTo>
                    <a:lnTo>
                      <a:pt x="4676" y="1001"/>
                    </a:lnTo>
                    <a:lnTo>
                      <a:pt x="4687" y="1018"/>
                    </a:lnTo>
                    <a:lnTo>
                      <a:pt x="4696" y="1035"/>
                    </a:lnTo>
                    <a:lnTo>
                      <a:pt x="4702" y="1052"/>
                    </a:lnTo>
                    <a:lnTo>
                      <a:pt x="4707" y="1069"/>
                    </a:lnTo>
                    <a:lnTo>
                      <a:pt x="4710" y="1085"/>
                    </a:lnTo>
                    <a:lnTo>
                      <a:pt x="4711" y="1101"/>
                    </a:lnTo>
                    <a:lnTo>
                      <a:pt x="4710" y="1117"/>
                    </a:lnTo>
                    <a:lnTo>
                      <a:pt x="4706" y="1132"/>
                    </a:lnTo>
                    <a:lnTo>
                      <a:pt x="4701" y="1147"/>
                    </a:lnTo>
                    <a:lnTo>
                      <a:pt x="4694" y="1161"/>
                    </a:lnTo>
                    <a:lnTo>
                      <a:pt x="4684" y="1175"/>
                    </a:lnTo>
                    <a:lnTo>
                      <a:pt x="4671" y="1188"/>
                    </a:lnTo>
                    <a:lnTo>
                      <a:pt x="4657" y="1201"/>
                    </a:lnTo>
                    <a:lnTo>
                      <a:pt x="4641" y="1213"/>
                    </a:lnTo>
                    <a:lnTo>
                      <a:pt x="4622" y="1224"/>
                    </a:lnTo>
                    <a:lnTo>
                      <a:pt x="4601" y="1235"/>
                    </a:lnTo>
                    <a:lnTo>
                      <a:pt x="4581" y="1243"/>
                    </a:lnTo>
                    <a:lnTo>
                      <a:pt x="4561" y="1251"/>
                    </a:lnTo>
                    <a:lnTo>
                      <a:pt x="4539" y="1258"/>
                    </a:lnTo>
                    <a:lnTo>
                      <a:pt x="4516" y="1264"/>
                    </a:lnTo>
                    <a:lnTo>
                      <a:pt x="4493" y="1270"/>
                    </a:lnTo>
                    <a:lnTo>
                      <a:pt x="4468" y="1275"/>
                    </a:lnTo>
                    <a:lnTo>
                      <a:pt x="4441" y="1279"/>
                    </a:lnTo>
                    <a:lnTo>
                      <a:pt x="4415" y="1282"/>
                    </a:lnTo>
                    <a:lnTo>
                      <a:pt x="4388" y="1285"/>
                    </a:lnTo>
                    <a:lnTo>
                      <a:pt x="4359" y="1286"/>
                    </a:lnTo>
                    <a:lnTo>
                      <a:pt x="4330" y="1287"/>
                    </a:lnTo>
                    <a:lnTo>
                      <a:pt x="4301" y="1287"/>
                    </a:lnTo>
                    <a:lnTo>
                      <a:pt x="4271" y="1287"/>
                    </a:lnTo>
                    <a:lnTo>
                      <a:pt x="4240" y="1286"/>
                    </a:lnTo>
                    <a:lnTo>
                      <a:pt x="4210" y="1284"/>
                    </a:lnTo>
                    <a:lnTo>
                      <a:pt x="4179" y="1281"/>
                    </a:lnTo>
                    <a:lnTo>
                      <a:pt x="4146" y="1278"/>
                    </a:lnTo>
                    <a:lnTo>
                      <a:pt x="4115" y="1274"/>
                    </a:lnTo>
                    <a:lnTo>
                      <a:pt x="4083" y="1269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4" y="1243"/>
                    </a:lnTo>
                    <a:lnTo>
                      <a:pt x="3923" y="1235"/>
                    </a:lnTo>
                    <a:lnTo>
                      <a:pt x="3890" y="1227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7"/>
                    </a:lnTo>
                    <a:lnTo>
                      <a:pt x="3765" y="1186"/>
                    </a:lnTo>
                    <a:lnTo>
                      <a:pt x="3735" y="1174"/>
                    </a:lnTo>
                    <a:lnTo>
                      <a:pt x="3705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7" y="1107"/>
                    </a:lnTo>
                    <a:lnTo>
                      <a:pt x="3572" y="1093"/>
                    </a:lnTo>
                    <a:lnTo>
                      <a:pt x="3549" y="1079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89" y="1035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1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6"/>
                    </a:lnTo>
                    <a:lnTo>
                      <a:pt x="3398" y="931"/>
                    </a:lnTo>
                    <a:lnTo>
                      <a:pt x="3391" y="916"/>
                    </a:lnTo>
                    <a:lnTo>
                      <a:pt x="3384" y="902"/>
                    </a:lnTo>
                    <a:lnTo>
                      <a:pt x="3381" y="888"/>
                    </a:lnTo>
                    <a:lnTo>
                      <a:pt x="3378" y="873"/>
                    </a:lnTo>
                    <a:lnTo>
                      <a:pt x="3377" y="860"/>
                    </a:lnTo>
                    <a:lnTo>
                      <a:pt x="3377" y="846"/>
                    </a:lnTo>
                    <a:lnTo>
                      <a:pt x="3379" y="833"/>
                    </a:lnTo>
                    <a:lnTo>
                      <a:pt x="3383" y="819"/>
                    </a:lnTo>
                    <a:lnTo>
                      <a:pt x="3388" y="807"/>
                    </a:lnTo>
                    <a:lnTo>
                      <a:pt x="3394" y="794"/>
                    </a:lnTo>
                    <a:lnTo>
                      <a:pt x="3403" y="782"/>
                    </a:lnTo>
                    <a:lnTo>
                      <a:pt x="3413" y="771"/>
                    </a:lnTo>
                    <a:lnTo>
                      <a:pt x="3424" y="760"/>
                    </a:lnTo>
                    <a:lnTo>
                      <a:pt x="3438" y="749"/>
                    </a:lnTo>
                    <a:lnTo>
                      <a:pt x="3453" y="739"/>
                    </a:lnTo>
                    <a:lnTo>
                      <a:pt x="3469" y="729"/>
                    </a:lnTo>
                    <a:lnTo>
                      <a:pt x="3487" y="720"/>
                    </a:lnTo>
                    <a:lnTo>
                      <a:pt x="3511" y="710"/>
                    </a:lnTo>
                    <a:lnTo>
                      <a:pt x="3534" y="702"/>
                    </a:lnTo>
                    <a:lnTo>
                      <a:pt x="3561" y="694"/>
                    </a:lnTo>
                    <a:lnTo>
                      <a:pt x="3588" y="687"/>
                    </a:lnTo>
                    <a:lnTo>
                      <a:pt x="3617" y="682"/>
                    </a:lnTo>
                    <a:lnTo>
                      <a:pt x="3647" y="677"/>
                    </a:lnTo>
                    <a:lnTo>
                      <a:pt x="3677" y="674"/>
                    </a:lnTo>
                    <a:lnTo>
                      <a:pt x="3709" y="671"/>
                    </a:lnTo>
                    <a:lnTo>
                      <a:pt x="3742" y="669"/>
                    </a:lnTo>
                    <a:lnTo>
                      <a:pt x="3775" y="669"/>
                    </a:lnTo>
                    <a:lnTo>
                      <a:pt x="3810" y="669"/>
                    </a:lnTo>
                    <a:lnTo>
                      <a:pt x="3845" y="670"/>
                    </a:lnTo>
                    <a:lnTo>
                      <a:pt x="3882" y="672"/>
                    </a:lnTo>
                    <a:lnTo>
                      <a:pt x="3918" y="676"/>
                    </a:lnTo>
                    <a:lnTo>
                      <a:pt x="3954" y="680"/>
                    </a:lnTo>
                    <a:lnTo>
                      <a:pt x="3990" y="685"/>
                    </a:lnTo>
                    <a:lnTo>
                      <a:pt x="4181" y="596"/>
                    </a:lnTo>
                    <a:lnTo>
                      <a:pt x="2893" y="0"/>
                    </a:lnTo>
                    <a:lnTo>
                      <a:pt x="1788" y="515"/>
                    </a:lnTo>
                    <a:lnTo>
                      <a:pt x="1595" y="426"/>
                    </a:lnTo>
                    <a:lnTo>
                      <a:pt x="1607" y="409"/>
                    </a:lnTo>
                    <a:lnTo>
                      <a:pt x="1615" y="392"/>
                    </a:lnTo>
                    <a:lnTo>
                      <a:pt x="1621" y="375"/>
                    </a:lnTo>
                    <a:lnTo>
                      <a:pt x="1626" y="359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1"/>
                    </a:lnTo>
                    <a:lnTo>
                      <a:pt x="1624" y="295"/>
                    </a:lnTo>
                    <a:lnTo>
                      <a:pt x="1619" y="281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8" y="239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9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5" y="169"/>
                    </a:lnTo>
                    <a:lnTo>
                      <a:pt x="1432" y="163"/>
                    </a:lnTo>
                    <a:lnTo>
                      <a:pt x="1408" y="158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0" y="146"/>
                    </a:lnTo>
                    <a:lnTo>
                      <a:pt x="1303" y="144"/>
                    </a:lnTo>
                    <a:lnTo>
                      <a:pt x="1274" y="142"/>
                    </a:lnTo>
                    <a:lnTo>
                      <a:pt x="1245" y="141"/>
                    </a:lnTo>
                    <a:lnTo>
                      <a:pt x="1217" y="141"/>
                    </a:lnTo>
                    <a:lnTo>
                      <a:pt x="1187" y="141"/>
                    </a:lnTo>
                    <a:lnTo>
                      <a:pt x="1155" y="142"/>
                    </a:lnTo>
                    <a:lnTo>
                      <a:pt x="1125" y="144"/>
                    </a:lnTo>
                    <a:lnTo>
                      <a:pt x="1094" y="147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9"/>
                    </a:lnTo>
                    <a:lnTo>
                      <a:pt x="967" y="164"/>
                    </a:lnTo>
                    <a:lnTo>
                      <a:pt x="936" y="170"/>
                    </a:lnTo>
                    <a:lnTo>
                      <a:pt x="903" y="177"/>
                    </a:lnTo>
                    <a:lnTo>
                      <a:pt x="871" y="184"/>
                    </a:lnTo>
                    <a:lnTo>
                      <a:pt x="839" y="192"/>
                    </a:lnTo>
                    <a:lnTo>
                      <a:pt x="807" y="201"/>
                    </a:lnTo>
                    <a:lnTo>
                      <a:pt x="776" y="210"/>
                    </a:lnTo>
                    <a:lnTo>
                      <a:pt x="744" y="220"/>
                    </a:lnTo>
                    <a:lnTo>
                      <a:pt x="713" y="231"/>
                    </a:lnTo>
                    <a:lnTo>
                      <a:pt x="683" y="242"/>
                    </a:lnTo>
                    <a:lnTo>
                      <a:pt x="653" y="254"/>
                    </a:lnTo>
                    <a:lnTo>
                      <a:pt x="623" y="266"/>
                    </a:lnTo>
                    <a:lnTo>
                      <a:pt x="595" y="279"/>
                    </a:lnTo>
                    <a:lnTo>
                      <a:pt x="567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8" y="349"/>
                    </a:lnTo>
                    <a:lnTo>
                      <a:pt x="447" y="363"/>
                    </a:lnTo>
                    <a:lnTo>
                      <a:pt x="427" y="378"/>
                    </a:lnTo>
                    <a:lnTo>
                      <a:pt x="408" y="393"/>
                    </a:lnTo>
                    <a:lnTo>
                      <a:pt x="391" y="407"/>
                    </a:lnTo>
                    <a:lnTo>
                      <a:pt x="376" y="422"/>
                    </a:lnTo>
                    <a:lnTo>
                      <a:pt x="361" y="437"/>
                    </a:lnTo>
                    <a:lnTo>
                      <a:pt x="348" y="452"/>
                    </a:lnTo>
                    <a:lnTo>
                      <a:pt x="337" y="467"/>
                    </a:lnTo>
                    <a:lnTo>
                      <a:pt x="327" y="482"/>
                    </a:lnTo>
                    <a:lnTo>
                      <a:pt x="318" y="496"/>
                    </a:lnTo>
                    <a:lnTo>
                      <a:pt x="311" y="511"/>
                    </a:lnTo>
                    <a:lnTo>
                      <a:pt x="306" y="525"/>
                    </a:lnTo>
                    <a:lnTo>
                      <a:pt x="302" y="540"/>
                    </a:lnTo>
                    <a:lnTo>
                      <a:pt x="300" y="554"/>
                    </a:lnTo>
                    <a:lnTo>
                      <a:pt x="298" y="568"/>
                    </a:lnTo>
                    <a:lnTo>
                      <a:pt x="300" y="581"/>
                    </a:lnTo>
                    <a:lnTo>
                      <a:pt x="301" y="595"/>
                    </a:lnTo>
                    <a:lnTo>
                      <a:pt x="305" y="608"/>
                    </a:lnTo>
                    <a:lnTo>
                      <a:pt x="311" y="620"/>
                    </a:lnTo>
                    <a:lnTo>
                      <a:pt x="317" y="633"/>
                    </a:lnTo>
                    <a:lnTo>
                      <a:pt x="326" y="645"/>
                    </a:lnTo>
                    <a:lnTo>
                      <a:pt x="336" y="656"/>
                    </a:lnTo>
                    <a:lnTo>
                      <a:pt x="347" y="668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8"/>
                    </a:lnTo>
                    <a:lnTo>
                      <a:pt x="411" y="707"/>
                    </a:lnTo>
                    <a:lnTo>
                      <a:pt x="433" y="717"/>
                    </a:lnTo>
                    <a:lnTo>
                      <a:pt x="458" y="726"/>
                    </a:lnTo>
                    <a:lnTo>
                      <a:pt x="485" y="733"/>
                    </a:lnTo>
                    <a:lnTo>
                      <a:pt x="512" y="740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1" y="754"/>
                    </a:lnTo>
                    <a:lnTo>
                      <a:pt x="633" y="756"/>
                    </a:lnTo>
                    <a:lnTo>
                      <a:pt x="666" y="758"/>
                    </a:lnTo>
                    <a:lnTo>
                      <a:pt x="699" y="759"/>
                    </a:lnTo>
                    <a:lnTo>
                      <a:pt x="734" y="758"/>
                    </a:lnTo>
                    <a:lnTo>
                      <a:pt x="769" y="757"/>
                    </a:lnTo>
                    <a:lnTo>
                      <a:pt x="806" y="755"/>
                    </a:lnTo>
                    <a:lnTo>
                      <a:pt x="842" y="752"/>
                    </a:lnTo>
                    <a:lnTo>
                      <a:pt x="878" y="748"/>
                    </a:lnTo>
                    <a:lnTo>
                      <a:pt x="916" y="743"/>
                    </a:lnTo>
                    <a:lnTo>
                      <a:pt x="1107" y="831"/>
                    </a:lnTo>
                    <a:lnTo>
                      <a:pt x="0" y="1347"/>
                    </a:lnTo>
                    <a:lnTo>
                      <a:pt x="1289" y="1943"/>
                    </a:lnTo>
                    <a:lnTo>
                      <a:pt x="1479" y="1854"/>
                    </a:lnTo>
                    <a:lnTo>
                      <a:pt x="1468" y="1837"/>
                    </a:lnTo>
                    <a:lnTo>
                      <a:pt x="1459" y="1820"/>
                    </a:lnTo>
                    <a:lnTo>
                      <a:pt x="1453" y="1803"/>
                    </a:lnTo>
                    <a:lnTo>
                      <a:pt x="1448" y="1787"/>
                    </a:lnTo>
                    <a:lnTo>
                      <a:pt x="1445" y="1770"/>
                    </a:lnTo>
                    <a:lnTo>
                      <a:pt x="1444" y="1754"/>
                    </a:lnTo>
                    <a:lnTo>
                      <a:pt x="1445" y="1739"/>
                    </a:lnTo>
                    <a:lnTo>
                      <a:pt x="1449" y="1723"/>
                    </a:lnTo>
                    <a:lnTo>
                      <a:pt x="1454" y="1709"/>
                    </a:lnTo>
                    <a:lnTo>
                      <a:pt x="1462" y="1694"/>
                    </a:lnTo>
                    <a:lnTo>
                      <a:pt x="1472" y="1680"/>
                    </a:lnTo>
                    <a:lnTo>
                      <a:pt x="1484" y="1667"/>
                    </a:lnTo>
                    <a:lnTo>
                      <a:pt x="1498" y="1654"/>
                    </a:lnTo>
                    <a:lnTo>
                      <a:pt x="1514" y="1642"/>
                    </a:lnTo>
                    <a:lnTo>
                      <a:pt x="1533" y="1631"/>
                    </a:lnTo>
                    <a:lnTo>
                      <a:pt x="1554" y="1620"/>
                    </a:lnTo>
                    <a:lnTo>
                      <a:pt x="1574" y="1612"/>
                    </a:lnTo>
                    <a:lnTo>
                      <a:pt x="1594" y="1604"/>
                    </a:lnTo>
                    <a:lnTo>
                      <a:pt x="1617" y="1597"/>
                    </a:lnTo>
                    <a:lnTo>
                      <a:pt x="1639" y="1591"/>
                    </a:lnTo>
                    <a:lnTo>
                      <a:pt x="1663" y="1586"/>
                    </a:lnTo>
                    <a:lnTo>
                      <a:pt x="1688" y="1581"/>
                    </a:lnTo>
                    <a:lnTo>
                      <a:pt x="1714" y="1577"/>
                    </a:lnTo>
                    <a:lnTo>
                      <a:pt x="1740" y="1574"/>
                    </a:lnTo>
                    <a:lnTo>
                      <a:pt x="1768" y="1572"/>
                    </a:lnTo>
                    <a:lnTo>
                      <a:pt x="1796" y="1570"/>
                    </a:lnTo>
                    <a:lnTo>
                      <a:pt x="1825" y="1569"/>
                    </a:lnTo>
                    <a:lnTo>
                      <a:pt x="1854" y="1569"/>
                    </a:lnTo>
                    <a:lnTo>
                      <a:pt x="1884" y="1569"/>
                    </a:lnTo>
                    <a:lnTo>
                      <a:pt x="1915" y="1570"/>
                    </a:lnTo>
                    <a:lnTo>
                      <a:pt x="1945" y="1572"/>
                    </a:lnTo>
                    <a:lnTo>
                      <a:pt x="1976" y="1575"/>
                    </a:lnTo>
                    <a:lnTo>
                      <a:pt x="2009" y="1578"/>
                    </a:lnTo>
                    <a:lnTo>
                      <a:pt x="2040" y="1582"/>
                    </a:lnTo>
                    <a:lnTo>
                      <a:pt x="2073" y="1587"/>
                    </a:lnTo>
                    <a:lnTo>
                      <a:pt x="2104" y="1592"/>
                    </a:lnTo>
                    <a:lnTo>
                      <a:pt x="2136" y="1598"/>
                    </a:lnTo>
                    <a:lnTo>
                      <a:pt x="2169" y="1605"/>
                    </a:lnTo>
                    <a:lnTo>
                      <a:pt x="2200" y="1612"/>
                    </a:lnTo>
                    <a:lnTo>
                      <a:pt x="2232" y="1620"/>
                    </a:lnTo>
                    <a:lnTo>
                      <a:pt x="2265" y="1629"/>
                    </a:lnTo>
                    <a:lnTo>
                      <a:pt x="2296" y="1638"/>
                    </a:lnTo>
                    <a:lnTo>
                      <a:pt x="2327" y="1648"/>
                    </a:lnTo>
                    <a:lnTo>
                      <a:pt x="2359" y="1659"/>
                    </a:lnTo>
                    <a:lnTo>
                      <a:pt x="2389" y="1670"/>
                    </a:lnTo>
                    <a:lnTo>
                      <a:pt x="2420" y="1682"/>
                    </a:lnTo>
                    <a:lnTo>
                      <a:pt x="2449" y="1694"/>
                    </a:lnTo>
                    <a:lnTo>
                      <a:pt x="2479" y="1707"/>
                    </a:lnTo>
                    <a:lnTo>
                      <a:pt x="2506" y="1720"/>
                    </a:lnTo>
                    <a:lnTo>
                      <a:pt x="2534" y="1734"/>
                    </a:lnTo>
                    <a:lnTo>
                      <a:pt x="2559" y="1748"/>
                    </a:lnTo>
                    <a:lnTo>
                      <a:pt x="2584" y="1762"/>
                    </a:lnTo>
                    <a:lnTo>
                      <a:pt x="2606" y="1777"/>
                    </a:lnTo>
                    <a:lnTo>
                      <a:pt x="2627" y="1791"/>
                    </a:lnTo>
                    <a:lnTo>
                      <a:pt x="2647" y="1806"/>
                    </a:lnTo>
                    <a:lnTo>
                      <a:pt x="2666" y="1821"/>
                    </a:lnTo>
                    <a:lnTo>
                      <a:pt x="2683" y="1835"/>
                    </a:lnTo>
                    <a:lnTo>
                      <a:pt x="2700" y="1850"/>
                    </a:lnTo>
                    <a:lnTo>
                      <a:pt x="2713" y="1865"/>
                    </a:lnTo>
                    <a:lnTo>
                      <a:pt x="2727" y="1880"/>
                    </a:lnTo>
                    <a:lnTo>
                      <a:pt x="2738" y="1895"/>
                    </a:lnTo>
                    <a:lnTo>
                      <a:pt x="2748" y="1910"/>
                    </a:lnTo>
                    <a:lnTo>
                      <a:pt x="2757" y="1924"/>
                    </a:lnTo>
                    <a:lnTo>
                      <a:pt x="2765" y="1939"/>
                    </a:lnTo>
                    <a:lnTo>
                      <a:pt x="2770" y="1953"/>
                    </a:lnTo>
                    <a:lnTo>
                      <a:pt x="2775" y="1968"/>
                    </a:lnTo>
                    <a:lnTo>
                      <a:pt x="2777" y="1982"/>
                    </a:lnTo>
                    <a:lnTo>
                      <a:pt x="2778" y="1996"/>
                    </a:lnTo>
                    <a:lnTo>
                      <a:pt x="2778" y="2009"/>
                    </a:lnTo>
                    <a:lnTo>
                      <a:pt x="2776" y="2023"/>
                    </a:lnTo>
                    <a:lnTo>
                      <a:pt x="2772" y="2036"/>
                    </a:lnTo>
                    <a:lnTo>
                      <a:pt x="2767" y="2048"/>
                    </a:lnTo>
                    <a:lnTo>
                      <a:pt x="2761" y="2061"/>
                    </a:lnTo>
                    <a:lnTo>
                      <a:pt x="2752" y="2073"/>
                    </a:lnTo>
                    <a:lnTo>
                      <a:pt x="2742" y="2084"/>
                    </a:lnTo>
                    <a:lnTo>
                      <a:pt x="2731" y="2095"/>
                    </a:lnTo>
                    <a:lnTo>
                      <a:pt x="2717" y="2106"/>
                    </a:lnTo>
                    <a:lnTo>
                      <a:pt x="2702" y="2116"/>
                    </a:lnTo>
                    <a:lnTo>
                      <a:pt x="2686" y="2126"/>
                    </a:lnTo>
                    <a:lnTo>
                      <a:pt x="2668" y="2135"/>
                    </a:lnTo>
                    <a:lnTo>
                      <a:pt x="2645" y="2145"/>
                    </a:lnTo>
                    <a:lnTo>
                      <a:pt x="2621" y="2154"/>
                    </a:lnTo>
                    <a:lnTo>
                      <a:pt x="2595" y="2161"/>
                    </a:lnTo>
                    <a:lnTo>
                      <a:pt x="2567" y="2168"/>
                    </a:lnTo>
                    <a:lnTo>
                      <a:pt x="2539" y="2173"/>
                    </a:lnTo>
                    <a:lnTo>
                      <a:pt x="2509" y="2178"/>
                    </a:lnTo>
                    <a:lnTo>
                      <a:pt x="2479" y="2182"/>
                    </a:lnTo>
                    <a:lnTo>
                      <a:pt x="2446" y="2184"/>
                    </a:lnTo>
                    <a:lnTo>
                      <a:pt x="2414" y="2186"/>
                    </a:lnTo>
                    <a:lnTo>
                      <a:pt x="2380" y="2187"/>
                    </a:lnTo>
                    <a:lnTo>
                      <a:pt x="2345" y="2186"/>
                    </a:lnTo>
                    <a:lnTo>
                      <a:pt x="2310" y="2185"/>
                    </a:lnTo>
                    <a:lnTo>
                      <a:pt x="2274" y="2183"/>
                    </a:lnTo>
                    <a:lnTo>
                      <a:pt x="2237" y="2180"/>
                    </a:lnTo>
                    <a:lnTo>
                      <a:pt x="2201" y="2176"/>
                    </a:lnTo>
                    <a:lnTo>
                      <a:pt x="2164" y="2171"/>
                    </a:lnTo>
                    <a:lnTo>
                      <a:pt x="1974" y="2259"/>
                    </a:lnTo>
                    <a:lnTo>
                      <a:pt x="3262" y="2855"/>
                    </a:lnTo>
                    <a:lnTo>
                      <a:pt x="4369" y="2340"/>
                    </a:lnTo>
                    <a:lnTo>
                      <a:pt x="4561" y="2429"/>
                    </a:lnTo>
                    <a:lnTo>
                      <a:pt x="4550" y="2446"/>
                    </a:lnTo>
                    <a:lnTo>
                      <a:pt x="4543" y="2463"/>
                    </a:lnTo>
                    <a:lnTo>
                      <a:pt x="4535" y="2479"/>
                    </a:lnTo>
                    <a:lnTo>
                      <a:pt x="4531" y="2496"/>
                    </a:lnTo>
                    <a:lnTo>
                      <a:pt x="4528" y="2512"/>
                    </a:lnTo>
                    <a:lnTo>
                      <a:pt x="4528" y="2528"/>
                    </a:lnTo>
                    <a:lnTo>
                      <a:pt x="4529" y="2544"/>
                    </a:lnTo>
                    <a:lnTo>
                      <a:pt x="4533" y="2559"/>
                    </a:lnTo>
                    <a:lnTo>
                      <a:pt x="4539" y="2574"/>
                    </a:lnTo>
                    <a:lnTo>
                      <a:pt x="4546" y="2588"/>
                    </a:lnTo>
                    <a:lnTo>
                      <a:pt x="4556" y="2602"/>
                    </a:lnTo>
                    <a:lnTo>
                      <a:pt x="4569" y="2616"/>
                    </a:lnTo>
                    <a:lnTo>
                      <a:pt x="4583" y="2628"/>
                    </a:lnTo>
                    <a:lnTo>
                      <a:pt x="4599" y="2640"/>
                    </a:lnTo>
                    <a:lnTo>
                      <a:pt x="4617" y="2652"/>
                    </a:lnTo>
                    <a:lnTo>
                      <a:pt x="4639" y="2662"/>
                    </a:lnTo>
                    <a:lnTo>
                      <a:pt x="4659" y="2671"/>
                    </a:lnTo>
                    <a:lnTo>
                      <a:pt x="4680" y="2678"/>
                    </a:lnTo>
                    <a:lnTo>
                      <a:pt x="4702" y="2685"/>
                    </a:lnTo>
                    <a:lnTo>
                      <a:pt x="4725" y="2691"/>
                    </a:lnTo>
                    <a:lnTo>
                      <a:pt x="4749" y="2697"/>
                    </a:lnTo>
                    <a:lnTo>
                      <a:pt x="4774" y="2701"/>
                    </a:lnTo>
                    <a:lnTo>
                      <a:pt x="4800" y="2705"/>
                    </a:lnTo>
                    <a:lnTo>
                      <a:pt x="4826" y="2709"/>
                    </a:lnTo>
                    <a:lnTo>
                      <a:pt x="4854" y="2711"/>
                    </a:lnTo>
                    <a:lnTo>
                      <a:pt x="4882" y="2713"/>
                    </a:lnTo>
                    <a:lnTo>
                      <a:pt x="4911" y="2714"/>
                    </a:lnTo>
                    <a:lnTo>
                      <a:pt x="4940" y="2714"/>
                    </a:lnTo>
                    <a:lnTo>
                      <a:pt x="4970" y="2713"/>
                    </a:lnTo>
                    <a:lnTo>
                      <a:pt x="5001" y="2712"/>
                    </a:lnTo>
                    <a:lnTo>
                      <a:pt x="5031" y="2710"/>
                    </a:lnTo>
                    <a:lnTo>
                      <a:pt x="5062" y="2708"/>
                    </a:lnTo>
                    <a:lnTo>
                      <a:pt x="5095" y="2704"/>
                    </a:lnTo>
                    <a:lnTo>
                      <a:pt x="5126" y="2701"/>
                    </a:lnTo>
                    <a:lnTo>
                      <a:pt x="5157" y="2696"/>
                    </a:lnTo>
                    <a:lnTo>
                      <a:pt x="5190" y="2691"/>
                    </a:lnTo>
                    <a:lnTo>
                      <a:pt x="5222" y="2685"/>
                    </a:lnTo>
                    <a:lnTo>
                      <a:pt x="5253" y="2678"/>
                    </a:lnTo>
                    <a:lnTo>
                      <a:pt x="5286" y="2671"/>
                    </a:lnTo>
                    <a:lnTo>
                      <a:pt x="5318" y="2663"/>
                    </a:lnTo>
                    <a:lnTo>
                      <a:pt x="5350" y="2654"/>
                    </a:lnTo>
                    <a:lnTo>
                      <a:pt x="5381" y="2645"/>
                    </a:lnTo>
                    <a:lnTo>
                      <a:pt x="5412" y="2635"/>
                    </a:lnTo>
                    <a:lnTo>
                      <a:pt x="5443" y="2624"/>
                    </a:lnTo>
                    <a:lnTo>
                      <a:pt x="5473" y="2613"/>
                    </a:lnTo>
                    <a:lnTo>
                      <a:pt x="5505" y="2601"/>
                    </a:lnTo>
                    <a:lnTo>
                      <a:pt x="5533" y="2589"/>
                    </a:lnTo>
                    <a:lnTo>
                      <a:pt x="5562" y="2576"/>
                    </a:lnTo>
                    <a:lnTo>
                      <a:pt x="5591" y="2562"/>
                    </a:lnTo>
                    <a:lnTo>
                      <a:pt x="5617" y="2549"/>
                    </a:lnTo>
                    <a:lnTo>
                      <a:pt x="5642" y="2535"/>
                    </a:lnTo>
                    <a:lnTo>
                      <a:pt x="5667" y="2520"/>
                    </a:lnTo>
                    <a:lnTo>
                      <a:pt x="5689" y="2506"/>
                    </a:lnTo>
                    <a:lnTo>
                      <a:pt x="5711" y="2492"/>
                    </a:lnTo>
                    <a:lnTo>
                      <a:pt x="5731" y="2477"/>
                    </a:lnTo>
                    <a:lnTo>
                      <a:pt x="5749" y="2462"/>
                    </a:lnTo>
                    <a:lnTo>
                      <a:pt x="5766" y="2447"/>
                    </a:lnTo>
                    <a:lnTo>
                      <a:pt x="5782" y="2432"/>
                    </a:lnTo>
                    <a:lnTo>
                      <a:pt x="5796" y="2418"/>
                    </a:lnTo>
                    <a:lnTo>
                      <a:pt x="5808" y="2403"/>
                    </a:lnTo>
                    <a:lnTo>
                      <a:pt x="5821" y="2388"/>
                    </a:lnTo>
                    <a:lnTo>
                      <a:pt x="5831" y="2373"/>
                    </a:lnTo>
                    <a:lnTo>
                      <a:pt x="5838" y="2358"/>
                    </a:lnTo>
                    <a:lnTo>
                      <a:pt x="5846" y="2344"/>
                    </a:lnTo>
                    <a:lnTo>
                      <a:pt x="5851" y="2329"/>
                    </a:lnTo>
                    <a:lnTo>
                      <a:pt x="5854" y="2315"/>
                    </a:lnTo>
                    <a:lnTo>
                      <a:pt x="5857" y="2301"/>
                    </a:lnTo>
                    <a:lnTo>
                      <a:pt x="5858" y="2287"/>
                    </a:lnTo>
                    <a:lnTo>
                      <a:pt x="5858" y="2273"/>
                    </a:lnTo>
                    <a:lnTo>
                      <a:pt x="5856" y="2260"/>
                    </a:lnTo>
                    <a:lnTo>
                      <a:pt x="5852" y="2247"/>
                    </a:lnTo>
                    <a:lnTo>
                      <a:pt x="5847" y="2234"/>
                    </a:lnTo>
                    <a:lnTo>
                      <a:pt x="5839" y="2222"/>
                    </a:lnTo>
                    <a:lnTo>
                      <a:pt x="5831" y="2210"/>
                    </a:lnTo>
                    <a:lnTo>
                      <a:pt x="5821" y="2198"/>
                    </a:lnTo>
                    <a:lnTo>
                      <a:pt x="5809" y="2187"/>
                    </a:lnTo>
                    <a:lnTo>
                      <a:pt x="5796" y="2176"/>
                    </a:lnTo>
                    <a:lnTo>
                      <a:pt x="5781" y="2166"/>
                    </a:lnTo>
                    <a:lnTo>
                      <a:pt x="5764" y="2157"/>
                    </a:lnTo>
                    <a:lnTo>
                      <a:pt x="5746" y="21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132" name="Freeform 50">
              <a:extLst>
                <a:ext uri="{FF2B5EF4-FFF2-40B4-BE49-F238E27FC236}">
                  <a16:creationId xmlns:a16="http://schemas.microsoft.com/office/drawing/2014/main" id="{658BD60F-4EC0-4F3A-9B2F-24215585C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885" y="3867717"/>
              <a:ext cx="268794" cy="266661"/>
            </a:xfrm>
            <a:custGeom>
              <a:avLst/>
              <a:gdLst>
                <a:gd name="T0" fmla="*/ 115780 w 444"/>
                <a:gd name="T1" fmla="*/ 115121 h 443"/>
                <a:gd name="T2" fmla="*/ 115780 w 444"/>
                <a:gd name="T3" fmla="*/ 115121 h 443"/>
                <a:gd name="T4" fmla="*/ 72081 w 444"/>
                <a:gd name="T5" fmla="*/ 138862 h 443"/>
                <a:gd name="T6" fmla="*/ 27931 w 444"/>
                <a:gd name="T7" fmla="*/ 138862 h 443"/>
                <a:gd name="T8" fmla="*/ 31986 w 444"/>
                <a:gd name="T9" fmla="*/ 182312 h 443"/>
                <a:gd name="T10" fmla="*/ 139657 w 444"/>
                <a:gd name="T11" fmla="*/ 138862 h 443"/>
                <a:gd name="T12" fmla="*/ 187411 w 444"/>
                <a:gd name="T13" fmla="*/ 27324 h 443"/>
                <a:gd name="T14" fmla="*/ 143712 w 444"/>
                <a:gd name="T15" fmla="*/ 23741 h 443"/>
                <a:gd name="T16" fmla="*/ 143712 w 444"/>
                <a:gd name="T17" fmla="*/ 67639 h 443"/>
                <a:gd name="T18" fmla="*/ 115780 w 444"/>
                <a:gd name="T19" fmla="*/ 115121 h 4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4" h="443">
                  <a:moveTo>
                    <a:pt x="257" y="257"/>
                  </a:moveTo>
                  <a:lnTo>
                    <a:pt x="257" y="257"/>
                  </a:lnTo>
                  <a:cubicBezTo>
                    <a:pt x="222" y="292"/>
                    <a:pt x="177" y="327"/>
                    <a:pt x="160" y="310"/>
                  </a:cubicBezTo>
                  <a:cubicBezTo>
                    <a:pt x="133" y="283"/>
                    <a:pt x="115" y="265"/>
                    <a:pt x="62" y="310"/>
                  </a:cubicBezTo>
                  <a:cubicBezTo>
                    <a:pt x="0" y="354"/>
                    <a:pt x="44" y="389"/>
                    <a:pt x="71" y="407"/>
                  </a:cubicBezTo>
                  <a:cubicBezTo>
                    <a:pt x="97" y="442"/>
                    <a:pt x="204" y="416"/>
                    <a:pt x="310" y="310"/>
                  </a:cubicBezTo>
                  <a:cubicBezTo>
                    <a:pt x="416" y="204"/>
                    <a:pt x="443" y="97"/>
                    <a:pt x="416" y="61"/>
                  </a:cubicBezTo>
                  <a:cubicBezTo>
                    <a:pt x="390" y="35"/>
                    <a:pt x="363" y="0"/>
                    <a:pt x="319" y="53"/>
                  </a:cubicBezTo>
                  <a:cubicBezTo>
                    <a:pt x="275" y="106"/>
                    <a:pt x="293" y="123"/>
                    <a:pt x="319" y="151"/>
                  </a:cubicBezTo>
                  <a:cubicBezTo>
                    <a:pt x="337" y="167"/>
                    <a:pt x="302" y="212"/>
                    <a:pt x="257" y="25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3" name="Freeform 51">
              <a:extLst>
                <a:ext uri="{FF2B5EF4-FFF2-40B4-BE49-F238E27FC236}">
                  <a16:creationId xmlns:a16="http://schemas.microsoft.com/office/drawing/2014/main" id="{A68D3F35-A666-427B-A263-8A2DDBDA7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822" y="3458132"/>
              <a:ext cx="279461" cy="172797"/>
            </a:xfrm>
            <a:custGeom>
              <a:avLst/>
              <a:gdLst>
                <a:gd name="T0" fmla="*/ 8120 w 461"/>
                <a:gd name="T1" fmla="*/ 12182 h 285"/>
                <a:gd name="T2" fmla="*/ 8120 w 461"/>
                <a:gd name="T3" fmla="*/ 12182 h 285"/>
                <a:gd name="T4" fmla="*/ 91576 w 461"/>
                <a:gd name="T5" fmla="*/ 56398 h 285"/>
                <a:gd name="T6" fmla="*/ 104207 w 461"/>
                <a:gd name="T7" fmla="*/ 60008 h 285"/>
                <a:gd name="T8" fmla="*/ 111876 w 461"/>
                <a:gd name="T9" fmla="*/ 56398 h 285"/>
                <a:gd name="T10" fmla="*/ 195783 w 461"/>
                <a:gd name="T11" fmla="*/ 12182 h 285"/>
                <a:gd name="T12" fmla="*/ 199843 w 461"/>
                <a:gd name="T13" fmla="*/ 0 h 285"/>
                <a:gd name="T14" fmla="*/ 8120 w 461"/>
                <a:gd name="T15" fmla="*/ 0 h 285"/>
                <a:gd name="T16" fmla="*/ 8120 w 461"/>
                <a:gd name="T17" fmla="*/ 12182 h 285"/>
                <a:gd name="T18" fmla="*/ 199843 w 461"/>
                <a:gd name="T19" fmla="*/ 36095 h 285"/>
                <a:gd name="T20" fmla="*/ 199843 w 461"/>
                <a:gd name="T21" fmla="*/ 36095 h 285"/>
                <a:gd name="T22" fmla="*/ 111876 w 461"/>
                <a:gd name="T23" fmla="*/ 80311 h 285"/>
                <a:gd name="T24" fmla="*/ 104207 w 461"/>
                <a:gd name="T25" fmla="*/ 80311 h 285"/>
                <a:gd name="T26" fmla="*/ 91576 w 461"/>
                <a:gd name="T27" fmla="*/ 80311 h 285"/>
                <a:gd name="T28" fmla="*/ 8120 w 461"/>
                <a:gd name="T29" fmla="*/ 36095 h 285"/>
                <a:gd name="T30" fmla="*/ 4060 w 461"/>
                <a:gd name="T31" fmla="*/ 36095 h 285"/>
                <a:gd name="T32" fmla="*/ 4060 w 461"/>
                <a:gd name="T33" fmla="*/ 120015 h 285"/>
                <a:gd name="T34" fmla="*/ 15789 w 461"/>
                <a:gd name="T35" fmla="*/ 128137 h 285"/>
                <a:gd name="T36" fmla="*/ 191723 w 461"/>
                <a:gd name="T37" fmla="*/ 128137 h 285"/>
                <a:gd name="T38" fmla="*/ 203903 w 461"/>
                <a:gd name="T39" fmla="*/ 120015 h 285"/>
                <a:gd name="T40" fmla="*/ 203903 w 461"/>
                <a:gd name="T41" fmla="*/ 36095 h 285"/>
                <a:gd name="T42" fmla="*/ 199843 w 461"/>
                <a:gd name="T43" fmla="*/ 36095 h 28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1" h="285">
                  <a:moveTo>
                    <a:pt x="18" y="27"/>
                  </a:moveTo>
                  <a:lnTo>
                    <a:pt x="18" y="27"/>
                  </a:lnTo>
                  <a:cubicBezTo>
                    <a:pt x="35" y="35"/>
                    <a:pt x="203" y="125"/>
                    <a:pt x="203" y="125"/>
                  </a:cubicBezTo>
                  <a:cubicBezTo>
                    <a:pt x="212" y="133"/>
                    <a:pt x="221" y="133"/>
                    <a:pt x="231" y="133"/>
                  </a:cubicBezTo>
                  <a:cubicBezTo>
                    <a:pt x="239" y="133"/>
                    <a:pt x="248" y="133"/>
                    <a:pt x="248" y="125"/>
                  </a:cubicBezTo>
                  <a:cubicBezTo>
                    <a:pt x="256" y="125"/>
                    <a:pt x="425" y="35"/>
                    <a:pt x="434" y="27"/>
                  </a:cubicBezTo>
                  <a:cubicBezTo>
                    <a:pt x="452" y="18"/>
                    <a:pt x="460" y="0"/>
                    <a:pt x="443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0"/>
                    <a:pt x="9" y="18"/>
                    <a:pt x="18" y="27"/>
                  </a:cubicBezTo>
                  <a:close/>
                  <a:moveTo>
                    <a:pt x="443" y="80"/>
                  </a:moveTo>
                  <a:lnTo>
                    <a:pt x="443" y="80"/>
                  </a:lnTo>
                  <a:cubicBezTo>
                    <a:pt x="434" y="80"/>
                    <a:pt x="256" y="169"/>
                    <a:pt x="248" y="178"/>
                  </a:cubicBezTo>
                  <a:cubicBezTo>
                    <a:pt x="248" y="178"/>
                    <a:pt x="239" y="178"/>
                    <a:pt x="231" y="178"/>
                  </a:cubicBezTo>
                  <a:cubicBezTo>
                    <a:pt x="221" y="178"/>
                    <a:pt x="212" y="178"/>
                    <a:pt x="203" y="178"/>
                  </a:cubicBezTo>
                  <a:cubicBezTo>
                    <a:pt x="194" y="169"/>
                    <a:pt x="27" y="80"/>
                    <a:pt x="18" y="80"/>
                  </a:cubicBezTo>
                  <a:cubicBezTo>
                    <a:pt x="9" y="72"/>
                    <a:pt x="9" y="80"/>
                    <a:pt x="9" y="80"/>
                  </a:cubicBezTo>
                  <a:cubicBezTo>
                    <a:pt x="9" y="88"/>
                    <a:pt x="9" y="266"/>
                    <a:pt x="9" y="266"/>
                  </a:cubicBezTo>
                  <a:cubicBezTo>
                    <a:pt x="9" y="275"/>
                    <a:pt x="18" y="284"/>
                    <a:pt x="35" y="284"/>
                  </a:cubicBezTo>
                  <a:cubicBezTo>
                    <a:pt x="425" y="284"/>
                    <a:pt x="425" y="284"/>
                    <a:pt x="425" y="284"/>
                  </a:cubicBezTo>
                  <a:cubicBezTo>
                    <a:pt x="443" y="284"/>
                    <a:pt x="452" y="275"/>
                    <a:pt x="452" y="266"/>
                  </a:cubicBezTo>
                  <a:cubicBezTo>
                    <a:pt x="452" y="266"/>
                    <a:pt x="452" y="88"/>
                    <a:pt x="452" y="80"/>
                  </a:cubicBezTo>
                  <a:cubicBezTo>
                    <a:pt x="452" y="80"/>
                    <a:pt x="452" y="72"/>
                    <a:pt x="443" y="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4" name="Freeform 63">
              <a:extLst>
                <a:ext uri="{FF2B5EF4-FFF2-40B4-BE49-F238E27FC236}">
                  <a16:creationId xmlns:a16="http://schemas.microsoft.com/office/drawing/2014/main" id="{05A728D2-63EF-4797-9F54-AAB02F8DA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5169" y="2669981"/>
              <a:ext cx="232527" cy="206929"/>
            </a:xfrm>
            <a:custGeom>
              <a:avLst/>
              <a:gdLst>
                <a:gd name="T0" fmla="*/ 153071 w 390"/>
                <a:gd name="T1" fmla="*/ 0 h 346"/>
                <a:gd name="T2" fmla="*/ 153071 w 390"/>
                <a:gd name="T3" fmla="*/ 0 h 346"/>
                <a:gd name="T4" fmla="*/ 19522 w 390"/>
                <a:gd name="T5" fmla="*/ 0 h 346"/>
                <a:gd name="T6" fmla="*/ 0 w 390"/>
                <a:gd name="T7" fmla="*/ 19582 h 346"/>
                <a:gd name="T8" fmla="*/ 0 w 390"/>
                <a:gd name="T9" fmla="*/ 98356 h 346"/>
                <a:gd name="T10" fmla="*/ 19522 w 390"/>
                <a:gd name="T11" fmla="*/ 117939 h 346"/>
                <a:gd name="T12" fmla="*/ 63003 w 390"/>
                <a:gd name="T13" fmla="*/ 117939 h 346"/>
                <a:gd name="T14" fmla="*/ 110034 w 390"/>
                <a:gd name="T15" fmla="*/ 153543 h 346"/>
                <a:gd name="T16" fmla="*/ 110034 w 390"/>
                <a:gd name="T17" fmla="*/ 117939 h 346"/>
                <a:gd name="T18" fmla="*/ 153071 w 390"/>
                <a:gd name="T19" fmla="*/ 117939 h 346"/>
                <a:gd name="T20" fmla="*/ 172593 w 390"/>
                <a:gd name="T21" fmla="*/ 98356 h 346"/>
                <a:gd name="T22" fmla="*/ 172593 w 390"/>
                <a:gd name="T23" fmla="*/ 19582 h 346"/>
                <a:gd name="T24" fmla="*/ 153071 w 390"/>
                <a:gd name="T25" fmla="*/ 0 h 3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90" h="346">
                  <a:moveTo>
                    <a:pt x="345" y="0"/>
                  </a:moveTo>
                  <a:lnTo>
                    <a:pt x="345" y="0"/>
                  </a:lnTo>
                  <a:cubicBezTo>
                    <a:pt x="44" y="0"/>
                    <a:pt x="44" y="0"/>
                    <a:pt x="44" y="0"/>
                  </a:cubicBezTo>
                  <a:cubicBezTo>
                    <a:pt x="17" y="0"/>
                    <a:pt x="0" y="17"/>
                    <a:pt x="0" y="44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47"/>
                    <a:pt x="17" y="265"/>
                    <a:pt x="44" y="265"/>
                  </a:cubicBezTo>
                  <a:cubicBezTo>
                    <a:pt x="142" y="265"/>
                    <a:pt x="142" y="265"/>
                    <a:pt x="142" y="265"/>
                  </a:cubicBezTo>
                  <a:cubicBezTo>
                    <a:pt x="248" y="345"/>
                    <a:pt x="248" y="345"/>
                    <a:pt x="248" y="345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345" y="265"/>
                    <a:pt x="345" y="265"/>
                    <a:pt x="345" y="265"/>
                  </a:cubicBezTo>
                  <a:cubicBezTo>
                    <a:pt x="372" y="265"/>
                    <a:pt x="389" y="247"/>
                    <a:pt x="389" y="221"/>
                  </a:cubicBezTo>
                  <a:cubicBezTo>
                    <a:pt x="389" y="44"/>
                    <a:pt x="389" y="44"/>
                    <a:pt x="389" y="44"/>
                  </a:cubicBezTo>
                  <a:cubicBezTo>
                    <a:pt x="389" y="17"/>
                    <a:pt x="372" y="0"/>
                    <a:pt x="345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5" name="Freeform 74">
              <a:extLst>
                <a:ext uri="{FF2B5EF4-FFF2-40B4-BE49-F238E27FC236}">
                  <a16:creationId xmlns:a16="http://schemas.microsoft.com/office/drawing/2014/main" id="{D77E6EDC-3193-4145-95E8-F9304FACE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985" y="1971557"/>
              <a:ext cx="279461" cy="247461"/>
            </a:xfrm>
            <a:custGeom>
              <a:avLst/>
              <a:gdLst>
                <a:gd name="T0" fmla="*/ 203452 w 461"/>
                <a:gd name="T1" fmla="*/ 95902 h 409"/>
                <a:gd name="T2" fmla="*/ 203452 w 461"/>
                <a:gd name="T3" fmla="*/ 95902 h 409"/>
                <a:gd name="T4" fmla="*/ 111425 w 461"/>
                <a:gd name="T5" fmla="*/ 7654 h 409"/>
                <a:gd name="T6" fmla="*/ 95636 w 461"/>
                <a:gd name="T7" fmla="*/ 7654 h 409"/>
                <a:gd name="T8" fmla="*/ 4060 w 461"/>
                <a:gd name="T9" fmla="*/ 95902 h 409"/>
                <a:gd name="T10" fmla="*/ 8120 w 461"/>
                <a:gd name="T11" fmla="*/ 103556 h 409"/>
                <a:gd name="T12" fmla="*/ 27969 w 461"/>
                <a:gd name="T13" fmla="*/ 103556 h 409"/>
                <a:gd name="T14" fmla="*/ 27969 w 461"/>
                <a:gd name="T15" fmla="*/ 175595 h 409"/>
                <a:gd name="T16" fmla="*/ 35638 w 461"/>
                <a:gd name="T17" fmla="*/ 183700 h 409"/>
                <a:gd name="T18" fmla="*/ 79847 w 461"/>
                <a:gd name="T19" fmla="*/ 183700 h 409"/>
                <a:gd name="T20" fmla="*/ 79847 w 461"/>
                <a:gd name="T21" fmla="*/ 111661 h 409"/>
                <a:gd name="T22" fmla="*/ 127665 w 461"/>
                <a:gd name="T23" fmla="*/ 111661 h 409"/>
                <a:gd name="T24" fmla="*/ 127665 w 461"/>
                <a:gd name="T25" fmla="*/ 183700 h 409"/>
                <a:gd name="T26" fmla="*/ 171874 w 461"/>
                <a:gd name="T27" fmla="*/ 183700 h 409"/>
                <a:gd name="T28" fmla="*/ 179543 w 461"/>
                <a:gd name="T29" fmla="*/ 175595 h 409"/>
                <a:gd name="T30" fmla="*/ 179543 w 461"/>
                <a:gd name="T31" fmla="*/ 103556 h 409"/>
                <a:gd name="T32" fmla="*/ 199843 w 461"/>
                <a:gd name="T33" fmla="*/ 103556 h 409"/>
                <a:gd name="T34" fmla="*/ 203452 w 461"/>
                <a:gd name="T35" fmla="*/ 95902 h 4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61" h="409">
                  <a:moveTo>
                    <a:pt x="451" y="213"/>
                  </a:moveTo>
                  <a:lnTo>
                    <a:pt x="451" y="213"/>
                  </a:lnTo>
                  <a:cubicBezTo>
                    <a:pt x="247" y="17"/>
                    <a:pt x="247" y="17"/>
                    <a:pt x="247" y="17"/>
                  </a:cubicBezTo>
                  <a:cubicBezTo>
                    <a:pt x="238" y="0"/>
                    <a:pt x="221" y="0"/>
                    <a:pt x="212" y="17"/>
                  </a:cubicBezTo>
                  <a:cubicBezTo>
                    <a:pt x="9" y="213"/>
                    <a:pt x="9" y="213"/>
                    <a:pt x="9" y="213"/>
                  </a:cubicBezTo>
                  <a:cubicBezTo>
                    <a:pt x="0" y="221"/>
                    <a:pt x="9" y="230"/>
                    <a:pt x="18" y="230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2" y="390"/>
                    <a:pt x="62" y="390"/>
                    <a:pt x="62" y="390"/>
                  </a:cubicBezTo>
                  <a:cubicBezTo>
                    <a:pt x="62" y="399"/>
                    <a:pt x="62" y="408"/>
                    <a:pt x="79" y="408"/>
                  </a:cubicBezTo>
                  <a:cubicBezTo>
                    <a:pt x="177" y="408"/>
                    <a:pt x="177" y="408"/>
                    <a:pt x="177" y="40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283" y="248"/>
                    <a:pt x="283" y="248"/>
                    <a:pt x="283" y="248"/>
                  </a:cubicBezTo>
                  <a:cubicBezTo>
                    <a:pt x="283" y="408"/>
                    <a:pt x="283" y="408"/>
                    <a:pt x="283" y="408"/>
                  </a:cubicBezTo>
                  <a:cubicBezTo>
                    <a:pt x="381" y="408"/>
                    <a:pt x="381" y="408"/>
                    <a:pt x="381" y="408"/>
                  </a:cubicBezTo>
                  <a:cubicBezTo>
                    <a:pt x="398" y="408"/>
                    <a:pt x="398" y="399"/>
                    <a:pt x="398" y="390"/>
                  </a:cubicBezTo>
                  <a:cubicBezTo>
                    <a:pt x="398" y="230"/>
                    <a:pt x="398" y="230"/>
                    <a:pt x="398" y="230"/>
                  </a:cubicBezTo>
                  <a:cubicBezTo>
                    <a:pt x="443" y="230"/>
                    <a:pt x="443" y="230"/>
                    <a:pt x="443" y="230"/>
                  </a:cubicBezTo>
                  <a:cubicBezTo>
                    <a:pt x="451" y="230"/>
                    <a:pt x="460" y="221"/>
                    <a:pt x="451" y="21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6" name="Freeform 101">
              <a:extLst>
                <a:ext uri="{FF2B5EF4-FFF2-40B4-BE49-F238E27FC236}">
                  <a16:creationId xmlns:a16="http://schemas.microsoft.com/office/drawing/2014/main" id="{DC49DDD1-9980-4745-A2B0-6A006ABBA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0745" y="4665062"/>
              <a:ext cx="300792" cy="230395"/>
            </a:xfrm>
            <a:custGeom>
              <a:avLst/>
              <a:gdLst>
                <a:gd name="T0" fmla="*/ 36030 w 497"/>
                <a:gd name="T1" fmla="*/ 111308 h 382"/>
                <a:gd name="T2" fmla="*/ 36030 w 497"/>
                <a:gd name="T3" fmla="*/ 111308 h 382"/>
                <a:gd name="T4" fmla="*/ 71610 w 497"/>
                <a:gd name="T5" fmla="*/ 147214 h 382"/>
                <a:gd name="T6" fmla="*/ 111693 w 497"/>
                <a:gd name="T7" fmla="*/ 171001 h 382"/>
                <a:gd name="T8" fmla="*/ 151777 w 497"/>
                <a:gd name="T9" fmla="*/ 151253 h 382"/>
                <a:gd name="T10" fmla="*/ 175647 w 497"/>
                <a:gd name="T11" fmla="*/ 115796 h 382"/>
                <a:gd name="T12" fmla="*/ 111693 w 497"/>
                <a:gd name="T13" fmla="*/ 147214 h 382"/>
                <a:gd name="T14" fmla="*/ 36030 w 497"/>
                <a:gd name="T15" fmla="*/ 111308 h 382"/>
                <a:gd name="T16" fmla="*/ 219333 w 497"/>
                <a:gd name="T17" fmla="*/ 55654 h 382"/>
                <a:gd name="T18" fmla="*/ 219333 w 497"/>
                <a:gd name="T19" fmla="*/ 55654 h 382"/>
                <a:gd name="T20" fmla="*/ 123403 w 497"/>
                <a:gd name="T21" fmla="*/ 4039 h 382"/>
                <a:gd name="T22" fmla="*/ 99533 w 497"/>
                <a:gd name="T23" fmla="*/ 4039 h 382"/>
                <a:gd name="T24" fmla="*/ 4053 w 497"/>
                <a:gd name="T25" fmla="*/ 55654 h 382"/>
                <a:gd name="T26" fmla="*/ 4053 w 497"/>
                <a:gd name="T27" fmla="*/ 71812 h 382"/>
                <a:gd name="T28" fmla="*/ 99533 w 497"/>
                <a:gd name="T29" fmla="*/ 123426 h 382"/>
                <a:gd name="T30" fmla="*/ 123403 w 497"/>
                <a:gd name="T31" fmla="*/ 123426 h 382"/>
                <a:gd name="T32" fmla="*/ 183754 w 497"/>
                <a:gd name="T33" fmla="*/ 87520 h 382"/>
                <a:gd name="T34" fmla="*/ 119800 w 497"/>
                <a:gd name="T35" fmla="*/ 71812 h 382"/>
                <a:gd name="T36" fmla="*/ 111693 w 497"/>
                <a:gd name="T37" fmla="*/ 75402 h 382"/>
                <a:gd name="T38" fmla="*/ 91426 w 497"/>
                <a:gd name="T39" fmla="*/ 59693 h 382"/>
                <a:gd name="T40" fmla="*/ 111693 w 497"/>
                <a:gd name="T41" fmla="*/ 48024 h 382"/>
                <a:gd name="T42" fmla="*/ 131960 w 497"/>
                <a:gd name="T43" fmla="*/ 55654 h 382"/>
                <a:gd name="T44" fmla="*/ 199517 w 497"/>
                <a:gd name="T45" fmla="*/ 79441 h 382"/>
                <a:gd name="T46" fmla="*/ 219333 w 497"/>
                <a:gd name="T47" fmla="*/ 71812 h 382"/>
                <a:gd name="T48" fmla="*/ 219333 w 497"/>
                <a:gd name="T49" fmla="*/ 55654 h 382"/>
                <a:gd name="T50" fmla="*/ 191410 w 497"/>
                <a:gd name="T51" fmla="*/ 155292 h 382"/>
                <a:gd name="T52" fmla="*/ 191410 w 497"/>
                <a:gd name="T53" fmla="*/ 155292 h 382"/>
                <a:gd name="T54" fmla="*/ 207623 w 497"/>
                <a:gd name="T55" fmla="*/ 151253 h 382"/>
                <a:gd name="T56" fmla="*/ 199517 w 497"/>
                <a:gd name="T57" fmla="*/ 79441 h 382"/>
                <a:gd name="T58" fmla="*/ 183754 w 497"/>
                <a:gd name="T59" fmla="*/ 87520 h 382"/>
                <a:gd name="T60" fmla="*/ 191410 w 497"/>
                <a:gd name="T61" fmla="*/ 155292 h 38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97" h="382">
                  <a:moveTo>
                    <a:pt x="80" y="248"/>
                  </a:moveTo>
                  <a:lnTo>
                    <a:pt x="80" y="248"/>
                  </a:lnTo>
                  <a:cubicBezTo>
                    <a:pt x="97" y="293"/>
                    <a:pt x="106" y="311"/>
                    <a:pt x="159" y="328"/>
                  </a:cubicBezTo>
                  <a:cubicBezTo>
                    <a:pt x="203" y="355"/>
                    <a:pt x="230" y="381"/>
                    <a:pt x="248" y="381"/>
                  </a:cubicBezTo>
                  <a:cubicBezTo>
                    <a:pt x="266" y="381"/>
                    <a:pt x="293" y="355"/>
                    <a:pt x="337" y="337"/>
                  </a:cubicBezTo>
                  <a:cubicBezTo>
                    <a:pt x="390" y="311"/>
                    <a:pt x="372" y="311"/>
                    <a:pt x="390" y="258"/>
                  </a:cubicBezTo>
                  <a:cubicBezTo>
                    <a:pt x="248" y="328"/>
                    <a:pt x="248" y="328"/>
                    <a:pt x="248" y="328"/>
                  </a:cubicBezTo>
                  <a:lnTo>
                    <a:pt x="80" y="248"/>
                  </a:lnTo>
                  <a:close/>
                  <a:moveTo>
                    <a:pt x="487" y="124"/>
                  </a:moveTo>
                  <a:lnTo>
                    <a:pt x="487" y="124"/>
                  </a:lnTo>
                  <a:cubicBezTo>
                    <a:pt x="274" y="9"/>
                    <a:pt x="274" y="9"/>
                    <a:pt x="274" y="9"/>
                  </a:cubicBezTo>
                  <a:cubicBezTo>
                    <a:pt x="266" y="0"/>
                    <a:pt x="239" y="0"/>
                    <a:pt x="221" y="9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0" y="133"/>
                    <a:pt x="0" y="142"/>
                    <a:pt x="9" y="160"/>
                  </a:cubicBezTo>
                  <a:cubicBezTo>
                    <a:pt x="221" y="275"/>
                    <a:pt x="221" y="275"/>
                    <a:pt x="221" y="275"/>
                  </a:cubicBezTo>
                  <a:cubicBezTo>
                    <a:pt x="239" y="284"/>
                    <a:pt x="266" y="284"/>
                    <a:pt x="274" y="275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266" y="160"/>
                    <a:pt x="266" y="160"/>
                    <a:pt x="266" y="160"/>
                  </a:cubicBezTo>
                  <a:cubicBezTo>
                    <a:pt x="257" y="160"/>
                    <a:pt x="257" y="168"/>
                    <a:pt x="248" y="168"/>
                  </a:cubicBezTo>
                  <a:cubicBezTo>
                    <a:pt x="221" y="168"/>
                    <a:pt x="203" y="151"/>
                    <a:pt x="203" y="133"/>
                  </a:cubicBezTo>
                  <a:cubicBezTo>
                    <a:pt x="203" y="124"/>
                    <a:pt x="221" y="107"/>
                    <a:pt x="248" y="107"/>
                  </a:cubicBezTo>
                  <a:cubicBezTo>
                    <a:pt x="266" y="107"/>
                    <a:pt x="284" y="115"/>
                    <a:pt x="293" y="124"/>
                  </a:cubicBezTo>
                  <a:cubicBezTo>
                    <a:pt x="443" y="177"/>
                    <a:pt x="443" y="177"/>
                    <a:pt x="443" y="177"/>
                  </a:cubicBezTo>
                  <a:cubicBezTo>
                    <a:pt x="487" y="160"/>
                    <a:pt x="487" y="160"/>
                    <a:pt x="487" y="160"/>
                  </a:cubicBezTo>
                  <a:cubicBezTo>
                    <a:pt x="496" y="142"/>
                    <a:pt x="496" y="133"/>
                    <a:pt x="487" y="124"/>
                  </a:cubicBezTo>
                  <a:close/>
                  <a:moveTo>
                    <a:pt x="425" y="346"/>
                  </a:moveTo>
                  <a:lnTo>
                    <a:pt x="425" y="346"/>
                  </a:lnTo>
                  <a:cubicBezTo>
                    <a:pt x="416" y="355"/>
                    <a:pt x="452" y="364"/>
                    <a:pt x="461" y="337"/>
                  </a:cubicBezTo>
                  <a:cubicBezTo>
                    <a:pt x="469" y="213"/>
                    <a:pt x="443" y="177"/>
                    <a:pt x="443" y="177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408" y="195"/>
                    <a:pt x="443" y="222"/>
                    <a:pt x="425" y="3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7" name="Freeform 123">
              <a:extLst>
                <a:ext uri="{FF2B5EF4-FFF2-40B4-BE49-F238E27FC236}">
                  <a16:creationId xmlns:a16="http://schemas.microsoft.com/office/drawing/2014/main" id="{A2CFD72B-4230-4709-9583-E8A2054D3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4657" y="4334997"/>
              <a:ext cx="273060" cy="279459"/>
            </a:xfrm>
            <a:custGeom>
              <a:avLst/>
              <a:gdLst>
                <a:gd name="T0" fmla="*/ 123628 w 452"/>
                <a:gd name="T1" fmla="*/ 135490 h 462"/>
                <a:gd name="T2" fmla="*/ 123628 w 452"/>
                <a:gd name="T3" fmla="*/ 135490 h 462"/>
                <a:gd name="T4" fmla="*/ 195108 w 452"/>
                <a:gd name="T5" fmla="*/ 11703 h 462"/>
                <a:gd name="T6" fmla="*/ 195108 w 452"/>
                <a:gd name="T7" fmla="*/ 8102 h 462"/>
                <a:gd name="T8" fmla="*/ 191062 w 452"/>
                <a:gd name="T9" fmla="*/ 8102 h 462"/>
                <a:gd name="T10" fmla="*/ 71480 w 452"/>
                <a:gd name="T11" fmla="*/ 80124 h 462"/>
                <a:gd name="T12" fmla="*/ 4046 w 452"/>
                <a:gd name="T13" fmla="*/ 135490 h 462"/>
                <a:gd name="T14" fmla="*/ 15735 w 452"/>
                <a:gd name="T15" fmla="*/ 147644 h 462"/>
                <a:gd name="T16" fmla="*/ 39561 w 452"/>
                <a:gd name="T17" fmla="*/ 139542 h 462"/>
                <a:gd name="T18" fmla="*/ 67883 w 452"/>
                <a:gd name="T19" fmla="*/ 167450 h 462"/>
                <a:gd name="T20" fmla="*/ 59791 w 452"/>
                <a:gd name="T21" fmla="*/ 191307 h 462"/>
                <a:gd name="T22" fmla="*/ 67883 w 452"/>
                <a:gd name="T23" fmla="*/ 203461 h 462"/>
                <a:gd name="T24" fmla="*/ 123628 w 452"/>
                <a:gd name="T25" fmla="*/ 135490 h 462"/>
                <a:gd name="T26" fmla="*/ 135317 w 452"/>
                <a:gd name="T27" fmla="*/ 67520 h 462"/>
                <a:gd name="T28" fmla="*/ 135317 w 452"/>
                <a:gd name="T29" fmla="*/ 67520 h 462"/>
                <a:gd name="T30" fmla="*/ 135317 w 452"/>
                <a:gd name="T31" fmla="*/ 43663 h 462"/>
                <a:gd name="T32" fmla="*/ 159143 w 452"/>
                <a:gd name="T33" fmla="*/ 43663 h 462"/>
                <a:gd name="T34" fmla="*/ 159143 w 452"/>
                <a:gd name="T35" fmla="*/ 67520 h 462"/>
                <a:gd name="T36" fmla="*/ 135317 w 452"/>
                <a:gd name="T37" fmla="*/ 67520 h 46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52" h="462">
                  <a:moveTo>
                    <a:pt x="275" y="301"/>
                  </a:moveTo>
                  <a:lnTo>
                    <a:pt x="275" y="301"/>
                  </a:lnTo>
                  <a:cubicBezTo>
                    <a:pt x="275" y="301"/>
                    <a:pt x="451" y="169"/>
                    <a:pt x="434" y="26"/>
                  </a:cubicBezTo>
                  <a:lnTo>
                    <a:pt x="434" y="18"/>
                  </a:lnTo>
                  <a:cubicBezTo>
                    <a:pt x="425" y="18"/>
                    <a:pt x="425" y="18"/>
                    <a:pt x="425" y="18"/>
                  </a:cubicBezTo>
                  <a:cubicBezTo>
                    <a:pt x="284" y="0"/>
                    <a:pt x="159" y="178"/>
                    <a:pt x="159" y="178"/>
                  </a:cubicBezTo>
                  <a:cubicBezTo>
                    <a:pt x="53" y="159"/>
                    <a:pt x="62" y="186"/>
                    <a:pt x="9" y="301"/>
                  </a:cubicBezTo>
                  <a:cubicBezTo>
                    <a:pt x="0" y="328"/>
                    <a:pt x="18" y="328"/>
                    <a:pt x="35" y="328"/>
                  </a:cubicBezTo>
                  <a:cubicBezTo>
                    <a:pt x="53" y="319"/>
                    <a:pt x="88" y="310"/>
                    <a:pt x="88" y="310"/>
                  </a:cubicBezTo>
                  <a:cubicBezTo>
                    <a:pt x="151" y="372"/>
                    <a:pt x="151" y="372"/>
                    <a:pt x="151" y="372"/>
                  </a:cubicBezTo>
                  <a:cubicBezTo>
                    <a:pt x="151" y="372"/>
                    <a:pt x="141" y="407"/>
                    <a:pt x="133" y="425"/>
                  </a:cubicBezTo>
                  <a:cubicBezTo>
                    <a:pt x="124" y="443"/>
                    <a:pt x="133" y="461"/>
                    <a:pt x="151" y="452"/>
                  </a:cubicBezTo>
                  <a:cubicBezTo>
                    <a:pt x="266" y="398"/>
                    <a:pt x="292" y="407"/>
                    <a:pt x="275" y="301"/>
                  </a:cubicBezTo>
                  <a:close/>
                  <a:moveTo>
                    <a:pt x="301" y="150"/>
                  </a:moveTo>
                  <a:lnTo>
                    <a:pt x="301" y="150"/>
                  </a:lnTo>
                  <a:cubicBezTo>
                    <a:pt x="284" y="133"/>
                    <a:pt x="284" y="115"/>
                    <a:pt x="301" y="97"/>
                  </a:cubicBezTo>
                  <a:cubicBezTo>
                    <a:pt x="319" y="80"/>
                    <a:pt x="345" y="80"/>
                    <a:pt x="354" y="97"/>
                  </a:cubicBezTo>
                  <a:cubicBezTo>
                    <a:pt x="372" y="115"/>
                    <a:pt x="372" y="133"/>
                    <a:pt x="354" y="150"/>
                  </a:cubicBezTo>
                  <a:cubicBezTo>
                    <a:pt x="345" y="169"/>
                    <a:pt x="319" y="169"/>
                    <a:pt x="301" y="1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8" name="Freeform 145">
              <a:extLst>
                <a:ext uri="{FF2B5EF4-FFF2-40B4-BE49-F238E27FC236}">
                  <a16:creationId xmlns:a16="http://schemas.microsoft.com/office/drawing/2014/main" id="{4590D4B8-C9AF-485F-9DC5-7109F6430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4" y="3442506"/>
              <a:ext cx="268794" cy="268794"/>
            </a:xfrm>
            <a:custGeom>
              <a:avLst/>
              <a:gdLst>
                <a:gd name="T0" fmla="*/ 31535 w 444"/>
                <a:gd name="T1" fmla="*/ 179798 h 445"/>
                <a:gd name="T2" fmla="*/ 31535 w 444"/>
                <a:gd name="T3" fmla="*/ 179798 h 445"/>
                <a:gd name="T4" fmla="*/ 55863 w 444"/>
                <a:gd name="T5" fmla="*/ 199576 h 445"/>
                <a:gd name="T6" fmla="*/ 75685 w 444"/>
                <a:gd name="T7" fmla="*/ 179798 h 445"/>
                <a:gd name="T8" fmla="*/ 55863 w 444"/>
                <a:gd name="T9" fmla="*/ 155525 h 445"/>
                <a:gd name="T10" fmla="*/ 31535 w 444"/>
                <a:gd name="T11" fmla="*/ 179798 h 445"/>
                <a:gd name="T12" fmla="*/ 143712 w 444"/>
                <a:gd name="T13" fmla="*/ 179798 h 445"/>
                <a:gd name="T14" fmla="*/ 143712 w 444"/>
                <a:gd name="T15" fmla="*/ 179798 h 445"/>
                <a:gd name="T16" fmla="*/ 167589 w 444"/>
                <a:gd name="T17" fmla="*/ 199576 h 445"/>
                <a:gd name="T18" fmla="*/ 187861 w 444"/>
                <a:gd name="T19" fmla="*/ 179798 h 445"/>
                <a:gd name="T20" fmla="*/ 167589 w 444"/>
                <a:gd name="T21" fmla="*/ 155525 h 445"/>
                <a:gd name="T22" fmla="*/ 143712 w 444"/>
                <a:gd name="T23" fmla="*/ 179798 h 445"/>
                <a:gd name="T24" fmla="*/ 71631 w 444"/>
                <a:gd name="T25" fmla="*/ 127656 h 445"/>
                <a:gd name="T26" fmla="*/ 71631 w 444"/>
                <a:gd name="T27" fmla="*/ 127656 h 445"/>
                <a:gd name="T28" fmla="*/ 195520 w 444"/>
                <a:gd name="T29" fmla="*/ 91697 h 445"/>
                <a:gd name="T30" fmla="*/ 199574 w 444"/>
                <a:gd name="T31" fmla="*/ 84055 h 445"/>
                <a:gd name="T32" fmla="*/ 199574 w 444"/>
                <a:gd name="T33" fmla="*/ 24273 h 445"/>
                <a:gd name="T34" fmla="*/ 44150 w 444"/>
                <a:gd name="T35" fmla="*/ 24273 h 445"/>
                <a:gd name="T36" fmla="*/ 44150 w 444"/>
                <a:gd name="T37" fmla="*/ 4495 h 445"/>
                <a:gd name="T38" fmla="*/ 40095 w 444"/>
                <a:gd name="T39" fmla="*/ 0 h 445"/>
                <a:gd name="T40" fmla="*/ 4055 w 444"/>
                <a:gd name="T41" fmla="*/ 0 h 445"/>
                <a:gd name="T42" fmla="*/ 0 w 444"/>
                <a:gd name="T43" fmla="*/ 4495 h 445"/>
                <a:gd name="T44" fmla="*/ 0 w 444"/>
                <a:gd name="T45" fmla="*/ 24273 h 445"/>
                <a:gd name="T46" fmla="*/ 20273 w 444"/>
                <a:gd name="T47" fmla="*/ 24273 h 445"/>
                <a:gd name="T48" fmla="*/ 44150 w 444"/>
                <a:gd name="T49" fmla="*/ 123611 h 445"/>
                <a:gd name="T50" fmla="*/ 44150 w 444"/>
                <a:gd name="T51" fmla="*/ 135747 h 445"/>
                <a:gd name="T52" fmla="*/ 44150 w 444"/>
                <a:gd name="T53" fmla="*/ 151929 h 445"/>
                <a:gd name="T54" fmla="*/ 47754 w 444"/>
                <a:gd name="T55" fmla="*/ 155525 h 445"/>
                <a:gd name="T56" fmla="*/ 55863 w 444"/>
                <a:gd name="T57" fmla="*/ 155525 h 445"/>
                <a:gd name="T58" fmla="*/ 167589 w 444"/>
                <a:gd name="T59" fmla="*/ 155525 h 445"/>
                <a:gd name="T60" fmla="*/ 195520 w 444"/>
                <a:gd name="T61" fmla="*/ 155525 h 445"/>
                <a:gd name="T62" fmla="*/ 199574 w 444"/>
                <a:gd name="T63" fmla="*/ 151929 h 445"/>
                <a:gd name="T64" fmla="*/ 199574 w 444"/>
                <a:gd name="T65" fmla="*/ 135747 h 445"/>
                <a:gd name="T66" fmla="*/ 75685 w 444"/>
                <a:gd name="T67" fmla="*/ 135747 h 445"/>
                <a:gd name="T68" fmla="*/ 71631 w 444"/>
                <a:gd name="T69" fmla="*/ 127656 h 44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44" h="445">
                  <a:moveTo>
                    <a:pt x="70" y="400"/>
                  </a:moveTo>
                  <a:lnTo>
                    <a:pt x="70" y="400"/>
                  </a:lnTo>
                  <a:cubicBezTo>
                    <a:pt x="70" y="426"/>
                    <a:pt x="98" y="444"/>
                    <a:pt x="124" y="444"/>
                  </a:cubicBezTo>
                  <a:cubicBezTo>
                    <a:pt x="151" y="444"/>
                    <a:pt x="168" y="426"/>
                    <a:pt x="168" y="400"/>
                  </a:cubicBezTo>
                  <a:cubicBezTo>
                    <a:pt x="168" y="373"/>
                    <a:pt x="151" y="346"/>
                    <a:pt x="124" y="346"/>
                  </a:cubicBezTo>
                  <a:cubicBezTo>
                    <a:pt x="98" y="346"/>
                    <a:pt x="70" y="373"/>
                    <a:pt x="70" y="400"/>
                  </a:cubicBezTo>
                  <a:close/>
                  <a:moveTo>
                    <a:pt x="319" y="400"/>
                  </a:moveTo>
                  <a:lnTo>
                    <a:pt x="319" y="400"/>
                  </a:lnTo>
                  <a:cubicBezTo>
                    <a:pt x="319" y="426"/>
                    <a:pt x="345" y="444"/>
                    <a:pt x="372" y="444"/>
                  </a:cubicBezTo>
                  <a:cubicBezTo>
                    <a:pt x="399" y="444"/>
                    <a:pt x="417" y="426"/>
                    <a:pt x="417" y="400"/>
                  </a:cubicBezTo>
                  <a:cubicBezTo>
                    <a:pt x="417" y="373"/>
                    <a:pt x="399" y="346"/>
                    <a:pt x="372" y="346"/>
                  </a:cubicBezTo>
                  <a:cubicBezTo>
                    <a:pt x="345" y="346"/>
                    <a:pt x="319" y="373"/>
                    <a:pt x="319" y="400"/>
                  </a:cubicBezTo>
                  <a:close/>
                  <a:moveTo>
                    <a:pt x="159" y="284"/>
                  </a:moveTo>
                  <a:lnTo>
                    <a:pt x="159" y="284"/>
                  </a:lnTo>
                  <a:cubicBezTo>
                    <a:pt x="434" y="204"/>
                    <a:pt x="434" y="204"/>
                    <a:pt x="434" y="204"/>
                  </a:cubicBezTo>
                  <a:cubicBezTo>
                    <a:pt x="443" y="204"/>
                    <a:pt x="443" y="195"/>
                    <a:pt x="443" y="187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10"/>
                    <a:pt x="98" y="10"/>
                    <a:pt x="98" y="10"/>
                  </a:cubicBezTo>
                  <a:lnTo>
                    <a:pt x="89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10"/>
                    <a:pt x="0" y="1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98" y="275"/>
                    <a:pt x="98" y="275"/>
                    <a:pt x="98" y="275"/>
                  </a:cubicBezTo>
                  <a:cubicBezTo>
                    <a:pt x="98" y="302"/>
                    <a:pt x="98" y="302"/>
                    <a:pt x="98" y="302"/>
                  </a:cubicBezTo>
                  <a:cubicBezTo>
                    <a:pt x="98" y="338"/>
                    <a:pt x="98" y="338"/>
                    <a:pt x="98" y="338"/>
                  </a:cubicBezTo>
                  <a:cubicBezTo>
                    <a:pt x="98" y="346"/>
                    <a:pt x="106" y="346"/>
                    <a:pt x="106" y="346"/>
                  </a:cubicBezTo>
                  <a:cubicBezTo>
                    <a:pt x="124" y="346"/>
                    <a:pt x="124" y="346"/>
                    <a:pt x="124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434" y="346"/>
                    <a:pt x="434" y="346"/>
                    <a:pt x="434" y="346"/>
                  </a:cubicBezTo>
                  <a:cubicBezTo>
                    <a:pt x="443" y="346"/>
                    <a:pt x="443" y="346"/>
                    <a:pt x="443" y="338"/>
                  </a:cubicBezTo>
                  <a:cubicBezTo>
                    <a:pt x="443" y="302"/>
                    <a:pt x="443" y="302"/>
                    <a:pt x="443" y="302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33" y="302"/>
                    <a:pt x="133" y="284"/>
                    <a:pt x="159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9" name="Freeform 170">
              <a:extLst>
                <a:ext uri="{FF2B5EF4-FFF2-40B4-BE49-F238E27FC236}">
                  <a16:creationId xmlns:a16="http://schemas.microsoft.com/office/drawing/2014/main" id="{AE13DF0D-791D-4B51-8DCB-9BC808A0C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610" y="2645490"/>
              <a:ext cx="236794" cy="279461"/>
            </a:xfrm>
            <a:custGeom>
              <a:avLst/>
              <a:gdLst>
                <a:gd name="T0" fmla="*/ 127540 w 391"/>
                <a:gd name="T1" fmla="*/ 79951 h 463"/>
                <a:gd name="T2" fmla="*/ 127540 w 391"/>
                <a:gd name="T3" fmla="*/ 79951 h 463"/>
                <a:gd name="T4" fmla="*/ 143764 w 391"/>
                <a:gd name="T5" fmla="*/ 8085 h 463"/>
                <a:gd name="T6" fmla="*/ 91937 w 391"/>
                <a:gd name="T7" fmla="*/ 60188 h 463"/>
                <a:gd name="T8" fmla="*/ 44166 w 391"/>
                <a:gd name="T9" fmla="*/ 103757 h 463"/>
                <a:gd name="T10" fmla="*/ 44166 w 391"/>
                <a:gd name="T11" fmla="*/ 179666 h 463"/>
                <a:gd name="T12" fmla="*/ 139708 w 391"/>
                <a:gd name="T13" fmla="*/ 207514 h 463"/>
                <a:gd name="T14" fmla="*/ 175761 w 391"/>
                <a:gd name="T15" fmla="*/ 99714 h 463"/>
                <a:gd name="T16" fmla="*/ 127540 w 391"/>
                <a:gd name="T17" fmla="*/ 79951 h 463"/>
                <a:gd name="T18" fmla="*/ 31998 w 391"/>
                <a:gd name="T19" fmla="*/ 79951 h 463"/>
                <a:gd name="T20" fmla="*/ 31998 w 391"/>
                <a:gd name="T21" fmla="*/ 79951 h 463"/>
                <a:gd name="T22" fmla="*/ 0 w 391"/>
                <a:gd name="T23" fmla="*/ 115435 h 463"/>
                <a:gd name="T24" fmla="*/ 0 w 391"/>
                <a:gd name="T25" fmla="*/ 167089 h 463"/>
                <a:gd name="T26" fmla="*/ 31998 w 391"/>
                <a:gd name="T27" fmla="*/ 203471 h 463"/>
                <a:gd name="T28" fmla="*/ 19829 w 391"/>
                <a:gd name="T29" fmla="*/ 179666 h 463"/>
                <a:gd name="T30" fmla="*/ 19829 w 391"/>
                <a:gd name="T31" fmla="*/ 107799 h 463"/>
                <a:gd name="T32" fmla="*/ 31998 w 391"/>
                <a:gd name="T33" fmla="*/ 79951 h 46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1" h="463">
                  <a:moveTo>
                    <a:pt x="283" y="178"/>
                  </a:moveTo>
                  <a:lnTo>
                    <a:pt x="283" y="178"/>
                  </a:lnTo>
                  <a:cubicBezTo>
                    <a:pt x="283" y="169"/>
                    <a:pt x="373" y="89"/>
                    <a:pt x="319" y="18"/>
                  </a:cubicBezTo>
                  <a:cubicBezTo>
                    <a:pt x="310" y="0"/>
                    <a:pt x="266" y="98"/>
                    <a:pt x="204" y="134"/>
                  </a:cubicBezTo>
                  <a:cubicBezTo>
                    <a:pt x="169" y="160"/>
                    <a:pt x="98" y="204"/>
                    <a:pt x="98" y="231"/>
                  </a:cubicBezTo>
                  <a:cubicBezTo>
                    <a:pt x="98" y="400"/>
                    <a:pt x="98" y="400"/>
                    <a:pt x="98" y="400"/>
                  </a:cubicBezTo>
                  <a:cubicBezTo>
                    <a:pt x="98" y="435"/>
                    <a:pt x="213" y="462"/>
                    <a:pt x="310" y="462"/>
                  </a:cubicBezTo>
                  <a:cubicBezTo>
                    <a:pt x="345" y="462"/>
                    <a:pt x="390" y="249"/>
                    <a:pt x="390" y="222"/>
                  </a:cubicBezTo>
                  <a:cubicBezTo>
                    <a:pt x="390" y="187"/>
                    <a:pt x="292" y="187"/>
                    <a:pt x="283" y="178"/>
                  </a:cubicBezTo>
                  <a:close/>
                  <a:moveTo>
                    <a:pt x="71" y="178"/>
                  </a:moveTo>
                  <a:lnTo>
                    <a:pt x="71" y="178"/>
                  </a:lnTo>
                  <a:cubicBezTo>
                    <a:pt x="54" y="178"/>
                    <a:pt x="0" y="187"/>
                    <a:pt x="0" y="257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444"/>
                    <a:pt x="54" y="453"/>
                    <a:pt x="71" y="453"/>
                  </a:cubicBezTo>
                  <a:cubicBezTo>
                    <a:pt x="89" y="453"/>
                    <a:pt x="44" y="435"/>
                    <a:pt x="44" y="400"/>
                  </a:cubicBezTo>
                  <a:cubicBezTo>
                    <a:pt x="44" y="240"/>
                    <a:pt x="44" y="240"/>
                    <a:pt x="44" y="240"/>
                  </a:cubicBezTo>
                  <a:cubicBezTo>
                    <a:pt x="44" y="196"/>
                    <a:pt x="89" y="178"/>
                    <a:pt x="71" y="1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</p:grpSp>
      <p:sp>
        <p:nvSpPr>
          <p:cNvPr id="1142" name="TextBox 1141">
            <a:extLst>
              <a:ext uri="{FF2B5EF4-FFF2-40B4-BE49-F238E27FC236}">
                <a16:creationId xmlns:a16="http://schemas.microsoft.com/office/drawing/2014/main" id="{17AFB961-7C63-4308-976F-F7F44385A00C}"/>
              </a:ext>
            </a:extLst>
          </p:cNvPr>
          <p:cNvSpPr txBox="1"/>
          <p:nvPr/>
        </p:nvSpPr>
        <p:spPr>
          <a:xfrm>
            <a:off x="301298" y="432619"/>
            <a:ext cx="5008802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000" dirty="0">
                <a:latin typeface="Nexa Light" panose="02000000000000000000" pitchFamily="50" charset="0"/>
              </a:rPr>
              <a:t>Challenges</a:t>
            </a:r>
          </a:p>
          <a:p>
            <a:pPr>
              <a:lnSpc>
                <a:spcPct val="120000"/>
              </a:lnSpc>
            </a:pPr>
            <a:endParaRPr lang="en-GB" sz="1400" dirty="0">
              <a:latin typeface="Nexa Bold" panose="02000000000000000000" pitchFamily="50" charset="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Missing data in some demographic groups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Self-reported emotional indicators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No time-series data to see trends</a:t>
            </a:r>
            <a:endParaRPr lang="en-US" dirty="0">
              <a:latin typeface="+mj-lt"/>
            </a:endParaRP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C0A19D5C-FE18-4917-8B27-6B1894B4CCC7}"/>
              </a:ext>
            </a:extLst>
          </p:cNvPr>
          <p:cNvSpPr txBox="1"/>
          <p:nvPr/>
        </p:nvSpPr>
        <p:spPr>
          <a:xfrm>
            <a:off x="6664830" y="432619"/>
            <a:ext cx="542884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accent1"/>
                </a:solidFill>
                <a:latin typeface="Nexa Light" panose="02000000000000000000"/>
              </a:rPr>
              <a:t>Recommendations</a:t>
            </a:r>
          </a:p>
          <a:p>
            <a:endParaRPr lang="en-US" sz="1600" dirty="0">
              <a:solidFill>
                <a:schemeClr val="accent1"/>
              </a:solidFill>
              <a:latin typeface="Nexa Light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Develop digital well-being programs for working-age adults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Add emotional strain screening tools in digital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Increase AI literacy in provinces with low 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Collect richer mental health variables in future CIUS cycles</a:t>
            </a:r>
            <a:endParaRPr lang="en-GB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7764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2" grpId="0"/>
      <p:bldP spid="11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55C67A3-38F8-47DA-8EC8-46F4CA30A048}"/>
              </a:ext>
            </a:extLst>
          </p:cNvPr>
          <p:cNvGrpSpPr/>
          <p:nvPr/>
        </p:nvGrpSpPr>
        <p:grpSpPr>
          <a:xfrm>
            <a:off x="6328270" y="1036755"/>
            <a:ext cx="5198712" cy="4271374"/>
            <a:chOff x="5552416" y="959643"/>
            <a:chExt cx="6010934" cy="4938713"/>
          </a:xfrm>
          <a:solidFill>
            <a:schemeClr val="bg1">
              <a:lumMod val="85000"/>
            </a:schemeClr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EA50E55-EF3D-4791-9175-A0D8D3A71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416" y="2174014"/>
              <a:ext cx="909763" cy="1425566"/>
            </a:xfrm>
            <a:custGeom>
              <a:avLst/>
              <a:gdLst>
                <a:gd name="T0" fmla="*/ 668 w 672"/>
                <a:gd name="T1" fmla="*/ 1023 h 1053"/>
                <a:gd name="T2" fmla="*/ 663 w 672"/>
                <a:gd name="T3" fmla="*/ 992 h 1053"/>
                <a:gd name="T4" fmla="*/ 663 w 672"/>
                <a:gd name="T5" fmla="*/ 956 h 1053"/>
                <a:gd name="T6" fmla="*/ 637 w 672"/>
                <a:gd name="T7" fmla="*/ 964 h 1053"/>
                <a:gd name="T8" fmla="*/ 604 w 672"/>
                <a:gd name="T9" fmla="*/ 949 h 1053"/>
                <a:gd name="T10" fmla="*/ 590 w 672"/>
                <a:gd name="T11" fmla="*/ 945 h 1053"/>
                <a:gd name="T12" fmla="*/ 573 w 672"/>
                <a:gd name="T13" fmla="*/ 945 h 1053"/>
                <a:gd name="T14" fmla="*/ 578 w 672"/>
                <a:gd name="T15" fmla="*/ 923 h 1053"/>
                <a:gd name="T16" fmla="*/ 578 w 672"/>
                <a:gd name="T17" fmla="*/ 909 h 1053"/>
                <a:gd name="T18" fmla="*/ 585 w 672"/>
                <a:gd name="T19" fmla="*/ 888 h 1053"/>
                <a:gd name="T20" fmla="*/ 571 w 672"/>
                <a:gd name="T21" fmla="*/ 866 h 1053"/>
                <a:gd name="T22" fmla="*/ 561 w 672"/>
                <a:gd name="T23" fmla="*/ 845 h 1053"/>
                <a:gd name="T24" fmla="*/ 556 w 672"/>
                <a:gd name="T25" fmla="*/ 822 h 1053"/>
                <a:gd name="T26" fmla="*/ 549 w 672"/>
                <a:gd name="T27" fmla="*/ 800 h 1053"/>
                <a:gd name="T28" fmla="*/ 535 w 672"/>
                <a:gd name="T29" fmla="*/ 793 h 1053"/>
                <a:gd name="T30" fmla="*/ 530 w 672"/>
                <a:gd name="T31" fmla="*/ 781 h 1053"/>
                <a:gd name="T32" fmla="*/ 540 w 672"/>
                <a:gd name="T33" fmla="*/ 762 h 1053"/>
                <a:gd name="T34" fmla="*/ 538 w 672"/>
                <a:gd name="T35" fmla="*/ 746 h 1053"/>
                <a:gd name="T36" fmla="*/ 535 w 672"/>
                <a:gd name="T37" fmla="*/ 736 h 1053"/>
                <a:gd name="T38" fmla="*/ 535 w 672"/>
                <a:gd name="T39" fmla="*/ 724 h 1053"/>
                <a:gd name="T40" fmla="*/ 547 w 672"/>
                <a:gd name="T41" fmla="*/ 710 h 1053"/>
                <a:gd name="T42" fmla="*/ 542 w 672"/>
                <a:gd name="T43" fmla="*/ 691 h 1053"/>
                <a:gd name="T44" fmla="*/ 547 w 672"/>
                <a:gd name="T45" fmla="*/ 679 h 1053"/>
                <a:gd name="T46" fmla="*/ 559 w 672"/>
                <a:gd name="T47" fmla="*/ 658 h 1053"/>
                <a:gd name="T48" fmla="*/ 552 w 672"/>
                <a:gd name="T49" fmla="*/ 649 h 1053"/>
                <a:gd name="T50" fmla="*/ 561 w 672"/>
                <a:gd name="T51" fmla="*/ 642 h 1053"/>
                <a:gd name="T52" fmla="*/ 552 w 672"/>
                <a:gd name="T53" fmla="*/ 623 h 1053"/>
                <a:gd name="T54" fmla="*/ 545 w 672"/>
                <a:gd name="T55" fmla="*/ 608 h 1053"/>
                <a:gd name="T56" fmla="*/ 549 w 672"/>
                <a:gd name="T57" fmla="*/ 582 h 1053"/>
                <a:gd name="T58" fmla="*/ 542 w 672"/>
                <a:gd name="T59" fmla="*/ 563 h 1053"/>
                <a:gd name="T60" fmla="*/ 530 w 672"/>
                <a:gd name="T61" fmla="*/ 566 h 1053"/>
                <a:gd name="T62" fmla="*/ 530 w 672"/>
                <a:gd name="T63" fmla="*/ 549 h 1053"/>
                <a:gd name="T64" fmla="*/ 523 w 672"/>
                <a:gd name="T65" fmla="*/ 523 h 1053"/>
                <a:gd name="T66" fmla="*/ 526 w 672"/>
                <a:gd name="T67" fmla="*/ 507 h 1053"/>
                <a:gd name="T68" fmla="*/ 530 w 672"/>
                <a:gd name="T69" fmla="*/ 497 h 1053"/>
                <a:gd name="T70" fmla="*/ 528 w 672"/>
                <a:gd name="T71" fmla="*/ 485 h 1053"/>
                <a:gd name="T72" fmla="*/ 545 w 672"/>
                <a:gd name="T73" fmla="*/ 474 h 1053"/>
                <a:gd name="T74" fmla="*/ 556 w 672"/>
                <a:gd name="T75" fmla="*/ 466 h 1053"/>
                <a:gd name="T76" fmla="*/ 566 w 672"/>
                <a:gd name="T77" fmla="*/ 452 h 1053"/>
                <a:gd name="T78" fmla="*/ 571 w 672"/>
                <a:gd name="T79" fmla="*/ 431 h 1053"/>
                <a:gd name="T80" fmla="*/ 566 w 672"/>
                <a:gd name="T81" fmla="*/ 419 h 1053"/>
                <a:gd name="T82" fmla="*/ 556 w 672"/>
                <a:gd name="T83" fmla="*/ 414 h 1053"/>
                <a:gd name="T84" fmla="*/ 533 w 672"/>
                <a:gd name="T85" fmla="*/ 407 h 1053"/>
                <a:gd name="T86" fmla="*/ 549 w 672"/>
                <a:gd name="T87" fmla="*/ 386 h 1053"/>
                <a:gd name="T88" fmla="*/ 556 w 672"/>
                <a:gd name="T89" fmla="*/ 365 h 1053"/>
                <a:gd name="T90" fmla="*/ 561 w 672"/>
                <a:gd name="T91" fmla="*/ 343 h 1053"/>
                <a:gd name="T92" fmla="*/ 566 w 672"/>
                <a:gd name="T93" fmla="*/ 324 h 1053"/>
                <a:gd name="T94" fmla="*/ 538 w 672"/>
                <a:gd name="T95" fmla="*/ 303 h 1053"/>
                <a:gd name="T96" fmla="*/ 504 w 672"/>
                <a:gd name="T97" fmla="*/ 277 h 1053"/>
                <a:gd name="T98" fmla="*/ 516 w 672"/>
                <a:gd name="T99" fmla="*/ 268 h 1053"/>
                <a:gd name="T100" fmla="*/ 523 w 672"/>
                <a:gd name="T101" fmla="*/ 249 h 1053"/>
                <a:gd name="T102" fmla="*/ 528 w 672"/>
                <a:gd name="T103" fmla="*/ 230 h 1053"/>
                <a:gd name="T104" fmla="*/ 561 w 672"/>
                <a:gd name="T105" fmla="*/ 178 h 1053"/>
                <a:gd name="T106" fmla="*/ 580 w 672"/>
                <a:gd name="T107" fmla="*/ 130 h 1053"/>
                <a:gd name="T108" fmla="*/ 556 w 672"/>
                <a:gd name="T109" fmla="*/ 71 h 1053"/>
                <a:gd name="T110" fmla="*/ 549 w 672"/>
                <a:gd name="T111" fmla="*/ 73 h 1053"/>
                <a:gd name="T112" fmla="*/ 523 w 672"/>
                <a:gd name="T113" fmla="*/ 19 h 1053"/>
                <a:gd name="T114" fmla="*/ 433 w 672"/>
                <a:gd name="T115" fmla="*/ 97 h 1053"/>
                <a:gd name="T116" fmla="*/ 242 w 672"/>
                <a:gd name="T117" fmla="*/ 358 h 1053"/>
                <a:gd name="T118" fmla="*/ 45 w 672"/>
                <a:gd name="T119" fmla="*/ 635 h 1053"/>
                <a:gd name="T120" fmla="*/ 242 w 672"/>
                <a:gd name="T121" fmla="*/ 874 h 1053"/>
                <a:gd name="T122" fmla="*/ 672 w 672"/>
                <a:gd name="T123" fmla="*/ 1049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72" h="1053">
                  <a:moveTo>
                    <a:pt x="672" y="1049"/>
                  </a:moveTo>
                  <a:lnTo>
                    <a:pt x="672" y="1049"/>
                  </a:lnTo>
                  <a:lnTo>
                    <a:pt x="670" y="1049"/>
                  </a:lnTo>
                  <a:lnTo>
                    <a:pt x="668" y="1049"/>
                  </a:lnTo>
                  <a:lnTo>
                    <a:pt x="665" y="1049"/>
                  </a:lnTo>
                  <a:lnTo>
                    <a:pt x="665" y="1049"/>
                  </a:lnTo>
                  <a:lnTo>
                    <a:pt x="665" y="1046"/>
                  </a:lnTo>
                  <a:lnTo>
                    <a:pt x="668" y="1044"/>
                  </a:lnTo>
                  <a:lnTo>
                    <a:pt x="670" y="1044"/>
                  </a:lnTo>
                  <a:lnTo>
                    <a:pt x="670" y="1042"/>
                  </a:lnTo>
                  <a:lnTo>
                    <a:pt x="670" y="1039"/>
                  </a:lnTo>
                  <a:lnTo>
                    <a:pt x="670" y="1039"/>
                  </a:lnTo>
                  <a:lnTo>
                    <a:pt x="670" y="1037"/>
                  </a:lnTo>
                  <a:lnTo>
                    <a:pt x="670" y="1037"/>
                  </a:lnTo>
                  <a:lnTo>
                    <a:pt x="670" y="1037"/>
                  </a:lnTo>
                  <a:lnTo>
                    <a:pt x="670" y="1035"/>
                  </a:lnTo>
                  <a:lnTo>
                    <a:pt x="670" y="1035"/>
                  </a:lnTo>
                  <a:lnTo>
                    <a:pt x="668" y="1032"/>
                  </a:lnTo>
                  <a:lnTo>
                    <a:pt x="668" y="1032"/>
                  </a:lnTo>
                  <a:lnTo>
                    <a:pt x="668" y="1030"/>
                  </a:lnTo>
                  <a:lnTo>
                    <a:pt x="668" y="1027"/>
                  </a:lnTo>
                  <a:lnTo>
                    <a:pt x="668" y="1025"/>
                  </a:lnTo>
                  <a:lnTo>
                    <a:pt x="668" y="1025"/>
                  </a:lnTo>
                  <a:lnTo>
                    <a:pt x="668" y="1023"/>
                  </a:lnTo>
                  <a:lnTo>
                    <a:pt x="668" y="1020"/>
                  </a:lnTo>
                  <a:lnTo>
                    <a:pt x="668" y="1018"/>
                  </a:lnTo>
                  <a:lnTo>
                    <a:pt x="668" y="1018"/>
                  </a:lnTo>
                  <a:lnTo>
                    <a:pt x="668" y="1016"/>
                  </a:lnTo>
                  <a:lnTo>
                    <a:pt x="670" y="1013"/>
                  </a:lnTo>
                  <a:lnTo>
                    <a:pt x="670" y="1011"/>
                  </a:lnTo>
                  <a:lnTo>
                    <a:pt x="670" y="1011"/>
                  </a:lnTo>
                  <a:lnTo>
                    <a:pt x="670" y="1009"/>
                  </a:lnTo>
                  <a:lnTo>
                    <a:pt x="670" y="1006"/>
                  </a:lnTo>
                  <a:lnTo>
                    <a:pt x="670" y="1004"/>
                  </a:lnTo>
                  <a:lnTo>
                    <a:pt x="668" y="1004"/>
                  </a:lnTo>
                  <a:lnTo>
                    <a:pt x="665" y="1004"/>
                  </a:lnTo>
                  <a:lnTo>
                    <a:pt x="665" y="1004"/>
                  </a:lnTo>
                  <a:lnTo>
                    <a:pt x="665" y="1004"/>
                  </a:lnTo>
                  <a:lnTo>
                    <a:pt x="663" y="1004"/>
                  </a:lnTo>
                  <a:lnTo>
                    <a:pt x="663" y="1004"/>
                  </a:lnTo>
                  <a:lnTo>
                    <a:pt x="663" y="1001"/>
                  </a:lnTo>
                  <a:lnTo>
                    <a:pt x="663" y="1001"/>
                  </a:lnTo>
                  <a:lnTo>
                    <a:pt x="663" y="999"/>
                  </a:lnTo>
                  <a:lnTo>
                    <a:pt x="665" y="999"/>
                  </a:lnTo>
                  <a:lnTo>
                    <a:pt x="665" y="997"/>
                  </a:lnTo>
                  <a:lnTo>
                    <a:pt x="665" y="994"/>
                  </a:lnTo>
                  <a:lnTo>
                    <a:pt x="663" y="994"/>
                  </a:lnTo>
                  <a:lnTo>
                    <a:pt x="663" y="992"/>
                  </a:lnTo>
                  <a:lnTo>
                    <a:pt x="661" y="987"/>
                  </a:lnTo>
                  <a:lnTo>
                    <a:pt x="661" y="982"/>
                  </a:lnTo>
                  <a:lnTo>
                    <a:pt x="663" y="980"/>
                  </a:lnTo>
                  <a:lnTo>
                    <a:pt x="665" y="980"/>
                  </a:lnTo>
                  <a:lnTo>
                    <a:pt x="668" y="978"/>
                  </a:lnTo>
                  <a:lnTo>
                    <a:pt x="668" y="978"/>
                  </a:lnTo>
                  <a:lnTo>
                    <a:pt x="670" y="975"/>
                  </a:lnTo>
                  <a:lnTo>
                    <a:pt x="670" y="975"/>
                  </a:lnTo>
                  <a:lnTo>
                    <a:pt x="670" y="973"/>
                  </a:lnTo>
                  <a:lnTo>
                    <a:pt x="670" y="971"/>
                  </a:lnTo>
                  <a:lnTo>
                    <a:pt x="670" y="971"/>
                  </a:lnTo>
                  <a:lnTo>
                    <a:pt x="672" y="966"/>
                  </a:lnTo>
                  <a:lnTo>
                    <a:pt x="672" y="961"/>
                  </a:lnTo>
                  <a:lnTo>
                    <a:pt x="672" y="959"/>
                  </a:lnTo>
                  <a:lnTo>
                    <a:pt x="670" y="959"/>
                  </a:lnTo>
                  <a:lnTo>
                    <a:pt x="668" y="959"/>
                  </a:lnTo>
                  <a:lnTo>
                    <a:pt x="668" y="959"/>
                  </a:lnTo>
                  <a:lnTo>
                    <a:pt x="668" y="959"/>
                  </a:lnTo>
                  <a:lnTo>
                    <a:pt x="665" y="959"/>
                  </a:lnTo>
                  <a:lnTo>
                    <a:pt x="665" y="959"/>
                  </a:lnTo>
                  <a:lnTo>
                    <a:pt x="665" y="959"/>
                  </a:lnTo>
                  <a:lnTo>
                    <a:pt x="665" y="959"/>
                  </a:lnTo>
                  <a:lnTo>
                    <a:pt x="663" y="956"/>
                  </a:lnTo>
                  <a:lnTo>
                    <a:pt x="663" y="956"/>
                  </a:lnTo>
                  <a:lnTo>
                    <a:pt x="661" y="956"/>
                  </a:lnTo>
                  <a:lnTo>
                    <a:pt x="661" y="956"/>
                  </a:lnTo>
                  <a:lnTo>
                    <a:pt x="658" y="959"/>
                  </a:lnTo>
                  <a:lnTo>
                    <a:pt x="658" y="961"/>
                  </a:lnTo>
                  <a:lnTo>
                    <a:pt x="658" y="964"/>
                  </a:lnTo>
                  <a:lnTo>
                    <a:pt x="656" y="964"/>
                  </a:lnTo>
                  <a:lnTo>
                    <a:pt x="656" y="964"/>
                  </a:lnTo>
                  <a:lnTo>
                    <a:pt x="653" y="964"/>
                  </a:lnTo>
                  <a:lnTo>
                    <a:pt x="653" y="964"/>
                  </a:lnTo>
                  <a:lnTo>
                    <a:pt x="653" y="964"/>
                  </a:lnTo>
                  <a:lnTo>
                    <a:pt x="651" y="964"/>
                  </a:lnTo>
                  <a:lnTo>
                    <a:pt x="651" y="961"/>
                  </a:lnTo>
                  <a:lnTo>
                    <a:pt x="649" y="961"/>
                  </a:lnTo>
                  <a:lnTo>
                    <a:pt x="649" y="961"/>
                  </a:lnTo>
                  <a:lnTo>
                    <a:pt x="646" y="961"/>
                  </a:lnTo>
                  <a:lnTo>
                    <a:pt x="646" y="961"/>
                  </a:lnTo>
                  <a:lnTo>
                    <a:pt x="646" y="961"/>
                  </a:lnTo>
                  <a:lnTo>
                    <a:pt x="644" y="961"/>
                  </a:lnTo>
                  <a:lnTo>
                    <a:pt x="644" y="961"/>
                  </a:lnTo>
                  <a:lnTo>
                    <a:pt x="642" y="961"/>
                  </a:lnTo>
                  <a:lnTo>
                    <a:pt x="642" y="961"/>
                  </a:lnTo>
                  <a:lnTo>
                    <a:pt x="642" y="961"/>
                  </a:lnTo>
                  <a:lnTo>
                    <a:pt x="639" y="964"/>
                  </a:lnTo>
                  <a:lnTo>
                    <a:pt x="637" y="964"/>
                  </a:lnTo>
                  <a:lnTo>
                    <a:pt x="635" y="964"/>
                  </a:lnTo>
                  <a:lnTo>
                    <a:pt x="635" y="964"/>
                  </a:lnTo>
                  <a:lnTo>
                    <a:pt x="632" y="964"/>
                  </a:lnTo>
                  <a:lnTo>
                    <a:pt x="630" y="961"/>
                  </a:lnTo>
                  <a:lnTo>
                    <a:pt x="630" y="959"/>
                  </a:lnTo>
                  <a:lnTo>
                    <a:pt x="627" y="959"/>
                  </a:lnTo>
                  <a:lnTo>
                    <a:pt x="625" y="956"/>
                  </a:lnTo>
                  <a:lnTo>
                    <a:pt x="625" y="956"/>
                  </a:lnTo>
                  <a:lnTo>
                    <a:pt x="623" y="956"/>
                  </a:lnTo>
                  <a:lnTo>
                    <a:pt x="620" y="954"/>
                  </a:lnTo>
                  <a:lnTo>
                    <a:pt x="620" y="952"/>
                  </a:lnTo>
                  <a:lnTo>
                    <a:pt x="618" y="949"/>
                  </a:lnTo>
                  <a:lnTo>
                    <a:pt x="618" y="949"/>
                  </a:lnTo>
                  <a:lnTo>
                    <a:pt x="618" y="947"/>
                  </a:lnTo>
                  <a:lnTo>
                    <a:pt x="616" y="947"/>
                  </a:lnTo>
                  <a:lnTo>
                    <a:pt x="613" y="947"/>
                  </a:lnTo>
                  <a:lnTo>
                    <a:pt x="611" y="947"/>
                  </a:lnTo>
                  <a:lnTo>
                    <a:pt x="611" y="949"/>
                  </a:lnTo>
                  <a:lnTo>
                    <a:pt x="609" y="952"/>
                  </a:lnTo>
                  <a:lnTo>
                    <a:pt x="609" y="952"/>
                  </a:lnTo>
                  <a:lnTo>
                    <a:pt x="606" y="952"/>
                  </a:lnTo>
                  <a:lnTo>
                    <a:pt x="604" y="949"/>
                  </a:lnTo>
                  <a:lnTo>
                    <a:pt x="604" y="949"/>
                  </a:lnTo>
                  <a:lnTo>
                    <a:pt x="604" y="949"/>
                  </a:lnTo>
                  <a:lnTo>
                    <a:pt x="606" y="947"/>
                  </a:lnTo>
                  <a:lnTo>
                    <a:pt x="606" y="947"/>
                  </a:lnTo>
                  <a:lnTo>
                    <a:pt x="606" y="947"/>
                  </a:lnTo>
                  <a:lnTo>
                    <a:pt x="606" y="945"/>
                  </a:lnTo>
                  <a:lnTo>
                    <a:pt x="604" y="945"/>
                  </a:lnTo>
                  <a:lnTo>
                    <a:pt x="604" y="945"/>
                  </a:lnTo>
                  <a:lnTo>
                    <a:pt x="601" y="945"/>
                  </a:lnTo>
                  <a:lnTo>
                    <a:pt x="601" y="945"/>
                  </a:lnTo>
                  <a:lnTo>
                    <a:pt x="601" y="945"/>
                  </a:lnTo>
                  <a:lnTo>
                    <a:pt x="601" y="945"/>
                  </a:lnTo>
                  <a:lnTo>
                    <a:pt x="599" y="945"/>
                  </a:lnTo>
                  <a:lnTo>
                    <a:pt x="599" y="947"/>
                  </a:lnTo>
                  <a:lnTo>
                    <a:pt x="599" y="947"/>
                  </a:lnTo>
                  <a:lnTo>
                    <a:pt x="599" y="947"/>
                  </a:lnTo>
                  <a:lnTo>
                    <a:pt x="599" y="949"/>
                  </a:lnTo>
                  <a:lnTo>
                    <a:pt x="597" y="949"/>
                  </a:lnTo>
                  <a:lnTo>
                    <a:pt x="594" y="949"/>
                  </a:lnTo>
                  <a:lnTo>
                    <a:pt x="594" y="949"/>
                  </a:lnTo>
                  <a:lnTo>
                    <a:pt x="592" y="949"/>
                  </a:lnTo>
                  <a:lnTo>
                    <a:pt x="592" y="949"/>
                  </a:lnTo>
                  <a:lnTo>
                    <a:pt x="590" y="949"/>
                  </a:lnTo>
                  <a:lnTo>
                    <a:pt x="590" y="947"/>
                  </a:lnTo>
                  <a:lnTo>
                    <a:pt x="590" y="947"/>
                  </a:lnTo>
                  <a:lnTo>
                    <a:pt x="590" y="945"/>
                  </a:lnTo>
                  <a:lnTo>
                    <a:pt x="590" y="945"/>
                  </a:lnTo>
                  <a:lnTo>
                    <a:pt x="587" y="945"/>
                  </a:lnTo>
                  <a:lnTo>
                    <a:pt x="587" y="945"/>
                  </a:lnTo>
                  <a:lnTo>
                    <a:pt x="587" y="945"/>
                  </a:lnTo>
                  <a:lnTo>
                    <a:pt x="585" y="945"/>
                  </a:lnTo>
                  <a:lnTo>
                    <a:pt x="582" y="945"/>
                  </a:lnTo>
                  <a:lnTo>
                    <a:pt x="580" y="947"/>
                  </a:lnTo>
                  <a:lnTo>
                    <a:pt x="580" y="947"/>
                  </a:lnTo>
                  <a:lnTo>
                    <a:pt x="580" y="947"/>
                  </a:lnTo>
                  <a:lnTo>
                    <a:pt x="578" y="947"/>
                  </a:lnTo>
                  <a:lnTo>
                    <a:pt x="578" y="947"/>
                  </a:lnTo>
                  <a:lnTo>
                    <a:pt x="578" y="945"/>
                  </a:lnTo>
                  <a:lnTo>
                    <a:pt x="578" y="945"/>
                  </a:lnTo>
                  <a:lnTo>
                    <a:pt x="578" y="945"/>
                  </a:lnTo>
                  <a:lnTo>
                    <a:pt x="575" y="942"/>
                  </a:lnTo>
                  <a:lnTo>
                    <a:pt x="575" y="942"/>
                  </a:lnTo>
                  <a:lnTo>
                    <a:pt x="575" y="942"/>
                  </a:lnTo>
                  <a:lnTo>
                    <a:pt x="575" y="942"/>
                  </a:lnTo>
                  <a:lnTo>
                    <a:pt x="573" y="942"/>
                  </a:lnTo>
                  <a:lnTo>
                    <a:pt x="573" y="942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1" y="942"/>
                  </a:lnTo>
                  <a:lnTo>
                    <a:pt x="571" y="942"/>
                  </a:lnTo>
                  <a:lnTo>
                    <a:pt x="571" y="942"/>
                  </a:lnTo>
                  <a:lnTo>
                    <a:pt x="571" y="940"/>
                  </a:lnTo>
                  <a:lnTo>
                    <a:pt x="571" y="940"/>
                  </a:lnTo>
                  <a:lnTo>
                    <a:pt x="571" y="937"/>
                  </a:lnTo>
                  <a:lnTo>
                    <a:pt x="573" y="937"/>
                  </a:lnTo>
                  <a:lnTo>
                    <a:pt x="573" y="937"/>
                  </a:lnTo>
                  <a:lnTo>
                    <a:pt x="573" y="937"/>
                  </a:lnTo>
                  <a:lnTo>
                    <a:pt x="573" y="935"/>
                  </a:lnTo>
                  <a:lnTo>
                    <a:pt x="573" y="935"/>
                  </a:lnTo>
                  <a:lnTo>
                    <a:pt x="573" y="933"/>
                  </a:lnTo>
                  <a:lnTo>
                    <a:pt x="573" y="933"/>
                  </a:lnTo>
                  <a:lnTo>
                    <a:pt x="573" y="930"/>
                  </a:lnTo>
                  <a:lnTo>
                    <a:pt x="575" y="928"/>
                  </a:lnTo>
                  <a:lnTo>
                    <a:pt x="575" y="928"/>
                  </a:lnTo>
                  <a:lnTo>
                    <a:pt x="575" y="928"/>
                  </a:lnTo>
                  <a:lnTo>
                    <a:pt x="575" y="928"/>
                  </a:lnTo>
                  <a:lnTo>
                    <a:pt x="575" y="926"/>
                  </a:lnTo>
                  <a:lnTo>
                    <a:pt x="575" y="926"/>
                  </a:lnTo>
                  <a:lnTo>
                    <a:pt x="575" y="926"/>
                  </a:lnTo>
                  <a:lnTo>
                    <a:pt x="575" y="926"/>
                  </a:lnTo>
                  <a:lnTo>
                    <a:pt x="578" y="923"/>
                  </a:lnTo>
                  <a:lnTo>
                    <a:pt x="578" y="921"/>
                  </a:lnTo>
                  <a:lnTo>
                    <a:pt x="578" y="921"/>
                  </a:lnTo>
                  <a:lnTo>
                    <a:pt x="578" y="919"/>
                  </a:lnTo>
                  <a:lnTo>
                    <a:pt x="578" y="919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5" y="916"/>
                  </a:lnTo>
                  <a:lnTo>
                    <a:pt x="575" y="916"/>
                  </a:lnTo>
                  <a:lnTo>
                    <a:pt x="573" y="916"/>
                  </a:lnTo>
                  <a:lnTo>
                    <a:pt x="573" y="916"/>
                  </a:lnTo>
                  <a:lnTo>
                    <a:pt x="573" y="916"/>
                  </a:lnTo>
                  <a:lnTo>
                    <a:pt x="573" y="914"/>
                  </a:lnTo>
                  <a:lnTo>
                    <a:pt x="573" y="914"/>
                  </a:lnTo>
                  <a:lnTo>
                    <a:pt x="573" y="914"/>
                  </a:lnTo>
                  <a:lnTo>
                    <a:pt x="573" y="911"/>
                  </a:lnTo>
                  <a:lnTo>
                    <a:pt x="573" y="911"/>
                  </a:lnTo>
                  <a:lnTo>
                    <a:pt x="575" y="911"/>
                  </a:lnTo>
                  <a:lnTo>
                    <a:pt x="575" y="911"/>
                  </a:lnTo>
                  <a:lnTo>
                    <a:pt x="575" y="911"/>
                  </a:lnTo>
                  <a:lnTo>
                    <a:pt x="578" y="911"/>
                  </a:lnTo>
                  <a:lnTo>
                    <a:pt x="578" y="909"/>
                  </a:lnTo>
                  <a:lnTo>
                    <a:pt x="578" y="909"/>
                  </a:lnTo>
                  <a:lnTo>
                    <a:pt x="578" y="909"/>
                  </a:lnTo>
                  <a:lnTo>
                    <a:pt x="578" y="907"/>
                  </a:lnTo>
                  <a:lnTo>
                    <a:pt x="578" y="907"/>
                  </a:lnTo>
                  <a:lnTo>
                    <a:pt x="580" y="907"/>
                  </a:lnTo>
                  <a:lnTo>
                    <a:pt x="580" y="907"/>
                  </a:lnTo>
                  <a:lnTo>
                    <a:pt x="580" y="904"/>
                  </a:lnTo>
                  <a:lnTo>
                    <a:pt x="580" y="904"/>
                  </a:lnTo>
                  <a:lnTo>
                    <a:pt x="580" y="902"/>
                  </a:lnTo>
                  <a:lnTo>
                    <a:pt x="580" y="902"/>
                  </a:lnTo>
                  <a:lnTo>
                    <a:pt x="582" y="902"/>
                  </a:lnTo>
                  <a:lnTo>
                    <a:pt x="582" y="900"/>
                  </a:lnTo>
                  <a:lnTo>
                    <a:pt x="582" y="897"/>
                  </a:lnTo>
                  <a:lnTo>
                    <a:pt x="582" y="897"/>
                  </a:lnTo>
                  <a:lnTo>
                    <a:pt x="582" y="895"/>
                  </a:lnTo>
                  <a:lnTo>
                    <a:pt x="582" y="895"/>
                  </a:lnTo>
                  <a:lnTo>
                    <a:pt x="582" y="893"/>
                  </a:lnTo>
                  <a:lnTo>
                    <a:pt x="582" y="893"/>
                  </a:lnTo>
                  <a:lnTo>
                    <a:pt x="582" y="893"/>
                  </a:lnTo>
                  <a:lnTo>
                    <a:pt x="582" y="890"/>
                  </a:lnTo>
                  <a:lnTo>
                    <a:pt x="585" y="890"/>
                  </a:lnTo>
                  <a:lnTo>
                    <a:pt x="585" y="890"/>
                  </a:lnTo>
                  <a:lnTo>
                    <a:pt x="585" y="888"/>
                  </a:lnTo>
                  <a:lnTo>
                    <a:pt x="585" y="888"/>
                  </a:lnTo>
                  <a:lnTo>
                    <a:pt x="585" y="888"/>
                  </a:lnTo>
                  <a:lnTo>
                    <a:pt x="582" y="885"/>
                  </a:lnTo>
                  <a:lnTo>
                    <a:pt x="582" y="885"/>
                  </a:lnTo>
                  <a:lnTo>
                    <a:pt x="582" y="885"/>
                  </a:lnTo>
                  <a:lnTo>
                    <a:pt x="585" y="883"/>
                  </a:lnTo>
                  <a:lnTo>
                    <a:pt x="585" y="883"/>
                  </a:lnTo>
                  <a:lnTo>
                    <a:pt x="585" y="881"/>
                  </a:lnTo>
                  <a:lnTo>
                    <a:pt x="585" y="878"/>
                  </a:lnTo>
                  <a:lnTo>
                    <a:pt x="585" y="878"/>
                  </a:lnTo>
                  <a:lnTo>
                    <a:pt x="582" y="878"/>
                  </a:lnTo>
                  <a:lnTo>
                    <a:pt x="582" y="876"/>
                  </a:lnTo>
                  <a:lnTo>
                    <a:pt x="582" y="874"/>
                  </a:lnTo>
                  <a:lnTo>
                    <a:pt x="580" y="874"/>
                  </a:lnTo>
                  <a:lnTo>
                    <a:pt x="580" y="871"/>
                  </a:lnTo>
                  <a:lnTo>
                    <a:pt x="578" y="871"/>
                  </a:lnTo>
                  <a:lnTo>
                    <a:pt x="578" y="871"/>
                  </a:lnTo>
                  <a:lnTo>
                    <a:pt x="575" y="871"/>
                  </a:lnTo>
                  <a:lnTo>
                    <a:pt x="573" y="871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6"/>
                  </a:lnTo>
                  <a:lnTo>
                    <a:pt x="568" y="866"/>
                  </a:lnTo>
                  <a:lnTo>
                    <a:pt x="568" y="866"/>
                  </a:lnTo>
                  <a:lnTo>
                    <a:pt x="568" y="864"/>
                  </a:lnTo>
                  <a:lnTo>
                    <a:pt x="566" y="864"/>
                  </a:lnTo>
                  <a:lnTo>
                    <a:pt x="566" y="864"/>
                  </a:lnTo>
                  <a:lnTo>
                    <a:pt x="568" y="862"/>
                  </a:lnTo>
                  <a:lnTo>
                    <a:pt x="568" y="862"/>
                  </a:lnTo>
                  <a:lnTo>
                    <a:pt x="568" y="859"/>
                  </a:lnTo>
                  <a:lnTo>
                    <a:pt x="566" y="859"/>
                  </a:lnTo>
                  <a:lnTo>
                    <a:pt x="566" y="859"/>
                  </a:lnTo>
                  <a:lnTo>
                    <a:pt x="566" y="859"/>
                  </a:lnTo>
                  <a:lnTo>
                    <a:pt x="564" y="857"/>
                  </a:lnTo>
                  <a:lnTo>
                    <a:pt x="564" y="855"/>
                  </a:lnTo>
                  <a:lnTo>
                    <a:pt x="564" y="852"/>
                  </a:lnTo>
                  <a:lnTo>
                    <a:pt x="564" y="850"/>
                  </a:lnTo>
                  <a:lnTo>
                    <a:pt x="561" y="850"/>
                  </a:lnTo>
                  <a:lnTo>
                    <a:pt x="561" y="850"/>
                  </a:lnTo>
                  <a:lnTo>
                    <a:pt x="561" y="848"/>
                  </a:lnTo>
                  <a:lnTo>
                    <a:pt x="561" y="848"/>
                  </a:lnTo>
                  <a:lnTo>
                    <a:pt x="559" y="848"/>
                  </a:lnTo>
                  <a:lnTo>
                    <a:pt x="559" y="848"/>
                  </a:lnTo>
                  <a:lnTo>
                    <a:pt x="559" y="845"/>
                  </a:lnTo>
                  <a:lnTo>
                    <a:pt x="559" y="845"/>
                  </a:lnTo>
                  <a:lnTo>
                    <a:pt x="561" y="845"/>
                  </a:lnTo>
                  <a:lnTo>
                    <a:pt x="561" y="843"/>
                  </a:lnTo>
                  <a:lnTo>
                    <a:pt x="561" y="843"/>
                  </a:lnTo>
                  <a:lnTo>
                    <a:pt x="561" y="840"/>
                  </a:lnTo>
                  <a:lnTo>
                    <a:pt x="561" y="840"/>
                  </a:lnTo>
                  <a:lnTo>
                    <a:pt x="561" y="838"/>
                  </a:lnTo>
                  <a:lnTo>
                    <a:pt x="561" y="838"/>
                  </a:lnTo>
                  <a:lnTo>
                    <a:pt x="561" y="838"/>
                  </a:lnTo>
                  <a:lnTo>
                    <a:pt x="561" y="836"/>
                  </a:lnTo>
                  <a:lnTo>
                    <a:pt x="561" y="833"/>
                  </a:lnTo>
                  <a:lnTo>
                    <a:pt x="561" y="833"/>
                  </a:lnTo>
                  <a:lnTo>
                    <a:pt x="561" y="831"/>
                  </a:lnTo>
                  <a:lnTo>
                    <a:pt x="559" y="831"/>
                  </a:lnTo>
                  <a:lnTo>
                    <a:pt x="559" y="831"/>
                  </a:lnTo>
                  <a:lnTo>
                    <a:pt x="556" y="831"/>
                  </a:lnTo>
                  <a:lnTo>
                    <a:pt x="556" y="829"/>
                  </a:lnTo>
                  <a:lnTo>
                    <a:pt x="556" y="829"/>
                  </a:lnTo>
                  <a:lnTo>
                    <a:pt x="556" y="829"/>
                  </a:lnTo>
                  <a:lnTo>
                    <a:pt x="556" y="826"/>
                  </a:lnTo>
                  <a:lnTo>
                    <a:pt x="559" y="826"/>
                  </a:lnTo>
                  <a:lnTo>
                    <a:pt x="559" y="824"/>
                  </a:lnTo>
                  <a:lnTo>
                    <a:pt x="559" y="824"/>
                  </a:lnTo>
                  <a:lnTo>
                    <a:pt x="559" y="822"/>
                  </a:lnTo>
                  <a:lnTo>
                    <a:pt x="559" y="822"/>
                  </a:lnTo>
                  <a:lnTo>
                    <a:pt x="556" y="822"/>
                  </a:lnTo>
                  <a:lnTo>
                    <a:pt x="556" y="819"/>
                  </a:lnTo>
                  <a:lnTo>
                    <a:pt x="556" y="819"/>
                  </a:lnTo>
                  <a:lnTo>
                    <a:pt x="556" y="817"/>
                  </a:lnTo>
                  <a:lnTo>
                    <a:pt x="556" y="817"/>
                  </a:lnTo>
                  <a:lnTo>
                    <a:pt x="556" y="817"/>
                  </a:lnTo>
                  <a:lnTo>
                    <a:pt x="554" y="814"/>
                  </a:lnTo>
                  <a:lnTo>
                    <a:pt x="556" y="814"/>
                  </a:lnTo>
                  <a:lnTo>
                    <a:pt x="556" y="814"/>
                  </a:lnTo>
                  <a:lnTo>
                    <a:pt x="556" y="814"/>
                  </a:lnTo>
                  <a:lnTo>
                    <a:pt x="556" y="812"/>
                  </a:lnTo>
                  <a:lnTo>
                    <a:pt x="556" y="812"/>
                  </a:lnTo>
                  <a:lnTo>
                    <a:pt x="556" y="810"/>
                  </a:lnTo>
                  <a:lnTo>
                    <a:pt x="554" y="810"/>
                  </a:lnTo>
                  <a:lnTo>
                    <a:pt x="554" y="810"/>
                  </a:lnTo>
                  <a:lnTo>
                    <a:pt x="554" y="807"/>
                  </a:lnTo>
                  <a:lnTo>
                    <a:pt x="554" y="807"/>
                  </a:lnTo>
                  <a:lnTo>
                    <a:pt x="554" y="807"/>
                  </a:lnTo>
                  <a:lnTo>
                    <a:pt x="554" y="805"/>
                  </a:lnTo>
                  <a:lnTo>
                    <a:pt x="554" y="805"/>
                  </a:lnTo>
                  <a:lnTo>
                    <a:pt x="554" y="803"/>
                  </a:lnTo>
                  <a:lnTo>
                    <a:pt x="554" y="803"/>
                  </a:lnTo>
                  <a:lnTo>
                    <a:pt x="554" y="803"/>
                  </a:lnTo>
                  <a:lnTo>
                    <a:pt x="552" y="803"/>
                  </a:lnTo>
                  <a:lnTo>
                    <a:pt x="549" y="800"/>
                  </a:lnTo>
                  <a:lnTo>
                    <a:pt x="549" y="800"/>
                  </a:lnTo>
                  <a:lnTo>
                    <a:pt x="547" y="800"/>
                  </a:lnTo>
                  <a:lnTo>
                    <a:pt x="545" y="803"/>
                  </a:lnTo>
                  <a:lnTo>
                    <a:pt x="545" y="803"/>
                  </a:lnTo>
                  <a:lnTo>
                    <a:pt x="545" y="803"/>
                  </a:lnTo>
                  <a:lnTo>
                    <a:pt x="542" y="805"/>
                  </a:lnTo>
                  <a:lnTo>
                    <a:pt x="542" y="805"/>
                  </a:lnTo>
                  <a:lnTo>
                    <a:pt x="542" y="805"/>
                  </a:lnTo>
                  <a:lnTo>
                    <a:pt x="540" y="803"/>
                  </a:lnTo>
                  <a:lnTo>
                    <a:pt x="540" y="803"/>
                  </a:lnTo>
                  <a:lnTo>
                    <a:pt x="540" y="803"/>
                  </a:lnTo>
                  <a:lnTo>
                    <a:pt x="540" y="800"/>
                  </a:lnTo>
                  <a:lnTo>
                    <a:pt x="540" y="800"/>
                  </a:lnTo>
                  <a:lnTo>
                    <a:pt x="540" y="800"/>
                  </a:lnTo>
                  <a:lnTo>
                    <a:pt x="540" y="798"/>
                  </a:lnTo>
                  <a:lnTo>
                    <a:pt x="540" y="798"/>
                  </a:lnTo>
                  <a:lnTo>
                    <a:pt x="540" y="798"/>
                  </a:lnTo>
                  <a:lnTo>
                    <a:pt x="540" y="798"/>
                  </a:lnTo>
                  <a:lnTo>
                    <a:pt x="538" y="795"/>
                  </a:lnTo>
                  <a:lnTo>
                    <a:pt x="538" y="795"/>
                  </a:lnTo>
                  <a:lnTo>
                    <a:pt x="538" y="795"/>
                  </a:lnTo>
                  <a:lnTo>
                    <a:pt x="538" y="795"/>
                  </a:lnTo>
                  <a:lnTo>
                    <a:pt x="535" y="793"/>
                  </a:lnTo>
                  <a:lnTo>
                    <a:pt x="535" y="793"/>
                  </a:lnTo>
                  <a:lnTo>
                    <a:pt x="535" y="793"/>
                  </a:lnTo>
                  <a:lnTo>
                    <a:pt x="533" y="793"/>
                  </a:lnTo>
                  <a:lnTo>
                    <a:pt x="533" y="793"/>
                  </a:lnTo>
                  <a:lnTo>
                    <a:pt x="533" y="793"/>
                  </a:lnTo>
                  <a:lnTo>
                    <a:pt x="530" y="793"/>
                  </a:lnTo>
                  <a:lnTo>
                    <a:pt x="530" y="793"/>
                  </a:lnTo>
                  <a:lnTo>
                    <a:pt x="530" y="793"/>
                  </a:lnTo>
                  <a:lnTo>
                    <a:pt x="530" y="791"/>
                  </a:lnTo>
                  <a:lnTo>
                    <a:pt x="528" y="791"/>
                  </a:lnTo>
                  <a:lnTo>
                    <a:pt x="528" y="788"/>
                  </a:lnTo>
                  <a:lnTo>
                    <a:pt x="528" y="788"/>
                  </a:lnTo>
                  <a:lnTo>
                    <a:pt x="528" y="788"/>
                  </a:lnTo>
                  <a:lnTo>
                    <a:pt x="526" y="788"/>
                  </a:lnTo>
                  <a:lnTo>
                    <a:pt x="526" y="788"/>
                  </a:lnTo>
                  <a:lnTo>
                    <a:pt x="528" y="786"/>
                  </a:lnTo>
                  <a:lnTo>
                    <a:pt x="528" y="786"/>
                  </a:lnTo>
                  <a:lnTo>
                    <a:pt x="530" y="786"/>
                  </a:lnTo>
                  <a:lnTo>
                    <a:pt x="530" y="786"/>
                  </a:lnTo>
                  <a:lnTo>
                    <a:pt x="533" y="786"/>
                  </a:lnTo>
                  <a:lnTo>
                    <a:pt x="533" y="784"/>
                  </a:lnTo>
                  <a:lnTo>
                    <a:pt x="533" y="784"/>
                  </a:lnTo>
                  <a:lnTo>
                    <a:pt x="530" y="784"/>
                  </a:lnTo>
                  <a:lnTo>
                    <a:pt x="530" y="781"/>
                  </a:lnTo>
                  <a:lnTo>
                    <a:pt x="530" y="781"/>
                  </a:lnTo>
                  <a:lnTo>
                    <a:pt x="530" y="781"/>
                  </a:lnTo>
                  <a:lnTo>
                    <a:pt x="530" y="779"/>
                  </a:lnTo>
                  <a:lnTo>
                    <a:pt x="530" y="779"/>
                  </a:lnTo>
                  <a:lnTo>
                    <a:pt x="530" y="779"/>
                  </a:lnTo>
                  <a:lnTo>
                    <a:pt x="530" y="777"/>
                  </a:lnTo>
                  <a:lnTo>
                    <a:pt x="533" y="777"/>
                  </a:lnTo>
                  <a:lnTo>
                    <a:pt x="533" y="777"/>
                  </a:lnTo>
                  <a:lnTo>
                    <a:pt x="533" y="774"/>
                  </a:lnTo>
                  <a:lnTo>
                    <a:pt x="533" y="774"/>
                  </a:lnTo>
                  <a:lnTo>
                    <a:pt x="533" y="774"/>
                  </a:lnTo>
                  <a:lnTo>
                    <a:pt x="533" y="772"/>
                  </a:lnTo>
                  <a:lnTo>
                    <a:pt x="535" y="772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8" y="769"/>
                  </a:lnTo>
                  <a:lnTo>
                    <a:pt x="538" y="769"/>
                  </a:lnTo>
                  <a:lnTo>
                    <a:pt x="535" y="767"/>
                  </a:lnTo>
                  <a:lnTo>
                    <a:pt x="535" y="767"/>
                  </a:lnTo>
                  <a:lnTo>
                    <a:pt x="535" y="765"/>
                  </a:lnTo>
                  <a:lnTo>
                    <a:pt x="538" y="765"/>
                  </a:lnTo>
                  <a:lnTo>
                    <a:pt x="538" y="765"/>
                  </a:lnTo>
                  <a:lnTo>
                    <a:pt x="538" y="765"/>
                  </a:lnTo>
                  <a:lnTo>
                    <a:pt x="538" y="765"/>
                  </a:lnTo>
                  <a:lnTo>
                    <a:pt x="540" y="762"/>
                  </a:lnTo>
                  <a:lnTo>
                    <a:pt x="540" y="765"/>
                  </a:lnTo>
                  <a:lnTo>
                    <a:pt x="540" y="765"/>
                  </a:lnTo>
                  <a:lnTo>
                    <a:pt x="540" y="765"/>
                  </a:lnTo>
                  <a:lnTo>
                    <a:pt x="542" y="765"/>
                  </a:lnTo>
                  <a:lnTo>
                    <a:pt x="542" y="765"/>
                  </a:lnTo>
                  <a:lnTo>
                    <a:pt x="545" y="762"/>
                  </a:lnTo>
                  <a:lnTo>
                    <a:pt x="545" y="760"/>
                  </a:lnTo>
                  <a:lnTo>
                    <a:pt x="542" y="758"/>
                  </a:lnTo>
                  <a:lnTo>
                    <a:pt x="540" y="758"/>
                  </a:lnTo>
                  <a:lnTo>
                    <a:pt x="540" y="755"/>
                  </a:lnTo>
                  <a:lnTo>
                    <a:pt x="540" y="755"/>
                  </a:lnTo>
                  <a:lnTo>
                    <a:pt x="538" y="753"/>
                  </a:lnTo>
                  <a:lnTo>
                    <a:pt x="538" y="750"/>
                  </a:lnTo>
                  <a:lnTo>
                    <a:pt x="538" y="750"/>
                  </a:lnTo>
                  <a:lnTo>
                    <a:pt x="535" y="750"/>
                  </a:lnTo>
                  <a:lnTo>
                    <a:pt x="535" y="750"/>
                  </a:lnTo>
                  <a:lnTo>
                    <a:pt x="533" y="750"/>
                  </a:lnTo>
                  <a:lnTo>
                    <a:pt x="533" y="748"/>
                  </a:lnTo>
                  <a:lnTo>
                    <a:pt x="533" y="748"/>
                  </a:lnTo>
                  <a:lnTo>
                    <a:pt x="535" y="748"/>
                  </a:lnTo>
                  <a:lnTo>
                    <a:pt x="535" y="748"/>
                  </a:lnTo>
                  <a:lnTo>
                    <a:pt x="538" y="746"/>
                  </a:lnTo>
                  <a:lnTo>
                    <a:pt x="538" y="746"/>
                  </a:lnTo>
                  <a:lnTo>
                    <a:pt x="538" y="746"/>
                  </a:lnTo>
                  <a:lnTo>
                    <a:pt x="538" y="746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5" y="739"/>
                  </a:lnTo>
                  <a:lnTo>
                    <a:pt x="535" y="739"/>
                  </a:lnTo>
                  <a:lnTo>
                    <a:pt x="535" y="739"/>
                  </a:lnTo>
                  <a:lnTo>
                    <a:pt x="535" y="739"/>
                  </a:lnTo>
                  <a:lnTo>
                    <a:pt x="535" y="736"/>
                  </a:lnTo>
                  <a:lnTo>
                    <a:pt x="535" y="736"/>
                  </a:lnTo>
                  <a:lnTo>
                    <a:pt x="535" y="736"/>
                  </a:lnTo>
                  <a:lnTo>
                    <a:pt x="535" y="736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8" y="734"/>
                  </a:lnTo>
                  <a:lnTo>
                    <a:pt x="538" y="734"/>
                  </a:lnTo>
                  <a:lnTo>
                    <a:pt x="538" y="734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538" y="729"/>
                  </a:lnTo>
                  <a:lnTo>
                    <a:pt x="538" y="729"/>
                  </a:lnTo>
                  <a:lnTo>
                    <a:pt x="538" y="727"/>
                  </a:lnTo>
                  <a:lnTo>
                    <a:pt x="538" y="727"/>
                  </a:lnTo>
                  <a:lnTo>
                    <a:pt x="538" y="724"/>
                  </a:lnTo>
                  <a:lnTo>
                    <a:pt x="535" y="724"/>
                  </a:lnTo>
                  <a:lnTo>
                    <a:pt x="535" y="722"/>
                  </a:lnTo>
                  <a:lnTo>
                    <a:pt x="535" y="722"/>
                  </a:lnTo>
                  <a:lnTo>
                    <a:pt x="538" y="720"/>
                  </a:lnTo>
                  <a:lnTo>
                    <a:pt x="538" y="720"/>
                  </a:lnTo>
                  <a:lnTo>
                    <a:pt x="540" y="720"/>
                  </a:lnTo>
                  <a:lnTo>
                    <a:pt x="540" y="720"/>
                  </a:lnTo>
                  <a:lnTo>
                    <a:pt x="540" y="720"/>
                  </a:lnTo>
                  <a:lnTo>
                    <a:pt x="540" y="720"/>
                  </a:lnTo>
                  <a:lnTo>
                    <a:pt x="540" y="717"/>
                  </a:lnTo>
                  <a:lnTo>
                    <a:pt x="540" y="717"/>
                  </a:lnTo>
                  <a:lnTo>
                    <a:pt x="540" y="717"/>
                  </a:lnTo>
                  <a:lnTo>
                    <a:pt x="542" y="717"/>
                  </a:lnTo>
                  <a:lnTo>
                    <a:pt x="542" y="715"/>
                  </a:lnTo>
                  <a:lnTo>
                    <a:pt x="542" y="715"/>
                  </a:lnTo>
                  <a:lnTo>
                    <a:pt x="542" y="715"/>
                  </a:lnTo>
                  <a:lnTo>
                    <a:pt x="542" y="715"/>
                  </a:lnTo>
                  <a:lnTo>
                    <a:pt x="545" y="715"/>
                  </a:lnTo>
                  <a:lnTo>
                    <a:pt x="545" y="715"/>
                  </a:lnTo>
                  <a:lnTo>
                    <a:pt x="545" y="713"/>
                  </a:lnTo>
                  <a:lnTo>
                    <a:pt x="545" y="713"/>
                  </a:lnTo>
                  <a:lnTo>
                    <a:pt x="545" y="713"/>
                  </a:lnTo>
                  <a:lnTo>
                    <a:pt x="547" y="710"/>
                  </a:lnTo>
                  <a:lnTo>
                    <a:pt x="547" y="710"/>
                  </a:lnTo>
                  <a:lnTo>
                    <a:pt x="547" y="710"/>
                  </a:lnTo>
                  <a:lnTo>
                    <a:pt x="549" y="710"/>
                  </a:lnTo>
                  <a:lnTo>
                    <a:pt x="549" y="710"/>
                  </a:lnTo>
                  <a:lnTo>
                    <a:pt x="549" y="708"/>
                  </a:lnTo>
                  <a:lnTo>
                    <a:pt x="549" y="706"/>
                  </a:lnTo>
                  <a:lnTo>
                    <a:pt x="547" y="706"/>
                  </a:lnTo>
                  <a:lnTo>
                    <a:pt x="545" y="706"/>
                  </a:lnTo>
                  <a:lnTo>
                    <a:pt x="545" y="706"/>
                  </a:lnTo>
                  <a:lnTo>
                    <a:pt x="545" y="706"/>
                  </a:lnTo>
                  <a:lnTo>
                    <a:pt x="545" y="703"/>
                  </a:lnTo>
                  <a:lnTo>
                    <a:pt x="542" y="703"/>
                  </a:lnTo>
                  <a:lnTo>
                    <a:pt x="542" y="703"/>
                  </a:lnTo>
                  <a:lnTo>
                    <a:pt x="542" y="701"/>
                  </a:lnTo>
                  <a:lnTo>
                    <a:pt x="542" y="701"/>
                  </a:lnTo>
                  <a:lnTo>
                    <a:pt x="545" y="701"/>
                  </a:lnTo>
                  <a:lnTo>
                    <a:pt x="542" y="698"/>
                  </a:lnTo>
                  <a:lnTo>
                    <a:pt x="542" y="696"/>
                  </a:lnTo>
                  <a:lnTo>
                    <a:pt x="545" y="696"/>
                  </a:lnTo>
                  <a:lnTo>
                    <a:pt x="545" y="694"/>
                  </a:lnTo>
                  <a:lnTo>
                    <a:pt x="545" y="691"/>
                  </a:lnTo>
                  <a:lnTo>
                    <a:pt x="545" y="691"/>
                  </a:lnTo>
                  <a:lnTo>
                    <a:pt x="545" y="691"/>
                  </a:lnTo>
                  <a:lnTo>
                    <a:pt x="542" y="691"/>
                  </a:lnTo>
                  <a:lnTo>
                    <a:pt x="542" y="691"/>
                  </a:lnTo>
                  <a:lnTo>
                    <a:pt x="542" y="691"/>
                  </a:lnTo>
                  <a:lnTo>
                    <a:pt x="542" y="689"/>
                  </a:lnTo>
                  <a:lnTo>
                    <a:pt x="542" y="689"/>
                  </a:lnTo>
                  <a:lnTo>
                    <a:pt x="542" y="687"/>
                  </a:lnTo>
                  <a:lnTo>
                    <a:pt x="542" y="684"/>
                  </a:lnTo>
                  <a:lnTo>
                    <a:pt x="542" y="684"/>
                  </a:lnTo>
                  <a:lnTo>
                    <a:pt x="540" y="684"/>
                  </a:lnTo>
                  <a:lnTo>
                    <a:pt x="540" y="684"/>
                  </a:lnTo>
                  <a:lnTo>
                    <a:pt x="538" y="684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40" y="682"/>
                  </a:lnTo>
                  <a:lnTo>
                    <a:pt x="540" y="679"/>
                  </a:lnTo>
                  <a:lnTo>
                    <a:pt x="540" y="679"/>
                  </a:lnTo>
                  <a:lnTo>
                    <a:pt x="540" y="679"/>
                  </a:lnTo>
                  <a:lnTo>
                    <a:pt x="542" y="679"/>
                  </a:lnTo>
                  <a:lnTo>
                    <a:pt x="542" y="677"/>
                  </a:lnTo>
                  <a:lnTo>
                    <a:pt x="545" y="677"/>
                  </a:lnTo>
                  <a:lnTo>
                    <a:pt x="545" y="677"/>
                  </a:lnTo>
                  <a:lnTo>
                    <a:pt x="547" y="677"/>
                  </a:lnTo>
                  <a:lnTo>
                    <a:pt x="547" y="677"/>
                  </a:lnTo>
                  <a:lnTo>
                    <a:pt x="547" y="679"/>
                  </a:lnTo>
                  <a:lnTo>
                    <a:pt x="549" y="677"/>
                  </a:lnTo>
                  <a:lnTo>
                    <a:pt x="549" y="677"/>
                  </a:lnTo>
                  <a:lnTo>
                    <a:pt x="552" y="677"/>
                  </a:lnTo>
                  <a:lnTo>
                    <a:pt x="552" y="677"/>
                  </a:lnTo>
                  <a:lnTo>
                    <a:pt x="552" y="675"/>
                  </a:lnTo>
                  <a:lnTo>
                    <a:pt x="552" y="675"/>
                  </a:lnTo>
                  <a:lnTo>
                    <a:pt x="554" y="672"/>
                  </a:lnTo>
                  <a:lnTo>
                    <a:pt x="554" y="672"/>
                  </a:lnTo>
                  <a:lnTo>
                    <a:pt x="554" y="672"/>
                  </a:lnTo>
                  <a:lnTo>
                    <a:pt x="556" y="670"/>
                  </a:lnTo>
                  <a:lnTo>
                    <a:pt x="556" y="670"/>
                  </a:lnTo>
                  <a:lnTo>
                    <a:pt x="559" y="670"/>
                  </a:lnTo>
                  <a:lnTo>
                    <a:pt x="559" y="668"/>
                  </a:lnTo>
                  <a:lnTo>
                    <a:pt x="559" y="668"/>
                  </a:lnTo>
                  <a:lnTo>
                    <a:pt x="559" y="665"/>
                  </a:lnTo>
                  <a:lnTo>
                    <a:pt x="559" y="663"/>
                  </a:lnTo>
                  <a:lnTo>
                    <a:pt x="559" y="663"/>
                  </a:lnTo>
                  <a:lnTo>
                    <a:pt x="559" y="661"/>
                  </a:lnTo>
                  <a:lnTo>
                    <a:pt x="559" y="661"/>
                  </a:lnTo>
                  <a:lnTo>
                    <a:pt x="559" y="661"/>
                  </a:lnTo>
                  <a:lnTo>
                    <a:pt x="559" y="661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6" y="656"/>
                  </a:lnTo>
                  <a:lnTo>
                    <a:pt x="556" y="656"/>
                  </a:lnTo>
                  <a:lnTo>
                    <a:pt x="556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6" y="653"/>
                  </a:lnTo>
                  <a:lnTo>
                    <a:pt x="556" y="653"/>
                  </a:lnTo>
                  <a:lnTo>
                    <a:pt x="556" y="651"/>
                  </a:lnTo>
                  <a:lnTo>
                    <a:pt x="556" y="651"/>
                  </a:lnTo>
                  <a:lnTo>
                    <a:pt x="556" y="651"/>
                  </a:lnTo>
                  <a:lnTo>
                    <a:pt x="556" y="651"/>
                  </a:lnTo>
                  <a:lnTo>
                    <a:pt x="556" y="649"/>
                  </a:lnTo>
                  <a:lnTo>
                    <a:pt x="556" y="649"/>
                  </a:lnTo>
                  <a:lnTo>
                    <a:pt x="556" y="646"/>
                  </a:lnTo>
                  <a:lnTo>
                    <a:pt x="556" y="646"/>
                  </a:lnTo>
                  <a:lnTo>
                    <a:pt x="554" y="646"/>
                  </a:lnTo>
                  <a:lnTo>
                    <a:pt x="554" y="649"/>
                  </a:lnTo>
                  <a:lnTo>
                    <a:pt x="552" y="649"/>
                  </a:lnTo>
                  <a:lnTo>
                    <a:pt x="549" y="649"/>
                  </a:lnTo>
                  <a:lnTo>
                    <a:pt x="549" y="649"/>
                  </a:lnTo>
                  <a:lnTo>
                    <a:pt x="549" y="646"/>
                  </a:lnTo>
                  <a:lnTo>
                    <a:pt x="549" y="646"/>
                  </a:lnTo>
                  <a:lnTo>
                    <a:pt x="549" y="646"/>
                  </a:lnTo>
                  <a:lnTo>
                    <a:pt x="549" y="644"/>
                  </a:lnTo>
                  <a:lnTo>
                    <a:pt x="549" y="644"/>
                  </a:lnTo>
                  <a:lnTo>
                    <a:pt x="549" y="644"/>
                  </a:lnTo>
                  <a:lnTo>
                    <a:pt x="552" y="642"/>
                  </a:lnTo>
                  <a:lnTo>
                    <a:pt x="552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9" y="642"/>
                  </a:lnTo>
                  <a:lnTo>
                    <a:pt x="559" y="642"/>
                  </a:lnTo>
                  <a:lnTo>
                    <a:pt x="561" y="642"/>
                  </a:lnTo>
                  <a:lnTo>
                    <a:pt x="561" y="639"/>
                  </a:lnTo>
                  <a:lnTo>
                    <a:pt x="561" y="639"/>
                  </a:lnTo>
                  <a:lnTo>
                    <a:pt x="561" y="639"/>
                  </a:lnTo>
                  <a:lnTo>
                    <a:pt x="559" y="639"/>
                  </a:lnTo>
                  <a:lnTo>
                    <a:pt x="559" y="639"/>
                  </a:lnTo>
                  <a:lnTo>
                    <a:pt x="559" y="639"/>
                  </a:lnTo>
                  <a:lnTo>
                    <a:pt x="556" y="637"/>
                  </a:lnTo>
                  <a:lnTo>
                    <a:pt x="556" y="637"/>
                  </a:lnTo>
                  <a:lnTo>
                    <a:pt x="556" y="637"/>
                  </a:lnTo>
                  <a:lnTo>
                    <a:pt x="556" y="635"/>
                  </a:lnTo>
                  <a:lnTo>
                    <a:pt x="554" y="635"/>
                  </a:lnTo>
                  <a:lnTo>
                    <a:pt x="554" y="632"/>
                  </a:lnTo>
                  <a:lnTo>
                    <a:pt x="552" y="630"/>
                  </a:lnTo>
                  <a:lnTo>
                    <a:pt x="552" y="630"/>
                  </a:lnTo>
                  <a:lnTo>
                    <a:pt x="552" y="627"/>
                  </a:lnTo>
                  <a:lnTo>
                    <a:pt x="552" y="627"/>
                  </a:lnTo>
                  <a:lnTo>
                    <a:pt x="552" y="627"/>
                  </a:lnTo>
                  <a:lnTo>
                    <a:pt x="552" y="625"/>
                  </a:lnTo>
                  <a:lnTo>
                    <a:pt x="552" y="625"/>
                  </a:lnTo>
                  <a:lnTo>
                    <a:pt x="552" y="625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0"/>
                  </a:lnTo>
                  <a:lnTo>
                    <a:pt x="549" y="620"/>
                  </a:lnTo>
                  <a:lnTo>
                    <a:pt x="549" y="620"/>
                  </a:lnTo>
                  <a:lnTo>
                    <a:pt x="547" y="618"/>
                  </a:lnTo>
                  <a:lnTo>
                    <a:pt x="547" y="618"/>
                  </a:lnTo>
                  <a:lnTo>
                    <a:pt x="545" y="616"/>
                  </a:lnTo>
                  <a:lnTo>
                    <a:pt x="545" y="613"/>
                  </a:lnTo>
                  <a:lnTo>
                    <a:pt x="545" y="611"/>
                  </a:lnTo>
                  <a:lnTo>
                    <a:pt x="547" y="611"/>
                  </a:lnTo>
                  <a:lnTo>
                    <a:pt x="547" y="611"/>
                  </a:lnTo>
                  <a:lnTo>
                    <a:pt x="547" y="611"/>
                  </a:lnTo>
                  <a:lnTo>
                    <a:pt x="547" y="608"/>
                  </a:lnTo>
                  <a:lnTo>
                    <a:pt x="547" y="608"/>
                  </a:lnTo>
                  <a:lnTo>
                    <a:pt x="547" y="608"/>
                  </a:lnTo>
                  <a:lnTo>
                    <a:pt x="547" y="608"/>
                  </a:lnTo>
                  <a:lnTo>
                    <a:pt x="545" y="608"/>
                  </a:lnTo>
                  <a:lnTo>
                    <a:pt x="545" y="608"/>
                  </a:lnTo>
                  <a:lnTo>
                    <a:pt x="545" y="608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5" y="604"/>
                  </a:lnTo>
                  <a:lnTo>
                    <a:pt x="545" y="604"/>
                  </a:lnTo>
                  <a:lnTo>
                    <a:pt x="545" y="604"/>
                  </a:lnTo>
                  <a:lnTo>
                    <a:pt x="545" y="601"/>
                  </a:lnTo>
                  <a:lnTo>
                    <a:pt x="545" y="601"/>
                  </a:lnTo>
                  <a:lnTo>
                    <a:pt x="545" y="599"/>
                  </a:lnTo>
                  <a:lnTo>
                    <a:pt x="545" y="597"/>
                  </a:lnTo>
                  <a:lnTo>
                    <a:pt x="547" y="597"/>
                  </a:lnTo>
                  <a:lnTo>
                    <a:pt x="549" y="597"/>
                  </a:lnTo>
                  <a:lnTo>
                    <a:pt x="549" y="594"/>
                  </a:lnTo>
                  <a:lnTo>
                    <a:pt x="549" y="594"/>
                  </a:lnTo>
                  <a:lnTo>
                    <a:pt x="547" y="592"/>
                  </a:lnTo>
                  <a:lnTo>
                    <a:pt x="547" y="592"/>
                  </a:lnTo>
                  <a:lnTo>
                    <a:pt x="549" y="592"/>
                  </a:lnTo>
                  <a:lnTo>
                    <a:pt x="549" y="590"/>
                  </a:lnTo>
                  <a:lnTo>
                    <a:pt x="549" y="587"/>
                  </a:lnTo>
                  <a:lnTo>
                    <a:pt x="549" y="587"/>
                  </a:lnTo>
                  <a:lnTo>
                    <a:pt x="547" y="585"/>
                  </a:lnTo>
                  <a:lnTo>
                    <a:pt x="547" y="585"/>
                  </a:lnTo>
                  <a:lnTo>
                    <a:pt x="547" y="585"/>
                  </a:lnTo>
                  <a:lnTo>
                    <a:pt x="549" y="582"/>
                  </a:lnTo>
                  <a:lnTo>
                    <a:pt x="549" y="582"/>
                  </a:lnTo>
                  <a:lnTo>
                    <a:pt x="549" y="580"/>
                  </a:lnTo>
                  <a:lnTo>
                    <a:pt x="549" y="580"/>
                  </a:lnTo>
                  <a:lnTo>
                    <a:pt x="549" y="580"/>
                  </a:lnTo>
                  <a:lnTo>
                    <a:pt x="549" y="580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5"/>
                  </a:lnTo>
                  <a:lnTo>
                    <a:pt x="549" y="575"/>
                  </a:lnTo>
                  <a:lnTo>
                    <a:pt x="549" y="575"/>
                  </a:lnTo>
                  <a:lnTo>
                    <a:pt x="549" y="575"/>
                  </a:lnTo>
                  <a:lnTo>
                    <a:pt x="549" y="573"/>
                  </a:lnTo>
                  <a:lnTo>
                    <a:pt x="549" y="571"/>
                  </a:lnTo>
                  <a:lnTo>
                    <a:pt x="547" y="571"/>
                  </a:lnTo>
                  <a:lnTo>
                    <a:pt x="547" y="571"/>
                  </a:lnTo>
                  <a:lnTo>
                    <a:pt x="545" y="568"/>
                  </a:lnTo>
                  <a:lnTo>
                    <a:pt x="545" y="568"/>
                  </a:lnTo>
                  <a:lnTo>
                    <a:pt x="545" y="568"/>
                  </a:lnTo>
                  <a:lnTo>
                    <a:pt x="545" y="566"/>
                  </a:lnTo>
                  <a:lnTo>
                    <a:pt x="545" y="566"/>
                  </a:lnTo>
                  <a:lnTo>
                    <a:pt x="545" y="566"/>
                  </a:lnTo>
                  <a:lnTo>
                    <a:pt x="542" y="563"/>
                  </a:lnTo>
                  <a:lnTo>
                    <a:pt x="542" y="566"/>
                  </a:lnTo>
                  <a:lnTo>
                    <a:pt x="542" y="566"/>
                  </a:lnTo>
                  <a:lnTo>
                    <a:pt x="542" y="566"/>
                  </a:lnTo>
                  <a:lnTo>
                    <a:pt x="540" y="566"/>
                  </a:lnTo>
                  <a:lnTo>
                    <a:pt x="540" y="568"/>
                  </a:lnTo>
                  <a:lnTo>
                    <a:pt x="540" y="568"/>
                  </a:lnTo>
                  <a:lnTo>
                    <a:pt x="538" y="568"/>
                  </a:lnTo>
                  <a:lnTo>
                    <a:pt x="538" y="568"/>
                  </a:lnTo>
                  <a:lnTo>
                    <a:pt x="538" y="568"/>
                  </a:lnTo>
                  <a:lnTo>
                    <a:pt x="538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3" y="568"/>
                  </a:lnTo>
                  <a:lnTo>
                    <a:pt x="533" y="568"/>
                  </a:lnTo>
                  <a:lnTo>
                    <a:pt x="530" y="568"/>
                  </a:lnTo>
                  <a:lnTo>
                    <a:pt x="530" y="568"/>
                  </a:lnTo>
                  <a:lnTo>
                    <a:pt x="530" y="568"/>
                  </a:lnTo>
                  <a:lnTo>
                    <a:pt x="530" y="568"/>
                  </a:lnTo>
                  <a:lnTo>
                    <a:pt x="530" y="566"/>
                  </a:lnTo>
                  <a:lnTo>
                    <a:pt x="530" y="566"/>
                  </a:lnTo>
                  <a:lnTo>
                    <a:pt x="528" y="566"/>
                  </a:lnTo>
                  <a:lnTo>
                    <a:pt x="528" y="566"/>
                  </a:lnTo>
                  <a:lnTo>
                    <a:pt x="526" y="566"/>
                  </a:lnTo>
                  <a:lnTo>
                    <a:pt x="526" y="566"/>
                  </a:lnTo>
                  <a:lnTo>
                    <a:pt x="526" y="566"/>
                  </a:lnTo>
                  <a:lnTo>
                    <a:pt x="526" y="566"/>
                  </a:lnTo>
                  <a:lnTo>
                    <a:pt x="523" y="566"/>
                  </a:lnTo>
                  <a:lnTo>
                    <a:pt x="523" y="563"/>
                  </a:lnTo>
                  <a:lnTo>
                    <a:pt x="526" y="563"/>
                  </a:lnTo>
                  <a:lnTo>
                    <a:pt x="526" y="563"/>
                  </a:lnTo>
                  <a:lnTo>
                    <a:pt x="526" y="561"/>
                  </a:lnTo>
                  <a:lnTo>
                    <a:pt x="526" y="561"/>
                  </a:lnTo>
                  <a:lnTo>
                    <a:pt x="528" y="559"/>
                  </a:lnTo>
                  <a:lnTo>
                    <a:pt x="533" y="556"/>
                  </a:lnTo>
                  <a:lnTo>
                    <a:pt x="535" y="556"/>
                  </a:lnTo>
                  <a:lnTo>
                    <a:pt x="535" y="552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30" y="552"/>
                  </a:lnTo>
                  <a:lnTo>
                    <a:pt x="530" y="549"/>
                  </a:lnTo>
                  <a:lnTo>
                    <a:pt x="530" y="549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0" y="545"/>
                  </a:lnTo>
                  <a:lnTo>
                    <a:pt x="528" y="545"/>
                  </a:lnTo>
                  <a:lnTo>
                    <a:pt x="530" y="545"/>
                  </a:lnTo>
                  <a:lnTo>
                    <a:pt x="530" y="542"/>
                  </a:lnTo>
                  <a:lnTo>
                    <a:pt x="530" y="542"/>
                  </a:lnTo>
                  <a:lnTo>
                    <a:pt x="530" y="540"/>
                  </a:lnTo>
                  <a:lnTo>
                    <a:pt x="530" y="540"/>
                  </a:lnTo>
                  <a:lnTo>
                    <a:pt x="530" y="540"/>
                  </a:lnTo>
                  <a:lnTo>
                    <a:pt x="530" y="537"/>
                  </a:lnTo>
                  <a:lnTo>
                    <a:pt x="530" y="537"/>
                  </a:lnTo>
                  <a:lnTo>
                    <a:pt x="530" y="535"/>
                  </a:lnTo>
                  <a:lnTo>
                    <a:pt x="530" y="535"/>
                  </a:lnTo>
                  <a:lnTo>
                    <a:pt x="528" y="535"/>
                  </a:lnTo>
                  <a:lnTo>
                    <a:pt x="528" y="535"/>
                  </a:lnTo>
                  <a:lnTo>
                    <a:pt x="526" y="533"/>
                  </a:lnTo>
                  <a:lnTo>
                    <a:pt x="526" y="530"/>
                  </a:lnTo>
                  <a:lnTo>
                    <a:pt x="526" y="528"/>
                  </a:lnTo>
                  <a:lnTo>
                    <a:pt x="523" y="526"/>
                  </a:lnTo>
                  <a:lnTo>
                    <a:pt x="523" y="526"/>
                  </a:lnTo>
                  <a:lnTo>
                    <a:pt x="523" y="523"/>
                  </a:lnTo>
                  <a:lnTo>
                    <a:pt x="521" y="523"/>
                  </a:lnTo>
                  <a:lnTo>
                    <a:pt x="521" y="523"/>
                  </a:lnTo>
                  <a:lnTo>
                    <a:pt x="521" y="523"/>
                  </a:lnTo>
                  <a:lnTo>
                    <a:pt x="519" y="521"/>
                  </a:lnTo>
                  <a:lnTo>
                    <a:pt x="519" y="521"/>
                  </a:lnTo>
                  <a:lnTo>
                    <a:pt x="519" y="521"/>
                  </a:lnTo>
                  <a:lnTo>
                    <a:pt x="516" y="521"/>
                  </a:lnTo>
                  <a:lnTo>
                    <a:pt x="516" y="521"/>
                  </a:lnTo>
                  <a:lnTo>
                    <a:pt x="516" y="521"/>
                  </a:lnTo>
                  <a:lnTo>
                    <a:pt x="516" y="521"/>
                  </a:lnTo>
                  <a:lnTo>
                    <a:pt x="516" y="519"/>
                  </a:lnTo>
                  <a:lnTo>
                    <a:pt x="516" y="519"/>
                  </a:lnTo>
                  <a:lnTo>
                    <a:pt x="516" y="519"/>
                  </a:lnTo>
                  <a:lnTo>
                    <a:pt x="516" y="516"/>
                  </a:lnTo>
                  <a:lnTo>
                    <a:pt x="516" y="516"/>
                  </a:lnTo>
                  <a:lnTo>
                    <a:pt x="516" y="516"/>
                  </a:lnTo>
                  <a:lnTo>
                    <a:pt x="516" y="514"/>
                  </a:lnTo>
                  <a:lnTo>
                    <a:pt x="519" y="514"/>
                  </a:lnTo>
                  <a:lnTo>
                    <a:pt x="521" y="514"/>
                  </a:lnTo>
                  <a:lnTo>
                    <a:pt x="521" y="514"/>
                  </a:lnTo>
                  <a:lnTo>
                    <a:pt x="523" y="514"/>
                  </a:lnTo>
                  <a:lnTo>
                    <a:pt x="523" y="511"/>
                  </a:lnTo>
                  <a:lnTo>
                    <a:pt x="523" y="509"/>
                  </a:lnTo>
                  <a:lnTo>
                    <a:pt x="526" y="507"/>
                  </a:lnTo>
                  <a:lnTo>
                    <a:pt x="526" y="507"/>
                  </a:lnTo>
                  <a:lnTo>
                    <a:pt x="526" y="507"/>
                  </a:lnTo>
                  <a:lnTo>
                    <a:pt x="528" y="507"/>
                  </a:lnTo>
                  <a:lnTo>
                    <a:pt x="528" y="507"/>
                  </a:lnTo>
                  <a:lnTo>
                    <a:pt x="528" y="507"/>
                  </a:lnTo>
                  <a:lnTo>
                    <a:pt x="530" y="507"/>
                  </a:lnTo>
                  <a:lnTo>
                    <a:pt x="530" y="504"/>
                  </a:lnTo>
                  <a:lnTo>
                    <a:pt x="530" y="504"/>
                  </a:lnTo>
                  <a:lnTo>
                    <a:pt x="530" y="504"/>
                  </a:lnTo>
                  <a:lnTo>
                    <a:pt x="533" y="504"/>
                  </a:lnTo>
                  <a:lnTo>
                    <a:pt x="533" y="504"/>
                  </a:lnTo>
                  <a:lnTo>
                    <a:pt x="533" y="504"/>
                  </a:lnTo>
                  <a:lnTo>
                    <a:pt x="535" y="504"/>
                  </a:lnTo>
                  <a:lnTo>
                    <a:pt x="535" y="504"/>
                  </a:lnTo>
                  <a:lnTo>
                    <a:pt x="535" y="502"/>
                  </a:lnTo>
                  <a:lnTo>
                    <a:pt x="535" y="502"/>
                  </a:lnTo>
                  <a:lnTo>
                    <a:pt x="535" y="500"/>
                  </a:lnTo>
                  <a:lnTo>
                    <a:pt x="535" y="500"/>
                  </a:lnTo>
                  <a:lnTo>
                    <a:pt x="535" y="500"/>
                  </a:lnTo>
                  <a:lnTo>
                    <a:pt x="535" y="497"/>
                  </a:lnTo>
                  <a:lnTo>
                    <a:pt x="533" y="497"/>
                  </a:lnTo>
                  <a:lnTo>
                    <a:pt x="533" y="497"/>
                  </a:lnTo>
                  <a:lnTo>
                    <a:pt x="533" y="497"/>
                  </a:lnTo>
                  <a:lnTo>
                    <a:pt x="530" y="497"/>
                  </a:lnTo>
                  <a:lnTo>
                    <a:pt x="530" y="495"/>
                  </a:lnTo>
                  <a:lnTo>
                    <a:pt x="530" y="495"/>
                  </a:lnTo>
                  <a:lnTo>
                    <a:pt x="530" y="492"/>
                  </a:lnTo>
                  <a:lnTo>
                    <a:pt x="533" y="492"/>
                  </a:lnTo>
                  <a:lnTo>
                    <a:pt x="533" y="490"/>
                  </a:lnTo>
                  <a:lnTo>
                    <a:pt x="533" y="490"/>
                  </a:lnTo>
                  <a:lnTo>
                    <a:pt x="533" y="488"/>
                  </a:lnTo>
                  <a:lnTo>
                    <a:pt x="533" y="488"/>
                  </a:lnTo>
                  <a:lnTo>
                    <a:pt x="533" y="488"/>
                  </a:lnTo>
                  <a:lnTo>
                    <a:pt x="533" y="488"/>
                  </a:lnTo>
                  <a:lnTo>
                    <a:pt x="530" y="488"/>
                  </a:lnTo>
                  <a:lnTo>
                    <a:pt x="530" y="488"/>
                  </a:lnTo>
                  <a:lnTo>
                    <a:pt x="530" y="488"/>
                  </a:lnTo>
                  <a:lnTo>
                    <a:pt x="530" y="488"/>
                  </a:lnTo>
                  <a:lnTo>
                    <a:pt x="528" y="488"/>
                  </a:lnTo>
                  <a:lnTo>
                    <a:pt x="528" y="488"/>
                  </a:lnTo>
                  <a:lnTo>
                    <a:pt x="528" y="488"/>
                  </a:lnTo>
                  <a:lnTo>
                    <a:pt x="528" y="488"/>
                  </a:lnTo>
                  <a:lnTo>
                    <a:pt x="526" y="485"/>
                  </a:lnTo>
                  <a:lnTo>
                    <a:pt x="526" y="485"/>
                  </a:lnTo>
                  <a:lnTo>
                    <a:pt x="526" y="483"/>
                  </a:lnTo>
                  <a:lnTo>
                    <a:pt x="526" y="483"/>
                  </a:lnTo>
                  <a:lnTo>
                    <a:pt x="528" y="483"/>
                  </a:lnTo>
                  <a:lnTo>
                    <a:pt x="528" y="485"/>
                  </a:lnTo>
                  <a:lnTo>
                    <a:pt x="528" y="483"/>
                  </a:lnTo>
                  <a:lnTo>
                    <a:pt x="530" y="483"/>
                  </a:lnTo>
                  <a:lnTo>
                    <a:pt x="528" y="483"/>
                  </a:lnTo>
                  <a:lnTo>
                    <a:pt x="528" y="483"/>
                  </a:lnTo>
                  <a:lnTo>
                    <a:pt x="528" y="481"/>
                  </a:lnTo>
                  <a:lnTo>
                    <a:pt x="528" y="481"/>
                  </a:lnTo>
                  <a:lnTo>
                    <a:pt x="528" y="481"/>
                  </a:lnTo>
                  <a:lnTo>
                    <a:pt x="528" y="481"/>
                  </a:lnTo>
                  <a:lnTo>
                    <a:pt x="530" y="481"/>
                  </a:lnTo>
                  <a:lnTo>
                    <a:pt x="530" y="481"/>
                  </a:lnTo>
                  <a:lnTo>
                    <a:pt x="530" y="481"/>
                  </a:lnTo>
                  <a:lnTo>
                    <a:pt x="533" y="481"/>
                  </a:lnTo>
                  <a:lnTo>
                    <a:pt x="533" y="481"/>
                  </a:lnTo>
                  <a:lnTo>
                    <a:pt x="533" y="478"/>
                  </a:lnTo>
                  <a:lnTo>
                    <a:pt x="535" y="478"/>
                  </a:lnTo>
                  <a:lnTo>
                    <a:pt x="535" y="478"/>
                  </a:lnTo>
                  <a:lnTo>
                    <a:pt x="535" y="478"/>
                  </a:lnTo>
                  <a:lnTo>
                    <a:pt x="538" y="481"/>
                  </a:lnTo>
                  <a:lnTo>
                    <a:pt x="538" y="481"/>
                  </a:lnTo>
                  <a:lnTo>
                    <a:pt x="538" y="481"/>
                  </a:lnTo>
                  <a:lnTo>
                    <a:pt x="540" y="478"/>
                  </a:lnTo>
                  <a:lnTo>
                    <a:pt x="540" y="476"/>
                  </a:lnTo>
                  <a:lnTo>
                    <a:pt x="542" y="474"/>
                  </a:lnTo>
                  <a:lnTo>
                    <a:pt x="545" y="474"/>
                  </a:lnTo>
                  <a:lnTo>
                    <a:pt x="545" y="474"/>
                  </a:lnTo>
                  <a:lnTo>
                    <a:pt x="547" y="474"/>
                  </a:lnTo>
                  <a:lnTo>
                    <a:pt x="547" y="474"/>
                  </a:lnTo>
                  <a:lnTo>
                    <a:pt x="547" y="474"/>
                  </a:lnTo>
                  <a:lnTo>
                    <a:pt x="547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4" y="471"/>
                  </a:lnTo>
                  <a:lnTo>
                    <a:pt x="554" y="471"/>
                  </a:lnTo>
                  <a:lnTo>
                    <a:pt x="554" y="469"/>
                  </a:lnTo>
                  <a:lnTo>
                    <a:pt x="554" y="469"/>
                  </a:lnTo>
                  <a:lnTo>
                    <a:pt x="554" y="469"/>
                  </a:lnTo>
                  <a:lnTo>
                    <a:pt x="554" y="469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9" y="464"/>
                  </a:lnTo>
                  <a:lnTo>
                    <a:pt x="559" y="464"/>
                  </a:lnTo>
                  <a:lnTo>
                    <a:pt x="559" y="464"/>
                  </a:lnTo>
                  <a:lnTo>
                    <a:pt x="559" y="464"/>
                  </a:lnTo>
                  <a:lnTo>
                    <a:pt x="561" y="464"/>
                  </a:lnTo>
                  <a:lnTo>
                    <a:pt x="561" y="464"/>
                  </a:lnTo>
                  <a:lnTo>
                    <a:pt x="561" y="462"/>
                  </a:lnTo>
                  <a:lnTo>
                    <a:pt x="564" y="462"/>
                  </a:lnTo>
                  <a:lnTo>
                    <a:pt x="564" y="462"/>
                  </a:lnTo>
                  <a:lnTo>
                    <a:pt x="564" y="462"/>
                  </a:lnTo>
                  <a:lnTo>
                    <a:pt x="564" y="462"/>
                  </a:lnTo>
                  <a:lnTo>
                    <a:pt x="566" y="459"/>
                  </a:lnTo>
                  <a:lnTo>
                    <a:pt x="566" y="459"/>
                  </a:lnTo>
                  <a:lnTo>
                    <a:pt x="566" y="459"/>
                  </a:lnTo>
                  <a:lnTo>
                    <a:pt x="566" y="457"/>
                  </a:lnTo>
                  <a:lnTo>
                    <a:pt x="566" y="457"/>
                  </a:lnTo>
                  <a:lnTo>
                    <a:pt x="566" y="457"/>
                  </a:lnTo>
                  <a:lnTo>
                    <a:pt x="566" y="455"/>
                  </a:lnTo>
                  <a:lnTo>
                    <a:pt x="566" y="455"/>
                  </a:lnTo>
                  <a:lnTo>
                    <a:pt x="566" y="452"/>
                  </a:lnTo>
                  <a:lnTo>
                    <a:pt x="566" y="452"/>
                  </a:lnTo>
                  <a:lnTo>
                    <a:pt x="566" y="452"/>
                  </a:lnTo>
                  <a:lnTo>
                    <a:pt x="566" y="450"/>
                  </a:lnTo>
                  <a:lnTo>
                    <a:pt x="566" y="450"/>
                  </a:lnTo>
                  <a:lnTo>
                    <a:pt x="566" y="450"/>
                  </a:lnTo>
                  <a:lnTo>
                    <a:pt x="566" y="450"/>
                  </a:lnTo>
                  <a:lnTo>
                    <a:pt x="566" y="448"/>
                  </a:lnTo>
                  <a:lnTo>
                    <a:pt x="566" y="448"/>
                  </a:lnTo>
                  <a:lnTo>
                    <a:pt x="566" y="448"/>
                  </a:lnTo>
                  <a:lnTo>
                    <a:pt x="566" y="445"/>
                  </a:lnTo>
                  <a:lnTo>
                    <a:pt x="566" y="443"/>
                  </a:lnTo>
                  <a:lnTo>
                    <a:pt x="566" y="440"/>
                  </a:lnTo>
                  <a:lnTo>
                    <a:pt x="564" y="440"/>
                  </a:lnTo>
                  <a:lnTo>
                    <a:pt x="564" y="438"/>
                  </a:lnTo>
                  <a:lnTo>
                    <a:pt x="564" y="438"/>
                  </a:lnTo>
                  <a:lnTo>
                    <a:pt x="564" y="436"/>
                  </a:lnTo>
                  <a:lnTo>
                    <a:pt x="564" y="436"/>
                  </a:lnTo>
                  <a:lnTo>
                    <a:pt x="564" y="436"/>
                  </a:lnTo>
                  <a:lnTo>
                    <a:pt x="564" y="433"/>
                  </a:lnTo>
                  <a:lnTo>
                    <a:pt x="564" y="433"/>
                  </a:lnTo>
                  <a:lnTo>
                    <a:pt x="564" y="433"/>
                  </a:lnTo>
                  <a:lnTo>
                    <a:pt x="566" y="431"/>
                  </a:lnTo>
                  <a:lnTo>
                    <a:pt x="566" y="431"/>
                  </a:lnTo>
                  <a:lnTo>
                    <a:pt x="568" y="431"/>
                  </a:lnTo>
                  <a:lnTo>
                    <a:pt x="571" y="431"/>
                  </a:lnTo>
                  <a:lnTo>
                    <a:pt x="571" y="431"/>
                  </a:lnTo>
                  <a:lnTo>
                    <a:pt x="573" y="431"/>
                  </a:lnTo>
                  <a:lnTo>
                    <a:pt x="573" y="431"/>
                  </a:lnTo>
                  <a:lnTo>
                    <a:pt x="573" y="431"/>
                  </a:lnTo>
                  <a:lnTo>
                    <a:pt x="575" y="431"/>
                  </a:lnTo>
                  <a:lnTo>
                    <a:pt x="575" y="429"/>
                  </a:lnTo>
                  <a:lnTo>
                    <a:pt x="575" y="429"/>
                  </a:lnTo>
                  <a:lnTo>
                    <a:pt x="575" y="429"/>
                  </a:lnTo>
                  <a:lnTo>
                    <a:pt x="575" y="426"/>
                  </a:lnTo>
                  <a:lnTo>
                    <a:pt x="575" y="426"/>
                  </a:lnTo>
                  <a:lnTo>
                    <a:pt x="573" y="426"/>
                  </a:lnTo>
                  <a:lnTo>
                    <a:pt x="571" y="426"/>
                  </a:lnTo>
                  <a:lnTo>
                    <a:pt x="571" y="424"/>
                  </a:lnTo>
                  <a:lnTo>
                    <a:pt x="571" y="424"/>
                  </a:lnTo>
                  <a:lnTo>
                    <a:pt x="571" y="421"/>
                  </a:lnTo>
                  <a:lnTo>
                    <a:pt x="571" y="421"/>
                  </a:lnTo>
                  <a:lnTo>
                    <a:pt x="571" y="421"/>
                  </a:lnTo>
                  <a:lnTo>
                    <a:pt x="571" y="419"/>
                  </a:lnTo>
                  <a:lnTo>
                    <a:pt x="571" y="419"/>
                  </a:lnTo>
                  <a:lnTo>
                    <a:pt x="571" y="419"/>
                  </a:lnTo>
                  <a:lnTo>
                    <a:pt x="568" y="419"/>
                  </a:lnTo>
                  <a:lnTo>
                    <a:pt x="568" y="419"/>
                  </a:lnTo>
                  <a:lnTo>
                    <a:pt x="566" y="419"/>
                  </a:lnTo>
                  <a:lnTo>
                    <a:pt x="566" y="419"/>
                  </a:lnTo>
                  <a:lnTo>
                    <a:pt x="564" y="421"/>
                  </a:lnTo>
                  <a:lnTo>
                    <a:pt x="564" y="421"/>
                  </a:lnTo>
                  <a:lnTo>
                    <a:pt x="561" y="421"/>
                  </a:lnTo>
                  <a:lnTo>
                    <a:pt x="561" y="421"/>
                  </a:lnTo>
                  <a:lnTo>
                    <a:pt x="559" y="421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6" y="424"/>
                  </a:lnTo>
                  <a:lnTo>
                    <a:pt x="556" y="424"/>
                  </a:lnTo>
                  <a:lnTo>
                    <a:pt x="556" y="424"/>
                  </a:lnTo>
                  <a:lnTo>
                    <a:pt x="556" y="424"/>
                  </a:lnTo>
                  <a:lnTo>
                    <a:pt x="554" y="424"/>
                  </a:lnTo>
                  <a:lnTo>
                    <a:pt x="554" y="424"/>
                  </a:lnTo>
                  <a:lnTo>
                    <a:pt x="552" y="424"/>
                  </a:lnTo>
                  <a:lnTo>
                    <a:pt x="552" y="421"/>
                  </a:lnTo>
                  <a:lnTo>
                    <a:pt x="554" y="421"/>
                  </a:lnTo>
                  <a:lnTo>
                    <a:pt x="554" y="419"/>
                  </a:lnTo>
                  <a:lnTo>
                    <a:pt x="556" y="419"/>
                  </a:lnTo>
                  <a:lnTo>
                    <a:pt x="559" y="417"/>
                  </a:lnTo>
                  <a:lnTo>
                    <a:pt x="559" y="414"/>
                  </a:lnTo>
                  <a:lnTo>
                    <a:pt x="559" y="414"/>
                  </a:lnTo>
                  <a:lnTo>
                    <a:pt x="556" y="414"/>
                  </a:lnTo>
                  <a:lnTo>
                    <a:pt x="556" y="412"/>
                  </a:lnTo>
                  <a:lnTo>
                    <a:pt x="554" y="412"/>
                  </a:lnTo>
                  <a:lnTo>
                    <a:pt x="552" y="412"/>
                  </a:lnTo>
                  <a:lnTo>
                    <a:pt x="549" y="412"/>
                  </a:lnTo>
                  <a:lnTo>
                    <a:pt x="549" y="412"/>
                  </a:lnTo>
                  <a:lnTo>
                    <a:pt x="547" y="412"/>
                  </a:lnTo>
                  <a:lnTo>
                    <a:pt x="547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2" y="412"/>
                  </a:lnTo>
                  <a:lnTo>
                    <a:pt x="542" y="412"/>
                  </a:lnTo>
                  <a:lnTo>
                    <a:pt x="542" y="412"/>
                  </a:lnTo>
                  <a:lnTo>
                    <a:pt x="542" y="412"/>
                  </a:lnTo>
                  <a:lnTo>
                    <a:pt x="540" y="414"/>
                  </a:lnTo>
                  <a:lnTo>
                    <a:pt x="540" y="412"/>
                  </a:lnTo>
                  <a:lnTo>
                    <a:pt x="538" y="412"/>
                  </a:lnTo>
                  <a:lnTo>
                    <a:pt x="538" y="410"/>
                  </a:lnTo>
                  <a:lnTo>
                    <a:pt x="535" y="410"/>
                  </a:lnTo>
                  <a:lnTo>
                    <a:pt x="535" y="410"/>
                  </a:lnTo>
                  <a:lnTo>
                    <a:pt x="533" y="407"/>
                  </a:lnTo>
                  <a:lnTo>
                    <a:pt x="535" y="407"/>
                  </a:lnTo>
                  <a:lnTo>
                    <a:pt x="535" y="405"/>
                  </a:lnTo>
                  <a:lnTo>
                    <a:pt x="538" y="403"/>
                  </a:lnTo>
                  <a:lnTo>
                    <a:pt x="538" y="403"/>
                  </a:lnTo>
                  <a:lnTo>
                    <a:pt x="538" y="400"/>
                  </a:lnTo>
                  <a:lnTo>
                    <a:pt x="538" y="400"/>
                  </a:lnTo>
                  <a:lnTo>
                    <a:pt x="535" y="400"/>
                  </a:lnTo>
                  <a:lnTo>
                    <a:pt x="535" y="400"/>
                  </a:lnTo>
                  <a:lnTo>
                    <a:pt x="535" y="398"/>
                  </a:lnTo>
                  <a:lnTo>
                    <a:pt x="538" y="398"/>
                  </a:lnTo>
                  <a:lnTo>
                    <a:pt x="538" y="395"/>
                  </a:lnTo>
                  <a:lnTo>
                    <a:pt x="538" y="395"/>
                  </a:lnTo>
                  <a:lnTo>
                    <a:pt x="540" y="395"/>
                  </a:lnTo>
                  <a:lnTo>
                    <a:pt x="540" y="395"/>
                  </a:lnTo>
                  <a:lnTo>
                    <a:pt x="54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47" y="388"/>
                  </a:lnTo>
                  <a:lnTo>
                    <a:pt x="547" y="388"/>
                  </a:lnTo>
                  <a:lnTo>
                    <a:pt x="547" y="388"/>
                  </a:lnTo>
                  <a:lnTo>
                    <a:pt x="547" y="386"/>
                  </a:lnTo>
                  <a:lnTo>
                    <a:pt x="549" y="386"/>
                  </a:lnTo>
                  <a:lnTo>
                    <a:pt x="549" y="386"/>
                  </a:lnTo>
                  <a:lnTo>
                    <a:pt x="549" y="384"/>
                  </a:lnTo>
                  <a:lnTo>
                    <a:pt x="549" y="381"/>
                  </a:lnTo>
                  <a:lnTo>
                    <a:pt x="547" y="381"/>
                  </a:lnTo>
                  <a:lnTo>
                    <a:pt x="545" y="379"/>
                  </a:lnTo>
                  <a:lnTo>
                    <a:pt x="545" y="379"/>
                  </a:lnTo>
                  <a:lnTo>
                    <a:pt x="542" y="379"/>
                  </a:lnTo>
                  <a:lnTo>
                    <a:pt x="542" y="376"/>
                  </a:lnTo>
                  <a:lnTo>
                    <a:pt x="545" y="376"/>
                  </a:lnTo>
                  <a:lnTo>
                    <a:pt x="545" y="374"/>
                  </a:lnTo>
                  <a:lnTo>
                    <a:pt x="547" y="374"/>
                  </a:lnTo>
                  <a:lnTo>
                    <a:pt x="547" y="374"/>
                  </a:lnTo>
                  <a:lnTo>
                    <a:pt x="547" y="372"/>
                  </a:lnTo>
                  <a:lnTo>
                    <a:pt x="549" y="372"/>
                  </a:lnTo>
                  <a:lnTo>
                    <a:pt x="549" y="369"/>
                  </a:lnTo>
                  <a:lnTo>
                    <a:pt x="549" y="369"/>
                  </a:lnTo>
                  <a:lnTo>
                    <a:pt x="552" y="369"/>
                  </a:lnTo>
                  <a:lnTo>
                    <a:pt x="552" y="367"/>
                  </a:lnTo>
                  <a:lnTo>
                    <a:pt x="554" y="369"/>
                  </a:lnTo>
                  <a:lnTo>
                    <a:pt x="554" y="369"/>
                  </a:lnTo>
                  <a:lnTo>
                    <a:pt x="554" y="369"/>
                  </a:lnTo>
                  <a:lnTo>
                    <a:pt x="556" y="369"/>
                  </a:lnTo>
                  <a:lnTo>
                    <a:pt x="556" y="367"/>
                  </a:lnTo>
                  <a:lnTo>
                    <a:pt x="556" y="365"/>
                  </a:lnTo>
                  <a:lnTo>
                    <a:pt x="556" y="362"/>
                  </a:lnTo>
                  <a:lnTo>
                    <a:pt x="559" y="362"/>
                  </a:lnTo>
                  <a:lnTo>
                    <a:pt x="559" y="362"/>
                  </a:lnTo>
                  <a:lnTo>
                    <a:pt x="561" y="362"/>
                  </a:lnTo>
                  <a:lnTo>
                    <a:pt x="561" y="360"/>
                  </a:lnTo>
                  <a:lnTo>
                    <a:pt x="561" y="360"/>
                  </a:lnTo>
                  <a:lnTo>
                    <a:pt x="561" y="358"/>
                  </a:lnTo>
                  <a:lnTo>
                    <a:pt x="561" y="358"/>
                  </a:lnTo>
                  <a:lnTo>
                    <a:pt x="561" y="358"/>
                  </a:lnTo>
                  <a:lnTo>
                    <a:pt x="561" y="358"/>
                  </a:lnTo>
                  <a:lnTo>
                    <a:pt x="561" y="355"/>
                  </a:lnTo>
                  <a:lnTo>
                    <a:pt x="561" y="355"/>
                  </a:lnTo>
                  <a:lnTo>
                    <a:pt x="561" y="355"/>
                  </a:lnTo>
                  <a:lnTo>
                    <a:pt x="561" y="353"/>
                  </a:lnTo>
                  <a:lnTo>
                    <a:pt x="561" y="353"/>
                  </a:lnTo>
                  <a:lnTo>
                    <a:pt x="561" y="353"/>
                  </a:lnTo>
                  <a:lnTo>
                    <a:pt x="559" y="350"/>
                  </a:lnTo>
                  <a:lnTo>
                    <a:pt x="561" y="350"/>
                  </a:lnTo>
                  <a:lnTo>
                    <a:pt x="561" y="350"/>
                  </a:lnTo>
                  <a:lnTo>
                    <a:pt x="561" y="350"/>
                  </a:lnTo>
                  <a:lnTo>
                    <a:pt x="561" y="348"/>
                  </a:lnTo>
                  <a:lnTo>
                    <a:pt x="561" y="348"/>
                  </a:lnTo>
                  <a:lnTo>
                    <a:pt x="561" y="346"/>
                  </a:lnTo>
                  <a:lnTo>
                    <a:pt x="561" y="343"/>
                  </a:lnTo>
                  <a:lnTo>
                    <a:pt x="564" y="343"/>
                  </a:lnTo>
                  <a:lnTo>
                    <a:pt x="564" y="343"/>
                  </a:lnTo>
                  <a:lnTo>
                    <a:pt x="564" y="343"/>
                  </a:lnTo>
                  <a:lnTo>
                    <a:pt x="566" y="341"/>
                  </a:lnTo>
                  <a:lnTo>
                    <a:pt x="566" y="341"/>
                  </a:lnTo>
                  <a:lnTo>
                    <a:pt x="568" y="339"/>
                  </a:lnTo>
                  <a:lnTo>
                    <a:pt x="568" y="339"/>
                  </a:lnTo>
                  <a:lnTo>
                    <a:pt x="568" y="339"/>
                  </a:lnTo>
                  <a:lnTo>
                    <a:pt x="568" y="336"/>
                  </a:lnTo>
                  <a:lnTo>
                    <a:pt x="566" y="336"/>
                  </a:lnTo>
                  <a:lnTo>
                    <a:pt x="568" y="336"/>
                  </a:lnTo>
                  <a:lnTo>
                    <a:pt x="568" y="334"/>
                  </a:lnTo>
                  <a:lnTo>
                    <a:pt x="568" y="334"/>
                  </a:lnTo>
                  <a:lnTo>
                    <a:pt x="568" y="334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29"/>
                  </a:lnTo>
                  <a:lnTo>
                    <a:pt x="568" y="329"/>
                  </a:lnTo>
                  <a:lnTo>
                    <a:pt x="568" y="329"/>
                  </a:lnTo>
                  <a:lnTo>
                    <a:pt x="566" y="327"/>
                  </a:lnTo>
                  <a:lnTo>
                    <a:pt x="566" y="324"/>
                  </a:lnTo>
                  <a:lnTo>
                    <a:pt x="566" y="324"/>
                  </a:lnTo>
                  <a:lnTo>
                    <a:pt x="564" y="324"/>
                  </a:lnTo>
                  <a:lnTo>
                    <a:pt x="564" y="322"/>
                  </a:lnTo>
                  <a:lnTo>
                    <a:pt x="564" y="322"/>
                  </a:lnTo>
                  <a:lnTo>
                    <a:pt x="564" y="322"/>
                  </a:lnTo>
                  <a:lnTo>
                    <a:pt x="566" y="320"/>
                  </a:lnTo>
                  <a:lnTo>
                    <a:pt x="566" y="320"/>
                  </a:lnTo>
                  <a:lnTo>
                    <a:pt x="568" y="320"/>
                  </a:lnTo>
                  <a:lnTo>
                    <a:pt x="568" y="320"/>
                  </a:lnTo>
                  <a:lnTo>
                    <a:pt x="568" y="322"/>
                  </a:lnTo>
                  <a:lnTo>
                    <a:pt x="571" y="322"/>
                  </a:lnTo>
                  <a:lnTo>
                    <a:pt x="573" y="322"/>
                  </a:lnTo>
                  <a:lnTo>
                    <a:pt x="575" y="322"/>
                  </a:lnTo>
                  <a:lnTo>
                    <a:pt x="571" y="320"/>
                  </a:lnTo>
                  <a:lnTo>
                    <a:pt x="568" y="320"/>
                  </a:lnTo>
                  <a:lnTo>
                    <a:pt x="566" y="317"/>
                  </a:lnTo>
                  <a:lnTo>
                    <a:pt x="564" y="317"/>
                  </a:lnTo>
                  <a:lnTo>
                    <a:pt x="561" y="315"/>
                  </a:lnTo>
                  <a:lnTo>
                    <a:pt x="556" y="313"/>
                  </a:lnTo>
                  <a:lnTo>
                    <a:pt x="552" y="310"/>
                  </a:lnTo>
                  <a:lnTo>
                    <a:pt x="549" y="310"/>
                  </a:lnTo>
                  <a:lnTo>
                    <a:pt x="545" y="308"/>
                  </a:lnTo>
                  <a:lnTo>
                    <a:pt x="542" y="305"/>
                  </a:lnTo>
                  <a:lnTo>
                    <a:pt x="538" y="303"/>
                  </a:lnTo>
                  <a:lnTo>
                    <a:pt x="535" y="301"/>
                  </a:lnTo>
                  <a:lnTo>
                    <a:pt x="530" y="298"/>
                  </a:lnTo>
                  <a:lnTo>
                    <a:pt x="530" y="298"/>
                  </a:lnTo>
                  <a:lnTo>
                    <a:pt x="526" y="296"/>
                  </a:lnTo>
                  <a:lnTo>
                    <a:pt x="521" y="294"/>
                  </a:lnTo>
                  <a:lnTo>
                    <a:pt x="519" y="294"/>
                  </a:lnTo>
                  <a:lnTo>
                    <a:pt x="516" y="291"/>
                  </a:lnTo>
                  <a:lnTo>
                    <a:pt x="514" y="289"/>
                  </a:lnTo>
                  <a:lnTo>
                    <a:pt x="511" y="289"/>
                  </a:lnTo>
                  <a:lnTo>
                    <a:pt x="509" y="287"/>
                  </a:lnTo>
                  <a:lnTo>
                    <a:pt x="504" y="284"/>
                  </a:lnTo>
                  <a:lnTo>
                    <a:pt x="504" y="284"/>
                  </a:lnTo>
                  <a:lnTo>
                    <a:pt x="504" y="284"/>
                  </a:lnTo>
                  <a:lnTo>
                    <a:pt x="504" y="284"/>
                  </a:lnTo>
                  <a:lnTo>
                    <a:pt x="502" y="284"/>
                  </a:lnTo>
                  <a:lnTo>
                    <a:pt x="502" y="284"/>
                  </a:lnTo>
                  <a:lnTo>
                    <a:pt x="502" y="284"/>
                  </a:lnTo>
                  <a:lnTo>
                    <a:pt x="502" y="282"/>
                  </a:lnTo>
                  <a:lnTo>
                    <a:pt x="504" y="282"/>
                  </a:lnTo>
                  <a:lnTo>
                    <a:pt x="504" y="282"/>
                  </a:lnTo>
                  <a:lnTo>
                    <a:pt x="504" y="279"/>
                  </a:lnTo>
                  <a:lnTo>
                    <a:pt x="504" y="279"/>
                  </a:lnTo>
                  <a:lnTo>
                    <a:pt x="504" y="279"/>
                  </a:lnTo>
                  <a:lnTo>
                    <a:pt x="504" y="277"/>
                  </a:lnTo>
                  <a:lnTo>
                    <a:pt x="504" y="277"/>
                  </a:lnTo>
                  <a:lnTo>
                    <a:pt x="504" y="277"/>
                  </a:lnTo>
                  <a:lnTo>
                    <a:pt x="507" y="277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2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09" y="270"/>
                  </a:lnTo>
                  <a:lnTo>
                    <a:pt x="509" y="270"/>
                  </a:lnTo>
                  <a:lnTo>
                    <a:pt x="509" y="268"/>
                  </a:lnTo>
                  <a:lnTo>
                    <a:pt x="511" y="268"/>
                  </a:lnTo>
                  <a:lnTo>
                    <a:pt x="511" y="268"/>
                  </a:lnTo>
                  <a:lnTo>
                    <a:pt x="511" y="268"/>
                  </a:lnTo>
                  <a:lnTo>
                    <a:pt x="514" y="268"/>
                  </a:lnTo>
                  <a:lnTo>
                    <a:pt x="514" y="268"/>
                  </a:lnTo>
                  <a:lnTo>
                    <a:pt x="514" y="268"/>
                  </a:lnTo>
                  <a:lnTo>
                    <a:pt x="516" y="268"/>
                  </a:lnTo>
                  <a:lnTo>
                    <a:pt x="516" y="265"/>
                  </a:lnTo>
                  <a:lnTo>
                    <a:pt x="516" y="265"/>
                  </a:lnTo>
                  <a:lnTo>
                    <a:pt x="519" y="263"/>
                  </a:lnTo>
                  <a:lnTo>
                    <a:pt x="519" y="263"/>
                  </a:lnTo>
                  <a:lnTo>
                    <a:pt x="519" y="263"/>
                  </a:lnTo>
                  <a:lnTo>
                    <a:pt x="519" y="263"/>
                  </a:lnTo>
                  <a:lnTo>
                    <a:pt x="521" y="261"/>
                  </a:lnTo>
                  <a:lnTo>
                    <a:pt x="521" y="261"/>
                  </a:lnTo>
                  <a:lnTo>
                    <a:pt x="521" y="261"/>
                  </a:lnTo>
                  <a:lnTo>
                    <a:pt x="521" y="258"/>
                  </a:lnTo>
                  <a:lnTo>
                    <a:pt x="521" y="258"/>
                  </a:lnTo>
                  <a:lnTo>
                    <a:pt x="521" y="256"/>
                  </a:lnTo>
                  <a:lnTo>
                    <a:pt x="521" y="256"/>
                  </a:lnTo>
                  <a:lnTo>
                    <a:pt x="521" y="256"/>
                  </a:lnTo>
                  <a:lnTo>
                    <a:pt x="523" y="256"/>
                  </a:lnTo>
                  <a:lnTo>
                    <a:pt x="523" y="256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1" y="253"/>
                  </a:lnTo>
                  <a:lnTo>
                    <a:pt x="521" y="253"/>
                  </a:lnTo>
                  <a:lnTo>
                    <a:pt x="521" y="251"/>
                  </a:lnTo>
                  <a:lnTo>
                    <a:pt x="521" y="251"/>
                  </a:lnTo>
                  <a:lnTo>
                    <a:pt x="523" y="251"/>
                  </a:lnTo>
                  <a:lnTo>
                    <a:pt x="523" y="249"/>
                  </a:lnTo>
                  <a:lnTo>
                    <a:pt x="526" y="249"/>
                  </a:lnTo>
                  <a:lnTo>
                    <a:pt x="526" y="246"/>
                  </a:lnTo>
                  <a:lnTo>
                    <a:pt x="526" y="246"/>
                  </a:lnTo>
                  <a:lnTo>
                    <a:pt x="528" y="246"/>
                  </a:lnTo>
                  <a:lnTo>
                    <a:pt x="528" y="246"/>
                  </a:lnTo>
                  <a:lnTo>
                    <a:pt x="528" y="246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2"/>
                  </a:lnTo>
                  <a:lnTo>
                    <a:pt x="528" y="242"/>
                  </a:lnTo>
                  <a:lnTo>
                    <a:pt x="530" y="239"/>
                  </a:lnTo>
                  <a:lnTo>
                    <a:pt x="530" y="239"/>
                  </a:lnTo>
                  <a:lnTo>
                    <a:pt x="530" y="237"/>
                  </a:lnTo>
                  <a:lnTo>
                    <a:pt x="530" y="234"/>
                  </a:lnTo>
                  <a:lnTo>
                    <a:pt x="530" y="234"/>
                  </a:lnTo>
                  <a:lnTo>
                    <a:pt x="530" y="232"/>
                  </a:lnTo>
                  <a:lnTo>
                    <a:pt x="530" y="232"/>
                  </a:lnTo>
                  <a:lnTo>
                    <a:pt x="528" y="232"/>
                  </a:lnTo>
                  <a:lnTo>
                    <a:pt x="528" y="232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3"/>
                  </a:lnTo>
                  <a:lnTo>
                    <a:pt x="530" y="223"/>
                  </a:lnTo>
                  <a:lnTo>
                    <a:pt x="533" y="220"/>
                  </a:lnTo>
                  <a:lnTo>
                    <a:pt x="533" y="218"/>
                  </a:lnTo>
                  <a:lnTo>
                    <a:pt x="538" y="211"/>
                  </a:lnTo>
                  <a:lnTo>
                    <a:pt x="542" y="206"/>
                  </a:lnTo>
                  <a:lnTo>
                    <a:pt x="547" y="199"/>
                  </a:lnTo>
                  <a:lnTo>
                    <a:pt x="552" y="192"/>
                  </a:lnTo>
                  <a:lnTo>
                    <a:pt x="561" y="178"/>
                  </a:lnTo>
                  <a:lnTo>
                    <a:pt x="566" y="168"/>
                  </a:lnTo>
                  <a:lnTo>
                    <a:pt x="571" y="161"/>
                  </a:lnTo>
                  <a:lnTo>
                    <a:pt x="573" y="159"/>
                  </a:lnTo>
                  <a:lnTo>
                    <a:pt x="575" y="154"/>
                  </a:lnTo>
                  <a:lnTo>
                    <a:pt x="578" y="149"/>
                  </a:lnTo>
                  <a:lnTo>
                    <a:pt x="580" y="147"/>
                  </a:lnTo>
                  <a:lnTo>
                    <a:pt x="582" y="145"/>
                  </a:lnTo>
                  <a:lnTo>
                    <a:pt x="582" y="142"/>
                  </a:lnTo>
                  <a:lnTo>
                    <a:pt x="585" y="140"/>
                  </a:lnTo>
                  <a:lnTo>
                    <a:pt x="587" y="135"/>
                  </a:lnTo>
                  <a:lnTo>
                    <a:pt x="590" y="133"/>
                  </a:lnTo>
                  <a:lnTo>
                    <a:pt x="590" y="133"/>
                  </a:lnTo>
                  <a:lnTo>
                    <a:pt x="590" y="130"/>
                  </a:lnTo>
                  <a:lnTo>
                    <a:pt x="587" y="130"/>
                  </a:lnTo>
                  <a:lnTo>
                    <a:pt x="587" y="133"/>
                  </a:lnTo>
                  <a:lnTo>
                    <a:pt x="587" y="133"/>
                  </a:lnTo>
                  <a:lnTo>
                    <a:pt x="587" y="133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2" y="130"/>
                  </a:lnTo>
                  <a:lnTo>
                    <a:pt x="582" y="133"/>
                  </a:lnTo>
                  <a:lnTo>
                    <a:pt x="582" y="130"/>
                  </a:lnTo>
                  <a:lnTo>
                    <a:pt x="580" y="130"/>
                  </a:lnTo>
                  <a:lnTo>
                    <a:pt x="578" y="128"/>
                  </a:lnTo>
                  <a:lnTo>
                    <a:pt x="578" y="123"/>
                  </a:lnTo>
                  <a:lnTo>
                    <a:pt x="575" y="123"/>
                  </a:lnTo>
                  <a:lnTo>
                    <a:pt x="575" y="123"/>
                  </a:lnTo>
                  <a:lnTo>
                    <a:pt x="575" y="121"/>
                  </a:lnTo>
                  <a:lnTo>
                    <a:pt x="575" y="121"/>
                  </a:lnTo>
                  <a:lnTo>
                    <a:pt x="575" y="118"/>
                  </a:lnTo>
                  <a:lnTo>
                    <a:pt x="571" y="118"/>
                  </a:lnTo>
                  <a:lnTo>
                    <a:pt x="571" y="116"/>
                  </a:lnTo>
                  <a:lnTo>
                    <a:pt x="568" y="114"/>
                  </a:lnTo>
                  <a:lnTo>
                    <a:pt x="566" y="109"/>
                  </a:lnTo>
                  <a:lnTo>
                    <a:pt x="568" y="109"/>
                  </a:lnTo>
                  <a:lnTo>
                    <a:pt x="568" y="109"/>
                  </a:lnTo>
                  <a:lnTo>
                    <a:pt x="568" y="109"/>
                  </a:lnTo>
                  <a:lnTo>
                    <a:pt x="566" y="107"/>
                  </a:lnTo>
                  <a:lnTo>
                    <a:pt x="559" y="95"/>
                  </a:lnTo>
                  <a:lnTo>
                    <a:pt x="556" y="88"/>
                  </a:lnTo>
                  <a:lnTo>
                    <a:pt x="554" y="83"/>
                  </a:lnTo>
                  <a:lnTo>
                    <a:pt x="554" y="78"/>
                  </a:lnTo>
                  <a:lnTo>
                    <a:pt x="554" y="76"/>
                  </a:lnTo>
                  <a:lnTo>
                    <a:pt x="556" y="76"/>
                  </a:lnTo>
                  <a:lnTo>
                    <a:pt x="556" y="73"/>
                  </a:lnTo>
                  <a:lnTo>
                    <a:pt x="559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4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4" y="73"/>
                  </a:lnTo>
                  <a:lnTo>
                    <a:pt x="554" y="73"/>
                  </a:lnTo>
                  <a:lnTo>
                    <a:pt x="552" y="73"/>
                  </a:lnTo>
                  <a:lnTo>
                    <a:pt x="552" y="73"/>
                  </a:lnTo>
                  <a:lnTo>
                    <a:pt x="552" y="73"/>
                  </a:lnTo>
                  <a:lnTo>
                    <a:pt x="552" y="76"/>
                  </a:lnTo>
                  <a:lnTo>
                    <a:pt x="552" y="76"/>
                  </a:lnTo>
                  <a:lnTo>
                    <a:pt x="552" y="76"/>
                  </a:lnTo>
                  <a:lnTo>
                    <a:pt x="552" y="73"/>
                  </a:lnTo>
                  <a:lnTo>
                    <a:pt x="549" y="73"/>
                  </a:lnTo>
                  <a:lnTo>
                    <a:pt x="549" y="73"/>
                  </a:lnTo>
                  <a:lnTo>
                    <a:pt x="552" y="73"/>
                  </a:lnTo>
                  <a:lnTo>
                    <a:pt x="552" y="73"/>
                  </a:lnTo>
                  <a:lnTo>
                    <a:pt x="549" y="71"/>
                  </a:lnTo>
                  <a:lnTo>
                    <a:pt x="549" y="71"/>
                  </a:lnTo>
                  <a:lnTo>
                    <a:pt x="549" y="71"/>
                  </a:lnTo>
                  <a:lnTo>
                    <a:pt x="549" y="71"/>
                  </a:lnTo>
                  <a:lnTo>
                    <a:pt x="549" y="73"/>
                  </a:lnTo>
                  <a:lnTo>
                    <a:pt x="547" y="71"/>
                  </a:lnTo>
                  <a:lnTo>
                    <a:pt x="547" y="71"/>
                  </a:lnTo>
                  <a:lnTo>
                    <a:pt x="549" y="69"/>
                  </a:lnTo>
                  <a:lnTo>
                    <a:pt x="549" y="66"/>
                  </a:lnTo>
                  <a:lnTo>
                    <a:pt x="549" y="64"/>
                  </a:lnTo>
                  <a:lnTo>
                    <a:pt x="549" y="62"/>
                  </a:lnTo>
                  <a:lnTo>
                    <a:pt x="547" y="55"/>
                  </a:lnTo>
                  <a:lnTo>
                    <a:pt x="547" y="52"/>
                  </a:lnTo>
                  <a:lnTo>
                    <a:pt x="547" y="50"/>
                  </a:lnTo>
                  <a:lnTo>
                    <a:pt x="547" y="50"/>
                  </a:lnTo>
                  <a:lnTo>
                    <a:pt x="547" y="45"/>
                  </a:lnTo>
                  <a:lnTo>
                    <a:pt x="547" y="43"/>
                  </a:lnTo>
                  <a:lnTo>
                    <a:pt x="545" y="40"/>
                  </a:lnTo>
                  <a:lnTo>
                    <a:pt x="545" y="40"/>
                  </a:lnTo>
                  <a:lnTo>
                    <a:pt x="545" y="38"/>
                  </a:lnTo>
                  <a:lnTo>
                    <a:pt x="538" y="29"/>
                  </a:lnTo>
                  <a:lnTo>
                    <a:pt x="535" y="29"/>
                  </a:lnTo>
                  <a:lnTo>
                    <a:pt x="535" y="26"/>
                  </a:lnTo>
                  <a:lnTo>
                    <a:pt x="538" y="29"/>
                  </a:lnTo>
                  <a:lnTo>
                    <a:pt x="540" y="31"/>
                  </a:lnTo>
                  <a:lnTo>
                    <a:pt x="540" y="31"/>
                  </a:lnTo>
                  <a:lnTo>
                    <a:pt x="533" y="21"/>
                  </a:lnTo>
                  <a:lnTo>
                    <a:pt x="528" y="19"/>
                  </a:lnTo>
                  <a:lnTo>
                    <a:pt x="523" y="19"/>
                  </a:lnTo>
                  <a:lnTo>
                    <a:pt x="521" y="14"/>
                  </a:lnTo>
                  <a:lnTo>
                    <a:pt x="514" y="10"/>
                  </a:lnTo>
                  <a:lnTo>
                    <a:pt x="511" y="5"/>
                  </a:lnTo>
                  <a:lnTo>
                    <a:pt x="511" y="5"/>
                  </a:lnTo>
                  <a:lnTo>
                    <a:pt x="511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7" y="2"/>
                  </a:lnTo>
                  <a:lnTo>
                    <a:pt x="507" y="0"/>
                  </a:lnTo>
                  <a:lnTo>
                    <a:pt x="500" y="12"/>
                  </a:lnTo>
                  <a:lnTo>
                    <a:pt x="490" y="24"/>
                  </a:lnTo>
                  <a:lnTo>
                    <a:pt x="483" y="33"/>
                  </a:lnTo>
                  <a:lnTo>
                    <a:pt x="474" y="45"/>
                  </a:lnTo>
                  <a:lnTo>
                    <a:pt x="467" y="55"/>
                  </a:lnTo>
                  <a:lnTo>
                    <a:pt x="457" y="66"/>
                  </a:lnTo>
                  <a:lnTo>
                    <a:pt x="450" y="76"/>
                  </a:lnTo>
                  <a:lnTo>
                    <a:pt x="443" y="88"/>
                  </a:lnTo>
                  <a:lnTo>
                    <a:pt x="433" y="97"/>
                  </a:lnTo>
                  <a:lnTo>
                    <a:pt x="426" y="109"/>
                  </a:lnTo>
                  <a:lnTo>
                    <a:pt x="417" y="118"/>
                  </a:lnTo>
                  <a:lnTo>
                    <a:pt x="410" y="130"/>
                  </a:lnTo>
                  <a:lnTo>
                    <a:pt x="400" y="140"/>
                  </a:lnTo>
                  <a:lnTo>
                    <a:pt x="393" y="152"/>
                  </a:lnTo>
                  <a:lnTo>
                    <a:pt x="386" y="163"/>
                  </a:lnTo>
                  <a:lnTo>
                    <a:pt x="377" y="173"/>
                  </a:lnTo>
                  <a:lnTo>
                    <a:pt x="370" y="185"/>
                  </a:lnTo>
                  <a:lnTo>
                    <a:pt x="360" y="194"/>
                  </a:lnTo>
                  <a:lnTo>
                    <a:pt x="353" y="206"/>
                  </a:lnTo>
                  <a:lnTo>
                    <a:pt x="346" y="218"/>
                  </a:lnTo>
                  <a:lnTo>
                    <a:pt x="336" y="227"/>
                  </a:lnTo>
                  <a:lnTo>
                    <a:pt x="329" y="239"/>
                  </a:lnTo>
                  <a:lnTo>
                    <a:pt x="320" y="249"/>
                  </a:lnTo>
                  <a:lnTo>
                    <a:pt x="313" y="261"/>
                  </a:lnTo>
                  <a:lnTo>
                    <a:pt x="306" y="270"/>
                  </a:lnTo>
                  <a:lnTo>
                    <a:pt x="296" y="282"/>
                  </a:lnTo>
                  <a:lnTo>
                    <a:pt x="289" y="294"/>
                  </a:lnTo>
                  <a:lnTo>
                    <a:pt x="282" y="303"/>
                  </a:lnTo>
                  <a:lnTo>
                    <a:pt x="272" y="315"/>
                  </a:lnTo>
                  <a:lnTo>
                    <a:pt x="265" y="327"/>
                  </a:lnTo>
                  <a:lnTo>
                    <a:pt x="256" y="336"/>
                  </a:lnTo>
                  <a:lnTo>
                    <a:pt x="249" y="348"/>
                  </a:lnTo>
                  <a:lnTo>
                    <a:pt x="242" y="358"/>
                  </a:lnTo>
                  <a:lnTo>
                    <a:pt x="232" y="369"/>
                  </a:lnTo>
                  <a:lnTo>
                    <a:pt x="225" y="381"/>
                  </a:lnTo>
                  <a:lnTo>
                    <a:pt x="218" y="391"/>
                  </a:lnTo>
                  <a:lnTo>
                    <a:pt x="209" y="403"/>
                  </a:lnTo>
                  <a:lnTo>
                    <a:pt x="201" y="414"/>
                  </a:lnTo>
                  <a:lnTo>
                    <a:pt x="194" y="424"/>
                  </a:lnTo>
                  <a:lnTo>
                    <a:pt x="185" y="436"/>
                  </a:lnTo>
                  <a:lnTo>
                    <a:pt x="178" y="448"/>
                  </a:lnTo>
                  <a:lnTo>
                    <a:pt x="171" y="457"/>
                  </a:lnTo>
                  <a:lnTo>
                    <a:pt x="161" y="469"/>
                  </a:lnTo>
                  <a:lnTo>
                    <a:pt x="154" y="481"/>
                  </a:lnTo>
                  <a:lnTo>
                    <a:pt x="147" y="490"/>
                  </a:lnTo>
                  <a:lnTo>
                    <a:pt x="140" y="502"/>
                  </a:lnTo>
                  <a:lnTo>
                    <a:pt x="130" y="514"/>
                  </a:lnTo>
                  <a:lnTo>
                    <a:pt x="123" y="523"/>
                  </a:lnTo>
                  <a:lnTo>
                    <a:pt x="116" y="535"/>
                  </a:lnTo>
                  <a:lnTo>
                    <a:pt x="107" y="547"/>
                  </a:lnTo>
                  <a:lnTo>
                    <a:pt x="93" y="568"/>
                  </a:lnTo>
                  <a:lnTo>
                    <a:pt x="86" y="580"/>
                  </a:lnTo>
                  <a:lnTo>
                    <a:pt x="76" y="590"/>
                  </a:lnTo>
                  <a:lnTo>
                    <a:pt x="69" y="601"/>
                  </a:lnTo>
                  <a:lnTo>
                    <a:pt x="62" y="613"/>
                  </a:lnTo>
                  <a:lnTo>
                    <a:pt x="55" y="625"/>
                  </a:lnTo>
                  <a:lnTo>
                    <a:pt x="45" y="635"/>
                  </a:lnTo>
                  <a:lnTo>
                    <a:pt x="38" y="646"/>
                  </a:lnTo>
                  <a:lnTo>
                    <a:pt x="31" y="658"/>
                  </a:lnTo>
                  <a:lnTo>
                    <a:pt x="24" y="670"/>
                  </a:lnTo>
                  <a:lnTo>
                    <a:pt x="15" y="679"/>
                  </a:lnTo>
                  <a:lnTo>
                    <a:pt x="7" y="691"/>
                  </a:lnTo>
                  <a:lnTo>
                    <a:pt x="0" y="701"/>
                  </a:lnTo>
                  <a:lnTo>
                    <a:pt x="15" y="720"/>
                  </a:lnTo>
                  <a:lnTo>
                    <a:pt x="22" y="715"/>
                  </a:lnTo>
                  <a:lnTo>
                    <a:pt x="31" y="736"/>
                  </a:lnTo>
                  <a:lnTo>
                    <a:pt x="50" y="732"/>
                  </a:lnTo>
                  <a:lnTo>
                    <a:pt x="74" y="743"/>
                  </a:lnTo>
                  <a:lnTo>
                    <a:pt x="74" y="746"/>
                  </a:lnTo>
                  <a:lnTo>
                    <a:pt x="57" y="762"/>
                  </a:lnTo>
                  <a:lnTo>
                    <a:pt x="57" y="772"/>
                  </a:lnTo>
                  <a:lnTo>
                    <a:pt x="74" y="784"/>
                  </a:lnTo>
                  <a:lnTo>
                    <a:pt x="93" y="793"/>
                  </a:lnTo>
                  <a:lnTo>
                    <a:pt x="112" y="805"/>
                  </a:lnTo>
                  <a:lnTo>
                    <a:pt x="130" y="814"/>
                  </a:lnTo>
                  <a:lnTo>
                    <a:pt x="147" y="824"/>
                  </a:lnTo>
                  <a:lnTo>
                    <a:pt x="166" y="836"/>
                  </a:lnTo>
                  <a:lnTo>
                    <a:pt x="185" y="845"/>
                  </a:lnTo>
                  <a:lnTo>
                    <a:pt x="204" y="855"/>
                  </a:lnTo>
                  <a:lnTo>
                    <a:pt x="223" y="864"/>
                  </a:lnTo>
                  <a:lnTo>
                    <a:pt x="242" y="874"/>
                  </a:lnTo>
                  <a:lnTo>
                    <a:pt x="261" y="883"/>
                  </a:lnTo>
                  <a:lnTo>
                    <a:pt x="280" y="893"/>
                  </a:lnTo>
                  <a:lnTo>
                    <a:pt x="299" y="902"/>
                  </a:lnTo>
                  <a:lnTo>
                    <a:pt x="317" y="911"/>
                  </a:lnTo>
                  <a:lnTo>
                    <a:pt x="336" y="919"/>
                  </a:lnTo>
                  <a:lnTo>
                    <a:pt x="355" y="928"/>
                  </a:lnTo>
                  <a:lnTo>
                    <a:pt x="374" y="937"/>
                  </a:lnTo>
                  <a:lnTo>
                    <a:pt x="396" y="947"/>
                  </a:lnTo>
                  <a:lnTo>
                    <a:pt x="414" y="954"/>
                  </a:lnTo>
                  <a:lnTo>
                    <a:pt x="433" y="964"/>
                  </a:lnTo>
                  <a:lnTo>
                    <a:pt x="452" y="971"/>
                  </a:lnTo>
                  <a:lnTo>
                    <a:pt x="474" y="978"/>
                  </a:lnTo>
                  <a:lnTo>
                    <a:pt x="493" y="987"/>
                  </a:lnTo>
                  <a:lnTo>
                    <a:pt x="511" y="994"/>
                  </a:lnTo>
                  <a:lnTo>
                    <a:pt x="533" y="1001"/>
                  </a:lnTo>
                  <a:lnTo>
                    <a:pt x="552" y="1011"/>
                  </a:lnTo>
                  <a:lnTo>
                    <a:pt x="573" y="1018"/>
                  </a:lnTo>
                  <a:lnTo>
                    <a:pt x="592" y="1025"/>
                  </a:lnTo>
                  <a:lnTo>
                    <a:pt x="613" y="1032"/>
                  </a:lnTo>
                  <a:lnTo>
                    <a:pt x="632" y="1039"/>
                  </a:lnTo>
                  <a:lnTo>
                    <a:pt x="653" y="1046"/>
                  </a:lnTo>
                  <a:lnTo>
                    <a:pt x="672" y="1053"/>
                  </a:lnTo>
                  <a:lnTo>
                    <a:pt x="672" y="1051"/>
                  </a:lnTo>
                  <a:lnTo>
                    <a:pt x="672" y="104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17F5911-FDE8-4BB0-92CE-F5F0A84CC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2953" y="2218690"/>
              <a:ext cx="16246" cy="13538"/>
            </a:xfrm>
            <a:custGeom>
              <a:avLst/>
              <a:gdLst>
                <a:gd name="T0" fmla="*/ 0 w 12"/>
                <a:gd name="T1" fmla="*/ 3 h 10"/>
                <a:gd name="T2" fmla="*/ 0 w 12"/>
                <a:gd name="T3" fmla="*/ 3 h 10"/>
                <a:gd name="T4" fmla="*/ 2 w 12"/>
                <a:gd name="T5" fmla="*/ 3 h 10"/>
                <a:gd name="T6" fmla="*/ 2 w 12"/>
                <a:gd name="T7" fmla="*/ 3 h 10"/>
                <a:gd name="T8" fmla="*/ 2 w 12"/>
                <a:gd name="T9" fmla="*/ 3 h 10"/>
                <a:gd name="T10" fmla="*/ 2 w 12"/>
                <a:gd name="T11" fmla="*/ 5 h 10"/>
                <a:gd name="T12" fmla="*/ 2 w 12"/>
                <a:gd name="T13" fmla="*/ 5 h 10"/>
                <a:gd name="T14" fmla="*/ 2 w 12"/>
                <a:gd name="T15" fmla="*/ 5 h 10"/>
                <a:gd name="T16" fmla="*/ 2 w 12"/>
                <a:gd name="T17" fmla="*/ 7 h 10"/>
                <a:gd name="T18" fmla="*/ 2 w 12"/>
                <a:gd name="T19" fmla="*/ 7 h 10"/>
                <a:gd name="T20" fmla="*/ 2 w 12"/>
                <a:gd name="T21" fmla="*/ 10 h 10"/>
                <a:gd name="T22" fmla="*/ 5 w 12"/>
                <a:gd name="T23" fmla="*/ 7 h 10"/>
                <a:gd name="T24" fmla="*/ 7 w 12"/>
                <a:gd name="T25" fmla="*/ 7 h 10"/>
                <a:gd name="T26" fmla="*/ 7 w 12"/>
                <a:gd name="T27" fmla="*/ 7 h 10"/>
                <a:gd name="T28" fmla="*/ 9 w 12"/>
                <a:gd name="T29" fmla="*/ 7 h 10"/>
                <a:gd name="T30" fmla="*/ 12 w 12"/>
                <a:gd name="T31" fmla="*/ 10 h 10"/>
                <a:gd name="T32" fmla="*/ 12 w 12"/>
                <a:gd name="T33" fmla="*/ 7 h 10"/>
                <a:gd name="T34" fmla="*/ 12 w 12"/>
                <a:gd name="T35" fmla="*/ 7 h 10"/>
                <a:gd name="T36" fmla="*/ 12 w 12"/>
                <a:gd name="T37" fmla="*/ 5 h 10"/>
                <a:gd name="T38" fmla="*/ 12 w 12"/>
                <a:gd name="T39" fmla="*/ 5 h 10"/>
                <a:gd name="T40" fmla="*/ 12 w 12"/>
                <a:gd name="T41" fmla="*/ 3 h 10"/>
                <a:gd name="T42" fmla="*/ 9 w 12"/>
                <a:gd name="T43" fmla="*/ 0 h 10"/>
                <a:gd name="T44" fmla="*/ 9 w 12"/>
                <a:gd name="T45" fmla="*/ 0 h 10"/>
                <a:gd name="T46" fmla="*/ 7 w 12"/>
                <a:gd name="T47" fmla="*/ 0 h 10"/>
                <a:gd name="T48" fmla="*/ 5 w 12"/>
                <a:gd name="T49" fmla="*/ 0 h 10"/>
                <a:gd name="T50" fmla="*/ 0 w 12"/>
                <a:gd name="T51" fmla="*/ 3 h 10"/>
                <a:gd name="T52" fmla="*/ 0 w 12"/>
                <a:gd name="T53" fmla="*/ 3 h 10"/>
                <a:gd name="T54" fmla="*/ 0 w 12"/>
                <a:gd name="T55" fmla="*/ 3 h 10"/>
                <a:gd name="T56" fmla="*/ 0 w 12"/>
                <a:gd name="T5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" h="10">
                  <a:moveTo>
                    <a:pt x="0" y="3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7"/>
                  </a:lnTo>
                  <a:lnTo>
                    <a:pt x="12" y="10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3A5656F-6976-4C67-A99C-40634E117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887" y="3786406"/>
              <a:ext cx="687737" cy="1383598"/>
            </a:xfrm>
            <a:custGeom>
              <a:avLst/>
              <a:gdLst>
                <a:gd name="T0" fmla="*/ 485 w 508"/>
                <a:gd name="T1" fmla="*/ 1020 h 1022"/>
                <a:gd name="T2" fmla="*/ 447 w 508"/>
                <a:gd name="T3" fmla="*/ 1020 h 1022"/>
                <a:gd name="T4" fmla="*/ 407 w 508"/>
                <a:gd name="T5" fmla="*/ 1018 h 1022"/>
                <a:gd name="T6" fmla="*/ 369 w 508"/>
                <a:gd name="T7" fmla="*/ 1018 h 1022"/>
                <a:gd name="T8" fmla="*/ 343 w 508"/>
                <a:gd name="T9" fmla="*/ 1015 h 1022"/>
                <a:gd name="T10" fmla="*/ 303 w 508"/>
                <a:gd name="T11" fmla="*/ 1013 h 1022"/>
                <a:gd name="T12" fmla="*/ 265 w 508"/>
                <a:gd name="T13" fmla="*/ 1011 h 1022"/>
                <a:gd name="T14" fmla="*/ 224 w 508"/>
                <a:gd name="T15" fmla="*/ 1008 h 1022"/>
                <a:gd name="T16" fmla="*/ 187 w 508"/>
                <a:gd name="T17" fmla="*/ 1006 h 1022"/>
                <a:gd name="T18" fmla="*/ 146 w 508"/>
                <a:gd name="T19" fmla="*/ 1001 h 1022"/>
                <a:gd name="T20" fmla="*/ 109 w 508"/>
                <a:gd name="T21" fmla="*/ 996 h 1022"/>
                <a:gd name="T22" fmla="*/ 68 w 508"/>
                <a:gd name="T23" fmla="*/ 994 h 1022"/>
                <a:gd name="T24" fmla="*/ 30 w 508"/>
                <a:gd name="T25" fmla="*/ 989 h 1022"/>
                <a:gd name="T26" fmla="*/ 0 w 508"/>
                <a:gd name="T27" fmla="*/ 985 h 1022"/>
                <a:gd name="T28" fmla="*/ 7 w 508"/>
                <a:gd name="T29" fmla="*/ 923 h 1022"/>
                <a:gd name="T30" fmla="*/ 19 w 508"/>
                <a:gd name="T31" fmla="*/ 831 h 1022"/>
                <a:gd name="T32" fmla="*/ 33 w 508"/>
                <a:gd name="T33" fmla="*/ 738 h 1022"/>
                <a:gd name="T34" fmla="*/ 45 w 508"/>
                <a:gd name="T35" fmla="*/ 646 h 1022"/>
                <a:gd name="T36" fmla="*/ 56 w 508"/>
                <a:gd name="T37" fmla="*/ 554 h 1022"/>
                <a:gd name="T38" fmla="*/ 71 w 508"/>
                <a:gd name="T39" fmla="*/ 461 h 1022"/>
                <a:gd name="T40" fmla="*/ 83 w 508"/>
                <a:gd name="T41" fmla="*/ 369 h 1022"/>
                <a:gd name="T42" fmla="*/ 97 w 508"/>
                <a:gd name="T43" fmla="*/ 277 h 1022"/>
                <a:gd name="T44" fmla="*/ 109 w 508"/>
                <a:gd name="T45" fmla="*/ 184 h 1022"/>
                <a:gd name="T46" fmla="*/ 123 w 508"/>
                <a:gd name="T47" fmla="*/ 92 h 1022"/>
                <a:gd name="T48" fmla="*/ 137 w 508"/>
                <a:gd name="T49" fmla="*/ 0 h 1022"/>
                <a:gd name="T50" fmla="*/ 203 w 508"/>
                <a:gd name="T51" fmla="*/ 9 h 1022"/>
                <a:gd name="T52" fmla="*/ 272 w 508"/>
                <a:gd name="T53" fmla="*/ 16 h 1022"/>
                <a:gd name="T54" fmla="*/ 340 w 508"/>
                <a:gd name="T55" fmla="*/ 21 h 1022"/>
                <a:gd name="T56" fmla="*/ 409 w 508"/>
                <a:gd name="T57" fmla="*/ 26 h 1022"/>
                <a:gd name="T58" fmla="*/ 475 w 508"/>
                <a:gd name="T59" fmla="*/ 28 h 1022"/>
                <a:gd name="T60" fmla="*/ 499 w 508"/>
                <a:gd name="T61" fmla="*/ 49 h 1022"/>
                <a:gd name="T62" fmla="*/ 497 w 508"/>
                <a:gd name="T63" fmla="*/ 121 h 1022"/>
                <a:gd name="T64" fmla="*/ 492 w 508"/>
                <a:gd name="T65" fmla="*/ 274 h 1022"/>
                <a:gd name="T66" fmla="*/ 490 w 508"/>
                <a:gd name="T67" fmla="*/ 371 h 1022"/>
                <a:gd name="T68" fmla="*/ 490 w 508"/>
                <a:gd name="T69" fmla="*/ 445 h 1022"/>
                <a:gd name="T70" fmla="*/ 492 w 508"/>
                <a:gd name="T71" fmla="*/ 502 h 1022"/>
                <a:gd name="T72" fmla="*/ 492 w 508"/>
                <a:gd name="T73" fmla="*/ 561 h 1022"/>
                <a:gd name="T74" fmla="*/ 494 w 508"/>
                <a:gd name="T75" fmla="*/ 618 h 1022"/>
                <a:gd name="T76" fmla="*/ 497 w 508"/>
                <a:gd name="T77" fmla="*/ 677 h 1022"/>
                <a:gd name="T78" fmla="*/ 499 w 508"/>
                <a:gd name="T79" fmla="*/ 734 h 1022"/>
                <a:gd name="T80" fmla="*/ 499 w 508"/>
                <a:gd name="T81" fmla="*/ 793 h 1022"/>
                <a:gd name="T82" fmla="*/ 501 w 508"/>
                <a:gd name="T83" fmla="*/ 850 h 1022"/>
                <a:gd name="T84" fmla="*/ 504 w 508"/>
                <a:gd name="T85" fmla="*/ 909 h 1022"/>
                <a:gd name="T86" fmla="*/ 506 w 508"/>
                <a:gd name="T87" fmla="*/ 966 h 1022"/>
                <a:gd name="T88" fmla="*/ 508 w 508"/>
                <a:gd name="T89" fmla="*/ 102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8" h="1022">
                  <a:moveTo>
                    <a:pt x="508" y="1022"/>
                  </a:moveTo>
                  <a:lnTo>
                    <a:pt x="499" y="1020"/>
                  </a:lnTo>
                  <a:lnTo>
                    <a:pt x="485" y="1020"/>
                  </a:lnTo>
                  <a:lnTo>
                    <a:pt x="473" y="1020"/>
                  </a:lnTo>
                  <a:lnTo>
                    <a:pt x="459" y="1020"/>
                  </a:lnTo>
                  <a:lnTo>
                    <a:pt x="447" y="1020"/>
                  </a:lnTo>
                  <a:lnTo>
                    <a:pt x="433" y="1020"/>
                  </a:lnTo>
                  <a:lnTo>
                    <a:pt x="421" y="1020"/>
                  </a:lnTo>
                  <a:lnTo>
                    <a:pt x="407" y="1018"/>
                  </a:lnTo>
                  <a:lnTo>
                    <a:pt x="395" y="1018"/>
                  </a:lnTo>
                  <a:lnTo>
                    <a:pt x="381" y="1018"/>
                  </a:lnTo>
                  <a:lnTo>
                    <a:pt x="369" y="1018"/>
                  </a:lnTo>
                  <a:lnTo>
                    <a:pt x="355" y="1015"/>
                  </a:lnTo>
                  <a:lnTo>
                    <a:pt x="352" y="1015"/>
                  </a:lnTo>
                  <a:lnTo>
                    <a:pt x="343" y="1015"/>
                  </a:lnTo>
                  <a:lnTo>
                    <a:pt x="329" y="1015"/>
                  </a:lnTo>
                  <a:lnTo>
                    <a:pt x="317" y="1013"/>
                  </a:lnTo>
                  <a:lnTo>
                    <a:pt x="303" y="1013"/>
                  </a:lnTo>
                  <a:lnTo>
                    <a:pt x="291" y="1013"/>
                  </a:lnTo>
                  <a:lnTo>
                    <a:pt x="277" y="1011"/>
                  </a:lnTo>
                  <a:lnTo>
                    <a:pt x="265" y="1011"/>
                  </a:lnTo>
                  <a:lnTo>
                    <a:pt x="251" y="1011"/>
                  </a:lnTo>
                  <a:lnTo>
                    <a:pt x="239" y="1008"/>
                  </a:lnTo>
                  <a:lnTo>
                    <a:pt x="224" y="1008"/>
                  </a:lnTo>
                  <a:lnTo>
                    <a:pt x="213" y="1006"/>
                  </a:lnTo>
                  <a:lnTo>
                    <a:pt x="198" y="1006"/>
                  </a:lnTo>
                  <a:lnTo>
                    <a:pt x="187" y="1006"/>
                  </a:lnTo>
                  <a:lnTo>
                    <a:pt x="172" y="1003"/>
                  </a:lnTo>
                  <a:lnTo>
                    <a:pt x="161" y="1003"/>
                  </a:lnTo>
                  <a:lnTo>
                    <a:pt x="146" y="1001"/>
                  </a:lnTo>
                  <a:lnTo>
                    <a:pt x="135" y="999"/>
                  </a:lnTo>
                  <a:lnTo>
                    <a:pt x="120" y="999"/>
                  </a:lnTo>
                  <a:lnTo>
                    <a:pt x="109" y="996"/>
                  </a:lnTo>
                  <a:lnTo>
                    <a:pt x="94" y="996"/>
                  </a:lnTo>
                  <a:lnTo>
                    <a:pt x="83" y="994"/>
                  </a:lnTo>
                  <a:lnTo>
                    <a:pt x="68" y="994"/>
                  </a:lnTo>
                  <a:lnTo>
                    <a:pt x="56" y="992"/>
                  </a:lnTo>
                  <a:lnTo>
                    <a:pt x="42" y="989"/>
                  </a:lnTo>
                  <a:lnTo>
                    <a:pt x="30" y="989"/>
                  </a:lnTo>
                  <a:lnTo>
                    <a:pt x="16" y="987"/>
                  </a:lnTo>
                  <a:lnTo>
                    <a:pt x="4" y="985"/>
                  </a:lnTo>
                  <a:lnTo>
                    <a:pt x="0" y="985"/>
                  </a:lnTo>
                  <a:lnTo>
                    <a:pt x="0" y="985"/>
                  </a:lnTo>
                  <a:lnTo>
                    <a:pt x="2" y="954"/>
                  </a:lnTo>
                  <a:lnTo>
                    <a:pt x="7" y="923"/>
                  </a:lnTo>
                  <a:lnTo>
                    <a:pt x="12" y="892"/>
                  </a:lnTo>
                  <a:lnTo>
                    <a:pt x="16" y="861"/>
                  </a:lnTo>
                  <a:lnTo>
                    <a:pt x="19" y="831"/>
                  </a:lnTo>
                  <a:lnTo>
                    <a:pt x="23" y="800"/>
                  </a:lnTo>
                  <a:lnTo>
                    <a:pt x="28" y="769"/>
                  </a:lnTo>
                  <a:lnTo>
                    <a:pt x="33" y="738"/>
                  </a:lnTo>
                  <a:lnTo>
                    <a:pt x="35" y="708"/>
                  </a:lnTo>
                  <a:lnTo>
                    <a:pt x="40" y="677"/>
                  </a:lnTo>
                  <a:lnTo>
                    <a:pt x="45" y="646"/>
                  </a:lnTo>
                  <a:lnTo>
                    <a:pt x="49" y="615"/>
                  </a:lnTo>
                  <a:lnTo>
                    <a:pt x="52" y="584"/>
                  </a:lnTo>
                  <a:lnTo>
                    <a:pt x="56" y="554"/>
                  </a:lnTo>
                  <a:lnTo>
                    <a:pt x="61" y="523"/>
                  </a:lnTo>
                  <a:lnTo>
                    <a:pt x="66" y="492"/>
                  </a:lnTo>
                  <a:lnTo>
                    <a:pt x="71" y="461"/>
                  </a:lnTo>
                  <a:lnTo>
                    <a:pt x="73" y="431"/>
                  </a:lnTo>
                  <a:lnTo>
                    <a:pt x="78" y="400"/>
                  </a:lnTo>
                  <a:lnTo>
                    <a:pt x="83" y="369"/>
                  </a:lnTo>
                  <a:lnTo>
                    <a:pt x="87" y="338"/>
                  </a:lnTo>
                  <a:lnTo>
                    <a:pt x="92" y="308"/>
                  </a:lnTo>
                  <a:lnTo>
                    <a:pt x="97" y="277"/>
                  </a:lnTo>
                  <a:lnTo>
                    <a:pt x="101" y="246"/>
                  </a:lnTo>
                  <a:lnTo>
                    <a:pt x="104" y="215"/>
                  </a:lnTo>
                  <a:lnTo>
                    <a:pt x="109" y="184"/>
                  </a:lnTo>
                  <a:lnTo>
                    <a:pt x="113" y="154"/>
                  </a:lnTo>
                  <a:lnTo>
                    <a:pt x="118" y="123"/>
                  </a:lnTo>
                  <a:lnTo>
                    <a:pt x="123" y="92"/>
                  </a:lnTo>
                  <a:lnTo>
                    <a:pt x="127" y="61"/>
                  </a:lnTo>
                  <a:lnTo>
                    <a:pt x="132" y="31"/>
                  </a:lnTo>
                  <a:lnTo>
                    <a:pt x="137" y="0"/>
                  </a:lnTo>
                  <a:lnTo>
                    <a:pt x="158" y="5"/>
                  </a:lnTo>
                  <a:lnTo>
                    <a:pt x="182" y="7"/>
                  </a:lnTo>
                  <a:lnTo>
                    <a:pt x="203" y="9"/>
                  </a:lnTo>
                  <a:lnTo>
                    <a:pt x="227" y="12"/>
                  </a:lnTo>
                  <a:lnTo>
                    <a:pt x="248" y="14"/>
                  </a:lnTo>
                  <a:lnTo>
                    <a:pt x="272" y="16"/>
                  </a:lnTo>
                  <a:lnTo>
                    <a:pt x="295" y="19"/>
                  </a:lnTo>
                  <a:lnTo>
                    <a:pt x="317" y="19"/>
                  </a:lnTo>
                  <a:lnTo>
                    <a:pt x="340" y="21"/>
                  </a:lnTo>
                  <a:lnTo>
                    <a:pt x="362" y="23"/>
                  </a:lnTo>
                  <a:lnTo>
                    <a:pt x="385" y="23"/>
                  </a:lnTo>
                  <a:lnTo>
                    <a:pt x="409" y="26"/>
                  </a:lnTo>
                  <a:lnTo>
                    <a:pt x="430" y="26"/>
                  </a:lnTo>
                  <a:lnTo>
                    <a:pt x="454" y="28"/>
                  </a:lnTo>
                  <a:lnTo>
                    <a:pt x="475" y="28"/>
                  </a:lnTo>
                  <a:lnTo>
                    <a:pt x="499" y="28"/>
                  </a:lnTo>
                  <a:lnTo>
                    <a:pt x="499" y="40"/>
                  </a:lnTo>
                  <a:lnTo>
                    <a:pt x="499" y="49"/>
                  </a:lnTo>
                  <a:lnTo>
                    <a:pt x="499" y="59"/>
                  </a:lnTo>
                  <a:lnTo>
                    <a:pt x="499" y="71"/>
                  </a:lnTo>
                  <a:lnTo>
                    <a:pt x="497" y="121"/>
                  </a:lnTo>
                  <a:lnTo>
                    <a:pt x="494" y="173"/>
                  </a:lnTo>
                  <a:lnTo>
                    <a:pt x="494" y="222"/>
                  </a:lnTo>
                  <a:lnTo>
                    <a:pt x="492" y="274"/>
                  </a:lnTo>
                  <a:lnTo>
                    <a:pt x="492" y="308"/>
                  </a:lnTo>
                  <a:lnTo>
                    <a:pt x="490" y="341"/>
                  </a:lnTo>
                  <a:lnTo>
                    <a:pt x="490" y="371"/>
                  </a:lnTo>
                  <a:lnTo>
                    <a:pt x="487" y="405"/>
                  </a:lnTo>
                  <a:lnTo>
                    <a:pt x="490" y="423"/>
                  </a:lnTo>
                  <a:lnTo>
                    <a:pt x="490" y="445"/>
                  </a:lnTo>
                  <a:lnTo>
                    <a:pt x="490" y="464"/>
                  </a:lnTo>
                  <a:lnTo>
                    <a:pt x="490" y="483"/>
                  </a:lnTo>
                  <a:lnTo>
                    <a:pt x="492" y="502"/>
                  </a:lnTo>
                  <a:lnTo>
                    <a:pt x="492" y="521"/>
                  </a:lnTo>
                  <a:lnTo>
                    <a:pt x="492" y="539"/>
                  </a:lnTo>
                  <a:lnTo>
                    <a:pt x="492" y="561"/>
                  </a:lnTo>
                  <a:lnTo>
                    <a:pt x="492" y="580"/>
                  </a:lnTo>
                  <a:lnTo>
                    <a:pt x="494" y="599"/>
                  </a:lnTo>
                  <a:lnTo>
                    <a:pt x="494" y="618"/>
                  </a:lnTo>
                  <a:lnTo>
                    <a:pt x="494" y="637"/>
                  </a:lnTo>
                  <a:lnTo>
                    <a:pt x="497" y="655"/>
                  </a:lnTo>
                  <a:lnTo>
                    <a:pt x="497" y="677"/>
                  </a:lnTo>
                  <a:lnTo>
                    <a:pt x="497" y="696"/>
                  </a:lnTo>
                  <a:lnTo>
                    <a:pt x="497" y="715"/>
                  </a:lnTo>
                  <a:lnTo>
                    <a:pt x="499" y="734"/>
                  </a:lnTo>
                  <a:lnTo>
                    <a:pt x="499" y="753"/>
                  </a:lnTo>
                  <a:lnTo>
                    <a:pt x="499" y="771"/>
                  </a:lnTo>
                  <a:lnTo>
                    <a:pt x="499" y="793"/>
                  </a:lnTo>
                  <a:lnTo>
                    <a:pt x="501" y="812"/>
                  </a:lnTo>
                  <a:lnTo>
                    <a:pt x="501" y="831"/>
                  </a:lnTo>
                  <a:lnTo>
                    <a:pt x="501" y="850"/>
                  </a:lnTo>
                  <a:lnTo>
                    <a:pt x="504" y="869"/>
                  </a:lnTo>
                  <a:lnTo>
                    <a:pt x="504" y="890"/>
                  </a:lnTo>
                  <a:lnTo>
                    <a:pt x="504" y="909"/>
                  </a:lnTo>
                  <a:lnTo>
                    <a:pt x="506" y="928"/>
                  </a:lnTo>
                  <a:lnTo>
                    <a:pt x="506" y="947"/>
                  </a:lnTo>
                  <a:lnTo>
                    <a:pt x="506" y="966"/>
                  </a:lnTo>
                  <a:lnTo>
                    <a:pt x="508" y="985"/>
                  </a:lnTo>
                  <a:lnTo>
                    <a:pt x="508" y="1006"/>
                  </a:lnTo>
                  <a:lnTo>
                    <a:pt x="508" y="102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D925240A-4CD0-49C0-8524-36E3C9E6C8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37315" y="3266542"/>
              <a:ext cx="1839834" cy="2051028"/>
            </a:xfrm>
            <a:custGeom>
              <a:avLst/>
              <a:gdLst>
                <a:gd name="T0" fmla="*/ 1143 w 1359"/>
                <a:gd name="T1" fmla="*/ 841 h 1515"/>
                <a:gd name="T2" fmla="*/ 838 w 1359"/>
                <a:gd name="T3" fmla="*/ 1262 h 1515"/>
                <a:gd name="T4" fmla="*/ 483 w 1359"/>
                <a:gd name="T5" fmla="*/ 211 h 1515"/>
                <a:gd name="T6" fmla="*/ 1131 w 1359"/>
                <a:gd name="T7" fmla="*/ 950 h 1515"/>
                <a:gd name="T8" fmla="*/ 852 w 1359"/>
                <a:gd name="T9" fmla="*/ 1255 h 1515"/>
                <a:gd name="T10" fmla="*/ 717 w 1359"/>
                <a:gd name="T11" fmla="*/ 1463 h 1515"/>
                <a:gd name="T12" fmla="*/ 897 w 1359"/>
                <a:gd name="T13" fmla="*/ 1392 h 1515"/>
                <a:gd name="T14" fmla="*/ 952 w 1359"/>
                <a:gd name="T15" fmla="*/ 1122 h 1515"/>
                <a:gd name="T16" fmla="*/ 1049 w 1359"/>
                <a:gd name="T17" fmla="*/ 1063 h 1515"/>
                <a:gd name="T18" fmla="*/ 1323 w 1359"/>
                <a:gd name="T19" fmla="*/ 973 h 1515"/>
                <a:gd name="T20" fmla="*/ 999 w 1359"/>
                <a:gd name="T21" fmla="*/ 618 h 1515"/>
                <a:gd name="T22" fmla="*/ 992 w 1359"/>
                <a:gd name="T23" fmla="*/ 692 h 1515"/>
                <a:gd name="T24" fmla="*/ 916 w 1359"/>
                <a:gd name="T25" fmla="*/ 718 h 1515"/>
                <a:gd name="T26" fmla="*/ 857 w 1359"/>
                <a:gd name="T27" fmla="*/ 661 h 1515"/>
                <a:gd name="T28" fmla="*/ 769 w 1359"/>
                <a:gd name="T29" fmla="*/ 616 h 1515"/>
                <a:gd name="T30" fmla="*/ 741 w 1359"/>
                <a:gd name="T31" fmla="*/ 531 h 1515"/>
                <a:gd name="T32" fmla="*/ 734 w 1359"/>
                <a:gd name="T33" fmla="*/ 471 h 1515"/>
                <a:gd name="T34" fmla="*/ 892 w 1359"/>
                <a:gd name="T35" fmla="*/ 417 h 1515"/>
                <a:gd name="T36" fmla="*/ 817 w 1359"/>
                <a:gd name="T37" fmla="*/ 334 h 1515"/>
                <a:gd name="T38" fmla="*/ 781 w 1359"/>
                <a:gd name="T39" fmla="*/ 235 h 1515"/>
                <a:gd name="T40" fmla="*/ 724 w 1359"/>
                <a:gd name="T41" fmla="*/ 145 h 1515"/>
                <a:gd name="T42" fmla="*/ 670 w 1359"/>
                <a:gd name="T43" fmla="*/ 123 h 1515"/>
                <a:gd name="T44" fmla="*/ 630 w 1359"/>
                <a:gd name="T45" fmla="*/ 69 h 1515"/>
                <a:gd name="T46" fmla="*/ 604 w 1359"/>
                <a:gd name="T47" fmla="*/ 22 h 1515"/>
                <a:gd name="T48" fmla="*/ 601 w 1359"/>
                <a:gd name="T49" fmla="*/ 78 h 1515"/>
                <a:gd name="T50" fmla="*/ 630 w 1359"/>
                <a:gd name="T51" fmla="*/ 138 h 1515"/>
                <a:gd name="T52" fmla="*/ 642 w 1359"/>
                <a:gd name="T53" fmla="*/ 197 h 1515"/>
                <a:gd name="T54" fmla="*/ 604 w 1359"/>
                <a:gd name="T55" fmla="*/ 216 h 1515"/>
                <a:gd name="T56" fmla="*/ 568 w 1359"/>
                <a:gd name="T57" fmla="*/ 256 h 1515"/>
                <a:gd name="T58" fmla="*/ 554 w 1359"/>
                <a:gd name="T59" fmla="*/ 270 h 1515"/>
                <a:gd name="T60" fmla="*/ 464 w 1359"/>
                <a:gd name="T61" fmla="*/ 254 h 1515"/>
                <a:gd name="T62" fmla="*/ 467 w 1359"/>
                <a:gd name="T63" fmla="*/ 211 h 1515"/>
                <a:gd name="T64" fmla="*/ 438 w 1359"/>
                <a:gd name="T65" fmla="*/ 166 h 1515"/>
                <a:gd name="T66" fmla="*/ 403 w 1359"/>
                <a:gd name="T67" fmla="*/ 107 h 1515"/>
                <a:gd name="T68" fmla="*/ 367 w 1359"/>
                <a:gd name="T69" fmla="*/ 69 h 1515"/>
                <a:gd name="T70" fmla="*/ 303 w 1359"/>
                <a:gd name="T71" fmla="*/ 71 h 1515"/>
                <a:gd name="T72" fmla="*/ 258 w 1359"/>
                <a:gd name="T73" fmla="*/ 55 h 1515"/>
                <a:gd name="T74" fmla="*/ 185 w 1359"/>
                <a:gd name="T75" fmla="*/ 5 h 1515"/>
                <a:gd name="T76" fmla="*/ 78 w 1359"/>
                <a:gd name="T77" fmla="*/ 43 h 1515"/>
                <a:gd name="T78" fmla="*/ 36 w 1359"/>
                <a:gd name="T79" fmla="*/ 126 h 1515"/>
                <a:gd name="T80" fmla="*/ 76 w 1359"/>
                <a:gd name="T81" fmla="*/ 223 h 1515"/>
                <a:gd name="T82" fmla="*/ 100 w 1359"/>
                <a:gd name="T83" fmla="*/ 287 h 1515"/>
                <a:gd name="T84" fmla="*/ 90 w 1359"/>
                <a:gd name="T85" fmla="*/ 348 h 1515"/>
                <a:gd name="T86" fmla="*/ 112 w 1359"/>
                <a:gd name="T87" fmla="*/ 405 h 1515"/>
                <a:gd name="T88" fmla="*/ 246 w 1359"/>
                <a:gd name="T89" fmla="*/ 568 h 1515"/>
                <a:gd name="T90" fmla="*/ 147 w 1359"/>
                <a:gd name="T91" fmla="*/ 758 h 1515"/>
                <a:gd name="T92" fmla="*/ 187 w 1359"/>
                <a:gd name="T93" fmla="*/ 805 h 1515"/>
                <a:gd name="T94" fmla="*/ 201 w 1359"/>
                <a:gd name="T95" fmla="*/ 852 h 1515"/>
                <a:gd name="T96" fmla="*/ 237 w 1359"/>
                <a:gd name="T97" fmla="*/ 919 h 1515"/>
                <a:gd name="T98" fmla="*/ 246 w 1359"/>
                <a:gd name="T99" fmla="*/ 997 h 1515"/>
                <a:gd name="T100" fmla="*/ 254 w 1359"/>
                <a:gd name="T101" fmla="*/ 1094 h 1515"/>
                <a:gd name="T102" fmla="*/ 493 w 1359"/>
                <a:gd name="T103" fmla="*/ 1482 h 1515"/>
                <a:gd name="T104" fmla="*/ 675 w 1359"/>
                <a:gd name="T105" fmla="*/ 1458 h 1515"/>
                <a:gd name="T106" fmla="*/ 788 w 1359"/>
                <a:gd name="T107" fmla="*/ 1309 h 1515"/>
                <a:gd name="T108" fmla="*/ 805 w 1359"/>
                <a:gd name="T109" fmla="*/ 1141 h 1515"/>
                <a:gd name="T110" fmla="*/ 888 w 1359"/>
                <a:gd name="T111" fmla="*/ 1037 h 1515"/>
                <a:gd name="T112" fmla="*/ 952 w 1359"/>
                <a:gd name="T113" fmla="*/ 897 h 1515"/>
                <a:gd name="T114" fmla="*/ 1096 w 1359"/>
                <a:gd name="T115" fmla="*/ 812 h 1515"/>
                <a:gd name="T116" fmla="*/ 1217 w 1359"/>
                <a:gd name="T117" fmla="*/ 755 h 1515"/>
                <a:gd name="T118" fmla="*/ 1273 w 1359"/>
                <a:gd name="T119" fmla="*/ 718 h 1515"/>
                <a:gd name="T120" fmla="*/ 1300 w 1359"/>
                <a:gd name="T121" fmla="*/ 635 h 1515"/>
                <a:gd name="T122" fmla="*/ 1328 w 1359"/>
                <a:gd name="T123" fmla="*/ 559 h 1515"/>
                <a:gd name="T124" fmla="*/ 1321 w 1359"/>
                <a:gd name="T125" fmla="*/ 1011 h 1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59" h="1515">
                  <a:moveTo>
                    <a:pt x="848" y="1222"/>
                  </a:moveTo>
                  <a:lnTo>
                    <a:pt x="848" y="1219"/>
                  </a:lnTo>
                  <a:lnTo>
                    <a:pt x="850" y="1219"/>
                  </a:lnTo>
                  <a:lnTo>
                    <a:pt x="850" y="1219"/>
                  </a:lnTo>
                  <a:lnTo>
                    <a:pt x="852" y="1215"/>
                  </a:lnTo>
                  <a:lnTo>
                    <a:pt x="852" y="1215"/>
                  </a:lnTo>
                  <a:lnTo>
                    <a:pt x="850" y="1215"/>
                  </a:lnTo>
                  <a:lnTo>
                    <a:pt x="850" y="1215"/>
                  </a:lnTo>
                  <a:lnTo>
                    <a:pt x="848" y="1215"/>
                  </a:lnTo>
                  <a:lnTo>
                    <a:pt x="848" y="1217"/>
                  </a:lnTo>
                  <a:lnTo>
                    <a:pt x="848" y="1217"/>
                  </a:lnTo>
                  <a:lnTo>
                    <a:pt x="845" y="1219"/>
                  </a:lnTo>
                  <a:lnTo>
                    <a:pt x="848" y="1219"/>
                  </a:lnTo>
                  <a:lnTo>
                    <a:pt x="848" y="1219"/>
                  </a:lnTo>
                  <a:lnTo>
                    <a:pt x="848" y="1222"/>
                  </a:lnTo>
                  <a:close/>
                  <a:moveTo>
                    <a:pt x="706" y="1473"/>
                  </a:moveTo>
                  <a:lnTo>
                    <a:pt x="706" y="1473"/>
                  </a:lnTo>
                  <a:lnTo>
                    <a:pt x="706" y="1475"/>
                  </a:lnTo>
                  <a:lnTo>
                    <a:pt x="703" y="1475"/>
                  </a:lnTo>
                  <a:lnTo>
                    <a:pt x="703" y="1475"/>
                  </a:lnTo>
                  <a:lnTo>
                    <a:pt x="698" y="1477"/>
                  </a:lnTo>
                  <a:lnTo>
                    <a:pt x="698" y="1477"/>
                  </a:lnTo>
                  <a:lnTo>
                    <a:pt x="698" y="1477"/>
                  </a:lnTo>
                  <a:lnTo>
                    <a:pt x="696" y="1480"/>
                  </a:lnTo>
                  <a:lnTo>
                    <a:pt x="696" y="1480"/>
                  </a:lnTo>
                  <a:lnTo>
                    <a:pt x="696" y="1480"/>
                  </a:lnTo>
                  <a:lnTo>
                    <a:pt x="696" y="1482"/>
                  </a:lnTo>
                  <a:lnTo>
                    <a:pt x="698" y="1482"/>
                  </a:lnTo>
                  <a:lnTo>
                    <a:pt x="698" y="1482"/>
                  </a:lnTo>
                  <a:lnTo>
                    <a:pt x="698" y="1482"/>
                  </a:lnTo>
                  <a:lnTo>
                    <a:pt x="698" y="1482"/>
                  </a:lnTo>
                  <a:lnTo>
                    <a:pt x="703" y="1482"/>
                  </a:lnTo>
                  <a:lnTo>
                    <a:pt x="703" y="1480"/>
                  </a:lnTo>
                  <a:lnTo>
                    <a:pt x="706" y="1480"/>
                  </a:lnTo>
                  <a:lnTo>
                    <a:pt x="706" y="1477"/>
                  </a:lnTo>
                  <a:lnTo>
                    <a:pt x="708" y="1477"/>
                  </a:lnTo>
                  <a:lnTo>
                    <a:pt x="708" y="1477"/>
                  </a:lnTo>
                  <a:lnTo>
                    <a:pt x="708" y="1475"/>
                  </a:lnTo>
                  <a:lnTo>
                    <a:pt x="708" y="1475"/>
                  </a:lnTo>
                  <a:lnTo>
                    <a:pt x="710" y="1473"/>
                  </a:lnTo>
                  <a:lnTo>
                    <a:pt x="710" y="1473"/>
                  </a:lnTo>
                  <a:lnTo>
                    <a:pt x="710" y="1473"/>
                  </a:lnTo>
                  <a:lnTo>
                    <a:pt x="710" y="1473"/>
                  </a:lnTo>
                  <a:lnTo>
                    <a:pt x="710" y="1470"/>
                  </a:lnTo>
                  <a:lnTo>
                    <a:pt x="710" y="1470"/>
                  </a:lnTo>
                  <a:lnTo>
                    <a:pt x="706" y="1473"/>
                  </a:lnTo>
                  <a:lnTo>
                    <a:pt x="706" y="1473"/>
                  </a:lnTo>
                  <a:close/>
                  <a:moveTo>
                    <a:pt x="1245" y="857"/>
                  </a:moveTo>
                  <a:lnTo>
                    <a:pt x="1245" y="855"/>
                  </a:lnTo>
                  <a:lnTo>
                    <a:pt x="1245" y="855"/>
                  </a:lnTo>
                  <a:lnTo>
                    <a:pt x="1245" y="852"/>
                  </a:lnTo>
                  <a:lnTo>
                    <a:pt x="1245" y="852"/>
                  </a:lnTo>
                  <a:lnTo>
                    <a:pt x="1243" y="850"/>
                  </a:lnTo>
                  <a:lnTo>
                    <a:pt x="1243" y="850"/>
                  </a:lnTo>
                  <a:lnTo>
                    <a:pt x="1238" y="848"/>
                  </a:lnTo>
                  <a:lnTo>
                    <a:pt x="1238" y="848"/>
                  </a:lnTo>
                  <a:lnTo>
                    <a:pt x="1236" y="848"/>
                  </a:lnTo>
                  <a:lnTo>
                    <a:pt x="1236" y="848"/>
                  </a:lnTo>
                  <a:lnTo>
                    <a:pt x="1236" y="845"/>
                  </a:lnTo>
                  <a:lnTo>
                    <a:pt x="1233" y="845"/>
                  </a:lnTo>
                  <a:lnTo>
                    <a:pt x="1233" y="845"/>
                  </a:lnTo>
                  <a:lnTo>
                    <a:pt x="1231" y="845"/>
                  </a:lnTo>
                  <a:lnTo>
                    <a:pt x="1231" y="845"/>
                  </a:lnTo>
                  <a:lnTo>
                    <a:pt x="1231" y="843"/>
                  </a:lnTo>
                  <a:lnTo>
                    <a:pt x="1226" y="843"/>
                  </a:lnTo>
                  <a:lnTo>
                    <a:pt x="1226" y="841"/>
                  </a:lnTo>
                  <a:lnTo>
                    <a:pt x="1224" y="841"/>
                  </a:lnTo>
                  <a:lnTo>
                    <a:pt x="1224" y="843"/>
                  </a:lnTo>
                  <a:lnTo>
                    <a:pt x="1221" y="843"/>
                  </a:lnTo>
                  <a:lnTo>
                    <a:pt x="1221" y="843"/>
                  </a:lnTo>
                  <a:lnTo>
                    <a:pt x="1219" y="843"/>
                  </a:lnTo>
                  <a:lnTo>
                    <a:pt x="1217" y="843"/>
                  </a:lnTo>
                  <a:lnTo>
                    <a:pt x="1212" y="845"/>
                  </a:lnTo>
                  <a:lnTo>
                    <a:pt x="1207" y="845"/>
                  </a:lnTo>
                  <a:lnTo>
                    <a:pt x="1207" y="845"/>
                  </a:lnTo>
                  <a:lnTo>
                    <a:pt x="1207" y="845"/>
                  </a:lnTo>
                  <a:lnTo>
                    <a:pt x="1205" y="845"/>
                  </a:lnTo>
                  <a:lnTo>
                    <a:pt x="1205" y="845"/>
                  </a:lnTo>
                  <a:lnTo>
                    <a:pt x="1205" y="845"/>
                  </a:lnTo>
                  <a:lnTo>
                    <a:pt x="1202" y="843"/>
                  </a:lnTo>
                  <a:lnTo>
                    <a:pt x="1202" y="843"/>
                  </a:lnTo>
                  <a:lnTo>
                    <a:pt x="1200" y="843"/>
                  </a:lnTo>
                  <a:lnTo>
                    <a:pt x="1200" y="843"/>
                  </a:lnTo>
                  <a:lnTo>
                    <a:pt x="1198" y="843"/>
                  </a:lnTo>
                  <a:lnTo>
                    <a:pt x="1195" y="843"/>
                  </a:lnTo>
                  <a:lnTo>
                    <a:pt x="1195" y="843"/>
                  </a:lnTo>
                  <a:lnTo>
                    <a:pt x="1195" y="843"/>
                  </a:lnTo>
                  <a:lnTo>
                    <a:pt x="1193" y="843"/>
                  </a:lnTo>
                  <a:lnTo>
                    <a:pt x="1193" y="843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6" y="841"/>
                  </a:lnTo>
                  <a:lnTo>
                    <a:pt x="1186" y="841"/>
                  </a:lnTo>
                  <a:lnTo>
                    <a:pt x="1184" y="838"/>
                  </a:lnTo>
                  <a:lnTo>
                    <a:pt x="1181" y="838"/>
                  </a:lnTo>
                  <a:lnTo>
                    <a:pt x="1179" y="838"/>
                  </a:lnTo>
                  <a:lnTo>
                    <a:pt x="1176" y="838"/>
                  </a:lnTo>
                  <a:lnTo>
                    <a:pt x="1172" y="838"/>
                  </a:lnTo>
                  <a:lnTo>
                    <a:pt x="1172" y="838"/>
                  </a:lnTo>
                  <a:lnTo>
                    <a:pt x="1169" y="838"/>
                  </a:lnTo>
                  <a:lnTo>
                    <a:pt x="1167" y="841"/>
                  </a:lnTo>
                  <a:lnTo>
                    <a:pt x="1167" y="841"/>
                  </a:lnTo>
                  <a:lnTo>
                    <a:pt x="1162" y="838"/>
                  </a:lnTo>
                  <a:lnTo>
                    <a:pt x="1160" y="841"/>
                  </a:lnTo>
                  <a:lnTo>
                    <a:pt x="1160" y="841"/>
                  </a:lnTo>
                  <a:lnTo>
                    <a:pt x="1155" y="838"/>
                  </a:lnTo>
                  <a:lnTo>
                    <a:pt x="1155" y="838"/>
                  </a:lnTo>
                  <a:lnTo>
                    <a:pt x="1150" y="841"/>
                  </a:lnTo>
                  <a:lnTo>
                    <a:pt x="1143" y="841"/>
                  </a:lnTo>
                  <a:lnTo>
                    <a:pt x="1139" y="841"/>
                  </a:lnTo>
                  <a:lnTo>
                    <a:pt x="1129" y="843"/>
                  </a:lnTo>
                  <a:lnTo>
                    <a:pt x="1122" y="845"/>
                  </a:lnTo>
                  <a:lnTo>
                    <a:pt x="1117" y="848"/>
                  </a:lnTo>
                  <a:lnTo>
                    <a:pt x="1113" y="848"/>
                  </a:lnTo>
                  <a:lnTo>
                    <a:pt x="1098" y="852"/>
                  </a:lnTo>
                  <a:lnTo>
                    <a:pt x="1096" y="852"/>
                  </a:lnTo>
                  <a:lnTo>
                    <a:pt x="1094" y="852"/>
                  </a:lnTo>
                  <a:lnTo>
                    <a:pt x="1094" y="852"/>
                  </a:lnTo>
                  <a:lnTo>
                    <a:pt x="1087" y="852"/>
                  </a:lnTo>
                  <a:lnTo>
                    <a:pt x="1082" y="855"/>
                  </a:lnTo>
                  <a:lnTo>
                    <a:pt x="1082" y="855"/>
                  </a:lnTo>
                  <a:lnTo>
                    <a:pt x="1082" y="855"/>
                  </a:lnTo>
                  <a:lnTo>
                    <a:pt x="1082" y="857"/>
                  </a:lnTo>
                  <a:lnTo>
                    <a:pt x="1082" y="857"/>
                  </a:lnTo>
                  <a:lnTo>
                    <a:pt x="1079" y="857"/>
                  </a:lnTo>
                  <a:lnTo>
                    <a:pt x="1079" y="857"/>
                  </a:lnTo>
                  <a:lnTo>
                    <a:pt x="1077" y="860"/>
                  </a:lnTo>
                  <a:lnTo>
                    <a:pt x="1072" y="864"/>
                  </a:lnTo>
                  <a:lnTo>
                    <a:pt x="1070" y="867"/>
                  </a:lnTo>
                  <a:lnTo>
                    <a:pt x="1070" y="869"/>
                  </a:lnTo>
                  <a:lnTo>
                    <a:pt x="1072" y="869"/>
                  </a:lnTo>
                  <a:lnTo>
                    <a:pt x="1072" y="869"/>
                  </a:lnTo>
                  <a:lnTo>
                    <a:pt x="1075" y="869"/>
                  </a:lnTo>
                  <a:lnTo>
                    <a:pt x="1075" y="871"/>
                  </a:lnTo>
                  <a:lnTo>
                    <a:pt x="1077" y="871"/>
                  </a:lnTo>
                  <a:lnTo>
                    <a:pt x="1079" y="871"/>
                  </a:lnTo>
                  <a:lnTo>
                    <a:pt x="1079" y="871"/>
                  </a:lnTo>
                  <a:lnTo>
                    <a:pt x="1079" y="869"/>
                  </a:lnTo>
                  <a:lnTo>
                    <a:pt x="1079" y="869"/>
                  </a:lnTo>
                  <a:lnTo>
                    <a:pt x="1082" y="869"/>
                  </a:lnTo>
                  <a:lnTo>
                    <a:pt x="1084" y="869"/>
                  </a:lnTo>
                  <a:lnTo>
                    <a:pt x="1084" y="871"/>
                  </a:lnTo>
                  <a:lnTo>
                    <a:pt x="1094" y="871"/>
                  </a:lnTo>
                  <a:lnTo>
                    <a:pt x="1101" y="869"/>
                  </a:lnTo>
                  <a:lnTo>
                    <a:pt x="1108" y="869"/>
                  </a:lnTo>
                  <a:lnTo>
                    <a:pt x="1120" y="871"/>
                  </a:lnTo>
                  <a:lnTo>
                    <a:pt x="1127" y="874"/>
                  </a:lnTo>
                  <a:lnTo>
                    <a:pt x="1129" y="876"/>
                  </a:lnTo>
                  <a:lnTo>
                    <a:pt x="1131" y="876"/>
                  </a:lnTo>
                  <a:lnTo>
                    <a:pt x="1131" y="876"/>
                  </a:lnTo>
                  <a:lnTo>
                    <a:pt x="1134" y="879"/>
                  </a:lnTo>
                  <a:lnTo>
                    <a:pt x="1134" y="881"/>
                  </a:lnTo>
                  <a:lnTo>
                    <a:pt x="1134" y="881"/>
                  </a:lnTo>
                  <a:lnTo>
                    <a:pt x="1136" y="881"/>
                  </a:lnTo>
                  <a:lnTo>
                    <a:pt x="1139" y="883"/>
                  </a:lnTo>
                  <a:lnTo>
                    <a:pt x="1139" y="883"/>
                  </a:lnTo>
                  <a:lnTo>
                    <a:pt x="1146" y="883"/>
                  </a:lnTo>
                  <a:lnTo>
                    <a:pt x="1148" y="883"/>
                  </a:lnTo>
                  <a:lnTo>
                    <a:pt x="1150" y="883"/>
                  </a:lnTo>
                  <a:lnTo>
                    <a:pt x="1150" y="883"/>
                  </a:lnTo>
                  <a:lnTo>
                    <a:pt x="1153" y="883"/>
                  </a:lnTo>
                  <a:lnTo>
                    <a:pt x="1158" y="883"/>
                  </a:lnTo>
                  <a:lnTo>
                    <a:pt x="1162" y="883"/>
                  </a:lnTo>
                  <a:lnTo>
                    <a:pt x="1165" y="883"/>
                  </a:lnTo>
                  <a:lnTo>
                    <a:pt x="1169" y="883"/>
                  </a:lnTo>
                  <a:lnTo>
                    <a:pt x="1181" y="881"/>
                  </a:lnTo>
                  <a:lnTo>
                    <a:pt x="1193" y="881"/>
                  </a:lnTo>
                  <a:lnTo>
                    <a:pt x="1202" y="876"/>
                  </a:lnTo>
                  <a:lnTo>
                    <a:pt x="1210" y="876"/>
                  </a:lnTo>
                  <a:lnTo>
                    <a:pt x="1212" y="874"/>
                  </a:lnTo>
                  <a:lnTo>
                    <a:pt x="1214" y="874"/>
                  </a:lnTo>
                  <a:lnTo>
                    <a:pt x="1217" y="876"/>
                  </a:lnTo>
                  <a:lnTo>
                    <a:pt x="1217" y="876"/>
                  </a:lnTo>
                  <a:lnTo>
                    <a:pt x="1219" y="874"/>
                  </a:lnTo>
                  <a:lnTo>
                    <a:pt x="1224" y="869"/>
                  </a:lnTo>
                  <a:lnTo>
                    <a:pt x="1229" y="869"/>
                  </a:lnTo>
                  <a:lnTo>
                    <a:pt x="1238" y="864"/>
                  </a:lnTo>
                  <a:lnTo>
                    <a:pt x="1238" y="862"/>
                  </a:lnTo>
                  <a:lnTo>
                    <a:pt x="1240" y="862"/>
                  </a:lnTo>
                  <a:lnTo>
                    <a:pt x="1240" y="862"/>
                  </a:lnTo>
                  <a:lnTo>
                    <a:pt x="1243" y="860"/>
                  </a:lnTo>
                  <a:lnTo>
                    <a:pt x="1243" y="857"/>
                  </a:lnTo>
                  <a:lnTo>
                    <a:pt x="1245" y="857"/>
                  </a:lnTo>
                  <a:lnTo>
                    <a:pt x="1245" y="857"/>
                  </a:lnTo>
                  <a:lnTo>
                    <a:pt x="1245" y="857"/>
                  </a:lnTo>
                  <a:lnTo>
                    <a:pt x="1245" y="857"/>
                  </a:lnTo>
                  <a:close/>
                  <a:moveTo>
                    <a:pt x="703" y="1466"/>
                  </a:moveTo>
                  <a:lnTo>
                    <a:pt x="706" y="1468"/>
                  </a:lnTo>
                  <a:lnTo>
                    <a:pt x="706" y="1468"/>
                  </a:lnTo>
                  <a:lnTo>
                    <a:pt x="706" y="1468"/>
                  </a:lnTo>
                  <a:lnTo>
                    <a:pt x="706" y="1468"/>
                  </a:lnTo>
                  <a:lnTo>
                    <a:pt x="708" y="1468"/>
                  </a:lnTo>
                  <a:lnTo>
                    <a:pt x="708" y="1468"/>
                  </a:lnTo>
                  <a:lnTo>
                    <a:pt x="708" y="1468"/>
                  </a:lnTo>
                  <a:lnTo>
                    <a:pt x="710" y="1468"/>
                  </a:lnTo>
                  <a:lnTo>
                    <a:pt x="710" y="1468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13" y="1466"/>
                  </a:lnTo>
                  <a:lnTo>
                    <a:pt x="713" y="1466"/>
                  </a:lnTo>
                  <a:lnTo>
                    <a:pt x="713" y="1466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08" y="1463"/>
                  </a:lnTo>
                  <a:lnTo>
                    <a:pt x="708" y="1463"/>
                  </a:lnTo>
                  <a:lnTo>
                    <a:pt x="708" y="1463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close/>
                  <a:moveTo>
                    <a:pt x="831" y="1279"/>
                  </a:moveTo>
                  <a:lnTo>
                    <a:pt x="833" y="1274"/>
                  </a:lnTo>
                  <a:lnTo>
                    <a:pt x="836" y="1269"/>
                  </a:lnTo>
                  <a:lnTo>
                    <a:pt x="836" y="1267"/>
                  </a:lnTo>
                  <a:lnTo>
                    <a:pt x="838" y="1267"/>
                  </a:lnTo>
                  <a:lnTo>
                    <a:pt x="838" y="1262"/>
                  </a:lnTo>
                  <a:lnTo>
                    <a:pt x="838" y="1262"/>
                  </a:lnTo>
                  <a:lnTo>
                    <a:pt x="838" y="1260"/>
                  </a:lnTo>
                  <a:lnTo>
                    <a:pt x="838" y="1260"/>
                  </a:lnTo>
                  <a:lnTo>
                    <a:pt x="836" y="1260"/>
                  </a:lnTo>
                  <a:lnTo>
                    <a:pt x="836" y="1260"/>
                  </a:lnTo>
                  <a:lnTo>
                    <a:pt x="833" y="1260"/>
                  </a:lnTo>
                  <a:lnTo>
                    <a:pt x="831" y="1264"/>
                  </a:lnTo>
                  <a:lnTo>
                    <a:pt x="829" y="1269"/>
                  </a:lnTo>
                  <a:lnTo>
                    <a:pt x="826" y="1276"/>
                  </a:lnTo>
                  <a:lnTo>
                    <a:pt x="824" y="1279"/>
                  </a:lnTo>
                  <a:lnTo>
                    <a:pt x="826" y="1281"/>
                  </a:lnTo>
                  <a:lnTo>
                    <a:pt x="829" y="1279"/>
                  </a:lnTo>
                  <a:lnTo>
                    <a:pt x="831" y="1279"/>
                  </a:lnTo>
                  <a:close/>
                  <a:moveTo>
                    <a:pt x="703" y="1463"/>
                  </a:moveTo>
                  <a:lnTo>
                    <a:pt x="703" y="1463"/>
                  </a:lnTo>
                  <a:lnTo>
                    <a:pt x="703" y="1463"/>
                  </a:lnTo>
                  <a:lnTo>
                    <a:pt x="706" y="1463"/>
                  </a:lnTo>
                  <a:lnTo>
                    <a:pt x="706" y="1463"/>
                  </a:lnTo>
                  <a:lnTo>
                    <a:pt x="706" y="1463"/>
                  </a:lnTo>
                  <a:lnTo>
                    <a:pt x="706" y="1463"/>
                  </a:lnTo>
                  <a:lnTo>
                    <a:pt x="710" y="1458"/>
                  </a:lnTo>
                  <a:lnTo>
                    <a:pt x="713" y="1458"/>
                  </a:lnTo>
                  <a:lnTo>
                    <a:pt x="713" y="1456"/>
                  </a:lnTo>
                  <a:lnTo>
                    <a:pt x="713" y="1456"/>
                  </a:lnTo>
                  <a:lnTo>
                    <a:pt x="717" y="1456"/>
                  </a:lnTo>
                  <a:lnTo>
                    <a:pt x="724" y="1456"/>
                  </a:lnTo>
                  <a:lnTo>
                    <a:pt x="724" y="1456"/>
                  </a:lnTo>
                  <a:lnTo>
                    <a:pt x="724" y="1454"/>
                  </a:lnTo>
                  <a:lnTo>
                    <a:pt x="727" y="1454"/>
                  </a:lnTo>
                  <a:lnTo>
                    <a:pt x="727" y="1454"/>
                  </a:lnTo>
                  <a:lnTo>
                    <a:pt x="727" y="1454"/>
                  </a:lnTo>
                  <a:lnTo>
                    <a:pt x="727" y="1451"/>
                  </a:lnTo>
                  <a:lnTo>
                    <a:pt x="727" y="1451"/>
                  </a:lnTo>
                  <a:lnTo>
                    <a:pt x="727" y="1451"/>
                  </a:lnTo>
                  <a:lnTo>
                    <a:pt x="727" y="1451"/>
                  </a:lnTo>
                  <a:lnTo>
                    <a:pt x="727" y="1449"/>
                  </a:lnTo>
                  <a:lnTo>
                    <a:pt x="727" y="1449"/>
                  </a:lnTo>
                  <a:lnTo>
                    <a:pt x="727" y="1449"/>
                  </a:lnTo>
                  <a:lnTo>
                    <a:pt x="727" y="1447"/>
                  </a:lnTo>
                  <a:lnTo>
                    <a:pt x="727" y="1447"/>
                  </a:lnTo>
                  <a:lnTo>
                    <a:pt x="727" y="1444"/>
                  </a:lnTo>
                  <a:lnTo>
                    <a:pt x="724" y="1444"/>
                  </a:lnTo>
                  <a:lnTo>
                    <a:pt x="724" y="1442"/>
                  </a:lnTo>
                  <a:lnTo>
                    <a:pt x="727" y="1442"/>
                  </a:lnTo>
                  <a:lnTo>
                    <a:pt x="727" y="1440"/>
                  </a:lnTo>
                  <a:lnTo>
                    <a:pt x="727" y="1440"/>
                  </a:lnTo>
                  <a:lnTo>
                    <a:pt x="727" y="1440"/>
                  </a:lnTo>
                  <a:lnTo>
                    <a:pt x="727" y="1437"/>
                  </a:lnTo>
                  <a:lnTo>
                    <a:pt x="724" y="1432"/>
                  </a:lnTo>
                  <a:lnTo>
                    <a:pt x="724" y="1430"/>
                  </a:lnTo>
                  <a:lnTo>
                    <a:pt x="724" y="1430"/>
                  </a:lnTo>
                  <a:lnTo>
                    <a:pt x="724" y="1428"/>
                  </a:lnTo>
                  <a:lnTo>
                    <a:pt x="724" y="1428"/>
                  </a:lnTo>
                  <a:lnTo>
                    <a:pt x="724" y="1430"/>
                  </a:lnTo>
                  <a:lnTo>
                    <a:pt x="722" y="1430"/>
                  </a:lnTo>
                  <a:lnTo>
                    <a:pt x="722" y="1430"/>
                  </a:lnTo>
                  <a:lnTo>
                    <a:pt x="722" y="1430"/>
                  </a:lnTo>
                  <a:lnTo>
                    <a:pt x="722" y="1432"/>
                  </a:lnTo>
                  <a:lnTo>
                    <a:pt x="720" y="1437"/>
                  </a:lnTo>
                  <a:lnTo>
                    <a:pt x="717" y="1437"/>
                  </a:lnTo>
                  <a:lnTo>
                    <a:pt x="717" y="1440"/>
                  </a:lnTo>
                  <a:lnTo>
                    <a:pt x="717" y="1442"/>
                  </a:lnTo>
                  <a:lnTo>
                    <a:pt x="717" y="1442"/>
                  </a:lnTo>
                  <a:lnTo>
                    <a:pt x="717" y="1444"/>
                  </a:lnTo>
                  <a:lnTo>
                    <a:pt x="717" y="1447"/>
                  </a:lnTo>
                  <a:lnTo>
                    <a:pt x="715" y="1449"/>
                  </a:lnTo>
                  <a:lnTo>
                    <a:pt x="713" y="1451"/>
                  </a:lnTo>
                  <a:lnTo>
                    <a:pt x="713" y="1451"/>
                  </a:lnTo>
                  <a:lnTo>
                    <a:pt x="713" y="1451"/>
                  </a:lnTo>
                  <a:lnTo>
                    <a:pt x="710" y="1451"/>
                  </a:lnTo>
                  <a:lnTo>
                    <a:pt x="710" y="1451"/>
                  </a:lnTo>
                  <a:lnTo>
                    <a:pt x="710" y="1451"/>
                  </a:lnTo>
                  <a:lnTo>
                    <a:pt x="708" y="1454"/>
                  </a:lnTo>
                  <a:lnTo>
                    <a:pt x="708" y="1454"/>
                  </a:lnTo>
                  <a:lnTo>
                    <a:pt x="708" y="1454"/>
                  </a:lnTo>
                  <a:lnTo>
                    <a:pt x="708" y="1456"/>
                  </a:lnTo>
                  <a:lnTo>
                    <a:pt x="708" y="1456"/>
                  </a:lnTo>
                  <a:lnTo>
                    <a:pt x="706" y="1458"/>
                  </a:lnTo>
                  <a:lnTo>
                    <a:pt x="703" y="1461"/>
                  </a:lnTo>
                  <a:lnTo>
                    <a:pt x="703" y="1463"/>
                  </a:lnTo>
                  <a:lnTo>
                    <a:pt x="703" y="1463"/>
                  </a:lnTo>
                  <a:lnTo>
                    <a:pt x="703" y="1463"/>
                  </a:lnTo>
                  <a:close/>
                  <a:moveTo>
                    <a:pt x="471" y="206"/>
                  </a:moveTo>
                  <a:lnTo>
                    <a:pt x="474" y="209"/>
                  </a:lnTo>
                  <a:lnTo>
                    <a:pt x="476" y="211"/>
                  </a:lnTo>
                  <a:lnTo>
                    <a:pt x="476" y="211"/>
                  </a:lnTo>
                  <a:lnTo>
                    <a:pt x="476" y="211"/>
                  </a:lnTo>
                  <a:lnTo>
                    <a:pt x="476" y="213"/>
                  </a:lnTo>
                  <a:lnTo>
                    <a:pt x="476" y="213"/>
                  </a:lnTo>
                  <a:lnTo>
                    <a:pt x="476" y="216"/>
                  </a:lnTo>
                  <a:lnTo>
                    <a:pt x="476" y="216"/>
                  </a:lnTo>
                  <a:lnTo>
                    <a:pt x="476" y="216"/>
                  </a:lnTo>
                  <a:lnTo>
                    <a:pt x="478" y="218"/>
                  </a:lnTo>
                  <a:lnTo>
                    <a:pt x="478" y="218"/>
                  </a:lnTo>
                  <a:lnTo>
                    <a:pt x="478" y="218"/>
                  </a:lnTo>
                  <a:lnTo>
                    <a:pt x="478" y="220"/>
                  </a:lnTo>
                  <a:lnTo>
                    <a:pt x="478" y="223"/>
                  </a:lnTo>
                  <a:lnTo>
                    <a:pt x="478" y="223"/>
                  </a:lnTo>
                  <a:lnTo>
                    <a:pt x="478" y="223"/>
                  </a:lnTo>
                  <a:lnTo>
                    <a:pt x="481" y="220"/>
                  </a:lnTo>
                  <a:lnTo>
                    <a:pt x="478" y="218"/>
                  </a:lnTo>
                  <a:lnTo>
                    <a:pt x="481" y="220"/>
                  </a:lnTo>
                  <a:lnTo>
                    <a:pt x="483" y="220"/>
                  </a:lnTo>
                  <a:lnTo>
                    <a:pt x="483" y="218"/>
                  </a:lnTo>
                  <a:lnTo>
                    <a:pt x="483" y="218"/>
                  </a:lnTo>
                  <a:lnTo>
                    <a:pt x="483" y="216"/>
                  </a:lnTo>
                  <a:lnTo>
                    <a:pt x="483" y="213"/>
                  </a:lnTo>
                  <a:lnTo>
                    <a:pt x="483" y="213"/>
                  </a:lnTo>
                  <a:lnTo>
                    <a:pt x="483" y="213"/>
                  </a:lnTo>
                  <a:lnTo>
                    <a:pt x="483" y="211"/>
                  </a:lnTo>
                  <a:lnTo>
                    <a:pt x="483" y="211"/>
                  </a:lnTo>
                  <a:lnTo>
                    <a:pt x="483" y="211"/>
                  </a:lnTo>
                  <a:lnTo>
                    <a:pt x="483" y="211"/>
                  </a:lnTo>
                  <a:lnTo>
                    <a:pt x="483" y="209"/>
                  </a:lnTo>
                  <a:lnTo>
                    <a:pt x="481" y="209"/>
                  </a:lnTo>
                  <a:lnTo>
                    <a:pt x="481" y="211"/>
                  </a:lnTo>
                  <a:lnTo>
                    <a:pt x="481" y="209"/>
                  </a:lnTo>
                  <a:lnTo>
                    <a:pt x="478" y="209"/>
                  </a:lnTo>
                  <a:lnTo>
                    <a:pt x="478" y="204"/>
                  </a:lnTo>
                  <a:lnTo>
                    <a:pt x="478" y="204"/>
                  </a:lnTo>
                  <a:lnTo>
                    <a:pt x="476" y="204"/>
                  </a:lnTo>
                  <a:lnTo>
                    <a:pt x="476" y="204"/>
                  </a:lnTo>
                  <a:lnTo>
                    <a:pt x="474" y="204"/>
                  </a:lnTo>
                  <a:lnTo>
                    <a:pt x="471" y="206"/>
                  </a:lnTo>
                  <a:lnTo>
                    <a:pt x="471" y="206"/>
                  </a:lnTo>
                  <a:lnTo>
                    <a:pt x="471" y="206"/>
                  </a:lnTo>
                  <a:close/>
                  <a:moveTo>
                    <a:pt x="717" y="1437"/>
                  </a:moveTo>
                  <a:lnTo>
                    <a:pt x="717" y="1435"/>
                  </a:lnTo>
                  <a:lnTo>
                    <a:pt x="720" y="1435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15" y="1435"/>
                  </a:lnTo>
                  <a:lnTo>
                    <a:pt x="715" y="1435"/>
                  </a:lnTo>
                  <a:lnTo>
                    <a:pt x="715" y="1435"/>
                  </a:lnTo>
                  <a:lnTo>
                    <a:pt x="715" y="1435"/>
                  </a:lnTo>
                  <a:lnTo>
                    <a:pt x="713" y="1435"/>
                  </a:lnTo>
                  <a:lnTo>
                    <a:pt x="713" y="1437"/>
                  </a:lnTo>
                  <a:lnTo>
                    <a:pt x="710" y="1440"/>
                  </a:lnTo>
                  <a:lnTo>
                    <a:pt x="710" y="1440"/>
                  </a:lnTo>
                  <a:lnTo>
                    <a:pt x="708" y="1444"/>
                  </a:lnTo>
                  <a:lnTo>
                    <a:pt x="708" y="1447"/>
                  </a:lnTo>
                  <a:lnTo>
                    <a:pt x="706" y="1447"/>
                  </a:lnTo>
                  <a:lnTo>
                    <a:pt x="706" y="1449"/>
                  </a:lnTo>
                  <a:lnTo>
                    <a:pt x="706" y="1449"/>
                  </a:lnTo>
                  <a:lnTo>
                    <a:pt x="706" y="1451"/>
                  </a:lnTo>
                  <a:lnTo>
                    <a:pt x="708" y="1451"/>
                  </a:lnTo>
                  <a:lnTo>
                    <a:pt x="708" y="1451"/>
                  </a:lnTo>
                  <a:lnTo>
                    <a:pt x="713" y="1449"/>
                  </a:lnTo>
                  <a:lnTo>
                    <a:pt x="713" y="1449"/>
                  </a:lnTo>
                  <a:lnTo>
                    <a:pt x="715" y="1447"/>
                  </a:lnTo>
                  <a:lnTo>
                    <a:pt x="715" y="1447"/>
                  </a:lnTo>
                  <a:lnTo>
                    <a:pt x="715" y="1447"/>
                  </a:lnTo>
                  <a:lnTo>
                    <a:pt x="715" y="1444"/>
                  </a:lnTo>
                  <a:lnTo>
                    <a:pt x="717" y="1440"/>
                  </a:lnTo>
                  <a:lnTo>
                    <a:pt x="717" y="1440"/>
                  </a:lnTo>
                  <a:lnTo>
                    <a:pt x="717" y="1437"/>
                  </a:lnTo>
                  <a:lnTo>
                    <a:pt x="717" y="1437"/>
                  </a:lnTo>
                  <a:close/>
                  <a:moveTo>
                    <a:pt x="706" y="1454"/>
                  </a:moveTo>
                  <a:lnTo>
                    <a:pt x="706" y="1454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8"/>
                  </a:lnTo>
                  <a:lnTo>
                    <a:pt x="703" y="1458"/>
                  </a:lnTo>
                  <a:lnTo>
                    <a:pt x="703" y="1458"/>
                  </a:lnTo>
                  <a:lnTo>
                    <a:pt x="703" y="1458"/>
                  </a:lnTo>
                  <a:lnTo>
                    <a:pt x="706" y="1456"/>
                  </a:lnTo>
                  <a:lnTo>
                    <a:pt x="706" y="1456"/>
                  </a:lnTo>
                  <a:lnTo>
                    <a:pt x="706" y="1454"/>
                  </a:lnTo>
                  <a:lnTo>
                    <a:pt x="706" y="1454"/>
                  </a:lnTo>
                  <a:lnTo>
                    <a:pt x="706" y="1454"/>
                  </a:lnTo>
                  <a:close/>
                  <a:moveTo>
                    <a:pt x="1141" y="971"/>
                  </a:moveTo>
                  <a:lnTo>
                    <a:pt x="1139" y="971"/>
                  </a:lnTo>
                  <a:lnTo>
                    <a:pt x="1136" y="971"/>
                  </a:lnTo>
                  <a:lnTo>
                    <a:pt x="1136" y="971"/>
                  </a:lnTo>
                  <a:lnTo>
                    <a:pt x="1134" y="968"/>
                  </a:lnTo>
                  <a:lnTo>
                    <a:pt x="1134" y="966"/>
                  </a:lnTo>
                  <a:lnTo>
                    <a:pt x="1136" y="964"/>
                  </a:lnTo>
                  <a:lnTo>
                    <a:pt x="1139" y="964"/>
                  </a:lnTo>
                  <a:lnTo>
                    <a:pt x="1139" y="961"/>
                  </a:lnTo>
                  <a:lnTo>
                    <a:pt x="1139" y="961"/>
                  </a:lnTo>
                  <a:lnTo>
                    <a:pt x="1136" y="961"/>
                  </a:lnTo>
                  <a:lnTo>
                    <a:pt x="1136" y="961"/>
                  </a:lnTo>
                  <a:lnTo>
                    <a:pt x="1134" y="961"/>
                  </a:lnTo>
                  <a:lnTo>
                    <a:pt x="1134" y="959"/>
                  </a:lnTo>
                  <a:lnTo>
                    <a:pt x="1129" y="957"/>
                  </a:lnTo>
                  <a:lnTo>
                    <a:pt x="1124" y="957"/>
                  </a:lnTo>
                  <a:lnTo>
                    <a:pt x="1124" y="957"/>
                  </a:lnTo>
                  <a:lnTo>
                    <a:pt x="1122" y="957"/>
                  </a:lnTo>
                  <a:lnTo>
                    <a:pt x="1122" y="957"/>
                  </a:lnTo>
                  <a:lnTo>
                    <a:pt x="1122" y="957"/>
                  </a:lnTo>
                  <a:lnTo>
                    <a:pt x="1120" y="957"/>
                  </a:lnTo>
                  <a:lnTo>
                    <a:pt x="1120" y="957"/>
                  </a:lnTo>
                  <a:lnTo>
                    <a:pt x="1120" y="957"/>
                  </a:lnTo>
                  <a:lnTo>
                    <a:pt x="1120" y="957"/>
                  </a:lnTo>
                  <a:lnTo>
                    <a:pt x="1120" y="954"/>
                  </a:lnTo>
                  <a:lnTo>
                    <a:pt x="1122" y="954"/>
                  </a:lnTo>
                  <a:lnTo>
                    <a:pt x="1122" y="954"/>
                  </a:lnTo>
                  <a:lnTo>
                    <a:pt x="1122" y="954"/>
                  </a:lnTo>
                  <a:lnTo>
                    <a:pt x="1120" y="954"/>
                  </a:lnTo>
                  <a:lnTo>
                    <a:pt x="1120" y="954"/>
                  </a:lnTo>
                  <a:lnTo>
                    <a:pt x="1120" y="952"/>
                  </a:lnTo>
                  <a:lnTo>
                    <a:pt x="1117" y="952"/>
                  </a:lnTo>
                  <a:lnTo>
                    <a:pt x="1115" y="954"/>
                  </a:lnTo>
                  <a:lnTo>
                    <a:pt x="1113" y="957"/>
                  </a:lnTo>
                  <a:lnTo>
                    <a:pt x="1113" y="957"/>
                  </a:lnTo>
                  <a:lnTo>
                    <a:pt x="1113" y="957"/>
                  </a:lnTo>
                  <a:lnTo>
                    <a:pt x="1115" y="954"/>
                  </a:lnTo>
                  <a:lnTo>
                    <a:pt x="1115" y="952"/>
                  </a:lnTo>
                  <a:lnTo>
                    <a:pt x="1110" y="952"/>
                  </a:lnTo>
                  <a:lnTo>
                    <a:pt x="1108" y="952"/>
                  </a:lnTo>
                  <a:lnTo>
                    <a:pt x="1110" y="952"/>
                  </a:lnTo>
                  <a:lnTo>
                    <a:pt x="1124" y="950"/>
                  </a:lnTo>
                  <a:lnTo>
                    <a:pt x="1127" y="950"/>
                  </a:lnTo>
                  <a:lnTo>
                    <a:pt x="1129" y="950"/>
                  </a:lnTo>
                  <a:lnTo>
                    <a:pt x="1129" y="950"/>
                  </a:lnTo>
                  <a:lnTo>
                    <a:pt x="1131" y="952"/>
                  </a:lnTo>
                  <a:lnTo>
                    <a:pt x="1134" y="952"/>
                  </a:lnTo>
                  <a:lnTo>
                    <a:pt x="1134" y="950"/>
                  </a:lnTo>
                  <a:lnTo>
                    <a:pt x="1131" y="950"/>
                  </a:lnTo>
                  <a:lnTo>
                    <a:pt x="1131" y="950"/>
                  </a:lnTo>
                  <a:lnTo>
                    <a:pt x="1129" y="947"/>
                  </a:lnTo>
                  <a:lnTo>
                    <a:pt x="1127" y="942"/>
                  </a:lnTo>
                  <a:lnTo>
                    <a:pt x="1124" y="942"/>
                  </a:lnTo>
                  <a:lnTo>
                    <a:pt x="1120" y="940"/>
                  </a:lnTo>
                  <a:lnTo>
                    <a:pt x="1120" y="940"/>
                  </a:lnTo>
                  <a:lnTo>
                    <a:pt x="1120" y="938"/>
                  </a:lnTo>
                  <a:lnTo>
                    <a:pt x="1120" y="938"/>
                  </a:lnTo>
                  <a:lnTo>
                    <a:pt x="1117" y="938"/>
                  </a:lnTo>
                  <a:lnTo>
                    <a:pt x="1117" y="938"/>
                  </a:lnTo>
                  <a:lnTo>
                    <a:pt x="1115" y="938"/>
                  </a:lnTo>
                  <a:lnTo>
                    <a:pt x="1113" y="938"/>
                  </a:lnTo>
                  <a:lnTo>
                    <a:pt x="1113" y="938"/>
                  </a:lnTo>
                  <a:lnTo>
                    <a:pt x="1108" y="935"/>
                  </a:lnTo>
                  <a:lnTo>
                    <a:pt x="1108" y="935"/>
                  </a:lnTo>
                  <a:lnTo>
                    <a:pt x="1105" y="935"/>
                  </a:lnTo>
                  <a:lnTo>
                    <a:pt x="1105" y="935"/>
                  </a:lnTo>
                  <a:lnTo>
                    <a:pt x="1105" y="935"/>
                  </a:lnTo>
                  <a:lnTo>
                    <a:pt x="1103" y="935"/>
                  </a:lnTo>
                  <a:lnTo>
                    <a:pt x="1101" y="933"/>
                  </a:lnTo>
                  <a:lnTo>
                    <a:pt x="1098" y="933"/>
                  </a:lnTo>
                  <a:lnTo>
                    <a:pt x="1096" y="933"/>
                  </a:lnTo>
                  <a:lnTo>
                    <a:pt x="1096" y="933"/>
                  </a:lnTo>
                  <a:lnTo>
                    <a:pt x="1091" y="935"/>
                  </a:lnTo>
                  <a:lnTo>
                    <a:pt x="1089" y="935"/>
                  </a:lnTo>
                  <a:lnTo>
                    <a:pt x="1087" y="933"/>
                  </a:lnTo>
                  <a:lnTo>
                    <a:pt x="1084" y="933"/>
                  </a:lnTo>
                  <a:lnTo>
                    <a:pt x="1082" y="933"/>
                  </a:lnTo>
                  <a:lnTo>
                    <a:pt x="1079" y="933"/>
                  </a:lnTo>
                  <a:lnTo>
                    <a:pt x="1075" y="933"/>
                  </a:lnTo>
                  <a:lnTo>
                    <a:pt x="1061" y="938"/>
                  </a:lnTo>
                  <a:lnTo>
                    <a:pt x="1056" y="940"/>
                  </a:lnTo>
                  <a:lnTo>
                    <a:pt x="1049" y="942"/>
                  </a:lnTo>
                  <a:lnTo>
                    <a:pt x="1042" y="945"/>
                  </a:lnTo>
                  <a:lnTo>
                    <a:pt x="1039" y="947"/>
                  </a:lnTo>
                  <a:lnTo>
                    <a:pt x="1034" y="950"/>
                  </a:lnTo>
                  <a:lnTo>
                    <a:pt x="1025" y="957"/>
                  </a:lnTo>
                  <a:lnTo>
                    <a:pt x="1016" y="961"/>
                  </a:lnTo>
                  <a:lnTo>
                    <a:pt x="1008" y="966"/>
                  </a:lnTo>
                  <a:lnTo>
                    <a:pt x="997" y="980"/>
                  </a:lnTo>
                  <a:lnTo>
                    <a:pt x="992" y="983"/>
                  </a:lnTo>
                  <a:lnTo>
                    <a:pt x="980" y="997"/>
                  </a:lnTo>
                  <a:lnTo>
                    <a:pt x="971" y="1009"/>
                  </a:lnTo>
                  <a:lnTo>
                    <a:pt x="963" y="1016"/>
                  </a:lnTo>
                  <a:lnTo>
                    <a:pt x="961" y="1021"/>
                  </a:lnTo>
                  <a:lnTo>
                    <a:pt x="959" y="1023"/>
                  </a:lnTo>
                  <a:lnTo>
                    <a:pt x="952" y="1028"/>
                  </a:lnTo>
                  <a:lnTo>
                    <a:pt x="949" y="1032"/>
                  </a:lnTo>
                  <a:lnTo>
                    <a:pt x="947" y="1032"/>
                  </a:lnTo>
                  <a:lnTo>
                    <a:pt x="947" y="1035"/>
                  </a:lnTo>
                  <a:lnTo>
                    <a:pt x="945" y="1037"/>
                  </a:lnTo>
                  <a:lnTo>
                    <a:pt x="945" y="1037"/>
                  </a:lnTo>
                  <a:lnTo>
                    <a:pt x="935" y="1051"/>
                  </a:lnTo>
                  <a:lnTo>
                    <a:pt x="935" y="1051"/>
                  </a:lnTo>
                  <a:lnTo>
                    <a:pt x="933" y="1054"/>
                  </a:lnTo>
                  <a:lnTo>
                    <a:pt x="930" y="1054"/>
                  </a:lnTo>
                  <a:lnTo>
                    <a:pt x="930" y="1056"/>
                  </a:lnTo>
                  <a:lnTo>
                    <a:pt x="928" y="1058"/>
                  </a:lnTo>
                  <a:lnTo>
                    <a:pt x="928" y="1058"/>
                  </a:lnTo>
                  <a:lnTo>
                    <a:pt x="926" y="1061"/>
                  </a:lnTo>
                  <a:lnTo>
                    <a:pt x="926" y="1061"/>
                  </a:lnTo>
                  <a:lnTo>
                    <a:pt x="921" y="1068"/>
                  </a:lnTo>
                  <a:lnTo>
                    <a:pt x="921" y="1073"/>
                  </a:lnTo>
                  <a:lnTo>
                    <a:pt x="919" y="1073"/>
                  </a:lnTo>
                  <a:lnTo>
                    <a:pt x="916" y="1075"/>
                  </a:lnTo>
                  <a:lnTo>
                    <a:pt x="916" y="1077"/>
                  </a:lnTo>
                  <a:lnTo>
                    <a:pt x="914" y="1084"/>
                  </a:lnTo>
                  <a:lnTo>
                    <a:pt x="911" y="1087"/>
                  </a:lnTo>
                  <a:lnTo>
                    <a:pt x="909" y="1089"/>
                  </a:lnTo>
                  <a:lnTo>
                    <a:pt x="909" y="1092"/>
                  </a:lnTo>
                  <a:lnTo>
                    <a:pt x="909" y="1092"/>
                  </a:lnTo>
                  <a:lnTo>
                    <a:pt x="907" y="1096"/>
                  </a:lnTo>
                  <a:lnTo>
                    <a:pt x="904" y="1096"/>
                  </a:lnTo>
                  <a:lnTo>
                    <a:pt x="902" y="1099"/>
                  </a:lnTo>
                  <a:lnTo>
                    <a:pt x="902" y="1099"/>
                  </a:lnTo>
                  <a:lnTo>
                    <a:pt x="902" y="1101"/>
                  </a:lnTo>
                  <a:lnTo>
                    <a:pt x="897" y="1110"/>
                  </a:lnTo>
                  <a:lnTo>
                    <a:pt x="892" y="1115"/>
                  </a:lnTo>
                  <a:lnTo>
                    <a:pt x="890" y="1125"/>
                  </a:lnTo>
                  <a:lnTo>
                    <a:pt x="888" y="1132"/>
                  </a:lnTo>
                  <a:lnTo>
                    <a:pt x="885" y="1139"/>
                  </a:lnTo>
                  <a:lnTo>
                    <a:pt x="885" y="1141"/>
                  </a:lnTo>
                  <a:lnTo>
                    <a:pt x="885" y="1141"/>
                  </a:lnTo>
                  <a:lnTo>
                    <a:pt x="883" y="1144"/>
                  </a:lnTo>
                  <a:lnTo>
                    <a:pt x="881" y="1144"/>
                  </a:lnTo>
                  <a:lnTo>
                    <a:pt x="881" y="1146"/>
                  </a:lnTo>
                  <a:lnTo>
                    <a:pt x="878" y="1158"/>
                  </a:lnTo>
                  <a:lnTo>
                    <a:pt x="878" y="1158"/>
                  </a:lnTo>
                  <a:lnTo>
                    <a:pt x="878" y="1160"/>
                  </a:lnTo>
                  <a:lnTo>
                    <a:pt x="881" y="1160"/>
                  </a:lnTo>
                  <a:lnTo>
                    <a:pt x="881" y="1160"/>
                  </a:lnTo>
                  <a:lnTo>
                    <a:pt x="881" y="1163"/>
                  </a:lnTo>
                  <a:lnTo>
                    <a:pt x="881" y="1163"/>
                  </a:lnTo>
                  <a:lnTo>
                    <a:pt x="878" y="1165"/>
                  </a:lnTo>
                  <a:lnTo>
                    <a:pt x="876" y="1174"/>
                  </a:lnTo>
                  <a:lnTo>
                    <a:pt x="874" y="1186"/>
                  </a:lnTo>
                  <a:lnTo>
                    <a:pt x="871" y="1193"/>
                  </a:lnTo>
                  <a:lnTo>
                    <a:pt x="869" y="1196"/>
                  </a:lnTo>
                  <a:lnTo>
                    <a:pt x="869" y="1196"/>
                  </a:lnTo>
                  <a:lnTo>
                    <a:pt x="869" y="1198"/>
                  </a:lnTo>
                  <a:lnTo>
                    <a:pt x="869" y="1198"/>
                  </a:lnTo>
                  <a:lnTo>
                    <a:pt x="869" y="1198"/>
                  </a:lnTo>
                  <a:lnTo>
                    <a:pt x="866" y="1200"/>
                  </a:lnTo>
                  <a:lnTo>
                    <a:pt x="866" y="1200"/>
                  </a:lnTo>
                  <a:lnTo>
                    <a:pt x="866" y="1203"/>
                  </a:lnTo>
                  <a:lnTo>
                    <a:pt x="866" y="1210"/>
                  </a:lnTo>
                  <a:lnTo>
                    <a:pt x="866" y="1212"/>
                  </a:lnTo>
                  <a:lnTo>
                    <a:pt x="862" y="1219"/>
                  </a:lnTo>
                  <a:lnTo>
                    <a:pt x="862" y="1224"/>
                  </a:lnTo>
                  <a:lnTo>
                    <a:pt x="862" y="1231"/>
                  </a:lnTo>
                  <a:lnTo>
                    <a:pt x="857" y="1241"/>
                  </a:lnTo>
                  <a:lnTo>
                    <a:pt x="852" y="1255"/>
                  </a:lnTo>
                  <a:lnTo>
                    <a:pt x="852" y="1255"/>
                  </a:lnTo>
                  <a:lnTo>
                    <a:pt x="850" y="1257"/>
                  </a:lnTo>
                  <a:lnTo>
                    <a:pt x="845" y="1262"/>
                  </a:lnTo>
                  <a:lnTo>
                    <a:pt x="843" y="1264"/>
                  </a:lnTo>
                  <a:lnTo>
                    <a:pt x="843" y="1267"/>
                  </a:lnTo>
                  <a:lnTo>
                    <a:pt x="843" y="1267"/>
                  </a:lnTo>
                  <a:lnTo>
                    <a:pt x="843" y="1267"/>
                  </a:lnTo>
                  <a:lnTo>
                    <a:pt x="840" y="1269"/>
                  </a:lnTo>
                  <a:lnTo>
                    <a:pt x="840" y="1269"/>
                  </a:lnTo>
                  <a:lnTo>
                    <a:pt x="840" y="1269"/>
                  </a:lnTo>
                  <a:lnTo>
                    <a:pt x="840" y="1271"/>
                  </a:lnTo>
                  <a:lnTo>
                    <a:pt x="838" y="1271"/>
                  </a:lnTo>
                  <a:lnTo>
                    <a:pt x="838" y="1271"/>
                  </a:lnTo>
                  <a:lnTo>
                    <a:pt x="838" y="1271"/>
                  </a:lnTo>
                  <a:lnTo>
                    <a:pt x="836" y="1271"/>
                  </a:lnTo>
                  <a:lnTo>
                    <a:pt x="836" y="1271"/>
                  </a:lnTo>
                  <a:lnTo>
                    <a:pt x="833" y="1276"/>
                  </a:lnTo>
                  <a:lnTo>
                    <a:pt x="831" y="1279"/>
                  </a:lnTo>
                  <a:lnTo>
                    <a:pt x="826" y="1281"/>
                  </a:lnTo>
                  <a:lnTo>
                    <a:pt x="824" y="1283"/>
                  </a:lnTo>
                  <a:lnTo>
                    <a:pt x="824" y="1283"/>
                  </a:lnTo>
                  <a:lnTo>
                    <a:pt x="824" y="1288"/>
                  </a:lnTo>
                  <a:lnTo>
                    <a:pt x="821" y="1288"/>
                  </a:lnTo>
                  <a:lnTo>
                    <a:pt x="821" y="1290"/>
                  </a:lnTo>
                  <a:lnTo>
                    <a:pt x="819" y="1293"/>
                  </a:lnTo>
                  <a:lnTo>
                    <a:pt x="819" y="1293"/>
                  </a:lnTo>
                  <a:lnTo>
                    <a:pt x="798" y="1312"/>
                  </a:lnTo>
                  <a:lnTo>
                    <a:pt x="795" y="1314"/>
                  </a:lnTo>
                  <a:lnTo>
                    <a:pt x="793" y="1312"/>
                  </a:lnTo>
                  <a:lnTo>
                    <a:pt x="791" y="1312"/>
                  </a:lnTo>
                  <a:lnTo>
                    <a:pt x="791" y="1312"/>
                  </a:lnTo>
                  <a:lnTo>
                    <a:pt x="788" y="1312"/>
                  </a:lnTo>
                  <a:lnTo>
                    <a:pt x="788" y="1316"/>
                  </a:lnTo>
                  <a:lnTo>
                    <a:pt x="786" y="1319"/>
                  </a:lnTo>
                  <a:lnTo>
                    <a:pt x="784" y="1321"/>
                  </a:lnTo>
                  <a:lnTo>
                    <a:pt x="784" y="1324"/>
                  </a:lnTo>
                  <a:lnTo>
                    <a:pt x="784" y="1324"/>
                  </a:lnTo>
                  <a:lnTo>
                    <a:pt x="784" y="1326"/>
                  </a:lnTo>
                  <a:lnTo>
                    <a:pt x="781" y="1326"/>
                  </a:lnTo>
                  <a:lnTo>
                    <a:pt x="779" y="1326"/>
                  </a:lnTo>
                  <a:lnTo>
                    <a:pt x="774" y="1331"/>
                  </a:lnTo>
                  <a:lnTo>
                    <a:pt x="774" y="1333"/>
                  </a:lnTo>
                  <a:lnTo>
                    <a:pt x="774" y="1335"/>
                  </a:lnTo>
                  <a:lnTo>
                    <a:pt x="774" y="1335"/>
                  </a:lnTo>
                  <a:lnTo>
                    <a:pt x="774" y="1340"/>
                  </a:lnTo>
                  <a:lnTo>
                    <a:pt x="774" y="1342"/>
                  </a:lnTo>
                  <a:lnTo>
                    <a:pt x="767" y="1347"/>
                  </a:lnTo>
                  <a:lnTo>
                    <a:pt x="765" y="1350"/>
                  </a:lnTo>
                  <a:lnTo>
                    <a:pt x="762" y="1352"/>
                  </a:lnTo>
                  <a:lnTo>
                    <a:pt x="762" y="1352"/>
                  </a:lnTo>
                  <a:lnTo>
                    <a:pt x="760" y="1359"/>
                  </a:lnTo>
                  <a:lnTo>
                    <a:pt x="758" y="1361"/>
                  </a:lnTo>
                  <a:lnTo>
                    <a:pt x="755" y="1364"/>
                  </a:lnTo>
                  <a:lnTo>
                    <a:pt x="755" y="1366"/>
                  </a:lnTo>
                  <a:lnTo>
                    <a:pt x="755" y="1369"/>
                  </a:lnTo>
                  <a:lnTo>
                    <a:pt x="758" y="1369"/>
                  </a:lnTo>
                  <a:lnTo>
                    <a:pt x="755" y="1373"/>
                  </a:lnTo>
                  <a:lnTo>
                    <a:pt x="753" y="1373"/>
                  </a:lnTo>
                  <a:lnTo>
                    <a:pt x="748" y="1378"/>
                  </a:lnTo>
                  <a:lnTo>
                    <a:pt x="748" y="1380"/>
                  </a:lnTo>
                  <a:lnTo>
                    <a:pt x="746" y="1380"/>
                  </a:lnTo>
                  <a:lnTo>
                    <a:pt x="743" y="1380"/>
                  </a:lnTo>
                  <a:lnTo>
                    <a:pt x="743" y="1383"/>
                  </a:lnTo>
                  <a:lnTo>
                    <a:pt x="741" y="1383"/>
                  </a:lnTo>
                  <a:lnTo>
                    <a:pt x="741" y="1385"/>
                  </a:lnTo>
                  <a:lnTo>
                    <a:pt x="741" y="1387"/>
                  </a:lnTo>
                  <a:lnTo>
                    <a:pt x="739" y="1387"/>
                  </a:lnTo>
                  <a:lnTo>
                    <a:pt x="739" y="1390"/>
                  </a:lnTo>
                  <a:lnTo>
                    <a:pt x="734" y="1392"/>
                  </a:lnTo>
                  <a:lnTo>
                    <a:pt x="734" y="1392"/>
                  </a:lnTo>
                  <a:lnTo>
                    <a:pt x="734" y="1395"/>
                  </a:lnTo>
                  <a:lnTo>
                    <a:pt x="734" y="1395"/>
                  </a:lnTo>
                  <a:lnTo>
                    <a:pt x="734" y="1395"/>
                  </a:lnTo>
                  <a:lnTo>
                    <a:pt x="734" y="1397"/>
                  </a:lnTo>
                  <a:lnTo>
                    <a:pt x="734" y="1397"/>
                  </a:lnTo>
                  <a:lnTo>
                    <a:pt x="734" y="1399"/>
                  </a:lnTo>
                  <a:lnTo>
                    <a:pt x="734" y="1402"/>
                  </a:lnTo>
                  <a:lnTo>
                    <a:pt x="734" y="1402"/>
                  </a:lnTo>
                  <a:lnTo>
                    <a:pt x="734" y="1404"/>
                  </a:lnTo>
                  <a:lnTo>
                    <a:pt x="734" y="1406"/>
                  </a:lnTo>
                  <a:lnTo>
                    <a:pt x="734" y="1406"/>
                  </a:lnTo>
                  <a:lnTo>
                    <a:pt x="734" y="1411"/>
                  </a:lnTo>
                  <a:lnTo>
                    <a:pt x="727" y="1425"/>
                  </a:lnTo>
                  <a:lnTo>
                    <a:pt x="727" y="1425"/>
                  </a:lnTo>
                  <a:lnTo>
                    <a:pt x="727" y="1430"/>
                  </a:lnTo>
                  <a:lnTo>
                    <a:pt x="727" y="1432"/>
                  </a:lnTo>
                  <a:lnTo>
                    <a:pt x="729" y="1435"/>
                  </a:lnTo>
                  <a:lnTo>
                    <a:pt x="729" y="1435"/>
                  </a:lnTo>
                  <a:lnTo>
                    <a:pt x="729" y="1437"/>
                  </a:lnTo>
                  <a:lnTo>
                    <a:pt x="729" y="1437"/>
                  </a:lnTo>
                  <a:lnTo>
                    <a:pt x="729" y="1440"/>
                  </a:lnTo>
                  <a:lnTo>
                    <a:pt x="727" y="1440"/>
                  </a:lnTo>
                  <a:lnTo>
                    <a:pt x="727" y="1444"/>
                  </a:lnTo>
                  <a:lnTo>
                    <a:pt x="727" y="1447"/>
                  </a:lnTo>
                  <a:lnTo>
                    <a:pt x="727" y="1447"/>
                  </a:lnTo>
                  <a:lnTo>
                    <a:pt x="729" y="1449"/>
                  </a:lnTo>
                  <a:lnTo>
                    <a:pt x="732" y="1451"/>
                  </a:lnTo>
                  <a:lnTo>
                    <a:pt x="732" y="1451"/>
                  </a:lnTo>
                  <a:lnTo>
                    <a:pt x="732" y="1454"/>
                  </a:lnTo>
                  <a:lnTo>
                    <a:pt x="729" y="1456"/>
                  </a:lnTo>
                  <a:lnTo>
                    <a:pt x="729" y="1456"/>
                  </a:lnTo>
                  <a:lnTo>
                    <a:pt x="729" y="1456"/>
                  </a:lnTo>
                  <a:lnTo>
                    <a:pt x="729" y="1456"/>
                  </a:lnTo>
                  <a:lnTo>
                    <a:pt x="727" y="1456"/>
                  </a:lnTo>
                  <a:lnTo>
                    <a:pt x="727" y="1456"/>
                  </a:lnTo>
                  <a:lnTo>
                    <a:pt x="724" y="1456"/>
                  </a:lnTo>
                  <a:lnTo>
                    <a:pt x="720" y="1458"/>
                  </a:lnTo>
                  <a:lnTo>
                    <a:pt x="720" y="1458"/>
                  </a:lnTo>
                  <a:lnTo>
                    <a:pt x="720" y="1458"/>
                  </a:lnTo>
                  <a:lnTo>
                    <a:pt x="717" y="1461"/>
                  </a:lnTo>
                  <a:lnTo>
                    <a:pt x="717" y="1461"/>
                  </a:lnTo>
                  <a:lnTo>
                    <a:pt x="717" y="1463"/>
                  </a:lnTo>
                  <a:lnTo>
                    <a:pt x="717" y="1463"/>
                  </a:lnTo>
                  <a:lnTo>
                    <a:pt x="715" y="1468"/>
                  </a:lnTo>
                  <a:lnTo>
                    <a:pt x="713" y="1468"/>
                  </a:lnTo>
                  <a:lnTo>
                    <a:pt x="713" y="1468"/>
                  </a:lnTo>
                  <a:lnTo>
                    <a:pt x="713" y="1470"/>
                  </a:lnTo>
                  <a:lnTo>
                    <a:pt x="710" y="1470"/>
                  </a:lnTo>
                  <a:lnTo>
                    <a:pt x="708" y="1477"/>
                  </a:lnTo>
                  <a:lnTo>
                    <a:pt x="708" y="1480"/>
                  </a:lnTo>
                  <a:lnTo>
                    <a:pt x="706" y="1482"/>
                  </a:lnTo>
                  <a:lnTo>
                    <a:pt x="698" y="1484"/>
                  </a:lnTo>
                  <a:lnTo>
                    <a:pt x="698" y="1484"/>
                  </a:lnTo>
                  <a:lnTo>
                    <a:pt x="696" y="1487"/>
                  </a:lnTo>
                  <a:lnTo>
                    <a:pt x="696" y="1489"/>
                  </a:lnTo>
                  <a:lnTo>
                    <a:pt x="691" y="1492"/>
                  </a:lnTo>
                  <a:lnTo>
                    <a:pt x="689" y="1492"/>
                  </a:lnTo>
                  <a:lnTo>
                    <a:pt x="689" y="1494"/>
                  </a:lnTo>
                  <a:lnTo>
                    <a:pt x="689" y="1496"/>
                  </a:lnTo>
                  <a:lnTo>
                    <a:pt x="687" y="1496"/>
                  </a:lnTo>
                  <a:lnTo>
                    <a:pt x="687" y="1496"/>
                  </a:lnTo>
                  <a:lnTo>
                    <a:pt x="687" y="1496"/>
                  </a:lnTo>
                  <a:lnTo>
                    <a:pt x="687" y="1499"/>
                  </a:lnTo>
                  <a:lnTo>
                    <a:pt x="687" y="1499"/>
                  </a:lnTo>
                  <a:lnTo>
                    <a:pt x="687" y="1499"/>
                  </a:lnTo>
                  <a:lnTo>
                    <a:pt x="687" y="1503"/>
                  </a:lnTo>
                  <a:lnTo>
                    <a:pt x="684" y="1506"/>
                  </a:lnTo>
                  <a:lnTo>
                    <a:pt x="677" y="1513"/>
                  </a:lnTo>
                  <a:lnTo>
                    <a:pt x="672" y="1515"/>
                  </a:lnTo>
                  <a:lnTo>
                    <a:pt x="672" y="1515"/>
                  </a:lnTo>
                  <a:lnTo>
                    <a:pt x="680" y="1513"/>
                  </a:lnTo>
                  <a:lnTo>
                    <a:pt x="684" y="1511"/>
                  </a:lnTo>
                  <a:lnTo>
                    <a:pt x="691" y="1511"/>
                  </a:lnTo>
                  <a:lnTo>
                    <a:pt x="696" y="1508"/>
                  </a:lnTo>
                  <a:lnTo>
                    <a:pt x="703" y="1506"/>
                  </a:lnTo>
                  <a:lnTo>
                    <a:pt x="715" y="1501"/>
                  </a:lnTo>
                  <a:lnTo>
                    <a:pt x="720" y="1499"/>
                  </a:lnTo>
                  <a:lnTo>
                    <a:pt x="727" y="1496"/>
                  </a:lnTo>
                  <a:lnTo>
                    <a:pt x="732" y="1494"/>
                  </a:lnTo>
                  <a:lnTo>
                    <a:pt x="739" y="1494"/>
                  </a:lnTo>
                  <a:lnTo>
                    <a:pt x="743" y="1492"/>
                  </a:lnTo>
                  <a:lnTo>
                    <a:pt x="755" y="1487"/>
                  </a:lnTo>
                  <a:lnTo>
                    <a:pt x="762" y="1484"/>
                  </a:lnTo>
                  <a:lnTo>
                    <a:pt x="767" y="1482"/>
                  </a:lnTo>
                  <a:lnTo>
                    <a:pt x="774" y="1480"/>
                  </a:lnTo>
                  <a:lnTo>
                    <a:pt x="786" y="1475"/>
                  </a:lnTo>
                  <a:lnTo>
                    <a:pt x="803" y="1470"/>
                  </a:lnTo>
                  <a:lnTo>
                    <a:pt x="810" y="1468"/>
                  </a:lnTo>
                  <a:lnTo>
                    <a:pt x="814" y="1466"/>
                  </a:lnTo>
                  <a:lnTo>
                    <a:pt x="821" y="1463"/>
                  </a:lnTo>
                  <a:lnTo>
                    <a:pt x="826" y="1461"/>
                  </a:lnTo>
                  <a:lnTo>
                    <a:pt x="833" y="1458"/>
                  </a:lnTo>
                  <a:lnTo>
                    <a:pt x="838" y="1456"/>
                  </a:lnTo>
                  <a:lnTo>
                    <a:pt x="845" y="1454"/>
                  </a:lnTo>
                  <a:lnTo>
                    <a:pt x="850" y="1451"/>
                  </a:lnTo>
                  <a:lnTo>
                    <a:pt x="857" y="1449"/>
                  </a:lnTo>
                  <a:lnTo>
                    <a:pt x="862" y="1447"/>
                  </a:lnTo>
                  <a:lnTo>
                    <a:pt x="862" y="1444"/>
                  </a:lnTo>
                  <a:lnTo>
                    <a:pt x="862" y="1444"/>
                  </a:lnTo>
                  <a:lnTo>
                    <a:pt x="862" y="1442"/>
                  </a:lnTo>
                  <a:lnTo>
                    <a:pt x="862" y="1437"/>
                  </a:lnTo>
                  <a:lnTo>
                    <a:pt x="862" y="1437"/>
                  </a:lnTo>
                  <a:lnTo>
                    <a:pt x="862" y="1435"/>
                  </a:lnTo>
                  <a:lnTo>
                    <a:pt x="862" y="1435"/>
                  </a:lnTo>
                  <a:lnTo>
                    <a:pt x="862" y="1430"/>
                  </a:lnTo>
                  <a:lnTo>
                    <a:pt x="862" y="1428"/>
                  </a:lnTo>
                  <a:lnTo>
                    <a:pt x="859" y="1428"/>
                  </a:lnTo>
                  <a:lnTo>
                    <a:pt x="859" y="1428"/>
                  </a:lnTo>
                  <a:lnTo>
                    <a:pt x="859" y="1428"/>
                  </a:lnTo>
                  <a:lnTo>
                    <a:pt x="862" y="1425"/>
                  </a:lnTo>
                  <a:lnTo>
                    <a:pt x="862" y="1423"/>
                  </a:lnTo>
                  <a:lnTo>
                    <a:pt x="862" y="1421"/>
                  </a:lnTo>
                  <a:lnTo>
                    <a:pt x="864" y="1421"/>
                  </a:lnTo>
                  <a:lnTo>
                    <a:pt x="864" y="1418"/>
                  </a:lnTo>
                  <a:lnTo>
                    <a:pt x="866" y="1418"/>
                  </a:lnTo>
                  <a:lnTo>
                    <a:pt x="871" y="1421"/>
                  </a:lnTo>
                  <a:lnTo>
                    <a:pt x="874" y="1421"/>
                  </a:lnTo>
                  <a:lnTo>
                    <a:pt x="876" y="1421"/>
                  </a:lnTo>
                  <a:lnTo>
                    <a:pt x="876" y="1418"/>
                  </a:lnTo>
                  <a:lnTo>
                    <a:pt x="876" y="1416"/>
                  </a:lnTo>
                  <a:lnTo>
                    <a:pt x="876" y="1413"/>
                  </a:lnTo>
                  <a:lnTo>
                    <a:pt x="878" y="1413"/>
                  </a:lnTo>
                  <a:lnTo>
                    <a:pt x="878" y="1411"/>
                  </a:lnTo>
                  <a:lnTo>
                    <a:pt x="878" y="1411"/>
                  </a:lnTo>
                  <a:lnTo>
                    <a:pt x="881" y="1411"/>
                  </a:lnTo>
                  <a:lnTo>
                    <a:pt x="881" y="1409"/>
                  </a:lnTo>
                  <a:lnTo>
                    <a:pt x="881" y="1409"/>
                  </a:lnTo>
                  <a:lnTo>
                    <a:pt x="881" y="1406"/>
                  </a:lnTo>
                  <a:lnTo>
                    <a:pt x="883" y="1406"/>
                  </a:lnTo>
                  <a:lnTo>
                    <a:pt x="885" y="1406"/>
                  </a:lnTo>
                  <a:lnTo>
                    <a:pt x="890" y="1413"/>
                  </a:lnTo>
                  <a:lnTo>
                    <a:pt x="890" y="1413"/>
                  </a:lnTo>
                  <a:lnTo>
                    <a:pt x="892" y="1413"/>
                  </a:lnTo>
                  <a:lnTo>
                    <a:pt x="892" y="1411"/>
                  </a:lnTo>
                  <a:lnTo>
                    <a:pt x="890" y="1411"/>
                  </a:lnTo>
                  <a:lnTo>
                    <a:pt x="890" y="1409"/>
                  </a:lnTo>
                  <a:lnTo>
                    <a:pt x="890" y="1409"/>
                  </a:lnTo>
                  <a:lnTo>
                    <a:pt x="892" y="1406"/>
                  </a:lnTo>
                  <a:lnTo>
                    <a:pt x="892" y="1406"/>
                  </a:lnTo>
                  <a:lnTo>
                    <a:pt x="892" y="1404"/>
                  </a:lnTo>
                  <a:lnTo>
                    <a:pt x="890" y="1402"/>
                  </a:lnTo>
                  <a:lnTo>
                    <a:pt x="890" y="1399"/>
                  </a:lnTo>
                  <a:lnTo>
                    <a:pt x="890" y="1397"/>
                  </a:lnTo>
                  <a:lnTo>
                    <a:pt x="890" y="1397"/>
                  </a:lnTo>
                  <a:lnTo>
                    <a:pt x="890" y="1395"/>
                  </a:lnTo>
                  <a:lnTo>
                    <a:pt x="892" y="1395"/>
                  </a:lnTo>
                  <a:lnTo>
                    <a:pt x="892" y="1395"/>
                  </a:lnTo>
                  <a:lnTo>
                    <a:pt x="895" y="1397"/>
                  </a:lnTo>
                  <a:lnTo>
                    <a:pt x="897" y="1397"/>
                  </a:lnTo>
                  <a:lnTo>
                    <a:pt x="900" y="1397"/>
                  </a:lnTo>
                  <a:lnTo>
                    <a:pt x="900" y="1395"/>
                  </a:lnTo>
                  <a:lnTo>
                    <a:pt x="900" y="1395"/>
                  </a:lnTo>
                  <a:lnTo>
                    <a:pt x="900" y="1392"/>
                  </a:lnTo>
                  <a:lnTo>
                    <a:pt x="897" y="1392"/>
                  </a:lnTo>
                  <a:lnTo>
                    <a:pt x="895" y="1392"/>
                  </a:lnTo>
                  <a:lnTo>
                    <a:pt x="892" y="1390"/>
                  </a:lnTo>
                  <a:lnTo>
                    <a:pt x="892" y="1390"/>
                  </a:lnTo>
                  <a:lnTo>
                    <a:pt x="892" y="1387"/>
                  </a:lnTo>
                  <a:lnTo>
                    <a:pt x="892" y="1380"/>
                  </a:lnTo>
                  <a:lnTo>
                    <a:pt x="895" y="1371"/>
                  </a:lnTo>
                  <a:lnTo>
                    <a:pt x="895" y="1371"/>
                  </a:lnTo>
                  <a:lnTo>
                    <a:pt x="900" y="1369"/>
                  </a:lnTo>
                  <a:lnTo>
                    <a:pt x="900" y="1366"/>
                  </a:lnTo>
                  <a:lnTo>
                    <a:pt x="900" y="1364"/>
                  </a:lnTo>
                  <a:lnTo>
                    <a:pt x="902" y="1364"/>
                  </a:lnTo>
                  <a:lnTo>
                    <a:pt x="902" y="1364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59"/>
                  </a:lnTo>
                  <a:lnTo>
                    <a:pt x="902" y="1357"/>
                  </a:lnTo>
                  <a:lnTo>
                    <a:pt x="902" y="1357"/>
                  </a:lnTo>
                  <a:lnTo>
                    <a:pt x="902" y="1357"/>
                  </a:lnTo>
                  <a:lnTo>
                    <a:pt x="900" y="1357"/>
                  </a:lnTo>
                  <a:lnTo>
                    <a:pt x="900" y="1354"/>
                  </a:lnTo>
                  <a:lnTo>
                    <a:pt x="900" y="1354"/>
                  </a:lnTo>
                  <a:lnTo>
                    <a:pt x="902" y="1352"/>
                  </a:lnTo>
                  <a:lnTo>
                    <a:pt x="904" y="1347"/>
                  </a:lnTo>
                  <a:lnTo>
                    <a:pt x="904" y="1345"/>
                  </a:lnTo>
                  <a:lnTo>
                    <a:pt x="904" y="1340"/>
                  </a:lnTo>
                  <a:lnTo>
                    <a:pt x="904" y="1338"/>
                  </a:lnTo>
                  <a:lnTo>
                    <a:pt x="904" y="1338"/>
                  </a:lnTo>
                  <a:lnTo>
                    <a:pt x="902" y="1338"/>
                  </a:lnTo>
                  <a:lnTo>
                    <a:pt x="902" y="1338"/>
                  </a:lnTo>
                  <a:lnTo>
                    <a:pt x="900" y="1338"/>
                  </a:lnTo>
                  <a:lnTo>
                    <a:pt x="900" y="1335"/>
                  </a:lnTo>
                  <a:lnTo>
                    <a:pt x="900" y="1333"/>
                  </a:lnTo>
                  <a:lnTo>
                    <a:pt x="900" y="1333"/>
                  </a:lnTo>
                  <a:lnTo>
                    <a:pt x="900" y="1331"/>
                  </a:lnTo>
                  <a:lnTo>
                    <a:pt x="900" y="1331"/>
                  </a:lnTo>
                  <a:lnTo>
                    <a:pt x="900" y="1331"/>
                  </a:lnTo>
                  <a:lnTo>
                    <a:pt x="900" y="1331"/>
                  </a:lnTo>
                  <a:lnTo>
                    <a:pt x="897" y="1331"/>
                  </a:lnTo>
                  <a:lnTo>
                    <a:pt x="897" y="1331"/>
                  </a:lnTo>
                  <a:lnTo>
                    <a:pt x="897" y="1328"/>
                  </a:lnTo>
                  <a:lnTo>
                    <a:pt x="897" y="1328"/>
                  </a:lnTo>
                  <a:lnTo>
                    <a:pt x="897" y="1328"/>
                  </a:lnTo>
                  <a:lnTo>
                    <a:pt x="900" y="1326"/>
                  </a:lnTo>
                  <a:lnTo>
                    <a:pt x="900" y="1324"/>
                  </a:lnTo>
                  <a:lnTo>
                    <a:pt x="900" y="1321"/>
                  </a:lnTo>
                  <a:lnTo>
                    <a:pt x="897" y="1321"/>
                  </a:lnTo>
                  <a:lnTo>
                    <a:pt x="897" y="1319"/>
                  </a:lnTo>
                  <a:lnTo>
                    <a:pt x="895" y="1319"/>
                  </a:lnTo>
                  <a:lnTo>
                    <a:pt x="895" y="1316"/>
                  </a:lnTo>
                  <a:lnTo>
                    <a:pt x="895" y="1312"/>
                  </a:lnTo>
                  <a:lnTo>
                    <a:pt x="895" y="1309"/>
                  </a:lnTo>
                  <a:lnTo>
                    <a:pt x="895" y="1307"/>
                  </a:lnTo>
                  <a:lnTo>
                    <a:pt x="895" y="1307"/>
                  </a:lnTo>
                  <a:lnTo>
                    <a:pt x="895" y="1307"/>
                  </a:lnTo>
                  <a:lnTo>
                    <a:pt x="895" y="1305"/>
                  </a:lnTo>
                  <a:lnTo>
                    <a:pt x="895" y="1302"/>
                  </a:lnTo>
                  <a:lnTo>
                    <a:pt x="895" y="1300"/>
                  </a:lnTo>
                  <a:lnTo>
                    <a:pt x="897" y="1300"/>
                  </a:lnTo>
                  <a:lnTo>
                    <a:pt x="900" y="1295"/>
                  </a:lnTo>
                  <a:lnTo>
                    <a:pt x="900" y="1293"/>
                  </a:lnTo>
                  <a:lnTo>
                    <a:pt x="897" y="1286"/>
                  </a:lnTo>
                  <a:lnTo>
                    <a:pt x="895" y="1276"/>
                  </a:lnTo>
                  <a:lnTo>
                    <a:pt x="895" y="1271"/>
                  </a:lnTo>
                  <a:lnTo>
                    <a:pt x="892" y="1269"/>
                  </a:lnTo>
                  <a:lnTo>
                    <a:pt x="895" y="1267"/>
                  </a:lnTo>
                  <a:lnTo>
                    <a:pt x="895" y="1257"/>
                  </a:lnTo>
                  <a:lnTo>
                    <a:pt x="897" y="1248"/>
                  </a:lnTo>
                  <a:lnTo>
                    <a:pt x="900" y="1238"/>
                  </a:lnTo>
                  <a:lnTo>
                    <a:pt x="902" y="1226"/>
                  </a:lnTo>
                  <a:lnTo>
                    <a:pt x="904" y="1217"/>
                  </a:lnTo>
                  <a:lnTo>
                    <a:pt x="907" y="1208"/>
                  </a:lnTo>
                  <a:lnTo>
                    <a:pt x="907" y="1198"/>
                  </a:lnTo>
                  <a:lnTo>
                    <a:pt x="909" y="1189"/>
                  </a:lnTo>
                  <a:lnTo>
                    <a:pt x="909" y="1186"/>
                  </a:lnTo>
                  <a:lnTo>
                    <a:pt x="911" y="1186"/>
                  </a:lnTo>
                  <a:lnTo>
                    <a:pt x="911" y="1186"/>
                  </a:lnTo>
                  <a:lnTo>
                    <a:pt x="921" y="1184"/>
                  </a:lnTo>
                  <a:lnTo>
                    <a:pt x="923" y="1186"/>
                  </a:lnTo>
                  <a:lnTo>
                    <a:pt x="923" y="1189"/>
                  </a:lnTo>
                  <a:lnTo>
                    <a:pt x="926" y="1193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30" y="1193"/>
                  </a:lnTo>
                  <a:lnTo>
                    <a:pt x="933" y="1189"/>
                  </a:lnTo>
                  <a:lnTo>
                    <a:pt x="937" y="1186"/>
                  </a:lnTo>
                  <a:lnTo>
                    <a:pt x="940" y="1184"/>
                  </a:lnTo>
                  <a:lnTo>
                    <a:pt x="947" y="1177"/>
                  </a:lnTo>
                  <a:lnTo>
                    <a:pt x="949" y="1174"/>
                  </a:lnTo>
                  <a:lnTo>
                    <a:pt x="949" y="1172"/>
                  </a:lnTo>
                  <a:lnTo>
                    <a:pt x="949" y="1170"/>
                  </a:lnTo>
                  <a:lnTo>
                    <a:pt x="952" y="1167"/>
                  </a:lnTo>
                  <a:lnTo>
                    <a:pt x="952" y="1165"/>
                  </a:lnTo>
                  <a:lnTo>
                    <a:pt x="954" y="1163"/>
                  </a:lnTo>
                  <a:lnTo>
                    <a:pt x="954" y="1160"/>
                  </a:lnTo>
                  <a:lnTo>
                    <a:pt x="954" y="1158"/>
                  </a:lnTo>
                  <a:lnTo>
                    <a:pt x="954" y="1155"/>
                  </a:lnTo>
                  <a:lnTo>
                    <a:pt x="954" y="1153"/>
                  </a:lnTo>
                  <a:lnTo>
                    <a:pt x="952" y="1151"/>
                  </a:lnTo>
                  <a:lnTo>
                    <a:pt x="952" y="1148"/>
                  </a:lnTo>
                  <a:lnTo>
                    <a:pt x="949" y="1146"/>
                  </a:lnTo>
                  <a:lnTo>
                    <a:pt x="947" y="1139"/>
                  </a:lnTo>
                  <a:lnTo>
                    <a:pt x="945" y="1137"/>
                  </a:lnTo>
                  <a:lnTo>
                    <a:pt x="945" y="1132"/>
                  </a:lnTo>
                  <a:lnTo>
                    <a:pt x="942" y="1129"/>
                  </a:lnTo>
                  <a:lnTo>
                    <a:pt x="942" y="1127"/>
                  </a:lnTo>
                  <a:lnTo>
                    <a:pt x="945" y="1125"/>
                  </a:lnTo>
                  <a:lnTo>
                    <a:pt x="947" y="1125"/>
                  </a:lnTo>
                  <a:lnTo>
                    <a:pt x="949" y="1122"/>
                  </a:lnTo>
                  <a:lnTo>
                    <a:pt x="949" y="1122"/>
                  </a:lnTo>
                  <a:lnTo>
                    <a:pt x="952" y="1122"/>
                  </a:lnTo>
                  <a:lnTo>
                    <a:pt x="954" y="1120"/>
                  </a:lnTo>
                  <a:lnTo>
                    <a:pt x="956" y="1120"/>
                  </a:lnTo>
                  <a:lnTo>
                    <a:pt x="956" y="1120"/>
                  </a:lnTo>
                  <a:lnTo>
                    <a:pt x="954" y="1118"/>
                  </a:lnTo>
                  <a:lnTo>
                    <a:pt x="954" y="1118"/>
                  </a:lnTo>
                  <a:lnTo>
                    <a:pt x="954" y="1118"/>
                  </a:lnTo>
                  <a:lnTo>
                    <a:pt x="954" y="1115"/>
                  </a:lnTo>
                  <a:lnTo>
                    <a:pt x="954" y="1115"/>
                  </a:lnTo>
                  <a:lnTo>
                    <a:pt x="954" y="1115"/>
                  </a:lnTo>
                  <a:lnTo>
                    <a:pt x="954" y="1115"/>
                  </a:lnTo>
                  <a:lnTo>
                    <a:pt x="956" y="1113"/>
                  </a:lnTo>
                  <a:lnTo>
                    <a:pt x="959" y="1110"/>
                  </a:lnTo>
                  <a:lnTo>
                    <a:pt x="963" y="1110"/>
                  </a:lnTo>
                  <a:lnTo>
                    <a:pt x="966" y="1108"/>
                  </a:lnTo>
                  <a:lnTo>
                    <a:pt x="971" y="1108"/>
                  </a:lnTo>
                  <a:lnTo>
                    <a:pt x="973" y="1106"/>
                  </a:lnTo>
                  <a:lnTo>
                    <a:pt x="975" y="1103"/>
                  </a:lnTo>
                  <a:lnTo>
                    <a:pt x="980" y="1103"/>
                  </a:lnTo>
                  <a:lnTo>
                    <a:pt x="980" y="1101"/>
                  </a:lnTo>
                  <a:lnTo>
                    <a:pt x="980" y="1103"/>
                  </a:lnTo>
                  <a:lnTo>
                    <a:pt x="982" y="1103"/>
                  </a:lnTo>
                  <a:lnTo>
                    <a:pt x="982" y="1103"/>
                  </a:lnTo>
                  <a:lnTo>
                    <a:pt x="982" y="1106"/>
                  </a:lnTo>
                  <a:lnTo>
                    <a:pt x="982" y="1106"/>
                  </a:lnTo>
                  <a:lnTo>
                    <a:pt x="982" y="1106"/>
                  </a:lnTo>
                  <a:lnTo>
                    <a:pt x="982" y="1108"/>
                  </a:lnTo>
                  <a:lnTo>
                    <a:pt x="985" y="1108"/>
                  </a:lnTo>
                  <a:lnTo>
                    <a:pt x="985" y="1106"/>
                  </a:lnTo>
                  <a:lnTo>
                    <a:pt x="987" y="1106"/>
                  </a:lnTo>
                  <a:lnTo>
                    <a:pt x="987" y="1106"/>
                  </a:lnTo>
                  <a:lnTo>
                    <a:pt x="990" y="1106"/>
                  </a:lnTo>
                  <a:lnTo>
                    <a:pt x="992" y="1106"/>
                  </a:lnTo>
                  <a:lnTo>
                    <a:pt x="992" y="1108"/>
                  </a:lnTo>
                  <a:lnTo>
                    <a:pt x="992" y="1108"/>
                  </a:lnTo>
                  <a:lnTo>
                    <a:pt x="994" y="1108"/>
                  </a:lnTo>
                  <a:lnTo>
                    <a:pt x="994" y="1108"/>
                  </a:lnTo>
                  <a:lnTo>
                    <a:pt x="994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9" y="1108"/>
                  </a:lnTo>
                  <a:lnTo>
                    <a:pt x="999" y="1110"/>
                  </a:lnTo>
                  <a:lnTo>
                    <a:pt x="999" y="1108"/>
                  </a:lnTo>
                  <a:lnTo>
                    <a:pt x="999" y="1106"/>
                  </a:lnTo>
                  <a:lnTo>
                    <a:pt x="999" y="1103"/>
                  </a:lnTo>
                  <a:lnTo>
                    <a:pt x="999" y="1103"/>
                  </a:lnTo>
                  <a:lnTo>
                    <a:pt x="1001" y="1103"/>
                  </a:lnTo>
                  <a:lnTo>
                    <a:pt x="1001" y="1103"/>
                  </a:lnTo>
                  <a:lnTo>
                    <a:pt x="1004" y="1103"/>
                  </a:lnTo>
                  <a:lnTo>
                    <a:pt x="1004" y="1103"/>
                  </a:lnTo>
                  <a:lnTo>
                    <a:pt x="1004" y="1101"/>
                  </a:lnTo>
                  <a:lnTo>
                    <a:pt x="1004" y="1101"/>
                  </a:lnTo>
                  <a:lnTo>
                    <a:pt x="1006" y="1101"/>
                  </a:lnTo>
                  <a:lnTo>
                    <a:pt x="1006" y="1101"/>
                  </a:lnTo>
                  <a:lnTo>
                    <a:pt x="1008" y="1101"/>
                  </a:lnTo>
                  <a:lnTo>
                    <a:pt x="1008" y="1101"/>
                  </a:lnTo>
                  <a:lnTo>
                    <a:pt x="1008" y="1101"/>
                  </a:lnTo>
                  <a:lnTo>
                    <a:pt x="1008" y="1099"/>
                  </a:lnTo>
                  <a:lnTo>
                    <a:pt x="1011" y="1099"/>
                  </a:lnTo>
                  <a:lnTo>
                    <a:pt x="1011" y="1099"/>
                  </a:lnTo>
                  <a:lnTo>
                    <a:pt x="1011" y="1096"/>
                  </a:lnTo>
                  <a:lnTo>
                    <a:pt x="1011" y="1096"/>
                  </a:lnTo>
                  <a:lnTo>
                    <a:pt x="1013" y="1094"/>
                  </a:lnTo>
                  <a:lnTo>
                    <a:pt x="1013" y="1094"/>
                  </a:lnTo>
                  <a:lnTo>
                    <a:pt x="1016" y="1094"/>
                  </a:lnTo>
                  <a:lnTo>
                    <a:pt x="1016" y="1094"/>
                  </a:lnTo>
                  <a:lnTo>
                    <a:pt x="1018" y="1094"/>
                  </a:lnTo>
                  <a:lnTo>
                    <a:pt x="1020" y="1094"/>
                  </a:lnTo>
                  <a:lnTo>
                    <a:pt x="1020" y="1094"/>
                  </a:lnTo>
                  <a:lnTo>
                    <a:pt x="1020" y="1092"/>
                  </a:lnTo>
                  <a:lnTo>
                    <a:pt x="1018" y="1092"/>
                  </a:lnTo>
                  <a:lnTo>
                    <a:pt x="1018" y="1089"/>
                  </a:lnTo>
                  <a:lnTo>
                    <a:pt x="1018" y="1089"/>
                  </a:lnTo>
                  <a:lnTo>
                    <a:pt x="1018" y="1087"/>
                  </a:lnTo>
                  <a:lnTo>
                    <a:pt x="1020" y="1084"/>
                  </a:lnTo>
                  <a:lnTo>
                    <a:pt x="1020" y="1084"/>
                  </a:lnTo>
                  <a:lnTo>
                    <a:pt x="1023" y="1084"/>
                  </a:lnTo>
                  <a:lnTo>
                    <a:pt x="1023" y="1084"/>
                  </a:lnTo>
                  <a:lnTo>
                    <a:pt x="1023" y="1084"/>
                  </a:lnTo>
                  <a:lnTo>
                    <a:pt x="1023" y="1082"/>
                  </a:lnTo>
                  <a:lnTo>
                    <a:pt x="1023" y="1082"/>
                  </a:lnTo>
                  <a:lnTo>
                    <a:pt x="1025" y="1082"/>
                  </a:lnTo>
                  <a:lnTo>
                    <a:pt x="1025" y="1080"/>
                  </a:lnTo>
                  <a:lnTo>
                    <a:pt x="1027" y="1080"/>
                  </a:lnTo>
                  <a:lnTo>
                    <a:pt x="1030" y="1077"/>
                  </a:lnTo>
                  <a:lnTo>
                    <a:pt x="1030" y="1075"/>
                  </a:lnTo>
                  <a:lnTo>
                    <a:pt x="1030" y="1075"/>
                  </a:lnTo>
                  <a:lnTo>
                    <a:pt x="1030" y="1075"/>
                  </a:lnTo>
                  <a:lnTo>
                    <a:pt x="1030" y="1075"/>
                  </a:lnTo>
                  <a:lnTo>
                    <a:pt x="1032" y="1073"/>
                  </a:lnTo>
                  <a:lnTo>
                    <a:pt x="1032" y="1073"/>
                  </a:lnTo>
                  <a:lnTo>
                    <a:pt x="1034" y="1073"/>
                  </a:lnTo>
                  <a:lnTo>
                    <a:pt x="1034" y="1073"/>
                  </a:lnTo>
                  <a:lnTo>
                    <a:pt x="1037" y="1070"/>
                  </a:lnTo>
                  <a:lnTo>
                    <a:pt x="1037" y="1070"/>
                  </a:lnTo>
                  <a:lnTo>
                    <a:pt x="1034" y="1066"/>
                  </a:lnTo>
                  <a:lnTo>
                    <a:pt x="1037" y="1063"/>
                  </a:lnTo>
                  <a:lnTo>
                    <a:pt x="1042" y="1063"/>
                  </a:lnTo>
                  <a:lnTo>
                    <a:pt x="1044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1"/>
                  </a:lnTo>
                  <a:lnTo>
                    <a:pt x="1049" y="1061"/>
                  </a:lnTo>
                  <a:lnTo>
                    <a:pt x="1049" y="1061"/>
                  </a:lnTo>
                  <a:lnTo>
                    <a:pt x="1046" y="1061"/>
                  </a:lnTo>
                  <a:lnTo>
                    <a:pt x="1049" y="1061"/>
                  </a:lnTo>
                  <a:lnTo>
                    <a:pt x="1049" y="1058"/>
                  </a:lnTo>
                  <a:lnTo>
                    <a:pt x="1053" y="1056"/>
                  </a:lnTo>
                  <a:lnTo>
                    <a:pt x="1058" y="1056"/>
                  </a:lnTo>
                  <a:lnTo>
                    <a:pt x="1061" y="1056"/>
                  </a:lnTo>
                  <a:lnTo>
                    <a:pt x="1061" y="1054"/>
                  </a:lnTo>
                  <a:lnTo>
                    <a:pt x="1063" y="1047"/>
                  </a:lnTo>
                  <a:lnTo>
                    <a:pt x="1063" y="1044"/>
                  </a:lnTo>
                  <a:lnTo>
                    <a:pt x="1063" y="1044"/>
                  </a:lnTo>
                  <a:lnTo>
                    <a:pt x="1063" y="1044"/>
                  </a:lnTo>
                  <a:lnTo>
                    <a:pt x="1065" y="1044"/>
                  </a:lnTo>
                  <a:lnTo>
                    <a:pt x="1065" y="1042"/>
                  </a:lnTo>
                  <a:lnTo>
                    <a:pt x="1065" y="1039"/>
                  </a:lnTo>
                  <a:lnTo>
                    <a:pt x="1065" y="1042"/>
                  </a:lnTo>
                  <a:lnTo>
                    <a:pt x="1065" y="1044"/>
                  </a:lnTo>
                  <a:lnTo>
                    <a:pt x="1068" y="1044"/>
                  </a:lnTo>
                  <a:lnTo>
                    <a:pt x="1068" y="1044"/>
                  </a:lnTo>
                  <a:lnTo>
                    <a:pt x="1072" y="1047"/>
                  </a:lnTo>
                  <a:lnTo>
                    <a:pt x="1075" y="1047"/>
                  </a:lnTo>
                  <a:lnTo>
                    <a:pt x="1082" y="1047"/>
                  </a:lnTo>
                  <a:lnTo>
                    <a:pt x="1087" y="1047"/>
                  </a:lnTo>
                  <a:lnTo>
                    <a:pt x="1089" y="1044"/>
                  </a:lnTo>
                  <a:lnTo>
                    <a:pt x="1091" y="1044"/>
                  </a:lnTo>
                  <a:lnTo>
                    <a:pt x="1094" y="1044"/>
                  </a:lnTo>
                  <a:lnTo>
                    <a:pt x="1094" y="1047"/>
                  </a:lnTo>
                  <a:lnTo>
                    <a:pt x="1094" y="1047"/>
                  </a:lnTo>
                  <a:lnTo>
                    <a:pt x="1094" y="1047"/>
                  </a:lnTo>
                  <a:lnTo>
                    <a:pt x="1096" y="1047"/>
                  </a:lnTo>
                  <a:lnTo>
                    <a:pt x="1098" y="1047"/>
                  </a:lnTo>
                  <a:lnTo>
                    <a:pt x="1098" y="1047"/>
                  </a:lnTo>
                  <a:lnTo>
                    <a:pt x="1101" y="1047"/>
                  </a:lnTo>
                  <a:lnTo>
                    <a:pt x="1105" y="1042"/>
                  </a:lnTo>
                  <a:lnTo>
                    <a:pt x="1110" y="1037"/>
                  </a:lnTo>
                  <a:lnTo>
                    <a:pt x="1115" y="1030"/>
                  </a:lnTo>
                  <a:lnTo>
                    <a:pt x="1117" y="1025"/>
                  </a:lnTo>
                  <a:lnTo>
                    <a:pt x="1117" y="1023"/>
                  </a:lnTo>
                  <a:lnTo>
                    <a:pt x="1117" y="1023"/>
                  </a:lnTo>
                  <a:lnTo>
                    <a:pt x="1115" y="1021"/>
                  </a:lnTo>
                  <a:lnTo>
                    <a:pt x="1115" y="1021"/>
                  </a:lnTo>
                  <a:lnTo>
                    <a:pt x="1115" y="1021"/>
                  </a:lnTo>
                  <a:lnTo>
                    <a:pt x="1115" y="1021"/>
                  </a:lnTo>
                  <a:lnTo>
                    <a:pt x="1117" y="1021"/>
                  </a:lnTo>
                  <a:lnTo>
                    <a:pt x="1117" y="1021"/>
                  </a:lnTo>
                  <a:lnTo>
                    <a:pt x="1117" y="1018"/>
                  </a:lnTo>
                  <a:lnTo>
                    <a:pt x="1124" y="1013"/>
                  </a:lnTo>
                  <a:lnTo>
                    <a:pt x="1124" y="1011"/>
                  </a:lnTo>
                  <a:lnTo>
                    <a:pt x="1124" y="1011"/>
                  </a:lnTo>
                  <a:lnTo>
                    <a:pt x="1124" y="1006"/>
                  </a:lnTo>
                  <a:lnTo>
                    <a:pt x="1124" y="1006"/>
                  </a:lnTo>
                  <a:lnTo>
                    <a:pt x="1124" y="1006"/>
                  </a:lnTo>
                  <a:lnTo>
                    <a:pt x="1124" y="1004"/>
                  </a:lnTo>
                  <a:lnTo>
                    <a:pt x="1124" y="1004"/>
                  </a:lnTo>
                  <a:lnTo>
                    <a:pt x="1124" y="1004"/>
                  </a:lnTo>
                  <a:lnTo>
                    <a:pt x="1124" y="1004"/>
                  </a:lnTo>
                  <a:lnTo>
                    <a:pt x="1124" y="1002"/>
                  </a:lnTo>
                  <a:lnTo>
                    <a:pt x="1124" y="1002"/>
                  </a:lnTo>
                  <a:lnTo>
                    <a:pt x="1122" y="1002"/>
                  </a:lnTo>
                  <a:lnTo>
                    <a:pt x="1122" y="1002"/>
                  </a:lnTo>
                  <a:lnTo>
                    <a:pt x="1122" y="1002"/>
                  </a:lnTo>
                  <a:lnTo>
                    <a:pt x="1124" y="999"/>
                  </a:lnTo>
                  <a:lnTo>
                    <a:pt x="1124" y="999"/>
                  </a:lnTo>
                  <a:lnTo>
                    <a:pt x="1129" y="992"/>
                  </a:lnTo>
                  <a:lnTo>
                    <a:pt x="1131" y="990"/>
                  </a:lnTo>
                  <a:lnTo>
                    <a:pt x="1134" y="987"/>
                  </a:lnTo>
                  <a:lnTo>
                    <a:pt x="1139" y="985"/>
                  </a:lnTo>
                  <a:lnTo>
                    <a:pt x="1139" y="985"/>
                  </a:lnTo>
                  <a:lnTo>
                    <a:pt x="1139" y="983"/>
                  </a:lnTo>
                  <a:lnTo>
                    <a:pt x="1139" y="983"/>
                  </a:lnTo>
                  <a:lnTo>
                    <a:pt x="1139" y="980"/>
                  </a:lnTo>
                  <a:lnTo>
                    <a:pt x="1139" y="980"/>
                  </a:lnTo>
                  <a:lnTo>
                    <a:pt x="1139" y="978"/>
                  </a:lnTo>
                  <a:lnTo>
                    <a:pt x="1141" y="978"/>
                  </a:lnTo>
                  <a:lnTo>
                    <a:pt x="1141" y="976"/>
                  </a:lnTo>
                  <a:lnTo>
                    <a:pt x="1141" y="976"/>
                  </a:lnTo>
                  <a:lnTo>
                    <a:pt x="1141" y="973"/>
                  </a:lnTo>
                  <a:lnTo>
                    <a:pt x="1141" y="973"/>
                  </a:lnTo>
                  <a:lnTo>
                    <a:pt x="1141" y="973"/>
                  </a:lnTo>
                  <a:lnTo>
                    <a:pt x="1143" y="971"/>
                  </a:lnTo>
                  <a:lnTo>
                    <a:pt x="1141" y="971"/>
                  </a:lnTo>
                  <a:lnTo>
                    <a:pt x="1141" y="971"/>
                  </a:lnTo>
                  <a:close/>
                  <a:moveTo>
                    <a:pt x="620" y="126"/>
                  </a:moveTo>
                  <a:lnTo>
                    <a:pt x="620" y="126"/>
                  </a:lnTo>
                  <a:lnTo>
                    <a:pt x="620" y="123"/>
                  </a:lnTo>
                  <a:lnTo>
                    <a:pt x="620" y="126"/>
                  </a:lnTo>
                  <a:close/>
                  <a:moveTo>
                    <a:pt x="1326" y="966"/>
                  </a:moveTo>
                  <a:lnTo>
                    <a:pt x="1318" y="971"/>
                  </a:lnTo>
                  <a:lnTo>
                    <a:pt x="1318" y="973"/>
                  </a:lnTo>
                  <a:lnTo>
                    <a:pt x="1316" y="973"/>
                  </a:lnTo>
                  <a:lnTo>
                    <a:pt x="1314" y="985"/>
                  </a:lnTo>
                  <a:lnTo>
                    <a:pt x="1316" y="983"/>
                  </a:lnTo>
                  <a:lnTo>
                    <a:pt x="1316" y="983"/>
                  </a:lnTo>
                  <a:lnTo>
                    <a:pt x="1316" y="980"/>
                  </a:lnTo>
                  <a:lnTo>
                    <a:pt x="1318" y="976"/>
                  </a:lnTo>
                  <a:lnTo>
                    <a:pt x="1318" y="973"/>
                  </a:lnTo>
                  <a:lnTo>
                    <a:pt x="1318" y="973"/>
                  </a:lnTo>
                  <a:lnTo>
                    <a:pt x="1321" y="971"/>
                  </a:lnTo>
                  <a:lnTo>
                    <a:pt x="1323" y="971"/>
                  </a:lnTo>
                  <a:lnTo>
                    <a:pt x="1323" y="973"/>
                  </a:lnTo>
                  <a:lnTo>
                    <a:pt x="1323" y="976"/>
                  </a:lnTo>
                  <a:lnTo>
                    <a:pt x="1321" y="978"/>
                  </a:lnTo>
                  <a:lnTo>
                    <a:pt x="1321" y="978"/>
                  </a:lnTo>
                  <a:lnTo>
                    <a:pt x="1321" y="978"/>
                  </a:lnTo>
                  <a:lnTo>
                    <a:pt x="1323" y="978"/>
                  </a:lnTo>
                  <a:lnTo>
                    <a:pt x="1326" y="976"/>
                  </a:lnTo>
                  <a:lnTo>
                    <a:pt x="1326" y="973"/>
                  </a:lnTo>
                  <a:lnTo>
                    <a:pt x="1323" y="973"/>
                  </a:lnTo>
                  <a:lnTo>
                    <a:pt x="1326" y="971"/>
                  </a:lnTo>
                  <a:lnTo>
                    <a:pt x="1326" y="971"/>
                  </a:lnTo>
                  <a:lnTo>
                    <a:pt x="1326" y="968"/>
                  </a:lnTo>
                  <a:lnTo>
                    <a:pt x="1326" y="968"/>
                  </a:lnTo>
                  <a:lnTo>
                    <a:pt x="1326" y="966"/>
                  </a:lnTo>
                  <a:close/>
                  <a:moveTo>
                    <a:pt x="1356" y="535"/>
                  </a:moveTo>
                  <a:lnTo>
                    <a:pt x="1356" y="533"/>
                  </a:lnTo>
                  <a:lnTo>
                    <a:pt x="1352" y="528"/>
                  </a:lnTo>
                  <a:lnTo>
                    <a:pt x="1349" y="523"/>
                  </a:lnTo>
                  <a:lnTo>
                    <a:pt x="1347" y="521"/>
                  </a:lnTo>
                  <a:lnTo>
                    <a:pt x="1344" y="514"/>
                  </a:lnTo>
                  <a:lnTo>
                    <a:pt x="1340" y="509"/>
                  </a:lnTo>
                  <a:lnTo>
                    <a:pt x="1335" y="502"/>
                  </a:lnTo>
                  <a:lnTo>
                    <a:pt x="1335" y="502"/>
                  </a:lnTo>
                  <a:lnTo>
                    <a:pt x="1333" y="497"/>
                  </a:lnTo>
                  <a:lnTo>
                    <a:pt x="1330" y="493"/>
                  </a:lnTo>
                  <a:lnTo>
                    <a:pt x="1328" y="493"/>
                  </a:lnTo>
                  <a:lnTo>
                    <a:pt x="1323" y="497"/>
                  </a:lnTo>
                  <a:lnTo>
                    <a:pt x="1318" y="500"/>
                  </a:lnTo>
                  <a:lnTo>
                    <a:pt x="1314" y="502"/>
                  </a:lnTo>
                  <a:lnTo>
                    <a:pt x="1309" y="507"/>
                  </a:lnTo>
                  <a:lnTo>
                    <a:pt x="1297" y="514"/>
                  </a:lnTo>
                  <a:lnTo>
                    <a:pt x="1292" y="516"/>
                  </a:lnTo>
                  <a:lnTo>
                    <a:pt x="1285" y="521"/>
                  </a:lnTo>
                  <a:lnTo>
                    <a:pt x="1273" y="528"/>
                  </a:lnTo>
                  <a:lnTo>
                    <a:pt x="1264" y="535"/>
                  </a:lnTo>
                  <a:lnTo>
                    <a:pt x="1252" y="542"/>
                  </a:lnTo>
                  <a:lnTo>
                    <a:pt x="1240" y="549"/>
                  </a:lnTo>
                  <a:lnTo>
                    <a:pt x="1229" y="557"/>
                  </a:lnTo>
                  <a:lnTo>
                    <a:pt x="1217" y="561"/>
                  </a:lnTo>
                  <a:lnTo>
                    <a:pt x="1202" y="571"/>
                  </a:lnTo>
                  <a:lnTo>
                    <a:pt x="1188" y="580"/>
                  </a:lnTo>
                  <a:lnTo>
                    <a:pt x="1174" y="587"/>
                  </a:lnTo>
                  <a:lnTo>
                    <a:pt x="1160" y="597"/>
                  </a:lnTo>
                  <a:lnTo>
                    <a:pt x="1146" y="604"/>
                  </a:lnTo>
                  <a:lnTo>
                    <a:pt x="1131" y="613"/>
                  </a:lnTo>
                  <a:lnTo>
                    <a:pt x="1117" y="620"/>
                  </a:lnTo>
                  <a:lnTo>
                    <a:pt x="1103" y="628"/>
                  </a:lnTo>
                  <a:lnTo>
                    <a:pt x="1094" y="635"/>
                  </a:lnTo>
                  <a:lnTo>
                    <a:pt x="1084" y="639"/>
                  </a:lnTo>
                  <a:lnTo>
                    <a:pt x="1075" y="644"/>
                  </a:lnTo>
                  <a:lnTo>
                    <a:pt x="1065" y="649"/>
                  </a:lnTo>
                  <a:lnTo>
                    <a:pt x="1056" y="654"/>
                  </a:lnTo>
                  <a:lnTo>
                    <a:pt x="1044" y="661"/>
                  </a:lnTo>
                  <a:lnTo>
                    <a:pt x="1039" y="663"/>
                  </a:lnTo>
                  <a:lnTo>
                    <a:pt x="1034" y="665"/>
                  </a:lnTo>
                  <a:lnTo>
                    <a:pt x="1025" y="670"/>
                  </a:lnTo>
                  <a:lnTo>
                    <a:pt x="1025" y="670"/>
                  </a:lnTo>
                  <a:lnTo>
                    <a:pt x="1023" y="673"/>
                  </a:lnTo>
                  <a:lnTo>
                    <a:pt x="1020" y="673"/>
                  </a:lnTo>
                  <a:lnTo>
                    <a:pt x="1018" y="673"/>
                  </a:lnTo>
                  <a:lnTo>
                    <a:pt x="1018" y="673"/>
                  </a:lnTo>
                  <a:lnTo>
                    <a:pt x="1013" y="673"/>
                  </a:lnTo>
                  <a:lnTo>
                    <a:pt x="1013" y="670"/>
                  </a:lnTo>
                  <a:lnTo>
                    <a:pt x="1013" y="668"/>
                  </a:lnTo>
                  <a:lnTo>
                    <a:pt x="1016" y="668"/>
                  </a:lnTo>
                  <a:lnTo>
                    <a:pt x="1018" y="668"/>
                  </a:lnTo>
                  <a:lnTo>
                    <a:pt x="1020" y="668"/>
                  </a:lnTo>
                  <a:lnTo>
                    <a:pt x="1023" y="668"/>
                  </a:lnTo>
                  <a:lnTo>
                    <a:pt x="1023" y="668"/>
                  </a:lnTo>
                  <a:lnTo>
                    <a:pt x="1020" y="665"/>
                  </a:lnTo>
                  <a:lnTo>
                    <a:pt x="1020" y="665"/>
                  </a:lnTo>
                  <a:lnTo>
                    <a:pt x="1018" y="663"/>
                  </a:lnTo>
                  <a:lnTo>
                    <a:pt x="1016" y="661"/>
                  </a:lnTo>
                  <a:lnTo>
                    <a:pt x="1013" y="656"/>
                  </a:lnTo>
                  <a:lnTo>
                    <a:pt x="1011" y="654"/>
                  </a:lnTo>
                  <a:lnTo>
                    <a:pt x="1008" y="651"/>
                  </a:lnTo>
                  <a:lnTo>
                    <a:pt x="1006" y="651"/>
                  </a:lnTo>
                  <a:lnTo>
                    <a:pt x="1006" y="651"/>
                  </a:lnTo>
                  <a:lnTo>
                    <a:pt x="1004" y="651"/>
                  </a:lnTo>
                  <a:lnTo>
                    <a:pt x="1004" y="649"/>
                  </a:lnTo>
                  <a:lnTo>
                    <a:pt x="1004" y="649"/>
                  </a:lnTo>
                  <a:lnTo>
                    <a:pt x="1004" y="649"/>
                  </a:lnTo>
                  <a:lnTo>
                    <a:pt x="1006" y="649"/>
                  </a:lnTo>
                  <a:lnTo>
                    <a:pt x="1004" y="647"/>
                  </a:lnTo>
                  <a:lnTo>
                    <a:pt x="1004" y="647"/>
                  </a:lnTo>
                  <a:lnTo>
                    <a:pt x="1001" y="647"/>
                  </a:lnTo>
                  <a:lnTo>
                    <a:pt x="999" y="649"/>
                  </a:lnTo>
                  <a:lnTo>
                    <a:pt x="997" y="649"/>
                  </a:lnTo>
                  <a:lnTo>
                    <a:pt x="997" y="649"/>
                  </a:lnTo>
                  <a:lnTo>
                    <a:pt x="994" y="649"/>
                  </a:lnTo>
                  <a:lnTo>
                    <a:pt x="990" y="649"/>
                  </a:lnTo>
                  <a:lnTo>
                    <a:pt x="990" y="649"/>
                  </a:lnTo>
                  <a:lnTo>
                    <a:pt x="990" y="649"/>
                  </a:lnTo>
                  <a:lnTo>
                    <a:pt x="992" y="647"/>
                  </a:lnTo>
                  <a:lnTo>
                    <a:pt x="994" y="647"/>
                  </a:lnTo>
                  <a:lnTo>
                    <a:pt x="992" y="644"/>
                  </a:lnTo>
                  <a:lnTo>
                    <a:pt x="992" y="644"/>
                  </a:lnTo>
                  <a:lnTo>
                    <a:pt x="990" y="642"/>
                  </a:lnTo>
                  <a:lnTo>
                    <a:pt x="990" y="642"/>
                  </a:lnTo>
                  <a:lnTo>
                    <a:pt x="990" y="642"/>
                  </a:lnTo>
                  <a:lnTo>
                    <a:pt x="987" y="642"/>
                  </a:lnTo>
                  <a:lnTo>
                    <a:pt x="987" y="642"/>
                  </a:lnTo>
                  <a:lnTo>
                    <a:pt x="987" y="644"/>
                  </a:lnTo>
                  <a:lnTo>
                    <a:pt x="987" y="644"/>
                  </a:lnTo>
                  <a:lnTo>
                    <a:pt x="987" y="644"/>
                  </a:lnTo>
                  <a:lnTo>
                    <a:pt x="985" y="644"/>
                  </a:lnTo>
                  <a:lnTo>
                    <a:pt x="982" y="644"/>
                  </a:lnTo>
                  <a:lnTo>
                    <a:pt x="982" y="644"/>
                  </a:lnTo>
                  <a:lnTo>
                    <a:pt x="982" y="642"/>
                  </a:lnTo>
                  <a:lnTo>
                    <a:pt x="982" y="639"/>
                  </a:lnTo>
                  <a:lnTo>
                    <a:pt x="982" y="635"/>
                  </a:lnTo>
                  <a:lnTo>
                    <a:pt x="982" y="635"/>
                  </a:lnTo>
                  <a:lnTo>
                    <a:pt x="985" y="632"/>
                  </a:lnTo>
                  <a:lnTo>
                    <a:pt x="985" y="628"/>
                  </a:lnTo>
                  <a:lnTo>
                    <a:pt x="987" y="625"/>
                  </a:lnTo>
                  <a:lnTo>
                    <a:pt x="990" y="625"/>
                  </a:lnTo>
                  <a:lnTo>
                    <a:pt x="992" y="623"/>
                  </a:lnTo>
                  <a:lnTo>
                    <a:pt x="994" y="620"/>
                  </a:lnTo>
                  <a:lnTo>
                    <a:pt x="994" y="620"/>
                  </a:lnTo>
                  <a:lnTo>
                    <a:pt x="997" y="618"/>
                  </a:lnTo>
                  <a:lnTo>
                    <a:pt x="999" y="618"/>
                  </a:lnTo>
                  <a:lnTo>
                    <a:pt x="999" y="616"/>
                  </a:lnTo>
                  <a:lnTo>
                    <a:pt x="1001" y="616"/>
                  </a:lnTo>
                  <a:lnTo>
                    <a:pt x="1001" y="616"/>
                  </a:lnTo>
                  <a:lnTo>
                    <a:pt x="1004" y="613"/>
                  </a:lnTo>
                  <a:lnTo>
                    <a:pt x="1004" y="613"/>
                  </a:lnTo>
                  <a:lnTo>
                    <a:pt x="1006" y="613"/>
                  </a:lnTo>
                  <a:lnTo>
                    <a:pt x="1006" y="613"/>
                  </a:lnTo>
                  <a:lnTo>
                    <a:pt x="1008" y="611"/>
                  </a:lnTo>
                  <a:lnTo>
                    <a:pt x="1006" y="609"/>
                  </a:lnTo>
                  <a:lnTo>
                    <a:pt x="1004" y="609"/>
                  </a:lnTo>
                  <a:lnTo>
                    <a:pt x="1001" y="606"/>
                  </a:lnTo>
                  <a:lnTo>
                    <a:pt x="1001" y="606"/>
                  </a:lnTo>
                  <a:lnTo>
                    <a:pt x="999" y="606"/>
                  </a:lnTo>
                  <a:lnTo>
                    <a:pt x="999" y="606"/>
                  </a:lnTo>
                  <a:lnTo>
                    <a:pt x="997" y="606"/>
                  </a:lnTo>
                  <a:lnTo>
                    <a:pt x="997" y="606"/>
                  </a:lnTo>
                  <a:lnTo>
                    <a:pt x="994" y="606"/>
                  </a:lnTo>
                  <a:lnTo>
                    <a:pt x="994" y="606"/>
                  </a:lnTo>
                  <a:lnTo>
                    <a:pt x="992" y="606"/>
                  </a:lnTo>
                  <a:lnTo>
                    <a:pt x="992" y="604"/>
                  </a:lnTo>
                  <a:lnTo>
                    <a:pt x="990" y="599"/>
                  </a:lnTo>
                  <a:lnTo>
                    <a:pt x="990" y="594"/>
                  </a:lnTo>
                  <a:lnTo>
                    <a:pt x="987" y="592"/>
                  </a:lnTo>
                  <a:lnTo>
                    <a:pt x="987" y="590"/>
                  </a:lnTo>
                  <a:lnTo>
                    <a:pt x="985" y="587"/>
                  </a:lnTo>
                  <a:lnTo>
                    <a:pt x="982" y="587"/>
                  </a:lnTo>
                  <a:lnTo>
                    <a:pt x="980" y="587"/>
                  </a:lnTo>
                  <a:lnTo>
                    <a:pt x="980" y="585"/>
                  </a:lnTo>
                  <a:lnTo>
                    <a:pt x="978" y="585"/>
                  </a:lnTo>
                  <a:lnTo>
                    <a:pt x="978" y="583"/>
                  </a:lnTo>
                  <a:lnTo>
                    <a:pt x="978" y="583"/>
                  </a:lnTo>
                  <a:lnTo>
                    <a:pt x="975" y="580"/>
                  </a:lnTo>
                  <a:lnTo>
                    <a:pt x="973" y="580"/>
                  </a:lnTo>
                  <a:lnTo>
                    <a:pt x="971" y="583"/>
                  </a:lnTo>
                  <a:lnTo>
                    <a:pt x="968" y="583"/>
                  </a:lnTo>
                  <a:lnTo>
                    <a:pt x="968" y="585"/>
                  </a:lnTo>
                  <a:lnTo>
                    <a:pt x="966" y="585"/>
                  </a:lnTo>
                  <a:lnTo>
                    <a:pt x="963" y="587"/>
                  </a:lnTo>
                  <a:lnTo>
                    <a:pt x="963" y="590"/>
                  </a:lnTo>
                  <a:lnTo>
                    <a:pt x="963" y="592"/>
                  </a:lnTo>
                  <a:lnTo>
                    <a:pt x="966" y="594"/>
                  </a:lnTo>
                  <a:lnTo>
                    <a:pt x="966" y="594"/>
                  </a:lnTo>
                  <a:lnTo>
                    <a:pt x="968" y="597"/>
                  </a:lnTo>
                  <a:lnTo>
                    <a:pt x="968" y="599"/>
                  </a:lnTo>
                  <a:lnTo>
                    <a:pt x="968" y="602"/>
                  </a:lnTo>
                  <a:lnTo>
                    <a:pt x="968" y="602"/>
                  </a:lnTo>
                  <a:lnTo>
                    <a:pt x="968" y="604"/>
                  </a:lnTo>
                  <a:lnTo>
                    <a:pt x="971" y="606"/>
                  </a:lnTo>
                  <a:lnTo>
                    <a:pt x="971" y="609"/>
                  </a:lnTo>
                  <a:lnTo>
                    <a:pt x="968" y="609"/>
                  </a:lnTo>
                  <a:lnTo>
                    <a:pt x="966" y="609"/>
                  </a:lnTo>
                  <a:lnTo>
                    <a:pt x="966" y="609"/>
                  </a:lnTo>
                  <a:lnTo>
                    <a:pt x="963" y="611"/>
                  </a:lnTo>
                  <a:lnTo>
                    <a:pt x="961" y="613"/>
                  </a:lnTo>
                  <a:lnTo>
                    <a:pt x="961" y="616"/>
                  </a:lnTo>
                  <a:lnTo>
                    <a:pt x="961" y="618"/>
                  </a:lnTo>
                  <a:lnTo>
                    <a:pt x="963" y="618"/>
                  </a:lnTo>
                  <a:lnTo>
                    <a:pt x="963" y="620"/>
                  </a:lnTo>
                  <a:lnTo>
                    <a:pt x="966" y="620"/>
                  </a:lnTo>
                  <a:lnTo>
                    <a:pt x="966" y="623"/>
                  </a:lnTo>
                  <a:lnTo>
                    <a:pt x="968" y="625"/>
                  </a:lnTo>
                  <a:lnTo>
                    <a:pt x="968" y="628"/>
                  </a:lnTo>
                  <a:lnTo>
                    <a:pt x="968" y="630"/>
                  </a:lnTo>
                  <a:lnTo>
                    <a:pt x="968" y="630"/>
                  </a:lnTo>
                  <a:lnTo>
                    <a:pt x="971" y="632"/>
                  </a:lnTo>
                  <a:lnTo>
                    <a:pt x="973" y="635"/>
                  </a:lnTo>
                  <a:lnTo>
                    <a:pt x="973" y="637"/>
                  </a:lnTo>
                  <a:lnTo>
                    <a:pt x="973" y="637"/>
                  </a:lnTo>
                  <a:lnTo>
                    <a:pt x="973" y="637"/>
                  </a:lnTo>
                  <a:lnTo>
                    <a:pt x="973" y="639"/>
                  </a:lnTo>
                  <a:lnTo>
                    <a:pt x="973" y="639"/>
                  </a:lnTo>
                  <a:lnTo>
                    <a:pt x="975" y="642"/>
                  </a:lnTo>
                  <a:lnTo>
                    <a:pt x="975" y="642"/>
                  </a:lnTo>
                  <a:lnTo>
                    <a:pt x="975" y="642"/>
                  </a:lnTo>
                  <a:lnTo>
                    <a:pt x="978" y="644"/>
                  </a:lnTo>
                  <a:lnTo>
                    <a:pt x="980" y="644"/>
                  </a:lnTo>
                  <a:lnTo>
                    <a:pt x="982" y="647"/>
                  </a:lnTo>
                  <a:lnTo>
                    <a:pt x="982" y="649"/>
                  </a:lnTo>
                  <a:lnTo>
                    <a:pt x="985" y="649"/>
                  </a:lnTo>
                  <a:lnTo>
                    <a:pt x="985" y="649"/>
                  </a:lnTo>
                  <a:lnTo>
                    <a:pt x="985" y="651"/>
                  </a:lnTo>
                  <a:lnTo>
                    <a:pt x="987" y="651"/>
                  </a:lnTo>
                  <a:lnTo>
                    <a:pt x="987" y="651"/>
                  </a:lnTo>
                  <a:lnTo>
                    <a:pt x="987" y="654"/>
                  </a:lnTo>
                  <a:lnTo>
                    <a:pt x="987" y="654"/>
                  </a:lnTo>
                  <a:lnTo>
                    <a:pt x="987" y="656"/>
                  </a:lnTo>
                  <a:lnTo>
                    <a:pt x="987" y="658"/>
                  </a:lnTo>
                  <a:lnTo>
                    <a:pt x="987" y="661"/>
                  </a:lnTo>
                  <a:lnTo>
                    <a:pt x="990" y="663"/>
                  </a:lnTo>
                  <a:lnTo>
                    <a:pt x="990" y="665"/>
                  </a:lnTo>
                  <a:lnTo>
                    <a:pt x="992" y="665"/>
                  </a:lnTo>
                  <a:lnTo>
                    <a:pt x="992" y="668"/>
                  </a:lnTo>
                  <a:lnTo>
                    <a:pt x="994" y="668"/>
                  </a:lnTo>
                  <a:lnTo>
                    <a:pt x="994" y="670"/>
                  </a:lnTo>
                  <a:lnTo>
                    <a:pt x="994" y="673"/>
                  </a:lnTo>
                  <a:lnTo>
                    <a:pt x="992" y="673"/>
                  </a:lnTo>
                  <a:lnTo>
                    <a:pt x="992" y="675"/>
                  </a:lnTo>
                  <a:lnTo>
                    <a:pt x="990" y="675"/>
                  </a:lnTo>
                  <a:lnTo>
                    <a:pt x="990" y="675"/>
                  </a:lnTo>
                  <a:lnTo>
                    <a:pt x="990" y="677"/>
                  </a:lnTo>
                  <a:lnTo>
                    <a:pt x="990" y="680"/>
                  </a:lnTo>
                  <a:lnTo>
                    <a:pt x="990" y="682"/>
                  </a:lnTo>
                  <a:lnTo>
                    <a:pt x="990" y="682"/>
                  </a:lnTo>
                  <a:lnTo>
                    <a:pt x="990" y="682"/>
                  </a:lnTo>
                  <a:lnTo>
                    <a:pt x="990" y="684"/>
                  </a:lnTo>
                  <a:lnTo>
                    <a:pt x="992" y="684"/>
                  </a:lnTo>
                  <a:lnTo>
                    <a:pt x="992" y="684"/>
                  </a:lnTo>
                  <a:lnTo>
                    <a:pt x="992" y="687"/>
                  </a:lnTo>
                  <a:lnTo>
                    <a:pt x="994" y="687"/>
                  </a:lnTo>
                  <a:lnTo>
                    <a:pt x="992" y="689"/>
                  </a:lnTo>
                  <a:lnTo>
                    <a:pt x="992" y="689"/>
                  </a:lnTo>
                  <a:lnTo>
                    <a:pt x="992" y="692"/>
                  </a:lnTo>
                  <a:lnTo>
                    <a:pt x="994" y="694"/>
                  </a:lnTo>
                  <a:lnTo>
                    <a:pt x="994" y="696"/>
                  </a:lnTo>
                  <a:lnTo>
                    <a:pt x="997" y="699"/>
                  </a:lnTo>
                  <a:lnTo>
                    <a:pt x="997" y="701"/>
                  </a:lnTo>
                  <a:lnTo>
                    <a:pt x="997" y="701"/>
                  </a:lnTo>
                  <a:lnTo>
                    <a:pt x="997" y="703"/>
                  </a:lnTo>
                  <a:lnTo>
                    <a:pt x="999" y="703"/>
                  </a:lnTo>
                  <a:lnTo>
                    <a:pt x="999" y="706"/>
                  </a:lnTo>
                  <a:lnTo>
                    <a:pt x="1001" y="706"/>
                  </a:lnTo>
                  <a:lnTo>
                    <a:pt x="1001" y="706"/>
                  </a:lnTo>
                  <a:lnTo>
                    <a:pt x="1001" y="706"/>
                  </a:lnTo>
                  <a:lnTo>
                    <a:pt x="1004" y="706"/>
                  </a:lnTo>
                  <a:lnTo>
                    <a:pt x="1004" y="706"/>
                  </a:lnTo>
                  <a:lnTo>
                    <a:pt x="1004" y="708"/>
                  </a:lnTo>
                  <a:lnTo>
                    <a:pt x="1004" y="708"/>
                  </a:lnTo>
                  <a:lnTo>
                    <a:pt x="1004" y="710"/>
                  </a:lnTo>
                  <a:lnTo>
                    <a:pt x="1004" y="710"/>
                  </a:lnTo>
                  <a:lnTo>
                    <a:pt x="1004" y="713"/>
                  </a:lnTo>
                  <a:lnTo>
                    <a:pt x="1004" y="713"/>
                  </a:lnTo>
                  <a:lnTo>
                    <a:pt x="1004" y="715"/>
                  </a:lnTo>
                  <a:lnTo>
                    <a:pt x="1001" y="715"/>
                  </a:lnTo>
                  <a:lnTo>
                    <a:pt x="1001" y="718"/>
                  </a:lnTo>
                  <a:lnTo>
                    <a:pt x="999" y="718"/>
                  </a:lnTo>
                  <a:lnTo>
                    <a:pt x="999" y="720"/>
                  </a:lnTo>
                  <a:lnTo>
                    <a:pt x="999" y="722"/>
                  </a:lnTo>
                  <a:lnTo>
                    <a:pt x="999" y="725"/>
                  </a:lnTo>
                  <a:lnTo>
                    <a:pt x="999" y="725"/>
                  </a:lnTo>
                  <a:lnTo>
                    <a:pt x="999" y="725"/>
                  </a:lnTo>
                  <a:lnTo>
                    <a:pt x="999" y="727"/>
                  </a:lnTo>
                  <a:lnTo>
                    <a:pt x="999" y="727"/>
                  </a:lnTo>
                  <a:lnTo>
                    <a:pt x="999" y="727"/>
                  </a:lnTo>
                  <a:lnTo>
                    <a:pt x="997" y="727"/>
                  </a:lnTo>
                  <a:lnTo>
                    <a:pt x="997" y="727"/>
                  </a:lnTo>
                  <a:lnTo>
                    <a:pt x="997" y="727"/>
                  </a:lnTo>
                  <a:lnTo>
                    <a:pt x="997" y="727"/>
                  </a:lnTo>
                  <a:lnTo>
                    <a:pt x="997" y="729"/>
                  </a:lnTo>
                  <a:lnTo>
                    <a:pt x="997" y="729"/>
                  </a:lnTo>
                  <a:lnTo>
                    <a:pt x="997" y="729"/>
                  </a:lnTo>
                  <a:lnTo>
                    <a:pt x="997" y="729"/>
                  </a:lnTo>
                  <a:lnTo>
                    <a:pt x="994" y="729"/>
                  </a:lnTo>
                  <a:lnTo>
                    <a:pt x="994" y="727"/>
                  </a:lnTo>
                  <a:lnTo>
                    <a:pt x="992" y="725"/>
                  </a:lnTo>
                  <a:lnTo>
                    <a:pt x="990" y="722"/>
                  </a:lnTo>
                  <a:lnTo>
                    <a:pt x="987" y="722"/>
                  </a:lnTo>
                  <a:lnTo>
                    <a:pt x="987" y="722"/>
                  </a:lnTo>
                  <a:lnTo>
                    <a:pt x="985" y="722"/>
                  </a:lnTo>
                  <a:lnTo>
                    <a:pt x="982" y="720"/>
                  </a:lnTo>
                  <a:lnTo>
                    <a:pt x="982" y="718"/>
                  </a:lnTo>
                  <a:lnTo>
                    <a:pt x="982" y="718"/>
                  </a:lnTo>
                  <a:lnTo>
                    <a:pt x="982" y="715"/>
                  </a:lnTo>
                  <a:lnTo>
                    <a:pt x="985" y="715"/>
                  </a:lnTo>
                  <a:lnTo>
                    <a:pt x="985" y="713"/>
                  </a:lnTo>
                  <a:lnTo>
                    <a:pt x="987" y="710"/>
                  </a:lnTo>
                  <a:lnTo>
                    <a:pt x="985" y="708"/>
                  </a:lnTo>
                  <a:lnTo>
                    <a:pt x="982" y="708"/>
                  </a:lnTo>
                  <a:lnTo>
                    <a:pt x="980" y="708"/>
                  </a:lnTo>
                  <a:lnTo>
                    <a:pt x="978" y="708"/>
                  </a:lnTo>
                  <a:lnTo>
                    <a:pt x="975" y="708"/>
                  </a:lnTo>
                  <a:lnTo>
                    <a:pt x="973" y="708"/>
                  </a:lnTo>
                  <a:lnTo>
                    <a:pt x="971" y="708"/>
                  </a:lnTo>
                  <a:lnTo>
                    <a:pt x="968" y="706"/>
                  </a:lnTo>
                  <a:lnTo>
                    <a:pt x="966" y="706"/>
                  </a:lnTo>
                  <a:lnTo>
                    <a:pt x="966" y="703"/>
                  </a:lnTo>
                  <a:lnTo>
                    <a:pt x="966" y="701"/>
                  </a:lnTo>
                  <a:lnTo>
                    <a:pt x="966" y="701"/>
                  </a:lnTo>
                  <a:lnTo>
                    <a:pt x="963" y="699"/>
                  </a:lnTo>
                  <a:lnTo>
                    <a:pt x="961" y="699"/>
                  </a:lnTo>
                  <a:lnTo>
                    <a:pt x="959" y="699"/>
                  </a:lnTo>
                  <a:lnTo>
                    <a:pt x="956" y="699"/>
                  </a:lnTo>
                  <a:lnTo>
                    <a:pt x="954" y="696"/>
                  </a:lnTo>
                  <a:lnTo>
                    <a:pt x="952" y="696"/>
                  </a:lnTo>
                  <a:lnTo>
                    <a:pt x="949" y="694"/>
                  </a:lnTo>
                  <a:lnTo>
                    <a:pt x="947" y="694"/>
                  </a:lnTo>
                  <a:lnTo>
                    <a:pt x="945" y="694"/>
                  </a:lnTo>
                  <a:lnTo>
                    <a:pt x="942" y="694"/>
                  </a:lnTo>
                  <a:lnTo>
                    <a:pt x="940" y="696"/>
                  </a:lnTo>
                  <a:lnTo>
                    <a:pt x="937" y="696"/>
                  </a:lnTo>
                  <a:lnTo>
                    <a:pt x="935" y="696"/>
                  </a:lnTo>
                  <a:lnTo>
                    <a:pt x="935" y="696"/>
                  </a:lnTo>
                  <a:lnTo>
                    <a:pt x="935" y="696"/>
                  </a:lnTo>
                  <a:lnTo>
                    <a:pt x="933" y="696"/>
                  </a:lnTo>
                  <a:lnTo>
                    <a:pt x="933" y="696"/>
                  </a:lnTo>
                  <a:lnTo>
                    <a:pt x="933" y="696"/>
                  </a:lnTo>
                  <a:lnTo>
                    <a:pt x="930" y="696"/>
                  </a:lnTo>
                  <a:lnTo>
                    <a:pt x="930" y="696"/>
                  </a:lnTo>
                  <a:lnTo>
                    <a:pt x="928" y="699"/>
                  </a:lnTo>
                  <a:lnTo>
                    <a:pt x="928" y="699"/>
                  </a:lnTo>
                  <a:lnTo>
                    <a:pt x="928" y="699"/>
                  </a:lnTo>
                  <a:lnTo>
                    <a:pt x="926" y="699"/>
                  </a:lnTo>
                  <a:lnTo>
                    <a:pt x="926" y="701"/>
                  </a:lnTo>
                  <a:lnTo>
                    <a:pt x="926" y="703"/>
                  </a:lnTo>
                  <a:lnTo>
                    <a:pt x="926" y="703"/>
                  </a:lnTo>
                  <a:lnTo>
                    <a:pt x="926" y="706"/>
                  </a:lnTo>
                  <a:lnTo>
                    <a:pt x="926" y="706"/>
                  </a:lnTo>
                  <a:lnTo>
                    <a:pt x="928" y="708"/>
                  </a:lnTo>
                  <a:lnTo>
                    <a:pt x="928" y="713"/>
                  </a:lnTo>
                  <a:lnTo>
                    <a:pt x="928" y="715"/>
                  </a:lnTo>
                  <a:lnTo>
                    <a:pt x="928" y="715"/>
                  </a:lnTo>
                  <a:lnTo>
                    <a:pt x="926" y="715"/>
                  </a:lnTo>
                  <a:lnTo>
                    <a:pt x="926" y="715"/>
                  </a:lnTo>
                  <a:lnTo>
                    <a:pt x="923" y="713"/>
                  </a:lnTo>
                  <a:lnTo>
                    <a:pt x="923" y="713"/>
                  </a:lnTo>
                  <a:lnTo>
                    <a:pt x="921" y="713"/>
                  </a:lnTo>
                  <a:lnTo>
                    <a:pt x="921" y="713"/>
                  </a:lnTo>
                  <a:lnTo>
                    <a:pt x="919" y="713"/>
                  </a:lnTo>
                  <a:lnTo>
                    <a:pt x="916" y="713"/>
                  </a:lnTo>
                  <a:lnTo>
                    <a:pt x="916" y="713"/>
                  </a:lnTo>
                  <a:lnTo>
                    <a:pt x="916" y="713"/>
                  </a:lnTo>
                  <a:lnTo>
                    <a:pt x="916" y="715"/>
                  </a:lnTo>
                  <a:lnTo>
                    <a:pt x="914" y="715"/>
                  </a:lnTo>
                  <a:lnTo>
                    <a:pt x="916" y="718"/>
                  </a:lnTo>
                  <a:lnTo>
                    <a:pt x="916" y="718"/>
                  </a:lnTo>
                  <a:lnTo>
                    <a:pt x="916" y="720"/>
                  </a:lnTo>
                  <a:lnTo>
                    <a:pt x="916" y="720"/>
                  </a:lnTo>
                  <a:lnTo>
                    <a:pt x="916" y="720"/>
                  </a:lnTo>
                  <a:lnTo>
                    <a:pt x="916" y="720"/>
                  </a:lnTo>
                  <a:lnTo>
                    <a:pt x="914" y="720"/>
                  </a:lnTo>
                  <a:lnTo>
                    <a:pt x="914" y="720"/>
                  </a:lnTo>
                  <a:lnTo>
                    <a:pt x="914" y="720"/>
                  </a:lnTo>
                  <a:lnTo>
                    <a:pt x="911" y="722"/>
                  </a:lnTo>
                  <a:lnTo>
                    <a:pt x="911" y="722"/>
                  </a:lnTo>
                  <a:lnTo>
                    <a:pt x="909" y="722"/>
                  </a:lnTo>
                  <a:lnTo>
                    <a:pt x="907" y="722"/>
                  </a:lnTo>
                  <a:lnTo>
                    <a:pt x="904" y="722"/>
                  </a:lnTo>
                  <a:lnTo>
                    <a:pt x="902" y="722"/>
                  </a:lnTo>
                  <a:lnTo>
                    <a:pt x="900" y="720"/>
                  </a:lnTo>
                  <a:lnTo>
                    <a:pt x="900" y="718"/>
                  </a:lnTo>
                  <a:lnTo>
                    <a:pt x="900" y="715"/>
                  </a:lnTo>
                  <a:lnTo>
                    <a:pt x="897" y="713"/>
                  </a:lnTo>
                  <a:lnTo>
                    <a:pt x="897" y="713"/>
                  </a:lnTo>
                  <a:lnTo>
                    <a:pt x="895" y="713"/>
                  </a:lnTo>
                  <a:lnTo>
                    <a:pt x="892" y="713"/>
                  </a:lnTo>
                  <a:lnTo>
                    <a:pt x="892" y="715"/>
                  </a:lnTo>
                  <a:lnTo>
                    <a:pt x="890" y="713"/>
                  </a:lnTo>
                  <a:lnTo>
                    <a:pt x="890" y="713"/>
                  </a:lnTo>
                  <a:lnTo>
                    <a:pt x="888" y="713"/>
                  </a:lnTo>
                  <a:lnTo>
                    <a:pt x="888" y="713"/>
                  </a:lnTo>
                  <a:lnTo>
                    <a:pt x="885" y="710"/>
                  </a:lnTo>
                  <a:lnTo>
                    <a:pt x="885" y="710"/>
                  </a:lnTo>
                  <a:lnTo>
                    <a:pt x="885" y="710"/>
                  </a:lnTo>
                  <a:lnTo>
                    <a:pt x="883" y="710"/>
                  </a:lnTo>
                  <a:lnTo>
                    <a:pt x="883" y="708"/>
                  </a:lnTo>
                  <a:lnTo>
                    <a:pt x="883" y="710"/>
                  </a:lnTo>
                  <a:lnTo>
                    <a:pt x="881" y="710"/>
                  </a:lnTo>
                  <a:lnTo>
                    <a:pt x="883" y="713"/>
                  </a:lnTo>
                  <a:lnTo>
                    <a:pt x="883" y="715"/>
                  </a:lnTo>
                  <a:lnTo>
                    <a:pt x="883" y="715"/>
                  </a:lnTo>
                  <a:lnTo>
                    <a:pt x="885" y="718"/>
                  </a:lnTo>
                  <a:lnTo>
                    <a:pt x="885" y="718"/>
                  </a:lnTo>
                  <a:lnTo>
                    <a:pt x="885" y="718"/>
                  </a:lnTo>
                  <a:lnTo>
                    <a:pt x="885" y="720"/>
                  </a:lnTo>
                  <a:lnTo>
                    <a:pt x="885" y="720"/>
                  </a:lnTo>
                  <a:lnTo>
                    <a:pt x="885" y="722"/>
                  </a:lnTo>
                  <a:lnTo>
                    <a:pt x="885" y="722"/>
                  </a:lnTo>
                  <a:lnTo>
                    <a:pt x="888" y="725"/>
                  </a:lnTo>
                  <a:lnTo>
                    <a:pt x="888" y="725"/>
                  </a:lnTo>
                  <a:lnTo>
                    <a:pt x="888" y="725"/>
                  </a:lnTo>
                  <a:lnTo>
                    <a:pt x="885" y="725"/>
                  </a:lnTo>
                  <a:lnTo>
                    <a:pt x="885" y="725"/>
                  </a:lnTo>
                  <a:lnTo>
                    <a:pt x="885" y="725"/>
                  </a:lnTo>
                  <a:lnTo>
                    <a:pt x="883" y="725"/>
                  </a:lnTo>
                  <a:lnTo>
                    <a:pt x="883" y="725"/>
                  </a:lnTo>
                  <a:lnTo>
                    <a:pt x="881" y="722"/>
                  </a:lnTo>
                  <a:lnTo>
                    <a:pt x="878" y="722"/>
                  </a:lnTo>
                  <a:lnTo>
                    <a:pt x="878" y="720"/>
                  </a:lnTo>
                  <a:lnTo>
                    <a:pt x="876" y="718"/>
                  </a:lnTo>
                  <a:lnTo>
                    <a:pt x="876" y="715"/>
                  </a:lnTo>
                  <a:lnTo>
                    <a:pt x="874" y="715"/>
                  </a:lnTo>
                  <a:lnTo>
                    <a:pt x="874" y="713"/>
                  </a:lnTo>
                  <a:lnTo>
                    <a:pt x="871" y="713"/>
                  </a:lnTo>
                  <a:lnTo>
                    <a:pt x="871" y="710"/>
                  </a:lnTo>
                  <a:lnTo>
                    <a:pt x="871" y="710"/>
                  </a:lnTo>
                  <a:lnTo>
                    <a:pt x="871" y="708"/>
                  </a:lnTo>
                  <a:lnTo>
                    <a:pt x="871" y="708"/>
                  </a:lnTo>
                  <a:lnTo>
                    <a:pt x="874" y="706"/>
                  </a:lnTo>
                  <a:lnTo>
                    <a:pt x="874" y="706"/>
                  </a:lnTo>
                  <a:lnTo>
                    <a:pt x="876" y="703"/>
                  </a:lnTo>
                  <a:lnTo>
                    <a:pt x="876" y="703"/>
                  </a:lnTo>
                  <a:lnTo>
                    <a:pt x="874" y="703"/>
                  </a:lnTo>
                  <a:lnTo>
                    <a:pt x="874" y="703"/>
                  </a:lnTo>
                  <a:lnTo>
                    <a:pt x="874" y="701"/>
                  </a:lnTo>
                  <a:lnTo>
                    <a:pt x="871" y="701"/>
                  </a:lnTo>
                  <a:lnTo>
                    <a:pt x="871" y="701"/>
                  </a:lnTo>
                  <a:lnTo>
                    <a:pt x="871" y="699"/>
                  </a:lnTo>
                  <a:lnTo>
                    <a:pt x="871" y="699"/>
                  </a:lnTo>
                  <a:lnTo>
                    <a:pt x="869" y="699"/>
                  </a:lnTo>
                  <a:lnTo>
                    <a:pt x="869" y="696"/>
                  </a:lnTo>
                  <a:lnTo>
                    <a:pt x="869" y="696"/>
                  </a:lnTo>
                  <a:lnTo>
                    <a:pt x="866" y="696"/>
                  </a:lnTo>
                  <a:lnTo>
                    <a:pt x="866" y="696"/>
                  </a:lnTo>
                  <a:lnTo>
                    <a:pt x="866" y="694"/>
                  </a:lnTo>
                  <a:lnTo>
                    <a:pt x="866" y="694"/>
                  </a:lnTo>
                  <a:lnTo>
                    <a:pt x="866" y="694"/>
                  </a:lnTo>
                  <a:lnTo>
                    <a:pt x="869" y="694"/>
                  </a:lnTo>
                  <a:lnTo>
                    <a:pt x="869" y="692"/>
                  </a:lnTo>
                  <a:lnTo>
                    <a:pt x="866" y="692"/>
                  </a:lnTo>
                  <a:lnTo>
                    <a:pt x="864" y="689"/>
                  </a:lnTo>
                  <a:lnTo>
                    <a:pt x="864" y="689"/>
                  </a:lnTo>
                  <a:lnTo>
                    <a:pt x="864" y="687"/>
                  </a:lnTo>
                  <a:lnTo>
                    <a:pt x="862" y="687"/>
                  </a:lnTo>
                  <a:lnTo>
                    <a:pt x="862" y="687"/>
                  </a:lnTo>
                  <a:lnTo>
                    <a:pt x="862" y="684"/>
                  </a:lnTo>
                  <a:lnTo>
                    <a:pt x="862" y="684"/>
                  </a:lnTo>
                  <a:lnTo>
                    <a:pt x="862" y="684"/>
                  </a:lnTo>
                  <a:lnTo>
                    <a:pt x="862" y="682"/>
                  </a:lnTo>
                  <a:lnTo>
                    <a:pt x="859" y="682"/>
                  </a:lnTo>
                  <a:lnTo>
                    <a:pt x="859" y="680"/>
                  </a:lnTo>
                  <a:lnTo>
                    <a:pt x="859" y="680"/>
                  </a:lnTo>
                  <a:lnTo>
                    <a:pt x="859" y="677"/>
                  </a:lnTo>
                  <a:lnTo>
                    <a:pt x="862" y="677"/>
                  </a:lnTo>
                  <a:lnTo>
                    <a:pt x="864" y="677"/>
                  </a:lnTo>
                  <a:lnTo>
                    <a:pt x="864" y="677"/>
                  </a:lnTo>
                  <a:lnTo>
                    <a:pt x="862" y="675"/>
                  </a:lnTo>
                  <a:lnTo>
                    <a:pt x="862" y="673"/>
                  </a:lnTo>
                  <a:lnTo>
                    <a:pt x="859" y="673"/>
                  </a:lnTo>
                  <a:lnTo>
                    <a:pt x="859" y="670"/>
                  </a:lnTo>
                  <a:lnTo>
                    <a:pt x="857" y="670"/>
                  </a:lnTo>
                  <a:lnTo>
                    <a:pt x="857" y="668"/>
                  </a:lnTo>
                  <a:lnTo>
                    <a:pt x="857" y="665"/>
                  </a:lnTo>
                  <a:lnTo>
                    <a:pt x="859" y="665"/>
                  </a:lnTo>
                  <a:lnTo>
                    <a:pt x="859" y="663"/>
                  </a:lnTo>
                  <a:lnTo>
                    <a:pt x="859" y="661"/>
                  </a:lnTo>
                  <a:lnTo>
                    <a:pt x="859" y="661"/>
                  </a:lnTo>
                  <a:lnTo>
                    <a:pt x="857" y="661"/>
                  </a:lnTo>
                  <a:lnTo>
                    <a:pt x="855" y="658"/>
                  </a:lnTo>
                  <a:lnTo>
                    <a:pt x="855" y="658"/>
                  </a:lnTo>
                  <a:lnTo>
                    <a:pt x="852" y="656"/>
                  </a:lnTo>
                  <a:lnTo>
                    <a:pt x="850" y="656"/>
                  </a:lnTo>
                  <a:lnTo>
                    <a:pt x="850" y="654"/>
                  </a:lnTo>
                  <a:lnTo>
                    <a:pt x="848" y="654"/>
                  </a:lnTo>
                  <a:lnTo>
                    <a:pt x="848" y="654"/>
                  </a:lnTo>
                  <a:lnTo>
                    <a:pt x="845" y="654"/>
                  </a:lnTo>
                  <a:lnTo>
                    <a:pt x="845" y="654"/>
                  </a:lnTo>
                  <a:lnTo>
                    <a:pt x="845" y="654"/>
                  </a:lnTo>
                  <a:lnTo>
                    <a:pt x="843" y="654"/>
                  </a:lnTo>
                  <a:lnTo>
                    <a:pt x="843" y="656"/>
                  </a:lnTo>
                  <a:lnTo>
                    <a:pt x="845" y="656"/>
                  </a:lnTo>
                  <a:lnTo>
                    <a:pt x="845" y="658"/>
                  </a:lnTo>
                  <a:lnTo>
                    <a:pt x="845" y="661"/>
                  </a:lnTo>
                  <a:lnTo>
                    <a:pt x="845" y="663"/>
                  </a:lnTo>
                  <a:lnTo>
                    <a:pt x="845" y="663"/>
                  </a:lnTo>
                  <a:lnTo>
                    <a:pt x="843" y="665"/>
                  </a:lnTo>
                  <a:lnTo>
                    <a:pt x="843" y="665"/>
                  </a:lnTo>
                  <a:lnTo>
                    <a:pt x="840" y="665"/>
                  </a:lnTo>
                  <a:lnTo>
                    <a:pt x="840" y="665"/>
                  </a:lnTo>
                  <a:lnTo>
                    <a:pt x="840" y="668"/>
                  </a:lnTo>
                  <a:lnTo>
                    <a:pt x="840" y="670"/>
                  </a:lnTo>
                  <a:lnTo>
                    <a:pt x="843" y="675"/>
                  </a:lnTo>
                  <a:lnTo>
                    <a:pt x="845" y="677"/>
                  </a:lnTo>
                  <a:lnTo>
                    <a:pt x="845" y="677"/>
                  </a:lnTo>
                  <a:lnTo>
                    <a:pt x="845" y="680"/>
                  </a:lnTo>
                  <a:lnTo>
                    <a:pt x="848" y="682"/>
                  </a:lnTo>
                  <a:lnTo>
                    <a:pt x="848" y="684"/>
                  </a:lnTo>
                  <a:lnTo>
                    <a:pt x="845" y="687"/>
                  </a:lnTo>
                  <a:lnTo>
                    <a:pt x="845" y="687"/>
                  </a:lnTo>
                  <a:lnTo>
                    <a:pt x="843" y="689"/>
                  </a:lnTo>
                  <a:lnTo>
                    <a:pt x="843" y="692"/>
                  </a:lnTo>
                  <a:lnTo>
                    <a:pt x="843" y="692"/>
                  </a:lnTo>
                  <a:lnTo>
                    <a:pt x="840" y="692"/>
                  </a:lnTo>
                  <a:lnTo>
                    <a:pt x="838" y="689"/>
                  </a:lnTo>
                  <a:lnTo>
                    <a:pt x="838" y="687"/>
                  </a:lnTo>
                  <a:lnTo>
                    <a:pt x="836" y="687"/>
                  </a:lnTo>
                  <a:lnTo>
                    <a:pt x="836" y="689"/>
                  </a:lnTo>
                  <a:lnTo>
                    <a:pt x="838" y="692"/>
                  </a:lnTo>
                  <a:lnTo>
                    <a:pt x="838" y="694"/>
                  </a:lnTo>
                  <a:lnTo>
                    <a:pt x="838" y="694"/>
                  </a:lnTo>
                  <a:lnTo>
                    <a:pt x="838" y="694"/>
                  </a:lnTo>
                  <a:lnTo>
                    <a:pt x="836" y="692"/>
                  </a:lnTo>
                  <a:lnTo>
                    <a:pt x="836" y="692"/>
                  </a:lnTo>
                  <a:lnTo>
                    <a:pt x="833" y="692"/>
                  </a:lnTo>
                  <a:lnTo>
                    <a:pt x="833" y="694"/>
                  </a:lnTo>
                  <a:lnTo>
                    <a:pt x="831" y="694"/>
                  </a:lnTo>
                  <a:lnTo>
                    <a:pt x="831" y="694"/>
                  </a:lnTo>
                  <a:lnTo>
                    <a:pt x="829" y="694"/>
                  </a:lnTo>
                  <a:lnTo>
                    <a:pt x="829" y="694"/>
                  </a:lnTo>
                  <a:lnTo>
                    <a:pt x="826" y="694"/>
                  </a:lnTo>
                  <a:lnTo>
                    <a:pt x="826" y="689"/>
                  </a:lnTo>
                  <a:lnTo>
                    <a:pt x="826" y="687"/>
                  </a:lnTo>
                  <a:lnTo>
                    <a:pt x="824" y="684"/>
                  </a:lnTo>
                  <a:lnTo>
                    <a:pt x="824" y="682"/>
                  </a:lnTo>
                  <a:lnTo>
                    <a:pt x="821" y="680"/>
                  </a:lnTo>
                  <a:lnTo>
                    <a:pt x="821" y="680"/>
                  </a:lnTo>
                  <a:lnTo>
                    <a:pt x="819" y="677"/>
                  </a:lnTo>
                  <a:lnTo>
                    <a:pt x="819" y="675"/>
                  </a:lnTo>
                  <a:lnTo>
                    <a:pt x="819" y="673"/>
                  </a:lnTo>
                  <a:lnTo>
                    <a:pt x="819" y="670"/>
                  </a:lnTo>
                  <a:lnTo>
                    <a:pt x="819" y="670"/>
                  </a:lnTo>
                  <a:lnTo>
                    <a:pt x="819" y="668"/>
                  </a:lnTo>
                  <a:lnTo>
                    <a:pt x="819" y="665"/>
                  </a:lnTo>
                  <a:lnTo>
                    <a:pt x="819" y="663"/>
                  </a:lnTo>
                  <a:lnTo>
                    <a:pt x="819" y="661"/>
                  </a:lnTo>
                  <a:lnTo>
                    <a:pt x="819" y="658"/>
                  </a:lnTo>
                  <a:lnTo>
                    <a:pt x="817" y="658"/>
                  </a:lnTo>
                  <a:lnTo>
                    <a:pt x="817" y="656"/>
                  </a:lnTo>
                  <a:lnTo>
                    <a:pt x="814" y="656"/>
                  </a:lnTo>
                  <a:lnTo>
                    <a:pt x="814" y="654"/>
                  </a:lnTo>
                  <a:lnTo>
                    <a:pt x="812" y="651"/>
                  </a:lnTo>
                  <a:lnTo>
                    <a:pt x="812" y="649"/>
                  </a:lnTo>
                  <a:lnTo>
                    <a:pt x="812" y="647"/>
                  </a:lnTo>
                  <a:lnTo>
                    <a:pt x="812" y="644"/>
                  </a:lnTo>
                  <a:lnTo>
                    <a:pt x="812" y="639"/>
                  </a:lnTo>
                  <a:lnTo>
                    <a:pt x="812" y="639"/>
                  </a:lnTo>
                  <a:lnTo>
                    <a:pt x="810" y="637"/>
                  </a:lnTo>
                  <a:lnTo>
                    <a:pt x="810" y="637"/>
                  </a:lnTo>
                  <a:lnTo>
                    <a:pt x="807" y="637"/>
                  </a:lnTo>
                  <a:lnTo>
                    <a:pt x="807" y="635"/>
                  </a:lnTo>
                  <a:lnTo>
                    <a:pt x="805" y="635"/>
                  </a:lnTo>
                  <a:lnTo>
                    <a:pt x="805" y="635"/>
                  </a:lnTo>
                  <a:lnTo>
                    <a:pt x="805" y="635"/>
                  </a:lnTo>
                  <a:lnTo>
                    <a:pt x="805" y="635"/>
                  </a:lnTo>
                  <a:lnTo>
                    <a:pt x="803" y="637"/>
                  </a:lnTo>
                  <a:lnTo>
                    <a:pt x="803" y="637"/>
                  </a:lnTo>
                  <a:lnTo>
                    <a:pt x="803" y="637"/>
                  </a:lnTo>
                  <a:lnTo>
                    <a:pt x="803" y="637"/>
                  </a:lnTo>
                  <a:lnTo>
                    <a:pt x="800" y="637"/>
                  </a:lnTo>
                  <a:lnTo>
                    <a:pt x="800" y="635"/>
                  </a:lnTo>
                  <a:lnTo>
                    <a:pt x="798" y="635"/>
                  </a:lnTo>
                  <a:lnTo>
                    <a:pt x="798" y="635"/>
                  </a:lnTo>
                  <a:lnTo>
                    <a:pt x="795" y="632"/>
                  </a:lnTo>
                  <a:lnTo>
                    <a:pt x="795" y="632"/>
                  </a:lnTo>
                  <a:lnTo>
                    <a:pt x="795" y="632"/>
                  </a:lnTo>
                  <a:lnTo>
                    <a:pt x="793" y="630"/>
                  </a:lnTo>
                  <a:lnTo>
                    <a:pt x="793" y="630"/>
                  </a:lnTo>
                  <a:lnTo>
                    <a:pt x="793" y="628"/>
                  </a:lnTo>
                  <a:lnTo>
                    <a:pt x="793" y="628"/>
                  </a:lnTo>
                  <a:lnTo>
                    <a:pt x="791" y="625"/>
                  </a:lnTo>
                  <a:lnTo>
                    <a:pt x="788" y="625"/>
                  </a:lnTo>
                  <a:lnTo>
                    <a:pt x="786" y="628"/>
                  </a:lnTo>
                  <a:lnTo>
                    <a:pt x="784" y="628"/>
                  </a:lnTo>
                  <a:lnTo>
                    <a:pt x="781" y="628"/>
                  </a:lnTo>
                  <a:lnTo>
                    <a:pt x="779" y="630"/>
                  </a:lnTo>
                  <a:lnTo>
                    <a:pt x="777" y="630"/>
                  </a:lnTo>
                  <a:lnTo>
                    <a:pt x="774" y="630"/>
                  </a:lnTo>
                  <a:lnTo>
                    <a:pt x="772" y="628"/>
                  </a:lnTo>
                  <a:lnTo>
                    <a:pt x="769" y="623"/>
                  </a:lnTo>
                  <a:lnTo>
                    <a:pt x="769" y="616"/>
                  </a:lnTo>
                  <a:lnTo>
                    <a:pt x="767" y="613"/>
                  </a:lnTo>
                  <a:lnTo>
                    <a:pt x="767" y="611"/>
                  </a:lnTo>
                  <a:lnTo>
                    <a:pt x="765" y="611"/>
                  </a:lnTo>
                  <a:lnTo>
                    <a:pt x="765" y="611"/>
                  </a:lnTo>
                  <a:lnTo>
                    <a:pt x="762" y="611"/>
                  </a:lnTo>
                  <a:lnTo>
                    <a:pt x="762" y="611"/>
                  </a:lnTo>
                  <a:lnTo>
                    <a:pt x="760" y="611"/>
                  </a:lnTo>
                  <a:lnTo>
                    <a:pt x="760" y="611"/>
                  </a:lnTo>
                  <a:lnTo>
                    <a:pt x="758" y="611"/>
                  </a:lnTo>
                  <a:lnTo>
                    <a:pt x="758" y="609"/>
                  </a:lnTo>
                  <a:lnTo>
                    <a:pt x="758" y="609"/>
                  </a:lnTo>
                  <a:lnTo>
                    <a:pt x="758" y="606"/>
                  </a:lnTo>
                  <a:lnTo>
                    <a:pt x="755" y="606"/>
                  </a:lnTo>
                  <a:lnTo>
                    <a:pt x="755" y="606"/>
                  </a:lnTo>
                  <a:lnTo>
                    <a:pt x="753" y="604"/>
                  </a:lnTo>
                  <a:lnTo>
                    <a:pt x="753" y="604"/>
                  </a:lnTo>
                  <a:lnTo>
                    <a:pt x="753" y="604"/>
                  </a:lnTo>
                  <a:lnTo>
                    <a:pt x="751" y="604"/>
                  </a:lnTo>
                  <a:lnTo>
                    <a:pt x="748" y="602"/>
                  </a:lnTo>
                  <a:lnTo>
                    <a:pt x="746" y="602"/>
                  </a:lnTo>
                  <a:lnTo>
                    <a:pt x="743" y="602"/>
                  </a:lnTo>
                  <a:lnTo>
                    <a:pt x="741" y="599"/>
                  </a:lnTo>
                  <a:lnTo>
                    <a:pt x="741" y="599"/>
                  </a:lnTo>
                  <a:lnTo>
                    <a:pt x="741" y="597"/>
                  </a:lnTo>
                  <a:lnTo>
                    <a:pt x="741" y="594"/>
                  </a:lnTo>
                  <a:lnTo>
                    <a:pt x="741" y="594"/>
                  </a:lnTo>
                  <a:lnTo>
                    <a:pt x="741" y="592"/>
                  </a:lnTo>
                  <a:lnTo>
                    <a:pt x="741" y="592"/>
                  </a:lnTo>
                  <a:lnTo>
                    <a:pt x="741" y="590"/>
                  </a:lnTo>
                  <a:lnTo>
                    <a:pt x="741" y="590"/>
                  </a:lnTo>
                  <a:lnTo>
                    <a:pt x="743" y="587"/>
                  </a:lnTo>
                  <a:lnTo>
                    <a:pt x="743" y="587"/>
                  </a:lnTo>
                  <a:lnTo>
                    <a:pt x="743" y="585"/>
                  </a:lnTo>
                  <a:lnTo>
                    <a:pt x="743" y="585"/>
                  </a:lnTo>
                  <a:lnTo>
                    <a:pt x="743" y="583"/>
                  </a:lnTo>
                  <a:lnTo>
                    <a:pt x="743" y="583"/>
                  </a:lnTo>
                  <a:lnTo>
                    <a:pt x="746" y="583"/>
                  </a:lnTo>
                  <a:lnTo>
                    <a:pt x="746" y="583"/>
                  </a:lnTo>
                  <a:lnTo>
                    <a:pt x="746" y="580"/>
                  </a:lnTo>
                  <a:lnTo>
                    <a:pt x="746" y="580"/>
                  </a:lnTo>
                  <a:lnTo>
                    <a:pt x="746" y="580"/>
                  </a:lnTo>
                  <a:lnTo>
                    <a:pt x="746" y="578"/>
                  </a:lnTo>
                  <a:lnTo>
                    <a:pt x="748" y="578"/>
                  </a:lnTo>
                  <a:lnTo>
                    <a:pt x="748" y="578"/>
                  </a:lnTo>
                  <a:lnTo>
                    <a:pt x="748" y="578"/>
                  </a:lnTo>
                  <a:lnTo>
                    <a:pt x="748" y="576"/>
                  </a:lnTo>
                  <a:lnTo>
                    <a:pt x="746" y="576"/>
                  </a:lnTo>
                  <a:lnTo>
                    <a:pt x="746" y="576"/>
                  </a:lnTo>
                  <a:lnTo>
                    <a:pt x="746" y="576"/>
                  </a:lnTo>
                  <a:lnTo>
                    <a:pt x="746" y="576"/>
                  </a:lnTo>
                  <a:lnTo>
                    <a:pt x="746" y="573"/>
                  </a:lnTo>
                  <a:lnTo>
                    <a:pt x="746" y="571"/>
                  </a:lnTo>
                  <a:lnTo>
                    <a:pt x="743" y="571"/>
                  </a:lnTo>
                  <a:lnTo>
                    <a:pt x="741" y="571"/>
                  </a:lnTo>
                  <a:lnTo>
                    <a:pt x="741" y="568"/>
                  </a:lnTo>
                  <a:lnTo>
                    <a:pt x="739" y="568"/>
                  </a:lnTo>
                  <a:lnTo>
                    <a:pt x="736" y="566"/>
                  </a:lnTo>
                  <a:lnTo>
                    <a:pt x="736" y="566"/>
                  </a:lnTo>
                  <a:lnTo>
                    <a:pt x="736" y="564"/>
                  </a:lnTo>
                  <a:lnTo>
                    <a:pt x="736" y="564"/>
                  </a:lnTo>
                  <a:lnTo>
                    <a:pt x="734" y="561"/>
                  </a:lnTo>
                  <a:lnTo>
                    <a:pt x="734" y="561"/>
                  </a:lnTo>
                  <a:lnTo>
                    <a:pt x="734" y="561"/>
                  </a:lnTo>
                  <a:lnTo>
                    <a:pt x="732" y="561"/>
                  </a:lnTo>
                  <a:lnTo>
                    <a:pt x="732" y="559"/>
                  </a:lnTo>
                  <a:lnTo>
                    <a:pt x="732" y="557"/>
                  </a:lnTo>
                  <a:lnTo>
                    <a:pt x="729" y="554"/>
                  </a:lnTo>
                  <a:lnTo>
                    <a:pt x="729" y="552"/>
                  </a:lnTo>
                  <a:lnTo>
                    <a:pt x="729" y="552"/>
                  </a:lnTo>
                  <a:lnTo>
                    <a:pt x="732" y="549"/>
                  </a:lnTo>
                  <a:lnTo>
                    <a:pt x="732" y="549"/>
                  </a:lnTo>
                  <a:lnTo>
                    <a:pt x="734" y="547"/>
                  </a:lnTo>
                  <a:lnTo>
                    <a:pt x="736" y="547"/>
                  </a:lnTo>
                  <a:lnTo>
                    <a:pt x="739" y="549"/>
                  </a:lnTo>
                  <a:lnTo>
                    <a:pt x="741" y="549"/>
                  </a:lnTo>
                  <a:lnTo>
                    <a:pt x="743" y="552"/>
                  </a:lnTo>
                  <a:lnTo>
                    <a:pt x="746" y="549"/>
                  </a:lnTo>
                  <a:lnTo>
                    <a:pt x="746" y="549"/>
                  </a:lnTo>
                  <a:lnTo>
                    <a:pt x="746" y="547"/>
                  </a:lnTo>
                  <a:lnTo>
                    <a:pt x="746" y="547"/>
                  </a:lnTo>
                  <a:lnTo>
                    <a:pt x="746" y="547"/>
                  </a:lnTo>
                  <a:lnTo>
                    <a:pt x="746" y="545"/>
                  </a:lnTo>
                  <a:lnTo>
                    <a:pt x="746" y="545"/>
                  </a:lnTo>
                  <a:lnTo>
                    <a:pt x="746" y="542"/>
                  </a:lnTo>
                  <a:lnTo>
                    <a:pt x="746" y="542"/>
                  </a:lnTo>
                  <a:lnTo>
                    <a:pt x="746" y="540"/>
                  </a:lnTo>
                  <a:lnTo>
                    <a:pt x="746" y="540"/>
                  </a:lnTo>
                  <a:lnTo>
                    <a:pt x="746" y="540"/>
                  </a:lnTo>
                  <a:lnTo>
                    <a:pt x="746" y="540"/>
                  </a:lnTo>
                  <a:lnTo>
                    <a:pt x="748" y="538"/>
                  </a:lnTo>
                  <a:lnTo>
                    <a:pt x="748" y="538"/>
                  </a:lnTo>
                  <a:lnTo>
                    <a:pt x="751" y="538"/>
                  </a:lnTo>
                  <a:lnTo>
                    <a:pt x="751" y="538"/>
                  </a:lnTo>
                  <a:lnTo>
                    <a:pt x="753" y="538"/>
                  </a:lnTo>
                  <a:lnTo>
                    <a:pt x="753" y="535"/>
                  </a:lnTo>
                  <a:lnTo>
                    <a:pt x="753" y="533"/>
                  </a:lnTo>
                  <a:lnTo>
                    <a:pt x="753" y="533"/>
                  </a:lnTo>
                  <a:lnTo>
                    <a:pt x="751" y="533"/>
                  </a:lnTo>
                  <a:lnTo>
                    <a:pt x="748" y="533"/>
                  </a:lnTo>
                  <a:lnTo>
                    <a:pt x="748" y="533"/>
                  </a:lnTo>
                  <a:lnTo>
                    <a:pt x="746" y="533"/>
                  </a:lnTo>
                  <a:lnTo>
                    <a:pt x="746" y="533"/>
                  </a:lnTo>
                  <a:lnTo>
                    <a:pt x="746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3"/>
                  </a:lnTo>
                  <a:lnTo>
                    <a:pt x="743" y="533"/>
                  </a:lnTo>
                  <a:lnTo>
                    <a:pt x="743" y="533"/>
                  </a:lnTo>
                  <a:lnTo>
                    <a:pt x="743" y="531"/>
                  </a:lnTo>
                  <a:lnTo>
                    <a:pt x="743" y="531"/>
                  </a:lnTo>
                  <a:lnTo>
                    <a:pt x="741" y="531"/>
                  </a:lnTo>
                  <a:lnTo>
                    <a:pt x="741" y="531"/>
                  </a:lnTo>
                  <a:lnTo>
                    <a:pt x="739" y="528"/>
                  </a:lnTo>
                  <a:lnTo>
                    <a:pt x="736" y="528"/>
                  </a:lnTo>
                  <a:lnTo>
                    <a:pt x="734" y="528"/>
                  </a:lnTo>
                  <a:lnTo>
                    <a:pt x="734" y="526"/>
                  </a:lnTo>
                  <a:lnTo>
                    <a:pt x="734" y="526"/>
                  </a:lnTo>
                  <a:lnTo>
                    <a:pt x="734" y="523"/>
                  </a:lnTo>
                  <a:lnTo>
                    <a:pt x="734" y="523"/>
                  </a:lnTo>
                  <a:lnTo>
                    <a:pt x="734" y="523"/>
                  </a:lnTo>
                  <a:lnTo>
                    <a:pt x="734" y="523"/>
                  </a:lnTo>
                  <a:lnTo>
                    <a:pt x="732" y="521"/>
                  </a:lnTo>
                  <a:lnTo>
                    <a:pt x="732" y="521"/>
                  </a:lnTo>
                  <a:lnTo>
                    <a:pt x="729" y="521"/>
                  </a:lnTo>
                  <a:lnTo>
                    <a:pt x="729" y="521"/>
                  </a:lnTo>
                  <a:lnTo>
                    <a:pt x="727" y="519"/>
                  </a:lnTo>
                  <a:lnTo>
                    <a:pt x="727" y="516"/>
                  </a:lnTo>
                  <a:lnTo>
                    <a:pt x="724" y="516"/>
                  </a:lnTo>
                  <a:lnTo>
                    <a:pt x="722" y="514"/>
                  </a:lnTo>
                  <a:lnTo>
                    <a:pt x="722" y="514"/>
                  </a:lnTo>
                  <a:lnTo>
                    <a:pt x="720" y="512"/>
                  </a:lnTo>
                  <a:lnTo>
                    <a:pt x="720" y="512"/>
                  </a:lnTo>
                  <a:lnTo>
                    <a:pt x="717" y="509"/>
                  </a:lnTo>
                  <a:lnTo>
                    <a:pt x="717" y="507"/>
                  </a:lnTo>
                  <a:lnTo>
                    <a:pt x="717" y="505"/>
                  </a:lnTo>
                  <a:lnTo>
                    <a:pt x="720" y="505"/>
                  </a:lnTo>
                  <a:lnTo>
                    <a:pt x="720" y="502"/>
                  </a:lnTo>
                  <a:lnTo>
                    <a:pt x="722" y="502"/>
                  </a:lnTo>
                  <a:lnTo>
                    <a:pt x="722" y="502"/>
                  </a:lnTo>
                  <a:lnTo>
                    <a:pt x="724" y="502"/>
                  </a:lnTo>
                  <a:lnTo>
                    <a:pt x="724" y="502"/>
                  </a:lnTo>
                  <a:lnTo>
                    <a:pt x="724" y="505"/>
                  </a:lnTo>
                  <a:lnTo>
                    <a:pt x="724" y="505"/>
                  </a:lnTo>
                  <a:lnTo>
                    <a:pt x="724" y="505"/>
                  </a:lnTo>
                  <a:lnTo>
                    <a:pt x="724" y="505"/>
                  </a:lnTo>
                  <a:lnTo>
                    <a:pt x="724" y="507"/>
                  </a:lnTo>
                  <a:lnTo>
                    <a:pt x="724" y="507"/>
                  </a:lnTo>
                  <a:lnTo>
                    <a:pt x="724" y="507"/>
                  </a:lnTo>
                  <a:lnTo>
                    <a:pt x="727" y="509"/>
                  </a:lnTo>
                  <a:lnTo>
                    <a:pt x="727" y="509"/>
                  </a:lnTo>
                  <a:lnTo>
                    <a:pt x="729" y="509"/>
                  </a:lnTo>
                  <a:lnTo>
                    <a:pt x="729" y="509"/>
                  </a:lnTo>
                  <a:lnTo>
                    <a:pt x="732" y="509"/>
                  </a:lnTo>
                  <a:lnTo>
                    <a:pt x="734" y="509"/>
                  </a:lnTo>
                  <a:lnTo>
                    <a:pt x="736" y="512"/>
                  </a:lnTo>
                  <a:lnTo>
                    <a:pt x="739" y="512"/>
                  </a:lnTo>
                  <a:lnTo>
                    <a:pt x="739" y="512"/>
                  </a:lnTo>
                  <a:lnTo>
                    <a:pt x="741" y="512"/>
                  </a:lnTo>
                  <a:lnTo>
                    <a:pt x="741" y="512"/>
                  </a:lnTo>
                  <a:lnTo>
                    <a:pt x="743" y="512"/>
                  </a:lnTo>
                  <a:lnTo>
                    <a:pt x="743" y="512"/>
                  </a:lnTo>
                  <a:lnTo>
                    <a:pt x="746" y="514"/>
                  </a:lnTo>
                  <a:lnTo>
                    <a:pt x="746" y="514"/>
                  </a:lnTo>
                  <a:lnTo>
                    <a:pt x="746" y="516"/>
                  </a:lnTo>
                  <a:lnTo>
                    <a:pt x="748" y="516"/>
                  </a:lnTo>
                  <a:lnTo>
                    <a:pt x="751" y="519"/>
                  </a:lnTo>
                  <a:lnTo>
                    <a:pt x="753" y="519"/>
                  </a:lnTo>
                  <a:lnTo>
                    <a:pt x="755" y="519"/>
                  </a:lnTo>
                  <a:lnTo>
                    <a:pt x="758" y="519"/>
                  </a:lnTo>
                  <a:lnTo>
                    <a:pt x="760" y="519"/>
                  </a:lnTo>
                  <a:lnTo>
                    <a:pt x="762" y="519"/>
                  </a:lnTo>
                  <a:lnTo>
                    <a:pt x="765" y="519"/>
                  </a:lnTo>
                  <a:lnTo>
                    <a:pt x="765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4"/>
                  </a:lnTo>
                  <a:lnTo>
                    <a:pt x="762" y="514"/>
                  </a:lnTo>
                  <a:lnTo>
                    <a:pt x="762" y="514"/>
                  </a:lnTo>
                  <a:lnTo>
                    <a:pt x="765" y="514"/>
                  </a:lnTo>
                  <a:lnTo>
                    <a:pt x="765" y="514"/>
                  </a:lnTo>
                  <a:lnTo>
                    <a:pt x="767" y="509"/>
                  </a:lnTo>
                  <a:lnTo>
                    <a:pt x="762" y="507"/>
                  </a:lnTo>
                  <a:lnTo>
                    <a:pt x="758" y="505"/>
                  </a:lnTo>
                  <a:lnTo>
                    <a:pt x="755" y="502"/>
                  </a:lnTo>
                  <a:lnTo>
                    <a:pt x="753" y="500"/>
                  </a:lnTo>
                  <a:lnTo>
                    <a:pt x="755" y="500"/>
                  </a:lnTo>
                  <a:lnTo>
                    <a:pt x="755" y="497"/>
                  </a:lnTo>
                  <a:lnTo>
                    <a:pt x="755" y="497"/>
                  </a:lnTo>
                  <a:lnTo>
                    <a:pt x="755" y="495"/>
                  </a:lnTo>
                  <a:lnTo>
                    <a:pt x="755" y="495"/>
                  </a:lnTo>
                  <a:lnTo>
                    <a:pt x="753" y="495"/>
                  </a:lnTo>
                  <a:lnTo>
                    <a:pt x="753" y="495"/>
                  </a:lnTo>
                  <a:lnTo>
                    <a:pt x="753" y="493"/>
                  </a:lnTo>
                  <a:lnTo>
                    <a:pt x="751" y="493"/>
                  </a:lnTo>
                  <a:lnTo>
                    <a:pt x="751" y="493"/>
                  </a:lnTo>
                  <a:lnTo>
                    <a:pt x="751" y="493"/>
                  </a:lnTo>
                  <a:lnTo>
                    <a:pt x="748" y="490"/>
                  </a:lnTo>
                  <a:lnTo>
                    <a:pt x="748" y="490"/>
                  </a:lnTo>
                  <a:lnTo>
                    <a:pt x="748" y="490"/>
                  </a:lnTo>
                  <a:lnTo>
                    <a:pt x="748" y="490"/>
                  </a:lnTo>
                  <a:lnTo>
                    <a:pt x="746" y="488"/>
                  </a:lnTo>
                  <a:lnTo>
                    <a:pt x="746" y="488"/>
                  </a:lnTo>
                  <a:lnTo>
                    <a:pt x="746" y="488"/>
                  </a:lnTo>
                  <a:lnTo>
                    <a:pt x="746" y="486"/>
                  </a:lnTo>
                  <a:lnTo>
                    <a:pt x="746" y="486"/>
                  </a:lnTo>
                  <a:lnTo>
                    <a:pt x="746" y="483"/>
                  </a:lnTo>
                  <a:lnTo>
                    <a:pt x="746" y="483"/>
                  </a:lnTo>
                  <a:lnTo>
                    <a:pt x="743" y="481"/>
                  </a:lnTo>
                  <a:lnTo>
                    <a:pt x="746" y="481"/>
                  </a:lnTo>
                  <a:lnTo>
                    <a:pt x="746" y="481"/>
                  </a:lnTo>
                  <a:lnTo>
                    <a:pt x="746" y="481"/>
                  </a:lnTo>
                  <a:lnTo>
                    <a:pt x="746" y="478"/>
                  </a:lnTo>
                  <a:lnTo>
                    <a:pt x="743" y="478"/>
                  </a:lnTo>
                  <a:lnTo>
                    <a:pt x="743" y="476"/>
                  </a:lnTo>
                  <a:lnTo>
                    <a:pt x="741" y="476"/>
                  </a:lnTo>
                  <a:lnTo>
                    <a:pt x="739" y="476"/>
                  </a:lnTo>
                  <a:lnTo>
                    <a:pt x="739" y="476"/>
                  </a:lnTo>
                  <a:lnTo>
                    <a:pt x="736" y="474"/>
                  </a:lnTo>
                  <a:lnTo>
                    <a:pt x="736" y="474"/>
                  </a:lnTo>
                  <a:lnTo>
                    <a:pt x="734" y="474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6" y="469"/>
                  </a:lnTo>
                  <a:lnTo>
                    <a:pt x="739" y="469"/>
                  </a:lnTo>
                  <a:lnTo>
                    <a:pt x="741" y="471"/>
                  </a:lnTo>
                  <a:lnTo>
                    <a:pt x="743" y="474"/>
                  </a:lnTo>
                  <a:lnTo>
                    <a:pt x="743" y="474"/>
                  </a:lnTo>
                  <a:lnTo>
                    <a:pt x="746" y="474"/>
                  </a:lnTo>
                  <a:lnTo>
                    <a:pt x="746" y="474"/>
                  </a:lnTo>
                  <a:lnTo>
                    <a:pt x="748" y="474"/>
                  </a:lnTo>
                  <a:lnTo>
                    <a:pt x="751" y="474"/>
                  </a:lnTo>
                  <a:lnTo>
                    <a:pt x="753" y="474"/>
                  </a:lnTo>
                  <a:lnTo>
                    <a:pt x="755" y="476"/>
                  </a:lnTo>
                  <a:lnTo>
                    <a:pt x="755" y="478"/>
                  </a:lnTo>
                  <a:lnTo>
                    <a:pt x="758" y="478"/>
                  </a:lnTo>
                  <a:lnTo>
                    <a:pt x="758" y="478"/>
                  </a:lnTo>
                  <a:lnTo>
                    <a:pt x="760" y="478"/>
                  </a:lnTo>
                  <a:lnTo>
                    <a:pt x="760" y="478"/>
                  </a:lnTo>
                  <a:lnTo>
                    <a:pt x="760" y="478"/>
                  </a:lnTo>
                  <a:lnTo>
                    <a:pt x="762" y="478"/>
                  </a:lnTo>
                  <a:lnTo>
                    <a:pt x="762" y="481"/>
                  </a:lnTo>
                  <a:lnTo>
                    <a:pt x="762" y="481"/>
                  </a:lnTo>
                  <a:lnTo>
                    <a:pt x="767" y="483"/>
                  </a:lnTo>
                  <a:lnTo>
                    <a:pt x="769" y="486"/>
                  </a:lnTo>
                  <a:lnTo>
                    <a:pt x="774" y="486"/>
                  </a:lnTo>
                  <a:lnTo>
                    <a:pt x="777" y="488"/>
                  </a:lnTo>
                  <a:lnTo>
                    <a:pt x="779" y="488"/>
                  </a:lnTo>
                  <a:lnTo>
                    <a:pt x="779" y="486"/>
                  </a:lnTo>
                  <a:lnTo>
                    <a:pt x="781" y="486"/>
                  </a:lnTo>
                  <a:lnTo>
                    <a:pt x="781" y="488"/>
                  </a:lnTo>
                  <a:lnTo>
                    <a:pt x="784" y="488"/>
                  </a:lnTo>
                  <a:lnTo>
                    <a:pt x="786" y="488"/>
                  </a:lnTo>
                  <a:lnTo>
                    <a:pt x="786" y="488"/>
                  </a:lnTo>
                  <a:lnTo>
                    <a:pt x="788" y="488"/>
                  </a:lnTo>
                  <a:lnTo>
                    <a:pt x="788" y="488"/>
                  </a:lnTo>
                  <a:lnTo>
                    <a:pt x="788" y="488"/>
                  </a:lnTo>
                  <a:lnTo>
                    <a:pt x="788" y="488"/>
                  </a:lnTo>
                  <a:lnTo>
                    <a:pt x="788" y="486"/>
                  </a:lnTo>
                  <a:lnTo>
                    <a:pt x="791" y="486"/>
                  </a:lnTo>
                  <a:lnTo>
                    <a:pt x="791" y="486"/>
                  </a:lnTo>
                  <a:lnTo>
                    <a:pt x="793" y="486"/>
                  </a:lnTo>
                  <a:lnTo>
                    <a:pt x="793" y="486"/>
                  </a:lnTo>
                  <a:lnTo>
                    <a:pt x="793" y="486"/>
                  </a:lnTo>
                  <a:lnTo>
                    <a:pt x="795" y="486"/>
                  </a:lnTo>
                  <a:lnTo>
                    <a:pt x="795" y="486"/>
                  </a:lnTo>
                  <a:lnTo>
                    <a:pt x="798" y="486"/>
                  </a:lnTo>
                  <a:lnTo>
                    <a:pt x="798" y="488"/>
                  </a:lnTo>
                  <a:lnTo>
                    <a:pt x="798" y="488"/>
                  </a:lnTo>
                  <a:lnTo>
                    <a:pt x="798" y="488"/>
                  </a:lnTo>
                  <a:lnTo>
                    <a:pt x="800" y="490"/>
                  </a:lnTo>
                  <a:lnTo>
                    <a:pt x="803" y="493"/>
                  </a:lnTo>
                  <a:lnTo>
                    <a:pt x="805" y="493"/>
                  </a:lnTo>
                  <a:lnTo>
                    <a:pt x="805" y="493"/>
                  </a:lnTo>
                  <a:lnTo>
                    <a:pt x="807" y="495"/>
                  </a:lnTo>
                  <a:lnTo>
                    <a:pt x="810" y="495"/>
                  </a:lnTo>
                  <a:lnTo>
                    <a:pt x="812" y="497"/>
                  </a:lnTo>
                  <a:lnTo>
                    <a:pt x="812" y="497"/>
                  </a:lnTo>
                  <a:lnTo>
                    <a:pt x="814" y="497"/>
                  </a:lnTo>
                  <a:lnTo>
                    <a:pt x="817" y="495"/>
                  </a:lnTo>
                  <a:lnTo>
                    <a:pt x="817" y="493"/>
                  </a:lnTo>
                  <a:lnTo>
                    <a:pt x="819" y="490"/>
                  </a:lnTo>
                  <a:lnTo>
                    <a:pt x="821" y="490"/>
                  </a:lnTo>
                  <a:lnTo>
                    <a:pt x="821" y="488"/>
                  </a:lnTo>
                  <a:lnTo>
                    <a:pt x="824" y="488"/>
                  </a:lnTo>
                  <a:lnTo>
                    <a:pt x="824" y="488"/>
                  </a:lnTo>
                  <a:lnTo>
                    <a:pt x="826" y="488"/>
                  </a:lnTo>
                  <a:lnTo>
                    <a:pt x="826" y="488"/>
                  </a:lnTo>
                  <a:lnTo>
                    <a:pt x="826" y="488"/>
                  </a:lnTo>
                  <a:lnTo>
                    <a:pt x="829" y="488"/>
                  </a:lnTo>
                  <a:lnTo>
                    <a:pt x="829" y="488"/>
                  </a:lnTo>
                  <a:lnTo>
                    <a:pt x="831" y="488"/>
                  </a:lnTo>
                  <a:lnTo>
                    <a:pt x="833" y="488"/>
                  </a:lnTo>
                  <a:lnTo>
                    <a:pt x="836" y="486"/>
                  </a:lnTo>
                  <a:lnTo>
                    <a:pt x="838" y="486"/>
                  </a:lnTo>
                  <a:lnTo>
                    <a:pt x="843" y="483"/>
                  </a:lnTo>
                  <a:lnTo>
                    <a:pt x="845" y="481"/>
                  </a:lnTo>
                  <a:lnTo>
                    <a:pt x="848" y="476"/>
                  </a:lnTo>
                  <a:lnTo>
                    <a:pt x="852" y="474"/>
                  </a:lnTo>
                  <a:lnTo>
                    <a:pt x="855" y="474"/>
                  </a:lnTo>
                  <a:lnTo>
                    <a:pt x="857" y="471"/>
                  </a:lnTo>
                  <a:lnTo>
                    <a:pt x="859" y="471"/>
                  </a:lnTo>
                  <a:lnTo>
                    <a:pt x="862" y="471"/>
                  </a:lnTo>
                  <a:lnTo>
                    <a:pt x="864" y="471"/>
                  </a:lnTo>
                  <a:lnTo>
                    <a:pt x="864" y="469"/>
                  </a:lnTo>
                  <a:lnTo>
                    <a:pt x="866" y="467"/>
                  </a:lnTo>
                  <a:lnTo>
                    <a:pt x="869" y="464"/>
                  </a:lnTo>
                  <a:lnTo>
                    <a:pt x="869" y="464"/>
                  </a:lnTo>
                  <a:lnTo>
                    <a:pt x="871" y="464"/>
                  </a:lnTo>
                  <a:lnTo>
                    <a:pt x="874" y="462"/>
                  </a:lnTo>
                  <a:lnTo>
                    <a:pt x="876" y="464"/>
                  </a:lnTo>
                  <a:lnTo>
                    <a:pt x="878" y="464"/>
                  </a:lnTo>
                  <a:lnTo>
                    <a:pt x="881" y="464"/>
                  </a:lnTo>
                  <a:lnTo>
                    <a:pt x="883" y="464"/>
                  </a:lnTo>
                  <a:lnTo>
                    <a:pt x="888" y="464"/>
                  </a:lnTo>
                  <a:lnTo>
                    <a:pt x="892" y="464"/>
                  </a:lnTo>
                  <a:lnTo>
                    <a:pt x="897" y="464"/>
                  </a:lnTo>
                  <a:lnTo>
                    <a:pt x="902" y="462"/>
                  </a:lnTo>
                  <a:lnTo>
                    <a:pt x="907" y="462"/>
                  </a:lnTo>
                  <a:lnTo>
                    <a:pt x="909" y="460"/>
                  </a:lnTo>
                  <a:lnTo>
                    <a:pt x="909" y="455"/>
                  </a:lnTo>
                  <a:lnTo>
                    <a:pt x="907" y="450"/>
                  </a:lnTo>
                  <a:lnTo>
                    <a:pt x="907" y="445"/>
                  </a:lnTo>
                  <a:lnTo>
                    <a:pt x="904" y="441"/>
                  </a:lnTo>
                  <a:lnTo>
                    <a:pt x="904" y="436"/>
                  </a:lnTo>
                  <a:lnTo>
                    <a:pt x="902" y="431"/>
                  </a:lnTo>
                  <a:lnTo>
                    <a:pt x="902" y="426"/>
                  </a:lnTo>
                  <a:lnTo>
                    <a:pt x="902" y="424"/>
                  </a:lnTo>
                  <a:lnTo>
                    <a:pt x="900" y="422"/>
                  </a:lnTo>
                  <a:lnTo>
                    <a:pt x="900" y="422"/>
                  </a:lnTo>
                  <a:lnTo>
                    <a:pt x="897" y="422"/>
                  </a:lnTo>
                  <a:lnTo>
                    <a:pt x="895" y="419"/>
                  </a:lnTo>
                  <a:lnTo>
                    <a:pt x="892" y="419"/>
                  </a:lnTo>
                  <a:lnTo>
                    <a:pt x="892" y="417"/>
                  </a:lnTo>
                  <a:lnTo>
                    <a:pt x="890" y="415"/>
                  </a:lnTo>
                  <a:lnTo>
                    <a:pt x="890" y="412"/>
                  </a:lnTo>
                  <a:lnTo>
                    <a:pt x="890" y="410"/>
                  </a:lnTo>
                  <a:lnTo>
                    <a:pt x="890" y="407"/>
                  </a:lnTo>
                  <a:lnTo>
                    <a:pt x="890" y="405"/>
                  </a:lnTo>
                  <a:lnTo>
                    <a:pt x="890" y="403"/>
                  </a:lnTo>
                  <a:lnTo>
                    <a:pt x="892" y="403"/>
                  </a:lnTo>
                  <a:lnTo>
                    <a:pt x="895" y="400"/>
                  </a:lnTo>
                  <a:lnTo>
                    <a:pt x="895" y="398"/>
                  </a:lnTo>
                  <a:lnTo>
                    <a:pt x="897" y="396"/>
                  </a:lnTo>
                  <a:lnTo>
                    <a:pt x="900" y="393"/>
                  </a:lnTo>
                  <a:lnTo>
                    <a:pt x="902" y="389"/>
                  </a:lnTo>
                  <a:lnTo>
                    <a:pt x="902" y="386"/>
                  </a:lnTo>
                  <a:lnTo>
                    <a:pt x="900" y="384"/>
                  </a:lnTo>
                  <a:lnTo>
                    <a:pt x="897" y="384"/>
                  </a:lnTo>
                  <a:lnTo>
                    <a:pt x="897" y="384"/>
                  </a:lnTo>
                  <a:lnTo>
                    <a:pt x="895" y="381"/>
                  </a:lnTo>
                  <a:lnTo>
                    <a:pt x="895" y="381"/>
                  </a:lnTo>
                  <a:lnTo>
                    <a:pt x="892" y="379"/>
                  </a:lnTo>
                  <a:lnTo>
                    <a:pt x="892" y="374"/>
                  </a:lnTo>
                  <a:lnTo>
                    <a:pt x="892" y="374"/>
                  </a:lnTo>
                  <a:lnTo>
                    <a:pt x="890" y="372"/>
                  </a:lnTo>
                  <a:lnTo>
                    <a:pt x="888" y="372"/>
                  </a:lnTo>
                  <a:lnTo>
                    <a:pt x="885" y="374"/>
                  </a:lnTo>
                  <a:lnTo>
                    <a:pt x="885" y="377"/>
                  </a:lnTo>
                  <a:lnTo>
                    <a:pt x="883" y="377"/>
                  </a:lnTo>
                  <a:lnTo>
                    <a:pt x="881" y="374"/>
                  </a:lnTo>
                  <a:lnTo>
                    <a:pt x="881" y="374"/>
                  </a:lnTo>
                  <a:lnTo>
                    <a:pt x="878" y="374"/>
                  </a:lnTo>
                  <a:lnTo>
                    <a:pt x="876" y="374"/>
                  </a:lnTo>
                  <a:lnTo>
                    <a:pt x="876" y="374"/>
                  </a:lnTo>
                  <a:lnTo>
                    <a:pt x="874" y="374"/>
                  </a:lnTo>
                  <a:lnTo>
                    <a:pt x="874" y="372"/>
                  </a:lnTo>
                  <a:lnTo>
                    <a:pt x="871" y="372"/>
                  </a:lnTo>
                  <a:lnTo>
                    <a:pt x="871" y="370"/>
                  </a:lnTo>
                  <a:lnTo>
                    <a:pt x="871" y="370"/>
                  </a:lnTo>
                  <a:lnTo>
                    <a:pt x="869" y="367"/>
                  </a:lnTo>
                  <a:lnTo>
                    <a:pt x="869" y="367"/>
                  </a:lnTo>
                  <a:lnTo>
                    <a:pt x="866" y="365"/>
                  </a:lnTo>
                  <a:lnTo>
                    <a:pt x="866" y="365"/>
                  </a:lnTo>
                  <a:lnTo>
                    <a:pt x="864" y="365"/>
                  </a:lnTo>
                  <a:lnTo>
                    <a:pt x="859" y="362"/>
                  </a:lnTo>
                  <a:lnTo>
                    <a:pt x="857" y="362"/>
                  </a:lnTo>
                  <a:lnTo>
                    <a:pt x="852" y="360"/>
                  </a:lnTo>
                  <a:lnTo>
                    <a:pt x="850" y="355"/>
                  </a:lnTo>
                  <a:lnTo>
                    <a:pt x="848" y="353"/>
                  </a:lnTo>
                  <a:lnTo>
                    <a:pt x="848" y="351"/>
                  </a:lnTo>
                  <a:lnTo>
                    <a:pt x="848" y="351"/>
                  </a:lnTo>
                  <a:lnTo>
                    <a:pt x="850" y="348"/>
                  </a:lnTo>
                  <a:lnTo>
                    <a:pt x="850" y="348"/>
                  </a:lnTo>
                  <a:lnTo>
                    <a:pt x="850" y="346"/>
                  </a:lnTo>
                  <a:lnTo>
                    <a:pt x="850" y="346"/>
                  </a:lnTo>
                  <a:lnTo>
                    <a:pt x="850" y="344"/>
                  </a:lnTo>
                  <a:lnTo>
                    <a:pt x="852" y="344"/>
                  </a:lnTo>
                  <a:lnTo>
                    <a:pt x="852" y="344"/>
                  </a:lnTo>
                  <a:lnTo>
                    <a:pt x="852" y="344"/>
                  </a:lnTo>
                  <a:lnTo>
                    <a:pt x="855" y="341"/>
                  </a:lnTo>
                  <a:lnTo>
                    <a:pt x="855" y="341"/>
                  </a:lnTo>
                  <a:lnTo>
                    <a:pt x="855" y="341"/>
                  </a:lnTo>
                  <a:lnTo>
                    <a:pt x="855" y="339"/>
                  </a:lnTo>
                  <a:lnTo>
                    <a:pt x="855" y="339"/>
                  </a:lnTo>
                  <a:lnTo>
                    <a:pt x="855" y="339"/>
                  </a:lnTo>
                  <a:lnTo>
                    <a:pt x="852" y="339"/>
                  </a:lnTo>
                  <a:lnTo>
                    <a:pt x="852" y="341"/>
                  </a:lnTo>
                  <a:lnTo>
                    <a:pt x="850" y="341"/>
                  </a:lnTo>
                  <a:lnTo>
                    <a:pt x="850" y="341"/>
                  </a:lnTo>
                  <a:lnTo>
                    <a:pt x="850" y="344"/>
                  </a:lnTo>
                  <a:lnTo>
                    <a:pt x="848" y="344"/>
                  </a:lnTo>
                  <a:lnTo>
                    <a:pt x="848" y="344"/>
                  </a:lnTo>
                  <a:lnTo>
                    <a:pt x="845" y="344"/>
                  </a:lnTo>
                  <a:lnTo>
                    <a:pt x="845" y="344"/>
                  </a:lnTo>
                  <a:lnTo>
                    <a:pt x="843" y="344"/>
                  </a:lnTo>
                  <a:lnTo>
                    <a:pt x="843" y="344"/>
                  </a:lnTo>
                  <a:lnTo>
                    <a:pt x="840" y="344"/>
                  </a:lnTo>
                  <a:lnTo>
                    <a:pt x="840" y="346"/>
                  </a:lnTo>
                  <a:lnTo>
                    <a:pt x="838" y="346"/>
                  </a:lnTo>
                  <a:lnTo>
                    <a:pt x="838" y="346"/>
                  </a:lnTo>
                  <a:lnTo>
                    <a:pt x="836" y="346"/>
                  </a:lnTo>
                  <a:lnTo>
                    <a:pt x="836" y="344"/>
                  </a:lnTo>
                  <a:lnTo>
                    <a:pt x="836" y="344"/>
                  </a:lnTo>
                  <a:lnTo>
                    <a:pt x="836" y="344"/>
                  </a:lnTo>
                  <a:lnTo>
                    <a:pt x="833" y="344"/>
                  </a:lnTo>
                  <a:lnTo>
                    <a:pt x="833" y="344"/>
                  </a:lnTo>
                  <a:lnTo>
                    <a:pt x="833" y="344"/>
                  </a:lnTo>
                  <a:lnTo>
                    <a:pt x="833" y="344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1" y="341"/>
                  </a:lnTo>
                  <a:lnTo>
                    <a:pt x="831" y="341"/>
                  </a:lnTo>
                  <a:lnTo>
                    <a:pt x="831" y="344"/>
                  </a:lnTo>
                  <a:lnTo>
                    <a:pt x="831" y="344"/>
                  </a:lnTo>
                  <a:lnTo>
                    <a:pt x="829" y="346"/>
                  </a:lnTo>
                  <a:lnTo>
                    <a:pt x="829" y="348"/>
                  </a:lnTo>
                  <a:lnTo>
                    <a:pt x="826" y="346"/>
                  </a:lnTo>
                  <a:lnTo>
                    <a:pt x="826" y="346"/>
                  </a:lnTo>
                  <a:lnTo>
                    <a:pt x="826" y="344"/>
                  </a:lnTo>
                  <a:lnTo>
                    <a:pt x="824" y="341"/>
                  </a:lnTo>
                  <a:lnTo>
                    <a:pt x="824" y="339"/>
                  </a:lnTo>
                  <a:lnTo>
                    <a:pt x="826" y="339"/>
                  </a:lnTo>
                  <a:lnTo>
                    <a:pt x="826" y="336"/>
                  </a:lnTo>
                  <a:lnTo>
                    <a:pt x="829" y="336"/>
                  </a:lnTo>
                  <a:lnTo>
                    <a:pt x="829" y="334"/>
                  </a:lnTo>
                  <a:lnTo>
                    <a:pt x="826" y="332"/>
                  </a:lnTo>
                  <a:lnTo>
                    <a:pt x="824" y="332"/>
                  </a:lnTo>
                  <a:lnTo>
                    <a:pt x="821" y="332"/>
                  </a:lnTo>
                  <a:lnTo>
                    <a:pt x="819" y="332"/>
                  </a:lnTo>
                  <a:lnTo>
                    <a:pt x="819" y="334"/>
                  </a:lnTo>
                  <a:lnTo>
                    <a:pt x="819" y="334"/>
                  </a:lnTo>
                  <a:lnTo>
                    <a:pt x="817" y="334"/>
                  </a:lnTo>
                  <a:lnTo>
                    <a:pt x="817" y="334"/>
                  </a:lnTo>
                  <a:lnTo>
                    <a:pt x="817" y="334"/>
                  </a:lnTo>
                  <a:lnTo>
                    <a:pt x="814" y="334"/>
                  </a:lnTo>
                  <a:lnTo>
                    <a:pt x="814" y="334"/>
                  </a:lnTo>
                  <a:lnTo>
                    <a:pt x="814" y="334"/>
                  </a:lnTo>
                  <a:lnTo>
                    <a:pt x="814" y="332"/>
                  </a:lnTo>
                  <a:lnTo>
                    <a:pt x="814" y="332"/>
                  </a:lnTo>
                  <a:lnTo>
                    <a:pt x="812" y="332"/>
                  </a:lnTo>
                  <a:lnTo>
                    <a:pt x="812" y="332"/>
                  </a:lnTo>
                  <a:lnTo>
                    <a:pt x="812" y="329"/>
                  </a:lnTo>
                  <a:lnTo>
                    <a:pt x="812" y="327"/>
                  </a:lnTo>
                  <a:lnTo>
                    <a:pt x="810" y="325"/>
                  </a:lnTo>
                  <a:lnTo>
                    <a:pt x="810" y="325"/>
                  </a:lnTo>
                  <a:lnTo>
                    <a:pt x="807" y="325"/>
                  </a:lnTo>
                  <a:lnTo>
                    <a:pt x="807" y="325"/>
                  </a:lnTo>
                  <a:lnTo>
                    <a:pt x="807" y="325"/>
                  </a:lnTo>
                  <a:lnTo>
                    <a:pt x="805" y="322"/>
                  </a:lnTo>
                  <a:lnTo>
                    <a:pt x="805" y="322"/>
                  </a:lnTo>
                  <a:lnTo>
                    <a:pt x="807" y="322"/>
                  </a:lnTo>
                  <a:lnTo>
                    <a:pt x="807" y="322"/>
                  </a:lnTo>
                  <a:lnTo>
                    <a:pt x="807" y="322"/>
                  </a:lnTo>
                  <a:lnTo>
                    <a:pt x="810" y="320"/>
                  </a:lnTo>
                  <a:lnTo>
                    <a:pt x="812" y="320"/>
                  </a:lnTo>
                  <a:lnTo>
                    <a:pt x="814" y="320"/>
                  </a:lnTo>
                  <a:lnTo>
                    <a:pt x="817" y="318"/>
                  </a:lnTo>
                  <a:lnTo>
                    <a:pt x="817" y="315"/>
                  </a:lnTo>
                  <a:lnTo>
                    <a:pt x="817" y="315"/>
                  </a:lnTo>
                  <a:lnTo>
                    <a:pt x="817" y="313"/>
                  </a:lnTo>
                  <a:lnTo>
                    <a:pt x="814" y="313"/>
                  </a:lnTo>
                  <a:lnTo>
                    <a:pt x="812" y="313"/>
                  </a:lnTo>
                  <a:lnTo>
                    <a:pt x="812" y="313"/>
                  </a:lnTo>
                  <a:lnTo>
                    <a:pt x="812" y="310"/>
                  </a:lnTo>
                  <a:lnTo>
                    <a:pt x="810" y="308"/>
                  </a:lnTo>
                  <a:lnTo>
                    <a:pt x="810" y="308"/>
                  </a:lnTo>
                  <a:lnTo>
                    <a:pt x="807" y="308"/>
                  </a:lnTo>
                  <a:lnTo>
                    <a:pt x="807" y="308"/>
                  </a:lnTo>
                  <a:lnTo>
                    <a:pt x="807" y="306"/>
                  </a:lnTo>
                  <a:lnTo>
                    <a:pt x="805" y="306"/>
                  </a:lnTo>
                  <a:lnTo>
                    <a:pt x="805" y="306"/>
                  </a:lnTo>
                  <a:lnTo>
                    <a:pt x="803" y="306"/>
                  </a:lnTo>
                  <a:lnTo>
                    <a:pt x="803" y="303"/>
                  </a:lnTo>
                  <a:lnTo>
                    <a:pt x="800" y="303"/>
                  </a:lnTo>
                  <a:lnTo>
                    <a:pt x="800" y="303"/>
                  </a:lnTo>
                  <a:lnTo>
                    <a:pt x="798" y="301"/>
                  </a:lnTo>
                  <a:lnTo>
                    <a:pt x="795" y="301"/>
                  </a:lnTo>
                  <a:lnTo>
                    <a:pt x="795" y="299"/>
                  </a:lnTo>
                  <a:lnTo>
                    <a:pt x="795" y="296"/>
                  </a:lnTo>
                  <a:lnTo>
                    <a:pt x="793" y="296"/>
                  </a:lnTo>
                  <a:lnTo>
                    <a:pt x="793" y="294"/>
                  </a:lnTo>
                  <a:lnTo>
                    <a:pt x="795" y="291"/>
                  </a:lnTo>
                  <a:lnTo>
                    <a:pt x="795" y="291"/>
                  </a:lnTo>
                  <a:lnTo>
                    <a:pt x="798" y="289"/>
                  </a:lnTo>
                  <a:lnTo>
                    <a:pt x="795" y="289"/>
                  </a:lnTo>
                  <a:lnTo>
                    <a:pt x="793" y="287"/>
                  </a:lnTo>
                  <a:lnTo>
                    <a:pt x="793" y="284"/>
                  </a:lnTo>
                  <a:lnTo>
                    <a:pt x="795" y="282"/>
                  </a:lnTo>
                  <a:lnTo>
                    <a:pt x="795" y="282"/>
                  </a:lnTo>
                  <a:lnTo>
                    <a:pt x="795" y="282"/>
                  </a:lnTo>
                  <a:lnTo>
                    <a:pt x="798" y="282"/>
                  </a:lnTo>
                  <a:lnTo>
                    <a:pt x="798" y="280"/>
                  </a:lnTo>
                  <a:lnTo>
                    <a:pt x="798" y="280"/>
                  </a:lnTo>
                  <a:lnTo>
                    <a:pt x="798" y="280"/>
                  </a:lnTo>
                  <a:lnTo>
                    <a:pt x="798" y="277"/>
                  </a:lnTo>
                  <a:lnTo>
                    <a:pt x="795" y="277"/>
                  </a:lnTo>
                  <a:lnTo>
                    <a:pt x="795" y="277"/>
                  </a:lnTo>
                  <a:lnTo>
                    <a:pt x="793" y="275"/>
                  </a:lnTo>
                  <a:lnTo>
                    <a:pt x="793" y="275"/>
                  </a:lnTo>
                  <a:lnTo>
                    <a:pt x="793" y="273"/>
                  </a:lnTo>
                  <a:lnTo>
                    <a:pt x="793" y="270"/>
                  </a:lnTo>
                  <a:lnTo>
                    <a:pt x="793" y="270"/>
                  </a:lnTo>
                  <a:lnTo>
                    <a:pt x="793" y="270"/>
                  </a:lnTo>
                  <a:lnTo>
                    <a:pt x="793" y="270"/>
                  </a:lnTo>
                  <a:lnTo>
                    <a:pt x="791" y="268"/>
                  </a:lnTo>
                  <a:lnTo>
                    <a:pt x="791" y="268"/>
                  </a:lnTo>
                  <a:lnTo>
                    <a:pt x="791" y="265"/>
                  </a:lnTo>
                  <a:lnTo>
                    <a:pt x="791" y="265"/>
                  </a:lnTo>
                  <a:lnTo>
                    <a:pt x="791" y="265"/>
                  </a:lnTo>
                  <a:lnTo>
                    <a:pt x="791" y="263"/>
                  </a:lnTo>
                  <a:lnTo>
                    <a:pt x="791" y="261"/>
                  </a:lnTo>
                  <a:lnTo>
                    <a:pt x="791" y="261"/>
                  </a:lnTo>
                  <a:lnTo>
                    <a:pt x="791" y="258"/>
                  </a:lnTo>
                  <a:lnTo>
                    <a:pt x="791" y="256"/>
                  </a:lnTo>
                  <a:lnTo>
                    <a:pt x="791" y="256"/>
                  </a:lnTo>
                  <a:lnTo>
                    <a:pt x="788" y="256"/>
                  </a:lnTo>
                  <a:lnTo>
                    <a:pt x="788" y="254"/>
                  </a:lnTo>
                  <a:lnTo>
                    <a:pt x="788" y="254"/>
                  </a:lnTo>
                  <a:lnTo>
                    <a:pt x="788" y="251"/>
                  </a:lnTo>
                  <a:lnTo>
                    <a:pt x="788" y="251"/>
                  </a:lnTo>
                  <a:lnTo>
                    <a:pt x="788" y="249"/>
                  </a:lnTo>
                  <a:lnTo>
                    <a:pt x="786" y="246"/>
                  </a:lnTo>
                  <a:lnTo>
                    <a:pt x="786" y="246"/>
                  </a:lnTo>
                  <a:lnTo>
                    <a:pt x="784" y="246"/>
                  </a:lnTo>
                  <a:lnTo>
                    <a:pt x="784" y="246"/>
                  </a:lnTo>
                  <a:lnTo>
                    <a:pt x="784" y="249"/>
                  </a:lnTo>
                  <a:lnTo>
                    <a:pt x="784" y="251"/>
                  </a:lnTo>
                  <a:lnTo>
                    <a:pt x="786" y="254"/>
                  </a:lnTo>
                  <a:lnTo>
                    <a:pt x="784" y="254"/>
                  </a:lnTo>
                  <a:lnTo>
                    <a:pt x="781" y="251"/>
                  </a:lnTo>
                  <a:lnTo>
                    <a:pt x="781" y="249"/>
                  </a:lnTo>
                  <a:lnTo>
                    <a:pt x="781" y="246"/>
                  </a:lnTo>
                  <a:lnTo>
                    <a:pt x="781" y="246"/>
                  </a:lnTo>
                  <a:lnTo>
                    <a:pt x="781" y="244"/>
                  </a:lnTo>
                  <a:lnTo>
                    <a:pt x="779" y="244"/>
                  </a:lnTo>
                  <a:lnTo>
                    <a:pt x="779" y="242"/>
                  </a:lnTo>
                  <a:lnTo>
                    <a:pt x="779" y="242"/>
                  </a:lnTo>
                  <a:lnTo>
                    <a:pt x="779" y="24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81" y="237"/>
                  </a:lnTo>
                  <a:lnTo>
                    <a:pt x="784" y="237"/>
                  </a:lnTo>
                  <a:lnTo>
                    <a:pt x="781" y="235"/>
                  </a:lnTo>
                  <a:lnTo>
                    <a:pt x="781" y="235"/>
                  </a:lnTo>
                  <a:lnTo>
                    <a:pt x="779" y="232"/>
                  </a:lnTo>
                  <a:lnTo>
                    <a:pt x="777" y="232"/>
                  </a:lnTo>
                  <a:lnTo>
                    <a:pt x="777" y="230"/>
                  </a:lnTo>
                  <a:lnTo>
                    <a:pt x="777" y="228"/>
                  </a:lnTo>
                  <a:lnTo>
                    <a:pt x="774" y="225"/>
                  </a:lnTo>
                  <a:lnTo>
                    <a:pt x="772" y="225"/>
                  </a:lnTo>
                  <a:lnTo>
                    <a:pt x="772" y="223"/>
                  </a:lnTo>
                  <a:lnTo>
                    <a:pt x="772" y="220"/>
                  </a:lnTo>
                  <a:lnTo>
                    <a:pt x="772" y="218"/>
                  </a:lnTo>
                  <a:lnTo>
                    <a:pt x="772" y="216"/>
                  </a:lnTo>
                  <a:lnTo>
                    <a:pt x="774" y="216"/>
                  </a:lnTo>
                  <a:lnTo>
                    <a:pt x="774" y="213"/>
                  </a:lnTo>
                  <a:lnTo>
                    <a:pt x="774" y="211"/>
                  </a:lnTo>
                  <a:lnTo>
                    <a:pt x="774" y="209"/>
                  </a:lnTo>
                  <a:lnTo>
                    <a:pt x="772" y="206"/>
                  </a:lnTo>
                  <a:lnTo>
                    <a:pt x="772" y="204"/>
                  </a:lnTo>
                  <a:lnTo>
                    <a:pt x="769" y="204"/>
                  </a:lnTo>
                  <a:lnTo>
                    <a:pt x="769" y="204"/>
                  </a:lnTo>
                  <a:lnTo>
                    <a:pt x="769" y="206"/>
                  </a:lnTo>
                  <a:lnTo>
                    <a:pt x="769" y="206"/>
                  </a:lnTo>
                  <a:lnTo>
                    <a:pt x="769" y="209"/>
                  </a:lnTo>
                  <a:lnTo>
                    <a:pt x="769" y="209"/>
                  </a:lnTo>
                  <a:lnTo>
                    <a:pt x="769" y="211"/>
                  </a:lnTo>
                  <a:lnTo>
                    <a:pt x="769" y="211"/>
                  </a:lnTo>
                  <a:lnTo>
                    <a:pt x="769" y="213"/>
                  </a:lnTo>
                  <a:lnTo>
                    <a:pt x="769" y="213"/>
                  </a:lnTo>
                  <a:lnTo>
                    <a:pt x="767" y="211"/>
                  </a:lnTo>
                  <a:lnTo>
                    <a:pt x="765" y="209"/>
                  </a:lnTo>
                  <a:lnTo>
                    <a:pt x="765" y="209"/>
                  </a:lnTo>
                  <a:lnTo>
                    <a:pt x="765" y="209"/>
                  </a:lnTo>
                  <a:lnTo>
                    <a:pt x="765" y="211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2" y="213"/>
                  </a:lnTo>
                  <a:lnTo>
                    <a:pt x="762" y="211"/>
                  </a:lnTo>
                  <a:lnTo>
                    <a:pt x="762" y="211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58" y="211"/>
                  </a:lnTo>
                  <a:lnTo>
                    <a:pt x="758" y="209"/>
                  </a:lnTo>
                  <a:lnTo>
                    <a:pt x="755" y="209"/>
                  </a:lnTo>
                  <a:lnTo>
                    <a:pt x="755" y="206"/>
                  </a:lnTo>
                  <a:lnTo>
                    <a:pt x="753" y="206"/>
                  </a:lnTo>
                  <a:lnTo>
                    <a:pt x="753" y="206"/>
                  </a:lnTo>
                  <a:lnTo>
                    <a:pt x="753" y="206"/>
                  </a:lnTo>
                  <a:lnTo>
                    <a:pt x="751" y="206"/>
                  </a:lnTo>
                  <a:lnTo>
                    <a:pt x="751" y="206"/>
                  </a:lnTo>
                  <a:lnTo>
                    <a:pt x="751" y="209"/>
                  </a:lnTo>
                  <a:lnTo>
                    <a:pt x="751" y="209"/>
                  </a:lnTo>
                  <a:lnTo>
                    <a:pt x="751" y="211"/>
                  </a:lnTo>
                  <a:lnTo>
                    <a:pt x="751" y="211"/>
                  </a:lnTo>
                  <a:lnTo>
                    <a:pt x="748" y="211"/>
                  </a:lnTo>
                  <a:lnTo>
                    <a:pt x="743" y="206"/>
                  </a:lnTo>
                  <a:lnTo>
                    <a:pt x="741" y="204"/>
                  </a:lnTo>
                  <a:lnTo>
                    <a:pt x="739" y="202"/>
                  </a:lnTo>
                  <a:lnTo>
                    <a:pt x="736" y="202"/>
                  </a:lnTo>
                  <a:lnTo>
                    <a:pt x="736" y="199"/>
                  </a:lnTo>
                  <a:lnTo>
                    <a:pt x="734" y="199"/>
                  </a:lnTo>
                  <a:lnTo>
                    <a:pt x="734" y="197"/>
                  </a:lnTo>
                  <a:lnTo>
                    <a:pt x="732" y="194"/>
                  </a:lnTo>
                  <a:lnTo>
                    <a:pt x="732" y="194"/>
                  </a:lnTo>
                  <a:lnTo>
                    <a:pt x="729" y="194"/>
                  </a:lnTo>
                  <a:lnTo>
                    <a:pt x="729" y="194"/>
                  </a:lnTo>
                  <a:lnTo>
                    <a:pt x="727" y="194"/>
                  </a:lnTo>
                  <a:lnTo>
                    <a:pt x="727" y="194"/>
                  </a:lnTo>
                  <a:lnTo>
                    <a:pt x="727" y="194"/>
                  </a:lnTo>
                  <a:lnTo>
                    <a:pt x="724" y="194"/>
                  </a:lnTo>
                  <a:lnTo>
                    <a:pt x="724" y="194"/>
                  </a:lnTo>
                  <a:lnTo>
                    <a:pt x="724" y="194"/>
                  </a:lnTo>
                  <a:lnTo>
                    <a:pt x="722" y="197"/>
                  </a:lnTo>
                  <a:lnTo>
                    <a:pt x="722" y="194"/>
                  </a:lnTo>
                  <a:lnTo>
                    <a:pt x="720" y="194"/>
                  </a:lnTo>
                  <a:lnTo>
                    <a:pt x="720" y="192"/>
                  </a:lnTo>
                  <a:lnTo>
                    <a:pt x="717" y="190"/>
                  </a:lnTo>
                  <a:lnTo>
                    <a:pt x="717" y="185"/>
                  </a:lnTo>
                  <a:lnTo>
                    <a:pt x="717" y="183"/>
                  </a:lnTo>
                  <a:lnTo>
                    <a:pt x="720" y="183"/>
                  </a:lnTo>
                  <a:lnTo>
                    <a:pt x="722" y="180"/>
                  </a:lnTo>
                  <a:lnTo>
                    <a:pt x="722" y="180"/>
                  </a:lnTo>
                  <a:lnTo>
                    <a:pt x="722" y="178"/>
                  </a:lnTo>
                  <a:lnTo>
                    <a:pt x="722" y="178"/>
                  </a:lnTo>
                  <a:lnTo>
                    <a:pt x="722" y="175"/>
                  </a:lnTo>
                  <a:lnTo>
                    <a:pt x="722" y="175"/>
                  </a:lnTo>
                  <a:lnTo>
                    <a:pt x="722" y="173"/>
                  </a:lnTo>
                  <a:lnTo>
                    <a:pt x="722" y="173"/>
                  </a:lnTo>
                  <a:lnTo>
                    <a:pt x="720" y="171"/>
                  </a:lnTo>
                  <a:lnTo>
                    <a:pt x="720" y="171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6"/>
                  </a:lnTo>
                  <a:lnTo>
                    <a:pt x="722" y="166"/>
                  </a:lnTo>
                  <a:lnTo>
                    <a:pt x="722" y="164"/>
                  </a:lnTo>
                  <a:lnTo>
                    <a:pt x="722" y="164"/>
                  </a:lnTo>
                  <a:lnTo>
                    <a:pt x="724" y="161"/>
                  </a:lnTo>
                  <a:lnTo>
                    <a:pt x="722" y="161"/>
                  </a:lnTo>
                  <a:lnTo>
                    <a:pt x="722" y="159"/>
                  </a:lnTo>
                  <a:lnTo>
                    <a:pt x="722" y="157"/>
                  </a:lnTo>
                  <a:lnTo>
                    <a:pt x="724" y="157"/>
                  </a:lnTo>
                  <a:lnTo>
                    <a:pt x="727" y="154"/>
                  </a:lnTo>
                  <a:lnTo>
                    <a:pt x="727" y="154"/>
                  </a:lnTo>
                  <a:lnTo>
                    <a:pt x="729" y="152"/>
                  </a:lnTo>
                  <a:lnTo>
                    <a:pt x="727" y="149"/>
                  </a:lnTo>
                  <a:lnTo>
                    <a:pt x="727" y="149"/>
                  </a:lnTo>
                  <a:lnTo>
                    <a:pt x="727" y="149"/>
                  </a:lnTo>
                  <a:lnTo>
                    <a:pt x="724" y="147"/>
                  </a:lnTo>
                  <a:lnTo>
                    <a:pt x="724" y="147"/>
                  </a:lnTo>
                  <a:lnTo>
                    <a:pt x="724" y="147"/>
                  </a:lnTo>
                  <a:lnTo>
                    <a:pt x="724" y="145"/>
                  </a:lnTo>
                  <a:lnTo>
                    <a:pt x="722" y="145"/>
                  </a:lnTo>
                  <a:lnTo>
                    <a:pt x="720" y="145"/>
                  </a:lnTo>
                  <a:lnTo>
                    <a:pt x="720" y="145"/>
                  </a:lnTo>
                  <a:lnTo>
                    <a:pt x="720" y="147"/>
                  </a:lnTo>
                  <a:lnTo>
                    <a:pt x="720" y="149"/>
                  </a:lnTo>
                  <a:lnTo>
                    <a:pt x="717" y="149"/>
                  </a:lnTo>
                  <a:lnTo>
                    <a:pt x="717" y="149"/>
                  </a:lnTo>
                  <a:lnTo>
                    <a:pt x="715" y="149"/>
                  </a:lnTo>
                  <a:lnTo>
                    <a:pt x="715" y="149"/>
                  </a:lnTo>
                  <a:lnTo>
                    <a:pt x="713" y="147"/>
                  </a:lnTo>
                  <a:lnTo>
                    <a:pt x="710" y="147"/>
                  </a:lnTo>
                  <a:lnTo>
                    <a:pt x="710" y="145"/>
                  </a:lnTo>
                  <a:lnTo>
                    <a:pt x="710" y="142"/>
                  </a:lnTo>
                  <a:lnTo>
                    <a:pt x="710" y="140"/>
                  </a:lnTo>
                  <a:lnTo>
                    <a:pt x="710" y="138"/>
                  </a:lnTo>
                  <a:lnTo>
                    <a:pt x="710" y="138"/>
                  </a:lnTo>
                  <a:lnTo>
                    <a:pt x="713" y="135"/>
                  </a:lnTo>
                  <a:lnTo>
                    <a:pt x="713" y="135"/>
                  </a:lnTo>
                  <a:lnTo>
                    <a:pt x="715" y="133"/>
                  </a:lnTo>
                  <a:lnTo>
                    <a:pt x="715" y="133"/>
                  </a:lnTo>
                  <a:lnTo>
                    <a:pt x="715" y="133"/>
                  </a:lnTo>
                  <a:lnTo>
                    <a:pt x="717" y="133"/>
                  </a:lnTo>
                  <a:lnTo>
                    <a:pt x="717" y="133"/>
                  </a:lnTo>
                  <a:lnTo>
                    <a:pt x="717" y="130"/>
                  </a:lnTo>
                  <a:lnTo>
                    <a:pt x="720" y="130"/>
                  </a:lnTo>
                  <a:lnTo>
                    <a:pt x="722" y="128"/>
                  </a:lnTo>
                  <a:lnTo>
                    <a:pt x="724" y="128"/>
                  </a:lnTo>
                  <a:lnTo>
                    <a:pt x="727" y="126"/>
                  </a:lnTo>
                  <a:lnTo>
                    <a:pt x="729" y="123"/>
                  </a:lnTo>
                  <a:lnTo>
                    <a:pt x="729" y="121"/>
                  </a:lnTo>
                  <a:lnTo>
                    <a:pt x="729" y="121"/>
                  </a:lnTo>
                  <a:lnTo>
                    <a:pt x="727" y="119"/>
                  </a:lnTo>
                  <a:lnTo>
                    <a:pt x="724" y="116"/>
                  </a:lnTo>
                  <a:lnTo>
                    <a:pt x="724" y="116"/>
                  </a:lnTo>
                  <a:lnTo>
                    <a:pt x="722" y="116"/>
                  </a:lnTo>
                  <a:lnTo>
                    <a:pt x="722" y="116"/>
                  </a:lnTo>
                  <a:lnTo>
                    <a:pt x="720" y="116"/>
                  </a:lnTo>
                  <a:lnTo>
                    <a:pt x="720" y="116"/>
                  </a:lnTo>
                  <a:lnTo>
                    <a:pt x="717" y="116"/>
                  </a:lnTo>
                  <a:lnTo>
                    <a:pt x="717" y="116"/>
                  </a:lnTo>
                  <a:lnTo>
                    <a:pt x="715" y="116"/>
                  </a:lnTo>
                  <a:lnTo>
                    <a:pt x="713" y="116"/>
                  </a:lnTo>
                  <a:lnTo>
                    <a:pt x="713" y="116"/>
                  </a:lnTo>
                  <a:lnTo>
                    <a:pt x="710" y="119"/>
                  </a:lnTo>
                  <a:lnTo>
                    <a:pt x="710" y="119"/>
                  </a:lnTo>
                  <a:lnTo>
                    <a:pt x="710" y="121"/>
                  </a:lnTo>
                  <a:lnTo>
                    <a:pt x="710" y="121"/>
                  </a:lnTo>
                  <a:lnTo>
                    <a:pt x="710" y="121"/>
                  </a:lnTo>
                  <a:lnTo>
                    <a:pt x="710" y="123"/>
                  </a:lnTo>
                  <a:lnTo>
                    <a:pt x="708" y="123"/>
                  </a:lnTo>
                  <a:lnTo>
                    <a:pt x="708" y="123"/>
                  </a:lnTo>
                  <a:lnTo>
                    <a:pt x="708" y="123"/>
                  </a:lnTo>
                  <a:lnTo>
                    <a:pt x="706" y="126"/>
                  </a:lnTo>
                  <a:lnTo>
                    <a:pt x="706" y="128"/>
                  </a:lnTo>
                  <a:lnTo>
                    <a:pt x="703" y="130"/>
                  </a:lnTo>
                  <a:lnTo>
                    <a:pt x="703" y="133"/>
                  </a:lnTo>
                  <a:lnTo>
                    <a:pt x="703" y="135"/>
                  </a:lnTo>
                  <a:lnTo>
                    <a:pt x="701" y="135"/>
                  </a:lnTo>
                  <a:lnTo>
                    <a:pt x="701" y="135"/>
                  </a:lnTo>
                  <a:lnTo>
                    <a:pt x="698" y="135"/>
                  </a:lnTo>
                  <a:lnTo>
                    <a:pt x="698" y="135"/>
                  </a:lnTo>
                  <a:lnTo>
                    <a:pt x="696" y="135"/>
                  </a:lnTo>
                  <a:lnTo>
                    <a:pt x="696" y="135"/>
                  </a:lnTo>
                  <a:lnTo>
                    <a:pt x="696" y="135"/>
                  </a:lnTo>
                  <a:lnTo>
                    <a:pt x="694" y="133"/>
                  </a:lnTo>
                  <a:lnTo>
                    <a:pt x="694" y="133"/>
                  </a:lnTo>
                  <a:lnTo>
                    <a:pt x="694" y="130"/>
                  </a:lnTo>
                  <a:lnTo>
                    <a:pt x="694" y="130"/>
                  </a:lnTo>
                  <a:lnTo>
                    <a:pt x="691" y="128"/>
                  </a:lnTo>
                  <a:lnTo>
                    <a:pt x="689" y="128"/>
                  </a:lnTo>
                  <a:lnTo>
                    <a:pt x="689" y="128"/>
                  </a:lnTo>
                  <a:lnTo>
                    <a:pt x="687" y="128"/>
                  </a:lnTo>
                  <a:lnTo>
                    <a:pt x="687" y="130"/>
                  </a:lnTo>
                  <a:lnTo>
                    <a:pt x="684" y="130"/>
                  </a:lnTo>
                  <a:lnTo>
                    <a:pt x="684" y="130"/>
                  </a:lnTo>
                  <a:lnTo>
                    <a:pt x="682" y="130"/>
                  </a:lnTo>
                  <a:lnTo>
                    <a:pt x="682" y="130"/>
                  </a:lnTo>
                  <a:lnTo>
                    <a:pt x="680" y="130"/>
                  </a:lnTo>
                  <a:lnTo>
                    <a:pt x="680" y="133"/>
                  </a:lnTo>
                  <a:lnTo>
                    <a:pt x="680" y="133"/>
                  </a:lnTo>
                  <a:lnTo>
                    <a:pt x="677" y="133"/>
                  </a:lnTo>
                  <a:lnTo>
                    <a:pt x="675" y="133"/>
                  </a:lnTo>
                  <a:lnTo>
                    <a:pt x="672" y="133"/>
                  </a:lnTo>
                  <a:lnTo>
                    <a:pt x="670" y="130"/>
                  </a:lnTo>
                  <a:lnTo>
                    <a:pt x="670" y="133"/>
                  </a:lnTo>
                  <a:lnTo>
                    <a:pt x="670" y="133"/>
                  </a:lnTo>
                  <a:lnTo>
                    <a:pt x="668" y="135"/>
                  </a:lnTo>
                  <a:lnTo>
                    <a:pt x="668" y="135"/>
                  </a:lnTo>
                  <a:lnTo>
                    <a:pt x="668" y="138"/>
                  </a:lnTo>
                  <a:lnTo>
                    <a:pt x="665" y="138"/>
                  </a:lnTo>
                  <a:lnTo>
                    <a:pt x="665" y="135"/>
                  </a:lnTo>
                  <a:lnTo>
                    <a:pt x="663" y="135"/>
                  </a:lnTo>
                  <a:lnTo>
                    <a:pt x="663" y="135"/>
                  </a:lnTo>
                  <a:lnTo>
                    <a:pt x="665" y="135"/>
                  </a:lnTo>
                  <a:lnTo>
                    <a:pt x="665" y="133"/>
                  </a:lnTo>
                  <a:lnTo>
                    <a:pt x="665" y="133"/>
                  </a:lnTo>
                  <a:lnTo>
                    <a:pt x="663" y="133"/>
                  </a:lnTo>
                  <a:lnTo>
                    <a:pt x="663" y="130"/>
                  </a:lnTo>
                  <a:lnTo>
                    <a:pt x="663" y="130"/>
                  </a:lnTo>
                  <a:lnTo>
                    <a:pt x="663" y="130"/>
                  </a:lnTo>
                  <a:lnTo>
                    <a:pt x="663" y="130"/>
                  </a:lnTo>
                  <a:lnTo>
                    <a:pt x="663" y="128"/>
                  </a:lnTo>
                  <a:lnTo>
                    <a:pt x="661" y="128"/>
                  </a:lnTo>
                  <a:lnTo>
                    <a:pt x="661" y="126"/>
                  </a:lnTo>
                  <a:lnTo>
                    <a:pt x="663" y="123"/>
                  </a:lnTo>
                  <a:lnTo>
                    <a:pt x="663" y="123"/>
                  </a:lnTo>
                  <a:lnTo>
                    <a:pt x="665" y="121"/>
                  </a:lnTo>
                  <a:lnTo>
                    <a:pt x="668" y="121"/>
                  </a:lnTo>
                  <a:lnTo>
                    <a:pt x="668" y="123"/>
                  </a:lnTo>
                  <a:lnTo>
                    <a:pt x="668" y="123"/>
                  </a:lnTo>
                  <a:lnTo>
                    <a:pt x="668" y="123"/>
                  </a:lnTo>
                  <a:lnTo>
                    <a:pt x="670" y="123"/>
                  </a:lnTo>
                  <a:lnTo>
                    <a:pt x="670" y="123"/>
                  </a:lnTo>
                  <a:lnTo>
                    <a:pt x="672" y="123"/>
                  </a:lnTo>
                  <a:lnTo>
                    <a:pt x="672" y="123"/>
                  </a:lnTo>
                  <a:lnTo>
                    <a:pt x="675" y="123"/>
                  </a:lnTo>
                  <a:lnTo>
                    <a:pt x="675" y="123"/>
                  </a:lnTo>
                  <a:lnTo>
                    <a:pt x="675" y="123"/>
                  </a:lnTo>
                  <a:lnTo>
                    <a:pt x="677" y="123"/>
                  </a:lnTo>
                  <a:lnTo>
                    <a:pt x="677" y="123"/>
                  </a:lnTo>
                  <a:lnTo>
                    <a:pt x="680" y="123"/>
                  </a:lnTo>
                  <a:lnTo>
                    <a:pt x="680" y="123"/>
                  </a:lnTo>
                  <a:lnTo>
                    <a:pt x="682" y="121"/>
                  </a:lnTo>
                  <a:lnTo>
                    <a:pt x="682" y="121"/>
                  </a:lnTo>
                  <a:lnTo>
                    <a:pt x="682" y="121"/>
                  </a:lnTo>
                  <a:lnTo>
                    <a:pt x="684" y="119"/>
                  </a:lnTo>
                  <a:lnTo>
                    <a:pt x="684" y="116"/>
                  </a:lnTo>
                  <a:lnTo>
                    <a:pt x="682" y="116"/>
                  </a:lnTo>
                  <a:lnTo>
                    <a:pt x="682" y="114"/>
                  </a:lnTo>
                  <a:lnTo>
                    <a:pt x="680" y="114"/>
                  </a:lnTo>
                  <a:lnTo>
                    <a:pt x="680" y="114"/>
                  </a:lnTo>
                  <a:lnTo>
                    <a:pt x="680" y="114"/>
                  </a:lnTo>
                  <a:lnTo>
                    <a:pt x="677" y="114"/>
                  </a:lnTo>
                  <a:lnTo>
                    <a:pt x="677" y="114"/>
                  </a:lnTo>
                  <a:lnTo>
                    <a:pt x="675" y="114"/>
                  </a:lnTo>
                  <a:lnTo>
                    <a:pt x="675" y="114"/>
                  </a:lnTo>
                  <a:lnTo>
                    <a:pt x="672" y="114"/>
                  </a:lnTo>
                  <a:lnTo>
                    <a:pt x="670" y="112"/>
                  </a:lnTo>
                  <a:lnTo>
                    <a:pt x="670" y="112"/>
                  </a:lnTo>
                  <a:lnTo>
                    <a:pt x="670" y="109"/>
                  </a:lnTo>
                  <a:lnTo>
                    <a:pt x="668" y="109"/>
                  </a:lnTo>
                  <a:lnTo>
                    <a:pt x="668" y="109"/>
                  </a:lnTo>
                  <a:lnTo>
                    <a:pt x="668" y="109"/>
                  </a:lnTo>
                  <a:lnTo>
                    <a:pt x="665" y="107"/>
                  </a:lnTo>
                  <a:lnTo>
                    <a:pt x="665" y="107"/>
                  </a:lnTo>
                  <a:lnTo>
                    <a:pt x="665" y="104"/>
                  </a:lnTo>
                  <a:lnTo>
                    <a:pt x="665" y="104"/>
                  </a:lnTo>
                  <a:lnTo>
                    <a:pt x="665" y="102"/>
                  </a:lnTo>
                  <a:lnTo>
                    <a:pt x="665" y="102"/>
                  </a:lnTo>
                  <a:lnTo>
                    <a:pt x="663" y="102"/>
                  </a:lnTo>
                  <a:lnTo>
                    <a:pt x="663" y="102"/>
                  </a:lnTo>
                  <a:lnTo>
                    <a:pt x="663" y="100"/>
                  </a:lnTo>
                  <a:lnTo>
                    <a:pt x="661" y="100"/>
                  </a:lnTo>
                  <a:lnTo>
                    <a:pt x="661" y="97"/>
                  </a:lnTo>
                  <a:lnTo>
                    <a:pt x="661" y="97"/>
                  </a:lnTo>
                  <a:lnTo>
                    <a:pt x="661" y="97"/>
                  </a:lnTo>
                  <a:lnTo>
                    <a:pt x="661" y="95"/>
                  </a:lnTo>
                  <a:lnTo>
                    <a:pt x="658" y="95"/>
                  </a:lnTo>
                  <a:lnTo>
                    <a:pt x="658" y="93"/>
                  </a:lnTo>
                  <a:lnTo>
                    <a:pt x="658" y="93"/>
                  </a:lnTo>
                  <a:lnTo>
                    <a:pt x="658" y="90"/>
                  </a:lnTo>
                  <a:lnTo>
                    <a:pt x="658" y="90"/>
                  </a:lnTo>
                  <a:lnTo>
                    <a:pt x="658" y="90"/>
                  </a:lnTo>
                  <a:lnTo>
                    <a:pt x="658" y="90"/>
                  </a:lnTo>
                  <a:lnTo>
                    <a:pt x="658" y="88"/>
                  </a:lnTo>
                  <a:lnTo>
                    <a:pt x="656" y="88"/>
                  </a:lnTo>
                  <a:lnTo>
                    <a:pt x="656" y="88"/>
                  </a:lnTo>
                  <a:lnTo>
                    <a:pt x="658" y="86"/>
                  </a:lnTo>
                  <a:lnTo>
                    <a:pt x="658" y="86"/>
                  </a:lnTo>
                  <a:lnTo>
                    <a:pt x="658" y="83"/>
                  </a:lnTo>
                  <a:lnTo>
                    <a:pt x="658" y="83"/>
                  </a:lnTo>
                  <a:lnTo>
                    <a:pt x="658" y="83"/>
                  </a:lnTo>
                  <a:lnTo>
                    <a:pt x="661" y="81"/>
                  </a:lnTo>
                  <a:lnTo>
                    <a:pt x="661" y="81"/>
                  </a:lnTo>
                  <a:lnTo>
                    <a:pt x="661" y="81"/>
                  </a:lnTo>
                  <a:lnTo>
                    <a:pt x="661" y="78"/>
                  </a:lnTo>
                  <a:lnTo>
                    <a:pt x="658" y="78"/>
                  </a:lnTo>
                  <a:lnTo>
                    <a:pt x="656" y="78"/>
                  </a:lnTo>
                  <a:lnTo>
                    <a:pt x="653" y="78"/>
                  </a:lnTo>
                  <a:lnTo>
                    <a:pt x="653" y="81"/>
                  </a:lnTo>
                  <a:lnTo>
                    <a:pt x="653" y="83"/>
                  </a:lnTo>
                  <a:lnTo>
                    <a:pt x="653" y="83"/>
                  </a:lnTo>
                  <a:lnTo>
                    <a:pt x="651" y="86"/>
                  </a:lnTo>
                  <a:lnTo>
                    <a:pt x="651" y="88"/>
                  </a:lnTo>
                  <a:lnTo>
                    <a:pt x="651" y="88"/>
                  </a:lnTo>
                  <a:lnTo>
                    <a:pt x="649" y="90"/>
                  </a:lnTo>
                  <a:lnTo>
                    <a:pt x="649" y="90"/>
                  </a:lnTo>
                  <a:lnTo>
                    <a:pt x="646" y="90"/>
                  </a:lnTo>
                  <a:lnTo>
                    <a:pt x="646" y="90"/>
                  </a:lnTo>
                  <a:lnTo>
                    <a:pt x="644" y="90"/>
                  </a:lnTo>
                  <a:lnTo>
                    <a:pt x="644" y="88"/>
                  </a:lnTo>
                  <a:lnTo>
                    <a:pt x="644" y="88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42" y="86"/>
                  </a:lnTo>
                  <a:lnTo>
                    <a:pt x="642" y="86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39" y="86"/>
                  </a:lnTo>
                  <a:lnTo>
                    <a:pt x="639" y="86"/>
                  </a:lnTo>
                  <a:lnTo>
                    <a:pt x="637" y="83"/>
                  </a:lnTo>
                  <a:lnTo>
                    <a:pt x="637" y="81"/>
                  </a:lnTo>
                  <a:lnTo>
                    <a:pt x="637" y="81"/>
                  </a:lnTo>
                  <a:lnTo>
                    <a:pt x="637" y="81"/>
                  </a:lnTo>
                  <a:lnTo>
                    <a:pt x="637" y="81"/>
                  </a:lnTo>
                  <a:lnTo>
                    <a:pt x="637" y="78"/>
                  </a:lnTo>
                  <a:lnTo>
                    <a:pt x="637" y="78"/>
                  </a:lnTo>
                  <a:lnTo>
                    <a:pt x="637" y="78"/>
                  </a:lnTo>
                  <a:lnTo>
                    <a:pt x="637" y="78"/>
                  </a:lnTo>
                  <a:lnTo>
                    <a:pt x="635" y="78"/>
                  </a:lnTo>
                  <a:lnTo>
                    <a:pt x="635" y="76"/>
                  </a:lnTo>
                  <a:lnTo>
                    <a:pt x="635" y="76"/>
                  </a:lnTo>
                  <a:lnTo>
                    <a:pt x="635" y="74"/>
                  </a:lnTo>
                  <a:lnTo>
                    <a:pt x="635" y="74"/>
                  </a:lnTo>
                  <a:lnTo>
                    <a:pt x="635" y="71"/>
                  </a:lnTo>
                  <a:lnTo>
                    <a:pt x="635" y="71"/>
                  </a:lnTo>
                  <a:lnTo>
                    <a:pt x="632" y="71"/>
                  </a:lnTo>
                  <a:lnTo>
                    <a:pt x="632" y="71"/>
                  </a:lnTo>
                  <a:lnTo>
                    <a:pt x="632" y="69"/>
                  </a:lnTo>
                  <a:lnTo>
                    <a:pt x="632" y="69"/>
                  </a:lnTo>
                  <a:lnTo>
                    <a:pt x="632" y="69"/>
                  </a:lnTo>
                  <a:lnTo>
                    <a:pt x="630" y="69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2"/>
                  </a:lnTo>
                  <a:lnTo>
                    <a:pt x="627" y="62"/>
                  </a:lnTo>
                  <a:lnTo>
                    <a:pt x="627" y="59"/>
                  </a:lnTo>
                  <a:lnTo>
                    <a:pt x="627" y="59"/>
                  </a:lnTo>
                  <a:lnTo>
                    <a:pt x="627" y="59"/>
                  </a:lnTo>
                  <a:lnTo>
                    <a:pt x="627" y="59"/>
                  </a:lnTo>
                  <a:lnTo>
                    <a:pt x="627" y="57"/>
                  </a:lnTo>
                  <a:lnTo>
                    <a:pt x="625" y="57"/>
                  </a:lnTo>
                  <a:lnTo>
                    <a:pt x="627" y="55"/>
                  </a:lnTo>
                  <a:lnTo>
                    <a:pt x="627" y="55"/>
                  </a:lnTo>
                  <a:lnTo>
                    <a:pt x="630" y="55"/>
                  </a:lnTo>
                  <a:lnTo>
                    <a:pt x="630" y="52"/>
                  </a:lnTo>
                  <a:lnTo>
                    <a:pt x="627" y="50"/>
                  </a:lnTo>
                  <a:lnTo>
                    <a:pt x="625" y="50"/>
                  </a:lnTo>
                  <a:lnTo>
                    <a:pt x="625" y="50"/>
                  </a:lnTo>
                  <a:lnTo>
                    <a:pt x="623" y="50"/>
                  </a:lnTo>
                  <a:lnTo>
                    <a:pt x="623" y="50"/>
                  </a:lnTo>
                  <a:lnTo>
                    <a:pt x="623" y="50"/>
                  </a:lnTo>
                  <a:lnTo>
                    <a:pt x="620" y="50"/>
                  </a:lnTo>
                  <a:lnTo>
                    <a:pt x="620" y="50"/>
                  </a:lnTo>
                  <a:lnTo>
                    <a:pt x="620" y="52"/>
                  </a:lnTo>
                  <a:lnTo>
                    <a:pt x="620" y="52"/>
                  </a:lnTo>
                  <a:lnTo>
                    <a:pt x="618" y="52"/>
                  </a:lnTo>
                  <a:lnTo>
                    <a:pt x="618" y="50"/>
                  </a:lnTo>
                  <a:lnTo>
                    <a:pt x="618" y="50"/>
                  </a:lnTo>
                  <a:lnTo>
                    <a:pt x="616" y="50"/>
                  </a:lnTo>
                  <a:lnTo>
                    <a:pt x="616" y="48"/>
                  </a:lnTo>
                  <a:lnTo>
                    <a:pt x="616" y="48"/>
                  </a:lnTo>
                  <a:lnTo>
                    <a:pt x="613" y="48"/>
                  </a:lnTo>
                  <a:lnTo>
                    <a:pt x="613" y="48"/>
                  </a:lnTo>
                  <a:lnTo>
                    <a:pt x="613" y="48"/>
                  </a:lnTo>
                  <a:lnTo>
                    <a:pt x="613" y="45"/>
                  </a:lnTo>
                  <a:lnTo>
                    <a:pt x="613" y="45"/>
                  </a:lnTo>
                  <a:lnTo>
                    <a:pt x="616" y="45"/>
                  </a:lnTo>
                  <a:lnTo>
                    <a:pt x="616" y="45"/>
                  </a:lnTo>
                  <a:lnTo>
                    <a:pt x="618" y="45"/>
                  </a:lnTo>
                  <a:lnTo>
                    <a:pt x="618" y="45"/>
                  </a:lnTo>
                  <a:lnTo>
                    <a:pt x="618" y="45"/>
                  </a:lnTo>
                  <a:lnTo>
                    <a:pt x="618" y="43"/>
                  </a:lnTo>
                  <a:lnTo>
                    <a:pt x="618" y="43"/>
                  </a:lnTo>
                  <a:lnTo>
                    <a:pt x="620" y="43"/>
                  </a:lnTo>
                  <a:lnTo>
                    <a:pt x="620" y="43"/>
                  </a:lnTo>
                  <a:lnTo>
                    <a:pt x="620" y="41"/>
                  </a:lnTo>
                  <a:lnTo>
                    <a:pt x="620" y="41"/>
                  </a:lnTo>
                  <a:lnTo>
                    <a:pt x="618" y="41"/>
                  </a:lnTo>
                  <a:lnTo>
                    <a:pt x="618" y="41"/>
                  </a:lnTo>
                  <a:lnTo>
                    <a:pt x="618" y="38"/>
                  </a:lnTo>
                  <a:lnTo>
                    <a:pt x="618" y="38"/>
                  </a:lnTo>
                  <a:lnTo>
                    <a:pt x="618" y="38"/>
                  </a:lnTo>
                  <a:lnTo>
                    <a:pt x="620" y="38"/>
                  </a:lnTo>
                  <a:lnTo>
                    <a:pt x="620" y="36"/>
                  </a:lnTo>
                  <a:lnTo>
                    <a:pt x="623" y="36"/>
                  </a:lnTo>
                  <a:lnTo>
                    <a:pt x="623" y="36"/>
                  </a:lnTo>
                  <a:lnTo>
                    <a:pt x="623" y="36"/>
                  </a:lnTo>
                  <a:lnTo>
                    <a:pt x="620" y="33"/>
                  </a:lnTo>
                  <a:lnTo>
                    <a:pt x="620" y="33"/>
                  </a:lnTo>
                  <a:lnTo>
                    <a:pt x="618" y="31"/>
                  </a:lnTo>
                  <a:lnTo>
                    <a:pt x="616" y="31"/>
                  </a:lnTo>
                  <a:lnTo>
                    <a:pt x="616" y="31"/>
                  </a:lnTo>
                  <a:lnTo>
                    <a:pt x="613" y="33"/>
                  </a:lnTo>
                  <a:lnTo>
                    <a:pt x="613" y="33"/>
                  </a:lnTo>
                  <a:lnTo>
                    <a:pt x="611" y="33"/>
                  </a:lnTo>
                  <a:lnTo>
                    <a:pt x="609" y="31"/>
                  </a:lnTo>
                  <a:lnTo>
                    <a:pt x="606" y="31"/>
                  </a:lnTo>
                  <a:lnTo>
                    <a:pt x="606" y="29"/>
                  </a:lnTo>
                  <a:lnTo>
                    <a:pt x="606" y="26"/>
                  </a:lnTo>
                  <a:lnTo>
                    <a:pt x="609" y="24"/>
                  </a:lnTo>
                  <a:lnTo>
                    <a:pt x="609" y="24"/>
                  </a:lnTo>
                  <a:lnTo>
                    <a:pt x="609" y="22"/>
                  </a:lnTo>
                  <a:lnTo>
                    <a:pt x="611" y="22"/>
                  </a:lnTo>
                  <a:lnTo>
                    <a:pt x="611" y="22"/>
                  </a:lnTo>
                  <a:lnTo>
                    <a:pt x="613" y="22"/>
                  </a:lnTo>
                  <a:lnTo>
                    <a:pt x="613" y="19"/>
                  </a:lnTo>
                  <a:lnTo>
                    <a:pt x="613" y="19"/>
                  </a:lnTo>
                  <a:lnTo>
                    <a:pt x="616" y="19"/>
                  </a:lnTo>
                  <a:lnTo>
                    <a:pt x="616" y="19"/>
                  </a:lnTo>
                  <a:lnTo>
                    <a:pt x="616" y="19"/>
                  </a:lnTo>
                  <a:lnTo>
                    <a:pt x="616" y="19"/>
                  </a:lnTo>
                  <a:lnTo>
                    <a:pt x="613" y="17"/>
                  </a:lnTo>
                  <a:lnTo>
                    <a:pt x="611" y="17"/>
                  </a:lnTo>
                  <a:lnTo>
                    <a:pt x="611" y="17"/>
                  </a:lnTo>
                  <a:lnTo>
                    <a:pt x="609" y="17"/>
                  </a:lnTo>
                  <a:lnTo>
                    <a:pt x="606" y="17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6" y="19"/>
                  </a:lnTo>
                  <a:lnTo>
                    <a:pt x="606" y="19"/>
                  </a:lnTo>
                  <a:lnTo>
                    <a:pt x="604" y="19"/>
                  </a:lnTo>
                  <a:lnTo>
                    <a:pt x="604" y="19"/>
                  </a:lnTo>
                  <a:lnTo>
                    <a:pt x="601" y="19"/>
                  </a:lnTo>
                  <a:lnTo>
                    <a:pt x="601" y="19"/>
                  </a:lnTo>
                  <a:lnTo>
                    <a:pt x="601" y="19"/>
                  </a:lnTo>
                  <a:lnTo>
                    <a:pt x="601" y="19"/>
                  </a:lnTo>
                  <a:lnTo>
                    <a:pt x="601" y="22"/>
                  </a:lnTo>
                  <a:lnTo>
                    <a:pt x="601" y="22"/>
                  </a:lnTo>
                  <a:lnTo>
                    <a:pt x="601" y="22"/>
                  </a:lnTo>
                  <a:lnTo>
                    <a:pt x="604" y="22"/>
                  </a:lnTo>
                  <a:lnTo>
                    <a:pt x="604" y="24"/>
                  </a:lnTo>
                  <a:lnTo>
                    <a:pt x="604" y="26"/>
                  </a:lnTo>
                  <a:lnTo>
                    <a:pt x="604" y="26"/>
                  </a:lnTo>
                  <a:lnTo>
                    <a:pt x="604" y="29"/>
                  </a:lnTo>
                  <a:lnTo>
                    <a:pt x="601" y="31"/>
                  </a:lnTo>
                  <a:lnTo>
                    <a:pt x="606" y="33"/>
                  </a:lnTo>
                  <a:lnTo>
                    <a:pt x="606" y="33"/>
                  </a:lnTo>
                  <a:lnTo>
                    <a:pt x="606" y="33"/>
                  </a:lnTo>
                  <a:lnTo>
                    <a:pt x="606" y="36"/>
                  </a:lnTo>
                  <a:lnTo>
                    <a:pt x="604" y="36"/>
                  </a:lnTo>
                  <a:lnTo>
                    <a:pt x="606" y="38"/>
                  </a:lnTo>
                  <a:lnTo>
                    <a:pt x="606" y="38"/>
                  </a:lnTo>
                  <a:lnTo>
                    <a:pt x="606" y="41"/>
                  </a:lnTo>
                  <a:lnTo>
                    <a:pt x="606" y="41"/>
                  </a:lnTo>
                  <a:lnTo>
                    <a:pt x="604" y="41"/>
                  </a:lnTo>
                  <a:lnTo>
                    <a:pt x="604" y="41"/>
                  </a:lnTo>
                  <a:lnTo>
                    <a:pt x="606" y="41"/>
                  </a:lnTo>
                  <a:lnTo>
                    <a:pt x="606" y="41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4" y="43"/>
                  </a:lnTo>
                  <a:lnTo>
                    <a:pt x="604" y="45"/>
                  </a:lnTo>
                  <a:lnTo>
                    <a:pt x="604" y="45"/>
                  </a:lnTo>
                  <a:lnTo>
                    <a:pt x="604" y="45"/>
                  </a:lnTo>
                  <a:lnTo>
                    <a:pt x="606" y="45"/>
                  </a:lnTo>
                  <a:lnTo>
                    <a:pt x="606" y="45"/>
                  </a:lnTo>
                  <a:lnTo>
                    <a:pt x="606" y="50"/>
                  </a:lnTo>
                  <a:lnTo>
                    <a:pt x="606" y="50"/>
                  </a:lnTo>
                  <a:lnTo>
                    <a:pt x="604" y="52"/>
                  </a:lnTo>
                  <a:lnTo>
                    <a:pt x="604" y="52"/>
                  </a:lnTo>
                  <a:lnTo>
                    <a:pt x="606" y="52"/>
                  </a:lnTo>
                  <a:lnTo>
                    <a:pt x="606" y="52"/>
                  </a:lnTo>
                  <a:lnTo>
                    <a:pt x="606" y="55"/>
                  </a:lnTo>
                  <a:lnTo>
                    <a:pt x="606" y="55"/>
                  </a:lnTo>
                  <a:lnTo>
                    <a:pt x="609" y="55"/>
                  </a:lnTo>
                  <a:lnTo>
                    <a:pt x="609" y="55"/>
                  </a:lnTo>
                  <a:lnTo>
                    <a:pt x="611" y="55"/>
                  </a:lnTo>
                  <a:lnTo>
                    <a:pt x="609" y="55"/>
                  </a:lnTo>
                  <a:lnTo>
                    <a:pt x="609" y="55"/>
                  </a:lnTo>
                  <a:lnTo>
                    <a:pt x="609" y="57"/>
                  </a:lnTo>
                  <a:lnTo>
                    <a:pt x="606" y="57"/>
                  </a:lnTo>
                  <a:lnTo>
                    <a:pt x="611" y="57"/>
                  </a:lnTo>
                  <a:lnTo>
                    <a:pt x="611" y="59"/>
                  </a:lnTo>
                  <a:lnTo>
                    <a:pt x="611" y="59"/>
                  </a:lnTo>
                  <a:lnTo>
                    <a:pt x="611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6" y="62"/>
                  </a:lnTo>
                  <a:lnTo>
                    <a:pt x="606" y="64"/>
                  </a:lnTo>
                  <a:lnTo>
                    <a:pt x="609" y="62"/>
                  </a:lnTo>
                  <a:lnTo>
                    <a:pt x="611" y="64"/>
                  </a:lnTo>
                  <a:lnTo>
                    <a:pt x="611" y="64"/>
                  </a:lnTo>
                  <a:lnTo>
                    <a:pt x="611" y="67"/>
                  </a:lnTo>
                  <a:lnTo>
                    <a:pt x="611" y="67"/>
                  </a:lnTo>
                  <a:lnTo>
                    <a:pt x="609" y="64"/>
                  </a:lnTo>
                  <a:lnTo>
                    <a:pt x="609" y="67"/>
                  </a:lnTo>
                  <a:lnTo>
                    <a:pt x="609" y="64"/>
                  </a:lnTo>
                  <a:lnTo>
                    <a:pt x="606" y="64"/>
                  </a:lnTo>
                  <a:lnTo>
                    <a:pt x="606" y="67"/>
                  </a:lnTo>
                  <a:lnTo>
                    <a:pt x="609" y="67"/>
                  </a:lnTo>
                  <a:lnTo>
                    <a:pt x="609" y="67"/>
                  </a:lnTo>
                  <a:lnTo>
                    <a:pt x="609" y="67"/>
                  </a:lnTo>
                  <a:lnTo>
                    <a:pt x="611" y="69"/>
                  </a:lnTo>
                  <a:lnTo>
                    <a:pt x="609" y="69"/>
                  </a:lnTo>
                  <a:lnTo>
                    <a:pt x="609" y="69"/>
                  </a:lnTo>
                  <a:lnTo>
                    <a:pt x="609" y="69"/>
                  </a:lnTo>
                  <a:lnTo>
                    <a:pt x="611" y="69"/>
                  </a:lnTo>
                  <a:lnTo>
                    <a:pt x="616" y="71"/>
                  </a:lnTo>
                  <a:lnTo>
                    <a:pt x="618" y="71"/>
                  </a:lnTo>
                  <a:lnTo>
                    <a:pt x="618" y="71"/>
                  </a:lnTo>
                  <a:lnTo>
                    <a:pt x="620" y="71"/>
                  </a:lnTo>
                  <a:lnTo>
                    <a:pt x="623" y="71"/>
                  </a:lnTo>
                  <a:lnTo>
                    <a:pt x="623" y="71"/>
                  </a:lnTo>
                  <a:lnTo>
                    <a:pt x="620" y="71"/>
                  </a:lnTo>
                  <a:lnTo>
                    <a:pt x="618" y="71"/>
                  </a:lnTo>
                  <a:lnTo>
                    <a:pt x="616" y="71"/>
                  </a:lnTo>
                  <a:lnTo>
                    <a:pt x="613" y="71"/>
                  </a:lnTo>
                  <a:lnTo>
                    <a:pt x="611" y="71"/>
                  </a:lnTo>
                  <a:lnTo>
                    <a:pt x="611" y="71"/>
                  </a:lnTo>
                  <a:lnTo>
                    <a:pt x="606" y="71"/>
                  </a:lnTo>
                  <a:lnTo>
                    <a:pt x="606" y="71"/>
                  </a:lnTo>
                  <a:lnTo>
                    <a:pt x="606" y="71"/>
                  </a:lnTo>
                  <a:lnTo>
                    <a:pt x="604" y="74"/>
                  </a:lnTo>
                  <a:lnTo>
                    <a:pt x="604" y="74"/>
                  </a:lnTo>
                  <a:lnTo>
                    <a:pt x="604" y="74"/>
                  </a:lnTo>
                  <a:lnTo>
                    <a:pt x="604" y="74"/>
                  </a:lnTo>
                  <a:lnTo>
                    <a:pt x="606" y="76"/>
                  </a:lnTo>
                  <a:lnTo>
                    <a:pt x="606" y="76"/>
                  </a:lnTo>
                  <a:lnTo>
                    <a:pt x="606" y="76"/>
                  </a:lnTo>
                  <a:lnTo>
                    <a:pt x="604" y="76"/>
                  </a:lnTo>
                  <a:lnTo>
                    <a:pt x="604" y="76"/>
                  </a:lnTo>
                  <a:lnTo>
                    <a:pt x="604" y="76"/>
                  </a:lnTo>
                  <a:lnTo>
                    <a:pt x="604" y="78"/>
                  </a:lnTo>
                  <a:lnTo>
                    <a:pt x="604" y="78"/>
                  </a:lnTo>
                  <a:lnTo>
                    <a:pt x="604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4" y="81"/>
                  </a:lnTo>
                  <a:lnTo>
                    <a:pt x="604" y="81"/>
                  </a:lnTo>
                  <a:lnTo>
                    <a:pt x="601" y="83"/>
                  </a:lnTo>
                  <a:lnTo>
                    <a:pt x="601" y="86"/>
                  </a:lnTo>
                  <a:lnTo>
                    <a:pt x="604" y="86"/>
                  </a:lnTo>
                  <a:lnTo>
                    <a:pt x="604" y="88"/>
                  </a:lnTo>
                  <a:lnTo>
                    <a:pt x="609" y="93"/>
                  </a:lnTo>
                  <a:lnTo>
                    <a:pt x="616" y="100"/>
                  </a:lnTo>
                  <a:lnTo>
                    <a:pt x="616" y="100"/>
                  </a:lnTo>
                  <a:lnTo>
                    <a:pt x="618" y="100"/>
                  </a:lnTo>
                  <a:lnTo>
                    <a:pt x="620" y="97"/>
                  </a:lnTo>
                  <a:lnTo>
                    <a:pt x="625" y="97"/>
                  </a:lnTo>
                  <a:lnTo>
                    <a:pt x="627" y="97"/>
                  </a:lnTo>
                  <a:lnTo>
                    <a:pt x="627" y="97"/>
                  </a:lnTo>
                  <a:lnTo>
                    <a:pt x="632" y="100"/>
                  </a:lnTo>
                  <a:lnTo>
                    <a:pt x="635" y="102"/>
                  </a:lnTo>
                  <a:lnTo>
                    <a:pt x="637" y="102"/>
                  </a:lnTo>
                  <a:lnTo>
                    <a:pt x="639" y="102"/>
                  </a:lnTo>
                  <a:lnTo>
                    <a:pt x="639" y="102"/>
                  </a:lnTo>
                  <a:lnTo>
                    <a:pt x="637" y="102"/>
                  </a:lnTo>
                  <a:lnTo>
                    <a:pt x="637" y="102"/>
                  </a:lnTo>
                  <a:lnTo>
                    <a:pt x="637" y="102"/>
                  </a:lnTo>
                  <a:lnTo>
                    <a:pt x="630" y="102"/>
                  </a:lnTo>
                  <a:lnTo>
                    <a:pt x="630" y="100"/>
                  </a:lnTo>
                  <a:lnTo>
                    <a:pt x="630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5" y="100"/>
                  </a:lnTo>
                  <a:lnTo>
                    <a:pt x="620" y="102"/>
                  </a:lnTo>
                  <a:lnTo>
                    <a:pt x="620" y="102"/>
                  </a:lnTo>
                  <a:lnTo>
                    <a:pt x="618" y="104"/>
                  </a:lnTo>
                  <a:lnTo>
                    <a:pt x="616" y="104"/>
                  </a:lnTo>
                  <a:lnTo>
                    <a:pt x="613" y="104"/>
                  </a:lnTo>
                  <a:lnTo>
                    <a:pt x="611" y="104"/>
                  </a:lnTo>
                  <a:lnTo>
                    <a:pt x="613" y="107"/>
                  </a:lnTo>
                  <a:lnTo>
                    <a:pt x="616" y="107"/>
                  </a:lnTo>
                  <a:lnTo>
                    <a:pt x="616" y="107"/>
                  </a:lnTo>
                  <a:lnTo>
                    <a:pt x="618" y="107"/>
                  </a:lnTo>
                  <a:lnTo>
                    <a:pt x="618" y="107"/>
                  </a:lnTo>
                  <a:lnTo>
                    <a:pt x="616" y="107"/>
                  </a:lnTo>
                  <a:lnTo>
                    <a:pt x="616" y="107"/>
                  </a:lnTo>
                  <a:lnTo>
                    <a:pt x="620" y="107"/>
                  </a:lnTo>
                  <a:lnTo>
                    <a:pt x="623" y="109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20" y="112"/>
                  </a:lnTo>
                  <a:lnTo>
                    <a:pt x="623" y="112"/>
                  </a:lnTo>
                  <a:lnTo>
                    <a:pt x="623" y="114"/>
                  </a:lnTo>
                  <a:lnTo>
                    <a:pt x="623" y="114"/>
                  </a:lnTo>
                  <a:lnTo>
                    <a:pt x="625" y="114"/>
                  </a:lnTo>
                  <a:lnTo>
                    <a:pt x="630" y="119"/>
                  </a:lnTo>
                  <a:lnTo>
                    <a:pt x="630" y="119"/>
                  </a:lnTo>
                  <a:lnTo>
                    <a:pt x="620" y="114"/>
                  </a:lnTo>
                  <a:lnTo>
                    <a:pt x="618" y="114"/>
                  </a:lnTo>
                  <a:lnTo>
                    <a:pt x="616" y="116"/>
                  </a:lnTo>
                  <a:lnTo>
                    <a:pt x="618" y="116"/>
                  </a:lnTo>
                  <a:lnTo>
                    <a:pt x="618" y="119"/>
                  </a:lnTo>
                  <a:lnTo>
                    <a:pt x="620" y="119"/>
                  </a:lnTo>
                  <a:lnTo>
                    <a:pt x="620" y="121"/>
                  </a:lnTo>
                  <a:lnTo>
                    <a:pt x="620" y="121"/>
                  </a:lnTo>
                  <a:lnTo>
                    <a:pt x="623" y="121"/>
                  </a:lnTo>
                  <a:lnTo>
                    <a:pt x="625" y="121"/>
                  </a:lnTo>
                  <a:lnTo>
                    <a:pt x="625" y="123"/>
                  </a:lnTo>
                  <a:lnTo>
                    <a:pt x="625" y="123"/>
                  </a:lnTo>
                  <a:lnTo>
                    <a:pt x="623" y="123"/>
                  </a:lnTo>
                  <a:lnTo>
                    <a:pt x="623" y="123"/>
                  </a:lnTo>
                  <a:lnTo>
                    <a:pt x="623" y="123"/>
                  </a:lnTo>
                  <a:lnTo>
                    <a:pt x="623" y="123"/>
                  </a:lnTo>
                  <a:lnTo>
                    <a:pt x="623" y="126"/>
                  </a:lnTo>
                  <a:lnTo>
                    <a:pt x="623" y="126"/>
                  </a:lnTo>
                  <a:lnTo>
                    <a:pt x="623" y="126"/>
                  </a:lnTo>
                  <a:lnTo>
                    <a:pt x="620" y="126"/>
                  </a:lnTo>
                  <a:lnTo>
                    <a:pt x="620" y="126"/>
                  </a:lnTo>
                  <a:lnTo>
                    <a:pt x="620" y="126"/>
                  </a:lnTo>
                  <a:lnTo>
                    <a:pt x="620" y="126"/>
                  </a:lnTo>
                  <a:lnTo>
                    <a:pt x="623" y="128"/>
                  </a:lnTo>
                  <a:lnTo>
                    <a:pt x="623" y="130"/>
                  </a:lnTo>
                  <a:lnTo>
                    <a:pt x="618" y="126"/>
                  </a:lnTo>
                  <a:lnTo>
                    <a:pt x="618" y="126"/>
                  </a:lnTo>
                  <a:lnTo>
                    <a:pt x="616" y="126"/>
                  </a:lnTo>
                  <a:lnTo>
                    <a:pt x="613" y="126"/>
                  </a:lnTo>
                  <a:lnTo>
                    <a:pt x="613" y="126"/>
                  </a:lnTo>
                  <a:lnTo>
                    <a:pt x="616" y="128"/>
                  </a:lnTo>
                  <a:lnTo>
                    <a:pt x="616" y="128"/>
                  </a:lnTo>
                  <a:lnTo>
                    <a:pt x="616" y="128"/>
                  </a:lnTo>
                  <a:lnTo>
                    <a:pt x="616" y="130"/>
                  </a:lnTo>
                  <a:lnTo>
                    <a:pt x="618" y="130"/>
                  </a:lnTo>
                  <a:lnTo>
                    <a:pt x="618" y="130"/>
                  </a:lnTo>
                  <a:lnTo>
                    <a:pt x="618" y="130"/>
                  </a:lnTo>
                  <a:lnTo>
                    <a:pt x="620" y="130"/>
                  </a:lnTo>
                  <a:lnTo>
                    <a:pt x="620" y="133"/>
                  </a:lnTo>
                  <a:lnTo>
                    <a:pt x="618" y="133"/>
                  </a:lnTo>
                  <a:lnTo>
                    <a:pt x="620" y="133"/>
                  </a:lnTo>
                  <a:lnTo>
                    <a:pt x="620" y="135"/>
                  </a:lnTo>
                  <a:lnTo>
                    <a:pt x="620" y="135"/>
                  </a:lnTo>
                  <a:lnTo>
                    <a:pt x="625" y="138"/>
                  </a:lnTo>
                  <a:lnTo>
                    <a:pt x="625" y="140"/>
                  </a:lnTo>
                  <a:lnTo>
                    <a:pt x="627" y="140"/>
                  </a:lnTo>
                  <a:lnTo>
                    <a:pt x="627" y="140"/>
                  </a:lnTo>
                  <a:lnTo>
                    <a:pt x="627" y="140"/>
                  </a:lnTo>
                  <a:lnTo>
                    <a:pt x="630" y="140"/>
                  </a:lnTo>
                  <a:lnTo>
                    <a:pt x="630" y="138"/>
                  </a:lnTo>
                  <a:lnTo>
                    <a:pt x="630" y="138"/>
                  </a:lnTo>
                  <a:lnTo>
                    <a:pt x="630" y="138"/>
                  </a:lnTo>
                  <a:lnTo>
                    <a:pt x="630" y="138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2" y="135"/>
                  </a:lnTo>
                  <a:lnTo>
                    <a:pt x="635" y="135"/>
                  </a:lnTo>
                  <a:lnTo>
                    <a:pt x="637" y="138"/>
                  </a:lnTo>
                  <a:lnTo>
                    <a:pt x="639" y="135"/>
                  </a:lnTo>
                  <a:lnTo>
                    <a:pt x="642" y="135"/>
                  </a:lnTo>
                  <a:lnTo>
                    <a:pt x="642" y="135"/>
                  </a:lnTo>
                  <a:lnTo>
                    <a:pt x="639" y="138"/>
                  </a:lnTo>
                  <a:lnTo>
                    <a:pt x="637" y="138"/>
                  </a:lnTo>
                  <a:lnTo>
                    <a:pt x="635" y="138"/>
                  </a:lnTo>
                  <a:lnTo>
                    <a:pt x="632" y="138"/>
                  </a:lnTo>
                  <a:lnTo>
                    <a:pt x="632" y="138"/>
                  </a:lnTo>
                  <a:lnTo>
                    <a:pt x="632" y="138"/>
                  </a:lnTo>
                  <a:lnTo>
                    <a:pt x="632" y="140"/>
                  </a:lnTo>
                  <a:lnTo>
                    <a:pt x="630" y="140"/>
                  </a:lnTo>
                  <a:lnTo>
                    <a:pt x="630" y="142"/>
                  </a:lnTo>
                  <a:lnTo>
                    <a:pt x="632" y="142"/>
                  </a:lnTo>
                  <a:lnTo>
                    <a:pt x="632" y="142"/>
                  </a:lnTo>
                  <a:lnTo>
                    <a:pt x="635" y="142"/>
                  </a:lnTo>
                  <a:lnTo>
                    <a:pt x="635" y="142"/>
                  </a:lnTo>
                  <a:lnTo>
                    <a:pt x="635" y="142"/>
                  </a:lnTo>
                  <a:lnTo>
                    <a:pt x="637" y="145"/>
                  </a:lnTo>
                  <a:lnTo>
                    <a:pt x="637" y="145"/>
                  </a:lnTo>
                  <a:lnTo>
                    <a:pt x="630" y="145"/>
                  </a:lnTo>
                  <a:lnTo>
                    <a:pt x="627" y="142"/>
                  </a:lnTo>
                  <a:lnTo>
                    <a:pt x="627" y="142"/>
                  </a:lnTo>
                  <a:lnTo>
                    <a:pt x="625" y="142"/>
                  </a:lnTo>
                  <a:lnTo>
                    <a:pt x="625" y="145"/>
                  </a:lnTo>
                  <a:lnTo>
                    <a:pt x="625" y="145"/>
                  </a:lnTo>
                  <a:lnTo>
                    <a:pt x="623" y="147"/>
                  </a:lnTo>
                  <a:lnTo>
                    <a:pt x="625" y="147"/>
                  </a:lnTo>
                  <a:lnTo>
                    <a:pt x="625" y="147"/>
                  </a:lnTo>
                  <a:lnTo>
                    <a:pt x="625" y="147"/>
                  </a:lnTo>
                  <a:lnTo>
                    <a:pt x="623" y="147"/>
                  </a:lnTo>
                  <a:lnTo>
                    <a:pt x="623" y="149"/>
                  </a:lnTo>
                  <a:lnTo>
                    <a:pt x="630" y="149"/>
                  </a:lnTo>
                  <a:lnTo>
                    <a:pt x="630" y="149"/>
                  </a:lnTo>
                  <a:lnTo>
                    <a:pt x="630" y="149"/>
                  </a:lnTo>
                  <a:lnTo>
                    <a:pt x="630" y="149"/>
                  </a:lnTo>
                  <a:lnTo>
                    <a:pt x="632" y="152"/>
                  </a:lnTo>
                  <a:lnTo>
                    <a:pt x="632" y="152"/>
                  </a:lnTo>
                  <a:lnTo>
                    <a:pt x="632" y="152"/>
                  </a:lnTo>
                  <a:lnTo>
                    <a:pt x="632" y="152"/>
                  </a:lnTo>
                  <a:lnTo>
                    <a:pt x="630" y="152"/>
                  </a:lnTo>
                  <a:lnTo>
                    <a:pt x="627" y="149"/>
                  </a:lnTo>
                  <a:lnTo>
                    <a:pt x="620" y="149"/>
                  </a:lnTo>
                  <a:lnTo>
                    <a:pt x="620" y="149"/>
                  </a:lnTo>
                  <a:lnTo>
                    <a:pt x="620" y="152"/>
                  </a:lnTo>
                  <a:lnTo>
                    <a:pt x="623" y="152"/>
                  </a:lnTo>
                  <a:lnTo>
                    <a:pt x="623" y="154"/>
                  </a:lnTo>
                  <a:lnTo>
                    <a:pt x="623" y="157"/>
                  </a:lnTo>
                  <a:lnTo>
                    <a:pt x="623" y="157"/>
                  </a:lnTo>
                  <a:lnTo>
                    <a:pt x="620" y="157"/>
                  </a:lnTo>
                  <a:lnTo>
                    <a:pt x="620" y="159"/>
                  </a:lnTo>
                  <a:lnTo>
                    <a:pt x="620" y="159"/>
                  </a:lnTo>
                  <a:lnTo>
                    <a:pt x="620" y="161"/>
                  </a:lnTo>
                  <a:lnTo>
                    <a:pt x="623" y="161"/>
                  </a:lnTo>
                  <a:lnTo>
                    <a:pt x="623" y="161"/>
                  </a:lnTo>
                  <a:lnTo>
                    <a:pt x="625" y="161"/>
                  </a:lnTo>
                  <a:lnTo>
                    <a:pt x="630" y="161"/>
                  </a:lnTo>
                  <a:lnTo>
                    <a:pt x="630" y="161"/>
                  </a:lnTo>
                  <a:lnTo>
                    <a:pt x="630" y="161"/>
                  </a:lnTo>
                  <a:lnTo>
                    <a:pt x="630" y="161"/>
                  </a:lnTo>
                  <a:lnTo>
                    <a:pt x="630" y="164"/>
                  </a:lnTo>
                  <a:lnTo>
                    <a:pt x="627" y="164"/>
                  </a:lnTo>
                  <a:lnTo>
                    <a:pt x="625" y="166"/>
                  </a:lnTo>
                  <a:lnTo>
                    <a:pt x="625" y="166"/>
                  </a:lnTo>
                  <a:lnTo>
                    <a:pt x="620" y="166"/>
                  </a:lnTo>
                  <a:lnTo>
                    <a:pt x="620" y="166"/>
                  </a:lnTo>
                  <a:lnTo>
                    <a:pt x="620" y="166"/>
                  </a:lnTo>
                  <a:lnTo>
                    <a:pt x="620" y="166"/>
                  </a:lnTo>
                  <a:lnTo>
                    <a:pt x="620" y="173"/>
                  </a:lnTo>
                  <a:lnTo>
                    <a:pt x="620" y="173"/>
                  </a:lnTo>
                  <a:lnTo>
                    <a:pt x="620" y="173"/>
                  </a:lnTo>
                  <a:lnTo>
                    <a:pt x="625" y="173"/>
                  </a:lnTo>
                  <a:lnTo>
                    <a:pt x="625" y="175"/>
                  </a:lnTo>
                  <a:lnTo>
                    <a:pt x="625" y="175"/>
                  </a:lnTo>
                  <a:lnTo>
                    <a:pt x="627" y="178"/>
                  </a:lnTo>
                  <a:lnTo>
                    <a:pt x="627" y="180"/>
                  </a:lnTo>
                  <a:lnTo>
                    <a:pt x="627" y="180"/>
                  </a:lnTo>
                  <a:lnTo>
                    <a:pt x="630" y="178"/>
                  </a:lnTo>
                  <a:lnTo>
                    <a:pt x="632" y="178"/>
                  </a:lnTo>
                  <a:lnTo>
                    <a:pt x="632" y="180"/>
                  </a:lnTo>
                  <a:lnTo>
                    <a:pt x="632" y="180"/>
                  </a:lnTo>
                  <a:lnTo>
                    <a:pt x="635" y="180"/>
                  </a:lnTo>
                  <a:lnTo>
                    <a:pt x="635" y="180"/>
                  </a:lnTo>
                  <a:lnTo>
                    <a:pt x="637" y="180"/>
                  </a:lnTo>
                  <a:lnTo>
                    <a:pt x="637" y="183"/>
                  </a:lnTo>
                  <a:lnTo>
                    <a:pt x="639" y="183"/>
                  </a:lnTo>
                  <a:lnTo>
                    <a:pt x="639" y="183"/>
                  </a:lnTo>
                  <a:lnTo>
                    <a:pt x="639" y="185"/>
                  </a:lnTo>
                  <a:lnTo>
                    <a:pt x="642" y="185"/>
                  </a:lnTo>
                  <a:lnTo>
                    <a:pt x="639" y="185"/>
                  </a:lnTo>
                  <a:lnTo>
                    <a:pt x="639" y="185"/>
                  </a:lnTo>
                  <a:lnTo>
                    <a:pt x="639" y="185"/>
                  </a:lnTo>
                  <a:lnTo>
                    <a:pt x="639" y="187"/>
                  </a:lnTo>
                  <a:lnTo>
                    <a:pt x="639" y="187"/>
                  </a:lnTo>
                  <a:lnTo>
                    <a:pt x="639" y="187"/>
                  </a:lnTo>
                  <a:lnTo>
                    <a:pt x="639" y="187"/>
                  </a:lnTo>
                  <a:lnTo>
                    <a:pt x="639" y="190"/>
                  </a:lnTo>
                  <a:lnTo>
                    <a:pt x="639" y="190"/>
                  </a:lnTo>
                  <a:lnTo>
                    <a:pt x="639" y="190"/>
                  </a:lnTo>
                  <a:lnTo>
                    <a:pt x="639" y="192"/>
                  </a:lnTo>
                  <a:lnTo>
                    <a:pt x="639" y="194"/>
                  </a:lnTo>
                  <a:lnTo>
                    <a:pt x="639" y="197"/>
                  </a:lnTo>
                  <a:lnTo>
                    <a:pt x="639" y="197"/>
                  </a:lnTo>
                  <a:lnTo>
                    <a:pt x="642" y="197"/>
                  </a:lnTo>
                  <a:lnTo>
                    <a:pt x="642" y="197"/>
                  </a:lnTo>
                  <a:lnTo>
                    <a:pt x="642" y="197"/>
                  </a:lnTo>
                  <a:lnTo>
                    <a:pt x="642" y="197"/>
                  </a:lnTo>
                  <a:lnTo>
                    <a:pt x="642" y="199"/>
                  </a:lnTo>
                  <a:lnTo>
                    <a:pt x="642" y="199"/>
                  </a:lnTo>
                  <a:lnTo>
                    <a:pt x="642" y="199"/>
                  </a:lnTo>
                  <a:lnTo>
                    <a:pt x="642" y="199"/>
                  </a:lnTo>
                  <a:lnTo>
                    <a:pt x="642" y="202"/>
                  </a:lnTo>
                  <a:lnTo>
                    <a:pt x="642" y="202"/>
                  </a:lnTo>
                  <a:lnTo>
                    <a:pt x="642" y="202"/>
                  </a:lnTo>
                  <a:lnTo>
                    <a:pt x="642" y="204"/>
                  </a:lnTo>
                  <a:lnTo>
                    <a:pt x="642" y="204"/>
                  </a:lnTo>
                  <a:lnTo>
                    <a:pt x="642" y="204"/>
                  </a:lnTo>
                  <a:lnTo>
                    <a:pt x="642" y="206"/>
                  </a:lnTo>
                  <a:lnTo>
                    <a:pt x="642" y="209"/>
                  </a:lnTo>
                  <a:lnTo>
                    <a:pt x="642" y="209"/>
                  </a:lnTo>
                  <a:lnTo>
                    <a:pt x="642" y="209"/>
                  </a:lnTo>
                  <a:lnTo>
                    <a:pt x="642" y="209"/>
                  </a:lnTo>
                  <a:lnTo>
                    <a:pt x="639" y="209"/>
                  </a:lnTo>
                  <a:lnTo>
                    <a:pt x="639" y="206"/>
                  </a:lnTo>
                  <a:lnTo>
                    <a:pt x="642" y="204"/>
                  </a:lnTo>
                  <a:lnTo>
                    <a:pt x="642" y="202"/>
                  </a:lnTo>
                  <a:lnTo>
                    <a:pt x="639" y="199"/>
                  </a:lnTo>
                  <a:lnTo>
                    <a:pt x="639" y="197"/>
                  </a:lnTo>
                  <a:lnTo>
                    <a:pt x="637" y="197"/>
                  </a:lnTo>
                  <a:lnTo>
                    <a:pt x="637" y="194"/>
                  </a:lnTo>
                  <a:lnTo>
                    <a:pt x="637" y="194"/>
                  </a:lnTo>
                  <a:lnTo>
                    <a:pt x="637" y="194"/>
                  </a:lnTo>
                  <a:lnTo>
                    <a:pt x="635" y="192"/>
                  </a:lnTo>
                  <a:lnTo>
                    <a:pt x="637" y="192"/>
                  </a:lnTo>
                  <a:lnTo>
                    <a:pt x="637" y="190"/>
                  </a:lnTo>
                  <a:lnTo>
                    <a:pt x="637" y="190"/>
                  </a:lnTo>
                  <a:lnTo>
                    <a:pt x="635" y="190"/>
                  </a:lnTo>
                  <a:lnTo>
                    <a:pt x="635" y="190"/>
                  </a:lnTo>
                  <a:lnTo>
                    <a:pt x="635" y="187"/>
                  </a:lnTo>
                  <a:lnTo>
                    <a:pt x="635" y="187"/>
                  </a:lnTo>
                  <a:lnTo>
                    <a:pt x="637" y="187"/>
                  </a:lnTo>
                  <a:lnTo>
                    <a:pt x="635" y="187"/>
                  </a:lnTo>
                  <a:lnTo>
                    <a:pt x="635" y="185"/>
                  </a:lnTo>
                  <a:lnTo>
                    <a:pt x="635" y="185"/>
                  </a:lnTo>
                  <a:lnTo>
                    <a:pt x="635" y="183"/>
                  </a:lnTo>
                  <a:lnTo>
                    <a:pt x="635" y="183"/>
                  </a:lnTo>
                  <a:lnTo>
                    <a:pt x="632" y="183"/>
                  </a:lnTo>
                  <a:lnTo>
                    <a:pt x="632" y="183"/>
                  </a:lnTo>
                  <a:lnTo>
                    <a:pt x="630" y="183"/>
                  </a:lnTo>
                  <a:lnTo>
                    <a:pt x="630" y="183"/>
                  </a:lnTo>
                  <a:lnTo>
                    <a:pt x="630" y="183"/>
                  </a:lnTo>
                  <a:lnTo>
                    <a:pt x="627" y="183"/>
                  </a:lnTo>
                  <a:lnTo>
                    <a:pt x="627" y="183"/>
                  </a:lnTo>
                  <a:lnTo>
                    <a:pt x="627" y="183"/>
                  </a:lnTo>
                  <a:lnTo>
                    <a:pt x="625" y="183"/>
                  </a:lnTo>
                  <a:lnTo>
                    <a:pt x="625" y="183"/>
                  </a:lnTo>
                  <a:lnTo>
                    <a:pt x="625" y="180"/>
                  </a:lnTo>
                  <a:lnTo>
                    <a:pt x="623" y="178"/>
                  </a:lnTo>
                  <a:lnTo>
                    <a:pt x="623" y="178"/>
                  </a:lnTo>
                  <a:lnTo>
                    <a:pt x="623" y="178"/>
                  </a:lnTo>
                  <a:lnTo>
                    <a:pt x="620" y="178"/>
                  </a:lnTo>
                  <a:lnTo>
                    <a:pt x="618" y="178"/>
                  </a:lnTo>
                  <a:lnTo>
                    <a:pt x="618" y="178"/>
                  </a:lnTo>
                  <a:lnTo>
                    <a:pt x="616" y="175"/>
                  </a:lnTo>
                  <a:lnTo>
                    <a:pt x="613" y="175"/>
                  </a:lnTo>
                  <a:lnTo>
                    <a:pt x="611" y="175"/>
                  </a:lnTo>
                  <a:lnTo>
                    <a:pt x="609" y="173"/>
                  </a:lnTo>
                  <a:lnTo>
                    <a:pt x="609" y="173"/>
                  </a:lnTo>
                  <a:lnTo>
                    <a:pt x="609" y="173"/>
                  </a:lnTo>
                  <a:lnTo>
                    <a:pt x="609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5"/>
                  </a:lnTo>
                  <a:lnTo>
                    <a:pt x="606" y="175"/>
                  </a:lnTo>
                  <a:lnTo>
                    <a:pt x="606" y="175"/>
                  </a:lnTo>
                  <a:lnTo>
                    <a:pt x="604" y="175"/>
                  </a:lnTo>
                  <a:lnTo>
                    <a:pt x="604" y="178"/>
                  </a:lnTo>
                  <a:lnTo>
                    <a:pt x="604" y="178"/>
                  </a:lnTo>
                  <a:lnTo>
                    <a:pt x="606" y="178"/>
                  </a:lnTo>
                  <a:lnTo>
                    <a:pt x="606" y="180"/>
                  </a:lnTo>
                  <a:lnTo>
                    <a:pt x="606" y="183"/>
                  </a:lnTo>
                  <a:lnTo>
                    <a:pt x="606" y="183"/>
                  </a:lnTo>
                  <a:lnTo>
                    <a:pt x="606" y="183"/>
                  </a:lnTo>
                  <a:lnTo>
                    <a:pt x="606" y="183"/>
                  </a:lnTo>
                  <a:lnTo>
                    <a:pt x="609" y="183"/>
                  </a:lnTo>
                  <a:lnTo>
                    <a:pt x="609" y="185"/>
                  </a:lnTo>
                  <a:lnTo>
                    <a:pt x="606" y="187"/>
                  </a:lnTo>
                  <a:lnTo>
                    <a:pt x="606" y="187"/>
                  </a:lnTo>
                  <a:lnTo>
                    <a:pt x="606" y="187"/>
                  </a:lnTo>
                  <a:lnTo>
                    <a:pt x="606" y="192"/>
                  </a:lnTo>
                  <a:lnTo>
                    <a:pt x="606" y="192"/>
                  </a:lnTo>
                  <a:lnTo>
                    <a:pt x="606" y="192"/>
                  </a:lnTo>
                  <a:lnTo>
                    <a:pt x="604" y="192"/>
                  </a:lnTo>
                  <a:lnTo>
                    <a:pt x="606" y="192"/>
                  </a:lnTo>
                  <a:lnTo>
                    <a:pt x="606" y="194"/>
                  </a:lnTo>
                  <a:lnTo>
                    <a:pt x="606" y="194"/>
                  </a:lnTo>
                  <a:lnTo>
                    <a:pt x="606" y="194"/>
                  </a:lnTo>
                  <a:lnTo>
                    <a:pt x="606" y="197"/>
                  </a:lnTo>
                  <a:lnTo>
                    <a:pt x="606" y="199"/>
                  </a:lnTo>
                  <a:lnTo>
                    <a:pt x="606" y="199"/>
                  </a:lnTo>
                  <a:lnTo>
                    <a:pt x="609" y="202"/>
                  </a:lnTo>
                  <a:lnTo>
                    <a:pt x="609" y="202"/>
                  </a:lnTo>
                  <a:lnTo>
                    <a:pt x="609" y="204"/>
                  </a:lnTo>
                  <a:lnTo>
                    <a:pt x="609" y="204"/>
                  </a:lnTo>
                  <a:lnTo>
                    <a:pt x="609" y="204"/>
                  </a:lnTo>
                  <a:lnTo>
                    <a:pt x="609" y="206"/>
                  </a:lnTo>
                  <a:lnTo>
                    <a:pt x="611" y="206"/>
                  </a:lnTo>
                  <a:lnTo>
                    <a:pt x="611" y="209"/>
                  </a:lnTo>
                  <a:lnTo>
                    <a:pt x="611" y="209"/>
                  </a:lnTo>
                  <a:lnTo>
                    <a:pt x="609" y="209"/>
                  </a:lnTo>
                  <a:lnTo>
                    <a:pt x="604" y="211"/>
                  </a:lnTo>
                  <a:lnTo>
                    <a:pt x="604" y="213"/>
                  </a:lnTo>
                  <a:lnTo>
                    <a:pt x="604" y="213"/>
                  </a:lnTo>
                  <a:lnTo>
                    <a:pt x="604" y="216"/>
                  </a:lnTo>
                  <a:lnTo>
                    <a:pt x="604" y="216"/>
                  </a:lnTo>
                  <a:lnTo>
                    <a:pt x="604" y="218"/>
                  </a:lnTo>
                  <a:lnTo>
                    <a:pt x="604" y="218"/>
                  </a:lnTo>
                  <a:lnTo>
                    <a:pt x="604" y="218"/>
                  </a:lnTo>
                  <a:lnTo>
                    <a:pt x="604" y="216"/>
                  </a:lnTo>
                  <a:lnTo>
                    <a:pt x="604" y="216"/>
                  </a:lnTo>
                  <a:lnTo>
                    <a:pt x="601" y="216"/>
                  </a:lnTo>
                  <a:lnTo>
                    <a:pt x="601" y="213"/>
                  </a:lnTo>
                  <a:lnTo>
                    <a:pt x="599" y="213"/>
                  </a:lnTo>
                  <a:lnTo>
                    <a:pt x="597" y="213"/>
                  </a:lnTo>
                  <a:lnTo>
                    <a:pt x="597" y="216"/>
                  </a:lnTo>
                  <a:lnTo>
                    <a:pt x="597" y="216"/>
                  </a:lnTo>
                  <a:lnTo>
                    <a:pt x="597" y="220"/>
                  </a:lnTo>
                  <a:lnTo>
                    <a:pt x="597" y="220"/>
                  </a:lnTo>
                  <a:lnTo>
                    <a:pt x="597" y="223"/>
                  </a:lnTo>
                  <a:lnTo>
                    <a:pt x="594" y="223"/>
                  </a:lnTo>
                  <a:lnTo>
                    <a:pt x="597" y="223"/>
                  </a:lnTo>
                  <a:lnTo>
                    <a:pt x="597" y="225"/>
                  </a:lnTo>
                  <a:lnTo>
                    <a:pt x="597" y="225"/>
                  </a:lnTo>
                  <a:lnTo>
                    <a:pt x="597" y="225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4" y="228"/>
                  </a:lnTo>
                  <a:lnTo>
                    <a:pt x="594" y="228"/>
                  </a:lnTo>
                  <a:lnTo>
                    <a:pt x="594" y="230"/>
                  </a:lnTo>
                  <a:lnTo>
                    <a:pt x="592" y="230"/>
                  </a:lnTo>
                  <a:lnTo>
                    <a:pt x="592" y="232"/>
                  </a:lnTo>
                  <a:lnTo>
                    <a:pt x="592" y="232"/>
                  </a:lnTo>
                  <a:lnTo>
                    <a:pt x="590" y="235"/>
                  </a:lnTo>
                  <a:lnTo>
                    <a:pt x="590" y="235"/>
                  </a:lnTo>
                  <a:lnTo>
                    <a:pt x="590" y="239"/>
                  </a:lnTo>
                  <a:lnTo>
                    <a:pt x="587" y="239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4"/>
                  </a:lnTo>
                  <a:lnTo>
                    <a:pt x="585" y="246"/>
                  </a:lnTo>
                  <a:lnTo>
                    <a:pt x="582" y="246"/>
                  </a:lnTo>
                  <a:lnTo>
                    <a:pt x="582" y="249"/>
                  </a:lnTo>
                  <a:lnTo>
                    <a:pt x="582" y="249"/>
                  </a:lnTo>
                  <a:lnTo>
                    <a:pt x="582" y="249"/>
                  </a:lnTo>
                  <a:lnTo>
                    <a:pt x="582" y="251"/>
                  </a:lnTo>
                  <a:lnTo>
                    <a:pt x="582" y="254"/>
                  </a:lnTo>
                  <a:lnTo>
                    <a:pt x="582" y="256"/>
                  </a:lnTo>
                  <a:lnTo>
                    <a:pt x="582" y="258"/>
                  </a:lnTo>
                  <a:lnTo>
                    <a:pt x="585" y="261"/>
                  </a:lnTo>
                  <a:lnTo>
                    <a:pt x="585" y="263"/>
                  </a:lnTo>
                  <a:lnTo>
                    <a:pt x="587" y="263"/>
                  </a:lnTo>
                  <a:lnTo>
                    <a:pt x="587" y="265"/>
                  </a:lnTo>
                  <a:lnTo>
                    <a:pt x="587" y="265"/>
                  </a:lnTo>
                  <a:lnTo>
                    <a:pt x="587" y="268"/>
                  </a:lnTo>
                  <a:lnTo>
                    <a:pt x="587" y="270"/>
                  </a:lnTo>
                  <a:lnTo>
                    <a:pt x="587" y="273"/>
                  </a:lnTo>
                  <a:lnTo>
                    <a:pt x="587" y="275"/>
                  </a:lnTo>
                  <a:lnTo>
                    <a:pt x="590" y="275"/>
                  </a:lnTo>
                  <a:lnTo>
                    <a:pt x="590" y="275"/>
                  </a:lnTo>
                  <a:lnTo>
                    <a:pt x="590" y="275"/>
                  </a:lnTo>
                  <a:lnTo>
                    <a:pt x="587" y="275"/>
                  </a:lnTo>
                  <a:lnTo>
                    <a:pt x="587" y="275"/>
                  </a:lnTo>
                  <a:lnTo>
                    <a:pt x="587" y="275"/>
                  </a:lnTo>
                  <a:lnTo>
                    <a:pt x="587" y="273"/>
                  </a:lnTo>
                  <a:lnTo>
                    <a:pt x="585" y="273"/>
                  </a:lnTo>
                  <a:lnTo>
                    <a:pt x="585" y="270"/>
                  </a:lnTo>
                  <a:lnTo>
                    <a:pt x="585" y="268"/>
                  </a:lnTo>
                  <a:lnTo>
                    <a:pt x="585" y="268"/>
                  </a:lnTo>
                  <a:lnTo>
                    <a:pt x="585" y="263"/>
                  </a:lnTo>
                  <a:lnTo>
                    <a:pt x="582" y="261"/>
                  </a:lnTo>
                  <a:lnTo>
                    <a:pt x="580" y="258"/>
                  </a:lnTo>
                  <a:lnTo>
                    <a:pt x="580" y="256"/>
                  </a:lnTo>
                  <a:lnTo>
                    <a:pt x="580" y="251"/>
                  </a:lnTo>
                  <a:lnTo>
                    <a:pt x="580" y="249"/>
                  </a:lnTo>
                  <a:lnTo>
                    <a:pt x="578" y="249"/>
                  </a:lnTo>
                  <a:lnTo>
                    <a:pt x="578" y="246"/>
                  </a:lnTo>
                  <a:lnTo>
                    <a:pt x="575" y="246"/>
                  </a:lnTo>
                  <a:lnTo>
                    <a:pt x="575" y="246"/>
                  </a:lnTo>
                  <a:lnTo>
                    <a:pt x="573" y="246"/>
                  </a:lnTo>
                  <a:lnTo>
                    <a:pt x="573" y="246"/>
                  </a:lnTo>
                  <a:lnTo>
                    <a:pt x="573" y="246"/>
                  </a:lnTo>
                  <a:lnTo>
                    <a:pt x="573" y="246"/>
                  </a:lnTo>
                  <a:lnTo>
                    <a:pt x="573" y="244"/>
                  </a:lnTo>
                  <a:lnTo>
                    <a:pt x="571" y="242"/>
                  </a:lnTo>
                  <a:lnTo>
                    <a:pt x="573" y="239"/>
                  </a:lnTo>
                  <a:lnTo>
                    <a:pt x="571" y="237"/>
                  </a:lnTo>
                  <a:lnTo>
                    <a:pt x="571" y="237"/>
                  </a:lnTo>
                  <a:lnTo>
                    <a:pt x="571" y="235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6" y="232"/>
                  </a:lnTo>
                  <a:lnTo>
                    <a:pt x="566" y="232"/>
                  </a:lnTo>
                  <a:lnTo>
                    <a:pt x="564" y="232"/>
                  </a:lnTo>
                  <a:lnTo>
                    <a:pt x="564" y="232"/>
                  </a:lnTo>
                  <a:lnTo>
                    <a:pt x="564" y="232"/>
                  </a:lnTo>
                  <a:lnTo>
                    <a:pt x="564" y="232"/>
                  </a:lnTo>
                  <a:lnTo>
                    <a:pt x="564" y="235"/>
                  </a:lnTo>
                  <a:lnTo>
                    <a:pt x="564" y="235"/>
                  </a:lnTo>
                  <a:lnTo>
                    <a:pt x="564" y="237"/>
                  </a:lnTo>
                  <a:lnTo>
                    <a:pt x="564" y="239"/>
                  </a:lnTo>
                  <a:lnTo>
                    <a:pt x="566" y="239"/>
                  </a:lnTo>
                  <a:lnTo>
                    <a:pt x="568" y="244"/>
                  </a:lnTo>
                  <a:lnTo>
                    <a:pt x="568" y="246"/>
                  </a:lnTo>
                  <a:lnTo>
                    <a:pt x="571" y="246"/>
                  </a:lnTo>
                  <a:lnTo>
                    <a:pt x="568" y="249"/>
                  </a:lnTo>
                  <a:lnTo>
                    <a:pt x="568" y="251"/>
                  </a:lnTo>
                  <a:lnTo>
                    <a:pt x="571" y="254"/>
                  </a:lnTo>
                  <a:lnTo>
                    <a:pt x="568" y="254"/>
                  </a:lnTo>
                  <a:lnTo>
                    <a:pt x="568" y="256"/>
                  </a:lnTo>
                  <a:lnTo>
                    <a:pt x="566" y="256"/>
                  </a:lnTo>
                  <a:lnTo>
                    <a:pt x="568" y="258"/>
                  </a:lnTo>
                  <a:lnTo>
                    <a:pt x="568" y="263"/>
                  </a:lnTo>
                  <a:lnTo>
                    <a:pt x="568" y="263"/>
                  </a:lnTo>
                  <a:lnTo>
                    <a:pt x="568" y="265"/>
                  </a:lnTo>
                  <a:lnTo>
                    <a:pt x="566" y="265"/>
                  </a:lnTo>
                  <a:lnTo>
                    <a:pt x="566" y="268"/>
                  </a:lnTo>
                  <a:lnTo>
                    <a:pt x="566" y="270"/>
                  </a:lnTo>
                  <a:lnTo>
                    <a:pt x="566" y="273"/>
                  </a:lnTo>
                  <a:lnTo>
                    <a:pt x="566" y="270"/>
                  </a:lnTo>
                  <a:lnTo>
                    <a:pt x="564" y="270"/>
                  </a:lnTo>
                  <a:lnTo>
                    <a:pt x="564" y="265"/>
                  </a:lnTo>
                  <a:lnTo>
                    <a:pt x="566" y="258"/>
                  </a:lnTo>
                  <a:lnTo>
                    <a:pt x="566" y="258"/>
                  </a:lnTo>
                  <a:lnTo>
                    <a:pt x="568" y="254"/>
                  </a:lnTo>
                  <a:lnTo>
                    <a:pt x="568" y="251"/>
                  </a:lnTo>
                  <a:lnTo>
                    <a:pt x="568" y="249"/>
                  </a:lnTo>
                  <a:lnTo>
                    <a:pt x="566" y="246"/>
                  </a:lnTo>
                  <a:lnTo>
                    <a:pt x="566" y="246"/>
                  </a:lnTo>
                  <a:lnTo>
                    <a:pt x="566" y="246"/>
                  </a:lnTo>
                  <a:lnTo>
                    <a:pt x="564" y="244"/>
                  </a:lnTo>
                  <a:lnTo>
                    <a:pt x="564" y="244"/>
                  </a:lnTo>
                  <a:lnTo>
                    <a:pt x="564" y="244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39"/>
                  </a:lnTo>
                  <a:lnTo>
                    <a:pt x="559" y="237"/>
                  </a:lnTo>
                  <a:lnTo>
                    <a:pt x="559" y="235"/>
                  </a:lnTo>
                  <a:lnTo>
                    <a:pt x="559" y="235"/>
                  </a:lnTo>
                  <a:lnTo>
                    <a:pt x="559" y="232"/>
                  </a:lnTo>
                  <a:lnTo>
                    <a:pt x="556" y="232"/>
                  </a:lnTo>
                  <a:lnTo>
                    <a:pt x="556" y="232"/>
                  </a:lnTo>
                  <a:lnTo>
                    <a:pt x="554" y="232"/>
                  </a:lnTo>
                  <a:lnTo>
                    <a:pt x="554" y="232"/>
                  </a:lnTo>
                  <a:lnTo>
                    <a:pt x="554" y="232"/>
                  </a:lnTo>
                  <a:lnTo>
                    <a:pt x="554" y="230"/>
                  </a:lnTo>
                  <a:lnTo>
                    <a:pt x="552" y="228"/>
                  </a:lnTo>
                  <a:lnTo>
                    <a:pt x="549" y="228"/>
                  </a:lnTo>
                  <a:lnTo>
                    <a:pt x="549" y="230"/>
                  </a:lnTo>
                  <a:lnTo>
                    <a:pt x="552" y="232"/>
                  </a:lnTo>
                  <a:lnTo>
                    <a:pt x="552" y="232"/>
                  </a:lnTo>
                  <a:lnTo>
                    <a:pt x="552" y="232"/>
                  </a:lnTo>
                  <a:lnTo>
                    <a:pt x="552" y="235"/>
                  </a:lnTo>
                  <a:lnTo>
                    <a:pt x="549" y="235"/>
                  </a:lnTo>
                  <a:lnTo>
                    <a:pt x="549" y="235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7" y="237"/>
                  </a:lnTo>
                  <a:lnTo>
                    <a:pt x="547" y="239"/>
                  </a:lnTo>
                  <a:lnTo>
                    <a:pt x="547" y="239"/>
                  </a:lnTo>
                  <a:lnTo>
                    <a:pt x="549" y="244"/>
                  </a:lnTo>
                  <a:lnTo>
                    <a:pt x="549" y="244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9"/>
                  </a:lnTo>
                  <a:lnTo>
                    <a:pt x="552" y="249"/>
                  </a:lnTo>
                  <a:lnTo>
                    <a:pt x="552" y="249"/>
                  </a:lnTo>
                  <a:lnTo>
                    <a:pt x="552" y="254"/>
                  </a:lnTo>
                  <a:lnTo>
                    <a:pt x="552" y="254"/>
                  </a:lnTo>
                  <a:lnTo>
                    <a:pt x="552" y="256"/>
                  </a:lnTo>
                  <a:lnTo>
                    <a:pt x="552" y="258"/>
                  </a:lnTo>
                  <a:lnTo>
                    <a:pt x="554" y="258"/>
                  </a:lnTo>
                  <a:lnTo>
                    <a:pt x="554" y="261"/>
                  </a:lnTo>
                  <a:lnTo>
                    <a:pt x="552" y="263"/>
                  </a:lnTo>
                  <a:lnTo>
                    <a:pt x="552" y="263"/>
                  </a:lnTo>
                  <a:lnTo>
                    <a:pt x="552" y="265"/>
                  </a:lnTo>
                  <a:lnTo>
                    <a:pt x="554" y="268"/>
                  </a:lnTo>
                  <a:lnTo>
                    <a:pt x="554" y="270"/>
                  </a:lnTo>
                  <a:lnTo>
                    <a:pt x="556" y="273"/>
                  </a:lnTo>
                  <a:lnTo>
                    <a:pt x="556" y="273"/>
                  </a:lnTo>
                  <a:lnTo>
                    <a:pt x="556" y="275"/>
                  </a:lnTo>
                  <a:lnTo>
                    <a:pt x="556" y="275"/>
                  </a:lnTo>
                  <a:lnTo>
                    <a:pt x="554" y="277"/>
                  </a:lnTo>
                  <a:lnTo>
                    <a:pt x="554" y="277"/>
                  </a:lnTo>
                  <a:lnTo>
                    <a:pt x="554" y="277"/>
                  </a:lnTo>
                  <a:lnTo>
                    <a:pt x="554" y="280"/>
                  </a:lnTo>
                  <a:lnTo>
                    <a:pt x="554" y="280"/>
                  </a:lnTo>
                  <a:lnTo>
                    <a:pt x="554" y="280"/>
                  </a:lnTo>
                  <a:lnTo>
                    <a:pt x="552" y="282"/>
                  </a:lnTo>
                  <a:lnTo>
                    <a:pt x="547" y="287"/>
                  </a:lnTo>
                  <a:lnTo>
                    <a:pt x="545" y="289"/>
                  </a:lnTo>
                  <a:lnTo>
                    <a:pt x="542" y="291"/>
                  </a:lnTo>
                  <a:lnTo>
                    <a:pt x="535" y="299"/>
                  </a:lnTo>
                  <a:lnTo>
                    <a:pt x="533" y="303"/>
                  </a:lnTo>
                  <a:lnTo>
                    <a:pt x="530" y="306"/>
                  </a:lnTo>
                  <a:lnTo>
                    <a:pt x="530" y="308"/>
                  </a:lnTo>
                  <a:lnTo>
                    <a:pt x="530" y="308"/>
                  </a:lnTo>
                  <a:lnTo>
                    <a:pt x="523" y="320"/>
                  </a:lnTo>
                  <a:lnTo>
                    <a:pt x="526" y="310"/>
                  </a:lnTo>
                  <a:lnTo>
                    <a:pt x="528" y="306"/>
                  </a:lnTo>
                  <a:lnTo>
                    <a:pt x="533" y="303"/>
                  </a:lnTo>
                  <a:lnTo>
                    <a:pt x="533" y="303"/>
                  </a:lnTo>
                  <a:lnTo>
                    <a:pt x="533" y="301"/>
                  </a:lnTo>
                  <a:lnTo>
                    <a:pt x="533" y="299"/>
                  </a:lnTo>
                  <a:lnTo>
                    <a:pt x="533" y="299"/>
                  </a:lnTo>
                  <a:lnTo>
                    <a:pt x="533" y="299"/>
                  </a:lnTo>
                  <a:lnTo>
                    <a:pt x="538" y="294"/>
                  </a:lnTo>
                  <a:lnTo>
                    <a:pt x="542" y="289"/>
                  </a:lnTo>
                  <a:lnTo>
                    <a:pt x="549" y="282"/>
                  </a:lnTo>
                  <a:lnTo>
                    <a:pt x="552" y="282"/>
                  </a:lnTo>
                  <a:lnTo>
                    <a:pt x="554" y="273"/>
                  </a:lnTo>
                  <a:lnTo>
                    <a:pt x="554" y="273"/>
                  </a:lnTo>
                  <a:lnTo>
                    <a:pt x="554" y="273"/>
                  </a:lnTo>
                  <a:lnTo>
                    <a:pt x="554" y="270"/>
                  </a:lnTo>
                  <a:lnTo>
                    <a:pt x="554" y="270"/>
                  </a:lnTo>
                  <a:lnTo>
                    <a:pt x="552" y="270"/>
                  </a:lnTo>
                  <a:lnTo>
                    <a:pt x="552" y="268"/>
                  </a:lnTo>
                  <a:lnTo>
                    <a:pt x="552" y="268"/>
                  </a:lnTo>
                  <a:lnTo>
                    <a:pt x="552" y="268"/>
                  </a:lnTo>
                  <a:lnTo>
                    <a:pt x="549" y="261"/>
                  </a:lnTo>
                  <a:lnTo>
                    <a:pt x="549" y="251"/>
                  </a:lnTo>
                  <a:lnTo>
                    <a:pt x="547" y="246"/>
                  </a:lnTo>
                  <a:lnTo>
                    <a:pt x="547" y="246"/>
                  </a:lnTo>
                  <a:lnTo>
                    <a:pt x="547" y="244"/>
                  </a:lnTo>
                  <a:lnTo>
                    <a:pt x="547" y="244"/>
                  </a:lnTo>
                  <a:lnTo>
                    <a:pt x="547" y="242"/>
                  </a:lnTo>
                  <a:lnTo>
                    <a:pt x="547" y="242"/>
                  </a:lnTo>
                  <a:lnTo>
                    <a:pt x="545" y="242"/>
                  </a:lnTo>
                  <a:lnTo>
                    <a:pt x="545" y="239"/>
                  </a:lnTo>
                  <a:lnTo>
                    <a:pt x="545" y="237"/>
                  </a:lnTo>
                  <a:lnTo>
                    <a:pt x="542" y="235"/>
                  </a:lnTo>
                  <a:lnTo>
                    <a:pt x="542" y="235"/>
                  </a:lnTo>
                  <a:lnTo>
                    <a:pt x="542" y="237"/>
                  </a:lnTo>
                  <a:lnTo>
                    <a:pt x="540" y="237"/>
                  </a:lnTo>
                  <a:lnTo>
                    <a:pt x="540" y="237"/>
                  </a:lnTo>
                  <a:lnTo>
                    <a:pt x="540" y="235"/>
                  </a:lnTo>
                  <a:lnTo>
                    <a:pt x="540" y="235"/>
                  </a:lnTo>
                  <a:lnTo>
                    <a:pt x="538" y="232"/>
                  </a:lnTo>
                  <a:lnTo>
                    <a:pt x="538" y="232"/>
                  </a:lnTo>
                  <a:lnTo>
                    <a:pt x="535" y="232"/>
                  </a:lnTo>
                  <a:lnTo>
                    <a:pt x="535" y="232"/>
                  </a:lnTo>
                  <a:lnTo>
                    <a:pt x="533" y="230"/>
                  </a:lnTo>
                  <a:lnTo>
                    <a:pt x="533" y="228"/>
                  </a:lnTo>
                  <a:lnTo>
                    <a:pt x="533" y="225"/>
                  </a:lnTo>
                  <a:lnTo>
                    <a:pt x="533" y="225"/>
                  </a:lnTo>
                  <a:lnTo>
                    <a:pt x="530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8" y="223"/>
                  </a:lnTo>
                  <a:lnTo>
                    <a:pt x="528" y="220"/>
                  </a:lnTo>
                  <a:lnTo>
                    <a:pt x="528" y="220"/>
                  </a:lnTo>
                  <a:lnTo>
                    <a:pt x="528" y="218"/>
                  </a:lnTo>
                  <a:lnTo>
                    <a:pt x="526" y="218"/>
                  </a:lnTo>
                  <a:lnTo>
                    <a:pt x="526" y="218"/>
                  </a:lnTo>
                  <a:lnTo>
                    <a:pt x="526" y="218"/>
                  </a:lnTo>
                  <a:lnTo>
                    <a:pt x="523" y="216"/>
                  </a:lnTo>
                  <a:lnTo>
                    <a:pt x="523" y="216"/>
                  </a:lnTo>
                  <a:lnTo>
                    <a:pt x="523" y="216"/>
                  </a:lnTo>
                  <a:lnTo>
                    <a:pt x="519" y="216"/>
                  </a:lnTo>
                  <a:lnTo>
                    <a:pt x="519" y="216"/>
                  </a:lnTo>
                  <a:lnTo>
                    <a:pt x="516" y="216"/>
                  </a:lnTo>
                  <a:lnTo>
                    <a:pt x="511" y="213"/>
                  </a:lnTo>
                  <a:lnTo>
                    <a:pt x="509" y="213"/>
                  </a:lnTo>
                  <a:lnTo>
                    <a:pt x="507" y="216"/>
                  </a:lnTo>
                  <a:lnTo>
                    <a:pt x="504" y="216"/>
                  </a:lnTo>
                  <a:lnTo>
                    <a:pt x="504" y="216"/>
                  </a:lnTo>
                  <a:lnTo>
                    <a:pt x="504" y="213"/>
                  </a:lnTo>
                  <a:lnTo>
                    <a:pt x="504" y="213"/>
                  </a:lnTo>
                  <a:lnTo>
                    <a:pt x="502" y="213"/>
                  </a:lnTo>
                  <a:lnTo>
                    <a:pt x="500" y="220"/>
                  </a:lnTo>
                  <a:lnTo>
                    <a:pt x="495" y="223"/>
                  </a:lnTo>
                  <a:lnTo>
                    <a:pt x="495" y="220"/>
                  </a:lnTo>
                  <a:lnTo>
                    <a:pt x="495" y="220"/>
                  </a:lnTo>
                  <a:lnTo>
                    <a:pt x="495" y="220"/>
                  </a:lnTo>
                  <a:lnTo>
                    <a:pt x="490" y="223"/>
                  </a:lnTo>
                  <a:lnTo>
                    <a:pt x="488" y="225"/>
                  </a:lnTo>
                  <a:lnTo>
                    <a:pt x="485" y="225"/>
                  </a:lnTo>
                  <a:lnTo>
                    <a:pt x="483" y="225"/>
                  </a:lnTo>
                  <a:lnTo>
                    <a:pt x="483" y="228"/>
                  </a:lnTo>
                  <a:lnTo>
                    <a:pt x="483" y="228"/>
                  </a:lnTo>
                  <a:lnTo>
                    <a:pt x="481" y="230"/>
                  </a:lnTo>
                  <a:lnTo>
                    <a:pt x="481" y="230"/>
                  </a:lnTo>
                  <a:lnTo>
                    <a:pt x="481" y="230"/>
                  </a:lnTo>
                  <a:lnTo>
                    <a:pt x="481" y="232"/>
                  </a:lnTo>
                  <a:lnTo>
                    <a:pt x="481" y="232"/>
                  </a:lnTo>
                  <a:lnTo>
                    <a:pt x="481" y="235"/>
                  </a:lnTo>
                  <a:lnTo>
                    <a:pt x="478" y="239"/>
                  </a:lnTo>
                  <a:lnTo>
                    <a:pt x="476" y="242"/>
                  </a:lnTo>
                  <a:lnTo>
                    <a:pt x="476" y="244"/>
                  </a:lnTo>
                  <a:lnTo>
                    <a:pt x="474" y="246"/>
                  </a:lnTo>
                  <a:lnTo>
                    <a:pt x="474" y="246"/>
                  </a:lnTo>
                  <a:lnTo>
                    <a:pt x="476" y="246"/>
                  </a:lnTo>
                  <a:lnTo>
                    <a:pt x="476" y="249"/>
                  </a:lnTo>
                  <a:lnTo>
                    <a:pt x="476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51"/>
                  </a:lnTo>
                  <a:lnTo>
                    <a:pt x="474" y="251"/>
                  </a:lnTo>
                  <a:lnTo>
                    <a:pt x="474" y="254"/>
                  </a:lnTo>
                  <a:lnTo>
                    <a:pt x="474" y="254"/>
                  </a:lnTo>
                  <a:lnTo>
                    <a:pt x="474" y="258"/>
                  </a:lnTo>
                  <a:lnTo>
                    <a:pt x="474" y="258"/>
                  </a:lnTo>
                  <a:lnTo>
                    <a:pt x="474" y="261"/>
                  </a:lnTo>
                  <a:lnTo>
                    <a:pt x="474" y="261"/>
                  </a:lnTo>
                  <a:lnTo>
                    <a:pt x="471" y="261"/>
                  </a:lnTo>
                  <a:lnTo>
                    <a:pt x="471" y="261"/>
                  </a:lnTo>
                  <a:lnTo>
                    <a:pt x="469" y="258"/>
                  </a:lnTo>
                  <a:lnTo>
                    <a:pt x="469" y="258"/>
                  </a:lnTo>
                  <a:lnTo>
                    <a:pt x="469" y="258"/>
                  </a:lnTo>
                  <a:lnTo>
                    <a:pt x="469" y="258"/>
                  </a:lnTo>
                  <a:lnTo>
                    <a:pt x="469" y="256"/>
                  </a:lnTo>
                  <a:lnTo>
                    <a:pt x="469" y="256"/>
                  </a:lnTo>
                  <a:lnTo>
                    <a:pt x="469" y="256"/>
                  </a:lnTo>
                  <a:lnTo>
                    <a:pt x="469" y="254"/>
                  </a:lnTo>
                  <a:lnTo>
                    <a:pt x="469" y="254"/>
                  </a:lnTo>
                  <a:lnTo>
                    <a:pt x="469" y="254"/>
                  </a:lnTo>
                  <a:lnTo>
                    <a:pt x="469" y="251"/>
                  </a:lnTo>
                  <a:lnTo>
                    <a:pt x="469" y="251"/>
                  </a:lnTo>
                  <a:lnTo>
                    <a:pt x="467" y="251"/>
                  </a:lnTo>
                  <a:lnTo>
                    <a:pt x="467" y="251"/>
                  </a:lnTo>
                  <a:lnTo>
                    <a:pt x="464" y="254"/>
                  </a:lnTo>
                  <a:lnTo>
                    <a:pt x="464" y="254"/>
                  </a:lnTo>
                  <a:lnTo>
                    <a:pt x="464" y="256"/>
                  </a:lnTo>
                  <a:lnTo>
                    <a:pt x="464" y="254"/>
                  </a:lnTo>
                  <a:lnTo>
                    <a:pt x="462" y="251"/>
                  </a:lnTo>
                  <a:lnTo>
                    <a:pt x="462" y="251"/>
                  </a:lnTo>
                  <a:lnTo>
                    <a:pt x="462" y="249"/>
                  </a:lnTo>
                  <a:lnTo>
                    <a:pt x="462" y="249"/>
                  </a:lnTo>
                  <a:lnTo>
                    <a:pt x="462" y="246"/>
                  </a:lnTo>
                  <a:lnTo>
                    <a:pt x="459" y="249"/>
                  </a:lnTo>
                  <a:lnTo>
                    <a:pt x="459" y="249"/>
                  </a:lnTo>
                  <a:lnTo>
                    <a:pt x="459" y="249"/>
                  </a:lnTo>
                  <a:lnTo>
                    <a:pt x="459" y="251"/>
                  </a:lnTo>
                  <a:lnTo>
                    <a:pt x="457" y="254"/>
                  </a:lnTo>
                  <a:lnTo>
                    <a:pt x="457" y="254"/>
                  </a:lnTo>
                  <a:lnTo>
                    <a:pt x="457" y="254"/>
                  </a:lnTo>
                  <a:lnTo>
                    <a:pt x="457" y="251"/>
                  </a:lnTo>
                  <a:lnTo>
                    <a:pt x="455" y="251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0" y="251"/>
                  </a:lnTo>
                  <a:lnTo>
                    <a:pt x="450" y="254"/>
                  </a:lnTo>
                  <a:lnTo>
                    <a:pt x="448" y="254"/>
                  </a:lnTo>
                  <a:lnTo>
                    <a:pt x="448" y="254"/>
                  </a:lnTo>
                  <a:lnTo>
                    <a:pt x="448" y="251"/>
                  </a:lnTo>
                  <a:lnTo>
                    <a:pt x="452" y="251"/>
                  </a:lnTo>
                  <a:lnTo>
                    <a:pt x="455" y="249"/>
                  </a:lnTo>
                  <a:lnTo>
                    <a:pt x="455" y="249"/>
                  </a:lnTo>
                  <a:lnTo>
                    <a:pt x="455" y="246"/>
                  </a:lnTo>
                  <a:lnTo>
                    <a:pt x="455" y="246"/>
                  </a:lnTo>
                  <a:lnTo>
                    <a:pt x="455" y="246"/>
                  </a:lnTo>
                  <a:lnTo>
                    <a:pt x="457" y="246"/>
                  </a:lnTo>
                  <a:lnTo>
                    <a:pt x="457" y="244"/>
                  </a:lnTo>
                  <a:lnTo>
                    <a:pt x="459" y="242"/>
                  </a:lnTo>
                  <a:lnTo>
                    <a:pt x="459" y="242"/>
                  </a:lnTo>
                  <a:lnTo>
                    <a:pt x="459" y="242"/>
                  </a:lnTo>
                  <a:lnTo>
                    <a:pt x="457" y="239"/>
                  </a:lnTo>
                  <a:lnTo>
                    <a:pt x="459" y="239"/>
                  </a:lnTo>
                  <a:lnTo>
                    <a:pt x="459" y="239"/>
                  </a:lnTo>
                  <a:lnTo>
                    <a:pt x="459" y="239"/>
                  </a:lnTo>
                  <a:lnTo>
                    <a:pt x="462" y="239"/>
                  </a:lnTo>
                  <a:lnTo>
                    <a:pt x="462" y="242"/>
                  </a:lnTo>
                  <a:lnTo>
                    <a:pt x="464" y="242"/>
                  </a:lnTo>
                  <a:lnTo>
                    <a:pt x="464" y="242"/>
                  </a:lnTo>
                  <a:lnTo>
                    <a:pt x="464" y="239"/>
                  </a:lnTo>
                  <a:lnTo>
                    <a:pt x="464" y="239"/>
                  </a:lnTo>
                  <a:lnTo>
                    <a:pt x="462" y="237"/>
                  </a:lnTo>
                  <a:lnTo>
                    <a:pt x="462" y="237"/>
                  </a:lnTo>
                  <a:lnTo>
                    <a:pt x="459" y="235"/>
                  </a:lnTo>
                  <a:lnTo>
                    <a:pt x="459" y="232"/>
                  </a:lnTo>
                  <a:lnTo>
                    <a:pt x="457" y="232"/>
                  </a:lnTo>
                  <a:lnTo>
                    <a:pt x="455" y="232"/>
                  </a:lnTo>
                  <a:lnTo>
                    <a:pt x="455" y="230"/>
                  </a:lnTo>
                  <a:lnTo>
                    <a:pt x="455" y="230"/>
                  </a:lnTo>
                  <a:lnTo>
                    <a:pt x="455" y="230"/>
                  </a:lnTo>
                  <a:lnTo>
                    <a:pt x="455" y="228"/>
                  </a:lnTo>
                  <a:lnTo>
                    <a:pt x="452" y="225"/>
                  </a:lnTo>
                  <a:lnTo>
                    <a:pt x="452" y="223"/>
                  </a:lnTo>
                  <a:lnTo>
                    <a:pt x="452" y="223"/>
                  </a:lnTo>
                  <a:lnTo>
                    <a:pt x="455" y="223"/>
                  </a:lnTo>
                  <a:lnTo>
                    <a:pt x="459" y="228"/>
                  </a:lnTo>
                  <a:lnTo>
                    <a:pt x="459" y="228"/>
                  </a:lnTo>
                  <a:lnTo>
                    <a:pt x="459" y="228"/>
                  </a:lnTo>
                  <a:lnTo>
                    <a:pt x="462" y="228"/>
                  </a:lnTo>
                  <a:lnTo>
                    <a:pt x="462" y="228"/>
                  </a:lnTo>
                  <a:lnTo>
                    <a:pt x="464" y="230"/>
                  </a:lnTo>
                  <a:lnTo>
                    <a:pt x="464" y="232"/>
                  </a:lnTo>
                  <a:lnTo>
                    <a:pt x="464" y="232"/>
                  </a:lnTo>
                  <a:lnTo>
                    <a:pt x="464" y="232"/>
                  </a:lnTo>
                  <a:lnTo>
                    <a:pt x="464" y="232"/>
                  </a:lnTo>
                  <a:lnTo>
                    <a:pt x="464" y="230"/>
                  </a:lnTo>
                  <a:lnTo>
                    <a:pt x="464" y="230"/>
                  </a:lnTo>
                  <a:lnTo>
                    <a:pt x="467" y="230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7" y="235"/>
                  </a:lnTo>
                  <a:lnTo>
                    <a:pt x="467" y="237"/>
                  </a:lnTo>
                  <a:lnTo>
                    <a:pt x="469" y="242"/>
                  </a:lnTo>
                  <a:lnTo>
                    <a:pt x="471" y="242"/>
                  </a:lnTo>
                  <a:lnTo>
                    <a:pt x="471" y="242"/>
                  </a:lnTo>
                  <a:lnTo>
                    <a:pt x="476" y="239"/>
                  </a:lnTo>
                  <a:lnTo>
                    <a:pt x="476" y="237"/>
                  </a:lnTo>
                  <a:lnTo>
                    <a:pt x="476" y="235"/>
                  </a:lnTo>
                  <a:lnTo>
                    <a:pt x="474" y="235"/>
                  </a:lnTo>
                  <a:lnTo>
                    <a:pt x="474" y="232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6" y="232"/>
                  </a:lnTo>
                  <a:lnTo>
                    <a:pt x="476" y="232"/>
                  </a:lnTo>
                  <a:lnTo>
                    <a:pt x="476" y="230"/>
                  </a:lnTo>
                  <a:lnTo>
                    <a:pt x="476" y="230"/>
                  </a:lnTo>
                  <a:lnTo>
                    <a:pt x="476" y="228"/>
                  </a:lnTo>
                  <a:lnTo>
                    <a:pt x="474" y="225"/>
                  </a:lnTo>
                  <a:lnTo>
                    <a:pt x="467" y="216"/>
                  </a:lnTo>
                  <a:lnTo>
                    <a:pt x="469" y="216"/>
                  </a:lnTo>
                  <a:lnTo>
                    <a:pt x="469" y="216"/>
                  </a:lnTo>
                  <a:lnTo>
                    <a:pt x="469" y="216"/>
                  </a:lnTo>
                  <a:lnTo>
                    <a:pt x="469" y="216"/>
                  </a:lnTo>
                  <a:lnTo>
                    <a:pt x="471" y="218"/>
                  </a:lnTo>
                  <a:lnTo>
                    <a:pt x="471" y="218"/>
                  </a:lnTo>
                  <a:lnTo>
                    <a:pt x="471" y="218"/>
                  </a:lnTo>
                  <a:lnTo>
                    <a:pt x="471" y="216"/>
                  </a:lnTo>
                  <a:lnTo>
                    <a:pt x="471" y="213"/>
                  </a:lnTo>
                  <a:lnTo>
                    <a:pt x="474" y="211"/>
                  </a:lnTo>
                  <a:lnTo>
                    <a:pt x="471" y="209"/>
                  </a:lnTo>
                  <a:lnTo>
                    <a:pt x="471" y="209"/>
                  </a:lnTo>
                  <a:lnTo>
                    <a:pt x="471" y="209"/>
                  </a:lnTo>
                  <a:lnTo>
                    <a:pt x="469" y="209"/>
                  </a:lnTo>
                  <a:lnTo>
                    <a:pt x="469" y="209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7" y="211"/>
                  </a:lnTo>
                  <a:lnTo>
                    <a:pt x="467" y="209"/>
                  </a:lnTo>
                  <a:lnTo>
                    <a:pt x="467" y="209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3"/>
                  </a:lnTo>
                  <a:lnTo>
                    <a:pt x="464" y="213"/>
                  </a:lnTo>
                  <a:lnTo>
                    <a:pt x="464" y="213"/>
                  </a:lnTo>
                  <a:lnTo>
                    <a:pt x="464" y="211"/>
                  </a:lnTo>
                  <a:lnTo>
                    <a:pt x="464" y="211"/>
                  </a:lnTo>
                  <a:lnTo>
                    <a:pt x="462" y="211"/>
                  </a:lnTo>
                  <a:lnTo>
                    <a:pt x="462" y="211"/>
                  </a:lnTo>
                  <a:lnTo>
                    <a:pt x="462" y="209"/>
                  </a:lnTo>
                  <a:lnTo>
                    <a:pt x="462" y="209"/>
                  </a:lnTo>
                  <a:lnTo>
                    <a:pt x="462" y="209"/>
                  </a:lnTo>
                  <a:lnTo>
                    <a:pt x="462" y="206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2"/>
                  </a:lnTo>
                  <a:lnTo>
                    <a:pt x="467" y="202"/>
                  </a:lnTo>
                  <a:lnTo>
                    <a:pt x="467" y="202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9" y="199"/>
                  </a:lnTo>
                  <a:lnTo>
                    <a:pt x="471" y="199"/>
                  </a:lnTo>
                  <a:lnTo>
                    <a:pt x="471" y="199"/>
                  </a:lnTo>
                  <a:lnTo>
                    <a:pt x="471" y="197"/>
                  </a:lnTo>
                  <a:lnTo>
                    <a:pt x="471" y="197"/>
                  </a:lnTo>
                  <a:lnTo>
                    <a:pt x="471" y="194"/>
                  </a:lnTo>
                  <a:lnTo>
                    <a:pt x="471" y="194"/>
                  </a:lnTo>
                  <a:lnTo>
                    <a:pt x="469" y="194"/>
                  </a:lnTo>
                  <a:lnTo>
                    <a:pt x="469" y="194"/>
                  </a:lnTo>
                  <a:lnTo>
                    <a:pt x="469" y="192"/>
                  </a:lnTo>
                  <a:lnTo>
                    <a:pt x="469" y="192"/>
                  </a:lnTo>
                  <a:lnTo>
                    <a:pt x="469" y="192"/>
                  </a:lnTo>
                  <a:lnTo>
                    <a:pt x="467" y="190"/>
                  </a:lnTo>
                  <a:lnTo>
                    <a:pt x="467" y="190"/>
                  </a:lnTo>
                  <a:lnTo>
                    <a:pt x="467" y="190"/>
                  </a:lnTo>
                  <a:lnTo>
                    <a:pt x="464" y="192"/>
                  </a:lnTo>
                  <a:lnTo>
                    <a:pt x="464" y="192"/>
                  </a:lnTo>
                  <a:lnTo>
                    <a:pt x="462" y="192"/>
                  </a:lnTo>
                  <a:lnTo>
                    <a:pt x="464" y="192"/>
                  </a:lnTo>
                  <a:lnTo>
                    <a:pt x="462" y="190"/>
                  </a:lnTo>
                  <a:lnTo>
                    <a:pt x="459" y="190"/>
                  </a:lnTo>
                  <a:lnTo>
                    <a:pt x="459" y="190"/>
                  </a:lnTo>
                  <a:lnTo>
                    <a:pt x="457" y="190"/>
                  </a:lnTo>
                  <a:lnTo>
                    <a:pt x="457" y="194"/>
                  </a:lnTo>
                  <a:lnTo>
                    <a:pt x="455" y="194"/>
                  </a:lnTo>
                  <a:lnTo>
                    <a:pt x="455" y="194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9"/>
                  </a:lnTo>
                  <a:lnTo>
                    <a:pt x="448" y="199"/>
                  </a:lnTo>
                  <a:lnTo>
                    <a:pt x="448" y="199"/>
                  </a:lnTo>
                  <a:lnTo>
                    <a:pt x="448" y="199"/>
                  </a:lnTo>
                  <a:lnTo>
                    <a:pt x="445" y="199"/>
                  </a:lnTo>
                  <a:lnTo>
                    <a:pt x="445" y="197"/>
                  </a:lnTo>
                  <a:lnTo>
                    <a:pt x="450" y="194"/>
                  </a:lnTo>
                  <a:lnTo>
                    <a:pt x="450" y="192"/>
                  </a:lnTo>
                  <a:lnTo>
                    <a:pt x="450" y="192"/>
                  </a:lnTo>
                  <a:lnTo>
                    <a:pt x="450" y="192"/>
                  </a:lnTo>
                  <a:lnTo>
                    <a:pt x="448" y="192"/>
                  </a:lnTo>
                  <a:lnTo>
                    <a:pt x="448" y="192"/>
                  </a:lnTo>
                  <a:lnTo>
                    <a:pt x="448" y="190"/>
                  </a:lnTo>
                  <a:lnTo>
                    <a:pt x="448" y="190"/>
                  </a:lnTo>
                  <a:lnTo>
                    <a:pt x="448" y="190"/>
                  </a:lnTo>
                  <a:lnTo>
                    <a:pt x="448" y="190"/>
                  </a:lnTo>
                  <a:lnTo>
                    <a:pt x="445" y="187"/>
                  </a:lnTo>
                  <a:lnTo>
                    <a:pt x="445" y="187"/>
                  </a:lnTo>
                  <a:lnTo>
                    <a:pt x="445" y="187"/>
                  </a:lnTo>
                  <a:lnTo>
                    <a:pt x="445" y="187"/>
                  </a:lnTo>
                  <a:lnTo>
                    <a:pt x="443" y="187"/>
                  </a:lnTo>
                  <a:lnTo>
                    <a:pt x="443" y="185"/>
                  </a:lnTo>
                  <a:lnTo>
                    <a:pt x="443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3"/>
                  </a:lnTo>
                  <a:lnTo>
                    <a:pt x="441" y="178"/>
                  </a:lnTo>
                  <a:lnTo>
                    <a:pt x="441" y="175"/>
                  </a:lnTo>
                  <a:lnTo>
                    <a:pt x="443" y="175"/>
                  </a:lnTo>
                  <a:lnTo>
                    <a:pt x="443" y="173"/>
                  </a:lnTo>
                  <a:lnTo>
                    <a:pt x="443" y="173"/>
                  </a:lnTo>
                  <a:lnTo>
                    <a:pt x="445" y="171"/>
                  </a:lnTo>
                  <a:lnTo>
                    <a:pt x="443" y="168"/>
                  </a:lnTo>
                  <a:lnTo>
                    <a:pt x="443" y="166"/>
                  </a:lnTo>
                  <a:lnTo>
                    <a:pt x="443" y="166"/>
                  </a:lnTo>
                  <a:lnTo>
                    <a:pt x="441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6" y="166"/>
                  </a:lnTo>
                  <a:lnTo>
                    <a:pt x="436" y="166"/>
                  </a:lnTo>
                  <a:lnTo>
                    <a:pt x="436" y="166"/>
                  </a:lnTo>
                  <a:lnTo>
                    <a:pt x="436" y="164"/>
                  </a:lnTo>
                  <a:lnTo>
                    <a:pt x="438" y="161"/>
                  </a:lnTo>
                  <a:lnTo>
                    <a:pt x="438" y="159"/>
                  </a:lnTo>
                  <a:lnTo>
                    <a:pt x="438" y="159"/>
                  </a:lnTo>
                  <a:lnTo>
                    <a:pt x="438" y="159"/>
                  </a:lnTo>
                  <a:lnTo>
                    <a:pt x="436" y="159"/>
                  </a:lnTo>
                  <a:lnTo>
                    <a:pt x="436" y="159"/>
                  </a:lnTo>
                  <a:lnTo>
                    <a:pt x="436" y="159"/>
                  </a:lnTo>
                  <a:lnTo>
                    <a:pt x="436" y="159"/>
                  </a:lnTo>
                  <a:lnTo>
                    <a:pt x="433" y="157"/>
                  </a:lnTo>
                  <a:lnTo>
                    <a:pt x="433" y="157"/>
                  </a:lnTo>
                  <a:lnTo>
                    <a:pt x="433" y="157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3" y="152"/>
                  </a:lnTo>
                  <a:lnTo>
                    <a:pt x="433" y="152"/>
                  </a:lnTo>
                  <a:lnTo>
                    <a:pt x="431" y="149"/>
                  </a:lnTo>
                  <a:lnTo>
                    <a:pt x="426" y="152"/>
                  </a:lnTo>
                  <a:lnTo>
                    <a:pt x="424" y="149"/>
                  </a:lnTo>
                  <a:lnTo>
                    <a:pt x="424" y="149"/>
                  </a:lnTo>
                  <a:lnTo>
                    <a:pt x="424" y="149"/>
                  </a:lnTo>
                  <a:lnTo>
                    <a:pt x="424" y="147"/>
                  </a:lnTo>
                  <a:lnTo>
                    <a:pt x="424" y="145"/>
                  </a:lnTo>
                  <a:lnTo>
                    <a:pt x="422" y="145"/>
                  </a:lnTo>
                  <a:lnTo>
                    <a:pt x="422" y="145"/>
                  </a:lnTo>
                  <a:lnTo>
                    <a:pt x="417" y="147"/>
                  </a:lnTo>
                  <a:lnTo>
                    <a:pt x="414" y="149"/>
                  </a:lnTo>
                  <a:lnTo>
                    <a:pt x="410" y="152"/>
                  </a:lnTo>
                  <a:lnTo>
                    <a:pt x="407" y="154"/>
                  </a:lnTo>
                  <a:lnTo>
                    <a:pt x="405" y="154"/>
                  </a:lnTo>
                  <a:lnTo>
                    <a:pt x="403" y="152"/>
                  </a:lnTo>
                  <a:lnTo>
                    <a:pt x="403" y="152"/>
                  </a:lnTo>
                  <a:lnTo>
                    <a:pt x="398" y="154"/>
                  </a:lnTo>
                  <a:lnTo>
                    <a:pt x="398" y="154"/>
                  </a:lnTo>
                  <a:lnTo>
                    <a:pt x="396" y="154"/>
                  </a:lnTo>
                  <a:lnTo>
                    <a:pt x="396" y="154"/>
                  </a:lnTo>
                  <a:lnTo>
                    <a:pt x="393" y="157"/>
                  </a:lnTo>
                  <a:lnTo>
                    <a:pt x="391" y="159"/>
                  </a:lnTo>
                  <a:lnTo>
                    <a:pt x="388" y="159"/>
                  </a:lnTo>
                  <a:lnTo>
                    <a:pt x="381" y="159"/>
                  </a:lnTo>
                  <a:lnTo>
                    <a:pt x="379" y="159"/>
                  </a:lnTo>
                  <a:lnTo>
                    <a:pt x="377" y="159"/>
                  </a:lnTo>
                  <a:lnTo>
                    <a:pt x="374" y="159"/>
                  </a:lnTo>
                  <a:lnTo>
                    <a:pt x="372" y="159"/>
                  </a:lnTo>
                  <a:lnTo>
                    <a:pt x="370" y="159"/>
                  </a:lnTo>
                  <a:lnTo>
                    <a:pt x="365" y="159"/>
                  </a:lnTo>
                  <a:lnTo>
                    <a:pt x="367" y="159"/>
                  </a:lnTo>
                  <a:lnTo>
                    <a:pt x="384" y="157"/>
                  </a:lnTo>
                  <a:lnTo>
                    <a:pt x="384" y="159"/>
                  </a:lnTo>
                  <a:lnTo>
                    <a:pt x="386" y="159"/>
                  </a:lnTo>
                  <a:lnTo>
                    <a:pt x="386" y="159"/>
                  </a:lnTo>
                  <a:lnTo>
                    <a:pt x="396" y="152"/>
                  </a:lnTo>
                  <a:lnTo>
                    <a:pt x="398" y="152"/>
                  </a:lnTo>
                  <a:lnTo>
                    <a:pt x="396" y="152"/>
                  </a:lnTo>
                  <a:lnTo>
                    <a:pt x="396" y="152"/>
                  </a:lnTo>
                  <a:lnTo>
                    <a:pt x="396" y="152"/>
                  </a:lnTo>
                  <a:lnTo>
                    <a:pt x="398" y="149"/>
                  </a:lnTo>
                  <a:lnTo>
                    <a:pt x="414" y="145"/>
                  </a:lnTo>
                  <a:lnTo>
                    <a:pt x="417" y="145"/>
                  </a:lnTo>
                  <a:lnTo>
                    <a:pt x="419" y="145"/>
                  </a:lnTo>
                  <a:lnTo>
                    <a:pt x="419" y="142"/>
                  </a:lnTo>
                  <a:lnTo>
                    <a:pt x="419" y="142"/>
                  </a:lnTo>
                  <a:lnTo>
                    <a:pt x="417" y="142"/>
                  </a:lnTo>
                  <a:lnTo>
                    <a:pt x="414" y="142"/>
                  </a:lnTo>
                  <a:lnTo>
                    <a:pt x="414" y="140"/>
                  </a:lnTo>
                  <a:lnTo>
                    <a:pt x="414" y="138"/>
                  </a:lnTo>
                  <a:lnTo>
                    <a:pt x="414" y="138"/>
                  </a:lnTo>
                  <a:lnTo>
                    <a:pt x="417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22" y="135"/>
                  </a:lnTo>
                  <a:lnTo>
                    <a:pt x="422" y="135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2" y="130"/>
                  </a:lnTo>
                  <a:lnTo>
                    <a:pt x="422" y="130"/>
                  </a:lnTo>
                  <a:lnTo>
                    <a:pt x="419" y="128"/>
                  </a:lnTo>
                  <a:lnTo>
                    <a:pt x="419" y="126"/>
                  </a:lnTo>
                  <a:lnTo>
                    <a:pt x="419" y="126"/>
                  </a:lnTo>
                  <a:lnTo>
                    <a:pt x="419" y="126"/>
                  </a:lnTo>
                  <a:lnTo>
                    <a:pt x="417" y="126"/>
                  </a:lnTo>
                  <a:lnTo>
                    <a:pt x="417" y="126"/>
                  </a:lnTo>
                  <a:lnTo>
                    <a:pt x="417" y="123"/>
                  </a:lnTo>
                  <a:lnTo>
                    <a:pt x="417" y="121"/>
                  </a:lnTo>
                  <a:lnTo>
                    <a:pt x="417" y="121"/>
                  </a:lnTo>
                  <a:lnTo>
                    <a:pt x="414" y="121"/>
                  </a:lnTo>
                  <a:lnTo>
                    <a:pt x="414" y="121"/>
                  </a:lnTo>
                  <a:lnTo>
                    <a:pt x="414" y="119"/>
                  </a:lnTo>
                  <a:lnTo>
                    <a:pt x="410" y="119"/>
                  </a:lnTo>
                  <a:lnTo>
                    <a:pt x="410" y="116"/>
                  </a:lnTo>
                  <a:lnTo>
                    <a:pt x="410" y="119"/>
                  </a:lnTo>
                  <a:lnTo>
                    <a:pt x="407" y="119"/>
                  </a:lnTo>
                  <a:lnTo>
                    <a:pt x="407" y="116"/>
                  </a:lnTo>
                  <a:lnTo>
                    <a:pt x="407" y="116"/>
                  </a:lnTo>
                  <a:lnTo>
                    <a:pt x="407" y="116"/>
                  </a:lnTo>
                  <a:lnTo>
                    <a:pt x="407" y="114"/>
                  </a:lnTo>
                  <a:lnTo>
                    <a:pt x="407" y="112"/>
                  </a:lnTo>
                  <a:lnTo>
                    <a:pt x="407" y="112"/>
                  </a:lnTo>
                  <a:lnTo>
                    <a:pt x="407" y="112"/>
                  </a:lnTo>
                  <a:lnTo>
                    <a:pt x="405" y="109"/>
                  </a:lnTo>
                  <a:lnTo>
                    <a:pt x="405" y="109"/>
                  </a:lnTo>
                  <a:lnTo>
                    <a:pt x="403" y="109"/>
                  </a:lnTo>
                  <a:lnTo>
                    <a:pt x="403" y="109"/>
                  </a:lnTo>
                  <a:lnTo>
                    <a:pt x="403" y="107"/>
                  </a:lnTo>
                  <a:lnTo>
                    <a:pt x="403" y="107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400" y="102"/>
                  </a:lnTo>
                  <a:lnTo>
                    <a:pt x="398" y="102"/>
                  </a:lnTo>
                  <a:lnTo>
                    <a:pt x="396" y="100"/>
                  </a:lnTo>
                  <a:lnTo>
                    <a:pt x="398" y="100"/>
                  </a:lnTo>
                  <a:lnTo>
                    <a:pt x="400" y="95"/>
                  </a:lnTo>
                  <a:lnTo>
                    <a:pt x="403" y="95"/>
                  </a:lnTo>
                  <a:lnTo>
                    <a:pt x="400" y="93"/>
                  </a:lnTo>
                  <a:lnTo>
                    <a:pt x="400" y="93"/>
                  </a:lnTo>
                  <a:lnTo>
                    <a:pt x="400" y="93"/>
                  </a:lnTo>
                  <a:lnTo>
                    <a:pt x="398" y="93"/>
                  </a:lnTo>
                  <a:lnTo>
                    <a:pt x="398" y="90"/>
                  </a:lnTo>
                  <a:lnTo>
                    <a:pt x="398" y="88"/>
                  </a:lnTo>
                  <a:lnTo>
                    <a:pt x="398" y="88"/>
                  </a:lnTo>
                  <a:lnTo>
                    <a:pt x="396" y="86"/>
                  </a:lnTo>
                  <a:lnTo>
                    <a:pt x="396" y="86"/>
                  </a:lnTo>
                  <a:lnTo>
                    <a:pt x="396" y="86"/>
                  </a:lnTo>
                  <a:lnTo>
                    <a:pt x="396" y="83"/>
                  </a:lnTo>
                  <a:lnTo>
                    <a:pt x="396" y="83"/>
                  </a:lnTo>
                  <a:lnTo>
                    <a:pt x="398" y="83"/>
                  </a:lnTo>
                  <a:lnTo>
                    <a:pt x="398" y="78"/>
                  </a:lnTo>
                  <a:lnTo>
                    <a:pt x="398" y="78"/>
                  </a:lnTo>
                  <a:lnTo>
                    <a:pt x="400" y="76"/>
                  </a:lnTo>
                  <a:lnTo>
                    <a:pt x="403" y="74"/>
                  </a:lnTo>
                  <a:lnTo>
                    <a:pt x="403" y="71"/>
                  </a:lnTo>
                  <a:lnTo>
                    <a:pt x="403" y="71"/>
                  </a:lnTo>
                  <a:lnTo>
                    <a:pt x="403" y="69"/>
                  </a:lnTo>
                  <a:lnTo>
                    <a:pt x="403" y="67"/>
                  </a:lnTo>
                  <a:lnTo>
                    <a:pt x="400" y="67"/>
                  </a:lnTo>
                  <a:lnTo>
                    <a:pt x="400" y="64"/>
                  </a:lnTo>
                  <a:lnTo>
                    <a:pt x="400" y="64"/>
                  </a:lnTo>
                  <a:lnTo>
                    <a:pt x="400" y="62"/>
                  </a:lnTo>
                  <a:lnTo>
                    <a:pt x="400" y="59"/>
                  </a:lnTo>
                  <a:lnTo>
                    <a:pt x="398" y="62"/>
                  </a:lnTo>
                  <a:lnTo>
                    <a:pt x="398" y="62"/>
                  </a:lnTo>
                  <a:lnTo>
                    <a:pt x="396" y="59"/>
                  </a:lnTo>
                  <a:lnTo>
                    <a:pt x="396" y="57"/>
                  </a:lnTo>
                  <a:lnTo>
                    <a:pt x="393" y="57"/>
                  </a:lnTo>
                  <a:lnTo>
                    <a:pt x="393" y="57"/>
                  </a:lnTo>
                  <a:lnTo>
                    <a:pt x="393" y="55"/>
                  </a:lnTo>
                  <a:lnTo>
                    <a:pt x="388" y="52"/>
                  </a:lnTo>
                  <a:lnTo>
                    <a:pt x="388" y="50"/>
                  </a:lnTo>
                  <a:lnTo>
                    <a:pt x="386" y="50"/>
                  </a:lnTo>
                  <a:lnTo>
                    <a:pt x="386" y="50"/>
                  </a:lnTo>
                  <a:lnTo>
                    <a:pt x="384" y="50"/>
                  </a:lnTo>
                  <a:lnTo>
                    <a:pt x="384" y="50"/>
                  </a:lnTo>
                  <a:lnTo>
                    <a:pt x="384" y="52"/>
                  </a:lnTo>
                  <a:lnTo>
                    <a:pt x="384" y="52"/>
                  </a:lnTo>
                  <a:lnTo>
                    <a:pt x="381" y="52"/>
                  </a:lnTo>
                  <a:lnTo>
                    <a:pt x="384" y="55"/>
                  </a:lnTo>
                  <a:lnTo>
                    <a:pt x="384" y="55"/>
                  </a:lnTo>
                  <a:lnTo>
                    <a:pt x="384" y="55"/>
                  </a:lnTo>
                  <a:lnTo>
                    <a:pt x="384" y="57"/>
                  </a:lnTo>
                  <a:lnTo>
                    <a:pt x="384" y="57"/>
                  </a:lnTo>
                  <a:lnTo>
                    <a:pt x="384" y="57"/>
                  </a:lnTo>
                  <a:lnTo>
                    <a:pt x="384" y="59"/>
                  </a:lnTo>
                  <a:lnTo>
                    <a:pt x="384" y="62"/>
                  </a:lnTo>
                  <a:lnTo>
                    <a:pt x="384" y="62"/>
                  </a:lnTo>
                  <a:lnTo>
                    <a:pt x="386" y="62"/>
                  </a:lnTo>
                  <a:lnTo>
                    <a:pt x="386" y="64"/>
                  </a:lnTo>
                  <a:lnTo>
                    <a:pt x="388" y="64"/>
                  </a:lnTo>
                  <a:lnTo>
                    <a:pt x="388" y="67"/>
                  </a:lnTo>
                  <a:lnTo>
                    <a:pt x="388" y="69"/>
                  </a:lnTo>
                  <a:lnTo>
                    <a:pt x="388" y="69"/>
                  </a:lnTo>
                  <a:lnTo>
                    <a:pt x="386" y="69"/>
                  </a:lnTo>
                  <a:lnTo>
                    <a:pt x="384" y="67"/>
                  </a:lnTo>
                  <a:lnTo>
                    <a:pt x="384" y="67"/>
                  </a:lnTo>
                  <a:lnTo>
                    <a:pt x="381" y="69"/>
                  </a:lnTo>
                  <a:lnTo>
                    <a:pt x="381" y="71"/>
                  </a:lnTo>
                  <a:lnTo>
                    <a:pt x="381" y="74"/>
                  </a:lnTo>
                  <a:lnTo>
                    <a:pt x="381" y="74"/>
                  </a:lnTo>
                  <a:lnTo>
                    <a:pt x="379" y="76"/>
                  </a:lnTo>
                  <a:lnTo>
                    <a:pt x="379" y="76"/>
                  </a:lnTo>
                  <a:lnTo>
                    <a:pt x="381" y="76"/>
                  </a:lnTo>
                  <a:lnTo>
                    <a:pt x="381" y="76"/>
                  </a:lnTo>
                  <a:lnTo>
                    <a:pt x="381" y="74"/>
                  </a:lnTo>
                  <a:lnTo>
                    <a:pt x="384" y="74"/>
                  </a:lnTo>
                  <a:lnTo>
                    <a:pt x="384" y="76"/>
                  </a:lnTo>
                  <a:lnTo>
                    <a:pt x="381" y="76"/>
                  </a:lnTo>
                  <a:lnTo>
                    <a:pt x="381" y="78"/>
                  </a:lnTo>
                  <a:lnTo>
                    <a:pt x="381" y="78"/>
                  </a:lnTo>
                  <a:lnTo>
                    <a:pt x="381" y="78"/>
                  </a:lnTo>
                  <a:lnTo>
                    <a:pt x="379" y="78"/>
                  </a:lnTo>
                  <a:lnTo>
                    <a:pt x="379" y="78"/>
                  </a:lnTo>
                  <a:lnTo>
                    <a:pt x="379" y="76"/>
                  </a:lnTo>
                  <a:lnTo>
                    <a:pt x="377" y="76"/>
                  </a:lnTo>
                  <a:lnTo>
                    <a:pt x="377" y="76"/>
                  </a:lnTo>
                  <a:lnTo>
                    <a:pt x="377" y="78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4" y="76"/>
                  </a:lnTo>
                  <a:lnTo>
                    <a:pt x="372" y="76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2" y="76"/>
                  </a:lnTo>
                  <a:lnTo>
                    <a:pt x="372" y="74"/>
                  </a:lnTo>
                  <a:lnTo>
                    <a:pt x="372" y="74"/>
                  </a:lnTo>
                  <a:lnTo>
                    <a:pt x="372" y="74"/>
                  </a:lnTo>
                  <a:lnTo>
                    <a:pt x="370" y="74"/>
                  </a:lnTo>
                  <a:lnTo>
                    <a:pt x="370" y="74"/>
                  </a:lnTo>
                  <a:lnTo>
                    <a:pt x="370" y="74"/>
                  </a:lnTo>
                  <a:lnTo>
                    <a:pt x="370" y="71"/>
                  </a:lnTo>
                  <a:lnTo>
                    <a:pt x="370" y="71"/>
                  </a:lnTo>
                  <a:lnTo>
                    <a:pt x="370" y="71"/>
                  </a:lnTo>
                  <a:lnTo>
                    <a:pt x="370" y="71"/>
                  </a:lnTo>
                  <a:lnTo>
                    <a:pt x="370" y="69"/>
                  </a:lnTo>
                  <a:lnTo>
                    <a:pt x="370" y="69"/>
                  </a:lnTo>
                  <a:lnTo>
                    <a:pt x="370" y="69"/>
                  </a:lnTo>
                  <a:lnTo>
                    <a:pt x="370" y="69"/>
                  </a:lnTo>
                  <a:lnTo>
                    <a:pt x="367" y="69"/>
                  </a:lnTo>
                  <a:lnTo>
                    <a:pt x="367" y="69"/>
                  </a:lnTo>
                  <a:lnTo>
                    <a:pt x="367" y="67"/>
                  </a:lnTo>
                  <a:lnTo>
                    <a:pt x="367" y="67"/>
                  </a:lnTo>
                  <a:lnTo>
                    <a:pt x="367" y="64"/>
                  </a:lnTo>
                  <a:lnTo>
                    <a:pt x="367" y="64"/>
                  </a:lnTo>
                  <a:lnTo>
                    <a:pt x="365" y="67"/>
                  </a:lnTo>
                  <a:lnTo>
                    <a:pt x="365" y="67"/>
                  </a:lnTo>
                  <a:lnTo>
                    <a:pt x="365" y="67"/>
                  </a:lnTo>
                  <a:lnTo>
                    <a:pt x="365" y="64"/>
                  </a:lnTo>
                  <a:lnTo>
                    <a:pt x="365" y="64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62" y="62"/>
                  </a:lnTo>
                  <a:lnTo>
                    <a:pt x="362" y="62"/>
                  </a:lnTo>
                  <a:lnTo>
                    <a:pt x="362" y="62"/>
                  </a:lnTo>
                  <a:lnTo>
                    <a:pt x="362" y="59"/>
                  </a:lnTo>
                  <a:lnTo>
                    <a:pt x="362" y="59"/>
                  </a:lnTo>
                  <a:lnTo>
                    <a:pt x="360" y="59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58" y="62"/>
                  </a:lnTo>
                  <a:lnTo>
                    <a:pt x="358" y="62"/>
                  </a:lnTo>
                  <a:lnTo>
                    <a:pt x="358" y="62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353" y="62"/>
                  </a:lnTo>
                  <a:lnTo>
                    <a:pt x="355" y="64"/>
                  </a:lnTo>
                  <a:lnTo>
                    <a:pt x="355" y="64"/>
                  </a:lnTo>
                  <a:lnTo>
                    <a:pt x="353" y="64"/>
                  </a:lnTo>
                  <a:lnTo>
                    <a:pt x="353" y="64"/>
                  </a:lnTo>
                  <a:lnTo>
                    <a:pt x="351" y="64"/>
                  </a:lnTo>
                  <a:lnTo>
                    <a:pt x="351" y="64"/>
                  </a:lnTo>
                  <a:lnTo>
                    <a:pt x="351" y="64"/>
                  </a:lnTo>
                  <a:lnTo>
                    <a:pt x="353" y="67"/>
                  </a:lnTo>
                  <a:lnTo>
                    <a:pt x="353" y="67"/>
                  </a:lnTo>
                  <a:lnTo>
                    <a:pt x="353" y="67"/>
                  </a:lnTo>
                  <a:lnTo>
                    <a:pt x="353" y="67"/>
                  </a:lnTo>
                  <a:lnTo>
                    <a:pt x="351" y="67"/>
                  </a:lnTo>
                  <a:lnTo>
                    <a:pt x="351" y="67"/>
                  </a:lnTo>
                  <a:lnTo>
                    <a:pt x="351" y="69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1" y="69"/>
                  </a:lnTo>
                  <a:lnTo>
                    <a:pt x="351" y="69"/>
                  </a:lnTo>
                  <a:lnTo>
                    <a:pt x="351" y="69"/>
                  </a:lnTo>
                  <a:lnTo>
                    <a:pt x="351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71"/>
                  </a:lnTo>
                  <a:lnTo>
                    <a:pt x="346" y="71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8" y="74"/>
                  </a:lnTo>
                  <a:lnTo>
                    <a:pt x="348" y="74"/>
                  </a:lnTo>
                  <a:lnTo>
                    <a:pt x="346" y="71"/>
                  </a:lnTo>
                  <a:lnTo>
                    <a:pt x="343" y="74"/>
                  </a:lnTo>
                  <a:lnTo>
                    <a:pt x="343" y="74"/>
                  </a:lnTo>
                  <a:lnTo>
                    <a:pt x="343" y="71"/>
                  </a:lnTo>
                  <a:lnTo>
                    <a:pt x="343" y="71"/>
                  </a:lnTo>
                  <a:lnTo>
                    <a:pt x="343" y="71"/>
                  </a:lnTo>
                  <a:lnTo>
                    <a:pt x="339" y="7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39" y="71"/>
                  </a:lnTo>
                  <a:lnTo>
                    <a:pt x="339" y="71"/>
                  </a:lnTo>
                  <a:lnTo>
                    <a:pt x="339" y="74"/>
                  </a:lnTo>
                  <a:lnTo>
                    <a:pt x="339" y="74"/>
                  </a:lnTo>
                  <a:lnTo>
                    <a:pt x="339" y="74"/>
                  </a:lnTo>
                  <a:lnTo>
                    <a:pt x="336" y="74"/>
                  </a:lnTo>
                  <a:lnTo>
                    <a:pt x="336" y="74"/>
                  </a:lnTo>
                  <a:lnTo>
                    <a:pt x="336" y="74"/>
                  </a:lnTo>
                  <a:lnTo>
                    <a:pt x="336" y="74"/>
                  </a:lnTo>
                  <a:lnTo>
                    <a:pt x="334" y="74"/>
                  </a:lnTo>
                  <a:lnTo>
                    <a:pt x="332" y="74"/>
                  </a:lnTo>
                  <a:lnTo>
                    <a:pt x="332" y="74"/>
                  </a:lnTo>
                  <a:lnTo>
                    <a:pt x="329" y="71"/>
                  </a:lnTo>
                  <a:lnTo>
                    <a:pt x="329" y="71"/>
                  </a:lnTo>
                  <a:lnTo>
                    <a:pt x="325" y="71"/>
                  </a:lnTo>
                  <a:lnTo>
                    <a:pt x="322" y="71"/>
                  </a:lnTo>
                  <a:lnTo>
                    <a:pt x="322" y="74"/>
                  </a:lnTo>
                  <a:lnTo>
                    <a:pt x="322" y="74"/>
                  </a:lnTo>
                  <a:lnTo>
                    <a:pt x="320" y="74"/>
                  </a:lnTo>
                  <a:lnTo>
                    <a:pt x="320" y="74"/>
                  </a:lnTo>
                  <a:lnTo>
                    <a:pt x="320" y="74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1"/>
                  </a:lnTo>
                  <a:lnTo>
                    <a:pt x="315" y="71"/>
                  </a:lnTo>
                  <a:lnTo>
                    <a:pt x="315" y="74"/>
                  </a:lnTo>
                  <a:lnTo>
                    <a:pt x="310" y="76"/>
                  </a:lnTo>
                  <a:lnTo>
                    <a:pt x="313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6" y="71"/>
                  </a:lnTo>
                  <a:lnTo>
                    <a:pt x="303" y="71"/>
                  </a:lnTo>
                  <a:lnTo>
                    <a:pt x="303" y="71"/>
                  </a:lnTo>
                  <a:lnTo>
                    <a:pt x="301" y="71"/>
                  </a:lnTo>
                  <a:lnTo>
                    <a:pt x="301" y="74"/>
                  </a:lnTo>
                  <a:lnTo>
                    <a:pt x="303" y="74"/>
                  </a:lnTo>
                  <a:lnTo>
                    <a:pt x="303" y="76"/>
                  </a:lnTo>
                  <a:lnTo>
                    <a:pt x="306" y="76"/>
                  </a:lnTo>
                  <a:lnTo>
                    <a:pt x="303" y="76"/>
                  </a:lnTo>
                  <a:lnTo>
                    <a:pt x="303" y="76"/>
                  </a:lnTo>
                  <a:lnTo>
                    <a:pt x="303" y="78"/>
                  </a:lnTo>
                  <a:lnTo>
                    <a:pt x="303" y="78"/>
                  </a:lnTo>
                  <a:lnTo>
                    <a:pt x="301" y="78"/>
                  </a:lnTo>
                  <a:lnTo>
                    <a:pt x="301" y="76"/>
                  </a:lnTo>
                  <a:lnTo>
                    <a:pt x="301" y="74"/>
                  </a:lnTo>
                  <a:lnTo>
                    <a:pt x="301" y="74"/>
                  </a:lnTo>
                  <a:lnTo>
                    <a:pt x="301" y="74"/>
                  </a:lnTo>
                  <a:lnTo>
                    <a:pt x="301" y="74"/>
                  </a:lnTo>
                  <a:lnTo>
                    <a:pt x="299" y="71"/>
                  </a:lnTo>
                  <a:lnTo>
                    <a:pt x="299" y="74"/>
                  </a:lnTo>
                  <a:lnTo>
                    <a:pt x="299" y="74"/>
                  </a:lnTo>
                  <a:lnTo>
                    <a:pt x="299" y="76"/>
                  </a:lnTo>
                  <a:lnTo>
                    <a:pt x="299" y="74"/>
                  </a:lnTo>
                  <a:lnTo>
                    <a:pt x="299" y="71"/>
                  </a:lnTo>
                  <a:lnTo>
                    <a:pt x="299" y="69"/>
                  </a:lnTo>
                  <a:lnTo>
                    <a:pt x="294" y="69"/>
                  </a:lnTo>
                  <a:lnTo>
                    <a:pt x="291" y="69"/>
                  </a:lnTo>
                  <a:lnTo>
                    <a:pt x="291" y="69"/>
                  </a:lnTo>
                  <a:lnTo>
                    <a:pt x="291" y="67"/>
                  </a:lnTo>
                  <a:lnTo>
                    <a:pt x="291" y="67"/>
                  </a:lnTo>
                  <a:lnTo>
                    <a:pt x="291" y="64"/>
                  </a:lnTo>
                  <a:lnTo>
                    <a:pt x="291" y="64"/>
                  </a:lnTo>
                  <a:lnTo>
                    <a:pt x="289" y="64"/>
                  </a:lnTo>
                  <a:lnTo>
                    <a:pt x="289" y="64"/>
                  </a:lnTo>
                  <a:lnTo>
                    <a:pt x="287" y="67"/>
                  </a:lnTo>
                  <a:lnTo>
                    <a:pt x="287" y="67"/>
                  </a:lnTo>
                  <a:lnTo>
                    <a:pt x="284" y="67"/>
                  </a:lnTo>
                  <a:lnTo>
                    <a:pt x="284" y="64"/>
                  </a:lnTo>
                  <a:lnTo>
                    <a:pt x="287" y="64"/>
                  </a:lnTo>
                  <a:lnTo>
                    <a:pt x="287" y="64"/>
                  </a:lnTo>
                  <a:lnTo>
                    <a:pt x="284" y="64"/>
                  </a:lnTo>
                  <a:lnTo>
                    <a:pt x="284" y="64"/>
                  </a:lnTo>
                  <a:lnTo>
                    <a:pt x="289" y="62"/>
                  </a:lnTo>
                  <a:lnTo>
                    <a:pt x="291" y="62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91" y="57"/>
                  </a:lnTo>
                  <a:lnTo>
                    <a:pt x="291" y="57"/>
                  </a:lnTo>
                  <a:lnTo>
                    <a:pt x="287" y="59"/>
                  </a:lnTo>
                  <a:lnTo>
                    <a:pt x="284" y="59"/>
                  </a:lnTo>
                  <a:lnTo>
                    <a:pt x="282" y="59"/>
                  </a:lnTo>
                  <a:lnTo>
                    <a:pt x="280" y="59"/>
                  </a:lnTo>
                  <a:lnTo>
                    <a:pt x="280" y="59"/>
                  </a:lnTo>
                  <a:lnTo>
                    <a:pt x="282" y="57"/>
                  </a:lnTo>
                  <a:lnTo>
                    <a:pt x="284" y="55"/>
                  </a:lnTo>
                  <a:lnTo>
                    <a:pt x="284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0" y="52"/>
                  </a:lnTo>
                  <a:lnTo>
                    <a:pt x="282" y="52"/>
                  </a:lnTo>
                  <a:lnTo>
                    <a:pt x="282" y="52"/>
                  </a:lnTo>
                  <a:lnTo>
                    <a:pt x="280" y="50"/>
                  </a:lnTo>
                  <a:lnTo>
                    <a:pt x="280" y="50"/>
                  </a:lnTo>
                  <a:lnTo>
                    <a:pt x="280" y="52"/>
                  </a:lnTo>
                  <a:lnTo>
                    <a:pt x="277" y="52"/>
                  </a:lnTo>
                  <a:lnTo>
                    <a:pt x="277" y="50"/>
                  </a:lnTo>
                  <a:lnTo>
                    <a:pt x="280" y="50"/>
                  </a:lnTo>
                  <a:lnTo>
                    <a:pt x="284" y="48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7" y="45"/>
                  </a:lnTo>
                  <a:lnTo>
                    <a:pt x="287" y="45"/>
                  </a:lnTo>
                  <a:lnTo>
                    <a:pt x="289" y="43"/>
                  </a:lnTo>
                  <a:lnTo>
                    <a:pt x="287" y="43"/>
                  </a:lnTo>
                  <a:lnTo>
                    <a:pt x="287" y="43"/>
                  </a:lnTo>
                  <a:lnTo>
                    <a:pt x="287" y="41"/>
                  </a:lnTo>
                  <a:lnTo>
                    <a:pt x="284" y="41"/>
                  </a:lnTo>
                  <a:lnTo>
                    <a:pt x="287" y="41"/>
                  </a:lnTo>
                  <a:lnTo>
                    <a:pt x="284" y="41"/>
                  </a:lnTo>
                  <a:lnTo>
                    <a:pt x="282" y="38"/>
                  </a:lnTo>
                  <a:lnTo>
                    <a:pt x="280" y="38"/>
                  </a:lnTo>
                  <a:lnTo>
                    <a:pt x="277" y="38"/>
                  </a:lnTo>
                  <a:lnTo>
                    <a:pt x="275" y="38"/>
                  </a:lnTo>
                  <a:lnTo>
                    <a:pt x="275" y="38"/>
                  </a:lnTo>
                  <a:lnTo>
                    <a:pt x="272" y="38"/>
                  </a:lnTo>
                  <a:lnTo>
                    <a:pt x="270" y="38"/>
                  </a:lnTo>
                  <a:lnTo>
                    <a:pt x="265" y="38"/>
                  </a:lnTo>
                  <a:lnTo>
                    <a:pt x="265" y="38"/>
                  </a:lnTo>
                  <a:lnTo>
                    <a:pt x="265" y="38"/>
                  </a:lnTo>
                  <a:lnTo>
                    <a:pt x="268" y="41"/>
                  </a:lnTo>
                  <a:lnTo>
                    <a:pt x="268" y="41"/>
                  </a:lnTo>
                  <a:lnTo>
                    <a:pt x="268" y="41"/>
                  </a:lnTo>
                  <a:lnTo>
                    <a:pt x="268" y="41"/>
                  </a:lnTo>
                  <a:lnTo>
                    <a:pt x="270" y="43"/>
                  </a:lnTo>
                  <a:lnTo>
                    <a:pt x="270" y="43"/>
                  </a:lnTo>
                  <a:lnTo>
                    <a:pt x="270" y="43"/>
                  </a:lnTo>
                  <a:lnTo>
                    <a:pt x="268" y="43"/>
                  </a:lnTo>
                  <a:lnTo>
                    <a:pt x="270" y="45"/>
                  </a:lnTo>
                  <a:lnTo>
                    <a:pt x="270" y="45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68" y="48"/>
                  </a:lnTo>
                  <a:lnTo>
                    <a:pt x="268" y="48"/>
                  </a:lnTo>
                  <a:lnTo>
                    <a:pt x="265" y="50"/>
                  </a:lnTo>
                  <a:lnTo>
                    <a:pt x="265" y="50"/>
                  </a:lnTo>
                  <a:lnTo>
                    <a:pt x="265" y="50"/>
                  </a:lnTo>
                  <a:lnTo>
                    <a:pt x="261" y="50"/>
                  </a:lnTo>
                  <a:lnTo>
                    <a:pt x="258" y="52"/>
                  </a:lnTo>
                  <a:lnTo>
                    <a:pt x="258" y="55"/>
                  </a:lnTo>
                  <a:lnTo>
                    <a:pt x="258" y="52"/>
                  </a:lnTo>
                  <a:lnTo>
                    <a:pt x="258" y="50"/>
                  </a:lnTo>
                  <a:lnTo>
                    <a:pt x="261" y="50"/>
                  </a:lnTo>
                  <a:lnTo>
                    <a:pt x="263" y="50"/>
                  </a:lnTo>
                  <a:lnTo>
                    <a:pt x="265" y="50"/>
                  </a:lnTo>
                  <a:lnTo>
                    <a:pt x="265" y="48"/>
                  </a:lnTo>
                  <a:lnTo>
                    <a:pt x="265" y="48"/>
                  </a:lnTo>
                  <a:lnTo>
                    <a:pt x="265" y="45"/>
                  </a:lnTo>
                  <a:lnTo>
                    <a:pt x="265" y="43"/>
                  </a:lnTo>
                  <a:lnTo>
                    <a:pt x="265" y="41"/>
                  </a:lnTo>
                  <a:lnTo>
                    <a:pt x="265" y="41"/>
                  </a:lnTo>
                  <a:lnTo>
                    <a:pt x="265" y="41"/>
                  </a:lnTo>
                  <a:lnTo>
                    <a:pt x="265" y="41"/>
                  </a:lnTo>
                  <a:lnTo>
                    <a:pt x="263" y="41"/>
                  </a:lnTo>
                  <a:lnTo>
                    <a:pt x="263" y="41"/>
                  </a:lnTo>
                  <a:lnTo>
                    <a:pt x="263" y="38"/>
                  </a:lnTo>
                  <a:lnTo>
                    <a:pt x="263" y="38"/>
                  </a:lnTo>
                  <a:lnTo>
                    <a:pt x="261" y="38"/>
                  </a:lnTo>
                  <a:lnTo>
                    <a:pt x="261" y="36"/>
                  </a:lnTo>
                  <a:lnTo>
                    <a:pt x="258" y="36"/>
                  </a:lnTo>
                  <a:lnTo>
                    <a:pt x="258" y="38"/>
                  </a:lnTo>
                  <a:lnTo>
                    <a:pt x="256" y="38"/>
                  </a:lnTo>
                  <a:lnTo>
                    <a:pt x="256" y="38"/>
                  </a:lnTo>
                  <a:lnTo>
                    <a:pt x="256" y="41"/>
                  </a:lnTo>
                  <a:lnTo>
                    <a:pt x="256" y="41"/>
                  </a:lnTo>
                  <a:lnTo>
                    <a:pt x="254" y="38"/>
                  </a:lnTo>
                  <a:lnTo>
                    <a:pt x="254" y="38"/>
                  </a:lnTo>
                  <a:lnTo>
                    <a:pt x="254" y="36"/>
                  </a:lnTo>
                  <a:lnTo>
                    <a:pt x="256" y="36"/>
                  </a:lnTo>
                  <a:lnTo>
                    <a:pt x="254" y="36"/>
                  </a:lnTo>
                  <a:lnTo>
                    <a:pt x="254" y="36"/>
                  </a:lnTo>
                  <a:lnTo>
                    <a:pt x="254" y="36"/>
                  </a:lnTo>
                  <a:lnTo>
                    <a:pt x="256" y="33"/>
                  </a:lnTo>
                  <a:lnTo>
                    <a:pt x="256" y="33"/>
                  </a:lnTo>
                  <a:lnTo>
                    <a:pt x="256" y="33"/>
                  </a:lnTo>
                  <a:lnTo>
                    <a:pt x="254" y="31"/>
                  </a:lnTo>
                  <a:lnTo>
                    <a:pt x="254" y="31"/>
                  </a:lnTo>
                  <a:lnTo>
                    <a:pt x="251" y="31"/>
                  </a:lnTo>
                  <a:lnTo>
                    <a:pt x="251" y="29"/>
                  </a:lnTo>
                  <a:lnTo>
                    <a:pt x="251" y="29"/>
                  </a:lnTo>
                  <a:lnTo>
                    <a:pt x="249" y="29"/>
                  </a:lnTo>
                  <a:lnTo>
                    <a:pt x="244" y="29"/>
                  </a:lnTo>
                  <a:lnTo>
                    <a:pt x="237" y="29"/>
                  </a:lnTo>
                  <a:lnTo>
                    <a:pt x="235" y="29"/>
                  </a:lnTo>
                  <a:lnTo>
                    <a:pt x="232" y="29"/>
                  </a:lnTo>
                  <a:lnTo>
                    <a:pt x="232" y="29"/>
                  </a:lnTo>
                  <a:lnTo>
                    <a:pt x="232" y="31"/>
                  </a:lnTo>
                  <a:lnTo>
                    <a:pt x="232" y="33"/>
                  </a:lnTo>
                  <a:lnTo>
                    <a:pt x="235" y="36"/>
                  </a:lnTo>
                  <a:lnTo>
                    <a:pt x="237" y="38"/>
                  </a:lnTo>
                  <a:lnTo>
                    <a:pt x="237" y="41"/>
                  </a:lnTo>
                  <a:lnTo>
                    <a:pt x="237" y="38"/>
                  </a:lnTo>
                  <a:lnTo>
                    <a:pt x="235" y="38"/>
                  </a:lnTo>
                  <a:lnTo>
                    <a:pt x="232" y="33"/>
                  </a:lnTo>
                  <a:lnTo>
                    <a:pt x="232" y="36"/>
                  </a:lnTo>
                  <a:lnTo>
                    <a:pt x="230" y="38"/>
                  </a:lnTo>
                  <a:lnTo>
                    <a:pt x="230" y="41"/>
                  </a:lnTo>
                  <a:lnTo>
                    <a:pt x="230" y="41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30" y="31"/>
                  </a:lnTo>
                  <a:lnTo>
                    <a:pt x="230" y="29"/>
                  </a:lnTo>
                  <a:lnTo>
                    <a:pt x="230" y="29"/>
                  </a:lnTo>
                  <a:lnTo>
                    <a:pt x="230" y="29"/>
                  </a:lnTo>
                  <a:lnTo>
                    <a:pt x="230" y="26"/>
                  </a:lnTo>
                  <a:lnTo>
                    <a:pt x="232" y="26"/>
                  </a:lnTo>
                  <a:lnTo>
                    <a:pt x="230" y="24"/>
                  </a:lnTo>
                  <a:lnTo>
                    <a:pt x="230" y="24"/>
                  </a:lnTo>
                  <a:lnTo>
                    <a:pt x="230" y="22"/>
                  </a:lnTo>
                  <a:lnTo>
                    <a:pt x="230" y="22"/>
                  </a:lnTo>
                  <a:lnTo>
                    <a:pt x="228" y="22"/>
                  </a:lnTo>
                  <a:lnTo>
                    <a:pt x="228" y="19"/>
                  </a:lnTo>
                  <a:lnTo>
                    <a:pt x="230" y="19"/>
                  </a:lnTo>
                  <a:lnTo>
                    <a:pt x="228" y="19"/>
                  </a:lnTo>
                  <a:lnTo>
                    <a:pt x="228" y="19"/>
                  </a:lnTo>
                  <a:lnTo>
                    <a:pt x="225" y="19"/>
                  </a:lnTo>
                  <a:lnTo>
                    <a:pt x="225" y="17"/>
                  </a:lnTo>
                  <a:lnTo>
                    <a:pt x="225" y="15"/>
                  </a:lnTo>
                  <a:lnTo>
                    <a:pt x="225" y="15"/>
                  </a:lnTo>
                  <a:lnTo>
                    <a:pt x="223" y="15"/>
                  </a:lnTo>
                  <a:lnTo>
                    <a:pt x="220" y="15"/>
                  </a:lnTo>
                  <a:lnTo>
                    <a:pt x="220" y="12"/>
                  </a:lnTo>
                  <a:lnTo>
                    <a:pt x="218" y="15"/>
                  </a:lnTo>
                  <a:lnTo>
                    <a:pt x="218" y="15"/>
                  </a:lnTo>
                  <a:lnTo>
                    <a:pt x="218" y="17"/>
                  </a:lnTo>
                  <a:lnTo>
                    <a:pt x="218" y="17"/>
                  </a:lnTo>
                  <a:lnTo>
                    <a:pt x="220" y="17"/>
                  </a:lnTo>
                  <a:lnTo>
                    <a:pt x="218" y="17"/>
                  </a:lnTo>
                  <a:lnTo>
                    <a:pt x="213" y="19"/>
                  </a:lnTo>
                  <a:lnTo>
                    <a:pt x="213" y="19"/>
                  </a:lnTo>
                  <a:lnTo>
                    <a:pt x="213" y="17"/>
                  </a:lnTo>
                  <a:lnTo>
                    <a:pt x="213" y="17"/>
                  </a:lnTo>
                  <a:lnTo>
                    <a:pt x="213" y="17"/>
                  </a:lnTo>
                  <a:lnTo>
                    <a:pt x="211" y="15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6" y="15"/>
                  </a:lnTo>
                  <a:lnTo>
                    <a:pt x="206" y="15"/>
                  </a:lnTo>
                  <a:lnTo>
                    <a:pt x="206" y="15"/>
                  </a:lnTo>
                  <a:lnTo>
                    <a:pt x="204" y="15"/>
                  </a:lnTo>
                  <a:lnTo>
                    <a:pt x="204" y="12"/>
                  </a:lnTo>
                  <a:lnTo>
                    <a:pt x="197" y="10"/>
                  </a:lnTo>
                  <a:lnTo>
                    <a:pt x="197" y="10"/>
                  </a:lnTo>
                  <a:lnTo>
                    <a:pt x="197" y="7"/>
                  </a:lnTo>
                  <a:lnTo>
                    <a:pt x="194" y="7"/>
                  </a:lnTo>
                  <a:lnTo>
                    <a:pt x="194" y="7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7" y="5"/>
                  </a:lnTo>
                  <a:lnTo>
                    <a:pt x="187" y="5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3" y="5"/>
                  </a:lnTo>
                  <a:lnTo>
                    <a:pt x="183" y="5"/>
                  </a:lnTo>
                  <a:lnTo>
                    <a:pt x="183" y="5"/>
                  </a:lnTo>
                  <a:lnTo>
                    <a:pt x="183" y="5"/>
                  </a:lnTo>
                  <a:lnTo>
                    <a:pt x="180" y="5"/>
                  </a:lnTo>
                  <a:lnTo>
                    <a:pt x="180" y="5"/>
                  </a:lnTo>
                  <a:lnTo>
                    <a:pt x="180" y="5"/>
                  </a:lnTo>
                  <a:lnTo>
                    <a:pt x="178" y="5"/>
                  </a:lnTo>
                  <a:lnTo>
                    <a:pt x="178" y="5"/>
                  </a:lnTo>
                  <a:lnTo>
                    <a:pt x="173" y="0"/>
                  </a:lnTo>
                  <a:lnTo>
                    <a:pt x="173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68" y="0"/>
                  </a:lnTo>
                  <a:lnTo>
                    <a:pt x="164" y="3"/>
                  </a:lnTo>
                  <a:lnTo>
                    <a:pt x="164" y="5"/>
                  </a:lnTo>
                  <a:lnTo>
                    <a:pt x="164" y="5"/>
                  </a:lnTo>
                  <a:lnTo>
                    <a:pt x="164" y="7"/>
                  </a:lnTo>
                  <a:lnTo>
                    <a:pt x="164" y="10"/>
                  </a:lnTo>
                  <a:lnTo>
                    <a:pt x="164" y="10"/>
                  </a:lnTo>
                  <a:lnTo>
                    <a:pt x="164" y="12"/>
                  </a:lnTo>
                  <a:lnTo>
                    <a:pt x="164" y="15"/>
                  </a:lnTo>
                  <a:lnTo>
                    <a:pt x="161" y="15"/>
                  </a:lnTo>
                  <a:lnTo>
                    <a:pt x="159" y="17"/>
                  </a:lnTo>
                  <a:lnTo>
                    <a:pt x="159" y="19"/>
                  </a:lnTo>
                  <a:lnTo>
                    <a:pt x="159" y="19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4" y="22"/>
                  </a:lnTo>
                  <a:lnTo>
                    <a:pt x="154" y="24"/>
                  </a:lnTo>
                  <a:lnTo>
                    <a:pt x="154" y="24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9" y="29"/>
                  </a:lnTo>
                  <a:lnTo>
                    <a:pt x="140" y="33"/>
                  </a:lnTo>
                  <a:lnTo>
                    <a:pt x="138" y="33"/>
                  </a:lnTo>
                  <a:lnTo>
                    <a:pt x="138" y="36"/>
                  </a:lnTo>
                  <a:lnTo>
                    <a:pt x="138" y="38"/>
                  </a:lnTo>
                  <a:lnTo>
                    <a:pt x="138" y="38"/>
                  </a:lnTo>
                  <a:lnTo>
                    <a:pt x="140" y="41"/>
                  </a:lnTo>
                  <a:lnTo>
                    <a:pt x="142" y="41"/>
                  </a:lnTo>
                  <a:lnTo>
                    <a:pt x="145" y="41"/>
                  </a:lnTo>
                  <a:lnTo>
                    <a:pt x="147" y="43"/>
                  </a:lnTo>
                  <a:lnTo>
                    <a:pt x="149" y="43"/>
                  </a:lnTo>
                  <a:lnTo>
                    <a:pt x="149" y="43"/>
                  </a:lnTo>
                  <a:lnTo>
                    <a:pt x="147" y="43"/>
                  </a:lnTo>
                  <a:lnTo>
                    <a:pt x="145" y="43"/>
                  </a:lnTo>
                  <a:lnTo>
                    <a:pt x="140" y="43"/>
                  </a:lnTo>
                  <a:lnTo>
                    <a:pt x="140" y="43"/>
                  </a:lnTo>
                  <a:lnTo>
                    <a:pt x="138" y="41"/>
                  </a:lnTo>
                  <a:lnTo>
                    <a:pt x="138" y="41"/>
                  </a:lnTo>
                  <a:lnTo>
                    <a:pt x="138" y="41"/>
                  </a:lnTo>
                  <a:lnTo>
                    <a:pt x="135" y="41"/>
                  </a:lnTo>
                  <a:lnTo>
                    <a:pt x="133" y="38"/>
                  </a:lnTo>
                  <a:lnTo>
                    <a:pt x="126" y="36"/>
                  </a:lnTo>
                  <a:lnTo>
                    <a:pt x="123" y="36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3" y="41"/>
                  </a:lnTo>
                  <a:lnTo>
                    <a:pt x="121" y="41"/>
                  </a:lnTo>
                  <a:lnTo>
                    <a:pt x="121" y="41"/>
                  </a:lnTo>
                  <a:lnTo>
                    <a:pt x="121" y="38"/>
                  </a:lnTo>
                  <a:lnTo>
                    <a:pt x="121" y="36"/>
                  </a:lnTo>
                  <a:lnTo>
                    <a:pt x="119" y="36"/>
                  </a:lnTo>
                  <a:lnTo>
                    <a:pt x="112" y="36"/>
                  </a:lnTo>
                  <a:lnTo>
                    <a:pt x="107" y="41"/>
                  </a:lnTo>
                  <a:lnTo>
                    <a:pt x="107" y="41"/>
                  </a:lnTo>
                  <a:lnTo>
                    <a:pt x="104" y="45"/>
                  </a:lnTo>
                  <a:lnTo>
                    <a:pt x="102" y="50"/>
                  </a:lnTo>
                  <a:lnTo>
                    <a:pt x="102" y="50"/>
                  </a:lnTo>
                  <a:lnTo>
                    <a:pt x="100" y="52"/>
                  </a:lnTo>
                  <a:lnTo>
                    <a:pt x="100" y="55"/>
                  </a:lnTo>
                  <a:lnTo>
                    <a:pt x="97" y="55"/>
                  </a:lnTo>
                  <a:lnTo>
                    <a:pt x="97" y="57"/>
                  </a:lnTo>
                  <a:lnTo>
                    <a:pt x="95" y="57"/>
                  </a:lnTo>
                  <a:lnTo>
                    <a:pt x="95" y="55"/>
                  </a:lnTo>
                  <a:lnTo>
                    <a:pt x="97" y="55"/>
                  </a:lnTo>
                  <a:lnTo>
                    <a:pt x="97" y="52"/>
                  </a:lnTo>
                  <a:lnTo>
                    <a:pt x="97" y="52"/>
                  </a:lnTo>
                  <a:lnTo>
                    <a:pt x="100" y="50"/>
                  </a:lnTo>
                  <a:lnTo>
                    <a:pt x="100" y="48"/>
                  </a:lnTo>
                  <a:lnTo>
                    <a:pt x="104" y="45"/>
                  </a:lnTo>
                  <a:lnTo>
                    <a:pt x="102" y="43"/>
                  </a:lnTo>
                  <a:lnTo>
                    <a:pt x="100" y="43"/>
                  </a:lnTo>
                  <a:lnTo>
                    <a:pt x="93" y="43"/>
                  </a:lnTo>
                  <a:lnTo>
                    <a:pt x="90" y="43"/>
                  </a:lnTo>
                  <a:lnTo>
                    <a:pt x="88" y="43"/>
                  </a:lnTo>
                  <a:lnTo>
                    <a:pt x="88" y="43"/>
                  </a:lnTo>
                  <a:lnTo>
                    <a:pt x="86" y="43"/>
                  </a:lnTo>
                  <a:lnTo>
                    <a:pt x="86" y="43"/>
                  </a:lnTo>
                  <a:lnTo>
                    <a:pt x="86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1" y="43"/>
                  </a:lnTo>
                  <a:lnTo>
                    <a:pt x="81" y="45"/>
                  </a:lnTo>
                  <a:lnTo>
                    <a:pt x="81" y="45"/>
                  </a:lnTo>
                  <a:lnTo>
                    <a:pt x="81" y="45"/>
                  </a:lnTo>
                  <a:lnTo>
                    <a:pt x="81" y="45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6" y="43"/>
                  </a:lnTo>
                  <a:lnTo>
                    <a:pt x="74" y="41"/>
                  </a:lnTo>
                  <a:lnTo>
                    <a:pt x="71" y="43"/>
                  </a:lnTo>
                  <a:lnTo>
                    <a:pt x="67" y="41"/>
                  </a:lnTo>
                  <a:lnTo>
                    <a:pt x="64" y="43"/>
                  </a:lnTo>
                  <a:lnTo>
                    <a:pt x="60" y="41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50" y="38"/>
                  </a:lnTo>
                  <a:lnTo>
                    <a:pt x="50" y="38"/>
                  </a:lnTo>
                  <a:lnTo>
                    <a:pt x="43" y="41"/>
                  </a:lnTo>
                  <a:lnTo>
                    <a:pt x="43" y="41"/>
                  </a:lnTo>
                  <a:lnTo>
                    <a:pt x="41" y="41"/>
                  </a:lnTo>
                  <a:lnTo>
                    <a:pt x="41" y="38"/>
                  </a:lnTo>
                  <a:lnTo>
                    <a:pt x="41" y="38"/>
                  </a:lnTo>
                  <a:lnTo>
                    <a:pt x="38" y="41"/>
                  </a:lnTo>
                  <a:lnTo>
                    <a:pt x="38" y="41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1"/>
                  </a:lnTo>
                  <a:lnTo>
                    <a:pt x="31" y="41"/>
                  </a:lnTo>
                  <a:lnTo>
                    <a:pt x="31" y="41"/>
                  </a:lnTo>
                  <a:lnTo>
                    <a:pt x="29" y="43"/>
                  </a:lnTo>
                  <a:lnTo>
                    <a:pt x="29" y="43"/>
                  </a:lnTo>
                  <a:lnTo>
                    <a:pt x="26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2" y="43"/>
                  </a:lnTo>
                  <a:lnTo>
                    <a:pt x="22" y="41"/>
                  </a:lnTo>
                  <a:lnTo>
                    <a:pt x="22" y="41"/>
                  </a:lnTo>
                  <a:lnTo>
                    <a:pt x="19" y="41"/>
                  </a:lnTo>
                  <a:lnTo>
                    <a:pt x="17" y="43"/>
                  </a:lnTo>
                  <a:lnTo>
                    <a:pt x="17" y="43"/>
                  </a:lnTo>
                  <a:lnTo>
                    <a:pt x="17" y="45"/>
                  </a:lnTo>
                  <a:lnTo>
                    <a:pt x="17" y="45"/>
                  </a:lnTo>
                  <a:lnTo>
                    <a:pt x="15" y="48"/>
                  </a:lnTo>
                  <a:lnTo>
                    <a:pt x="15" y="50"/>
                  </a:lnTo>
                  <a:lnTo>
                    <a:pt x="15" y="52"/>
                  </a:lnTo>
                  <a:lnTo>
                    <a:pt x="15" y="55"/>
                  </a:lnTo>
                  <a:lnTo>
                    <a:pt x="12" y="55"/>
                  </a:lnTo>
                  <a:lnTo>
                    <a:pt x="10" y="55"/>
                  </a:lnTo>
                  <a:lnTo>
                    <a:pt x="10" y="55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5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0" y="69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3" y="81"/>
                  </a:lnTo>
                  <a:lnTo>
                    <a:pt x="3" y="83"/>
                  </a:lnTo>
                  <a:lnTo>
                    <a:pt x="3" y="83"/>
                  </a:lnTo>
                  <a:lnTo>
                    <a:pt x="3" y="86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7" y="97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5" y="104"/>
                  </a:lnTo>
                  <a:lnTo>
                    <a:pt x="15" y="107"/>
                  </a:lnTo>
                  <a:lnTo>
                    <a:pt x="15" y="107"/>
                  </a:lnTo>
                  <a:lnTo>
                    <a:pt x="15" y="109"/>
                  </a:lnTo>
                  <a:lnTo>
                    <a:pt x="15" y="112"/>
                  </a:lnTo>
                  <a:lnTo>
                    <a:pt x="17" y="112"/>
                  </a:lnTo>
                  <a:lnTo>
                    <a:pt x="17" y="114"/>
                  </a:lnTo>
                  <a:lnTo>
                    <a:pt x="19" y="114"/>
                  </a:lnTo>
                  <a:lnTo>
                    <a:pt x="19" y="114"/>
                  </a:lnTo>
                  <a:lnTo>
                    <a:pt x="19" y="116"/>
                  </a:lnTo>
                  <a:lnTo>
                    <a:pt x="19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9"/>
                  </a:lnTo>
                  <a:lnTo>
                    <a:pt x="22" y="119"/>
                  </a:lnTo>
                  <a:lnTo>
                    <a:pt x="22" y="119"/>
                  </a:lnTo>
                  <a:lnTo>
                    <a:pt x="22" y="121"/>
                  </a:lnTo>
                  <a:lnTo>
                    <a:pt x="22" y="121"/>
                  </a:lnTo>
                  <a:lnTo>
                    <a:pt x="24" y="123"/>
                  </a:lnTo>
                  <a:lnTo>
                    <a:pt x="24" y="123"/>
                  </a:lnTo>
                  <a:lnTo>
                    <a:pt x="26" y="123"/>
                  </a:lnTo>
                  <a:lnTo>
                    <a:pt x="31" y="123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33" y="123"/>
                  </a:lnTo>
                  <a:lnTo>
                    <a:pt x="36" y="126"/>
                  </a:lnTo>
                  <a:lnTo>
                    <a:pt x="36" y="126"/>
                  </a:lnTo>
                  <a:lnTo>
                    <a:pt x="38" y="128"/>
                  </a:lnTo>
                  <a:lnTo>
                    <a:pt x="38" y="128"/>
                  </a:lnTo>
                  <a:lnTo>
                    <a:pt x="43" y="128"/>
                  </a:lnTo>
                  <a:lnTo>
                    <a:pt x="45" y="128"/>
                  </a:lnTo>
                  <a:lnTo>
                    <a:pt x="45" y="128"/>
                  </a:lnTo>
                  <a:lnTo>
                    <a:pt x="43" y="128"/>
                  </a:lnTo>
                  <a:lnTo>
                    <a:pt x="43" y="128"/>
                  </a:lnTo>
                  <a:lnTo>
                    <a:pt x="43" y="128"/>
                  </a:lnTo>
                  <a:lnTo>
                    <a:pt x="43" y="130"/>
                  </a:lnTo>
                  <a:lnTo>
                    <a:pt x="45" y="128"/>
                  </a:lnTo>
                  <a:lnTo>
                    <a:pt x="48" y="130"/>
                  </a:lnTo>
                  <a:lnTo>
                    <a:pt x="50" y="130"/>
                  </a:lnTo>
                  <a:lnTo>
                    <a:pt x="45" y="133"/>
                  </a:lnTo>
                  <a:lnTo>
                    <a:pt x="43" y="130"/>
                  </a:lnTo>
                  <a:lnTo>
                    <a:pt x="43" y="130"/>
                  </a:lnTo>
                  <a:lnTo>
                    <a:pt x="43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45" y="135"/>
                  </a:lnTo>
                  <a:lnTo>
                    <a:pt x="48" y="138"/>
                  </a:lnTo>
                  <a:lnTo>
                    <a:pt x="48" y="138"/>
                  </a:lnTo>
                  <a:lnTo>
                    <a:pt x="48" y="140"/>
                  </a:lnTo>
                  <a:lnTo>
                    <a:pt x="43" y="14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3" y="142"/>
                  </a:lnTo>
                  <a:lnTo>
                    <a:pt x="43" y="142"/>
                  </a:lnTo>
                  <a:lnTo>
                    <a:pt x="41" y="142"/>
                  </a:lnTo>
                  <a:lnTo>
                    <a:pt x="41" y="142"/>
                  </a:lnTo>
                  <a:lnTo>
                    <a:pt x="41" y="142"/>
                  </a:lnTo>
                  <a:lnTo>
                    <a:pt x="43" y="147"/>
                  </a:lnTo>
                  <a:lnTo>
                    <a:pt x="43" y="149"/>
                  </a:lnTo>
                  <a:lnTo>
                    <a:pt x="45" y="152"/>
                  </a:lnTo>
                  <a:lnTo>
                    <a:pt x="45" y="157"/>
                  </a:lnTo>
                  <a:lnTo>
                    <a:pt x="48" y="157"/>
                  </a:lnTo>
                  <a:lnTo>
                    <a:pt x="48" y="157"/>
                  </a:lnTo>
                  <a:lnTo>
                    <a:pt x="48" y="157"/>
                  </a:lnTo>
                  <a:lnTo>
                    <a:pt x="48" y="159"/>
                  </a:lnTo>
                  <a:lnTo>
                    <a:pt x="48" y="159"/>
                  </a:lnTo>
                  <a:lnTo>
                    <a:pt x="48" y="161"/>
                  </a:lnTo>
                  <a:lnTo>
                    <a:pt x="48" y="161"/>
                  </a:lnTo>
                  <a:lnTo>
                    <a:pt x="50" y="161"/>
                  </a:lnTo>
                  <a:lnTo>
                    <a:pt x="50" y="164"/>
                  </a:lnTo>
                  <a:lnTo>
                    <a:pt x="50" y="164"/>
                  </a:lnTo>
                  <a:lnTo>
                    <a:pt x="50" y="166"/>
                  </a:lnTo>
                  <a:lnTo>
                    <a:pt x="48" y="166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50" y="175"/>
                  </a:lnTo>
                  <a:lnTo>
                    <a:pt x="50" y="175"/>
                  </a:lnTo>
                  <a:lnTo>
                    <a:pt x="50" y="175"/>
                  </a:lnTo>
                  <a:lnTo>
                    <a:pt x="50" y="178"/>
                  </a:lnTo>
                  <a:lnTo>
                    <a:pt x="50" y="178"/>
                  </a:lnTo>
                  <a:lnTo>
                    <a:pt x="50" y="178"/>
                  </a:lnTo>
                  <a:lnTo>
                    <a:pt x="48" y="178"/>
                  </a:lnTo>
                  <a:lnTo>
                    <a:pt x="48" y="178"/>
                  </a:lnTo>
                  <a:lnTo>
                    <a:pt x="48" y="180"/>
                  </a:lnTo>
                  <a:lnTo>
                    <a:pt x="45" y="187"/>
                  </a:lnTo>
                  <a:lnTo>
                    <a:pt x="45" y="187"/>
                  </a:lnTo>
                  <a:lnTo>
                    <a:pt x="45" y="190"/>
                  </a:lnTo>
                  <a:lnTo>
                    <a:pt x="43" y="192"/>
                  </a:lnTo>
                  <a:lnTo>
                    <a:pt x="43" y="194"/>
                  </a:lnTo>
                  <a:lnTo>
                    <a:pt x="43" y="197"/>
                  </a:lnTo>
                  <a:lnTo>
                    <a:pt x="41" y="197"/>
                  </a:lnTo>
                  <a:lnTo>
                    <a:pt x="41" y="199"/>
                  </a:lnTo>
                  <a:lnTo>
                    <a:pt x="43" y="204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0" y="199"/>
                  </a:lnTo>
                  <a:lnTo>
                    <a:pt x="52" y="197"/>
                  </a:lnTo>
                  <a:lnTo>
                    <a:pt x="55" y="197"/>
                  </a:lnTo>
                  <a:lnTo>
                    <a:pt x="52" y="202"/>
                  </a:lnTo>
                  <a:lnTo>
                    <a:pt x="55" y="199"/>
                  </a:lnTo>
                  <a:lnTo>
                    <a:pt x="57" y="199"/>
                  </a:lnTo>
                  <a:lnTo>
                    <a:pt x="55" y="202"/>
                  </a:lnTo>
                  <a:lnTo>
                    <a:pt x="55" y="204"/>
                  </a:lnTo>
                  <a:lnTo>
                    <a:pt x="55" y="204"/>
                  </a:lnTo>
                  <a:lnTo>
                    <a:pt x="67" y="192"/>
                  </a:lnTo>
                  <a:lnTo>
                    <a:pt x="69" y="192"/>
                  </a:lnTo>
                  <a:lnTo>
                    <a:pt x="69" y="192"/>
                  </a:lnTo>
                  <a:lnTo>
                    <a:pt x="62" y="199"/>
                  </a:lnTo>
                  <a:lnTo>
                    <a:pt x="62" y="202"/>
                  </a:lnTo>
                  <a:lnTo>
                    <a:pt x="64" y="199"/>
                  </a:lnTo>
                  <a:lnTo>
                    <a:pt x="67" y="199"/>
                  </a:lnTo>
                  <a:lnTo>
                    <a:pt x="69" y="199"/>
                  </a:lnTo>
                  <a:lnTo>
                    <a:pt x="67" y="202"/>
                  </a:lnTo>
                  <a:lnTo>
                    <a:pt x="67" y="204"/>
                  </a:lnTo>
                  <a:lnTo>
                    <a:pt x="64" y="206"/>
                  </a:lnTo>
                  <a:lnTo>
                    <a:pt x="64" y="206"/>
                  </a:lnTo>
                  <a:lnTo>
                    <a:pt x="64" y="209"/>
                  </a:lnTo>
                  <a:lnTo>
                    <a:pt x="62" y="211"/>
                  </a:lnTo>
                  <a:lnTo>
                    <a:pt x="62" y="213"/>
                  </a:lnTo>
                  <a:lnTo>
                    <a:pt x="62" y="213"/>
                  </a:lnTo>
                  <a:lnTo>
                    <a:pt x="64" y="216"/>
                  </a:lnTo>
                  <a:lnTo>
                    <a:pt x="67" y="216"/>
                  </a:lnTo>
                  <a:lnTo>
                    <a:pt x="71" y="218"/>
                  </a:lnTo>
                  <a:lnTo>
                    <a:pt x="71" y="218"/>
                  </a:lnTo>
                  <a:lnTo>
                    <a:pt x="74" y="218"/>
                  </a:lnTo>
                  <a:lnTo>
                    <a:pt x="74" y="216"/>
                  </a:lnTo>
                  <a:lnTo>
                    <a:pt x="74" y="216"/>
                  </a:lnTo>
                  <a:lnTo>
                    <a:pt x="74" y="216"/>
                  </a:lnTo>
                  <a:lnTo>
                    <a:pt x="76" y="216"/>
                  </a:lnTo>
                  <a:lnTo>
                    <a:pt x="81" y="213"/>
                  </a:lnTo>
                  <a:lnTo>
                    <a:pt x="81" y="216"/>
                  </a:lnTo>
                  <a:lnTo>
                    <a:pt x="83" y="216"/>
                  </a:lnTo>
                  <a:lnTo>
                    <a:pt x="76" y="218"/>
                  </a:lnTo>
                  <a:lnTo>
                    <a:pt x="76" y="218"/>
                  </a:lnTo>
                  <a:lnTo>
                    <a:pt x="76" y="218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6" y="223"/>
                  </a:lnTo>
                  <a:lnTo>
                    <a:pt x="74" y="225"/>
                  </a:lnTo>
                  <a:lnTo>
                    <a:pt x="71" y="228"/>
                  </a:lnTo>
                  <a:lnTo>
                    <a:pt x="71" y="230"/>
                  </a:lnTo>
                  <a:lnTo>
                    <a:pt x="71" y="232"/>
                  </a:lnTo>
                  <a:lnTo>
                    <a:pt x="74" y="235"/>
                  </a:lnTo>
                  <a:lnTo>
                    <a:pt x="76" y="235"/>
                  </a:lnTo>
                  <a:lnTo>
                    <a:pt x="78" y="235"/>
                  </a:lnTo>
                  <a:lnTo>
                    <a:pt x="78" y="235"/>
                  </a:lnTo>
                  <a:lnTo>
                    <a:pt x="78" y="235"/>
                  </a:lnTo>
                  <a:lnTo>
                    <a:pt x="78" y="235"/>
                  </a:lnTo>
                  <a:lnTo>
                    <a:pt x="78" y="237"/>
                  </a:lnTo>
                  <a:lnTo>
                    <a:pt x="81" y="237"/>
                  </a:lnTo>
                  <a:lnTo>
                    <a:pt x="81" y="237"/>
                  </a:lnTo>
                  <a:lnTo>
                    <a:pt x="81" y="237"/>
                  </a:lnTo>
                  <a:lnTo>
                    <a:pt x="81" y="239"/>
                  </a:lnTo>
                  <a:lnTo>
                    <a:pt x="81" y="242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3" y="239"/>
                  </a:lnTo>
                  <a:lnTo>
                    <a:pt x="86" y="239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6" y="242"/>
                  </a:lnTo>
                  <a:lnTo>
                    <a:pt x="86" y="242"/>
                  </a:lnTo>
                  <a:lnTo>
                    <a:pt x="90" y="244"/>
                  </a:lnTo>
                  <a:lnTo>
                    <a:pt x="88" y="246"/>
                  </a:lnTo>
                  <a:lnTo>
                    <a:pt x="88" y="246"/>
                  </a:lnTo>
                  <a:lnTo>
                    <a:pt x="86" y="246"/>
                  </a:lnTo>
                  <a:lnTo>
                    <a:pt x="88" y="246"/>
                  </a:lnTo>
                  <a:lnTo>
                    <a:pt x="88" y="249"/>
                  </a:lnTo>
                  <a:lnTo>
                    <a:pt x="90" y="249"/>
                  </a:lnTo>
                  <a:lnTo>
                    <a:pt x="90" y="251"/>
                  </a:lnTo>
                  <a:lnTo>
                    <a:pt x="95" y="251"/>
                  </a:lnTo>
                  <a:lnTo>
                    <a:pt x="95" y="251"/>
                  </a:lnTo>
                  <a:lnTo>
                    <a:pt x="93" y="251"/>
                  </a:lnTo>
                  <a:lnTo>
                    <a:pt x="93" y="251"/>
                  </a:lnTo>
                  <a:lnTo>
                    <a:pt x="93" y="251"/>
                  </a:lnTo>
                  <a:lnTo>
                    <a:pt x="90" y="254"/>
                  </a:lnTo>
                  <a:lnTo>
                    <a:pt x="90" y="254"/>
                  </a:lnTo>
                  <a:lnTo>
                    <a:pt x="90" y="254"/>
                  </a:lnTo>
                  <a:lnTo>
                    <a:pt x="90" y="254"/>
                  </a:lnTo>
                  <a:lnTo>
                    <a:pt x="88" y="254"/>
                  </a:lnTo>
                  <a:lnTo>
                    <a:pt x="88" y="256"/>
                  </a:lnTo>
                  <a:lnTo>
                    <a:pt x="88" y="256"/>
                  </a:lnTo>
                  <a:lnTo>
                    <a:pt x="88" y="256"/>
                  </a:lnTo>
                  <a:lnTo>
                    <a:pt x="88" y="256"/>
                  </a:lnTo>
                  <a:lnTo>
                    <a:pt x="88" y="258"/>
                  </a:lnTo>
                  <a:lnTo>
                    <a:pt x="88" y="258"/>
                  </a:lnTo>
                  <a:lnTo>
                    <a:pt x="88" y="261"/>
                  </a:lnTo>
                  <a:lnTo>
                    <a:pt x="88" y="258"/>
                  </a:lnTo>
                  <a:lnTo>
                    <a:pt x="90" y="258"/>
                  </a:lnTo>
                  <a:lnTo>
                    <a:pt x="90" y="261"/>
                  </a:lnTo>
                  <a:lnTo>
                    <a:pt x="90" y="261"/>
                  </a:lnTo>
                  <a:lnTo>
                    <a:pt x="95" y="258"/>
                  </a:lnTo>
                  <a:lnTo>
                    <a:pt x="97" y="258"/>
                  </a:lnTo>
                  <a:lnTo>
                    <a:pt x="97" y="258"/>
                  </a:lnTo>
                  <a:lnTo>
                    <a:pt x="97" y="256"/>
                  </a:lnTo>
                  <a:lnTo>
                    <a:pt x="97" y="256"/>
                  </a:lnTo>
                  <a:lnTo>
                    <a:pt x="97" y="256"/>
                  </a:lnTo>
                  <a:lnTo>
                    <a:pt x="97" y="256"/>
                  </a:lnTo>
                  <a:lnTo>
                    <a:pt x="100" y="256"/>
                  </a:lnTo>
                  <a:lnTo>
                    <a:pt x="100" y="256"/>
                  </a:lnTo>
                  <a:lnTo>
                    <a:pt x="100" y="258"/>
                  </a:lnTo>
                  <a:lnTo>
                    <a:pt x="102" y="258"/>
                  </a:lnTo>
                  <a:lnTo>
                    <a:pt x="102" y="258"/>
                  </a:lnTo>
                  <a:lnTo>
                    <a:pt x="104" y="256"/>
                  </a:lnTo>
                  <a:lnTo>
                    <a:pt x="107" y="254"/>
                  </a:lnTo>
                  <a:lnTo>
                    <a:pt x="107" y="256"/>
                  </a:lnTo>
                  <a:lnTo>
                    <a:pt x="104" y="258"/>
                  </a:lnTo>
                  <a:lnTo>
                    <a:pt x="104" y="258"/>
                  </a:lnTo>
                  <a:lnTo>
                    <a:pt x="102" y="258"/>
                  </a:lnTo>
                  <a:lnTo>
                    <a:pt x="102" y="261"/>
                  </a:lnTo>
                  <a:lnTo>
                    <a:pt x="104" y="261"/>
                  </a:lnTo>
                  <a:lnTo>
                    <a:pt x="104" y="261"/>
                  </a:lnTo>
                  <a:lnTo>
                    <a:pt x="107" y="261"/>
                  </a:lnTo>
                  <a:lnTo>
                    <a:pt x="107" y="261"/>
                  </a:lnTo>
                  <a:lnTo>
                    <a:pt x="104" y="261"/>
                  </a:lnTo>
                  <a:lnTo>
                    <a:pt x="102" y="261"/>
                  </a:lnTo>
                  <a:lnTo>
                    <a:pt x="102" y="263"/>
                  </a:lnTo>
                  <a:lnTo>
                    <a:pt x="104" y="263"/>
                  </a:lnTo>
                  <a:lnTo>
                    <a:pt x="104" y="263"/>
                  </a:lnTo>
                  <a:lnTo>
                    <a:pt x="102" y="263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0" y="268"/>
                  </a:lnTo>
                  <a:lnTo>
                    <a:pt x="100" y="270"/>
                  </a:lnTo>
                  <a:lnTo>
                    <a:pt x="100" y="270"/>
                  </a:lnTo>
                  <a:lnTo>
                    <a:pt x="102" y="270"/>
                  </a:lnTo>
                  <a:lnTo>
                    <a:pt x="102" y="270"/>
                  </a:lnTo>
                  <a:lnTo>
                    <a:pt x="104" y="273"/>
                  </a:lnTo>
                  <a:lnTo>
                    <a:pt x="104" y="273"/>
                  </a:lnTo>
                  <a:lnTo>
                    <a:pt x="109" y="277"/>
                  </a:lnTo>
                  <a:lnTo>
                    <a:pt x="109" y="277"/>
                  </a:lnTo>
                  <a:lnTo>
                    <a:pt x="109" y="280"/>
                  </a:lnTo>
                  <a:lnTo>
                    <a:pt x="109" y="280"/>
                  </a:lnTo>
                  <a:lnTo>
                    <a:pt x="104" y="280"/>
                  </a:lnTo>
                  <a:lnTo>
                    <a:pt x="104" y="280"/>
                  </a:lnTo>
                  <a:lnTo>
                    <a:pt x="104" y="282"/>
                  </a:lnTo>
                  <a:lnTo>
                    <a:pt x="104" y="282"/>
                  </a:lnTo>
                  <a:lnTo>
                    <a:pt x="104" y="284"/>
                  </a:lnTo>
                  <a:lnTo>
                    <a:pt x="104" y="284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0" y="284"/>
                  </a:lnTo>
                  <a:lnTo>
                    <a:pt x="100" y="287"/>
                  </a:lnTo>
                  <a:lnTo>
                    <a:pt x="102" y="287"/>
                  </a:lnTo>
                  <a:lnTo>
                    <a:pt x="102" y="287"/>
                  </a:lnTo>
                  <a:lnTo>
                    <a:pt x="102" y="287"/>
                  </a:lnTo>
                  <a:lnTo>
                    <a:pt x="104" y="287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91"/>
                  </a:lnTo>
                  <a:lnTo>
                    <a:pt x="102" y="291"/>
                  </a:lnTo>
                  <a:lnTo>
                    <a:pt x="102" y="291"/>
                  </a:lnTo>
                  <a:lnTo>
                    <a:pt x="104" y="291"/>
                  </a:lnTo>
                  <a:lnTo>
                    <a:pt x="107" y="291"/>
                  </a:lnTo>
                  <a:lnTo>
                    <a:pt x="107" y="291"/>
                  </a:lnTo>
                  <a:lnTo>
                    <a:pt x="107" y="294"/>
                  </a:lnTo>
                  <a:lnTo>
                    <a:pt x="109" y="294"/>
                  </a:lnTo>
                  <a:lnTo>
                    <a:pt x="109" y="296"/>
                  </a:lnTo>
                  <a:lnTo>
                    <a:pt x="109" y="296"/>
                  </a:lnTo>
                  <a:lnTo>
                    <a:pt x="112" y="299"/>
                  </a:lnTo>
                  <a:lnTo>
                    <a:pt x="116" y="299"/>
                  </a:lnTo>
                  <a:lnTo>
                    <a:pt x="116" y="299"/>
                  </a:lnTo>
                  <a:lnTo>
                    <a:pt x="112" y="299"/>
                  </a:lnTo>
                  <a:lnTo>
                    <a:pt x="109" y="299"/>
                  </a:lnTo>
                  <a:lnTo>
                    <a:pt x="107" y="299"/>
                  </a:lnTo>
                  <a:lnTo>
                    <a:pt x="107" y="296"/>
                  </a:lnTo>
                  <a:lnTo>
                    <a:pt x="107" y="294"/>
                  </a:lnTo>
                  <a:lnTo>
                    <a:pt x="102" y="291"/>
                  </a:lnTo>
                  <a:lnTo>
                    <a:pt x="102" y="291"/>
                  </a:lnTo>
                  <a:lnTo>
                    <a:pt x="100" y="291"/>
                  </a:lnTo>
                  <a:lnTo>
                    <a:pt x="100" y="291"/>
                  </a:lnTo>
                  <a:lnTo>
                    <a:pt x="100" y="291"/>
                  </a:lnTo>
                  <a:lnTo>
                    <a:pt x="100" y="291"/>
                  </a:lnTo>
                  <a:lnTo>
                    <a:pt x="100" y="294"/>
                  </a:lnTo>
                  <a:lnTo>
                    <a:pt x="97" y="294"/>
                  </a:lnTo>
                  <a:lnTo>
                    <a:pt x="97" y="294"/>
                  </a:lnTo>
                  <a:lnTo>
                    <a:pt x="95" y="291"/>
                  </a:lnTo>
                  <a:lnTo>
                    <a:pt x="95" y="291"/>
                  </a:lnTo>
                  <a:lnTo>
                    <a:pt x="90" y="291"/>
                  </a:lnTo>
                  <a:lnTo>
                    <a:pt x="93" y="291"/>
                  </a:lnTo>
                  <a:lnTo>
                    <a:pt x="93" y="294"/>
                  </a:lnTo>
                  <a:lnTo>
                    <a:pt x="93" y="294"/>
                  </a:lnTo>
                  <a:lnTo>
                    <a:pt x="93" y="294"/>
                  </a:lnTo>
                  <a:lnTo>
                    <a:pt x="93" y="294"/>
                  </a:lnTo>
                  <a:lnTo>
                    <a:pt x="90" y="294"/>
                  </a:lnTo>
                  <a:lnTo>
                    <a:pt x="93" y="296"/>
                  </a:lnTo>
                  <a:lnTo>
                    <a:pt x="93" y="296"/>
                  </a:lnTo>
                  <a:lnTo>
                    <a:pt x="93" y="299"/>
                  </a:lnTo>
                  <a:lnTo>
                    <a:pt x="95" y="299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303"/>
                  </a:lnTo>
                  <a:lnTo>
                    <a:pt x="97" y="303"/>
                  </a:lnTo>
                  <a:lnTo>
                    <a:pt x="97" y="306"/>
                  </a:lnTo>
                  <a:lnTo>
                    <a:pt x="97" y="306"/>
                  </a:lnTo>
                  <a:lnTo>
                    <a:pt x="95" y="310"/>
                  </a:lnTo>
                  <a:lnTo>
                    <a:pt x="93" y="313"/>
                  </a:lnTo>
                  <a:lnTo>
                    <a:pt x="95" y="315"/>
                  </a:lnTo>
                  <a:lnTo>
                    <a:pt x="95" y="315"/>
                  </a:lnTo>
                  <a:lnTo>
                    <a:pt x="95" y="315"/>
                  </a:lnTo>
                  <a:lnTo>
                    <a:pt x="95" y="318"/>
                  </a:lnTo>
                  <a:lnTo>
                    <a:pt x="93" y="318"/>
                  </a:lnTo>
                  <a:lnTo>
                    <a:pt x="93" y="320"/>
                  </a:lnTo>
                  <a:lnTo>
                    <a:pt x="95" y="320"/>
                  </a:lnTo>
                  <a:lnTo>
                    <a:pt x="95" y="320"/>
                  </a:lnTo>
                  <a:lnTo>
                    <a:pt x="95" y="320"/>
                  </a:lnTo>
                  <a:lnTo>
                    <a:pt x="97" y="320"/>
                  </a:lnTo>
                  <a:lnTo>
                    <a:pt x="97" y="318"/>
                  </a:lnTo>
                  <a:lnTo>
                    <a:pt x="100" y="315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4" y="318"/>
                  </a:lnTo>
                  <a:lnTo>
                    <a:pt x="104" y="318"/>
                  </a:lnTo>
                  <a:lnTo>
                    <a:pt x="100" y="320"/>
                  </a:lnTo>
                  <a:lnTo>
                    <a:pt x="100" y="322"/>
                  </a:lnTo>
                  <a:lnTo>
                    <a:pt x="102" y="322"/>
                  </a:lnTo>
                  <a:lnTo>
                    <a:pt x="102" y="325"/>
                  </a:lnTo>
                  <a:lnTo>
                    <a:pt x="102" y="325"/>
                  </a:lnTo>
                  <a:lnTo>
                    <a:pt x="102" y="327"/>
                  </a:lnTo>
                  <a:lnTo>
                    <a:pt x="97" y="327"/>
                  </a:lnTo>
                  <a:lnTo>
                    <a:pt x="97" y="327"/>
                  </a:lnTo>
                  <a:lnTo>
                    <a:pt x="100" y="327"/>
                  </a:lnTo>
                  <a:lnTo>
                    <a:pt x="100" y="327"/>
                  </a:lnTo>
                  <a:lnTo>
                    <a:pt x="102" y="329"/>
                  </a:lnTo>
                  <a:lnTo>
                    <a:pt x="100" y="329"/>
                  </a:lnTo>
                  <a:lnTo>
                    <a:pt x="97" y="332"/>
                  </a:lnTo>
                  <a:lnTo>
                    <a:pt x="97" y="332"/>
                  </a:lnTo>
                  <a:lnTo>
                    <a:pt x="95" y="334"/>
                  </a:lnTo>
                  <a:lnTo>
                    <a:pt x="95" y="334"/>
                  </a:lnTo>
                  <a:lnTo>
                    <a:pt x="93" y="339"/>
                  </a:lnTo>
                  <a:lnTo>
                    <a:pt x="90" y="339"/>
                  </a:lnTo>
                  <a:lnTo>
                    <a:pt x="93" y="341"/>
                  </a:lnTo>
                  <a:lnTo>
                    <a:pt x="93" y="344"/>
                  </a:lnTo>
                  <a:lnTo>
                    <a:pt x="93" y="344"/>
                  </a:lnTo>
                  <a:lnTo>
                    <a:pt x="93" y="344"/>
                  </a:lnTo>
                  <a:lnTo>
                    <a:pt x="90" y="344"/>
                  </a:lnTo>
                  <a:lnTo>
                    <a:pt x="90" y="346"/>
                  </a:lnTo>
                  <a:lnTo>
                    <a:pt x="93" y="346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51"/>
                  </a:lnTo>
                  <a:lnTo>
                    <a:pt x="90" y="351"/>
                  </a:lnTo>
                  <a:lnTo>
                    <a:pt x="90" y="348"/>
                  </a:lnTo>
                  <a:lnTo>
                    <a:pt x="88" y="351"/>
                  </a:lnTo>
                  <a:lnTo>
                    <a:pt x="90" y="353"/>
                  </a:lnTo>
                  <a:lnTo>
                    <a:pt x="90" y="353"/>
                  </a:lnTo>
                  <a:lnTo>
                    <a:pt x="90" y="355"/>
                  </a:lnTo>
                  <a:lnTo>
                    <a:pt x="90" y="355"/>
                  </a:lnTo>
                  <a:lnTo>
                    <a:pt x="90" y="353"/>
                  </a:lnTo>
                  <a:lnTo>
                    <a:pt x="88" y="353"/>
                  </a:lnTo>
                  <a:lnTo>
                    <a:pt x="88" y="353"/>
                  </a:lnTo>
                  <a:lnTo>
                    <a:pt x="88" y="355"/>
                  </a:lnTo>
                  <a:lnTo>
                    <a:pt x="88" y="355"/>
                  </a:lnTo>
                  <a:lnTo>
                    <a:pt x="88" y="355"/>
                  </a:lnTo>
                  <a:lnTo>
                    <a:pt x="88" y="355"/>
                  </a:lnTo>
                  <a:lnTo>
                    <a:pt x="88" y="358"/>
                  </a:lnTo>
                  <a:lnTo>
                    <a:pt x="88" y="358"/>
                  </a:lnTo>
                  <a:lnTo>
                    <a:pt x="88" y="358"/>
                  </a:lnTo>
                  <a:lnTo>
                    <a:pt x="88" y="358"/>
                  </a:lnTo>
                  <a:lnTo>
                    <a:pt x="88" y="360"/>
                  </a:lnTo>
                  <a:lnTo>
                    <a:pt x="88" y="360"/>
                  </a:lnTo>
                  <a:lnTo>
                    <a:pt x="88" y="362"/>
                  </a:lnTo>
                  <a:lnTo>
                    <a:pt x="88" y="362"/>
                  </a:lnTo>
                  <a:lnTo>
                    <a:pt x="88" y="362"/>
                  </a:lnTo>
                  <a:lnTo>
                    <a:pt x="88" y="362"/>
                  </a:lnTo>
                  <a:lnTo>
                    <a:pt x="88" y="360"/>
                  </a:lnTo>
                  <a:lnTo>
                    <a:pt x="90" y="360"/>
                  </a:lnTo>
                  <a:lnTo>
                    <a:pt x="90" y="360"/>
                  </a:lnTo>
                  <a:lnTo>
                    <a:pt x="90" y="362"/>
                  </a:lnTo>
                  <a:lnTo>
                    <a:pt x="90" y="365"/>
                  </a:lnTo>
                  <a:lnTo>
                    <a:pt x="90" y="365"/>
                  </a:lnTo>
                  <a:lnTo>
                    <a:pt x="90" y="365"/>
                  </a:lnTo>
                  <a:lnTo>
                    <a:pt x="90" y="367"/>
                  </a:lnTo>
                  <a:lnTo>
                    <a:pt x="90" y="367"/>
                  </a:lnTo>
                  <a:lnTo>
                    <a:pt x="88" y="367"/>
                  </a:lnTo>
                  <a:lnTo>
                    <a:pt x="88" y="370"/>
                  </a:lnTo>
                  <a:lnTo>
                    <a:pt x="88" y="367"/>
                  </a:lnTo>
                  <a:lnTo>
                    <a:pt x="88" y="367"/>
                  </a:lnTo>
                  <a:lnTo>
                    <a:pt x="88" y="365"/>
                  </a:lnTo>
                  <a:lnTo>
                    <a:pt x="88" y="365"/>
                  </a:lnTo>
                  <a:lnTo>
                    <a:pt x="86" y="365"/>
                  </a:lnTo>
                  <a:lnTo>
                    <a:pt x="86" y="365"/>
                  </a:lnTo>
                  <a:lnTo>
                    <a:pt x="83" y="365"/>
                  </a:lnTo>
                  <a:lnTo>
                    <a:pt x="83" y="367"/>
                  </a:lnTo>
                  <a:lnTo>
                    <a:pt x="86" y="370"/>
                  </a:lnTo>
                  <a:lnTo>
                    <a:pt x="83" y="370"/>
                  </a:lnTo>
                  <a:lnTo>
                    <a:pt x="83" y="370"/>
                  </a:lnTo>
                  <a:lnTo>
                    <a:pt x="81" y="367"/>
                  </a:lnTo>
                  <a:lnTo>
                    <a:pt x="81" y="367"/>
                  </a:lnTo>
                  <a:lnTo>
                    <a:pt x="78" y="367"/>
                  </a:lnTo>
                  <a:lnTo>
                    <a:pt x="78" y="367"/>
                  </a:lnTo>
                  <a:lnTo>
                    <a:pt x="78" y="370"/>
                  </a:lnTo>
                  <a:lnTo>
                    <a:pt x="81" y="367"/>
                  </a:lnTo>
                  <a:lnTo>
                    <a:pt x="81" y="370"/>
                  </a:lnTo>
                  <a:lnTo>
                    <a:pt x="81" y="370"/>
                  </a:lnTo>
                  <a:lnTo>
                    <a:pt x="81" y="370"/>
                  </a:lnTo>
                  <a:lnTo>
                    <a:pt x="81" y="372"/>
                  </a:lnTo>
                  <a:lnTo>
                    <a:pt x="81" y="374"/>
                  </a:lnTo>
                  <a:lnTo>
                    <a:pt x="83" y="377"/>
                  </a:lnTo>
                  <a:lnTo>
                    <a:pt x="83" y="377"/>
                  </a:lnTo>
                  <a:lnTo>
                    <a:pt x="86" y="377"/>
                  </a:lnTo>
                  <a:lnTo>
                    <a:pt x="86" y="379"/>
                  </a:lnTo>
                  <a:lnTo>
                    <a:pt x="86" y="379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3" y="381"/>
                  </a:lnTo>
                  <a:lnTo>
                    <a:pt x="83" y="381"/>
                  </a:lnTo>
                  <a:lnTo>
                    <a:pt x="83" y="384"/>
                  </a:lnTo>
                  <a:lnTo>
                    <a:pt x="83" y="384"/>
                  </a:lnTo>
                  <a:lnTo>
                    <a:pt x="86" y="384"/>
                  </a:lnTo>
                  <a:lnTo>
                    <a:pt x="88" y="386"/>
                  </a:lnTo>
                  <a:lnTo>
                    <a:pt x="88" y="386"/>
                  </a:lnTo>
                  <a:lnTo>
                    <a:pt x="88" y="386"/>
                  </a:lnTo>
                  <a:lnTo>
                    <a:pt x="90" y="389"/>
                  </a:lnTo>
                  <a:lnTo>
                    <a:pt x="90" y="389"/>
                  </a:lnTo>
                  <a:lnTo>
                    <a:pt x="88" y="389"/>
                  </a:lnTo>
                  <a:lnTo>
                    <a:pt x="88" y="389"/>
                  </a:lnTo>
                  <a:lnTo>
                    <a:pt x="88" y="389"/>
                  </a:lnTo>
                  <a:lnTo>
                    <a:pt x="88" y="391"/>
                  </a:lnTo>
                  <a:lnTo>
                    <a:pt x="88" y="391"/>
                  </a:lnTo>
                  <a:lnTo>
                    <a:pt x="86" y="391"/>
                  </a:lnTo>
                  <a:lnTo>
                    <a:pt x="86" y="391"/>
                  </a:lnTo>
                  <a:lnTo>
                    <a:pt x="86" y="393"/>
                  </a:lnTo>
                  <a:lnTo>
                    <a:pt x="86" y="393"/>
                  </a:lnTo>
                  <a:lnTo>
                    <a:pt x="86" y="396"/>
                  </a:lnTo>
                  <a:lnTo>
                    <a:pt x="88" y="396"/>
                  </a:lnTo>
                  <a:lnTo>
                    <a:pt x="88" y="398"/>
                  </a:lnTo>
                  <a:lnTo>
                    <a:pt x="90" y="398"/>
                  </a:lnTo>
                  <a:lnTo>
                    <a:pt x="90" y="396"/>
                  </a:lnTo>
                  <a:lnTo>
                    <a:pt x="93" y="396"/>
                  </a:lnTo>
                  <a:lnTo>
                    <a:pt x="93" y="396"/>
                  </a:lnTo>
                  <a:lnTo>
                    <a:pt x="93" y="398"/>
                  </a:lnTo>
                  <a:lnTo>
                    <a:pt x="93" y="398"/>
                  </a:lnTo>
                  <a:lnTo>
                    <a:pt x="95" y="398"/>
                  </a:lnTo>
                  <a:lnTo>
                    <a:pt x="95" y="398"/>
                  </a:lnTo>
                  <a:lnTo>
                    <a:pt x="95" y="398"/>
                  </a:lnTo>
                  <a:lnTo>
                    <a:pt x="97" y="400"/>
                  </a:lnTo>
                  <a:lnTo>
                    <a:pt x="97" y="400"/>
                  </a:lnTo>
                  <a:lnTo>
                    <a:pt x="100" y="400"/>
                  </a:lnTo>
                  <a:lnTo>
                    <a:pt x="100" y="400"/>
                  </a:lnTo>
                  <a:lnTo>
                    <a:pt x="97" y="398"/>
                  </a:lnTo>
                  <a:lnTo>
                    <a:pt x="95" y="396"/>
                  </a:lnTo>
                  <a:lnTo>
                    <a:pt x="93" y="396"/>
                  </a:lnTo>
                  <a:lnTo>
                    <a:pt x="95" y="393"/>
                  </a:lnTo>
                  <a:lnTo>
                    <a:pt x="97" y="396"/>
                  </a:lnTo>
                  <a:lnTo>
                    <a:pt x="100" y="398"/>
                  </a:lnTo>
                  <a:lnTo>
                    <a:pt x="102" y="400"/>
                  </a:lnTo>
                  <a:lnTo>
                    <a:pt x="102" y="400"/>
                  </a:lnTo>
                  <a:lnTo>
                    <a:pt x="104" y="400"/>
                  </a:lnTo>
                  <a:lnTo>
                    <a:pt x="107" y="403"/>
                  </a:lnTo>
                  <a:lnTo>
                    <a:pt x="109" y="403"/>
                  </a:lnTo>
                  <a:lnTo>
                    <a:pt x="112" y="405"/>
                  </a:lnTo>
                  <a:lnTo>
                    <a:pt x="112" y="405"/>
                  </a:lnTo>
                  <a:lnTo>
                    <a:pt x="112" y="405"/>
                  </a:lnTo>
                  <a:lnTo>
                    <a:pt x="114" y="405"/>
                  </a:lnTo>
                  <a:lnTo>
                    <a:pt x="114" y="405"/>
                  </a:lnTo>
                  <a:lnTo>
                    <a:pt x="116" y="405"/>
                  </a:lnTo>
                  <a:lnTo>
                    <a:pt x="116" y="405"/>
                  </a:lnTo>
                  <a:lnTo>
                    <a:pt x="119" y="405"/>
                  </a:lnTo>
                  <a:lnTo>
                    <a:pt x="119" y="407"/>
                  </a:lnTo>
                  <a:lnTo>
                    <a:pt x="119" y="410"/>
                  </a:lnTo>
                  <a:lnTo>
                    <a:pt x="119" y="410"/>
                  </a:lnTo>
                  <a:lnTo>
                    <a:pt x="121" y="410"/>
                  </a:lnTo>
                  <a:lnTo>
                    <a:pt x="131" y="412"/>
                  </a:lnTo>
                  <a:lnTo>
                    <a:pt x="135" y="415"/>
                  </a:lnTo>
                  <a:lnTo>
                    <a:pt x="135" y="415"/>
                  </a:lnTo>
                  <a:lnTo>
                    <a:pt x="140" y="415"/>
                  </a:lnTo>
                  <a:lnTo>
                    <a:pt x="140" y="415"/>
                  </a:lnTo>
                  <a:lnTo>
                    <a:pt x="145" y="417"/>
                  </a:lnTo>
                  <a:lnTo>
                    <a:pt x="149" y="417"/>
                  </a:lnTo>
                  <a:lnTo>
                    <a:pt x="149" y="417"/>
                  </a:lnTo>
                  <a:lnTo>
                    <a:pt x="149" y="419"/>
                  </a:lnTo>
                  <a:lnTo>
                    <a:pt x="149" y="419"/>
                  </a:lnTo>
                  <a:lnTo>
                    <a:pt x="149" y="419"/>
                  </a:lnTo>
                  <a:lnTo>
                    <a:pt x="149" y="422"/>
                  </a:lnTo>
                  <a:lnTo>
                    <a:pt x="152" y="422"/>
                  </a:lnTo>
                  <a:lnTo>
                    <a:pt x="154" y="422"/>
                  </a:lnTo>
                  <a:lnTo>
                    <a:pt x="154" y="422"/>
                  </a:lnTo>
                  <a:lnTo>
                    <a:pt x="154" y="422"/>
                  </a:lnTo>
                  <a:lnTo>
                    <a:pt x="157" y="424"/>
                  </a:lnTo>
                  <a:lnTo>
                    <a:pt x="157" y="424"/>
                  </a:lnTo>
                  <a:lnTo>
                    <a:pt x="159" y="424"/>
                  </a:lnTo>
                  <a:lnTo>
                    <a:pt x="161" y="424"/>
                  </a:lnTo>
                  <a:lnTo>
                    <a:pt x="161" y="424"/>
                  </a:lnTo>
                  <a:lnTo>
                    <a:pt x="166" y="426"/>
                  </a:lnTo>
                  <a:lnTo>
                    <a:pt x="168" y="429"/>
                  </a:lnTo>
                  <a:lnTo>
                    <a:pt x="168" y="431"/>
                  </a:lnTo>
                  <a:lnTo>
                    <a:pt x="171" y="431"/>
                  </a:lnTo>
                  <a:lnTo>
                    <a:pt x="171" y="433"/>
                  </a:lnTo>
                  <a:lnTo>
                    <a:pt x="171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5" y="433"/>
                  </a:lnTo>
                  <a:lnTo>
                    <a:pt x="175" y="436"/>
                  </a:lnTo>
                  <a:lnTo>
                    <a:pt x="180" y="441"/>
                  </a:lnTo>
                  <a:lnTo>
                    <a:pt x="180" y="441"/>
                  </a:lnTo>
                  <a:lnTo>
                    <a:pt x="180" y="441"/>
                  </a:lnTo>
                  <a:lnTo>
                    <a:pt x="180" y="441"/>
                  </a:lnTo>
                  <a:lnTo>
                    <a:pt x="183" y="443"/>
                  </a:lnTo>
                  <a:lnTo>
                    <a:pt x="185" y="443"/>
                  </a:lnTo>
                  <a:lnTo>
                    <a:pt x="185" y="445"/>
                  </a:lnTo>
                  <a:lnTo>
                    <a:pt x="185" y="445"/>
                  </a:lnTo>
                  <a:lnTo>
                    <a:pt x="187" y="448"/>
                  </a:lnTo>
                  <a:lnTo>
                    <a:pt x="187" y="448"/>
                  </a:lnTo>
                  <a:lnTo>
                    <a:pt x="187" y="448"/>
                  </a:lnTo>
                  <a:lnTo>
                    <a:pt x="190" y="450"/>
                  </a:lnTo>
                  <a:lnTo>
                    <a:pt x="194" y="455"/>
                  </a:lnTo>
                  <a:lnTo>
                    <a:pt x="197" y="460"/>
                  </a:lnTo>
                  <a:lnTo>
                    <a:pt x="197" y="460"/>
                  </a:lnTo>
                  <a:lnTo>
                    <a:pt x="199" y="464"/>
                  </a:lnTo>
                  <a:lnTo>
                    <a:pt x="204" y="467"/>
                  </a:lnTo>
                  <a:lnTo>
                    <a:pt x="204" y="469"/>
                  </a:lnTo>
                  <a:lnTo>
                    <a:pt x="206" y="469"/>
                  </a:lnTo>
                  <a:lnTo>
                    <a:pt x="206" y="469"/>
                  </a:lnTo>
                  <a:lnTo>
                    <a:pt x="206" y="471"/>
                  </a:lnTo>
                  <a:lnTo>
                    <a:pt x="206" y="471"/>
                  </a:lnTo>
                  <a:lnTo>
                    <a:pt x="206" y="471"/>
                  </a:lnTo>
                  <a:lnTo>
                    <a:pt x="206" y="471"/>
                  </a:lnTo>
                  <a:lnTo>
                    <a:pt x="206" y="474"/>
                  </a:lnTo>
                  <a:lnTo>
                    <a:pt x="209" y="474"/>
                  </a:lnTo>
                  <a:lnTo>
                    <a:pt x="209" y="474"/>
                  </a:lnTo>
                  <a:lnTo>
                    <a:pt x="209" y="474"/>
                  </a:lnTo>
                  <a:lnTo>
                    <a:pt x="216" y="486"/>
                  </a:lnTo>
                  <a:lnTo>
                    <a:pt x="220" y="493"/>
                  </a:lnTo>
                  <a:lnTo>
                    <a:pt x="220" y="495"/>
                  </a:lnTo>
                  <a:lnTo>
                    <a:pt x="220" y="495"/>
                  </a:lnTo>
                  <a:lnTo>
                    <a:pt x="223" y="495"/>
                  </a:lnTo>
                  <a:lnTo>
                    <a:pt x="223" y="497"/>
                  </a:lnTo>
                  <a:lnTo>
                    <a:pt x="223" y="497"/>
                  </a:lnTo>
                  <a:lnTo>
                    <a:pt x="223" y="497"/>
                  </a:lnTo>
                  <a:lnTo>
                    <a:pt x="225" y="500"/>
                  </a:lnTo>
                  <a:lnTo>
                    <a:pt x="225" y="500"/>
                  </a:lnTo>
                  <a:lnTo>
                    <a:pt x="225" y="505"/>
                  </a:lnTo>
                  <a:lnTo>
                    <a:pt x="225" y="505"/>
                  </a:lnTo>
                  <a:lnTo>
                    <a:pt x="225" y="507"/>
                  </a:lnTo>
                  <a:lnTo>
                    <a:pt x="228" y="509"/>
                  </a:lnTo>
                  <a:lnTo>
                    <a:pt x="228" y="514"/>
                  </a:lnTo>
                  <a:lnTo>
                    <a:pt x="230" y="516"/>
                  </a:lnTo>
                  <a:lnTo>
                    <a:pt x="232" y="521"/>
                  </a:lnTo>
                  <a:lnTo>
                    <a:pt x="235" y="523"/>
                  </a:lnTo>
                  <a:lnTo>
                    <a:pt x="235" y="526"/>
                  </a:lnTo>
                  <a:lnTo>
                    <a:pt x="235" y="526"/>
                  </a:lnTo>
                  <a:lnTo>
                    <a:pt x="235" y="528"/>
                  </a:lnTo>
                  <a:lnTo>
                    <a:pt x="237" y="531"/>
                  </a:lnTo>
                  <a:lnTo>
                    <a:pt x="237" y="533"/>
                  </a:lnTo>
                  <a:lnTo>
                    <a:pt x="239" y="542"/>
                  </a:lnTo>
                  <a:lnTo>
                    <a:pt x="242" y="547"/>
                  </a:lnTo>
                  <a:lnTo>
                    <a:pt x="242" y="549"/>
                  </a:lnTo>
                  <a:lnTo>
                    <a:pt x="242" y="549"/>
                  </a:lnTo>
                  <a:lnTo>
                    <a:pt x="242" y="552"/>
                  </a:lnTo>
                  <a:lnTo>
                    <a:pt x="242" y="552"/>
                  </a:lnTo>
                  <a:lnTo>
                    <a:pt x="244" y="554"/>
                  </a:lnTo>
                  <a:lnTo>
                    <a:pt x="244" y="554"/>
                  </a:lnTo>
                  <a:lnTo>
                    <a:pt x="244" y="557"/>
                  </a:lnTo>
                  <a:lnTo>
                    <a:pt x="244" y="559"/>
                  </a:lnTo>
                  <a:lnTo>
                    <a:pt x="246" y="561"/>
                  </a:lnTo>
                  <a:lnTo>
                    <a:pt x="246" y="561"/>
                  </a:lnTo>
                  <a:lnTo>
                    <a:pt x="246" y="564"/>
                  </a:lnTo>
                  <a:lnTo>
                    <a:pt x="246" y="566"/>
                  </a:lnTo>
                  <a:lnTo>
                    <a:pt x="246" y="568"/>
                  </a:lnTo>
                  <a:lnTo>
                    <a:pt x="246" y="573"/>
                  </a:lnTo>
                  <a:lnTo>
                    <a:pt x="246" y="573"/>
                  </a:lnTo>
                  <a:lnTo>
                    <a:pt x="246" y="580"/>
                  </a:lnTo>
                  <a:lnTo>
                    <a:pt x="249" y="580"/>
                  </a:lnTo>
                  <a:lnTo>
                    <a:pt x="249" y="583"/>
                  </a:lnTo>
                  <a:lnTo>
                    <a:pt x="249" y="590"/>
                  </a:lnTo>
                  <a:lnTo>
                    <a:pt x="249" y="592"/>
                  </a:lnTo>
                  <a:lnTo>
                    <a:pt x="246" y="594"/>
                  </a:lnTo>
                  <a:lnTo>
                    <a:pt x="246" y="597"/>
                  </a:lnTo>
                  <a:lnTo>
                    <a:pt x="244" y="597"/>
                  </a:lnTo>
                  <a:lnTo>
                    <a:pt x="244" y="599"/>
                  </a:lnTo>
                  <a:lnTo>
                    <a:pt x="244" y="599"/>
                  </a:lnTo>
                  <a:lnTo>
                    <a:pt x="244" y="599"/>
                  </a:lnTo>
                  <a:lnTo>
                    <a:pt x="244" y="602"/>
                  </a:lnTo>
                  <a:lnTo>
                    <a:pt x="244" y="602"/>
                  </a:lnTo>
                  <a:lnTo>
                    <a:pt x="244" y="604"/>
                  </a:lnTo>
                  <a:lnTo>
                    <a:pt x="242" y="609"/>
                  </a:lnTo>
                  <a:lnTo>
                    <a:pt x="239" y="620"/>
                  </a:lnTo>
                  <a:lnTo>
                    <a:pt x="235" y="628"/>
                  </a:lnTo>
                  <a:lnTo>
                    <a:pt x="235" y="632"/>
                  </a:lnTo>
                  <a:lnTo>
                    <a:pt x="235" y="630"/>
                  </a:lnTo>
                  <a:lnTo>
                    <a:pt x="237" y="630"/>
                  </a:lnTo>
                  <a:lnTo>
                    <a:pt x="237" y="628"/>
                  </a:lnTo>
                  <a:lnTo>
                    <a:pt x="237" y="628"/>
                  </a:lnTo>
                  <a:lnTo>
                    <a:pt x="239" y="628"/>
                  </a:lnTo>
                  <a:lnTo>
                    <a:pt x="239" y="628"/>
                  </a:lnTo>
                  <a:lnTo>
                    <a:pt x="239" y="630"/>
                  </a:lnTo>
                  <a:lnTo>
                    <a:pt x="237" y="632"/>
                  </a:lnTo>
                  <a:lnTo>
                    <a:pt x="237" y="635"/>
                  </a:lnTo>
                  <a:lnTo>
                    <a:pt x="235" y="639"/>
                  </a:lnTo>
                  <a:lnTo>
                    <a:pt x="220" y="665"/>
                  </a:lnTo>
                  <a:lnTo>
                    <a:pt x="220" y="665"/>
                  </a:lnTo>
                  <a:lnTo>
                    <a:pt x="220" y="665"/>
                  </a:lnTo>
                  <a:lnTo>
                    <a:pt x="218" y="675"/>
                  </a:lnTo>
                  <a:lnTo>
                    <a:pt x="216" y="677"/>
                  </a:lnTo>
                  <a:lnTo>
                    <a:pt x="213" y="680"/>
                  </a:lnTo>
                  <a:lnTo>
                    <a:pt x="209" y="687"/>
                  </a:lnTo>
                  <a:lnTo>
                    <a:pt x="206" y="687"/>
                  </a:lnTo>
                  <a:lnTo>
                    <a:pt x="206" y="687"/>
                  </a:lnTo>
                  <a:lnTo>
                    <a:pt x="201" y="692"/>
                  </a:lnTo>
                  <a:lnTo>
                    <a:pt x="199" y="699"/>
                  </a:lnTo>
                  <a:lnTo>
                    <a:pt x="199" y="699"/>
                  </a:lnTo>
                  <a:lnTo>
                    <a:pt x="199" y="699"/>
                  </a:lnTo>
                  <a:lnTo>
                    <a:pt x="197" y="701"/>
                  </a:lnTo>
                  <a:lnTo>
                    <a:pt x="194" y="703"/>
                  </a:lnTo>
                  <a:lnTo>
                    <a:pt x="194" y="706"/>
                  </a:lnTo>
                  <a:lnTo>
                    <a:pt x="194" y="706"/>
                  </a:lnTo>
                  <a:lnTo>
                    <a:pt x="192" y="706"/>
                  </a:lnTo>
                  <a:lnTo>
                    <a:pt x="190" y="710"/>
                  </a:lnTo>
                  <a:lnTo>
                    <a:pt x="187" y="710"/>
                  </a:lnTo>
                  <a:lnTo>
                    <a:pt x="185" y="713"/>
                  </a:lnTo>
                  <a:lnTo>
                    <a:pt x="185" y="713"/>
                  </a:lnTo>
                  <a:lnTo>
                    <a:pt x="183" y="715"/>
                  </a:lnTo>
                  <a:lnTo>
                    <a:pt x="183" y="718"/>
                  </a:lnTo>
                  <a:lnTo>
                    <a:pt x="180" y="718"/>
                  </a:lnTo>
                  <a:lnTo>
                    <a:pt x="178" y="720"/>
                  </a:lnTo>
                  <a:lnTo>
                    <a:pt x="173" y="722"/>
                  </a:lnTo>
                  <a:lnTo>
                    <a:pt x="173" y="725"/>
                  </a:lnTo>
                  <a:lnTo>
                    <a:pt x="171" y="729"/>
                  </a:lnTo>
                  <a:lnTo>
                    <a:pt x="171" y="729"/>
                  </a:lnTo>
                  <a:lnTo>
                    <a:pt x="154" y="739"/>
                  </a:lnTo>
                  <a:lnTo>
                    <a:pt x="154" y="741"/>
                  </a:lnTo>
                  <a:lnTo>
                    <a:pt x="154" y="741"/>
                  </a:lnTo>
                  <a:lnTo>
                    <a:pt x="152" y="741"/>
                  </a:lnTo>
                  <a:lnTo>
                    <a:pt x="152" y="741"/>
                  </a:lnTo>
                  <a:lnTo>
                    <a:pt x="149" y="744"/>
                  </a:lnTo>
                  <a:lnTo>
                    <a:pt x="147" y="744"/>
                  </a:lnTo>
                  <a:lnTo>
                    <a:pt x="147" y="746"/>
                  </a:lnTo>
                  <a:lnTo>
                    <a:pt x="145" y="746"/>
                  </a:lnTo>
                  <a:lnTo>
                    <a:pt x="145" y="746"/>
                  </a:lnTo>
                  <a:lnTo>
                    <a:pt x="145" y="746"/>
                  </a:lnTo>
                  <a:lnTo>
                    <a:pt x="142" y="748"/>
                  </a:lnTo>
                  <a:lnTo>
                    <a:pt x="142" y="748"/>
                  </a:lnTo>
                  <a:lnTo>
                    <a:pt x="140" y="751"/>
                  </a:lnTo>
                  <a:lnTo>
                    <a:pt x="140" y="751"/>
                  </a:lnTo>
                  <a:lnTo>
                    <a:pt x="140" y="751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51"/>
                  </a:lnTo>
                  <a:lnTo>
                    <a:pt x="140" y="751"/>
                  </a:lnTo>
                  <a:lnTo>
                    <a:pt x="140" y="753"/>
                  </a:lnTo>
                  <a:lnTo>
                    <a:pt x="140" y="753"/>
                  </a:lnTo>
                  <a:lnTo>
                    <a:pt x="138" y="753"/>
                  </a:lnTo>
                  <a:lnTo>
                    <a:pt x="135" y="755"/>
                  </a:lnTo>
                  <a:lnTo>
                    <a:pt x="135" y="758"/>
                  </a:lnTo>
                  <a:lnTo>
                    <a:pt x="135" y="758"/>
                  </a:lnTo>
                  <a:lnTo>
                    <a:pt x="138" y="755"/>
                  </a:lnTo>
                  <a:lnTo>
                    <a:pt x="140" y="755"/>
                  </a:lnTo>
                  <a:lnTo>
                    <a:pt x="138" y="755"/>
                  </a:lnTo>
                  <a:lnTo>
                    <a:pt x="140" y="755"/>
                  </a:lnTo>
                  <a:lnTo>
                    <a:pt x="140" y="755"/>
                  </a:lnTo>
                  <a:lnTo>
                    <a:pt x="140" y="755"/>
                  </a:lnTo>
                  <a:lnTo>
                    <a:pt x="140" y="755"/>
                  </a:lnTo>
                  <a:lnTo>
                    <a:pt x="140" y="758"/>
                  </a:lnTo>
                  <a:lnTo>
                    <a:pt x="140" y="758"/>
                  </a:lnTo>
                  <a:lnTo>
                    <a:pt x="145" y="758"/>
                  </a:lnTo>
                  <a:lnTo>
                    <a:pt x="145" y="758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2" y="763"/>
                  </a:lnTo>
                  <a:lnTo>
                    <a:pt x="145" y="763"/>
                  </a:lnTo>
                  <a:lnTo>
                    <a:pt x="145" y="763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7" y="758"/>
                  </a:lnTo>
                  <a:lnTo>
                    <a:pt x="147" y="758"/>
                  </a:lnTo>
                  <a:lnTo>
                    <a:pt x="149" y="760"/>
                  </a:lnTo>
                  <a:lnTo>
                    <a:pt x="149" y="760"/>
                  </a:lnTo>
                  <a:lnTo>
                    <a:pt x="147" y="763"/>
                  </a:lnTo>
                  <a:lnTo>
                    <a:pt x="145" y="763"/>
                  </a:lnTo>
                  <a:lnTo>
                    <a:pt x="145" y="763"/>
                  </a:lnTo>
                  <a:lnTo>
                    <a:pt x="147" y="763"/>
                  </a:lnTo>
                  <a:lnTo>
                    <a:pt x="149" y="765"/>
                  </a:lnTo>
                  <a:lnTo>
                    <a:pt x="149" y="767"/>
                  </a:lnTo>
                  <a:lnTo>
                    <a:pt x="149" y="767"/>
                  </a:lnTo>
                  <a:lnTo>
                    <a:pt x="149" y="767"/>
                  </a:lnTo>
                  <a:lnTo>
                    <a:pt x="149" y="767"/>
                  </a:lnTo>
                  <a:lnTo>
                    <a:pt x="152" y="767"/>
                  </a:lnTo>
                  <a:lnTo>
                    <a:pt x="152" y="767"/>
                  </a:lnTo>
                  <a:lnTo>
                    <a:pt x="152" y="767"/>
                  </a:lnTo>
                  <a:lnTo>
                    <a:pt x="152" y="770"/>
                  </a:lnTo>
                  <a:lnTo>
                    <a:pt x="152" y="770"/>
                  </a:lnTo>
                  <a:lnTo>
                    <a:pt x="154" y="770"/>
                  </a:lnTo>
                  <a:lnTo>
                    <a:pt x="154" y="770"/>
                  </a:lnTo>
                  <a:lnTo>
                    <a:pt x="154" y="772"/>
                  </a:lnTo>
                  <a:lnTo>
                    <a:pt x="154" y="774"/>
                  </a:lnTo>
                  <a:lnTo>
                    <a:pt x="154" y="774"/>
                  </a:lnTo>
                  <a:lnTo>
                    <a:pt x="157" y="774"/>
                  </a:lnTo>
                  <a:lnTo>
                    <a:pt x="157" y="774"/>
                  </a:lnTo>
                  <a:lnTo>
                    <a:pt x="157" y="774"/>
                  </a:lnTo>
                  <a:lnTo>
                    <a:pt x="154" y="774"/>
                  </a:lnTo>
                  <a:lnTo>
                    <a:pt x="154" y="774"/>
                  </a:lnTo>
                  <a:lnTo>
                    <a:pt x="154" y="777"/>
                  </a:lnTo>
                  <a:lnTo>
                    <a:pt x="154" y="777"/>
                  </a:lnTo>
                  <a:lnTo>
                    <a:pt x="157" y="777"/>
                  </a:lnTo>
                  <a:lnTo>
                    <a:pt x="154" y="777"/>
                  </a:lnTo>
                  <a:lnTo>
                    <a:pt x="154" y="777"/>
                  </a:lnTo>
                  <a:lnTo>
                    <a:pt x="154" y="779"/>
                  </a:lnTo>
                  <a:lnTo>
                    <a:pt x="154" y="779"/>
                  </a:lnTo>
                  <a:lnTo>
                    <a:pt x="157" y="779"/>
                  </a:lnTo>
                  <a:lnTo>
                    <a:pt x="159" y="779"/>
                  </a:lnTo>
                  <a:lnTo>
                    <a:pt x="159" y="781"/>
                  </a:lnTo>
                  <a:lnTo>
                    <a:pt x="159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6"/>
                  </a:lnTo>
                  <a:lnTo>
                    <a:pt x="164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6" y="786"/>
                  </a:lnTo>
                  <a:lnTo>
                    <a:pt x="166" y="789"/>
                  </a:lnTo>
                  <a:lnTo>
                    <a:pt x="168" y="789"/>
                  </a:lnTo>
                  <a:lnTo>
                    <a:pt x="168" y="789"/>
                  </a:lnTo>
                  <a:lnTo>
                    <a:pt x="166" y="791"/>
                  </a:lnTo>
                  <a:lnTo>
                    <a:pt x="166" y="791"/>
                  </a:lnTo>
                  <a:lnTo>
                    <a:pt x="166" y="793"/>
                  </a:lnTo>
                  <a:lnTo>
                    <a:pt x="166" y="791"/>
                  </a:lnTo>
                  <a:lnTo>
                    <a:pt x="168" y="791"/>
                  </a:lnTo>
                  <a:lnTo>
                    <a:pt x="171" y="791"/>
                  </a:lnTo>
                  <a:lnTo>
                    <a:pt x="171" y="793"/>
                  </a:lnTo>
                  <a:lnTo>
                    <a:pt x="173" y="793"/>
                  </a:lnTo>
                  <a:lnTo>
                    <a:pt x="173" y="793"/>
                  </a:lnTo>
                  <a:lnTo>
                    <a:pt x="173" y="791"/>
                  </a:lnTo>
                  <a:lnTo>
                    <a:pt x="173" y="793"/>
                  </a:lnTo>
                  <a:lnTo>
                    <a:pt x="175" y="793"/>
                  </a:lnTo>
                  <a:lnTo>
                    <a:pt x="178" y="791"/>
                  </a:lnTo>
                  <a:lnTo>
                    <a:pt x="180" y="789"/>
                  </a:lnTo>
                  <a:lnTo>
                    <a:pt x="183" y="789"/>
                  </a:lnTo>
                  <a:lnTo>
                    <a:pt x="183" y="789"/>
                  </a:lnTo>
                  <a:lnTo>
                    <a:pt x="183" y="789"/>
                  </a:lnTo>
                  <a:lnTo>
                    <a:pt x="183" y="791"/>
                  </a:lnTo>
                  <a:lnTo>
                    <a:pt x="183" y="791"/>
                  </a:lnTo>
                  <a:lnTo>
                    <a:pt x="180" y="791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6"/>
                  </a:lnTo>
                  <a:lnTo>
                    <a:pt x="183" y="796"/>
                  </a:lnTo>
                  <a:lnTo>
                    <a:pt x="180" y="796"/>
                  </a:lnTo>
                  <a:lnTo>
                    <a:pt x="180" y="796"/>
                  </a:lnTo>
                  <a:lnTo>
                    <a:pt x="178" y="796"/>
                  </a:lnTo>
                  <a:lnTo>
                    <a:pt x="180" y="798"/>
                  </a:lnTo>
                  <a:lnTo>
                    <a:pt x="173" y="798"/>
                  </a:lnTo>
                  <a:lnTo>
                    <a:pt x="173" y="800"/>
                  </a:lnTo>
                  <a:lnTo>
                    <a:pt x="175" y="800"/>
                  </a:lnTo>
                  <a:lnTo>
                    <a:pt x="180" y="798"/>
                  </a:lnTo>
                  <a:lnTo>
                    <a:pt x="183" y="798"/>
                  </a:lnTo>
                  <a:lnTo>
                    <a:pt x="183" y="800"/>
                  </a:lnTo>
                  <a:lnTo>
                    <a:pt x="183" y="800"/>
                  </a:lnTo>
                  <a:lnTo>
                    <a:pt x="183" y="800"/>
                  </a:lnTo>
                  <a:lnTo>
                    <a:pt x="187" y="800"/>
                  </a:lnTo>
                  <a:lnTo>
                    <a:pt x="187" y="800"/>
                  </a:lnTo>
                  <a:lnTo>
                    <a:pt x="187" y="800"/>
                  </a:lnTo>
                  <a:lnTo>
                    <a:pt x="192" y="803"/>
                  </a:lnTo>
                  <a:lnTo>
                    <a:pt x="192" y="803"/>
                  </a:lnTo>
                  <a:lnTo>
                    <a:pt x="187" y="803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5" y="807"/>
                  </a:lnTo>
                  <a:lnTo>
                    <a:pt x="185" y="807"/>
                  </a:lnTo>
                  <a:lnTo>
                    <a:pt x="187" y="805"/>
                  </a:lnTo>
                  <a:lnTo>
                    <a:pt x="187" y="807"/>
                  </a:lnTo>
                  <a:lnTo>
                    <a:pt x="190" y="807"/>
                  </a:lnTo>
                  <a:lnTo>
                    <a:pt x="187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10"/>
                  </a:lnTo>
                  <a:lnTo>
                    <a:pt x="187" y="810"/>
                  </a:lnTo>
                  <a:lnTo>
                    <a:pt x="185" y="810"/>
                  </a:lnTo>
                  <a:lnTo>
                    <a:pt x="187" y="810"/>
                  </a:lnTo>
                  <a:lnTo>
                    <a:pt x="190" y="810"/>
                  </a:lnTo>
                  <a:lnTo>
                    <a:pt x="192" y="812"/>
                  </a:lnTo>
                  <a:lnTo>
                    <a:pt x="192" y="812"/>
                  </a:lnTo>
                  <a:lnTo>
                    <a:pt x="190" y="812"/>
                  </a:lnTo>
                  <a:lnTo>
                    <a:pt x="187" y="812"/>
                  </a:lnTo>
                  <a:lnTo>
                    <a:pt x="187" y="815"/>
                  </a:lnTo>
                  <a:lnTo>
                    <a:pt x="190" y="815"/>
                  </a:lnTo>
                  <a:lnTo>
                    <a:pt x="190" y="815"/>
                  </a:lnTo>
                  <a:lnTo>
                    <a:pt x="190" y="815"/>
                  </a:lnTo>
                  <a:lnTo>
                    <a:pt x="190" y="817"/>
                  </a:lnTo>
                  <a:lnTo>
                    <a:pt x="194" y="817"/>
                  </a:lnTo>
                  <a:lnTo>
                    <a:pt x="199" y="817"/>
                  </a:lnTo>
                  <a:lnTo>
                    <a:pt x="199" y="819"/>
                  </a:lnTo>
                  <a:lnTo>
                    <a:pt x="199" y="819"/>
                  </a:lnTo>
                  <a:lnTo>
                    <a:pt x="197" y="817"/>
                  </a:lnTo>
                  <a:lnTo>
                    <a:pt x="194" y="817"/>
                  </a:lnTo>
                  <a:lnTo>
                    <a:pt x="192" y="819"/>
                  </a:lnTo>
                  <a:lnTo>
                    <a:pt x="192" y="819"/>
                  </a:lnTo>
                  <a:lnTo>
                    <a:pt x="192" y="819"/>
                  </a:lnTo>
                  <a:lnTo>
                    <a:pt x="192" y="819"/>
                  </a:lnTo>
                  <a:lnTo>
                    <a:pt x="194" y="819"/>
                  </a:lnTo>
                  <a:lnTo>
                    <a:pt x="192" y="822"/>
                  </a:lnTo>
                  <a:lnTo>
                    <a:pt x="192" y="822"/>
                  </a:lnTo>
                  <a:lnTo>
                    <a:pt x="192" y="822"/>
                  </a:lnTo>
                  <a:lnTo>
                    <a:pt x="194" y="822"/>
                  </a:lnTo>
                  <a:lnTo>
                    <a:pt x="194" y="826"/>
                  </a:lnTo>
                  <a:lnTo>
                    <a:pt x="194" y="826"/>
                  </a:lnTo>
                  <a:lnTo>
                    <a:pt x="194" y="826"/>
                  </a:lnTo>
                  <a:lnTo>
                    <a:pt x="194" y="829"/>
                  </a:lnTo>
                  <a:lnTo>
                    <a:pt x="194" y="829"/>
                  </a:lnTo>
                  <a:lnTo>
                    <a:pt x="192" y="829"/>
                  </a:lnTo>
                  <a:lnTo>
                    <a:pt x="190" y="831"/>
                  </a:lnTo>
                  <a:lnTo>
                    <a:pt x="190" y="831"/>
                  </a:lnTo>
                  <a:lnTo>
                    <a:pt x="192" y="831"/>
                  </a:lnTo>
                  <a:lnTo>
                    <a:pt x="194" y="831"/>
                  </a:lnTo>
                  <a:lnTo>
                    <a:pt x="194" y="831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9" y="831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9" y="834"/>
                  </a:lnTo>
                  <a:lnTo>
                    <a:pt x="199" y="834"/>
                  </a:lnTo>
                  <a:lnTo>
                    <a:pt x="199" y="834"/>
                  </a:lnTo>
                  <a:lnTo>
                    <a:pt x="199" y="836"/>
                  </a:lnTo>
                  <a:lnTo>
                    <a:pt x="199" y="836"/>
                  </a:lnTo>
                  <a:lnTo>
                    <a:pt x="197" y="836"/>
                  </a:lnTo>
                  <a:lnTo>
                    <a:pt x="197" y="836"/>
                  </a:lnTo>
                  <a:lnTo>
                    <a:pt x="197" y="838"/>
                  </a:lnTo>
                  <a:lnTo>
                    <a:pt x="197" y="838"/>
                  </a:lnTo>
                  <a:lnTo>
                    <a:pt x="197" y="841"/>
                  </a:lnTo>
                  <a:lnTo>
                    <a:pt x="197" y="838"/>
                  </a:lnTo>
                  <a:lnTo>
                    <a:pt x="199" y="838"/>
                  </a:lnTo>
                  <a:lnTo>
                    <a:pt x="199" y="838"/>
                  </a:lnTo>
                  <a:lnTo>
                    <a:pt x="199" y="838"/>
                  </a:lnTo>
                  <a:lnTo>
                    <a:pt x="201" y="838"/>
                  </a:lnTo>
                  <a:lnTo>
                    <a:pt x="201" y="838"/>
                  </a:lnTo>
                  <a:lnTo>
                    <a:pt x="204" y="838"/>
                  </a:lnTo>
                  <a:lnTo>
                    <a:pt x="204" y="838"/>
                  </a:lnTo>
                  <a:lnTo>
                    <a:pt x="204" y="841"/>
                  </a:lnTo>
                  <a:lnTo>
                    <a:pt x="204" y="841"/>
                  </a:lnTo>
                  <a:lnTo>
                    <a:pt x="206" y="841"/>
                  </a:lnTo>
                  <a:lnTo>
                    <a:pt x="206" y="841"/>
                  </a:lnTo>
                  <a:lnTo>
                    <a:pt x="204" y="843"/>
                  </a:lnTo>
                  <a:lnTo>
                    <a:pt x="204" y="843"/>
                  </a:lnTo>
                  <a:lnTo>
                    <a:pt x="201" y="841"/>
                  </a:lnTo>
                  <a:lnTo>
                    <a:pt x="201" y="841"/>
                  </a:lnTo>
                  <a:lnTo>
                    <a:pt x="199" y="843"/>
                  </a:lnTo>
                  <a:lnTo>
                    <a:pt x="201" y="843"/>
                  </a:lnTo>
                  <a:lnTo>
                    <a:pt x="201" y="843"/>
                  </a:lnTo>
                  <a:lnTo>
                    <a:pt x="201" y="845"/>
                  </a:lnTo>
                  <a:lnTo>
                    <a:pt x="204" y="845"/>
                  </a:lnTo>
                  <a:lnTo>
                    <a:pt x="204" y="845"/>
                  </a:lnTo>
                  <a:lnTo>
                    <a:pt x="204" y="845"/>
                  </a:lnTo>
                  <a:lnTo>
                    <a:pt x="204" y="848"/>
                  </a:lnTo>
                  <a:lnTo>
                    <a:pt x="204" y="848"/>
                  </a:lnTo>
                  <a:lnTo>
                    <a:pt x="201" y="848"/>
                  </a:lnTo>
                  <a:lnTo>
                    <a:pt x="201" y="848"/>
                  </a:lnTo>
                  <a:lnTo>
                    <a:pt x="201" y="845"/>
                  </a:lnTo>
                  <a:lnTo>
                    <a:pt x="199" y="845"/>
                  </a:lnTo>
                  <a:lnTo>
                    <a:pt x="201" y="845"/>
                  </a:lnTo>
                  <a:lnTo>
                    <a:pt x="201" y="845"/>
                  </a:lnTo>
                  <a:lnTo>
                    <a:pt x="199" y="845"/>
                  </a:lnTo>
                  <a:lnTo>
                    <a:pt x="199" y="845"/>
                  </a:lnTo>
                  <a:lnTo>
                    <a:pt x="197" y="848"/>
                  </a:lnTo>
                  <a:lnTo>
                    <a:pt x="197" y="848"/>
                  </a:lnTo>
                  <a:lnTo>
                    <a:pt x="199" y="850"/>
                  </a:lnTo>
                  <a:lnTo>
                    <a:pt x="199" y="850"/>
                  </a:lnTo>
                  <a:lnTo>
                    <a:pt x="199" y="850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4" y="852"/>
                  </a:lnTo>
                  <a:lnTo>
                    <a:pt x="204" y="852"/>
                  </a:lnTo>
                  <a:lnTo>
                    <a:pt x="204" y="852"/>
                  </a:lnTo>
                  <a:lnTo>
                    <a:pt x="204" y="852"/>
                  </a:lnTo>
                  <a:lnTo>
                    <a:pt x="206" y="852"/>
                  </a:lnTo>
                  <a:lnTo>
                    <a:pt x="206" y="855"/>
                  </a:lnTo>
                  <a:lnTo>
                    <a:pt x="206" y="855"/>
                  </a:lnTo>
                  <a:lnTo>
                    <a:pt x="209" y="855"/>
                  </a:lnTo>
                  <a:lnTo>
                    <a:pt x="209" y="855"/>
                  </a:lnTo>
                  <a:lnTo>
                    <a:pt x="209" y="857"/>
                  </a:lnTo>
                  <a:lnTo>
                    <a:pt x="209" y="857"/>
                  </a:lnTo>
                  <a:lnTo>
                    <a:pt x="209" y="857"/>
                  </a:lnTo>
                  <a:lnTo>
                    <a:pt x="209" y="860"/>
                  </a:lnTo>
                  <a:lnTo>
                    <a:pt x="209" y="860"/>
                  </a:lnTo>
                  <a:lnTo>
                    <a:pt x="209" y="862"/>
                  </a:lnTo>
                  <a:lnTo>
                    <a:pt x="211" y="862"/>
                  </a:lnTo>
                  <a:lnTo>
                    <a:pt x="211" y="862"/>
                  </a:lnTo>
                  <a:lnTo>
                    <a:pt x="211" y="864"/>
                  </a:lnTo>
                  <a:lnTo>
                    <a:pt x="211" y="864"/>
                  </a:lnTo>
                  <a:lnTo>
                    <a:pt x="211" y="864"/>
                  </a:lnTo>
                  <a:lnTo>
                    <a:pt x="211" y="867"/>
                  </a:lnTo>
                  <a:lnTo>
                    <a:pt x="213" y="867"/>
                  </a:lnTo>
                  <a:lnTo>
                    <a:pt x="213" y="867"/>
                  </a:lnTo>
                  <a:lnTo>
                    <a:pt x="213" y="867"/>
                  </a:lnTo>
                  <a:lnTo>
                    <a:pt x="216" y="867"/>
                  </a:lnTo>
                  <a:lnTo>
                    <a:pt x="216" y="867"/>
                  </a:lnTo>
                  <a:lnTo>
                    <a:pt x="213" y="867"/>
                  </a:lnTo>
                  <a:lnTo>
                    <a:pt x="213" y="869"/>
                  </a:lnTo>
                  <a:lnTo>
                    <a:pt x="213" y="869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3" y="871"/>
                  </a:lnTo>
                  <a:lnTo>
                    <a:pt x="213" y="871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6" y="874"/>
                  </a:lnTo>
                  <a:lnTo>
                    <a:pt x="216" y="874"/>
                  </a:lnTo>
                  <a:lnTo>
                    <a:pt x="216" y="874"/>
                  </a:lnTo>
                  <a:lnTo>
                    <a:pt x="216" y="876"/>
                  </a:lnTo>
                  <a:lnTo>
                    <a:pt x="216" y="886"/>
                  </a:lnTo>
                  <a:lnTo>
                    <a:pt x="216" y="886"/>
                  </a:lnTo>
                  <a:lnTo>
                    <a:pt x="218" y="883"/>
                  </a:lnTo>
                  <a:lnTo>
                    <a:pt x="218" y="883"/>
                  </a:lnTo>
                  <a:lnTo>
                    <a:pt x="218" y="883"/>
                  </a:lnTo>
                  <a:lnTo>
                    <a:pt x="218" y="886"/>
                  </a:lnTo>
                  <a:lnTo>
                    <a:pt x="218" y="888"/>
                  </a:lnTo>
                  <a:lnTo>
                    <a:pt x="218" y="888"/>
                  </a:lnTo>
                  <a:lnTo>
                    <a:pt x="216" y="888"/>
                  </a:lnTo>
                  <a:lnTo>
                    <a:pt x="218" y="890"/>
                  </a:lnTo>
                  <a:lnTo>
                    <a:pt x="220" y="890"/>
                  </a:lnTo>
                  <a:lnTo>
                    <a:pt x="220" y="890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5" y="888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8" y="890"/>
                  </a:lnTo>
                  <a:lnTo>
                    <a:pt x="228" y="890"/>
                  </a:lnTo>
                  <a:lnTo>
                    <a:pt x="228" y="890"/>
                  </a:lnTo>
                  <a:lnTo>
                    <a:pt x="228" y="890"/>
                  </a:lnTo>
                  <a:lnTo>
                    <a:pt x="228" y="893"/>
                  </a:lnTo>
                  <a:lnTo>
                    <a:pt x="225" y="890"/>
                  </a:lnTo>
                  <a:lnTo>
                    <a:pt x="225" y="893"/>
                  </a:lnTo>
                  <a:lnTo>
                    <a:pt x="223" y="893"/>
                  </a:lnTo>
                  <a:lnTo>
                    <a:pt x="225" y="893"/>
                  </a:lnTo>
                  <a:lnTo>
                    <a:pt x="225" y="895"/>
                  </a:lnTo>
                  <a:lnTo>
                    <a:pt x="223" y="895"/>
                  </a:lnTo>
                  <a:lnTo>
                    <a:pt x="223" y="897"/>
                  </a:lnTo>
                  <a:lnTo>
                    <a:pt x="225" y="897"/>
                  </a:lnTo>
                  <a:lnTo>
                    <a:pt x="225" y="900"/>
                  </a:lnTo>
                  <a:lnTo>
                    <a:pt x="228" y="900"/>
                  </a:lnTo>
                  <a:lnTo>
                    <a:pt x="228" y="900"/>
                  </a:lnTo>
                  <a:lnTo>
                    <a:pt x="228" y="900"/>
                  </a:lnTo>
                  <a:lnTo>
                    <a:pt x="230" y="900"/>
                  </a:lnTo>
                  <a:lnTo>
                    <a:pt x="230" y="900"/>
                  </a:lnTo>
                  <a:lnTo>
                    <a:pt x="235" y="897"/>
                  </a:lnTo>
                  <a:lnTo>
                    <a:pt x="235" y="897"/>
                  </a:lnTo>
                  <a:lnTo>
                    <a:pt x="232" y="902"/>
                  </a:lnTo>
                  <a:lnTo>
                    <a:pt x="232" y="905"/>
                  </a:lnTo>
                  <a:lnTo>
                    <a:pt x="232" y="905"/>
                  </a:lnTo>
                  <a:lnTo>
                    <a:pt x="232" y="905"/>
                  </a:lnTo>
                  <a:lnTo>
                    <a:pt x="235" y="902"/>
                  </a:lnTo>
                  <a:lnTo>
                    <a:pt x="235" y="902"/>
                  </a:lnTo>
                  <a:lnTo>
                    <a:pt x="235" y="905"/>
                  </a:lnTo>
                  <a:lnTo>
                    <a:pt x="235" y="905"/>
                  </a:lnTo>
                  <a:lnTo>
                    <a:pt x="235" y="905"/>
                  </a:lnTo>
                  <a:lnTo>
                    <a:pt x="235" y="907"/>
                  </a:lnTo>
                  <a:lnTo>
                    <a:pt x="230" y="907"/>
                  </a:lnTo>
                  <a:lnTo>
                    <a:pt x="230" y="909"/>
                  </a:lnTo>
                  <a:lnTo>
                    <a:pt x="230" y="909"/>
                  </a:lnTo>
                  <a:lnTo>
                    <a:pt x="232" y="912"/>
                  </a:lnTo>
                  <a:lnTo>
                    <a:pt x="232" y="912"/>
                  </a:lnTo>
                  <a:lnTo>
                    <a:pt x="235" y="912"/>
                  </a:lnTo>
                  <a:lnTo>
                    <a:pt x="235" y="912"/>
                  </a:lnTo>
                  <a:lnTo>
                    <a:pt x="235" y="914"/>
                  </a:lnTo>
                  <a:lnTo>
                    <a:pt x="235" y="914"/>
                  </a:lnTo>
                  <a:lnTo>
                    <a:pt x="232" y="914"/>
                  </a:lnTo>
                  <a:lnTo>
                    <a:pt x="232" y="914"/>
                  </a:lnTo>
                  <a:lnTo>
                    <a:pt x="235" y="914"/>
                  </a:lnTo>
                  <a:lnTo>
                    <a:pt x="237" y="914"/>
                  </a:lnTo>
                  <a:lnTo>
                    <a:pt x="237" y="916"/>
                  </a:lnTo>
                  <a:lnTo>
                    <a:pt x="237" y="919"/>
                  </a:lnTo>
                  <a:lnTo>
                    <a:pt x="237" y="919"/>
                  </a:lnTo>
                  <a:lnTo>
                    <a:pt x="237" y="919"/>
                  </a:lnTo>
                  <a:lnTo>
                    <a:pt x="239" y="919"/>
                  </a:lnTo>
                  <a:lnTo>
                    <a:pt x="239" y="916"/>
                  </a:lnTo>
                  <a:lnTo>
                    <a:pt x="239" y="919"/>
                  </a:lnTo>
                  <a:lnTo>
                    <a:pt x="242" y="919"/>
                  </a:lnTo>
                  <a:lnTo>
                    <a:pt x="239" y="921"/>
                  </a:lnTo>
                  <a:lnTo>
                    <a:pt x="239" y="921"/>
                  </a:lnTo>
                  <a:lnTo>
                    <a:pt x="242" y="921"/>
                  </a:lnTo>
                  <a:lnTo>
                    <a:pt x="242" y="921"/>
                  </a:lnTo>
                  <a:lnTo>
                    <a:pt x="242" y="921"/>
                  </a:lnTo>
                  <a:lnTo>
                    <a:pt x="242" y="921"/>
                  </a:lnTo>
                  <a:lnTo>
                    <a:pt x="242" y="923"/>
                  </a:lnTo>
                  <a:lnTo>
                    <a:pt x="239" y="923"/>
                  </a:lnTo>
                  <a:lnTo>
                    <a:pt x="239" y="926"/>
                  </a:lnTo>
                  <a:lnTo>
                    <a:pt x="239" y="926"/>
                  </a:lnTo>
                  <a:lnTo>
                    <a:pt x="239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4" y="926"/>
                  </a:lnTo>
                  <a:lnTo>
                    <a:pt x="244" y="926"/>
                  </a:lnTo>
                  <a:lnTo>
                    <a:pt x="244" y="926"/>
                  </a:lnTo>
                  <a:lnTo>
                    <a:pt x="246" y="926"/>
                  </a:lnTo>
                  <a:lnTo>
                    <a:pt x="246" y="926"/>
                  </a:lnTo>
                  <a:lnTo>
                    <a:pt x="246" y="926"/>
                  </a:lnTo>
                  <a:lnTo>
                    <a:pt x="249" y="926"/>
                  </a:lnTo>
                  <a:lnTo>
                    <a:pt x="251" y="926"/>
                  </a:lnTo>
                  <a:lnTo>
                    <a:pt x="251" y="926"/>
                  </a:lnTo>
                  <a:lnTo>
                    <a:pt x="251" y="926"/>
                  </a:lnTo>
                  <a:lnTo>
                    <a:pt x="251" y="926"/>
                  </a:lnTo>
                  <a:lnTo>
                    <a:pt x="254" y="928"/>
                  </a:lnTo>
                  <a:lnTo>
                    <a:pt x="254" y="928"/>
                  </a:lnTo>
                  <a:lnTo>
                    <a:pt x="251" y="928"/>
                  </a:lnTo>
                  <a:lnTo>
                    <a:pt x="251" y="931"/>
                  </a:lnTo>
                  <a:lnTo>
                    <a:pt x="254" y="931"/>
                  </a:lnTo>
                  <a:lnTo>
                    <a:pt x="256" y="931"/>
                  </a:lnTo>
                  <a:lnTo>
                    <a:pt x="256" y="931"/>
                  </a:lnTo>
                  <a:lnTo>
                    <a:pt x="256" y="931"/>
                  </a:lnTo>
                  <a:lnTo>
                    <a:pt x="254" y="933"/>
                  </a:lnTo>
                  <a:lnTo>
                    <a:pt x="254" y="933"/>
                  </a:lnTo>
                  <a:lnTo>
                    <a:pt x="256" y="933"/>
                  </a:lnTo>
                  <a:lnTo>
                    <a:pt x="256" y="935"/>
                  </a:lnTo>
                  <a:lnTo>
                    <a:pt x="256" y="935"/>
                  </a:lnTo>
                  <a:lnTo>
                    <a:pt x="256" y="935"/>
                  </a:lnTo>
                  <a:lnTo>
                    <a:pt x="256" y="938"/>
                  </a:lnTo>
                  <a:lnTo>
                    <a:pt x="256" y="938"/>
                  </a:lnTo>
                  <a:lnTo>
                    <a:pt x="256" y="938"/>
                  </a:lnTo>
                  <a:lnTo>
                    <a:pt x="258" y="940"/>
                  </a:lnTo>
                  <a:lnTo>
                    <a:pt x="258" y="940"/>
                  </a:lnTo>
                  <a:lnTo>
                    <a:pt x="258" y="942"/>
                  </a:lnTo>
                  <a:lnTo>
                    <a:pt x="258" y="945"/>
                  </a:lnTo>
                  <a:lnTo>
                    <a:pt x="258" y="947"/>
                  </a:lnTo>
                  <a:lnTo>
                    <a:pt x="258" y="950"/>
                  </a:lnTo>
                  <a:lnTo>
                    <a:pt x="258" y="947"/>
                  </a:lnTo>
                  <a:lnTo>
                    <a:pt x="261" y="947"/>
                  </a:lnTo>
                  <a:lnTo>
                    <a:pt x="263" y="947"/>
                  </a:lnTo>
                  <a:lnTo>
                    <a:pt x="263" y="947"/>
                  </a:lnTo>
                  <a:lnTo>
                    <a:pt x="265" y="947"/>
                  </a:lnTo>
                  <a:lnTo>
                    <a:pt x="265" y="947"/>
                  </a:lnTo>
                  <a:lnTo>
                    <a:pt x="265" y="947"/>
                  </a:lnTo>
                  <a:lnTo>
                    <a:pt x="268" y="950"/>
                  </a:lnTo>
                  <a:lnTo>
                    <a:pt x="263" y="950"/>
                  </a:lnTo>
                  <a:lnTo>
                    <a:pt x="261" y="950"/>
                  </a:lnTo>
                  <a:lnTo>
                    <a:pt x="258" y="950"/>
                  </a:lnTo>
                  <a:lnTo>
                    <a:pt x="258" y="952"/>
                  </a:lnTo>
                  <a:lnTo>
                    <a:pt x="261" y="954"/>
                  </a:lnTo>
                  <a:lnTo>
                    <a:pt x="261" y="954"/>
                  </a:lnTo>
                  <a:lnTo>
                    <a:pt x="261" y="957"/>
                  </a:lnTo>
                  <a:lnTo>
                    <a:pt x="261" y="957"/>
                  </a:lnTo>
                  <a:lnTo>
                    <a:pt x="261" y="959"/>
                  </a:lnTo>
                  <a:lnTo>
                    <a:pt x="261" y="961"/>
                  </a:lnTo>
                  <a:lnTo>
                    <a:pt x="261" y="961"/>
                  </a:lnTo>
                  <a:lnTo>
                    <a:pt x="261" y="964"/>
                  </a:lnTo>
                  <a:lnTo>
                    <a:pt x="261" y="964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8"/>
                  </a:lnTo>
                  <a:lnTo>
                    <a:pt x="258" y="968"/>
                  </a:lnTo>
                  <a:lnTo>
                    <a:pt x="256" y="968"/>
                  </a:lnTo>
                  <a:lnTo>
                    <a:pt x="256" y="971"/>
                  </a:lnTo>
                  <a:lnTo>
                    <a:pt x="256" y="971"/>
                  </a:lnTo>
                  <a:lnTo>
                    <a:pt x="256" y="971"/>
                  </a:lnTo>
                  <a:lnTo>
                    <a:pt x="258" y="973"/>
                  </a:lnTo>
                  <a:lnTo>
                    <a:pt x="256" y="973"/>
                  </a:lnTo>
                  <a:lnTo>
                    <a:pt x="256" y="973"/>
                  </a:lnTo>
                  <a:lnTo>
                    <a:pt x="256" y="973"/>
                  </a:lnTo>
                  <a:lnTo>
                    <a:pt x="256" y="976"/>
                  </a:lnTo>
                  <a:lnTo>
                    <a:pt x="256" y="978"/>
                  </a:lnTo>
                  <a:lnTo>
                    <a:pt x="251" y="980"/>
                  </a:lnTo>
                  <a:lnTo>
                    <a:pt x="249" y="980"/>
                  </a:lnTo>
                  <a:lnTo>
                    <a:pt x="249" y="983"/>
                  </a:lnTo>
                  <a:lnTo>
                    <a:pt x="249" y="983"/>
                  </a:lnTo>
                  <a:lnTo>
                    <a:pt x="251" y="985"/>
                  </a:lnTo>
                  <a:lnTo>
                    <a:pt x="251" y="987"/>
                  </a:lnTo>
                  <a:lnTo>
                    <a:pt x="254" y="987"/>
                  </a:lnTo>
                  <a:lnTo>
                    <a:pt x="254" y="990"/>
                  </a:lnTo>
                  <a:lnTo>
                    <a:pt x="254" y="990"/>
                  </a:lnTo>
                  <a:lnTo>
                    <a:pt x="254" y="992"/>
                  </a:lnTo>
                  <a:lnTo>
                    <a:pt x="254" y="992"/>
                  </a:lnTo>
                  <a:lnTo>
                    <a:pt x="251" y="995"/>
                  </a:lnTo>
                  <a:lnTo>
                    <a:pt x="251" y="995"/>
                  </a:lnTo>
                  <a:lnTo>
                    <a:pt x="251" y="995"/>
                  </a:lnTo>
                  <a:lnTo>
                    <a:pt x="249" y="995"/>
                  </a:lnTo>
                  <a:lnTo>
                    <a:pt x="249" y="995"/>
                  </a:lnTo>
                  <a:lnTo>
                    <a:pt x="249" y="995"/>
                  </a:lnTo>
                  <a:lnTo>
                    <a:pt x="246" y="997"/>
                  </a:lnTo>
                  <a:lnTo>
                    <a:pt x="246" y="997"/>
                  </a:lnTo>
                  <a:lnTo>
                    <a:pt x="246" y="997"/>
                  </a:lnTo>
                  <a:lnTo>
                    <a:pt x="246" y="999"/>
                  </a:lnTo>
                  <a:lnTo>
                    <a:pt x="246" y="999"/>
                  </a:lnTo>
                  <a:lnTo>
                    <a:pt x="246" y="999"/>
                  </a:lnTo>
                  <a:lnTo>
                    <a:pt x="249" y="1002"/>
                  </a:lnTo>
                  <a:lnTo>
                    <a:pt x="249" y="1004"/>
                  </a:lnTo>
                  <a:lnTo>
                    <a:pt x="251" y="1004"/>
                  </a:lnTo>
                  <a:lnTo>
                    <a:pt x="254" y="1004"/>
                  </a:lnTo>
                  <a:lnTo>
                    <a:pt x="254" y="1006"/>
                  </a:lnTo>
                  <a:lnTo>
                    <a:pt x="254" y="1006"/>
                  </a:lnTo>
                  <a:lnTo>
                    <a:pt x="256" y="1006"/>
                  </a:lnTo>
                  <a:lnTo>
                    <a:pt x="256" y="1006"/>
                  </a:lnTo>
                  <a:lnTo>
                    <a:pt x="258" y="1009"/>
                  </a:lnTo>
                  <a:lnTo>
                    <a:pt x="258" y="1009"/>
                  </a:lnTo>
                  <a:lnTo>
                    <a:pt x="261" y="1009"/>
                  </a:lnTo>
                  <a:lnTo>
                    <a:pt x="261" y="1009"/>
                  </a:lnTo>
                  <a:lnTo>
                    <a:pt x="261" y="1009"/>
                  </a:lnTo>
                  <a:lnTo>
                    <a:pt x="263" y="1009"/>
                  </a:lnTo>
                  <a:lnTo>
                    <a:pt x="263" y="1011"/>
                  </a:lnTo>
                  <a:lnTo>
                    <a:pt x="263" y="1013"/>
                  </a:lnTo>
                  <a:lnTo>
                    <a:pt x="263" y="1016"/>
                  </a:lnTo>
                  <a:lnTo>
                    <a:pt x="263" y="1018"/>
                  </a:lnTo>
                  <a:lnTo>
                    <a:pt x="265" y="1018"/>
                  </a:lnTo>
                  <a:lnTo>
                    <a:pt x="270" y="1018"/>
                  </a:lnTo>
                  <a:lnTo>
                    <a:pt x="270" y="1018"/>
                  </a:lnTo>
                  <a:lnTo>
                    <a:pt x="268" y="1021"/>
                  </a:lnTo>
                  <a:lnTo>
                    <a:pt x="268" y="1021"/>
                  </a:lnTo>
                  <a:lnTo>
                    <a:pt x="265" y="1021"/>
                  </a:lnTo>
                  <a:lnTo>
                    <a:pt x="265" y="1023"/>
                  </a:lnTo>
                  <a:lnTo>
                    <a:pt x="265" y="1025"/>
                  </a:lnTo>
                  <a:lnTo>
                    <a:pt x="263" y="1028"/>
                  </a:lnTo>
                  <a:lnTo>
                    <a:pt x="263" y="1028"/>
                  </a:lnTo>
                  <a:lnTo>
                    <a:pt x="263" y="1030"/>
                  </a:lnTo>
                  <a:lnTo>
                    <a:pt x="263" y="1030"/>
                  </a:lnTo>
                  <a:lnTo>
                    <a:pt x="263" y="1032"/>
                  </a:lnTo>
                  <a:lnTo>
                    <a:pt x="265" y="1032"/>
                  </a:lnTo>
                  <a:lnTo>
                    <a:pt x="268" y="1032"/>
                  </a:lnTo>
                  <a:lnTo>
                    <a:pt x="265" y="1032"/>
                  </a:lnTo>
                  <a:lnTo>
                    <a:pt x="265" y="1035"/>
                  </a:lnTo>
                  <a:lnTo>
                    <a:pt x="265" y="1037"/>
                  </a:lnTo>
                  <a:lnTo>
                    <a:pt x="265" y="1037"/>
                  </a:lnTo>
                  <a:lnTo>
                    <a:pt x="263" y="1039"/>
                  </a:lnTo>
                  <a:lnTo>
                    <a:pt x="263" y="1039"/>
                  </a:lnTo>
                  <a:lnTo>
                    <a:pt x="265" y="1042"/>
                  </a:lnTo>
                  <a:lnTo>
                    <a:pt x="265" y="1044"/>
                  </a:lnTo>
                  <a:lnTo>
                    <a:pt x="265" y="1047"/>
                  </a:lnTo>
                  <a:lnTo>
                    <a:pt x="268" y="1047"/>
                  </a:lnTo>
                  <a:lnTo>
                    <a:pt x="268" y="1047"/>
                  </a:lnTo>
                  <a:lnTo>
                    <a:pt x="270" y="1049"/>
                  </a:lnTo>
                  <a:lnTo>
                    <a:pt x="270" y="1049"/>
                  </a:lnTo>
                  <a:lnTo>
                    <a:pt x="268" y="1049"/>
                  </a:lnTo>
                  <a:lnTo>
                    <a:pt x="268" y="1049"/>
                  </a:lnTo>
                  <a:lnTo>
                    <a:pt x="263" y="1047"/>
                  </a:lnTo>
                  <a:lnTo>
                    <a:pt x="263" y="1044"/>
                  </a:lnTo>
                  <a:lnTo>
                    <a:pt x="263" y="1044"/>
                  </a:lnTo>
                  <a:lnTo>
                    <a:pt x="263" y="1042"/>
                  </a:lnTo>
                  <a:lnTo>
                    <a:pt x="263" y="1042"/>
                  </a:lnTo>
                  <a:lnTo>
                    <a:pt x="263" y="1039"/>
                  </a:lnTo>
                  <a:lnTo>
                    <a:pt x="263" y="1039"/>
                  </a:lnTo>
                  <a:lnTo>
                    <a:pt x="261" y="1037"/>
                  </a:lnTo>
                  <a:lnTo>
                    <a:pt x="258" y="1032"/>
                  </a:lnTo>
                  <a:lnTo>
                    <a:pt x="258" y="1032"/>
                  </a:lnTo>
                  <a:lnTo>
                    <a:pt x="256" y="1030"/>
                  </a:lnTo>
                  <a:lnTo>
                    <a:pt x="256" y="1030"/>
                  </a:lnTo>
                  <a:lnTo>
                    <a:pt x="256" y="1028"/>
                  </a:lnTo>
                  <a:lnTo>
                    <a:pt x="256" y="1025"/>
                  </a:lnTo>
                  <a:lnTo>
                    <a:pt x="254" y="1025"/>
                  </a:lnTo>
                  <a:lnTo>
                    <a:pt x="254" y="1025"/>
                  </a:lnTo>
                  <a:lnTo>
                    <a:pt x="249" y="1023"/>
                  </a:lnTo>
                  <a:lnTo>
                    <a:pt x="249" y="1023"/>
                  </a:lnTo>
                  <a:lnTo>
                    <a:pt x="246" y="1021"/>
                  </a:lnTo>
                  <a:lnTo>
                    <a:pt x="246" y="1021"/>
                  </a:lnTo>
                  <a:lnTo>
                    <a:pt x="246" y="1021"/>
                  </a:lnTo>
                  <a:lnTo>
                    <a:pt x="244" y="1021"/>
                  </a:lnTo>
                  <a:lnTo>
                    <a:pt x="244" y="1023"/>
                  </a:lnTo>
                  <a:lnTo>
                    <a:pt x="244" y="1023"/>
                  </a:lnTo>
                  <a:lnTo>
                    <a:pt x="244" y="1023"/>
                  </a:lnTo>
                  <a:lnTo>
                    <a:pt x="239" y="1023"/>
                  </a:lnTo>
                  <a:lnTo>
                    <a:pt x="239" y="1023"/>
                  </a:lnTo>
                  <a:lnTo>
                    <a:pt x="237" y="1023"/>
                  </a:lnTo>
                  <a:lnTo>
                    <a:pt x="237" y="1021"/>
                  </a:lnTo>
                  <a:lnTo>
                    <a:pt x="237" y="1018"/>
                  </a:lnTo>
                  <a:lnTo>
                    <a:pt x="237" y="1013"/>
                  </a:lnTo>
                  <a:lnTo>
                    <a:pt x="237" y="1013"/>
                  </a:lnTo>
                  <a:lnTo>
                    <a:pt x="235" y="1013"/>
                  </a:lnTo>
                  <a:lnTo>
                    <a:pt x="232" y="1013"/>
                  </a:lnTo>
                  <a:lnTo>
                    <a:pt x="232" y="1013"/>
                  </a:lnTo>
                  <a:lnTo>
                    <a:pt x="228" y="1023"/>
                  </a:lnTo>
                  <a:lnTo>
                    <a:pt x="225" y="1025"/>
                  </a:lnTo>
                  <a:lnTo>
                    <a:pt x="223" y="1025"/>
                  </a:lnTo>
                  <a:lnTo>
                    <a:pt x="223" y="1028"/>
                  </a:lnTo>
                  <a:lnTo>
                    <a:pt x="225" y="1030"/>
                  </a:lnTo>
                  <a:lnTo>
                    <a:pt x="228" y="1032"/>
                  </a:lnTo>
                  <a:lnTo>
                    <a:pt x="228" y="1032"/>
                  </a:lnTo>
                  <a:lnTo>
                    <a:pt x="228" y="1032"/>
                  </a:lnTo>
                  <a:lnTo>
                    <a:pt x="230" y="1042"/>
                  </a:lnTo>
                  <a:lnTo>
                    <a:pt x="232" y="1051"/>
                  </a:lnTo>
                  <a:lnTo>
                    <a:pt x="235" y="1061"/>
                  </a:lnTo>
                  <a:lnTo>
                    <a:pt x="237" y="1073"/>
                  </a:lnTo>
                  <a:lnTo>
                    <a:pt x="239" y="1077"/>
                  </a:lnTo>
                  <a:lnTo>
                    <a:pt x="242" y="1080"/>
                  </a:lnTo>
                  <a:lnTo>
                    <a:pt x="242" y="1080"/>
                  </a:lnTo>
                  <a:lnTo>
                    <a:pt x="244" y="1080"/>
                  </a:lnTo>
                  <a:lnTo>
                    <a:pt x="244" y="1082"/>
                  </a:lnTo>
                  <a:lnTo>
                    <a:pt x="246" y="1084"/>
                  </a:lnTo>
                  <a:lnTo>
                    <a:pt x="251" y="1089"/>
                  </a:lnTo>
                  <a:lnTo>
                    <a:pt x="251" y="1089"/>
                  </a:lnTo>
                  <a:lnTo>
                    <a:pt x="254" y="1089"/>
                  </a:lnTo>
                  <a:lnTo>
                    <a:pt x="254" y="1092"/>
                  </a:lnTo>
                  <a:lnTo>
                    <a:pt x="256" y="1094"/>
                  </a:lnTo>
                  <a:lnTo>
                    <a:pt x="254" y="1094"/>
                  </a:lnTo>
                  <a:lnTo>
                    <a:pt x="254" y="1094"/>
                  </a:lnTo>
                  <a:lnTo>
                    <a:pt x="254" y="1094"/>
                  </a:lnTo>
                  <a:lnTo>
                    <a:pt x="254" y="1092"/>
                  </a:lnTo>
                  <a:lnTo>
                    <a:pt x="254" y="1092"/>
                  </a:lnTo>
                  <a:lnTo>
                    <a:pt x="251" y="1089"/>
                  </a:lnTo>
                  <a:lnTo>
                    <a:pt x="249" y="1089"/>
                  </a:lnTo>
                  <a:lnTo>
                    <a:pt x="249" y="1087"/>
                  </a:lnTo>
                  <a:lnTo>
                    <a:pt x="246" y="1084"/>
                  </a:lnTo>
                  <a:lnTo>
                    <a:pt x="239" y="1080"/>
                  </a:lnTo>
                  <a:lnTo>
                    <a:pt x="239" y="1082"/>
                  </a:lnTo>
                  <a:lnTo>
                    <a:pt x="244" y="1092"/>
                  </a:lnTo>
                  <a:lnTo>
                    <a:pt x="246" y="1101"/>
                  </a:lnTo>
                  <a:lnTo>
                    <a:pt x="249" y="1110"/>
                  </a:lnTo>
                  <a:lnTo>
                    <a:pt x="251" y="1120"/>
                  </a:lnTo>
                  <a:lnTo>
                    <a:pt x="254" y="1132"/>
                  </a:lnTo>
                  <a:lnTo>
                    <a:pt x="256" y="1141"/>
                  </a:lnTo>
                  <a:lnTo>
                    <a:pt x="261" y="1151"/>
                  </a:lnTo>
                  <a:lnTo>
                    <a:pt x="263" y="1160"/>
                  </a:lnTo>
                  <a:lnTo>
                    <a:pt x="265" y="1170"/>
                  </a:lnTo>
                  <a:lnTo>
                    <a:pt x="268" y="1182"/>
                  </a:lnTo>
                  <a:lnTo>
                    <a:pt x="270" y="1191"/>
                  </a:lnTo>
                  <a:lnTo>
                    <a:pt x="272" y="1200"/>
                  </a:lnTo>
                  <a:lnTo>
                    <a:pt x="275" y="1210"/>
                  </a:lnTo>
                  <a:lnTo>
                    <a:pt x="280" y="1219"/>
                  </a:lnTo>
                  <a:lnTo>
                    <a:pt x="282" y="1229"/>
                  </a:lnTo>
                  <a:lnTo>
                    <a:pt x="284" y="1241"/>
                  </a:lnTo>
                  <a:lnTo>
                    <a:pt x="287" y="1250"/>
                  </a:lnTo>
                  <a:lnTo>
                    <a:pt x="289" y="1260"/>
                  </a:lnTo>
                  <a:lnTo>
                    <a:pt x="291" y="1269"/>
                  </a:lnTo>
                  <a:lnTo>
                    <a:pt x="294" y="1279"/>
                  </a:lnTo>
                  <a:lnTo>
                    <a:pt x="299" y="1290"/>
                  </a:lnTo>
                  <a:lnTo>
                    <a:pt x="301" y="1300"/>
                  </a:lnTo>
                  <a:lnTo>
                    <a:pt x="303" y="1309"/>
                  </a:lnTo>
                  <a:lnTo>
                    <a:pt x="306" y="1319"/>
                  </a:lnTo>
                  <a:lnTo>
                    <a:pt x="308" y="1328"/>
                  </a:lnTo>
                  <a:lnTo>
                    <a:pt x="310" y="1338"/>
                  </a:lnTo>
                  <a:lnTo>
                    <a:pt x="313" y="1350"/>
                  </a:lnTo>
                  <a:lnTo>
                    <a:pt x="315" y="1354"/>
                  </a:lnTo>
                  <a:lnTo>
                    <a:pt x="315" y="1359"/>
                  </a:lnTo>
                  <a:lnTo>
                    <a:pt x="317" y="1361"/>
                  </a:lnTo>
                  <a:lnTo>
                    <a:pt x="317" y="1364"/>
                  </a:lnTo>
                  <a:lnTo>
                    <a:pt x="317" y="1366"/>
                  </a:lnTo>
                  <a:lnTo>
                    <a:pt x="317" y="1369"/>
                  </a:lnTo>
                  <a:lnTo>
                    <a:pt x="320" y="1371"/>
                  </a:lnTo>
                  <a:lnTo>
                    <a:pt x="320" y="1373"/>
                  </a:lnTo>
                  <a:lnTo>
                    <a:pt x="320" y="1376"/>
                  </a:lnTo>
                  <a:lnTo>
                    <a:pt x="320" y="1378"/>
                  </a:lnTo>
                  <a:lnTo>
                    <a:pt x="320" y="1380"/>
                  </a:lnTo>
                  <a:lnTo>
                    <a:pt x="320" y="1383"/>
                  </a:lnTo>
                  <a:lnTo>
                    <a:pt x="320" y="1387"/>
                  </a:lnTo>
                  <a:lnTo>
                    <a:pt x="322" y="1390"/>
                  </a:lnTo>
                  <a:lnTo>
                    <a:pt x="322" y="1392"/>
                  </a:lnTo>
                  <a:lnTo>
                    <a:pt x="325" y="1395"/>
                  </a:lnTo>
                  <a:lnTo>
                    <a:pt x="327" y="1395"/>
                  </a:lnTo>
                  <a:lnTo>
                    <a:pt x="329" y="1397"/>
                  </a:lnTo>
                  <a:lnTo>
                    <a:pt x="329" y="1397"/>
                  </a:lnTo>
                  <a:lnTo>
                    <a:pt x="332" y="1399"/>
                  </a:lnTo>
                  <a:lnTo>
                    <a:pt x="332" y="1399"/>
                  </a:lnTo>
                  <a:lnTo>
                    <a:pt x="332" y="1402"/>
                  </a:lnTo>
                  <a:lnTo>
                    <a:pt x="334" y="1404"/>
                  </a:lnTo>
                  <a:lnTo>
                    <a:pt x="334" y="1406"/>
                  </a:lnTo>
                  <a:lnTo>
                    <a:pt x="334" y="1411"/>
                  </a:lnTo>
                  <a:lnTo>
                    <a:pt x="334" y="1413"/>
                  </a:lnTo>
                  <a:lnTo>
                    <a:pt x="336" y="1416"/>
                  </a:lnTo>
                  <a:lnTo>
                    <a:pt x="341" y="1418"/>
                  </a:lnTo>
                  <a:lnTo>
                    <a:pt x="343" y="1421"/>
                  </a:lnTo>
                  <a:lnTo>
                    <a:pt x="346" y="1425"/>
                  </a:lnTo>
                  <a:lnTo>
                    <a:pt x="348" y="1428"/>
                  </a:lnTo>
                  <a:lnTo>
                    <a:pt x="353" y="1430"/>
                  </a:lnTo>
                  <a:lnTo>
                    <a:pt x="355" y="1432"/>
                  </a:lnTo>
                  <a:lnTo>
                    <a:pt x="360" y="1435"/>
                  </a:lnTo>
                  <a:lnTo>
                    <a:pt x="365" y="1444"/>
                  </a:lnTo>
                  <a:lnTo>
                    <a:pt x="367" y="1447"/>
                  </a:lnTo>
                  <a:lnTo>
                    <a:pt x="372" y="1449"/>
                  </a:lnTo>
                  <a:lnTo>
                    <a:pt x="372" y="1449"/>
                  </a:lnTo>
                  <a:lnTo>
                    <a:pt x="374" y="1451"/>
                  </a:lnTo>
                  <a:lnTo>
                    <a:pt x="374" y="1454"/>
                  </a:lnTo>
                  <a:lnTo>
                    <a:pt x="374" y="1454"/>
                  </a:lnTo>
                  <a:lnTo>
                    <a:pt x="379" y="1458"/>
                  </a:lnTo>
                  <a:lnTo>
                    <a:pt x="381" y="1461"/>
                  </a:lnTo>
                  <a:lnTo>
                    <a:pt x="384" y="1463"/>
                  </a:lnTo>
                  <a:lnTo>
                    <a:pt x="393" y="1466"/>
                  </a:lnTo>
                  <a:lnTo>
                    <a:pt x="396" y="1468"/>
                  </a:lnTo>
                  <a:lnTo>
                    <a:pt x="396" y="1468"/>
                  </a:lnTo>
                  <a:lnTo>
                    <a:pt x="398" y="1470"/>
                  </a:lnTo>
                  <a:lnTo>
                    <a:pt x="398" y="1470"/>
                  </a:lnTo>
                  <a:lnTo>
                    <a:pt x="417" y="1470"/>
                  </a:lnTo>
                  <a:lnTo>
                    <a:pt x="419" y="1470"/>
                  </a:lnTo>
                  <a:lnTo>
                    <a:pt x="422" y="1470"/>
                  </a:lnTo>
                  <a:lnTo>
                    <a:pt x="422" y="1470"/>
                  </a:lnTo>
                  <a:lnTo>
                    <a:pt x="422" y="1470"/>
                  </a:lnTo>
                  <a:lnTo>
                    <a:pt x="424" y="1470"/>
                  </a:lnTo>
                  <a:lnTo>
                    <a:pt x="426" y="1468"/>
                  </a:lnTo>
                  <a:lnTo>
                    <a:pt x="436" y="1468"/>
                  </a:lnTo>
                  <a:lnTo>
                    <a:pt x="441" y="1468"/>
                  </a:lnTo>
                  <a:lnTo>
                    <a:pt x="448" y="1466"/>
                  </a:lnTo>
                  <a:lnTo>
                    <a:pt x="459" y="1468"/>
                  </a:lnTo>
                  <a:lnTo>
                    <a:pt x="462" y="1468"/>
                  </a:lnTo>
                  <a:lnTo>
                    <a:pt x="462" y="1468"/>
                  </a:lnTo>
                  <a:lnTo>
                    <a:pt x="464" y="1468"/>
                  </a:lnTo>
                  <a:lnTo>
                    <a:pt x="476" y="1470"/>
                  </a:lnTo>
                  <a:lnTo>
                    <a:pt x="481" y="1473"/>
                  </a:lnTo>
                  <a:lnTo>
                    <a:pt x="483" y="1473"/>
                  </a:lnTo>
                  <a:lnTo>
                    <a:pt x="483" y="1473"/>
                  </a:lnTo>
                  <a:lnTo>
                    <a:pt x="485" y="1473"/>
                  </a:lnTo>
                  <a:lnTo>
                    <a:pt x="485" y="1473"/>
                  </a:lnTo>
                  <a:lnTo>
                    <a:pt x="488" y="1475"/>
                  </a:lnTo>
                  <a:lnTo>
                    <a:pt x="490" y="1475"/>
                  </a:lnTo>
                  <a:lnTo>
                    <a:pt x="490" y="1477"/>
                  </a:lnTo>
                  <a:lnTo>
                    <a:pt x="493" y="1477"/>
                  </a:lnTo>
                  <a:lnTo>
                    <a:pt x="493" y="1480"/>
                  </a:lnTo>
                  <a:lnTo>
                    <a:pt x="493" y="1482"/>
                  </a:lnTo>
                  <a:lnTo>
                    <a:pt x="493" y="1482"/>
                  </a:lnTo>
                  <a:lnTo>
                    <a:pt x="495" y="1484"/>
                  </a:lnTo>
                  <a:lnTo>
                    <a:pt x="497" y="1484"/>
                  </a:lnTo>
                  <a:lnTo>
                    <a:pt x="500" y="1487"/>
                  </a:lnTo>
                  <a:lnTo>
                    <a:pt x="502" y="1487"/>
                  </a:lnTo>
                  <a:lnTo>
                    <a:pt x="504" y="1487"/>
                  </a:lnTo>
                  <a:lnTo>
                    <a:pt x="507" y="1489"/>
                  </a:lnTo>
                  <a:lnTo>
                    <a:pt x="509" y="1489"/>
                  </a:lnTo>
                  <a:lnTo>
                    <a:pt x="511" y="1489"/>
                  </a:lnTo>
                  <a:lnTo>
                    <a:pt x="514" y="1489"/>
                  </a:lnTo>
                  <a:lnTo>
                    <a:pt x="516" y="1489"/>
                  </a:lnTo>
                  <a:lnTo>
                    <a:pt x="516" y="1489"/>
                  </a:lnTo>
                  <a:lnTo>
                    <a:pt x="519" y="1487"/>
                  </a:lnTo>
                  <a:lnTo>
                    <a:pt x="519" y="1484"/>
                  </a:lnTo>
                  <a:lnTo>
                    <a:pt x="516" y="1484"/>
                  </a:lnTo>
                  <a:lnTo>
                    <a:pt x="516" y="1482"/>
                  </a:lnTo>
                  <a:lnTo>
                    <a:pt x="516" y="1482"/>
                  </a:lnTo>
                  <a:lnTo>
                    <a:pt x="516" y="1480"/>
                  </a:lnTo>
                  <a:lnTo>
                    <a:pt x="516" y="1480"/>
                  </a:lnTo>
                  <a:lnTo>
                    <a:pt x="516" y="1480"/>
                  </a:lnTo>
                  <a:lnTo>
                    <a:pt x="519" y="1477"/>
                  </a:lnTo>
                  <a:lnTo>
                    <a:pt x="519" y="1477"/>
                  </a:lnTo>
                  <a:lnTo>
                    <a:pt x="521" y="1477"/>
                  </a:lnTo>
                  <a:lnTo>
                    <a:pt x="523" y="1480"/>
                  </a:lnTo>
                  <a:lnTo>
                    <a:pt x="523" y="1480"/>
                  </a:lnTo>
                  <a:lnTo>
                    <a:pt x="526" y="1482"/>
                  </a:lnTo>
                  <a:lnTo>
                    <a:pt x="526" y="1484"/>
                  </a:lnTo>
                  <a:lnTo>
                    <a:pt x="528" y="1487"/>
                  </a:lnTo>
                  <a:lnTo>
                    <a:pt x="528" y="1489"/>
                  </a:lnTo>
                  <a:lnTo>
                    <a:pt x="530" y="1489"/>
                  </a:lnTo>
                  <a:lnTo>
                    <a:pt x="530" y="1489"/>
                  </a:lnTo>
                  <a:lnTo>
                    <a:pt x="530" y="1489"/>
                  </a:lnTo>
                  <a:lnTo>
                    <a:pt x="533" y="1492"/>
                  </a:lnTo>
                  <a:lnTo>
                    <a:pt x="533" y="1492"/>
                  </a:lnTo>
                  <a:lnTo>
                    <a:pt x="533" y="1494"/>
                  </a:lnTo>
                  <a:lnTo>
                    <a:pt x="535" y="1496"/>
                  </a:lnTo>
                  <a:lnTo>
                    <a:pt x="535" y="1496"/>
                  </a:lnTo>
                  <a:lnTo>
                    <a:pt x="538" y="1499"/>
                  </a:lnTo>
                  <a:lnTo>
                    <a:pt x="538" y="1499"/>
                  </a:lnTo>
                  <a:lnTo>
                    <a:pt x="540" y="1501"/>
                  </a:lnTo>
                  <a:lnTo>
                    <a:pt x="540" y="1501"/>
                  </a:lnTo>
                  <a:lnTo>
                    <a:pt x="540" y="1503"/>
                  </a:lnTo>
                  <a:lnTo>
                    <a:pt x="542" y="1503"/>
                  </a:lnTo>
                  <a:lnTo>
                    <a:pt x="545" y="1503"/>
                  </a:lnTo>
                  <a:lnTo>
                    <a:pt x="549" y="1503"/>
                  </a:lnTo>
                  <a:lnTo>
                    <a:pt x="552" y="1503"/>
                  </a:lnTo>
                  <a:lnTo>
                    <a:pt x="554" y="1503"/>
                  </a:lnTo>
                  <a:lnTo>
                    <a:pt x="554" y="1503"/>
                  </a:lnTo>
                  <a:lnTo>
                    <a:pt x="556" y="1503"/>
                  </a:lnTo>
                  <a:lnTo>
                    <a:pt x="556" y="1503"/>
                  </a:lnTo>
                  <a:lnTo>
                    <a:pt x="556" y="1503"/>
                  </a:lnTo>
                  <a:lnTo>
                    <a:pt x="556" y="1503"/>
                  </a:lnTo>
                  <a:lnTo>
                    <a:pt x="559" y="1506"/>
                  </a:lnTo>
                  <a:lnTo>
                    <a:pt x="561" y="1506"/>
                  </a:lnTo>
                  <a:lnTo>
                    <a:pt x="561" y="1506"/>
                  </a:lnTo>
                  <a:lnTo>
                    <a:pt x="564" y="1506"/>
                  </a:lnTo>
                  <a:lnTo>
                    <a:pt x="564" y="1506"/>
                  </a:lnTo>
                  <a:lnTo>
                    <a:pt x="564" y="1503"/>
                  </a:lnTo>
                  <a:lnTo>
                    <a:pt x="566" y="1503"/>
                  </a:lnTo>
                  <a:lnTo>
                    <a:pt x="566" y="1503"/>
                  </a:lnTo>
                  <a:lnTo>
                    <a:pt x="566" y="1501"/>
                  </a:lnTo>
                  <a:lnTo>
                    <a:pt x="566" y="1501"/>
                  </a:lnTo>
                  <a:lnTo>
                    <a:pt x="566" y="1501"/>
                  </a:lnTo>
                  <a:lnTo>
                    <a:pt x="566" y="1499"/>
                  </a:lnTo>
                  <a:lnTo>
                    <a:pt x="566" y="1499"/>
                  </a:lnTo>
                  <a:lnTo>
                    <a:pt x="571" y="1496"/>
                  </a:lnTo>
                  <a:lnTo>
                    <a:pt x="573" y="1496"/>
                  </a:lnTo>
                  <a:lnTo>
                    <a:pt x="578" y="1496"/>
                  </a:lnTo>
                  <a:lnTo>
                    <a:pt x="580" y="1496"/>
                  </a:lnTo>
                  <a:lnTo>
                    <a:pt x="580" y="1499"/>
                  </a:lnTo>
                  <a:lnTo>
                    <a:pt x="582" y="1499"/>
                  </a:lnTo>
                  <a:lnTo>
                    <a:pt x="582" y="1499"/>
                  </a:lnTo>
                  <a:lnTo>
                    <a:pt x="585" y="1499"/>
                  </a:lnTo>
                  <a:lnTo>
                    <a:pt x="585" y="1501"/>
                  </a:lnTo>
                  <a:lnTo>
                    <a:pt x="587" y="1501"/>
                  </a:lnTo>
                  <a:lnTo>
                    <a:pt x="587" y="1501"/>
                  </a:lnTo>
                  <a:lnTo>
                    <a:pt x="587" y="1501"/>
                  </a:lnTo>
                  <a:lnTo>
                    <a:pt x="590" y="1503"/>
                  </a:lnTo>
                  <a:lnTo>
                    <a:pt x="592" y="1503"/>
                  </a:lnTo>
                  <a:lnTo>
                    <a:pt x="592" y="1503"/>
                  </a:lnTo>
                  <a:lnTo>
                    <a:pt x="594" y="1503"/>
                  </a:lnTo>
                  <a:lnTo>
                    <a:pt x="597" y="1501"/>
                  </a:lnTo>
                  <a:lnTo>
                    <a:pt x="597" y="1501"/>
                  </a:lnTo>
                  <a:lnTo>
                    <a:pt x="599" y="1501"/>
                  </a:lnTo>
                  <a:lnTo>
                    <a:pt x="599" y="1496"/>
                  </a:lnTo>
                  <a:lnTo>
                    <a:pt x="599" y="1496"/>
                  </a:lnTo>
                  <a:lnTo>
                    <a:pt x="601" y="1494"/>
                  </a:lnTo>
                  <a:lnTo>
                    <a:pt x="601" y="1492"/>
                  </a:lnTo>
                  <a:lnTo>
                    <a:pt x="606" y="1492"/>
                  </a:lnTo>
                  <a:lnTo>
                    <a:pt x="618" y="1482"/>
                  </a:lnTo>
                  <a:lnTo>
                    <a:pt x="620" y="1477"/>
                  </a:lnTo>
                  <a:lnTo>
                    <a:pt x="623" y="1477"/>
                  </a:lnTo>
                  <a:lnTo>
                    <a:pt x="635" y="1470"/>
                  </a:lnTo>
                  <a:lnTo>
                    <a:pt x="637" y="1468"/>
                  </a:lnTo>
                  <a:lnTo>
                    <a:pt x="637" y="1468"/>
                  </a:lnTo>
                  <a:lnTo>
                    <a:pt x="639" y="1466"/>
                  </a:lnTo>
                  <a:lnTo>
                    <a:pt x="639" y="1466"/>
                  </a:lnTo>
                  <a:lnTo>
                    <a:pt x="651" y="1461"/>
                  </a:lnTo>
                  <a:lnTo>
                    <a:pt x="653" y="1461"/>
                  </a:lnTo>
                  <a:lnTo>
                    <a:pt x="653" y="1458"/>
                  </a:lnTo>
                  <a:lnTo>
                    <a:pt x="656" y="1458"/>
                  </a:lnTo>
                  <a:lnTo>
                    <a:pt x="656" y="1458"/>
                  </a:lnTo>
                  <a:lnTo>
                    <a:pt x="656" y="1458"/>
                  </a:lnTo>
                  <a:lnTo>
                    <a:pt x="656" y="1458"/>
                  </a:lnTo>
                  <a:lnTo>
                    <a:pt x="658" y="1456"/>
                  </a:lnTo>
                  <a:lnTo>
                    <a:pt x="658" y="1458"/>
                  </a:lnTo>
                  <a:lnTo>
                    <a:pt x="661" y="1458"/>
                  </a:lnTo>
                  <a:lnTo>
                    <a:pt x="665" y="1458"/>
                  </a:lnTo>
                  <a:lnTo>
                    <a:pt x="668" y="1458"/>
                  </a:lnTo>
                  <a:lnTo>
                    <a:pt x="670" y="1458"/>
                  </a:lnTo>
                  <a:lnTo>
                    <a:pt x="675" y="1458"/>
                  </a:lnTo>
                  <a:lnTo>
                    <a:pt x="675" y="1458"/>
                  </a:lnTo>
                  <a:lnTo>
                    <a:pt x="675" y="1461"/>
                  </a:lnTo>
                  <a:lnTo>
                    <a:pt x="675" y="1463"/>
                  </a:lnTo>
                  <a:lnTo>
                    <a:pt x="675" y="1468"/>
                  </a:lnTo>
                  <a:lnTo>
                    <a:pt x="675" y="1473"/>
                  </a:lnTo>
                  <a:lnTo>
                    <a:pt x="677" y="1477"/>
                  </a:lnTo>
                  <a:lnTo>
                    <a:pt x="677" y="1480"/>
                  </a:lnTo>
                  <a:lnTo>
                    <a:pt x="677" y="1484"/>
                  </a:lnTo>
                  <a:lnTo>
                    <a:pt x="680" y="1484"/>
                  </a:lnTo>
                  <a:lnTo>
                    <a:pt x="682" y="1487"/>
                  </a:lnTo>
                  <a:lnTo>
                    <a:pt x="684" y="1487"/>
                  </a:lnTo>
                  <a:lnTo>
                    <a:pt x="687" y="1489"/>
                  </a:lnTo>
                  <a:lnTo>
                    <a:pt x="687" y="1489"/>
                  </a:lnTo>
                  <a:lnTo>
                    <a:pt x="687" y="1489"/>
                  </a:lnTo>
                  <a:lnTo>
                    <a:pt x="689" y="1489"/>
                  </a:lnTo>
                  <a:lnTo>
                    <a:pt x="689" y="1489"/>
                  </a:lnTo>
                  <a:lnTo>
                    <a:pt x="689" y="1487"/>
                  </a:lnTo>
                  <a:lnTo>
                    <a:pt x="689" y="1487"/>
                  </a:lnTo>
                  <a:lnTo>
                    <a:pt x="694" y="1484"/>
                  </a:lnTo>
                  <a:lnTo>
                    <a:pt x="694" y="1482"/>
                  </a:lnTo>
                  <a:lnTo>
                    <a:pt x="694" y="1482"/>
                  </a:lnTo>
                  <a:lnTo>
                    <a:pt x="696" y="1477"/>
                  </a:lnTo>
                  <a:lnTo>
                    <a:pt x="696" y="1477"/>
                  </a:lnTo>
                  <a:lnTo>
                    <a:pt x="698" y="1475"/>
                  </a:lnTo>
                  <a:lnTo>
                    <a:pt x="703" y="1473"/>
                  </a:lnTo>
                  <a:lnTo>
                    <a:pt x="706" y="1470"/>
                  </a:lnTo>
                  <a:lnTo>
                    <a:pt x="706" y="1470"/>
                  </a:lnTo>
                  <a:lnTo>
                    <a:pt x="706" y="1470"/>
                  </a:lnTo>
                  <a:lnTo>
                    <a:pt x="706" y="1470"/>
                  </a:lnTo>
                  <a:lnTo>
                    <a:pt x="706" y="1468"/>
                  </a:lnTo>
                  <a:lnTo>
                    <a:pt x="703" y="1468"/>
                  </a:lnTo>
                  <a:lnTo>
                    <a:pt x="701" y="1466"/>
                  </a:lnTo>
                  <a:lnTo>
                    <a:pt x="701" y="1463"/>
                  </a:lnTo>
                  <a:lnTo>
                    <a:pt x="701" y="1463"/>
                  </a:lnTo>
                  <a:lnTo>
                    <a:pt x="698" y="1463"/>
                  </a:lnTo>
                  <a:lnTo>
                    <a:pt x="698" y="1463"/>
                  </a:lnTo>
                  <a:lnTo>
                    <a:pt x="696" y="1463"/>
                  </a:lnTo>
                  <a:lnTo>
                    <a:pt x="696" y="1463"/>
                  </a:lnTo>
                  <a:lnTo>
                    <a:pt x="694" y="1463"/>
                  </a:lnTo>
                  <a:lnTo>
                    <a:pt x="684" y="1463"/>
                  </a:lnTo>
                  <a:lnTo>
                    <a:pt x="682" y="1463"/>
                  </a:lnTo>
                  <a:lnTo>
                    <a:pt x="680" y="1463"/>
                  </a:lnTo>
                  <a:lnTo>
                    <a:pt x="680" y="1463"/>
                  </a:lnTo>
                  <a:lnTo>
                    <a:pt x="677" y="1461"/>
                  </a:lnTo>
                  <a:lnTo>
                    <a:pt x="677" y="1461"/>
                  </a:lnTo>
                  <a:lnTo>
                    <a:pt x="675" y="1461"/>
                  </a:lnTo>
                  <a:lnTo>
                    <a:pt x="677" y="1461"/>
                  </a:lnTo>
                  <a:lnTo>
                    <a:pt x="680" y="1461"/>
                  </a:lnTo>
                  <a:lnTo>
                    <a:pt x="680" y="1461"/>
                  </a:lnTo>
                  <a:lnTo>
                    <a:pt x="682" y="1461"/>
                  </a:lnTo>
                  <a:lnTo>
                    <a:pt x="687" y="1458"/>
                  </a:lnTo>
                  <a:lnTo>
                    <a:pt x="687" y="1458"/>
                  </a:lnTo>
                  <a:lnTo>
                    <a:pt x="689" y="1458"/>
                  </a:lnTo>
                  <a:lnTo>
                    <a:pt x="689" y="1461"/>
                  </a:lnTo>
                  <a:lnTo>
                    <a:pt x="691" y="1461"/>
                  </a:lnTo>
                  <a:lnTo>
                    <a:pt x="691" y="1461"/>
                  </a:lnTo>
                  <a:lnTo>
                    <a:pt x="694" y="1461"/>
                  </a:lnTo>
                  <a:lnTo>
                    <a:pt x="694" y="1461"/>
                  </a:lnTo>
                  <a:lnTo>
                    <a:pt x="698" y="1461"/>
                  </a:lnTo>
                  <a:lnTo>
                    <a:pt x="701" y="1458"/>
                  </a:lnTo>
                  <a:lnTo>
                    <a:pt x="701" y="1458"/>
                  </a:lnTo>
                  <a:lnTo>
                    <a:pt x="701" y="1456"/>
                  </a:lnTo>
                  <a:lnTo>
                    <a:pt x="703" y="1456"/>
                  </a:lnTo>
                  <a:lnTo>
                    <a:pt x="703" y="1454"/>
                  </a:lnTo>
                  <a:lnTo>
                    <a:pt x="703" y="1454"/>
                  </a:lnTo>
                  <a:lnTo>
                    <a:pt x="703" y="1454"/>
                  </a:lnTo>
                  <a:lnTo>
                    <a:pt x="706" y="1451"/>
                  </a:lnTo>
                  <a:lnTo>
                    <a:pt x="706" y="1451"/>
                  </a:lnTo>
                  <a:lnTo>
                    <a:pt x="706" y="1447"/>
                  </a:lnTo>
                  <a:lnTo>
                    <a:pt x="710" y="1437"/>
                  </a:lnTo>
                  <a:lnTo>
                    <a:pt x="713" y="1432"/>
                  </a:lnTo>
                  <a:lnTo>
                    <a:pt x="722" y="1428"/>
                  </a:lnTo>
                  <a:lnTo>
                    <a:pt x="727" y="1423"/>
                  </a:lnTo>
                  <a:lnTo>
                    <a:pt x="727" y="1418"/>
                  </a:lnTo>
                  <a:lnTo>
                    <a:pt x="727" y="1416"/>
                  </a:lnTo>
                  <a:lnTo>
                    <a:pt x="729" y="1413"/>
                  </a:lnTo>
                  <a:lnTo>
                    <a:pt x="732" y="1411"/>
                  </a:lnTo>
                  <a:lnTo>
                    <a:pt x="732" y="1409"/>
                  </a:lnTo>
                  <a:lnTo>
                    <a:pt x="732" y="1399"/>
                  </a:lnTo>
                  <a:lnTo>
                    <a:pt x="732" y="1397"/>
                  </a:lnTo>
                  <a:lnTo>
                    <a:pt x="732" y="1395"/>
                  </a:lnTo>
                  <a:lnTo>
                    <a:pt x="732" y="1392"/>
                  </a:lnTo>
                  <a:lnTo>
                    <a:pt x="732" y="1390"/>
                  </a:lnTo>
                  <a:lnTo>
                    <a:pt x="736" y="1390"/>
                  </a:lnTo>
                  <a:lnTo>
                    <a:pt x="736" y="1387"/>
                  </a:lnTo>
                  <a:lnTo>
                    <a:pt x="739" y="1385"/>
                  </a:lnTo>
                  <a:lnTo>
                    <a:pt x="739" y="1383"/>
                  </a:lnTo>
                  <a:lnTo>
                    <a:pt x="739" y="1378"/>
                  </a:lnTo>
                  <a:lnTo>
                    <a:pt x="739" y="1376"/>
                  </a:lnTo>
                  <a:lnTo>
                    <a:pt x="741" y="1371"/>
                  </a:lnTo>
                  <a:lnTo>
                    <a:pt x="746" y="1369"/>
                  </a:lnTo>
                  <a:lnTo>
                    <a:pt x="748" y="1366"/>
                  </a:lnTo>
                  <a:lnTo>
                    <a:pt x="751" y="1364"/>
                  </a:lnTo>
                  <a:lnTo>
                    <a:pt x="755" y="1364"/>
                  </a:lnTo>
                  <a:lnTo>
                    <a:pt x="755" y="1361"/>
                  </a:lnTo>
                  <a:lnTo>
                    <a:pt x="758" y="1359"/>
                  </a:lnTo>
                  <a:lnTo>
                    <a:pt x="762" y="1347"/>
                  </a:lnTo>
                  <a:lnTo>
                    <a:pt x="765" y="1347"/>
                  </a:lnTo>
                  <a:lnTo>
                    <a:pt x="767" y="1345"/>
                  </a:lnTo>
                  <a:lnTo>
                    <a:pt x="767" y="1342"/>
                  </a:lnTo>
                  <a:lnTo>
                    <a:pt x="769" y="1342"/>
                  </a:lnTo>
                  <a:lnTo>
                    <a:pt x="772" y="1340"/>
                  </a:lnTo>
                  <a:lnTo>
                    <a:pt x="772" y="1338"/>
                  </a:lnTo>
                  <a:lnTo>
                    <a:pt x="772" y="1338"/>
                  </a:lnTo>
                  <a:lnTo>
                    <a:pt x="772" y="1331"/>
                  </a:lnTo>
                  <a:lnTo>
                    <a:pt x="772" y="1331"/>
                  </a:lnTo>
                  <a:lnTo>
                    <a:pt x="772" y="1328"/>
                  </a:lnTo>
                  <a:lnTo>
                    <a:pt x="777" y="1326"/>
                  </a:lnTo>
                  <a:lnTo>
                    <a:pt x="781" y="1324"/>
                  </a:lnTo>
                  <a:lnTo>
                    <a:pt x="781" y="1321"/>
                  </a:lnTo>
                  <a:lnTo>
                    <a:pt x="784" y="1319"/>
                  </a:lnTo>
                  <a:lnTo>
                    <a:pt x="788" y="1312"/>
                  </a:lnTo>
                  <a:lnTo>
                    <a:pt x="788" y="1309"/>
                  </a:lnTo>
                  <a:lnTo>
                    <a:pt x="791" y="1309"/>
                  </a:lnTo>
                  <a:lnTo>
                    <a:pt x="791" y="1309"/>
                  </a:lnTo>
                  <a:lnTo>
                    <a:pt x="793" y="1309"/>
                  </a:lnTo>
                  <a:lnTo>
                    <a:pt x="793" y="1309"/>
                  </a:lnTo>
                  <a:lnTo>
                    <a:pt x="793" y="1309"/>
                  </a:lnTo>
                  <a:lnTo>
                    <a:pt x="798" y="1309"/>
                  </a:lnTo>
                  <a:lnTo>
                    <a:pt x="798" y="1309"/>
                  </a:lnTo>
                  <a:lnTo>
                    <a:pt x="800" y="1305"/>
                  </a:lnTo>
                  <a:lnTo>
                    <a:pt x="803" y="1305"/>
                  </a:lnTo>
                  <a:lnTo>
                    <a:pt x="807" y="1300"/>
                  </a:lnTo>
                  <a:lnTo>
                    <a:pt x="810" y="1297"/>
                  </a:lnTo>
                  <a:lnTo>
                    <a:pt x="817" y="1295"/>
                  </a:lnTo>
                  <a:lnTo>
                    <a:pt x="817" y="1295"/>
                  </a:lnTo>
                  <a:lnTo>
                    <a:pt x="817" y="1293"/>
                  </a:lnTo>
                  <a:lnTo>
                    <a:pt x="819" y="1293"/>
                  </a:lnTo>
                  <a:lnTo>
                    <a:pt x="821" y="1288"/>
                  </a:lnTo>
                  <a:lnTo>
                    <a:pt x="821" y="1288"/>
                  </a:lnTo>
                  <a:lnTo>
                    <a:pt x="821" y="1286"/>
                  </a:lnTo>
                  <a:lnTo>
                    <a:pt x="821" y="1286"/>
                  </a:lnTo>
                  <a:lnTo>
                    <a:pt x="821" y="1283"/>
                  </a:lnTo>
                  <a:lnTo>
                    <a:pt x="821" y="1281"/>
                  </a:lnTo>
                  <a:lnTo>
                    <a:pt x="829" y="1262"/>
                  </a:lnTo>
                  <a:lnTo>
                    <a:pt x="831" y="1260"/>
                  </a:lnTo>
                  <a:lnTo>
                    <a:pt x="836" y="1255"/>
                  </a:lnTo>
                  <a:lnTo>
                    <a:pt x="838" y="1253"/>
                  </a:lnTo>
                  <a:lnTo>
                    <a:pt x="840" y="1248"/>
                  </a:lnTo>
                  <a:lnTo>
                    <a:pt x="840" y="1245"/>
                  </a:lnTo>
                  <a:lnTo>
                    <a:pt x="840" y="1238"/>
                  </a:lnTo>
                  <a:lnTo>
                    <a:pt x="840" y="1238"/>
                  </a:lnTo>
                  <a:lnTo>
                    <a:pt x="843" y="1236"/>
                  </a:lnTo>
                  <a:lnTo>
                    <a:pt x="843" y="1231"/>
                  </a:lnTo>
                  <a:lnTo>
                    <a:pt x="843" y="1226"/>
                  </a:lnTo>
                  <a:lnTo>
                    <a:pt x="843" y="1224"/>
                  </a:lnTo>
                  <a:lnTo>
                    <a:pt x="843" y="1224"/>
                  </a:lnTo>
                  <a:lnTo>
                    <a:pt x="843" y="1222"/>
                  </a:lnTo>
                  <a:lnTo>
                    <a:pt x="840" y="1217"/>
                  </a:lnTo>
                  <a:lnTo>
                    <a:pt x="840" y="1215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5" y="1215"/>
                  </a:lnTo>
                  <a:lnTo>
                    <a:pt x="845" y="1212"/>
                  </a:lnTo>
                  <a:lnTo>
                    <a:pt x="848" y="1212"/>
                  </a:lnTo>
                  <a:lnTo>
                    <a:pt x="850" y="1210"/>
                  </a:lnTo>
                  <a:lnTo>
                    <a:pt x="850" y="1210"/>
                  </a:lnTo>
                  <a:lnTo>
                    <a:pt x="852" y="1208"/>
                  </a:lnTo>
                  <a:lnTo>
                    <a:pt x="852" y="1208"/>
                  </a:lnTo>
                  <a:lnTo>
                    <a:pt x="855" y="1205"/>
                  </a:lnTo>
                  <a:lnTo>
                    <a:pt x="855" y="1203"/>
                  </a:lnTo>
                  <a:lnTo>
                    <a:pt x="855" y="1203"/>
                  </a:lnTo>
                  <a:lnTo>
                    <a:pt x="855" y="1200"/>
                  </a:lnTo>
                  <a:lnTo>
                    <a:pt x="855" y="1200"/>
                  </a:lnTo>
                  <a:lnTo>
                    <a:pt x="852" y="1198"/>
                  </a:lnTo>
                  <a:lnTo>
                    <a:pt x="852" y="1198"/>
                  </a:lnTo>
                  <a:lnTo>
                    <a:pt x="852" y="1196"/>
                  </a:lnTo>
                  <a:lnTo>
                    <a:pt x="852" y="1196"/>
                  </a:lnTo>
                  <a:lnTo>
                    <a:pt x="855" y="1193"/>
                  </a:lnTo>
                  <a:lnTo>
                    <a:pt x="855" y="1191"/>
                  </a:lnTo>
                  <a:lnTo>
                    <a:pt x="855" y="1191"/>
                  </a:lnTo>
                  <a:lnTo>
                    <a:pt x="855" y="1189"/>
                  </a:lnTo>
                  <a:lnTo>
                    <a:pt x="855" y="1189"/>
                  </a:lnTo>
                  <a:lnTo>
                    <a:pt x="855" y="1189"/>
                  </a:lnTo>
                  <a:lnTo>
                    <a:pt x="857" y="1186"/>
                  </a:lnTo>
                  <a:lnTo>
                    <a:pt x="857" y="1186"/>
                  </a:lnTo>
                  <a:lnTo>
                    <a:pt x="859" y="1184"/>
                  </a:lnTo>
                  <a:lnTo>
                    <a:pt x="859" y="1184"/>
                  </a:lnTo>
                  <a:lnTo>
                    <a:pt x="859" y="1179"/>
                  </a:lnTo>
                  <a:lnTo>
                    <a:pt x="859" y="1177"/>
                  </a:lnTo>
                  <a:lnTo>
                    <a:pt x="862" y="1177"/>
                  </a:lnTo>
                  <a:lnTo>
                    <a:pt x="862" y="1174"/>
                  </a:lnTo>
                  <a:lnTo>
                    <a:pt x="862" y="1174"/>
                  </a:lnTo>
                  <a:lnTo>
                    <a:pt x="862" y="1170"/>
                  </a:lnTo>
                  <a:lnTo>
                    <a:pt x="862" y="1167"/>
                  </a:lnTo>
                  <a:lnTo>
                    <a:pt x="862" y="1163"/>
                  </a:lnTo>
                  <a:lnTo>
                    <a:pt x="862" y="1160"/>
                  </a:lnTo>
                  <a:lnTo>
                    <a:pt x="862" y="1158"/>
                  </a:lnTo>
                  <a:lnTo>
                    <a:pt x="862" y="1158"/>
                  </a:lnTo>
                  <a:lnTo>
                    <a:pt x="862" y="1158"/>
                  </a:lnTo>
                  <a:lnTo>
                    <a:pt x="859" y="1155"/>
                  </a:lnTo>
                  <a:lnTo>
                    <a:pt x="862" y="1155"/>
                  </a:lnTo>
                  <a:lnTo>
                    <a:pt x="862" y="1155"/>
                  </a:lnTo>
                  <a:lnTo>
                    <a:pt x="862" y="1153"/>
                  </a:lnTo>
                  <a:lnTo>
                    <a:pt x="862" y="1153"/>
                  </a:lnTo>
                  <a:lnTo>
                    <a:pt x="859" y="1148"/>
                  </a:lnTo>
                  <a:lnTo>
                    <a:pt x="859" y="1146"/>
                  </a:lnTo>
                  <a:lnTo>
                    <a:pt x="859" y="1144"/>
                  </a:lnTo>
                  <a:lnTo>
                    <a:pt x="859" y="1141"/>
                  </a:lnTo>
                  <a:lnTo>
                    <a:pt x="859" y="1141"/>
                  </a:lnTo>
                  <a:lnTo>
                    <a:pt x="855" y="1141"/>
                  </a:lnTo>
                  <a:lnTo>
                    <a:pt x="852" y="1141"/>
                  </a:lnTo>
                  <a:lnTo>
                    <a:pt x="852" y="1141"/>
                  </a:lnTo>
                  <a:lnTo>
                    <a:pt x="848" y="1139"/>
                  </a:lnTo>
                  <a:lnTo>
                    <a:pt x="845" y="1137"/>
                  </a:lnTo>
                  <a:lnTo>
                    <a:pt x="845" y="1137"/>
                  </a:lnTo>
                  <a:lnTo>
                    <a:pt x="840" y="1137"/>
                  </a:lnTo>
                  <a:lnTo>
                    <a:pt x="840" y="1137"/>
                  </a:lnTo>
                  <a:lnTo>
                    <a:pt x="836" y="1139"/>
                  </a:lnTo>
                  <a:lnTo>
                    <a:pt x="833" y="1141"/>
                  </a:lnTo>
                  <a:lnTo>
                    <a:pt x="829" y="1139"/>
                  </a:lnTo>
                  <a:lnTo>
                    <a:pt x="824" y="1137"/>
                  </a:lnTo>
                  <a:lnTo>
                    <a:pt x="824" y="1139"/>
                  </a:lnTo>
                  <a:lnTo>
                    <a:pt x="821" y="1139"/>
                  </a:lnTo>
                  <a:lnTo>
                    <a:pt x="821" y="1139"/>
                  </a:lnTo>
                  <a:lnTo>
                    <a:pt x="821" y="1137"/>
                  </a:lnTo>
                  <a:lnTo>
                    <a:pt x="819" y="1137"/>
                  </a:lnTo>
                  <a:lnTo>
                    <a:pt x="819" y="1137"/>
                  </a:lnTo>
                  <a:lnTo>
                    <a:pt x="817" y="1137"/>
                  </a:lnTo>
                  <a:lnTo>
                    <a:pt x="814" y="1139"/>
                  </a:lnTo>
                  <a:lnTo>
                    <a:pt x="812" y="1139"/>
                  </a:lnTo>
                  <a:lnTo>
                    <a:pt x="812" y="1137"/>
                  </a:lnTo>
                  <a:lnTo>
                    <a:pt x="807" y="1139"/>
                  </a:lnTo>
                  <a:lnTo>
                    <a:pt x="805" y="1141"/>
                  </a:lnTo>
                  <a:lnTo>
                    <a:pt x="798" y="1144"/>
                  </a:lnTo>
                  <a:lnTo>
                    <a:pt x="795" y="1146"/>
                  </a:lnTo>
                  <a:lnTo>
                    <a:pt x="793" y="1148"/>
                  </a:lnTo>
                  <a:lnTo>
                    <a:pt x="793" y="1148"/>
                  </a:lnTo>
                  <a:lnTo>
                    <a:pt x="791" y="1148"/>
                  </a:lnTo>
                  <a:lnTo>
                    <a:pt x="791" y="1148"/>
                  </a:lnTo>
                  <a:lnTo>
                    <a:pt x="791" y="1146"/>
                  </a:lnTo>
                  <a:lnTo>
                    <a:pt x="788" y="1146"/>
                  </a:lnTo>
                  <a:lnTo>
                    <a:pt x="791" y="1146"/>
                  </a:lnTo>
                  <a:lnTo>
                    <a:pt x="793" y="1144"/>
                  </a:lnTo>
                  <a:lnTo>
                    <a:pt x="793" y="1144"/>
                  </a:lnTo>
                  <a:lnTo>
                    <a:pt x="793" y="1141"/>
                  </a:lnTo>
                  <a:lnTo>
                    <a:pt x="791" y="1141"/>
                  </a:lnTo>
                  <a:lnTo>
                    <a:pt x="791" y="1141"/>
                  </a:lnTo>
                  <a:lnTo>
                    <a:pt x="786" y="1141"/>
                  </a:lnTo>
                  <a:lnTo>
                    <a:pt x="781" y="1141"/>
                  </a:lnTo>
                  <a:lnTo>
                    <a:pt x="779" y="1141"/>
                  </a:lnTo>
                  <a:lnTo>
                    <a:pt x="777" y="1144"/>
                  </a:lnTo>
                  <a:lnTo>
                    <a:pt x="777" y="1141"/>
                  </a:lnTo>
                  <a:lnTo>
                    <a:pt x="779" y="1141"/>
                  </a:lnTo>
                  <a:lnTo>
                    <a:pt x="779" y="1139"/>
                  </a:lnTo>
                  <a:lnTo>
                    <a:pt x="786" y="1139"/>
                  </a:lnTo>
                  <a:lnTo>
                    <a:pt x="788" y="1139"/>
                  </a:lnTo>
                  <a:lnTo>
                    <a:pt x="791" y="1139"/>
                  </a:lnTo>
                  <a:lnTo>
                    <a:pt x="791" y="1139"/>
                  </a:lnTo>
                  <a:lnTo>
                    <a:pt x="791" y="1139"/>
                  </a:lnTo>
                  <a:lnTo>
                    <a:pt x="791" y="1137"/>
                  </a:lnTo>
                  <a:lnTo>
                    <a:pt x="793" y="1137"/>
                  </a:lnTo>
                  <a:lnTo>
                    <a:pt x="793" y="1137"/>
                  </a:lnTo>
                  <a:lnTo>
                    <a:pt x="798" y="1139"/>
                  </a:lnTo>
                  <a:lnTo>
                    <a:pt x="798" y="1139"/>
                  </a:lnTo>
                  <a:lnTo>
                    <a:pt x="800" y="1139"/>
                  </a:lnTo>
                  <a:lnTo>
                    <a:pt x="803" y="1137"/>
                  </a:lnTo>
                  <a:lnTo>
                    <a:pt x="814" y="1137"/>
                  </a:lnTo>
                  <a:lnTo>
                    <a:pt x="814" y="1137"/>
                  </a:lnTo>
                  <a:lnTo>
                    <a:pt x="814" y="1134"/>
                  </a:lnTo>
                  <a:lnTo>
                    <a:pt x="817" y="1134"/>
                  </a:lnTo>
                  <a:lnTo>
                    <a:pt x="824" y="1137"/>
                  </a:lnTo>
                  <a:lnTo>
                    <a:pt x="824" y="1137"/>
                  </a:lnTo>
                  <a:lnTo>
                    <a:pt x="826" y="1134"/>
                  </a:lnTo>
                  <a:lnTo>
                    <a:pt x="829" y="1134"/>
                  </a:lnTo>
                  <a:lnTo>
                    <a:pt x="831" y="1137"/>
                  </a:lnTo>
                  <a:lnTo>
                    <a:pt x="833" y="1137"/>
                  </a:lnTo>
                  <a:lnTo>
                    <a:pt x="836" y="1137"/>
                  </a:lnTo>
                  <a:lnTo>
                    <a:pt x="838" y="1134"/>
                  </a:lnTo>
                  <a:lnTo>
                    <a:pt x="840" y="1134"/>
                  </a:lnTo>
                  <a:lnTo>
                    <a:pt x="843" y="1134"/>
                  </a:lnTo>
                  <a:lnTo>
                    <a:pt x="848" y="1137"/>
                  </a:lnTo>
                  <a:lnTo>
                    <a:pt x="848" y="1137"/>
                  </a:lnTo>
                  <a:lnTo>
                    <a:pt x="850" y="1137"/>
                  </a:lnTo>
                  <a:lnTo>
                    <a:pt x="852" y="1139"/>
                  </a:lnTo>
                  <a:lnTo>
                    <a:pt x="855" y="1139"/>
                  </a:lnTo>
                  <a:lnTo>
                    <a:pt x="855" y="1139"/>
                  </a:lnTo>
                  <a:lnTo>
                    <a:pt x="857" y="1139"/>
                  </a:lnTo>
                  <a:lnTo>
                    <a:pt x="859" y="1139"/>
                  </a:lnTo>
                  <a:lnTo>
                    <a:pt x="862" y="1139"/>
                  </a:lnTo>
                  <a:lnTo>
                    <a:pt x="862" y="1139"/>
                  </a:lnTo>
                  <a:lnTo>
                    <a:pt x="862" y="1137"/>
                  </a:lnTo>
                  <a:lnTo>
                    <a:pt x="864" y="1137"/>
                  </a:lnTo>
                  <a:lnTo>
                    <a:pt x="864" y="1129"/>
                  </a:lnTo>
                  <a:lnTo>
                    <a:pt x="864" y="1129"/>
                  </a:lnTo>
                  <a:lnTo>
                    <a:pt x="864" y="1127"/>
                  </a:lnTo>
                  <a:lnTo>
                    <a:pt x="864" y="1127"/>
                  </a:lnTo>
                  <a:lnTo>
                    <a:pt x="864" y="1127"/>
                  </a:lnTo>
                  <a:lnTo>
                    <a:pt x="864" y="1127"/>
                  </a:lnTo>
                  <a:lnTo>
                    <a:pt x="866" y="1127"/>
                  </a:lnTo>
                  <a:lnTo>
                    <a:pt x="866" y="1127"/>
                  </a:lnTo>
                  <a:lnTo>
                    <a:pt x="866" y="1125"/>
                  </a:lnTo>
                  <a:lnTo>
                    <a:pt x="866" y="1122"/>
                  </a:lnTo>
                  <a:lnTo>
                    <a:pt x="869" y="1122"/>
                  </a:lnTo>
                  <a:lnTo>
                    <a:pt x="869" y="1120"/>
                  </a:lnTo>
                  <a:lnTo>
                    <a:pt x="869" y="1120"/>
                  </a:lnTo>
                  <a:lnTo>
                    <a:pt x="871" y="1118"/>
                  </a:lnTo>
                  <a:lnTo>
                    <a:pt x="869" y="1113"/>
                  </a:lnTo>
                  <a:lnTo>
                    <a:pt x="871" y="1106"/>
                  </a:lnTo>
                  <a:lnTo>
                    <a:pt x="874" y="1101"/>
                  </a:lnTo>
                  <a:lnTo>
                    <a:pt x="871" y="1099"/>
                  </a:lnTo>
                  <a:lnTo>
                    <a:pt x="871" y="1099"/>
                  </a:lnTo>
                  <a:lnTo>
                    <a:pt x="871" y="1094"/>
                  </a:lnTo>
                  <a:lnTo>
                    <a:pt x="871" y="1089"/>
                  </a:lnTo>
                  <a:lnTo>
                    <a:pt x="871" y="1089"/>
                  </a:lnTo>
                  <a:lnTo>
                    <a:pt x="871" y="1089"/>
                  </a:lnTo>
                  <a:lnTo>
                    <a:pt x="874" y="1089"/>
                  </a:lnTo>
                  <a:lnTo>
                    <a:pt x="874" y="1089"/>
                  </a:lnTo>
                  <a:lnTo>
                    <a:pt x="876" y="1087"/>
                  </a:lnTo>
                  <a:lnTo>
                    <a:pt x="876" y="1084"/>
                  </a:lnTo>
                  <a:lnTo>
                    <a:pt x="874" y="1073"/>
                  </a:lnTo>
                  <a:lnTo>
                    <a:pt x="874" y="1070"/>
                  </a:lnTo>
                  <a:lnTo>
                    <a:pt x="876" y="1070"/>
                  </a:lnTo>
                  <a:lnTo>
                    <a:pt x="878" y="1068"/>
                  </a:lnTo>
                  <a:lnTo>
                    <a:pt x="878" y="1068"/>
                  </a:lnTo>
                  <a:lnTo>
                    <a:pt x="878" y="1066"/>
                  </a:lnTo>
                  <a:lnTo>
                    <a:pt x="878" y="1066"/>
                  </a:lnTo>
                  <a:lnTo>
                    <a:pt x="878" y="1063"/>
                  </a:lnTo>
                  <a:lnTo>
                    <a:pt x="878" y="1063"/>
                  </a:lnTo>
                  <a:lnTo>
                    <a:pt x="878" y="1063"/>
                  </a:lnTo>
                  <a:lnTo>
                    <a:pt x="881" y="1061"/>
                  </a:lnTo>
                  <a:lnTo>
                    <a:pt x="881" y="1061"/>
                  </a:lnTo>
                  <a:lnTo>
                    <a:pt x="883" y="1056"/>
                  </a:lnTo>
                  <a:lnTo>
                    <a:pt x="883" y="1054"/>
                  </a:lnTo>
                  <a:lnTo>
                    <a:pt x="883" y="1054"/>
                  </a:lnTo>
                  <a:lnTo>
                    <a:pt x="883" y="1054"/>
                  </a:lnTo>
                  <a:lnTo>
                    <a:pt x="883" y="1054"/>
                  </a:lnTo>
                  <a:lnTo>
                    <a:pt x="890" y="1049"/>
                  </a:lnTo>
                  <a:lnTo>
                    <a:pt x="890" y="1049"/>
                  </a:lnTo>
                  <a:lnTo>
                    <a:pt x="888" y="1049"/>
                  </a:lnTo>
                  <a:lnTo>
                    <a:pt x="888" y="1047"/>
                  </a:lnTo>
                  <a:lnTo>
                    <a:pt x="890" y="1044"/>
                  </a:lnTo>
                  <a:lnTo>
                    <a:pt x="888" y="1042"/>
                  </a:lnTo>
                  <a:lnTo>
                    <a:pt x="888" y="1039"/>
                  </a:lnTo>
                  <a:lnTo>
                    <a:pt x="888" y="1037"/>
                  </a:lnTo>
                  <a:lnTo>
                    <a:pt x="888" y="1037"/>
                  </a:lnTo>
                  <a:lnTo>
                    <a:pt x="890" y="1035"/>
                  </a:lnTo>
                  <a:lnTo>
                    <a:pt x="892" y="1032"/>
                  </a:lnTo>
                  <a:lnTo>
                    <a:pt x="892" y="1032"/>
                  </a:lnTo>
                  <a:lnTo>
                    <a:pt x="892" y="1030"/>
                  </a:lnTo>
                  <a:lnTo>
                    <a:pt x="895" y="1030"/>
                  </a:lnTo>
                  <a:lnTo>
                    <a:pt x="895" y="1025"/>
                  </a:lnTo>
                  <a:lnTo>
                    <a:pt x="897" y="1025"/>
                  </a:lnTo>
                  <a:lnTo>
                    <a:pt x="895" y="1025"/>
                  </a:lnTo>
                  <a:lnTo>
                    <a:pt x="895" y="1023"/>
                  </a:lnTo>
                  <a:lnTo>
                    <a:pt x="892" y="1021"/>
                  </a:lnTo>
                  <a:lnTo>
                    <a:pt x="892" y="1021"/>
                  </a:lnTo>
                  <a:lnTo>
                    <a:pt x="892" y="1021"/>
                  </a:lnTo>
                  <a:lnTo>
                    <a:pt x="895" y="1021"/>
                  </a:lnTo>
                  <a:lnTo>
                    <a:pt x="895" y="1023"/>
                  </a:lnTo>
                  <a:lnTo>
                    <a:pt x="897" y="1023"/>
                  </a:lnTo>
                  <a:lnTo>
                    <a:pt x="900" y="1025"/>
                  </a:lnTo>
                  <a:lnTo>
                    <a:pt x="900" y="1028"/>
                  </a:lnTo>
                  <a:lnTo>
                    <a:pt x="897" y="1032"/>
                  </a:lnTo>
                  <a:lnTo>
                    <a:pt x="900" y="1030"/>
                  </a:lnTo>
                  <a:lnTo>
                    <a:pt x="900" y="1030"/>
                  </a:lnTo>
                  <a:lnTo>
                    <a:pt x="900" y="1030"/>
                  </a:lnTo>
                  <a:lnTo>
                    <a:pt x="902" y="1028"/>
                  </a:lnTo>
                  <a:lnTo>
                    <a:pt x="902" y="1025"/>
                  </a:lnTo>
                  <a:lnTo>
                    <a:pt x="907" y="1023"/>
                  </a:lnTo>
                  <a:lnTo>
                    <a:pt x="909" y="1021"/>
                  </a:lnTo>
                  <a:lnTo>
                    <a:pt x="907" y="1018"/>
                  </a:lnTo>
                  <a:lnTo>
                    <a:pt x="907" y="1018"/>
                  </a:lnTo>
                  <a:lnTo>
                    <a:pt x="907" y="1018"/>
                  </a:lnTo>
                  <a:lnTo>
                    <a:pt x="907" y="1018"/>
                  </a:lnTo>
                  <a:lnTo>
                    <a:pt x="904" y="1018"/>
                  </a:lnTo>
                  <a:lnTo>
                    <a:pt x="902" y="1018"/>
                  </a:lnTo>
                  <a:lnTo>
                    <a:pt x="900" y="1018"/>
                  </a:lnTo>
                  <a:lnTo>
                    <a:pt x="900" y="1018"/>
                  </a:lnTo>
                  <a:lnTo>
                    <a:pt x="900" y="1016"/>
                  </a:lnTo>
                  <a:lnTo>
                    <a:pt x="904" y="1016"/>
                  </a:lnTo>
                  <a:lnTo>
                    <a:pt x="904" y="1016"/>
                  </a:lnTo>
                  <a:lnTo>
                    <a:pt x="904" y="1013"/>
                  </a:lnTo>
                  <a:lnTo>
                    <a:pt x="904" y="1013"/>
                  </a:lnTo>
                  <a:lnTo>
                    <a:pt x="904" y="1013"/>
                  </a:lnTo>
                  <a:lnTo>
                    <a:pt x="907" y="1013"/>
                  </a:lnTo>
                  <a:lnTo>
                    <a:pt x="907" y="1013"/>
                  </a:lnTo>
                  <a:lnTo>
                    <a:pt x="907" y="1011"/>
                  </a:lnTo>
                  <a:lnTo>
                    <a:pt x="907" y="1009"/>
                  </a:lnTo>
                  <a:lnTo>
                    <a:pt x="907" y="1006"/>
                  </a:lnTo>
                  <a:lnTo>
                    <a:pt x="909" y="1006"/>
                  </a:lnTo>
                  <a:lnTo>
                    <a:pt x="909" y="1006"/>
                  </a:lnTo>
                  <a:lnTo>
                    <a:pt x="909" y="1004"/>
                  </a:lnTo>
                  <a:lnTo>
                    <a:pt x="909" y="1004"/>
                  </a:lnTo>
                  <a:lnTo>
                    <a:pt x="911" y="1004"/>
                  </a:lnTo>
                  <a:lnTo>
                    <a:pt x="911" y="1002"/>
                  </a:lnTo>
                  <a:lnTo>
                    <a:pt x="914" y="1002"/>
                  </a:lnTo>
                  <a:lnTo>
                    <a:pt x="916" y="999"/>
                  </a:lnTo>
                  <a:lnTo>
                    <a:pt x="919" y="999"/>
                  </a:lnTo>
                  <a:lnTo>
                    <a:pt x="923" y="999"/>
                  </a:lnTo>
                  <a:lnTo>
                    <a:pt x="923" y="999"/>
                  </a:lnTo>
                  <a:lnTo>
                    <a:pt x="923" y="997"/>
                  </a:lnTo>
                  <a:lnTo>
                    <a:pt x="923" y="997"/>
                  </a:lnTo>
                  <a:lnTo>
                    <a:pt x="923" y="997"/>
                  </a:lnTo>
                  <a:lnTo>
                    <a:pt x="926" y="995"/>
                  </a:lnTo>
                  <a:lnTo>
                    <a:pt x="926" y="995"/>
                  </a:lnTo>
                  <a:lnTo>
                    <a:pt x="928" y="992"/>
                  </a:lnTo>
                  <a:lnTo>
                    <a:pt x="930" y="992"/>
                  </a:lnTo>
                  <a:lnTo>
                    <a:pt x="930" y="992"/>
                  </a:lnTo>
                  <a:lnTo>
                    <a:pt x="930" y="992"/>
                  </a:lnTo>
                  <a:lnTo>
                    <a:pt x="933" y="990"/>
                  </a:lnTo>
                  <a:lnTo>
                    <a:pt x="935" y="987"/>
                  </a:lnTo>
                  <a:lnTo>
                    <a:pt x="942" y="985"/>
                  </a:lnTo>
                  <a:lnTo>
                    <a:pt x="942" y="983"/>
                  </a:lnTo>
                  <a:lnTo>
                    <a:pt x="945" y="973"/>
                  </a:lnTo>
                  <a:lnTo>
                    <a:pt x="945" y="971"/>
                  </a:lnTo>
                  <a:lnTo>
                    <a:pt x="945" y="968"/>
                  </a:lnTo>
                  <a:lnTo>
                    <a:pt x="945" y="966"/>
                  </a:lnTo>
                  <a:lnTo>
                    <a:pt x="942" y="964"/>
                  </a:lnTo>
                  <a:lnTo>
                    <a:pt x="942" y="961"/>
                  </a:lnTo>
                  <a:lnTo>
                    <a:pt x="940" y="957"/>
                  </a:lnTo>
                  <a:lnTo>
                    <a:pt x="940" y="957"/>
                  </a:lnTo>
                  <a:lnTo>
                    <a:pt x="940" y="954"/>
                  </a:lnTo>
                  <a:lnTo>
                    <a:pt x="940" y="952"/>
                  </a:lnTo>
                  <a:lnTo>
                    <a:pt x="940" y="950"/>
                  </a:lnTo>
                  <a:lnTo>
                    <a:pt x="940" y="950"/>
                  </a:lnTo>
                  <a:lnTo>
                    <a:pt x="940" y="947"/>
                  </a:lnTo>
                  <a:lnTo>
                    <a:pt x="940" y="947"/>
                  </a:lnTo>
                  <a:lnTo>
                    <a:pt x="937" y="945"/>
                  </a:lnTo>
                  <a:lnTo>
                    <a:pt x="937" y="945"/>
                  </a:lnTo>
                  <a:lnTo>
                    <a:pt x="937" y="942"/>
                  </a:lnTo>
                  <a:lnTo>
                    <a:pt x="937" y="940"/>
                  </a:lnTo>
                  <a:lnTo>
                    <a:pt x="937" y="938"/>
                  </a:lnTo>
                  <a:lnTo>
                    <a:pt x="937" y="935"/>
                  </a:lnTo>
                  <a:lnTo>
                    <a:pt x="937" y="935"/>
                  </a:lnTo>
                  <a:lnTo>
                    <a:pt x="937" y="933"/>
                  </a:lnTo>
                  <a:lnTo>
                    <a:pt x="940" y="933"/>
                  </a:lnTo>
                  <a:lnTo>
                    <a:pt x="940" y="935"/>
                  </a:lnTo>
                  <a:lnTo>
                    <a:pt x="942" y="935"/>
                  </a:lnTo>
                  <a:lnTo>
                    <a:pt x="942" y="933"/>
                  </a:lnTo>
                  <a:lnTo>
                    <a:pt x="942" y="931"/>
                  </a:lnTo>
                  <a:lnTo>
                    <a:pt x="942" y="928"/>
                  </a:lnTo>
                  <a:lnTo>
                    <a:pt x="942" y="926"/>
                  </a:lnTo>
                  <a:lnTo>
                    <a:pt x="942" y="926"/>
                  </a:lnTo>
                  <a:lnTo>
                    <a:pt x="942" y="923"/>
                  </a:lnTo>
                  <a:lnTo>
                    <a:pt x="942" y="923"/>
                  </a:lnTo>
                  <a:lnTo>
                    <a:pt x="940" y="923"/>
                  </a:lnTo>
                  <a:lnTo>
                    <a:pt x="940" y="921"/>
                  </a:lnTo>
                  <a:lnTo>
                    <a:pt x="940" y="921"/>
                  </a:lnTo>
                  <a:lnTo>
                    <a:pt x="940" y="919"/>
                  </a:lnTo>
                  <a:lnTo>
                    <a:pt x="942" y="916"/>
                  </a:lnTo>
                  <a:lnTo>
                    <a:pt x="947" y="912"/>
                  </a:lnTo>
                  <a:lnTo>
                    <a:pt x="947" y="909"/>
                  </a:lnTo>
                  <a:lnTo>
                    <a:pt x="949" y="909"/>
                  </a:lnTo>
                  <a:lnTo>
                    <a:pt x="949" y="902"/>
                  </a:lnTo>
                  <a:lnTo>
                    <a:pt x="949" y="900"/>
                  </a:lnTo>
                  <a:lnTo>
                    <a:pt x="949" y="897"/>
                  </a:lnTo>
                  <a:lnTo>
                    <a:pt x="952" y="897"/>
                  </a:lnTo>
                  <a:lnTo>
                    <a:pt x="949" y="897"/>
                  </a:lnTo>
                  <a:lnTo>
                    <a:pt x="949" y="897"/>
                  </a:lnTo>
                  <a:lnTo>
                    <a:pt x="949" y="895"/>
                  </a:lnTo>
                  <a:lnTo>
                    <a:pt x="949" y="895"/>
                  </a:lnTo>
                  <a:lnTo>
                    <a:pt x="949" y="895"/>
                  </a:lnTo>
                  <a:lnTo>
                    <a:pt x="952" y="895"/>
                  </a:lnTo>
                  <a:lnTo>
                    <a:pt x="954" y="895"/>
                  </a:lnTo>
                  <a:lnTo>
                    <a:pt x="954" y="895"/>
                  </a:lnTo>
                  <a:lnTo>
                    <a:pt x="954" y="895"/>
                  </a:lnTo>
                  <a:lnTo>
                    <a:pt x="956" y="895"/>
                  </a:lnTo>
                  <a:lnTo>
                    <a:pt x="959" y="895"/>
                  </a:lnTo>
                  <a:lnTo>
                    <a:pt x="959" y="895"/>
                  </a:lnTo>
                  <a:lnTo>
                    <a:pt x="959" y="895"/>
                  </a:lnTo>
                  <a:lnTo>
                    <a:pt x="959" y="893"/>
                  </a:lnTo>
                  <a:lnTo>
                    <a:pt x="961" y="893"/>
                  </a:lnTo>
                  <a:lnTo>
                    <a:pt x="961" y="893"/>
                  </a:lnTo>
                  <a:lnTo>
                    <a:pt x="961" y="890"/>
                  </a:lnTo>
                  <a:lnTo>
                    <a:pt x="959" y="890"/>
                  </a:lnTo>
                  <a:lnTo>
                    <a:pt x="959" y="893"/>
                  </a:lnTo>
                  <a:lnTo>
                    <a:pt x="956" y="893"/>
                  </a:lnTo>
                  <a:lnTo>
                    <a:pt x="956" y="893"/>
                  </a:lnTo>
                  <a:lnTo>
                    <a:pt x="954" y="893"/>
                  </a:lnTo>
                  <a:lnTo>
                    <a:pt x="954" y="893"/>
                  </a:lnTo>
                  <a:lnTo>
                    <a:pt x="952" y="890"/>
                  </a:lnTo>
                  <a:lnTo>
                    <a:pt x="952" y="888"/>
                  </a:lnTo>
                  <a:lnTo>
                    <a:pt x="954" y="886"/>
                  </a:lnTo>
                  <a:lnTo>
                    <a:pt x="954" y="883"/>
                  </a:lnTo>
                  <a:lnTo>
                    <a:pt x="956" y="883"/>
                  </a:lnTo>
                  <a:lnTo>
                    <a:pt x="956" y="883"/>
                  </a:lnTo>
                  <a:lnTo>
                    <a:pt x="956" y="883"/>
                  </a:lnTo>
                  <a:lnTo>
                    <a:pt x="959" y="883"/>
                  </a:lnTo>
                  <a:lnTo>
                    <a:pt x="959" y="883"/>
                  </a:lnTo>
                  <a:lnTo>
                    <a:pt x="959" y="886"/>
                  </a:lnTo>
                  <a:lnTo>
                    <a:pt x="959" y="886"/>
                  </a:lnTo>
                  <a:lnTo>
                    <a:pt x="959" y="886"/>
                  </a:lnTo>
                  <a:lnTo>
                    <a:pt x="959" y="886"/>
                  </a:lnTo>
                  <a:lnTo>
                    <a:pt x="963" y="888"/>
                  </a:lnTo>
                  <a:lnTo>
                    <a:pt x="963" y="886"/>
                  </a:lnTo>
                  <a:lnTo>
                    <a:pt x="966" y="883"/>
                  </a:lnTo>
                  <a:lnTo>
                    <a:pt x="968" y="883"/>
                  </a:lnTo>
                  <a:lnTo>
                    <a:pt x="971" y="881"/>
                  </a:lnTo>
                  <a:lnTo>
                    <a:pt x="971" y="881"/>
                  </a:lnTo>
                  <a:lnTo>
                    <a:pt x="973" y="883"/>
                  </a:lnTo>
                  <a:lnTo>
                    <a:pt x="973" y="883"/>
                  </a:lnTo>
                  <a:lnTo>
                    <a:pt x="975" y="881"/>
                  </a:lnTo>
                  <a:lnTo>
                    <a:pt x="978" y="881"/>
                  </a:lnTo>
                  <a:lnTo>
                    <a:pt x="975" y="881"/>
                  </a:lnTo>
                  <a:lnTo>
                    <a:pt x="975" y="879"/>
                  </a:lnTo>
                  <a:lnTo>
                    <a:pt x="973" y="876"/>
                  </a:lnTo>
                  <a:lnTo>
                    <a:pt x="975" y="876"/>
                  </a:lnTo>
                  <a:lnTo>
                    <a:pt x="975" y="879"/>
                  </a:lnTo>
                  <a:lnTo>
                    <a:pt x="975" y="879"/>
                  </a:lnTo>
                  <a:lnTo>
                    <a:pt x="978" y="879"/>
                  </a:lnTo>
                  <a:lnTo>
                    <a:pt x="978" y="876"/>
                  </a:lnTo>
                  <a:lnTo>
                    <a:pt x="978" y="876"/>
                  </a:lnTo>
                  <a:lnTo>
                    <a:pt x="978" y="871"/>
                  </a:lnTo>
                  <a:lnTo>
                    <a:pt x="980" y="869"/>
                  </a:lnTo>
                  <a:lnTo>
                    <a:pt x="980" y="869"/>
                  </a:lnTo>
                  <a:lnTo>
                    <a:pt x="982" y="869"/>
                  </a:lnTo>
                  <a:lnTo>
                    <a:pt x="985" y="869"/>
                  </a:lnTo>
                  <a:lnTo>
                    <a:pt x="987" y="869"/>
                  </a:lnTo>
                  <a:lnTo>
                    <a:pt x="992" y="867"/>
                  </a:lnTo>
                  <a:lnTo>
                    <a:pt x="997" y="862"/>
                  </a:lnTo>
                  <a:lnTo>
                    <a:pt x="1001" y="860"/>
                  </a:lnTo>
                  <a:lnTo>
                    <a:pt x="1004" y="857"/>
                  </a:lnTo>
                  <a:lnTo>
                    <a:pt x="1013" y="852"/>
                  </a:lnTo>
                  <a:lnTo>
                    <a:pt x="1013" y="852"/>
                  </a:lnTo>
                  <a:lnTo>
                    <a:pt x="1013" y="850"/>
                  </a:lnTo>
                  <a:lnTo>
                    <a:pt x="1013" y="850"/>
                  </a:lnTo>
                  <a:lnTo>
                    <a:pt x="1018" y="850"/>
                  </a:lnTo>
                  <a:lnTo>
                    <a:pt x="1018" y="850"/>
                  </a:lnTo>
                  <a:lnTo>
                    <a:pt x="1020" y="850"/>
                  </a:lnTo>
                  <a:lnTo>
                    <a:pt x="1020" y="850"/>
                  </a:lnTo>
                  <a:lnTo>
                    <a:pt x="1023" y="848"/>
                  </a:lnTo>
                  <a:lnTo>
                    <a:pt x="1027" y="848"/>
                  </a:lnTo>
                  <a:lnTo>
                    <a:pt x="1032" y="845"/>
                  </a:lnTo>
                  <a:lnTo>
                    <a:pt x="1032" y="843"/>
                  </a:lnTo>
                  <a:lnTo>
                    <a:pt x="1034" y="843"/>
                  </a:lnTo>
                  <a:lnTo>
                    <a:pt x="1032" y="843"/>
                  </a:lnTo>
                  <a:lnTo>
                    <a:pt x="1034" y="845"/>
                  </a:lnTo>
                  <a:lnTo>
                    <a:pt x="1034" y="845"/>
                  </a:lnTo>
                  <a:lnTo>
                    <a:pt x="1034" y="845"/>
                  </a:lnTo>
                  <a:lnTo>
                    <a:pt x="1034" y="845"/>
                  </a:lnTo>
                  <a:lnTo>
                    <a:pt x="1037" y="843"/>
                  </a:lnTo>
                  <a:lnTo>
                    <a:pt x="1046" y="838"/>
                  </a:lnTo>
                  <a:lnTo>
                    <a:pt x="1051" y="834"/>
                  </a:lnTo>
                  <a:lnTo>
                    <a:pt x="1053" y="831"/>
                  </a:lnTo>
                  <a:lnTo>
                    <a:pt x="1053" y="831"/>
                  </a:lnTo>
                  <a:lnTo>
                    <a:pt x="1056" y="829"/>
                  </a:lnTo>
                  <a:lnTo>
                    <a:pt x="1056" y="829"/>
                  </a:lnTo>
                  <a:lnTo>
                    <a:pt x="1058" y="829"/>
                  </a:lnTo>
                  <a:lnTo>
                    <a:pt x="1061" y="829"/>
                  </a:lnTo>
                  <a:lnTo>
                    <a:pt x="1061" y="829"/>
                  </a:lnTo>
                  <a:lnTo>
                    <a:pt x="1068" y="829"/>
                  </a:lnTo>
                  <a:lnTo>
                    <a:pt x="1072" y="826"/>
                  </a:lnTo>
                  <a:lnTo>
                    <a:pt x="1072" y="826"/>
                  </a:lnTo>
                  <a:lnTo>
                    <a:pt x="1075" y="824"/>
                  </a:lnTo>
                  <a:lnTo>
                    <a:pt x="1075" y="824"/>
                  </a:lnTo>
                  <a:lnTo>
                    <a:pt x="1077" y="822"/>
                  </a:lnTo>
                  <a:lnTo>
                    <a:pt x="1079" y="819"/>
                  </a:lnTo>
                  <a:lnTo>
                    <a:pt x="1087" y="815"/>
                  </a:lnTo>
                  <a:lnTo>
                    <a:pt x="1089" y="815"/>
                  </a:lnTo>
                  <a:lnTo>
                    <a:pt x="1089" y="815"/>
                  </a:lnTo>
                  <a:lnTo>
                    <a:pt x="1089" y="815"/>
                  </a:lnTo>
                  <a:lnTo>
                    <a:pt x="1091" y="812"/>
                  </a:lnTo>
                  <a:lnTo>
                    <a:pt x="1094" y="812"/>
                  </a:lnTo>
                  <a:lnTo>
                    <a:pt x="1094" y="812"/>
                  </a:lnTo>
                  <a:lnTo>
                    <a:pt x="1096" y="815"/>
                  </a:lnTo>
                  <a:lnTo>
                    <a:pt x="1096" y="815"/>
                  </a:lnTo>
                  <a:lnTo>
                    <a:pt x="1096" y="815"/>
                  </a:lnTo>
                  <a:lnTo>
                    <a:pt x="1096" y="815"/>
                  </a:lnTo>
                  <a:lnTo>
                    <a:pt x="1096" y="812"/>
                  </a:lnTo>
                  <a:lnTo>
                    <a:pt x="1098" y="812"/>
                  </a:lnTo>
                  <a:lnTo>
                    <a:pt x="1098" y="812"/>
                  </a:lnTo>
                  <a:lnTo>
                    <a:pt x="1101" y="812"/>
                  </a:lnTo>
                  <a:lnTo>
                    <a:pt x="1101" y="812"/>
                  </a:lnTo>
                  <a:lnTo>
                    <a:pt x="1103" y="810"/>
                  </a:lnTo>
                  <a:lnTo>
                    <a:pt x="1105" y="810"/>
                  </a:lnTo>
                  <a:lnTo>
                    <a:pt x="1105" y="810"/>
                  </a:lnTo>
                  <a:lnTo>
                    <a:pt x="1108" y="810"/>
                  </a:lnTo>
                  <a:lnTo>
                    <a:pt x="1108" y="810"/>
                  </a:lnTo>
                  <a:lnTo>
                    <a:pt x="1110" y="812"/>
                  </a:lnTo>
                  <a:lnTo>
                    <a:pt x="1110" y="812"/>
                  </a:lnTo>
                  <a:lnTo>
                    <a:pt x="1110" y="812"/>
                  </a:lnTo>
                  <a:lnTo>
                    <a:pt x="1113" y="810"/>
                  </a:lnTo>
                  <a:lnTo>
                    <a:pt x="1113" y="810"/>
                  </a:lnTo>
                  <a:lnTo>
                    <a:pt x="1113" y="807"/>
                  </a:lnTo>
                  <a:lnTo>
                    <a:pt x="1113" y="807"/>
                  </a:lnTo>
                  <a:lnTo>
                    <a:pt x="1115" y="807"/>
                  </a:lnTo>
                  <a:lnTo>
                    <a:pt x="1117" y="805"/>
                  </a:lnTo>
                  <a:lnTo>
                    <a:pt x="1120" y="803"/>
                  </a:lnTo>
                  <a:lnTo>
                    <a:pt x="1122" y="803"/>
                  </a:lnTo>
                  <a:lnTo>
                    <a:pt x="1122" y="800"/>
                  </a:lnTo>
                  <a:lnTo>
                    <a:pt x="1122" y="800"/>
                  </a:lnTo>
                  <a:lnTo>
                    <a:pt x="1120" y="800"/>
                  </a:lnTo>
                  <a:lnTo>
                    <a:pt x="1120" y="800"/>
                  </a:lnTo>
                  <a:lnTo>
                    <a:pt x="1120" y="798"/>
                  </a:lnTo>
                  <a:lnTo>
                    <a:pt x="1122" y="798"/>
                  </a:lnTo>
                  <a:lnTo>
                    <a:pt x="1127" y="796"/>
                  </a:lnTo>
                  <a:lnTo>
                    <a:pt x="1127" y="796"/>
                  </a:lnTo>
                  <a:lnTo>
                    <a:pt x="1127" y="796"/>
                  </a:lnTo>
                  <a:lnTo>
                    <a:pt x="1127" y="793"/>
                  </a:lnTo>
                  <a:lnTo>
                    <a:pt x="1127" y="793"/>
                  </a:lnTo>
                  <a:lnTo>
                    <a:pt x="1127" y="793"/>
                  </a:lnTo>
                  <a:lnTo>
                    <a:pt x="1129" y="793"/>
                  </a:lnTo>
                  <a:lnTo>
                    <a:pt x="1129" y="793"/>
                  </a:lnTo>
                  <a:lnTo>
                    <a:pt x="1129" y="793"/>
                  </a:lnTo>
                  <a:lnTo>
                    <a:pt x="1131" y="793"/>
                  </a:lnTo>
                  <a:lnTo>
                    <a:pt x="1131" y="793"/>
                  </a:lnTo>
                  <a:lnTo>
                    <a:pt x="1136" y="791"/>
                  </a:lnTo>
                  <a:lnTo>
                    <a:pt x="1136" y="791"/>
                  </a:lnTo>
                  <a:lnTo>
                    <a:pt x="1139" y="789"/>
                  </a:lnTo>
                  <a:lnTo>
                    <a:pt x="1139" y="789"/>
                  </a:lnTo>
                  <a:lnTo>
                    <a:pt x="1139" y="789"/>
                  </a:lnTo>
                  <a:lnTo>
                    <a:pt x="1139" y="789"/>
                  </a:lnTo>
                  <a:lnTo>
                    <a:pt x="1141" y="786"/>
                  </a:lnTo>
                  <a:lnTo>
                    <a:pt x="1143" y="784"/>
                  </a:lnTo>
                  <a:lnTo>
                    <a:pt x="1143" y="786"/>
                  </a:lnTo>
                  <a:lnTo>
                    <a:pt x="1141" y="789"/>
                  </a:lnTo>
                  <a:lnTo>
                    <a:pt x="1141" y="789"/>
                  </a:lnTo>
                  <a:lnTo>
                    <a:pt x="1150" y="784"/>
                  </a:lnTo>
                  <a:lnTo>
                    <a:pt x="1155" y="781"/>
                  </a:lnTo>
                  <a:lnTo>
                    <a:pt x="1155" y="781"/>
                  </a:lnTo>
                  <a:lnTo>
                    <a:pt x="1158" y="781"/>
                  </a:lnTo>
                  <a:lnTo>
                    <a:pt x="1158" y="781"/>
                  </a:lnTo>
                  <a:lnTo>
                    <a:pt x="1158" y="781"/>
                  </a:lnTo>
                  <a:lnTo>
                    <a:pt x="1158" y="781"/>
                  </a:lnTo>
                  <a:lnTo>
                    <a:pt x="1158" y="779"/>
                  </a:lnTo>
                  <a:lnTo>
                    <a:pt x="1158" y="779"/>
                  </a:lnTo>
                  <a:lnTo>
                    <a:pt x="1158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2" y="777"/>
                  </a:lnTo>
                  <a:lnTo>
                    <a:pt x="1162" y="777"/>
                  </a:lnTo>
                  <a:lnTo>
                    <a:pt x="1162" y="777"/>
                  </a:lnTo>
                  <a:lnTo>
                    <a:pt x="1162" y="777"/>
                  </a:lnTo>
                  <a:lnTo>
                    <a:pt x="1165" y="777"/>
                  </a:lnTo>
                  <a:lnTo>
                    <a:pt x="1165" y="777"/>
                  </a:lnTo>
                  <a:lnTo>
                    <a:pt x="1169" y="777"/>
                  </a:lnTo>
                  <a:lnTo>
                    <a:pt x="1169" y="777"/>
                  </a:lnTo>
                  <a:lnTo>
                    <a:pt x="1174" y="777"/>
                  </a:lnTo>
                  <a:lnTo>
                    <a:pt x="1181" y="774"/>
                  </a:lnTo>
                  <a:lnTo>
                    <a:pt x="1181" y="772"/>
                  </a:lnTo>
                  <a:lnTo>
                    <a:pt x="1181" y="772"/>
                  </a:lnTo>
                  <a:lnTo>
                    <a:pt x="1181" y="772"/>
                  </a:lnTo>
                  <a:lnTo>
                    <a:pt x="1184" y="772"/>
                  </a:lnTo>
                  <a:lnTo>
                    <a:pt x="1184" y="770"/>
                  </a:lnTo>
                  <a:lnTo>
                    <a:pt x="1184" y="770"/>
                  </a:lnTo>
                  <a:lnTo>
                    <a:pt x="1184" y="770"/>
                  </a:lnTo>
                  <a:lnTo>
                    <a:pt x="1186" y="770"/>
                  </a:lnTo>
                  <a:lnTo>
                    <a:pt x="1188" y="770"/>
                  </a:lnTo>
                  <a:lnTo>
                    <a:pt x="1188" y="770"/>
                  </a:lnTo>
                  <a:lnTo>
                    <a:pt x="1191" y="770"/>
                  </a:lnTo>
                  <a:lnTo>
                    <a:pt x="1193" y="772"/>
                  </a:lnTo>
                  <a:lnTo>
                    <a:pt x="1193" y="772"/>
                  </a:lnTo>
                  <a:lnTo>
                    <a:pt x="1195" y="774"/>
                  </a:lnTo>
                  <a:lnTo>
                    <a:pt x="1195" y="774"/>
                  </a:lnTo>
                  <a:lnTo>
                    <a:pt x="1198" y="774"/>
                  </a:lnTo>
                  <a:lnTo>
                    <a:pt x="1200" y="770"/>
                  </a:lnTo>
                  <a:lnTo>
                    <a:pt x="1202" y="767"/>
                  </a:lnTo>
                  <a:lnTo>
                    <a:pt x="1202" y="767"/>
                  </a:lnTo>
                  <a:lnTo>
                    <a:pt x="1202" y="765"/>
                  </a:lnTo>
                  <a:lnTo>
                    <a:pt x="1205" y="765"/>
                  </a:lnTo>
                  <a:lnTo>
                    <a:pt x="1205" y="765"/>
                  </a:lnTo>
                  <a:lnTo>
                    <a:pt x="1205" y="767"/>
                  </a:lnTo>
                  <a:lnTo>
                    <a:pt x="1205" y="767"/>
                  </a:lnTo>
                  <a:lnTo>
                    <a:pt x="1202" y="767"/>
                  </a:lnTo>
                  <a:lnTo>
                    <a:pt x="1200" y="772"/>
                  </a:lnTo>
                  <a:lnTo>
                    <a:pt x="1200" y="774"/>
                  </a:lnTo>
                  <a:lnTo>
                    <a:pt x="1198" y="774"/>
                  </a:lnTo>
                  <a:lnTo>
                    <a:pt x="1198" y="777"/>
                  </a:lnTo>
                  <a:lnTo>
                    <a:pt x="1198" y="777"/>
                  </a:lnTo>
                  <a:lnTo>
                    <a:pt x="1198" y="777"/>
                  </a:lnTo>
                  <a:lnTo>
                    <a:pt x="1200" y="777"/>
                  </a:lnTo>
                  <a:lnTo>
                    <a:pt x="1202" y="774"/>
                  </a:lnTo>
                  <a:lnTo>
                    <a:pt x="1202" y="772"/>
                  </a:lnTo>
                  <a:lnTo>
                    <a:pt x="1205" y="770"/>
                  </a:lnTo>
                  <a:lnTo>
                    <a:pt x="1210" y="765"/>
                  </a:lnTo>
                  <a:lnTo>
                    <a:pt x="1212" y="763"/>
                  </a:lnTo>
                  <a:lnTo>
                    <a:pt x="1217" y="755"/>
                  </a:lnTo>
                  <a:lnTo>
                    <a:pt x="1221" y="753"/>
                  </a:lnTo>
                  <a:lnTo>
                    <a:pt x="1221" y="753"/>
                  </a:lnTo>
                  <a:lnTo>
                    <a:pt x="1224" y="753"/>
                  </a:lnTo>
                  <a:lnTo>
                    <a:pt x="1224" y="753"/>
                  </a:lnTo>
                  <a:lnTo>
                    <a:pt x="1224" y="753"/>
                  </a:lnTo>
                  <a:lnTo>
                    <a:pt x="1224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6"/>
                  </a:lnTo>
                  <a:lnTo>
                    <a:pt x="1229" y="746"/>
                  </a:lnTo>
                  <a:lnTo>
                    <a:pt x="1231" y="746"/>
                  </a:lnTo>
                  <a:lnTo>
                    <a:pt x="1231" y="746"/>
                  </a:lnTo>
                  <a:lnTo>
                    <a:pt x="1231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6" y="746"/>
                  </a:lnTo>
                  <a:lnTo>
                    <a:pt x="1236" y="746"/>
                  </a:lnTo>
                  <a:lnTo>
                    <a:pt x="1238" y="739"/>
                  </a:lnTo>
                  <a:lnTo>
                    <a:pt x="1238" y="736"/>
                  </a:lnTo>
                  <a:lnTo>
                    <a:pt x="1240" y="736"/>
                  </a:lnTo>
                  <a:lnTo>
                    <a:pt x="1238" y="736"/>
                  </a:lnTo>
                  <a:lnTo>
                    <a:pt x="1238" y="739"/>
                  </a:lnTo>
                  <a:lnTo>
                    <a:pt x="1238" y="739"/>
                  </a:lnTo>
                  <a:lnTo>
                    <a:pt x="1238" y="741"/>
                  </a:lnTo>
                  <a:lnTo>
                    <a:pt x="1240" y="741"/>
                  </a:lnTo>
                  <a:lnTo>
                    <a:pt x="1240" y="741"/>
                  </a:lnTo>
                  <a:lnTo>
                    <a:pt x="1243" y="741"/>
                  </a:lnTo>
                  <a:lnTo>
                    <a:pt x="1243" y="739"/>
                  </a:lnTo>
                  <a:lnTo>
                    <a:pt x="1243" y="739"/>
                  </a:lnTo>
                  <a:lnTo>
                    <a:pt x="1243" y="736"/>
                  </a:lnTo>
                  <a:lnTo>
                    <a:pt x="1243" y="736"/>
                  </a:lnTo>
                  <a:lnTo>
                    <a:pt x="1243" y="736"/>
                  </a:lnTo>
                  <a:lnTo>
                    <a:pt x="1245" y="736"/>
                  </a:lnTo>
                  <a:lnTo>
                    <a:pt x="1245" y="736"/>
                  </a:lnTo>
                  <a:lnTo>
                    <a:pt x="1245" y="739"/>
                  </a:lnTo>
                  <a:lnTo>
                    <a:pt x="1247" y="736"/>
                  </a:lnTo>
                  <a:lnTo>
                    <a:pt x="1247" y="736"/>
                  </a:lnTo>
                  <a:lnTo>
                    <a:pt x="1247" y="734"/>
                  </a:lnTo>
                  <a:lnTo>
                    <a:pt x="1247" y="732"/>
                  </a:lnTo>
                  <a:lnTo>
                    <a:pt x="1250" y="736"/>
                  </a:lnTo>
                  <a:lnTo>
                    <a:pt x="1250" y="734"/>
                  </a:lnTo>
                  <a:lnTo>
                    <a:pt x="1252" y="732"/>
                  </a:lnTo>
                  <a:lnTo>
                    <a:pt x="1252" y="732"/>
                  </a:lnTo>
                  <a:lnTo>
                    <a:pt x="1255" y="729"/>
                  </a:lnTo>
                  <a:lnTo>
                    <a:pt x="1255" y="729"/>
                  </a:lnTo>
                  <a:lnTo>
                    <a:pt x="1255" y="729"/>
                  </a:lnTo>
                  <a:lnTo>
                    <a:pt x="1257" y="727"/>
                  </a:lnTo>
                  <a:lnTo>
                    <a:pt x="1257" y="729"/>
                  </a:lnTo>
                  <a:lnTo>
                    <a:pt x="1257" y="729"/>
                  </a:lnTo>
                  <a:lnTo>
                    <a:pt x="1257" y="729"/>
                  </a:lnTo>
                  <a:lnTo>
                    <a:pt x="1257" y="727"/>
                  </a:lnTo>
                  <a:lnTo>
                    <a:pt x="1257" y="727"/>
                  </a:lnTo>
                  <a:lnTo>
                    <a:pt x="1257" y="727"/>
                  </a:lnTo>
                  <a:lnTo>
                    <a:pt x="1259" y="727"/>
                  </a:lnTo>
                  <a:lnTo>
                    <a:pt x="1259" y="727"/>
                  </a:lnTo>
                  <a:lnTo>
                    <a:pt x="1259" y="727"/>
                  </a:lnTo>
                  <a:lnTo>
                    <a:pt x="1259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5"/>
                  </a:lnTo>
                  <a:lnTo>
                    <a:pt x="1262" y="725"/>
                  </a:lnTo>
                  <a:lnTo>
                    <a:pt x="1264" y="725"/>
                  </a:lnTo>
                  <a:lnTo>
                    <a:pt x="1264" y="722"/>
                  </a:lnTo>
                  <a:lnTo>
                    <a:pt x="1262" y="720"/>
                  </a:lnTo>
                  <a:lnTo>
                    <a:pt x="1262" y="720"/>
                  </a:lnTo>
                  <a:lnTo>
                    <a:pt x="1264" y="720"/>
                  </a:lnTo>
                  <a:lnTo>
                    <a:pt x="1264" y="722"/>
                  </a:lnTo>
                  <a:lnTo>
                    <a:pt x="1264" y="722"/>
                  </a:lnTo>
                  <a:lnTo>
                    <a:pt x="1266" y="720"/>
                  </a:lnTo>
                  <a:lnTo>
                    <a:pt x="1266" y="722"/>
                  </a:lnTo>
                  <a:lnTo>
                    <a:pt x="1266" y="722"/>
                  </a:lnTo>
                  <a:lnTo>
                    <a:pt x="1266" y="722"/>
                  </a:lnTo>
                  <a:lnTo>
                    <a:pt x="1266" y="725"/>
                  </a:lnTo>
                  <a:lnTo>
                    <a:pt x="1266" y="725"/>
                  </a:lnTo>
                  <a:lnTo>
                    <a:pt x="1266" y="722"/>
                  </a:lnTo>
                  <a:lnTo>
                    <a:pt x="1266" y="720"/>
                  </a:lnTo>
                  <a:lnTo>
                    <a:pt x="1269" y="718"/>
                  </a:lnTo>
                  <a:lnTo>
                    <a:pt x="1269" y="718"/>
                  </a:lnTo>
                  <a:lnTo>
                    <a:pt x="1269" y="718"/>
                  </a:lnTo>
                  <a:lnTo>
                    <a:pt x="1271" y="720"/>
                  </a:lnTo>
                  <a:lnTo>
                    <a:pt x="1271" y="720"/>
                  </a:lnTo>
                  <a:lnTo>
                    <a:pt x="1271" y="720"/>
                  </a:lnTo>
                  <a:lnTo>
                    <a:pt x="1271" y="722"/>
                  </a:lnTo>
                  <a:lnTo>
                    <a:pt x="1273" y="720"/>
                  </a:lnTo>
                  <a:lnTo>
                    <a:pt x="1273" y="722"/>
                  </a:lnTo>
                  <a:lnTo>
                    <a:pt x="1273" y="722"/>
                  </a:lnTo>
                  <a:lnTo>
                    <a:pt x="1273" y="722"/>
                  </a:lnTo>
                  <a:lnTo>
                    <a:pt x="1273" y="720"/>
                  </a:lnTo>
                  <a:lnTo>
                    <a:pt x="1273" y="720"/>
                  </a:lnTo>
                  <a:lnTo>
                    <a:pt x="1273" y="720"/>
                  </a:lnTo>
                  <a:lnTo>
                    <a:pt x="1273" y="720"/>
                  </a:lnTo>
                  <a:lnTo>
                    <a:pt x="1273" y="718"/>
                  </a:lnTo>
                  <a:lnTo>
                    <a:pt x="1273" y="718"/>
                  </a:lnTo>
                  <a:lnTo>
                    <a:pt x="1276" y="718"/>
                  </a:lnTo>
                  <a:lnTo>
                    <a:pt x="1276" y="718"/>
                  </a:lnTo>
                  <a:lnTo>
                    <a:pt x="1276" y="718"/>
                  </a:lnTo>
                  <a:lnTo>
                    <a:pt x="1278" y="718"/>
                  </a:lnTo>
                  <a:lnTo>
                    <a:pt x="1278" y="715"/>
                  </a:lnTo>
                  <a:lnTo>
                    <a:pt x="1278" y="713"/>
                  </a:lnTo>
                  <a:lnTo>
                    <a:pt x="1278" y="713"/>
                  </a:lnTo>
                  <a:lnTo>
                    <a:pt x="1281" y="713"/>
                  </a:lnTo>
                  <a:lnTo>
                    <a:pt x="1281" y="713"/>
                  </a:lnTo>
                  <a:lnTo>
                    <a:pt x="1281" y="713"/>
                  </a:lnTo>
                  <a:lnTo>
                    <a:pt x="1281" y="710"/>
                  </a:lnTo>
                  <a:lnTo>
                    <a:pt x="1281" y="710"/>
                  </a:lnTo>
                  <a:lnTo>
                    <a:pt x="1281" y="708"/>
                  </a:lnTo>
                  <a:lnTo>
                    <a:pt x="1283" y="706"/>
                  </a:lnTo>
                  <a:lnTo>
                    <a:pt x="1283" y="703"/>
                  </a:lnTo>
                  <a:lnTo>
                    <a:pt x="1283" y="703"/>
                  </a:lnTo>
                  <a:lnTo>
                    <a:pt x="1281" y="701"/>
                  </a:lnTo>
                  <a:lnTo>
                    <a:pt x="1281" y="703"/>
                  </a:lnTo>
                  <a:lnTo>
                    <a:pt x="1283" y="703"/>
                  </a:lnTo>
                  <a:lnTo>
                    <a:pt x="1283" y="706"/>
                  </a:lnTo>
                  <a:lnTo>
                    <a:pt x="1281" y="706"/>
                  </a:lnTo>
                  <a:lnTo>
                    <a:pt x="1281" y="703"/>
                  </a:lnTo>
                  <a:lnTo>
                    <a:pt x="1281" y="703"/>
                  </a:lnTo>
                  <a:lnTo>
                    <a:pt x="1281" y="703"/>
                  </a:lnTo>
                  <a:lnTo>
                    <a:pt x="1278" y="703"/>
                  </a:lnTo>
                  <a:lnTo>
                    <a:pt x="1278" y="703"/>
                  </a:lnTo>
                  <a:lnTo>
                    <a:pt x="1278" y="701"/>
                  </a:lnTo>
                  <a:lnTo>
                    <a:pt x="1278" y="701"/>
                  </a:lnTo>
                  <a:lnTo>
                    <a:pt x="1278" y="696"/>
                  </a:lnTo>
                  <a:lnTo>
                    <a:pt x="1278" y="694"/>
                  </a:lnTo>
                  <a:lnTo>
                    <a:pt x="1278" y="694"/>
                  </a:lnTo>
                  <a:lnTo>
                    <a:pt x="1281" y="694"/>
                  </a:lnTo>
                  <a:lnTo>
                    <a:pt x="1281" y="694"/>
                  </a:lnTo>
                  <a:lnTo>
                    <a:pt x="1281" y="692"/>
                  </a:lnTo>
                  <a:lnTo>
                    <a:pt x="1281" y="692"/>
                  </a:lnTo>
                  <a:lnTo>
                    <a:pt x="1281" y="692"/>
                  </a:lnTo>
                  <a:lnTo>
                    <a:pt x="1283" y="689"/>
                  </a:lnTo>
                  <a:lnTo>
                    <a:pt x="1285" y="687"/>
                  </a:lnTo>
                  <a:lnTo>
                    <a:pt x="1288" y="684"/>
                  </a:lnTo>
                  <a:lnTo>
                    <a:pt x="1288" y="684"/>
                  </a:lnTo>
                  <a:lnTo>
                    <a:pt x="1288" y="684"/>
                  </a:lnTo>
                  <a:lnTo>
                    <a:pt x="1288" y="682"/>
                  </a:lnTo>
                  <a:lnTo>
                    <a:pt x="1288" y="682"/>
                  </a:lnTo>
                  <a:lnTo>
                    <a:pt x="1288" y="680"/>
                  </a:lnTo>
                  <a:lnTo>
                    <a:pt x="1288" y="680"/>
                  </a:lnTo>
                  <a:lnTo>
                    <a:pt x="1288" y="680"/>
                  </a:lnTo>
                  <a:lnTo>
                    <a:pt x="1288" y="677"/>
                  </a:lnTo>
                  <a:lnTo>
                    <a:pt x="1288" y="677"/>
                  </a:lnTo>
                  <a:lnTo>
                    <a:pt x="1288" y="675"/>
                  </a:lnTo>
                  <a:lnTo>
                    <a:pt x="1288" y="675"/>
                  </a:lnTo>
                  <a:lnTo>
                    <a:pt x="1288" y="675"/>
                  </a:lnTo>
                  <a:lnTo>
                    <a:pt x="1288" y="673"/>
                  </a:lnTo>
                  <a:lnTo>
                    <a:pt x="1288" y="670"/>
                  </a:lnTo>
                  <a:lnTo>
                    <a:pt x="1288" y="670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5"/>
                  </a:lnTo>
                  <a:lnTo>
                    <a:pt x="1288" y="665"/>
                  </a:lnTo>
                  <a:lnTo>
                    <a:pt x="1288" y="665"/>
                  </a:lnTo>
                  <a:lnTo>
                    <a:pt x="1288" y="665"/>
                  </a:lnTo>
                  <a:lnTo>
                    <a:pt x="1290" y="663"/>
                  </a:lnTo>
                  <a:lnTo>
                    <a:pt x="1290" y="663"/>
                  </a:lnTo>
                  <a:lnTo>
                    <a:pt x="1290" y="661"/>
                  </a:lnTo>
                  <a:lnTo>
                    <a:pt x="1290" y="658"/>
                  </a:lnTo>
                  <a:lnTo>
                    <a:pt x="1290" y="658"/>
                  </a:lnTo>
                  <a:lnTo>
                    <a:pt x="1290" y="658"/>
                  </a:lnTo>
                  <a:lnTo>
                    <a:pt x="1290" y="656"/>
                  </a:lnTo>
                  <a:lnTo>
                    <a:pt x="1290" y="656"/>
                  </a:lnTo>
                  <a:lnTo>
                    <a:pt x="1290" y="656"/>
                  </a:lnTo>
                  <a:lnTo>
                    <a:pt x="1290" y="654"/>
                  </a:lnTo>
                  <a:lnTo>
                    <a:pt x="1290" y="654"/>
                  </a:lnTo>
                  <a:lnTo>
                    <a:pt x="1290" y="654"/>
                  </a:lnTo>
                  <a:lnTo>
                    <a:pt x="1290" y="654"/>
                  </a:lnTo>
                  <a:lnTo>
                    <a:pt x="1292" y="654"/>
                  </a:lnTo>
                  <a:lnTo>
                    <a:pt x="1295" y="654"/>
                  </a:lnTo>
                  <a:lnTo>
                    <a:pt x="1295" y="651"/>
                  </a:lnTo>
                  <a:lnTo>
                    <a:pt x="1292" y="651"/>
                  </a:lnTo>
                  <a:lnTo>
                    <a:pt x="1295" y="647"/>
                  </a:lnTo>
                  <a:lnTo>
                    <a:pt x="1295" y="644"/>
                  </a:lnTo>
                  <a:lnTo>
                    <a:pt x="1292" y="639"/>
                  </a:lnTo>
                  <a:lnTo>
                    <a:pt x="1292" y="639"/>
                  </a:lnTo>
                  <a:lnTo>
                    <a:pt x="1292" y="637"/>
                  </a:lnTo>
                  <a:lnTo>
                    <a:pt x="1292" y="637"/>
                  </a:lnTo>
                  <a:lnTo>
                    <a:pt x="1295" y="639"/>
                  </a:lnTo>
                  <a:lnTo>
                    <a:pt x="1295" y="639"/>
                  </a:lnTo>
                  <a:lnTo>
                    <a:pt x="1295" y="642"/>
                  </a:lnTo>
                  <a:lnTo>
                    <a:pt x="1295" y="644"/>
                  </a:lnTo>
                  <a:lnTo>
                    <a:pt x="1295" y="644"/>
                  </a:lnTo>
                  <a:lnTo>
                    <a:pt x="1297" y="647"/>
                  </a:lnTo>
                  <a:lnTo>
                    <a:pt x="1300" y="649"/>
                  </a:lnTo>
                  <a:lnTo>
                    <a:pt x="1300" y="647"/>
                  </a:lnTo>
                  <a:lnTo>
                    <a:pt x="1302" y="647"/>
                  </a:lnTo>
                  <a:lnTo>
                    <a:pt x="1302" y="647"/>
                  </a:lnTo>
                  <a:lnTo>
                    <a:pt x="1300" y="647"/>
                  </a:lnTo>
                  <a:lnTo>
                    <a:pt x="1300" y="647"/>
                  </a:lnTo>
                  <a:lnTo>
                    <a:pt x="1300" y="644"/>
                  </a:lnTo>
                  <a:lnTo>
                    <a:pt x="1300" y="644"/>
                  </a:lnTo>
                  <a:lnTo>
                    <a:pt x="1302" y="644"/>
                  </a:lnTo>
                  <a:lnTo>
                    <a:pt x="1302" y="642"/>
                  </a:lnTo>
                  <a:lnTo>
                    <a:pt x="1300" y="642"/>
                  </a:lnTo>
                  <a:lnTo>
                    <a:pt x="1300" y="642"/>
                  </a:lnTo>
                  <a:lnTo>
                    <a:pt x="1302" y="639"/>
                  </a:lnTo>
                  <a:lnTo>
                    <a:pt x="1302" y="639"/>
                  </a:lnTo>
                  <a:lnTo>
                    <a:pt x="1300" y="637"/>
                  </a:lnTo>
                  <a:lnTo>
                    <a:pt x="1300" y="637"/>
                  </a:lnTo>
                  <a:lnTo>
                    <a:pt x="1297" y="635"/>
                  </a:lnTo>
                  <a:lnTo>
                    <a:pt x="1300" y="635"/>
                  </a:lnTo>
                  <a:lnTo>
                    <a:pt x="1297" y="635"/>
                  </a:lnTo>
                  <a:lnTo>
                    <a:pt x="1297" y="635"/>
                  </a:lnTo>
                  <a:lnTo>
                    <a:pt x="1297" y="635"/>
                  </a:lnTo>
                  <a:lnTo>
                    <a:pt x="1297" y="632"/>
                  </a:lnTo>
                  <a:lnTo>
                    <a:pt x="1297" y="632"/>
                  </a:lnTo>
                  <a:lnTo>
                    <a:pt x="1297" y="632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28"/>
                  </a:lnTo>
                  <a:lnTo>
                    <a:pt x="1295" y="628"/>
                  </a:lnTo>
                  <a:lnTo>
                    <a:pt x="1292" y="625"/>
                  </a:lnTo>
                  <a:lnTo>
                    <a:pt x="1292" y="625"/>
                  </a:lnTo>
                  <a:lnTo>
                    <a:pt x="1292" y="625"/>
                  </a:lnTo>
                  <a:lnTo>
                    <a:pt x="1292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3"/>
                  </a:lnTo>
                  <a:lnTo>
                    <a:pt x="1290" y="623"/>
                  </a:lnTo>
                  <a:lnTo>
                    <a:pt x="1290" y="623"/>
                  </a:lnTo>
                  <a:lnTo>
                    <a:pt x="1292" y="620"/>
                  </a:lnTo>
                  <a:lnTo>
                    <a:pt x="1292" y="620"/>
                  </a:lnTo>
                  <a:lnTo>
                    <a:pt x="1292" y="620"/>
                  </a:lnTo>
                  <a:lnTo>
                    <a:pt x="1295" y="620"/>
                  </a:lnTo>
                  <a:lnTo>
                    <a:pt x="1295" y="623"/>
                  </a:lnTo>
                  <a:lnTo>
                    <a:pt x="1295" y="625"/>
                  </a:lnTo>
                  <a:lnTo>
                    <a:pt x="1297" y="625"/>
                  </a:lnTo>
                  <a:lnTo>
                    <a:pt x="1297" y="623"/>
                  </a:lnTo>
                  <a:lnTo>
                    <a:pt x="1297" y="620"/>
                  </a:lnTo>
                  <a:lnTo>
                    <a:pt x="1297" y="620"/>
                  </a:lnTo>
                  <a:lnTo>
                    <a:pt x="1297" y="618"/>
                  </a:lnTo>
                  <a:lnTo>
                    <a:pt x="1297" y="618"/>
                  </a:lnTo>
                  <a:lnTo>
                    <a:pt x="1295" y="618"/>
                  </a:lnTo>
                  <a:lnTo>
                    <a:pt x="1295" y="618"/>
                  </a:lnTo>
                  <a:lnTo>
                    <a:pt x="1295" y="618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7" y="613"/>
                  </a:lnTo>
                  <a:lnTo>
                    <a:pt x="1295" y="613"/>
                  </a:lnTo>
                  <a:lnTo>
                    <a:pt x="1297" y="613"/>
                  </a:lnTo>
                  <a:lnTo>
                    <a:pt x="1300" y="611"/>
                  </a:lnTo>
                  <a:lnTo>
                    <a:pt x="1300" y="609"/>
                  </a:lnTo>
                  <a:lnTo>
                    <a:pt x="1300" y="606"/>
                  </a:lnTo>
                  <a:lnTo>
                    <a:pt x="1300" y="606"/>
                  </a:lnTo>
                  <a:lnTo>
                    <a:pt x="1300" y="604"/>
                  </a:lnTo>
                  <a:lnTo>
                    <a:pt x="1302" y="604"/>
                  </a:lnTo>
                  <a:lnTo>
                    <a:pt x="1302" y="604"/>
                  </a:lnTo>
                  <a:lnTo>
                    <a:pt x="1300" y="602"/>
                  </a:lnTo>
                  <a:lnTo>
                    <a:pt x="1300" y="602"/>
                  </a:lnTo>
                  <a:lnTo>
                    <a:pt x="1302" y="599"/>
                  </a:lnTo>
                  <a:lnTo>
                    <a:pt x="1297" y="599"/>
                  </a:lnTo>
                  <a:lnTo>
                    <a:pt x="1297" y="599"/>
                  </a:lnTo>
                  <a:lnTo>
                    <a:pt x="1295" y="599"/>
                  </a:lnTo>
                  <a:lnTo>
                    <a:pt x="1295" y="599"/>
                  </a:lnTo>
                  <a:lnTo>
                    <a:pt x="1295" y="597"/>
                  </a:lnTo>
                  <a:lnTo>
                    <a:pt x="1295" y="597"/>
                  </a:lnTo>
                  <a:lnTo>
                    <a:pt x="1295" y="597"/>
                  </a:lnTo>
                  <a:lnTo>
                    <a:pt x="1295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5" y="594"/>
                  </a:lnTo>
                  <a:lnTo>
                    <a:pt x="1295" y="594"/>
                  </a:lnTo>
                  <a:lnTo>
                    <a:pt x="1295" y="594"/>
                  </a:lnTo>
                  <a:lnTo>
                    <a:pt x="1295" y="594"/>
                  </a:lnTo>
                  <a:lnTo>
                    <a:pt x="1297" y="594"/>
                  </a:lnTo>
                  <a:lnTo>
                    <a:pt x="1297" y="594"/>
                  </a:lnTo>
                  <a:lnTo>
                    <a:pt x="1300" y="594"/>
                  </a:lnTo>
                  <a:lnTo>
                    <a:pt x="1302" y="585"/>
                  </a:lnTo>
                  <a:lnTo>
                    <a:pt x="1304" y="585"/>
                  </a:lnTo>
                  <a:lnTo>
                    <a:pt x="1309" y="585"/>
                  </a:lnTo>
                  <a:lnTo>
                    <a:pt x="1311" y="585"/>
                  </a:lnTo>
                  <a:lnTo>
                    <a:pt x="1309" y="583"/>
                  </a:lnTo>
                  <a:lnTo>
                    <a:pt x="1309" y="580"/>
                  </a:lnTo>
                  <a:lnTo>
                    <a:pt x="1307" y="580"/>
                  </a:lnTo>
                  <a:lnTo>
                    <a:pt x="1309" y="578"/>
                  </a:lnTo>
                  <a:lnTo>
                    <a:pt x="1309" y="578"/>
                  </a:lnTo>
                  <a:lnTo>
                    <a:pt x="1309" y="580"/>
                  </a:lnTo>
                  <a:lnTo>
                    <a:pt x="1311" y="583"/>
                  </a:lnTo>
                  <a:lnTo>
                    <a:pt x="1311" y="583"/>
                  </a:lnTo>
                  <a:lnTo>
                    <a:pt x="1314" y="583"/>
                  </a:lnTo>
                  <a:lnTo>
                    <a:pt x="1316" y="580"/>
                  </a:lnTo>
                  <a:lnTo>
                    <a:pt x="1316" y="578"/>
                  </a:lnTo>
                  <a:lnTo>
                    <a:pt x="1316" y="578"/>
                  </a:lnTo>
                  <a:lnTo>
                    <a:pt x="1316" y="578"/>
                  </a:lnTo>
                  <a:lnTo>
                    <a:pt x="1316" y="578"/>
                  </a:lnTo>
                  <a:lnTo>
                    <a:pt x="1318" y="578"/>
                  </a:lnTo>
                  <a:lnTo>
                    <a:pt x="1318" y="576"/>
                  </a:lnTo>
                  <a:lnTo>
                    <a:pt x="1321" y="573"/>
                  </a:lnTo>
                  <a:lnTo>
                    <a:pt x="1321" y="573"/>
                  </a:lnTo>
                  <a:lnTo>
                    <a:pt x="1323" y="571"/>
                  </a:lnTo>
                  <a:lnTo>
                    <a:pt x="1323" y="571"/>
                  </a:lnTo>
                  <a:lnTo>
                    <a:pt x="1323" y="566"/>
                  </a:lnTo>
                  <a:lnTo>
                    <a:pt x="1323" y="561"/>
                  </a:lnTo>
                  <a:lnTo>
                    <a:pt x="1326" y="561"/>
                  </a:lnTo>
                  <a:lnTo>
                    <a:pt x="1326" y="559"/>
                  </a:lnTo>
                  <a:lnTo>
                    <a:pt x="1326" y="557"/>
                  </a:lnTo>
                  <a:lnTo>
                    <a:pt x="1326" y="559"/>
                  </a:lnTo>
                  <a:lnTo>
                    <a:pt x="1326" y="559"/>
                  </a:lnTo>
                  <a:lnTo>
                    <a:pt x="1328" y="559"/>
                  </a:lnTo>
                  <a:lnTo>
                    <a:pt x="1328" y="559"/>
                  </a:lnTo>
                  <a:lnTo>
                    <a:pt x="1328" y="559"/>
                  </a:lnTo>
                  <a:lnTo>
                    <a:pt x="1328" y="559"/>
                  </a:lnTo>
                  <a:lnTo>
                    <a:pt x="1328" y="557"/>
                  </a:lnTo>
                  <a:lnTo>
                    <a:pt x="1326" y="554"/>
                  </a:lnTo>
                  <a:lnTo>
                    <a:pt x="1328" y="552"/>
                  </a:lnTo>
                  <a:lnTo>
                    <a:pt x="1328" y="552"/>
                  </a:lnTo>
                  <a:lnTo>
                    <a:pt x="1328" y="549"/>
                  </a:lnTo>
                  <a:lnTo>
                    <a:pt x="1328" y="552"/>
                  </a:lnTo>
                  <a:lnTo>
                    <a:pt x="1330" y="552"/>
                  </a:lnTo>
                  <a:lnTo>
                    <a:pt x="1330" y="554"/>
                  </a:lnTo>
                  <a:lnTo>
                    <a:pt x="1330" y="554"/>
                  </a:lnTo>
                  <a:lnTo>
                    <a:pt x="1330" y="554"/>
                  </a:lnTo>
                  <a:lnTo>
                    <a:pt x="1333" y="554"/>
                  </a:lnTo>
                  <a:lnTo>
                    <a:pt x="1333" y="552"/>
                  </a:lnTo>
                  <a:lnTo>
                    <a:pt x="1333" y="549"/>
                  </a:lnTo>
                  <a:lnTo>
                    <a:pt x="1335" y="547"/>
                  </a:lnTo>
                  <a:lnTo>
                    <a:pt x="1335" y="549"/>
                  </a:lnTo>
                  <a:lnTo>
                    <a:pt x="1335" y="552"/>
                  </a:lnTo>
                  <a:lnTo>
                    <a:pt x="1335" y="552"/>
                  </a:lnTo>
                  <a:lnTo>
                    <a:pt x="1337" y="547"/>
                  </a:lnTo>
                  <a:lnTo>
                    <a:pt x="1337" y="547"/>
                  </a:lnTo>
                  <a:lnTo>
                    <a:pt x="1337" y="547"/>
                  </a:lnTo>
                  <a:lnTo>
                    <a:pt x="1337" y="545"/>
                  </a:lnTo>
                  <a:lnTo>
                    <a:pt x="1337" y="545"/>
                  </a:lnTo>
                  <a:lnTo>
                    <a:pt x="1340" y="545"/>
                  </a:lnTo>
                  <a:lnTo>
                    <a:pt x="1340" y="547"/>
                  </a:lnTo>
                  <a:lnTo>
                    <a:pt x="1340" y="547"/>
                  </a:lnTo>
                  <a:lnTo>
                    <a:pt x="1342" y="547"/>
                  </a:lnTo>
                  <a:lnTo>
                    <a:pt x="1342" y="545"/>
                  </a:lnTo>
                  <a:lnTo>
                    <a:pt x="1340" y="545"/>
                  </a:lnTo>
                  <a:lnTo>
                    <a:pt x="1340" y="545"/>
                  </a:lnTo>
                  <a:lnTo>
                    <a:pt x="1340" y="542"/>
                  </a:lnTo>
                  <a:lnTo>
                    <a:pt x="1340" y="542"/>
                  </a:lnTo>
                  <a:lnTo>
                    <a:pt x="1342" y="542"/>
                  </a:lnTo>
                  <a:lnTo>
                    <a:pt x="1342" y="542"/>
                  </a:lnTo>
                  <a:lnTo>
                    <a:pt x="1342" y="540"/>
                  </a:lnTo>
                  <a:lnTo>
                    <a:pt x="1347" y="538"/>
                  </a:lnTo>
                  <a:lnTo>
                    <a:pt x="1347" y="535"/>
                  </a:lnTo>
                  <a:lnTo>
                    <a:pt x="1349" y="535"/>
                  </a:lnTo>
                  <a:lnTo>
                    <a:pt x="1349" y="538"/>
                  </a:lnTo>
                  <a:lnTo>
                    <a:pt x="1352" y="540"/>
                  </a:lnTo>
                  <a:lnTo>
                    <a:pt x="1354" y="540"/>
                  </a:lnTo>
                  <a:lnTo>
                    <a:pt x="1356" y="540"/>
                  </a:lnTo>
                  <a:lnTo>
                    <a:pt x="1356" y="540"/>
                  </a:lnTo>
                  <a:lnTo>
                    <a:pt x="1356" y="538"/>
                  </a:lnTo>
                  <a:lnTo>
                    <a:pt x="1359" y="538"/>
                  </a:lnTo>
                  <a:lnTo>
                    <a:pt x="1356" y="535"/>
                  </a:lnTo>
                  <a:close/>
                  <a:moveTo>
                    <a:pt x="1314" y="985"/>
                  </a:moveTo>
                  <a:lnTo>
                    <a:pt x="1314" y="985"/>
                  </a:lnTo>
                  <a:lnTo>
                    <a:pt x="1314" y="985"/>
                  </a:lnTo>
                  <a:lnTo>
                    <a:pt x="1314" y="985"/>
                  </a:lnTo>
                  <a:close/>
                  <a:moveTo>
                    <a:pt x="1295" y="668"/>
                  </a:moveTo>
                  <a:lnTo>
                    <a:pt x="1295" y="668"/>
                  </a:lnTo>
                  <a:lnTo>
                    <a:pt x="1292" y="665"/>
                  </a:lnTo>
                  <a:lnTo>
                    <a:pt x="1290" y="665"/>
                  </a:lnTo>
                  <a:lnTo>
                    <a:pt x="1290" y="665"/>
                  </a:lnTo>
                  <a:lnTo>
                    <a:pt x="1290" y="668"/>
                  </a:lnTo>
                  <a:lnTo>
                    <a:pt x="1290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5" y="668"/>
                  </a:lnTo>
                  <a:lnTo>
                    <a:pt x="1295" y="673"/>
                  </a:lnTo>
                  <a:lnTo>
                    <a:pt x="1295" y="673"/>
                  </a:lnTo>
                  <a:lnTo>
                    <a:pt x="1295" y="675"/>
                  </a:lnTo>
                  <a:lnTo>
                    <a:pt x="1297" y="673"/>
                  </a:lnTo>
                  <a:lnTo>
                    <a:pt x="1297" y="673"/>
                  </a:lnTo>
                  <a:lnTo>
                    <a:pt x="1297" y="673"/>
                  </a:lnTo>
                  <a:lnTo>
                    <a:pt x="1297" y="670"/>
                  </a:lnTo>
                  <a:lnTo>
                    <a:pt x="1297" y="670"/>
                  </a:lnTo>
                  <a:lnTo>
                    <a:pt x="1297" y="670"/>
                  </a:lnTo>
                  <a:lnTo>
                    <a:pt x="1297" y="670"/>
                  </a:lnTo>
                  <a:lnTo>
                    <a:pt x="1295" y="668"/>
                  </a:lnTo>
                  <a:close/>
                  <a:moveTo>
                    <a:pt x="1089" y="824"/>
                  </a:moveTo>
                  <a:lnTo>
                    <a:pt x="1089" y="824"/>
                  </a:lnTo>
                  <a:lnTo>
                    <a:pt x="1089" y="824"/>
                  </a:lnTo>
                  <a:lnTo>
                    <a:pt x="1087" y="822"/>
                  </a:lnTo>
                  <a:lnTo>
                    <a:pt x="1087" y="822"/>
                  </a:lnTo>
                  <a:lnTo>
                    <a:pt x="1087" y="822"/>
                  </a:lnTo>
                  <a:lnTo>
                    <a:pt x="1084" y="822"/>
                  </a:lnTo>
                  <a:lnTo>
                    <a:pt x="1084" y="824"/>
                  </a:lnTo>
                  <a:lnTo>
                    <a:pt x="1087" y="824"/>
                  </a:lnTo>
                  <a:lnTo>
                    <a:pt x="1087" y="826"/>
                  </a:lnTo>
                  <a:lnTo>
                    <a:pt x="1089" y="824"/>
                  </a:lnTo>
                  <a:close/>
                  <a:moveTo>
                    <a:pt x="1311" y="997"/>
                  </a:moveTo>
                  <a:lnTo>
                    <a:pt x="1309" y="999"/>
                  </a:lnTo>
                  <a:lnTo>
                    <a:pt x="1309" y="999"/>
                  </a:lnTo>
                  <a:lnTo>
                    <a:pt x="1307" y="1002"/>
                  </a:lnTo>
                  <a:lnTo>
                    <a:pt x="1307" y="1002"/>
                  </a:lnTo>
                  <a:lnTo>
                    <a:pt x="1307" y="1004"/>
                  </a:lnTo>
                  <a:lnTo>
                    <a:pt x="1309" y="1009"/>
                  </a:lnTo>
                  <a:lnTo>
                    <a:pt x="1309" y="1011"/>
                  </a:lnTo>
                  <a:lnTo>
                    <a:pt x="1309" y="1011"/>
                  </a:lnTo>
                  <a:lnTo>
                    <a:pt x="1309" y="1016"/>
                  </a:lnTo>
                  <a:lnTo>
                    <a:pt x="1309" y="1018"/>
                  </a:lnTo>
                  <a:lnTo>
                    <a:pt x="1311" y="1018"/>
                  </a:lnTo>
                  <a:lnTo>
                    <a:pt x="1311" y="1018"/>
                  </a:lnTo>
                  <a:lnTo>
                    <a:pt x="1316" y="1018"/>
                  </a:lnTo>
                  <a:lnTo>
                    <a:pt x="1316" y="1016"/>
                  </a:lnTo>
                  <a:lnTo>
                    <a:pt x="1318" y="1013"/>
                  </a:lnTo>
                  <a:lnTo>
                    <a:pt x="1318" y="1016"/>
                  </a:lnTo>
                  <a:lnTo>
                    <a:pt x="1318" y="1013"/>
                  </a:lnTo>
                  <a:lnTo>
                    <a:pt x="1321" y="1013"/>
                  </a:lnTo>
                  <a:lnTo>
                    <a:pt x="1321" y="1011"/>
                  </a:lnTo>
                  <a:lnTo>
                    <a:pt x="1321" y="1009"/>
                  </a:lnTo>
                  <a:lnTo>
                    <a:pt x="1321" y="1011"/>
                  </a:lnTo>
                  <a:lnTo>
                    <a:pt x="1321" y="1011"/>
                  </a:lnTo>
                  <a:lnTo>
                    <a:pt x="1321" y="1013"/>
                  </a:lnTo>
                  <a:lnTo>
                    <a:pt x="1318" y="1013"/>
                  </a:lnTo>
                  <a:lnTo>
                    <a:pt x="1316" y="1013"/>
                  </a:lnTo>
                  <a:lnTo>
                    <a:pt x="1316" y="1013"/>
                  </a:lnTo>
                  <a:lnTo>
                    <a:pt x="1314" y="1011"/>
                  </a:lnTo>
                  <a:lnTo>
                    <a:pt x="1314" y="1013"/>
                  </a:lnTo>
                  <a:lnTo>
                    <a:pt x="1314" y="1013"/>
                  </a:lnTo>
                  <a:lnTo>
                    <a:pt x="1311" y="1013"/>
                  </a:lnTo>
                  <a:lnTo>
                    <a:pt x="1311" y="1013"/>
                  </a:lnTo>
                  <a:lnTo>
                    <a:pt x="1311" y="1011"/>
                  </a:lnTo>
                  <a:lnTo>
                    <a:pt x="1311" y="1009"/>
                  </a:lnTo>
                  <a:lnTo>
                    <a:pt x="1311" y="1009"/>
                  </a:lnTo>
                  <a:lnTo>
                    <a:pt x="1311" y="1006"/>
                  </a:lnTo>
                  <a:lnTo>
                    <a:pt x="1311" y="1006"/>
                  </a:lnTo>
                  <a:lnTo>
                    <a:pt x="1314" y="1004"/>
                  </a:lnTo>
                  <a:lnTo>
                    <a:pt x="1314" y="1004"/>
                  </a:lnTo>
                  <a:lnTo>
                    <a:pt x="1314" y="1002"/>
                  </a:lnTo>
                  <a:lnTo>
                    <a:pt x="1311" y="999"/>
                  </a:lnTo>
                  <a:lnTo>
                    <a:pt x="1314" y="999"/>
                  </a:lnTo>
                  <a:lnTo>
                    <a:pt x="1316" y="997"/>
                  </a:lnTo>
                  <a:lnTo>
                    <a:pt x="1316" y="997"/>
                  </a:lnTo>
                  <a:lnTo>
                    <a:pt x="1316" y="990"/>
                  </a:lnTo>
                  <a:lnTo>
                    <a:pt x="1316" y="985"/>
                  </a:lnTo>
                  <a:lnTo>
                    <a:pt x="1316" y="983"/>
                  </a:lnTo>
                  <a:lnTo>
                    <a:pt x="1318" y="980"/>
                  </a:lnTo>
                  <a:lnTo>
                    <a:pt x="1316" y="980"/>
                  </a:lnTo>
                  <a:lnTo>
                    <a:pt x="1316" y="985"/>
                  </a:lnTo>
                  <a:lnTo>
                    <a:pt x="1314" y="997"/>
                  </a:lnTo>
                  <a:lnTo>
                    <a:pt x="1314" y="999"/>
                  </a:lnTo>
                  <a:lnTo>
                    <a:pt x="1311" y="999"/>
                  </a:lnTo>
                  <a:lnTo>
                    <a:pt x="1311" y="997"/>
                  </a:lnTo>
                  <a:lnTo>
                    <a:pt x="1311" y="995"/>
                  </a:lnTo>
                  <a:lnTo>
                    <a:pt x="1314" y="992"/>
                  </a:lnTo>
                  <a:lnTo>
                    <a:pt x="1314" y="990"/>
                  </a:lnTo>
                  <a:lnTo>
                    <a:pt x="1314" y="985"/>
                  </a:lnTo>
                  <a:lnTo>
                    <a:pt x="1311" y="997"/>
                  </a:lnTo>
                  <a:lnTo>
                    <a:pt x="1311" y="997"/>
                  </a:lnTo>
                  <a:close/>
                  <a:moveTo>
                    <a:pt x="1307" y="590"/>
                  </a:moveTo>
                  <a:lnTo>
                    <a:pt x="1307" y="590"/>
                  </a:lnTo>
                  <a:lnTo>
                    <a:pt x="1304" y="587"/>
                  </a:lnTo>
                  <a:lnTo>
                    <a:pt x="1304" y="587"/>
                  </a:lnTo>
                  <a:lnTo>
                    <a:pt x="1304" y="587"/>
                  </a:lnTo>
                  <a:lnTo>
                    <a:pt x="1302" y="590"/>
                  </a:lnTo>
                  <a:lnTo>
                    <a:pt x="1302" y="590"/>
                  </a:lnTo>
                  <a:lnTo>
                    <a:pt x="1300" y="592"/>
                  </a:lnTo>
                  <a:lnTo>
                    <a:pt x="1300" y="594"/>
                  </a:lnTo>
                  <a:lnTo>
                    <a:pt x="1300" y="594"/>
                  </a:lnTo>
                  <a:lnTo>
                    <a:pt x="1304" y="594"/>
                  </a:lnTo>
                  <a:lnTo>
                    <a:pt x="1304" y="592"/>
                  </a:lnTo>
                  <a:lnTo>
                    <a:pt x="1307" y="590"/>
                  </a:lnTo>
                  <a:lnTo>
                    <a:pt x="1307" y="590"/>
                  </a:lnTo>
                  <a:lnTo>
                    <a:pt x="1307" y="590"/>
                  </a:lnTo>
                  <a:lnTo>
                    <a:pt x="1307" y="590"/>
                  </a:lnTo>
                  <a:close/>
                  <a:moveTo>
                    <a:pt x="1314" y="959"/>
                  </a:move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4" y="957"/>
                  </a:lnTo>
                  <a:lnTo>
                    <a:pt x="1314" y="959"/>
                  </a:lnTo>
                  <a:lnTo>
                    <a:pt x="1314" y="959"/>
                  </a:lnTo>
                  <a:lnTo>
                    <a:pt x="1314" y="959"/>
                  </a:lnTo>
                  <a:lnTo>
                    <a:pt x="1314" y="95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E713148-F120-497D-B710-63481ECBF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2447" y="4663678"/>
              <a:ext cx="28431" cy="60922"/>
            </a:xfrm>
            <a:custGeom>
              <a:avLst/>
              <a:gdLst>
                <a:gd name="T0" fmla="*/ 2 w 21"/>
                <a:gd name="T1" fmla="*/ 12 h 45"/>
                <a:gd name="T2" fmla="*/ 2 w 21"/>
                <a:gd name="T3" fmla="*/ 15 h 45"/>
                <a:gd name="T4" fmla="*/ 2 w 21"/>
                <a:gd name="T5" fmla="*/ 15 h 45"/>
                <a:gd name="T6" fmla="*/ 5 w 21"/>
                <a:gd name="T7" fmla="*/ 17 h 45"/>
                <a:gd name="T8" fmla="*/ 5 w 21"/>
                <a:gd name="T9" fmla="*/ 19 h 45"/>
                <a:gd name="T10" fmla="*/ 2 w 21"/>
                <a:gd name="T11" fmla="*/ 24 h 45"/>
                <a:gd name="T12" fmla="*/ 2 w 21"/>
                <a:gd name="T13" fmla="*/ 29 h 45"/>
                <a:gd name="T14" fmla="*/ 5 w 21"/>
                <a:gd name="T15" fmla="*/ 31 h 45"/>
                <a:gd name="T16" fmla="*/ 7 w 21"/>
                <a:gd name="T17" fmla="*/ 34 h 45"/>
                <a:gd name="T18" fmla="*/ 7 w 21"/>
                <a:gd name="T19" fmla="*/ 36 h 45"/>
                <a:gd name="T20" fmla="*/ 12 w 21"/>
                <a:gd name="T21" fmla="*/ 38 h 45"/>
                <a:gd name="T22" fmla="*/ 19 w 21"/>
                <a:gd name="T23" fmla="*/ 43 h 45"/>
                <a:gd name="T24" fmla="*/ 21 w 21"/>
                <a:gd name="T25" fmla="*/ 43 h 45"/>
                <a:gd name="T26" fmla="*/ 21 w 21"/>
                <a:gd name="T27" fmla="*/ 45 h 45"/>
                <a:gd name="T28" fmla="*/ 19 w 21"/>
                <a:gd name="T29" fmla="*/ 41 h 45"/>
                <a:gd name="T30" fmla="*/ 17 w 21"/>
                <a:gd name="T31" fmla="*/ 29 h 45"/>
                <a:gd name="T32" fmla="*/ 14 w 21"/>
                <a:gd name="T33" fmla="*/ 19 h 45"/>
                <a:gd name="T34" fmla="*/ 12 w 21"/>
                <a:gd name="T35" fmla="*/ 10 h 45"/>
                <a:gd name="T36" fmla="*/ 10 w 21"/>
                <a:gd name="T37" fmla="*/ 0 h 45"/>
                <a:gd name="T38" fmla="*/ 10 w 21"/>
                <a:gd name="T39" fmla="*/ 3 h 45"/>
                <a:gd name="T40" fmla="*/ 5 w 21"/>
                <a:gd name="T41" fmla="*/ 3 h 45"/>
                <a:gd name="T42" fmla="*/ 5 w 21"/>
                <a:gd name="T43" fmla="*/ 3 h 45"/>
                <a:gd name="T44" fmla="*/ 5 w 21"/>
                <a:gd name="T45" fmla="*/ 5 h 45"/>
                <a:gd name="T46" fmla="*/ 2 w 21"/>
                <a:gd name="T47" fmla="*/ 7 h 45"/>
                <a:gd name="T48" fmla="*/ 2 w 21"/>
                <a:gd name="T49" fmla="*/ 10 h 45"/>
                <a:gd name="T50" fmla="*/ 0 w 21"/>
                <a:gd name="T51" fmla="*/ 10 h 45"/>
                <a:gd name="T52" fmla="*/ 0 w 21"/>
                <a:gd name="T53" fmla="*/ 10 h 45"/>
                <a:gd name="T54" fmla="*/ 2 w 21"/>
                <a:gd name="T55" fmla="*/ 1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" h="45">
                  <a:moveTo>
                    <a:pt x="2" y="12"/>
                  </a:moveTo>
                  <a:lnTo>
                    <a:pt x="2" y="15"/>
                  </a:lnTo>
                  <a:lnTo>
                    <a:pt x="2" y="15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2" y="24"/>
                  </a:lnTo>
                  <a:lnTo>
                    <a:pt x="2" y="29"/>
                  </a:lnTo>
                  <a:lnTo>
                    <a:pt x="5" y="31"/>
                  </a:lnTo>
                  <a:lnTo>
                    <a:pt x="7" y="34"/>
                  </a:lnTo>
                  <a:lnTo>
                    <a:pt x="7" y="36"/>
                  </a:lnTo>
                  <a:lnTo>
                    <a:pt x="12" y="38"/>
                  </a:lnTo>
                  <a:lnTo>
                    <a:pt x="19" y="43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19" y="41"/>
                  </a:lnTo>
                  <a:lnTo>
                    <a:pt x="17" y="29"/>
                  </a:lnTo>
                  <a:lnTo>
                    <a:pt x="14" y="19"/>
                  </a:lnTo>
                  <a:lnTo>
                    <a:pt x="12" y="10"/>
                  </a:lnTo>
                  <a:lnTo>
                    <a:pt x="10" y="0"/>
                  </a:lnTo>
                  <a:lnTo>
                    <a:pt x="10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2CF4B5A3-59DA-477B-8FA2-5256D8B31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2752" y="4154644"/>
              <a:ext cx="1804634" cy="1743712"/>
            </a:xfrm>
            <a:custGeom>
              <a:avLst/>
              <a:gdLst>
                <a:gd name="T0" fmla="*/ 1302 w 1333"/>
                <a:gd name="T1" fmla="*/ 802 h 1288"/>
                <a:gd name="T2" fmla="*/ 1243 w 1333"/>
                <a:gd name="T3" fmla="*/ 845 h 1288"/>
                <a:gd name="T4" fmla="*/ 1212 w 1333"/>
                <a:gd name="T5" fmla="*/ 845 h 1288"/>
                <a:gd name="T6" fmla="*/ 1186 w 1333"/>
                <a:gd name="T7" fmla="*/ 845 h 1288"/>
                <a:gd name="T8" fmla="*/ 1162 w 1333"/>
                <a:gd name="T9" fmla="*/ 824 h 1288"/>
                <a:gd name="T10" fmla="*/ 1139 w 1333"/>
                <a:gd name="T11" fmla="*/ 821 h 1288"/>
                <a:gd name="T12" fmla="*/ 1068 w 1333"/>
                <a:gd name="T13" fmla="*/ 814 h 1288"/>
                <a:gd name="T14" fmla="*/ 994 w 1333"/>
                <a:gd name="T15" fmla="*/ 772 h 1288"/>
                <a:gd name="T16" fmla="*/ 966 w 1333"/>
                <a:gd name="T17" fmla="*/ 722 h 1288"/>
                <a:gd name="T18" fmla="*/ 930 w 1333"/>
                <a:gd name="T19" fmla="*/ 585 h 1288"/>
                <a:gd name="T20" fmla="*/ 874 w 1333"/>
                <a:gd name="T21" fmla="*/ 414 h 1288"/>
                <a:gd name="T22" fmla="*/ 821 w 1333"/>
                <a:gd name="T23" fmla="*/ 412 h 1288"/>
                <a:gd name="T24" fmla="*/ 805 w 1333"/>
                <a:gd name="T25" fmla="*/ 433 h 1288"/>
                <a:gd name="T26" fmla="*/ 824 w 1333"/>
                <a:gd name="T27" fmla="*/ 400 h 1288"/>
                <a:gd name="T28" fmla="*/ 807 w 1333"/>
                <a:gd name="T29" fmla="*/ 369 h 1288"/>
                <a:gd name="T30" fmla="*/ 781 w 1333"/>
                <a:gd name="T31" fmla="*/ 350 h 1288"/>
                <a:gd name="T32" fmla="*/ 729 w 1333"/>
                <a:gd name="T33" fmla="*/ 346 h 1288"/>
                <a:gd name="T34" fmla="*/ 743 w 1333"/>
                <a:gd name="T35" fmla="*/ 327 h 1288"/>
                <a:gd name="T36" fmla="*/ 698 w 1333"/>
                <a:gd name="T37" fmla="*/ 286 h 1288"/>
                <a:gd name="T38" fmla="*/ 694 w 1333"/>
                <a:gd name="T39" fmla="*/ 251 h 1288"/>
                <a:gd name="T40" fmla="*/ 679 w 1333"/>
                <a:gd name="T41" fmla="*/ 204 h 1288"/>
                <a:gd name="T42" fmla="*/ 653 w 1333"/>
                <a:gd name="T43" fmla="*/ 163 h 1288"/>
                <a:gd name="T44" fmla="*/ 649 w 1333"/>
                <a:gd name="T45" fmla="*/ 109 h 1288"/>
                <a:gd name="T46" fmla="*/ 642 w 1333"/>
                <a:gd name="T47" fmla="*/ 95 h 1288"/>
                <a:gd name="T48" fmla="*/ 630 w 1333"/>
                <a:gd name="T49" fmla="*/ 92 h 1288"/>
                <a:gd name="T50" fmla="*/ 611 w 1333"/>
                <a:gd name="T51" fmla="*/ 95 h 1288"/>
                <a:gd name="T52" fmla="*/ 571 w 1333"/>
                <a:gd name="T53" fmla="*/ 97 h 1288"/>
                <a:gd name="T54" fmla="*/ 578 w 1333"/>
                <a:gd name="T55" fmla="*/ 99 h 1288"/>
                <a:gd name="T56" fmla="*/ 559 w 1333"/>
                <a:gd name="T57" fmla="*/ 92 h 1288"/>
                <a:gd name="T58" fmla="*/ 490 w 1333"/>
                <a:gd name="T59" fmla="*/ 135 h 1288"/>
                <a:gd name="T60" fmla="*/ 495 w 1333"/>
                <a:gd name="T61" fmla="*/ 109 h 1288"/>
                <a:gd name="T62" fmla="*/ 455 w 1333"/>
                <a:gd name="T63" fmla="*/ 83 h 1288"/>
                <a:gd name="T64" fmla="*/ 388 w 1333"/>
                <a:gd name="T65" fmla="*/ 69 h 1288"/>
                <a:gd name="T66" fmla="*/ 360 w 1333"/>
                <a:gd name="T67" fmla="*/ 59 h 1288"/>
                <a:gd name="T68" fmla="*/ 313 w 1333"/>
                <a:gd name="T69" fmla="*/ 24 h 1288"/>
                <a:gd name="T70" fmla="*/ 284 w 1333"/>
                <a:gd name="T71" fmla="*/ 2 h 1288"/>
                <a:gd name="T72" fmla="*/ 100 w 1333"/>
                <a:gd name="T73" fmla="*/ 270 h 1288"/>
                <a:gd name="T74" fmla="*/ 5 w 1333"/>
                <a:gd name="T75" fmla="*/ 471 h 1288"/>
                <a:gd name="T76" fmla="*/ 41 w 1333"/>
                <a:gd name="T77" fmla="*/ 720 h 1288"/>
                <a:gd name="T78" fmla="*/ 76 w 1333"/>
                <a:gd name="T79" fmla="*/ 765 h 1288"/>
                <a:gd name="T80" fmla="*/ 138 w 1333"/>
                <a:gd name="T81" fmla="*/ 765 h 1288"/>
                <a:gd name="T82" fmla="*/ 187 w 1333"/>
                <a:gd name="T83" fmla="*/ 786 h 1288"/>
                <a:gd name="T84" fmla="*/ 216 w 1333"/>
                <a:gd name="T85" fmla="*/ 793 h 1288"/>
                <a:gd name="T86" fmla="*/ 251 w 1333"/>
                <a:gd name="T87" fmla="*/ 810 h 1288"/>
                <a:gd name="T88" fmla="*/ 291 w 1333"/>
                <a:gd name="T89" fmla="*/ 800 h 1288"/>
                <a:gd name="T90" fmla="*/ 343 w 1333"/>
                <a:gd name="T91" fmla="*/ 802 h 1288"/>
                <a:gd name="T92" fmla="*/ 429 w 1333"/>
                <a:gd name="T93" fmla="*/ 762 h 1288"/>
                <a:gd name="T94" fmla="*/ 618 w 1333"/>
                <a:gd name="T95" fmla="*/ 836 h 1288"/>
                <a:gd name="T96" fmla="*/ 689 w 1333"/>
                <a:gd name="T97" fmla="*/ 888 h 1288"/>
                <a:gd name="T98" fmla="*/ 717 w 1333"/>
                <a:gd name="T99" fmla="*/ 897 h 1288"/>
                <a:gd name="T100" fmla="*/ 753 w 1333"/>
                <a:gd name="T101" fmla="*/ 907 h 1288"/>
                <a:gd name="T102" fmla="*/ 869 w 1333"/>
                <a:gd name="T103" fmla="*/ 1056 h 1288"/>
                <a:gd name="T104" fmla="*/ 885 w 1333"/>
                <a:gd name="T105" fmla="*/ 1184 h 1288"/>
                <a:gd name="T106" fmla="*/ 855 w 1333"/>
                <a:gd name="T107" fmla="*/ 1247 h 1288"/>
                <a:gd name="T108" fmla="*/ 982 w 1333"/>
                <a:gd name="T109" fmla="*/ 1217 h 1288"/>
                <a:gd name="T110" fmla="*/ 1110 w 1333"/>
                <a:gd name="T111" fmla="*/ 1117 h 1288"/>
                <a:gd name="T112" fmla="*/ 1094 w 1333"/>
                <a:gd name="T113" fmla="*/ 1091 h 1288"/>
                <a:gd name="T114" fmla="*/ 1226 w 1333"/>
                <a:gd name="T115" fmla="*/ 1018 h 1288"/>
                <a:gd name="T116" fmla="*/ 1250 w 1333"/>
                <a:gd name="T117" fmla="*/ 954 h 1288"/>
                <a:gd name="T118" fmla="*/ 1302 w 1333"/>
                <a:gd name="T119" fmla="*/ 869 h 1288"/>
                <a:gd name="T120" fmla="*/ 1333 w 1333"/>
                <a:gd name="T121" fmla="*/ 833 h 1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33" h="1288">
                  <a:moveTo>
                    <a:pt x="1333" y="833"/>
                  </a:moveTo>
                  <a:lnTo>
                    <a:pt x="1330" y="831"/>
                  </a:lnTo>
                  <a:lnTo>
                    <a:pt x="1328" y="831"/>
                  </a:lnTo>
                  <a:lnTo>
                    <a:pt x="1326" y="828"/>
                  </a:lnTo>
                  <a:lnTo>
                    <a:pt x="1323" y="828"/>
                  </a:lnTo>
                  <a:lnTo>
                    <a:pt x="1323" y="824"/>
                  </a:lnTo>
                  <a:lnTo>
                    <a:pt x="1323" y="821"/>
                  </a:lnTo>
                  <a:lnTo>
                    <a:pt x="1321" y="817"/>
                  </a:lnTo>
                  <a:lnTo>
                    <a:pt x="1321" y="812"/>
                  </a:lnTo>
                  <a:lnTo>
                    <a:pt x="1321" y="807"/>
                  </a:lnTo>
                  <a:lnTo>
                    <a:pt x="1321" y="805"/>
                  </a:lnTo>
                  <a:lnTo>
                    <a:pt x="1321" y="802"/>
                  </a:lnTo>
                  <a:lnTo>
                    <a:pt x="1321" y="802"/>
                  </a:lnTo>
                  <a:lnTo>
                    <a:pt x="1316" y="802"/>
                  </a:lnTo>
                  <a:lnTo>
                    <a:pt x="1314" y="802"/>
                  </a:lnTo>
                  <a:lnTo>
                    <a:pt x="1311" y="802"/>
                  </a:lnTo>
                  <a:lnTo>
                    <a:pt x="1307" y="802"/>
                  </a:lnTo>
                  <a:lnTo>
                    <a:pt x="1304" y="802"/>
                  </a:lnTo>
                  <a:lnTo>
                    <a:pt x="1304" y="800"/>
                  </a:lnTo>
                  <a:lnTo>
                    <a:pt x="1302" y="802"/>
                  </a:lnTo>
                  <a:lnTo>
                    <a:pt x="1302" y="802"/>
                  </a:lnTo>
                  <a:lnTo>
                    <a:pt x="1302" y="802"/>
                  </a:lnTo>
                  <a:lnTo>
                    <a:pt x="1302" y="802"/>
                  </a:lnTo>
                  <a:lnTo>
                    <a:pt x="1299" y="802"/>
                  </a:lnTo>
                  <a:lnTo>
                    <a:pt x="1299" y="805"/>
                  </a:lnTo>
                  <a:lnTo>
                    <a:pt x="1297" y="805"/>
                  </a:lnTo>
                  <a:lnTo>
                    <a:pt x="1285" y="810"/>
                  </a:lnTo>
                  <a:lnTo>
                    <a:pt x="1285" y="810"/>
                  </a:lnTo>
                  <a:lnTo>
                    <a:pt x="1283" y="812"/>
                  </a:lnTo>
                  <a:lnTo>
                    <a:pt x="1283" y="812"/>
                  </a:lnTo>
                  <a:lnTo>
                    <a:pt x="1281" y="814"/>
                  </a:lnTo>
                  <a:lnTo>
                    <a:pt x="1269" y="821"/>
                  </a:lnTo>
                  <a:lnTo>
                    <a:pt x="1266" y="821"/>
                  </a:lnTo>
                  <a:lnTo>
                    <a:pt x="1264" y="826"/>
                  </a:lnTo>
                  <a:lnTo>
                    <a:pt x="1252" y="836"/>
                  </a:lnTo>
                  <a:lnTo>
                    <a:pt x="1247" y="836"/>
                  </a:lnTo>
                  <a:lnTo>
                    <a:pt x="1247" y="838"/>
                  </a:lnTo>
                  <a:lnTo>
                    <a:pt x="1245" y="840"/>
                  </a:lnTo>
                  <a:lnTo>
                    <a:pt x="1245" y="840"/>
                  </a:lnTo>
                  <a:lnTo>
                    <a:pt x="1245" y="845"/>
                  </a:lnTo>
                  <a:lnTo>
                    <a:pt x="1243" y="845"/>
                  </a:lnTo>
                  <a:lnTo>
                    <a:pt x="1243" y="845"/>
                  </a:lnTo>
                  <a:lnTo>
                    <a:pt x="1240" y="847"/>
                  </a:lnTo>
                  <a:lnTo>
                    <a:pt x="1238" y="847"/>
                  </a:lnTo>
                  <a:lnTo>
                    <a:pt x="1238" y="847"/>
                  </a:lnTo>
                  <a:lnTo>
                    <a:pt x="1236" y="847"/>
                  </a:lnTo>
                  <a:lnTo>
                    <a:pt x="1233" y="845"/>
                  </a:lnTo>
                  <a:lnTo>
                    <a:pt x="1233" y="845"/>
                  </a:lnTo>
                  <a:lnTo>
                    <a:pt x="1233" y="845"/>
                  </a:lnTo>
                  <a:lnTo>
                    <a:pt x="1231" y="845"/>
                  </a:lnTo>
                  <a:lnTo>
                    <a:pt x="1231" y="843"/>
                  </a:lnTo>
                  <a:lnTo>
                    <a:pt x="1228" y="843"/>
                  </a:lnTo>
                  <a:lnTo>
                    <a:pt x="1228" y="843"/>
                  </a:lnTo>
                  <a:lnTo>
                    <a:pt x="1226" y="843"/>
                  </a:lnTo>
                  <a:lnTo>
                    <a:pt x="1226" y="840"/>
                  </a:lnTo>
                  <a:lnTo>
                    <a:pt x="1224" y="840"/>
                  </a:lnTo>
                  <a:lnTo>
                    <a:pt x="1219" y="840"/>
                  </a:lnTo>
                  <a:lnTo>
                    <a:pt x="1217" y="840"/>
                  </a:lnTo>
                  <a:lnTo>
                    <a:pt x="1212" y="843"/>
                  </a:lnTo>
                  <a:lnTo>
                    <a:pt x="1212" y="843"/>
                  </a:lnTo>
                  <a:lnTo>
                    <a:pt x="1212" y="845"/>
                  </a:lnTo>
                  <a:lnTo>
                    <a:pt x="1212" y="845"/>
                  </a:lnTo>
                  <a:lnTo>
                    <a:pt x="1212" y="845"/>
                  </a:lnTo>
                  <a:lnTo>
                    <a:pt x="1212" y="847"/>
                  </a:lnTo>
                  <a:lnTo>
                    <a:pt x="1212" y="847"/>
                  </a:lnTo>
                  <a:lnTo>
                    <a:pt x="1210" y="847"/>
                  </a:lnTo>
                  <a:lnTo>
                    <a:pt x="1210" y="850"/>
                  </a:lnTo>
                  <a:lnTo>
                    <a:pt x="1210" y="850"/>
                  </a:lnTo>
                  <a:lnTo>
                    <a:pt x="1207" y="850"/>
                  </a:lnTo>
                  <a:lnTo>
                    <a:pt x="1207" y="850"/>
                  </a:lnTo>
                  <a:lnTo>
                    <a:pt x="1205" y="850"/>
                  </a:lnTo>
                  <a:lnTo>
                    <a:pt x="1202" y="847"/>
                  </a:lnTo>
                  <a:lnTo>
                    <a:pt x="1202" y="847"/>
                  </a:lnTo>
                  <a:lnTo>
                    <a:pt x="1202" y="847"/>
                  </a:lnTo>
                  <a:lnTo>
                    <a:pt x="1202" y="847"/>
                  </a:lnTo>
                  <a:lnTo>
                    <a:pt x="1200" y="847"/>
                  </a:lnTo>
                  <a:lnTo>
                    <a:pt x="1200" y="847"/>
                  </a:lnTo>
                  <a:lnTo>
                    <a:pt x="1198" y="847"/>
                  </a:lnTo>
                  <a:lnTo>
                    <a:pt x="1195" y="847"/>
                  </a:lnTo>
                  <a:lnTo>
                    <a:pt x="1191" y="847"/>
                  </a:lnTo>
                  <a:lnTo>
                    <a:pt x="1188" y="847"/>
                  </a:lnTo>
                  <a:lnTo>
                    <a:pt x="1186" y="847"/>
                  </a:lnTo>
                  <a:lnTo>
                    <a:pt x="1186" y="845"/>
                  </a:lnTo>
                  <a:lnTo>
                    <a:pt x="1186" y="845"/>
                  </a:lnTo>
                  <a:lnTo>
                    <a:pt x="1184" y="843"/>
                  </a:lnTo>
                  <a:lnTo>
                    <a:pt x="1184" y="843"/>
                  </a:lnTo>
                  <a:lnTo>
                    <a:pt x="1181" y="840"/>
                  </a:lnTo>
                  <a:lnTo>
                    <a:pt x="1181" y="840"/>
                  </a:lnTo>
                  <a:lnTo>
                    <a:pt x="1179" y="838"/>
                  </a:lnTo>
                  <a:lnTo>
                    <a:pt x="1179" y="836"/>
                  </a:lnTo>
                  <a:lnTo>
                    <a:pt x="1179" y="836"/>
                  </a:lnTo>
                  <a:lnTo>
                    <a:pt x="1176" y="833"/>
                  </a:lnTo>
                  <a:lnTo>
                    <a:pt x="1176" y="833"/>
                  </a:lnTo>
                  <a:lnTo>
                    <a:pt x="1176" y="833"/>
                  </a:lnTo>
                  <a:lnTo>
                    <a:pt x="1174" y="833"/>
                  </a:lnTo>
                  <a:lnTo>
                    <a:pt x="1174" y="831"/>
                  </a:lnTo>
                  <a:lnTo>
                    <a:pt x="1172" y="828"/>
                  </a:lnTo>
                  <a:lnTo>
                    <a:pt x="1172" y="826"/>
                  </a:lnTo>
                  <a:lnTo>
                    <a:pt x="1169" y="824"/>
                  </a:lnTo>
                  <a:lnTo>
                    <a:pt x="1169" y="824"/>
                  </a:lnTo>
                  <a:lnTo>
                    <a:pt x="1167" y="821"/>
                  </a:lnTo>
                  <a:lnTo>
                    <a:pt x="1165" y="821"/>
                  </a:lnTo>
                  <a:lnTo>
                    <a:pt x="1165" y="821"/>
                  </a:lnTo>
                  <a:lnTo>
                    <a:pt x="1162" y="824"/>
                  </a:lnTo>
                  <a:lnTo>
                    <a:pt x="1162" y="824"/>
                  </a:lnTo>
                  <a:lnTo>
                    <a:pt x="1162" y="824"/>
                  </a:lnTo>
                  <a:lnTo>
                    <a:pt x="1162" y="826"/>
                  </a:lnTo>
                  <a:lnTo>
                    <a:pt x="1162" y="826"/>
                  </a:lnTo>
                  <a:lnTo>
                    <a:pt x="1162" y="828"/>
                  </a:lnTo>
                  <a:lnTo>
                    <a:pt x="1165" y="828"/>
                  </a:lnTo>
                  <a:lnTo>
                    <a:pt x="1165" y="831"/>
                  </a:lnTo>
                  <a:lnTo>
                    <a:pt x="1162" y="833"/>
                  </a:lnTo>
                  <a:lnTo>
                    <a:pt x="1162" y="833"/>
                  </a:lnTo>
                  <a:lnTo>
                    <a:pt x="1160" y="833"/>
                  </a:lnTo>
                  <a:lnTo>
                    <a:pt x="1157" y="833"/>
                  </a:lnTo>
                  <a:lnTo>
                    <a:pt x="1155" y="833"/>
                  </a:lnTo>
                  <a:lnTo>
                    <a:pt x="1153" y="833"/>
                  </a:lnTo>
                  <a:lnTo>
                    <a:pt x="1150" y="831"/>
                  </a:lnTo>
                  <a:lnTo>
                    <a:pt x="1148" y="831"/>
                  </a:lnTo>
                  <a:lnTo>
                    <a:pt x="1146" y="831"/>
                  </a:lnTo>
                  <a:lnTo>
                    <a:pt x="1143" y="828"/>
                  </a:lnTo>
                  <a:lnTo>
                    <a:pt x="1141" y="828"/>
                  </a:lnTo>
                  <a:lnTo>
                    <a:pt x="1139" y="826"/>
                  </a:lnTo>
                  <a:lnTo>
                    <a:pt x="1139" y="826"/>
                  </a:lnTo>
                  <a:lnTo>
                    <a:pt x="1139" y="824"/>
                  </a:lnTo>
                  <a:lnTo>
                    <a:pt x="1139" y="821"/>
                  </a:lnTo>
                  <a:lnTo>
                    <a:pt x="1136" y="821"/>
                  </a:lnTo>
                  <a:lnTo>
                    <a:pt x="1136" y="819"/>
                  </a:lnTo>
                  <a:lnTo>
                    <a:pt x="1134" y="819"/>
                  </a:lnTo>
                  <a:lnTo>
                    <a:pt x="1131" y="817"/>
                  </a:lnTo>
                  <a:lnTo>
                    <a:pt x="1131" y="817"/>
                  </a:lnTo>
                  <a:lnTo>
                    <a:pt x="1129" y="817"/>
                  </a:lnTo>
                  <a:lnTo>
                    <a:pt x="1129" y="817"/>
                  </a:lnTo>
                  <a:lnTo>
                    <a:pt x="1127" y="817"/>
                  </a:lnTo>
                  <a:lnTo>
                    <a:pt x="1122" y="814"/>
                  </a:lnTo>
                  <a:lnTo>
                    <a:pt x="1110" y="812"/>
                  </a:lnTo>
                  <a:lnTo>
                    <a:pt x="1108" y="812"/>
                  </a:lnTo>
                  <a:lnTo>
                    <a:pt x="1108" y="812"/>
                  </a:lnTo>
                  <a:lnTo>
                    <a:pt x="1105" y="812"/>
                  </a:lnTo>
                  <a:lnTo>
                    <a:pt x="1094" y="810"/>
                  </a:lnTo>
                  <a:lnTo>
                    <a:pt x="1087" y="812"/>
                  </a:lnTo>
                  <a:lnTo>
                    <a:pt x="1082" y="812"/>
                  </a:lnTo>
                  <a:lnTo>
                    <a:pt x="1072" y="812"/>
                  </a:lnTo>
                  <a:lnTo>
                    <a:pt x="1070" y="814"/>
                  </a:lnTo>
                  <a:lnTo>
                    <a:pt x="1068" y="814"/>
                  </a:lnTo>
                  <a:lnTo>
                    <a:pt x="1068" y="814"/>
                  </a:lnTo>
                  <a:lnTo>
                    <a:pt x="1068" y="814"/>
                  </a:lnTo>
                  <a:lnTo>
                    <a:pt x="1065" y="814"/>
                  </a:lnTo>
                  <a:lnTo>
                    <a:pt x="1063" y="814"/>
                  </a:lnTo>
                  <a:lnTo>
                    <a:pt x="1044" y="814"/>
                  </a:lnTo>
                  <a:lnTo>
                    <a:pt x="1044" y="814"/>
                  </a:lnTo>
                  <a:lnTo>
                    <a:pt x="1042" y="812"/>
                  </a:lnTo>
                  <a:lnTo>
                    <a:pt x="1042" y="812"/>
                  </a:lnTo>
                  <a:lnTo>
                    <a:pt x="1039" y="810"/>
                  </a:lnTo>
                  <a:lnTo>
                    <a:pt x="1030" y="807"/>
                  </a:lnTo>
                  <a:lnTo>
                    <a:pt x="1027" y="805"/>
                  </a:lnTo>
                  <a:lnTo>
                    <a:pt x="1025" y="802"/>
                  </a:lnTo>
                  <a:lnTo>
                    <a:pt x="1020" y="798"/>
                  </a:lnTo>
                  <a:lnTo>
                    <a:pt x="1020" y="798"/>
                  </a:lnTo>
                  <a:lnTo>
                    <a:pt x="1020" y="795"/>
                  </a:lnTo>
                  <a:lnTo>
                    <a:pt x="1018" y="793"/>
                  </a:lnTo>
                  <a:lnTo>
                    <a:pt x="1018" y="793"/>
                  </a:lnTo>
                  <a:lnTo>
                    <a:pt x="1013" y="791"/>
                  </a:lnTo>
                  <a:lnTo>
                    <a:pt x="1011" y="788"/>
                  </a:lnTo>
                  <a:lnTo>
                    <a:pt x="1006" y="779"/>
                  </a:lnTo>
                  <a:lnTo>
                    <a:pt x="1001" y="776"/>
                  </a:lnTo>
                  <a:lnTo>
                    <a:pt x="999" y="774"/>
                  </a:lnTo>
                  <a:lnTo>
                    <a:pt x="994" y="772"/>
                  </a:lnTo>
                  <a:lnTo>
                    <a:pt x="992" y="769"/>
                  </a:lnTo>
                  <a:lnTo>
                    <a:pt x="989" y="765"/>
                  </a:lnTo>
                  <a:lnTo>
                    <a:pt x="987" y="762"/>
                  </a:lnTo>
                  <a:lnTo>
                    <a:pt x="982" y="760"/>
                  </a:lnTo>
                  <a:lnTo>
                    <a:pt x="980" y="757"/>
                  </a:lnTo>
                  <a:lnTo>
                    <a:pt x="980" y="755"/>
                  </a:lnTo>
                  <a:lnTo>
                    <a:pt x="980" y="750"/>
                  </a:lnTo>
                  <a:lnTo>
                    <a:pt x="980" y="748"/>
                  </a:lnTo>
                  <a:lnTo>
                    <a:pt x="978" y="746"/>
                  </a:lnTo>
                  <a:lnTo>
                    <a:pt x="978" y="743"/>
                  </a:lnTo>
                  <a:lnTo>
                    <a:pt x="978" y="743"/>
                  </a:lnTo>
                  <a:lnTo>
                    <a:pt x="975" y="741"/>
                  </a:lnTo>
                  <a:lnTo>
                    <a:pt x="975" y="741"/>
                  </a:lnTo>
                  <a:lnTo>
                    <a:pt x="973" y="739"/>
                  </a:lnTo>
                  <a:lnTo>
                    <a:pt x="971" y="739"/>
                  </a:lnTo>
                  <a:lnTo>
                    <a:pt x="968" y="736"/>
                  </a:lnTo>
                  <a:lnTo>
                    <a:pt x="968" y="734"/>
                  </a:lnTo>
                  <a:lnTo>
                    <a:pt x="966" y="731"/>
                  </a:lnTo>
                  <a:lnTo>
                    <a:pt x="966" y="727"/>
                  </a:lnTo>
                  <a:lnTo>
                    <a:pt x="966" y="724"/>
                  </a:lnTo>
                  <a:lnTo>
                    <a:pt x="966" y="722"/>
                  </a:lnTo>
                  <a:lnTo>
                    <a:pt x="966" y="720"/>
                  </a:lnTo>
                  <a:lnTo>
                    <a:pt x="966" y="717"/>
                  </a:lnTo>
                  <a:lnTo>
                    <a:pt x="966" y="715"/>
                  </a:lnTo>
                  <a:lnTo>
                    <a:pt x="963" y="713"/>
                  </a:lnTo>
                  <a:lnTo>
                    <a:pt x="963" y="710"/>
                  </a:lnTo>
                  <a:lnTo>
                    <a:pt x="963" y="708"/>
                  </a:lnTo>
                  <a:lnTo>
                    <a:pt x="963" y="705"/>
                  </a:lnTo>
                  <a:lnTo>
                    <a:pt x="961" y="703"/>
                  </a:lnTo>
                  <a:lnTo>
                    <a:pt x="961" y="698"/>
                  </a:lnTo>
                  <a:lnTo>
                    <a:pt x="959" y="694"/>
                  </a:lnTo>
                  <a:lnTo>
                    <a:pt x="956" y="682"/>
                  </a:lnTo>
                  <a:lnTo>
                    <a:pt x="954" y="672"/>
                  </a:lnTo>
                  <a:lnTo>
                    <a:pt x="952" y="663"/>
                  </a:lnTo>
                  <a:lnTo>
                    <a:pt x="949" y="653"/>
                  </a:lnTo>
                  <a:lnTo>
                    <a:pt x="947" y="644"/>
                  </a:lnTo>
                  <a:lnTo>
                    <a:pt x="945" y="634"/>
                  </a:lnTo>
                  <a:lnTo>
                    <a:pt x="940" y="623"/>
                  </a:lnTo>
                  <a:lnTo>
                    <a:pt x="937" y="613"/>
                  </a:lnTo>
                  <a:lnTo>
                    <a:pt x="935" y="604"/>
                  </a:lnTo>
                  <a:lnTo>
                    <a:pt x="933" y="594"/>
                  </a:lnTo>
                  <a:lnTo>
                    <a:pt x="930" y="585"/>
                  </a:lnTo>
                  <a:lnTo>
                    <a:pt x="928" y="573"/>
                  </a:lnTo>
                  <a:lnTo>
                    <a:pt x="926" y="563"/>
                  </a:lnTo>
                  <a:lnTo>
                    <a:pt x="921" y="554"/>
                  </a:lnTo>
                  <a:lnTo>
                    <a:pt x="918" y="544"/>
                  </a:lnTo>
                  <a:lnTo>
                    <a:pt x="916" y="535"/>
                  </a:lnTo>
                  <a:lnTo>
                    <a:pt x="914" y="526"/>
                  </a:lnTo>
                  <a:lnTo>
                    <a:pt x="911" y="514"/>
                  </a:lnTo>
                  <a:lnTo>
                    <a:pt x="909" y="504"/>
                  </a:lnTo>
                  <a:lnTo>
                    <a:pt x="907" y="495"/>
                  </a:lnTo>
                  <a:lnTo>
                    <a:pt x="902" y="485"/>
                  </a:lnTo>
                  <a:lnTo>
                    <a:pt x="900" y="476"/>
                  </a:lnTo>
                  <a:lnTo>
                    <a:pt x="897" y="464"/>
                  </a:lnTo>
                  <a:lnTo>
                    <a:pt x="895" y="454"/>
                  </a:lnTo>
                  <a:lnTo>
                    <a:pt x="892" y="445"/>
                  </a:lnTo>
                  <a:lnTo>
                    <a:pt x="890" y="436"/>
                  </a:lnTo>
                  <a:lnTo>
                    <a:pt x="885" y="426"/>
                  </a:lnTo>
                  <a:lnTo>
                    <a:pt x="885" y="424"/>
                  </a:lnTo>
                  <a:lnTo>
                    <a:pt x="883" y="419"/>
                  </a:lnTo>
                  <a:lnTo>
                    <a:pt x="874" y="417"/>
                  </a:lnTo>
                  <a:lnTo>
                    <a:pt x="874" y="417"/>
                  </a:lnTo>
                  <a:lnTo>
                    <a:pt x="874" y="414"/>
                  </a:lnTo>
                  <a:lnTo>
                    <a:pt x="869" y="410"/>
                  </a:lnTo>
                  <a:lnTo>
                    <a:pt x="866" y="410"/>
                  </a:lnTo>
                  <a:lnTo>
                    <a:pt x="859" y="407"/>
                  </a:lnTo>
                  <a:lnTo>
                    <a:pt x="857" y="405"/>
                  </a:lnTo>
                  <a:lnTo>
                    <a:pt x="852" y="402"/>
                  </a:lnTo>
                  <a:lnTo>
                    <a:pt x="852" y="402"/>
                  </a:lnTo>
                  <a:lnTo>
                    <a:pt x="847" y="402"/>
                  </a:lnTo>
                  <a:lnTo>
                    <a:pt x="847" y="402"/>
                  </a:lnTo>
                  <a:lnTo>
                    <a:pt x="845" y="400"/>
                  </a:lnTo>
                  <a:lnTo>
                    <a:pt x="845" y="400"/>
                  </a:lnTo>
                  <a:lnTo>
                    <a:pt x="843" y="400"/>
                  </a:lnTo>
                  <a:lnTo>
                    <a:pt x="840" y="402"/>
                  </a:lnTo>
                  <a:lnTo>
                    <a:pt x="838" y="400"/>
                  </a:lnTo>
                  <a:lnTo>
                    <a:pt x="838" y="400"/>
                  </a:lnTo>
                  <a:lnTo>
                    <a:pt x="829" y="400"/>
                  </a:lnTo>
                  <a:lnTo>
                    <a:pt x="829" y="400"/>
                  </a:lnTo>
                  <a:lnTo>
                    <a:pt x="826" y="402"/>
                  </a:lnTo>
                  <a:lnTo>
                    <a:pt x="824" y="407"/>
                  </a:lnTo>
                  <a:lnTo>
                    <a:pt x="821" y="410"/>
                  </a:lnTo>
                  <a:lnTo>
                    <a:pt x="821" y="412"/>
                  </a:lnTo>
                  <a:lnTo>
                    <a:pt x="821" y="412"/>
                  </a:lnTo>
                  <a:lnTo>
                    <a:pt x="819" y="414"/>
                  </a:lnTo>
                  <a:lnTo>
                    <a:pt x="817" y="419"/>
                  </a:lnTo>
                  <a:lnTo>
                    <a:pt x="817" y="419"/>
                  </a:lnTo>
                  <a:lnTo>
                    <a:pt x="817" y="419"/>
                  </a:lnTo>
                  <a:lnTo>
                    <a:pt x="817" y="421"/>
                  </a:lnTo>
                  <a:lnTo>
                    <a:pt x="817" y="421"/>
                  </a:lnTo>
                  <a:lnTo>
                    <a:pt x="817" y="421"/>
                  </a:lnTo>
                  <a:lnTo>
                    <a:pt x="814" y="424"/>
                  </a:lnTo>
                  <a:lnTo>
                    <a:pt x="812" y="424"/>
                  </a:lnTo>
                  <a:lnTo>
                    <a:pt x="810" y="424"/>
                  </a:lnTo>
                  <a:lnTo>
                    <a:pt x="810" y="426"/>
                  </a:lnTo>
                  <a:lnTo>
                    <a:pt x="807" y="428"/>
                  </a:lnTo>
                  <a:lnTo>
                    <a:pt x="807" y="436"/>
                  </a:lnTo>
                  <a:lnTo>
                    <a:pt x="805" y="438"/>
                  </a:lnTo>
                  <a:lnTo>
                    <a:pt x="805" y="438"/>
                  </a:lnTo>
                  <a:lnTo>
                    <a:pt x="807" y="436"/>
                  </a:lnTo>
                  <a:lnTo>
                    <a:pt x="807" y="436"/>
                  </a:lnTo>
                  <a:lnTo>
                    <a:pt x="807" y="433"/>
                  </a:lnTo>
                  <a:lnTo>
                    <a:pt x="805" y="433"/>
                  </a:lnTo>
                  <a:lnTo>
                    <a:pt x="805" y="433"/>
                  </a:lnTo>
                  <a:lnTo>
                    <a:pt x="805" y="433"/>
                  </a:lnTo>
                  <a:lnTo>
                    <a:pt x="805" y="436"/>
                  </a:lnTo>
                  <a:lnTo>
                    <a:pt x="803" y="436"/>
                  </a:lnTo>
                  <a:lnTo>
                    <a:pt x="803" y="433"/>
                  </a:lnTo>
                  <a:lnTo>
                    <a:pt x="803" y="433"/>
                  </a:lnTo>
                  <a:lnTo>
                    <a:pt x="803" y="431"/>
                  </a:lnTo>
                  <a:lnTo>
                    <a:pt x="807" y="428"/>
                  </a:lnTo>
                  <a:lnTo>
                    <a:pt x="807" y="428"/>
                  </a:lnTo>
                  <a:lnTo>
                    <a:pt x="807" y="426"/>
                  </a:lnTo>
                  <a:lnTo>
                    <a:pt x="807" y="424"/>
                  </a:lnTo>
                  <a:lnTo>
                    <a:pt x="810" y="424"/>
                  </a:lnTo>
                  <a:lnTo>
                    <a:pt x="812" y="419"/>
                  </a:lnTo>
                  <a:lnTo>
                    <a:pt x="812" y="419"/>
                  </a:lnTo>
                  <a:lnTo>
                    <a:pt x="814" y="419"/>
                  </a:lnTo>
                  <a:lnTo>
                    <a:pt x="814" y="417"/>
                  </a:lnTo>
                  <a:lnTo>
                    <a:pt x="814" y="417"/>
                  </a:lnTo>
                  <a:lnTo>
                    <a:pt x="814" y="414"/>
                  </a:lnTo>
                  <a:lnTo>
                    <a:pt x="814" y="414"/>
                  </a:lnTo>
                  <a:lnTo>
                    <a:pt x="814" y="410"/>
                  </a:lnTo>
                  <a:lnTo>
                    <a:pt x="817" y="407"/>
                  </a:lnTo>
                  <a:lnTo>
                    <a:pt x="819" y="405"/>
                  </a:lnTo>
                  <a:lnTo>
                    <a:pt x="824" y="400"/>
                  </a:lnTo>
                  <a:lnTo>
                    <a:pt x="826" y="400"/>
                  </a:lnTo>
                  <a:lnTo>
                    <a:pt x="826" y="400"/>
                  </a:lnTo>
                  <a:lnTo>
                    <a:pt x="826" y="398"/>
                  </a:lnTo>
                  <a:lnTo>
                    <a:pt x="824" y="395"/>
                  </a:lnTo>
                  <a:lnTo>
                    <a:pt x="824" y="391"/>
                  </a:lnTo>
                  <a:lnTo>
                    <a:pt x="824" y="388"/>
                  </a:lnTo>
                  <a:lnTo>
                    <a:pt x="821" y="388"/>
                  </a:lnTo>
                  <a:lnTo>
                    <a:pt x="821" y="388"/>
                  </a:lnTo>
                  <a:lnTo>
                    <a:pt x="819" y="388"/>
                  </a:lnTo>
                  <a:lnTo>
                    <a:pt x="819" y="386"/>
                  </a:lnTo>
                  <a:lnTo>
                    <a:pt x="817" y="386"/>
                  </a:lnTo>
                  <a:lnTo>
                    <a:pt x="814" y="381"/>
                  </a:lnTo>
                  <a:lnTo>
                    <a:pt x="812" y="379"/>
                  </a:lnTo>
                  <a:lnTo>
                    <a:pt x="810" y="374"/>
                  </a:lnTo>
                  <a:lnTo>
                    <a:pt x="810" y="374"/>
                  </a:lnTo>
                  <a:lnTo>
                    <a:pt x="810" y="372"/>
                  </a:lnTo>
                  <a:lnTo>
                    <a:pt x="810" y="372"/>
                  </a:lnTo>
                  <a:lnTo>
                    <a:pt x="810" y="372"/>
                  </a:lnTo>
                  <a:lnTo>
                    <a:pt x="807" y="369"/>
                  </a:lnTo>
                  <a:lnTo>
                    <a:pt x="807" y="369"/>
                  </a:lnTo>
                  <a:lnTo>
                    <a:pt x="807" y="369"/>
                  </a:lnTo>
                  <a:lnTo>
                    <a:pt x="805" y="369"/>
                  </a:lnTo>
                  <a:lnTo>
                    <a:pt x="805" y="367"/>
                  </a:lnTo>
                  <a:lnTo>
                    <a:pt x="803" y="365"/>
                  </a:lnTo>
                  <a:lnTo>
                    <a:pt x="800" y="365"/>
                  </a:lnTo>
                  <a:lnTo>
                    <a:pt x="798" y="362"/>
                  </a:lnTo>
                  <a:lnTo>
                    <a:pt x="795" y="362"/>
                  </a:lnTo>
                  <a:lnTo>
                    <a:pt x="795" y="360"/>
                  </a:lnTo>
                  <a:lnTo>
                    <a:pt x="793" y="360"/>
                  </a:lnTo>
                  <a:lnTo>
                    <a:pt x="793" y="360"/>
                  </a:lnTo>
                  <a:lnTo>
                    <a:pt x="793" y="360"/>
                  </a:lnTo>
                  <a:lnTo>
                    <a:pt x="793" y="360"/>
                  </a:lnTo>
                  <a:lnTo>
                    <a:pt x="793" y="357"/>
                  </a:lnTo>
                  <a:lnTo>
                    <a:pt x="793" y="357"/>
                  </a:lnTo>
                  <a:lnTo>
                    <a:pt x="791" y="360"/>
                  </a:lnTo>
                  <a:lnTo>
                    <a:pt x="791" y="360"/>
                  </a:lnTo>
                  <a:lnTo>
                    <a:pt x="788" y="357"/>
                  </a:lnTo>
                  <a:lnTo>
                    <a:pt x="786" y="357"/>
                  </a:lnTo>
                  <a:lnTo>
                    <a:pt x="786" y="355"/>
                  </a:lnTo>
                  <a:lnTo>
                    <a:pt x="786" y="355"/>
                  </a:lnTo>
                  <a:lnTo>
                    <a:pt x="784" y="353"/>
                  </a:lnTo>
                  <a:lnTo>
                    <a:pt x="781" y="350"/>
                  </a:lnTo>
                  <a:lnTo>
                    <a:pt x="781" y="350"/>
                  </a:lnTo>
                  <a:lnTo>
                    <a:pt x="781" y="350"/>
                  </a:lnTo>
                  <a:lnTo>
                    <a:pt x="777" y="350"/>
                  </a:lnTo>
                  <a:lnTo>
                    <a:pt x="777" y="348"/>
                  </a:lnTo>
                  <a:lnTo>
                    <a:pt x="774" y="348"/>
                  </a:lnTo>
                  <a:lnTo>
                    <a:pt x="774" y="348"/>
                  </a:lnTo>
                  <a:lnTo>
                    <a:pt x="772" y="348"/>
                  </a:lnTo>
                  <a:lnTo>
                    <a:pt x="772" y="348"/>
                  </a:lnTo>
                  <a:lnTo>
                    <a:pt x="767" y="348"/>
                  </a:lnTo>
                  <a:lnTo>
                    <a:pt x="765" y="346"/>
                  </a:lnTo>
                  <a:lnTo>
                    <a:pt x="760" y="346"/>
                  </a:lnTo>
                  <a:lnTo>
                    <a:pt x="758" y="346"/>
                  </a:lnTo>
                  <a:lnTo>
                    <a:pt x="753" y="341"/>
                  </a:lnTo>
                  <a:lnTo>
                    <a:pt x="750" y="339"/>
                  </a:lnTo>
                  <a:lnTo>
                    <a:pt x="748" y="336"/>
                  </a:lnTo>
                  <a:lnTo>
                    <a:pt x="736" y="339"/>
                  </a:lnTo>
                  <a:lnTo>
                    <a:pt x="734" y="341"/>
                  </a:lnTo>
                  <a:lnTo>
                    <a:pt x="732" y="343"/>
                  </a:lnTo>
                  <a:lnTo>
                    <a:pt x="732" y="343"/>
                  </a:lnTo>
                  <a:lnTo>
                    <a:pt x="729" y="346"/>
                  </a:lnTo>
                  <a:lnTo>
                    <a:pt x="729" y="346"/>
                  </a:lnTo>
                  <a:lnTo>
                    <a:pt x="729" y="343"/>
                  </a:lnTo>
                  <a:lnTo>
                    <a:pt x="732" y="341"/>
                  </a:lnTo>
                  <a:lnTo>
                    <a:pt x="732" y="341"/>
                  </a:lnTo>
                  <a:lnTo>
                    <a:pt x="729" y="341"/>
                  </a:lnTo>
                  <a:lnTo>
                    <a:pt x="729" y="341"/>
                  </a:lnTo>
                  <a:lnTo>
                    <a:pt x="729" y="341"/>
                  </a:lnTo>
                  <a:lnTo>
                    <a:pt x="729" y="341"/>
                  </a:lnTo>
                  <a:lnTo>
                    <a:pt x="732" y="339"/>
                  </a:lnTo>
                  <a:lnTo>
                    <a:pt x="732" y="339"/>
                  </a:lnTo>
                  <a:lnTo>
                    <a:pt x="734" y="339"/>
                  </a:lnTo>
                  <a:lnTo>
                    <a:pt x="734" y="339"/>
                  </a:lnTo>
                  <a:lnTo>
                    <a:pt x="734" y="339"/>
                  </a:lnTo>
                  <a:lnTo>
                    <a:pt x="734" y="336"/>
                  </a:lnTo>
                  <a:lnTo>
                    <a:pt x="736" y="336"/>
                  </a:lnTo>
                  <a:lnTo>
                    <a:pt x="741" y="331"/>
                  </a:lnTo>
                  <a:lnTo>
                    <a:pt x="743" y="331"/>
                  </a:lnTo>
                  <a:lnTo>
                    <a:pt x="748" y="331"/>
                  </a:lnTo>
                  <a:lnTo>
                    <a:pt x="748" y="329"/>
                  </a:lnTo>
                  <a:lnTo>
                    <a:pt x="743" y="329"/>
                  </a:lnTo>
                  <a:lnTo>
                    <a:pt x="743" y="327"/>
                  </a:lnTo>
                  <a:lnTo>
                    <a:pt x="743" y="327"/>
                  </a:lnTo>
                  <a:lnTo>
                    <a:pt x="741" y="324"/>
                  </a:lnTo>
                  <a:lnTo>
                    <a:pt x="741" y="322"/>
                  </a:lnTo>
                  <a:lnTo>
                    <a:pt x="741" y="320"/>
                  </a:lnTo>
                  <a:lnTo>
                    <a:pt x="741" y="320"/>
                  </a:lnTo>
                  <a:lnTo>
                    <a:pt x="741" y="317"/>
                  </a:lnTo>
                  <a:lnTo>
                    <a:pt x="734" y="315"/>
                  </a:lnTo>
                  <a:lnTo>
                    <a:pt x="732" y="315"/>
                  </a:lnTo>
                  <a:lnTo>
                    <a:pt x="732" y="312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7" y="303"/>
                  </a:lnTo>
                  <a:lnTo>
                    <a:pt x="717" y="303"/>
                  </a:lnTo>
                  <a:lnTo>
                    <a:pt x="713" y="298"/>
                  </a:lnTo>
                  <a:lnTo>
                    <a:pt x="710" y="296"/>
                  </a:lnTo>
                  <a:lnTo>
                    <a:pt x="710" y="294"/>
                  </a:lnTo>
                  <a:lnTo>
                    <a:pt x="710" y="294"/>
                  </a:lnTo>
                  <a:lnTo>
                    <a:pt x="706" y="291"/>
                  </a:lnTo>
                  <a:lnTo>
                    <a:pt x="701" y="286"/>
                  </a:lnTo>
                  <a:lnTo>
                    <a:pt x="701" y="286"/>
                  </a:lnTo>
                  <a:lnTo>
                    <a:pt x="698" y="286"/>
                  </a:lnTo>
                  <a:lnTo>
                    <a:pt x="698" y="286"/>
                  </a:lnTo>
                  <a:lnTo>
                    <a:pt x="696" y="286"/>
                  </a:lnTo>
                  <a:lnTo>
                    <a:pt x="696" y="286"/>
                  </a:lnTo>
                  <a:lnTo>
                    <a:pt x="694" y="284"/>
                  </a:lnTo>
                  <a:lnTo>
                    <a:pt x="691" y="282"/>
                  </a:lnTo>
                  <a:lnTo>
                    <a:pt x="689" y="282"/>
                  </a:lnTo>
                  <a:lnTo>
                    <a:pt x="691" y="282"/>
                  </a:lnTo>
                  <a:lnTo>
                    <a:pt x="691" y="279"/>
                  </a:lnTo>
                  <a:lnTo>
                    <a:pt x="689" y="279"/>
                  </a:lnTo>
                  <a:lnTo>
                    <a:pt x="689" y="277"/>
                  </a:lnTo>
                  <a:lnTo>
                    <a:pt x="689" y="277"/>
                  </a:lnTo>
                  <a:lnTo>
                    <a:pt x="687" y="270"/>
                  </a:lnTo>
                  <a:lnTo>
                    <a:pt x="687" y="267"/>
                  </a:lnTo>
                  <a:lnTo>
                    <a:pt x="687" y="260"/>
                  </a:lnTo>
                  <a:lnTo>
                    <a:pt x="687" y="260"/>
                  </a:lnTo>
                  <a:lnTo>
                    <a:pt x="687" y="258"/>
                  </a:lnTo>
                  <a:lnTo>
                    <a:pt x="689" y="258"/>
                  </a:lnTo>
                  <a:lnTo>
                    <a:pt x="689" y="258"/>
                  </a:lnTo>
                  <a:lnTo>
                    <a:pt x="689" y="258"/>
                  </a:lnTo>
                  <a:lnTo>
                    <a:pt x="691" y="256"/>
                  </a:lnTo>
                  <a:lnTo>
                    <a:pt x="694" y="253"/>
                  </a:lnTo>
                  <a:lnTo>
                    <a:pt x="694" y="251"/>
                  </a:lnTo>
                  <a:lnTo>
                    <a:pt x="691" y="251"/>
                  </a:lnTo>
                  <a:lnTo>
                    <a:pt x="687" y="239"/>
                  </a:lnTo>
                  <a:lnTo>
                    <a:pt x="687" y="237"/>
                  </a:lnTo>
                  <a:lnTo>
                    <a:pt x="684" y="234"/>
                  </a:lnTo>
                  <a:lnTo>
                    <a:pt x="684" y="234"/>
                  </a:lnTo>
                  <a:lnTo>
                    <a:pt x="682" y="232"/>
                  </a:lnTo>
                  <a:lnTo>
                    <a:pt x="682" y="230"/>
                  </a:lnTo>
                  <a:lnTo>
                    <a:pt x="682" y="230"/>
                  </a:lnTo>
                  <a:lnTo>
                    <a:pt x="682" y="227"/>
                  </a:lnTo>
                  <a:lnTo>
                    <a:pt x="682" y="227"/>
                  </a:lnTo>
                  <a:lnTo>
                    <a:pt x="679" y="225"/>
                  </a:lnTo>
                  <a:lnTo>
                    <a:pt x="679" y="223"/>
                  </a:lnTo>
                  <a:lnTo>
                    <a:pt x="679" y="220"/>
                  </a:lnTo>
                  <a:lnTo>
                    <a:pt x="679" y="220"/>
                  </a:lnTo>
                  <a:lnTo>
                    <a:pt x="679" y="218"/>
                  </a:lnTo>
                  <a:lnTo>
                    <a:pt x="682" y="213"/>
                  </a:lnTo>
                  <a:lnTo>
                    <a:pt x="682" y="211"/>
                  </a:lnTo>
                  <a:lnTo>
                    <a:pt x="682" y="208"/>
                  </a:lnTo>
                  <a:lnTo>
                    <a:pt x="679" y="206"/>
                  </a:lnTo>
                  <a:lnTo>
                    <a:pt x="679" y="204"/>
                  </a:lnTo>
                  <a:lnTo>
                    <a:pt x="679" y="204"/>
                  </a:lnTo>
                  <a:lnTo>
                    <a:pt x="677" y="199"/>
                  </a:lnTo>
                  <a:lnTo>
                    <a:pt x="677" y="199"/>
                  </a:lnTo>
                  <a:lnTo>
                    <a:pt x="675" y="196"/>
                  </a:lnTo>
                  <a:lnTo>
                    <a:pt x="670" y="185"/>
                  </a:lnTo>
                  <a:lnTo>
                    <a:pt x="668" y="185"/>
                  </a:lnTo>
                  <a:lnTo>
                    <a:pt x="663" y="180"/>
                  </a:lnTo>
                  <a:lnTo>
                    <a:pt x="663" y="180"/>
                  </a:lnTo>
                  <a:lnTo>
                    <a:pt x="663" y="180"/>
                  </a:lnTo>
                  <a:lnTo>
                    <a:pt x="663" y="180"/>
                  </a:lnTo>
                  <a:lnTo>
                    <a:pt x="661" y="182"/>
                  </a:lnTo>
                  <a:lnTo>
                    <a:pt x="661" y="182"/>
                  </a:lnTo>
                  <a:lnTo>
                    <a:pt x="661" y="182"/>
                  </a:lnTo>
                  <a:lnTo>
                    <a:pt x="661" y="180"/>
                  </a:lnTo>
                  <a:lnTo>
                    <a:pt x="661" y="180"/>
                  </a:lnTo>
                  <a:lnTo>
                    <a:pt x="658" y="175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6" y="173"/>
                  </a:lnTo>
                  <a:lnTo>
                    <a:pt x="653" y="166"/>
                  </a:lnTo>
                  <a:lnTo>
                    <a:pt x="653" y="166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1" y="161"/>
                  </a:lnTo>
                  <a:lnTo>
                    <a:pt x="651" y="161"/>
                  </a:lnTo>
                  <a:lnTo>
                    <a:pt x="653" y="159"/>
                  </a:lnTo>
                  <a:lnTo>
                    <a:pt x="653" y="159"/>
                  </a:lnTo>
                  <a:lnTo>
                    <a:pt x="653" y="156"/>
                  </a:lnTo>
                  <a:lnTo>
                    <a:pt x="653" y="154"/>
                  </a:lnTo>
                  <a:lnTo>
                    <a:pt x="653" y="149"/>
                  </a:lnTo>
                  <a:lnTo>
                    <a:pt x="653" y="140"/>
                  </a:lnTo>
                  <a:lnTo>
                    <a:pt x="653" y="128"/>
                  </a:lnTo>
                  <a:lnTo>
                    <a:pt x="653" y="116"/>
                  </a:lnTo>
                  <a:lnTo>
                    <a:pt x="653" y="114"/>
                  </a:lnTo>
                  <a:lnTo>
                    <a:pt x="653" y="114"/>
                  </a:lnTo>
                  <a:lnTo>
                    <a:pt x="651" y="114"/>
                  </a:lnTo>
                  <a:lnTo>
                    <a:pt x="651" y="114"/>
                  </a:lnTo>
                  <a:lnTo>
                    <a:pt x="651" y="114"/>
                  </a:lnTo>
                  <a:lnTo>
                    <a:pt x="651" y="111"/>
                  </a:lnTo>
                  <a:lnTo>
                    <a:pt x="649" y="109"/>
                  </a:lnTo>
                  <a:lnTo>
                    <a:pt x="649" y="109"/>
                  </a:lnTo>
                  <a:lnTo>
                    <a:pt x="649" y="109"/>
                  </a:lnTo>
                  <a:lnTo>
                    <a:pt x="649" y="109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4"/>
                  </a:lnTo>
                  <a:lnTo>
                    <a:pt x="649" y="104"/>
                  </a:lnTo>
                  <a:lnTo>
                    <a:pt x="646" y="102"/>
                  </a:lnTo>
                  <a:lnTo>
                    <a:pt x="646" y="99"/>
                  </a:lnTo>
                  <a:lnTo>
                    <a:pt x="646" y="99"/>
                  </a:lnTo>
                  <a:lnTo>
                    <a:pt x="646" y="95"/>
                  </a:lnTo>
                  <a:lnTo>
                    <a:pt x="646" y="95"/>
                  </a:lnTo>
                  <a:lnTo>
                    <a:pt x="644" y="92"/>
                  </a:lnTo>
                  <a:lnTo>
                    <a:pt x="642" y="92"/>
                  </a:lnTo>
                  <a:lnTo>
                    <a:pt x="639" y="90"/>
                  </a:lnTo>
                  <a:lnTo>
                    <a:pt x="639" y="90"/>
                  </a:lnTo>
                  <a:lnTo>
                    <a:pt x="639" y="90"/>
                  </a:lnTo>
                  <a:lnTo>
                    <a:pt x="642" y="92"/>
                  </a:lnTo>
                  <a:lnTo>
                    <a:pt x="642" y="92"/>
                  </a:lnTo>
                  <a:lnTo>
                    <a:pt x="642" y="95"/>
                  </a:lnTo>
                  <a:lnTo>
                    <a:pt x="642" y="97"/>
                  </a:lnTo>
                  <a:lnTo>
                    <a:pt x="642" y="97"/>
                  </a:lnTo>
                  <a:lnTo>
                    <a:pt x="642" y="97"/>
                  </a:lnTo>
                  <a:lnTo>
                    <a:pt x="642" y="97"/>
                  </a:lnTo>
                  <a:lnTo>
                    <a:pt x="639" y="97"/>
                  </a:lnTo>
                  <a:lnTo>
                    <a:pt x="637" y="97"/>
                  </a:lnTo>
                  <a:lnTo>
                    <a:pt x="637" y="97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5" y="92"/>
                  </a:lnTo>
                  <a:lnTo>
                    <a:pt x="635" y="92"/>
                  </a:lnTo>
                  <a:lnTo>
                    <a:pt x="635" y="92"/>
                  </a:lnTo>
                  <a:lnTo>
                    <a:pt x="632" y="92"/>
                  </a:lnTo>
                  <a:lnTo>
                    <a:pt x="632" y="92"/>
                  </a:lnTo>
                  <a:lnTo>
                    <a:pt x="632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25" y="92"/>
                  </a:lnTo>
                  <a:lnTo>
                    <a:pt x="625" y="92"/>
                  </a:lnTo>
                  <a:lnTo>
                    <a:pt x="623" y="92"/>
                  </a:lnTo>
                  <a:lnTo>
                    <a:pt x="620" y="95"/>
                  </a:lnTo>
                  <a:lnTo>
                    <a:pt x="618" y="95"/>
                  </a:lnTo>
                  <a:lnTo>
                    <a:pt x="616" y="97"/>
                  </a:lnTo>
                  <a:lnTo>
                    <a:pt x="616" y="97"/>
                  </a:lnTo>
                  <a:lnTo>
                    <a:pt x="613" y="95"/>
                  </a:lnTo>
                  <a:lnTo>
                    <a:pt x="613" y="95"/>
                  </a:lnTo>
                  <a:lnTo>
                    <a:pt x="613" y="97"/>
                  </a:lnTo>
                  <a:lnTo>
                    <a:pt x="611" y="99"/>
                  </a:lnTo>
                  <a:lnTo>
                    <a:pt x="611" y="102"/>
                  </a:lnTo>
                  <a:lnTo>
                    <a:pt x="611" y="99"/>
                  </a:lnTo>
                  <a:lnTo>
                    <a:pt x="611" y="97"/>
                  </a:lnTo>
                  <a:lnTo>
                    <a:pt x="611" y="97"/>
                  </a:lnTo>
                  <a:lnTo>
                    <a:pt x="611" y="95"/>
                  </a:lnTo>
                  <a:lnTo>
                    <a:pt x="611" y="95"/>
                  </a:lnTo>
                  <a:lnTo>
                    <a:pt x="611" y="95"/>
                  </a:lnTo>
                  <a:lnTo>
                    <a:pt x="608" y="90"/>
                  </a:lnTo>
                  <a:lnTo>
                    <a:pt x="606" y="90"/>
                  </a:lnTo>
                  <a:lnTo>
                    <a:pt x="604" y="90"/>
                  </a:lnTo>
                  <a:lnTo>
                    <a:pt x="601" y="92"/>
                  </a:lnTo>
                  <a:lnTo>
                    <a:pt x="597" y="95"/>
                  </a:lnTo>
                  <a:lnTo>
                    <a:pt x="597" y="95"/>
                  </a:lnTo>
                  <a:lnTo>
                    <a:pt x="597" y="95"/>
                  </a:lnTo>
                  <a:lnTo>
                    <a:pt x="594" y="95"/>
                  </a:lnTo>
                  <a:lnTo>
                    <a:pt x="594" y="95"/>
                  </a:lnTo>
                  <a:lnTo>
                    <a:pt x="594" y="95"/>
                  </a:lnTo>
                  <a:lnTo>
                    <a:pt x="592" y="95"/>
                  </a:lnTo>
                  <a:lnTo>
                    <a:pt x="585" y="95"/>
                  </a:lnTo>
                  <a:lnTo>
                    <a:pt x="585" y="95"/>
                  </a:lnTo>
                  <a:lnTo>
                    <a:pt x="582" y="95"/>
                  </a:lnTo>
                  <a:lnTo>
                    <a:pt x="580" y="95"/>
                  </a:lnTo>
                  <a:lnTo>
                    <a:pt x="580" y="95"/>
                  </a:lnTo>
                  <a:lnTo>
                    <a:pt x="575" y="95"/>
                  </a:lnTo>
                  <a:lnTo>
                    <a:pt x="568" y="95"/>
                  </a:lnTo>
                  <a:lnTo>
                    <a:pt x="568" y="95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3" y="97"/>
                  </a:lnTo>
                  <a:lnTo>
                    <a:pt x="575" y="97"/>
                  </a:lnTo>
                  <a:lnTo>
                    <a:pt x="575" y="97"/>
                  </a:lnTo>
                  <a:lnTo>
                    <a:pt x="575" y="99"/>
                  </a:lnTo>
                  <a:lnTo>
                    <a:pt x="578" y="99"/>
                  </a:lnTo>
                  <a:lnTo>
                    <a:pt x="578" y="102"/>
                  </a:lnTo>
                  <a:lnTo>
                    <a:pt x="578" y="102"/>
                  </a:lnTo>
                  <a:lnTo>
                    <a:pt x="578" y="102"/>
                  </a:lnTo>
                  <a:lnTo>
                    <a:pt x="578" y="104"/>
                  </a:lnTo>
                  <a:lnTo>
                    <a:pt x="580" y="104"/>
                  </a:lnTo>
                  <a:lnTo>
                    <a:pt x="580" y="107"/>
                  </a:lnTo>
                  <a:lnTo>
                    <a:pt x="578" y="104"/>
                  </a:lnTo>
                  <a:lnTo>
                    <a:pt x="578" y="104"/>
                  </a:lnTo>
                  <a:lnTo>
                    <a:pt x="578" y="104"/>
                  </a:lnTo>
                  <a:lnTo>
                    <a:pt x="578" y="104"/>
                  </a:lnTo>
                  <a:lnTo>
                    <a:pt x="578" y="102"/>
                  </a:lnTo>
                  <a:lnTo>
                    <a:pt x="578" y="102"/>
                  </a:lnTo>
                  <a:lnTo>
                    <a:pt x="578" y="99"/>
                  </a:lnTo>
                  <a:lnTo>
                    <a:pt x="578" y="99"/>
                  </a:lnTo>
                  <a:lnTo>
                    <a:pt x="575" y="99"/>
                  </a:lnTo>
                  <a:lnTo>
                    <a:pt x="575" y="99"/>
                  </a:lnTo>
                  <a:lnTo>
                    <a:pt x="575" y="97"/>
                  </a:lnTo>
                  <a:lnTo>
                    <a:pt x="575" y="97"/>
                  </a:lnTo>
                  <a:lnTo>
                    <a:pt x="573" y="97"/>
                  </a:lnTo>
                  <a:lnTo>
                    <a:pt x="573" y="97"/>
                  </a:lnTo>
                  <a:lnTo>
                    <a:pt x="573" y="99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9"/>
                  </a:lnTo>
                  <a:lnTo>
                    <a:pt x="568" y="99"/>
                  </a:lnTo>
                  <a:lnTo>
                    <a:pt x="568" y="99"/>
                  </a:lnTo>
                  <a:lnTo>
                    <a:pt x="568" y="99"/>
                  </a:lnTo>
                  <a:lnTo>
                    <a:pt x="568" y="97"/>
                  </a:lnTo>
                  <a:lnTo>
                    <a:pt x="568" y="97"/>
                  </a:lnTo>
                  <a:lnTo>
                    <a:pt x="566" y="95"/>
                  </a:lnTo>
                  <a:lnTo>
                    <a:pt x="561" y="95"/>
                  </a:lnTo>
                  <a:lnTo>
                    <a:pt x="559" y="92"/>
                  </a:lnTo>
                  <a:lnTo>
                    <a:pt x="556" y="92"/>
                  </a:lnTo>
                  <a:lnTo>
                    <a:pt x="554" y="92"/>
                  </a:lnTo>
                  <a:lnTo>
                    <a:pt x="549" y="99"/>
                  </a:lnTo>
                  <a:lnTo>
                    <a:pt x="549" y="99"/>
                  </a:lnTo>
                  <a:lnTo>
                    <a:pt x="547" y="99"/>
                  </a:lnTo>
                  <a:lnTo>
                    <a:pt x="545" y="97"/>
                  </a:lnTo>
                  <a:lnTo>
                    <a:pt x="542" y="99"/>
                  </a:lnTo>
                  <a:lnTo>
                    <a:pt x="533" y="102"/>
                  </a:lnTo>
                  <a:lnTo>
                    <a:pt x="533" y="102"/>
                  </a:lnTo>
                  <a:lnTo>
                    <a:pt x="530" y="104"/>
                  </a:lnTo>
                  <a:lnTo>
                    <a:pt x="526" y="107"/>
                  </a:lnTo>
                  <a:lnTo>
                    <a:pt x="523" y="107"/>
                  </a:lnTo>
                  <a:lnTo>
                    <a:pt x="507" y="107"/>
                  </a:lnTo>
                  <a:lnTo>
                    <a:pt x="500" y="107"/>
                  </a:lnTo>
                  <a:lnTo>
                    <a:pt x="497" y="109"/>
                  </a:lnTo>
                  <a:lnTo>
                    <a:pt x="495" y="111"/>
                  </a:lnTo>
                  <a:lnTo>
                    <a:pt x="495" y="114"/>
                  </a:lnTo>
                  <a:lnTo>
                    <a:pt x="490" y="125"/>
                  </a:lnTo>
                  <a:lnTo>
                    <a:pt x="490" y="128"/>
                  </a:lnTo>
                  <a:lnTo>
                    <a:pt x="490" y="133"/>
                  </a:lnTo>
                  <a:lnTo>
                    <a:pt x="490" y="135"/>
                  </a:lnTo>
                  <a:lnTo>
                    <a:pt x="488" y="137"/>
                  </a:lnTo>
                  <a:lnTo>
                    <a:pt x="488" y="137"/>
                  </a:lnTo>
                  <a:lnTo>
                    <a:pt x="488" y="135"/>
                  </a:lnTo>
                  <a:lnTo>
                    <a:pt x="488" y="133"/>
                  </a:lnTo>
                  <a:lnTo>
                    <a:pt x="488" y="130"/>
                  </a:lnTo>
                  <a:lnTo>
                    <a:pt x="488" y="130"/>
                  </a:lnTo>
                  <a:lnTo>
                    <a:pt x="488" y="130"/>
                  </a:lnTo>
                  <a:lnTo>
                    <a:pt x="488" y="128"/>
                  </a:lnTo>
                  <a:lnTo>
                    <a:pt x="488" y="128"/>
                  </a:lnTo>
                  <a:lnTo>
                    <a:pt x="488" y="125"/>
                  </a:lnTo>
                  <a:lnTo>
                    <a:pt x="490" y="123"/>
                  </a:lnTo>
                  <a:lnTo>
                    <a:pt x="490" y="121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90" y="114"/>
                  </a:lnTo>
                  <a:lnTo>
                    <a:pt x="493" y="114"/>
                  </a:lnTo>
                  <a:lnTo>
                    <a:pt x="493" y="114"/>
                  </a:lnTo>
                  <a:lnTo>
                    <a:pt x="493" y="111"/>
                  </a:lnTo>
                  <a:lnTo>
                    <a:pt x="493" y="111"/>
                  </a:lnTo>
                  <a:lnTo>
                    <a:pt x="493" y="109"/>
                  </a:lnTo>
                  <a:lnTo>
                    <a:pt x="495" y="109"/>
                  </a:lnTo>
                  <a:lnTo>
                    <a:pt x="495" y="109"/>
                  </a:lnTo>
                  <a:lnTo>
                    <a:pt x="497" y="107"/>
                  </a:lnTo>
                  <a:lnTo>
                    <a:pt x="497" y="104"/>
                  </a:lnTo>
                  <a:lnTo>
                    <a:pt x="495" y="102"/>
                  </a:lnTo>
                  <a:lnTo>
                    <a:pt x="495" y="102"/>
                  </a:lnTo>
                  <a:lnTo>
                    <a:pt x="488" y="102"/>
                  </a:lnTo>
                  <a:lnTo>
                    <a:pt x="485" y="102"/>
                  </a:lnTo>
                  <a:lnTo>
                    <a:pt x="476" y="97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74" y="92"/>
                  </a:lnTo>
                  <a:lnTo>
                    <a:pt x="471" y="90"/>
                  </a:lnTo>
                  <a:lnTo>
                    <a:pt x="471" y="90"/>
                  </a:lnTo>
                  <a:lnTo>
                    <a:pt x="469" y="88"/>
                  </a:lnTo>
                  <a:lnTo>
                    <a:pt x="464" y="88"/>
                  </a:lnTo>
                  <a:lnTo>
                    <a:pt x="462" y="85"/>
                  </a:lnTo>
                  <a:lnTo>
                    <a:pt x="462" y="85"/>
                  </a:lnTo>
                  <a:lnTo>
                    <a:pt x="459" y="83"/>
                  </a:lnTo>
                  <a:lnTo>
                    <a:pt x="459" y="83"/>
                  </a:lnTo>
                  <a:lnTo>
                    <a:pt x="457" y="83"/>
                  </a:lnTo>
                  <a:lnTo>
                    <a:pt x="455" y="83"/>
                  </a:lnTo>
                  <a:lnTo>
                    <a:pt x="450" y="80"/>
                  </a:lnTo>
                  <a:lnTo>
                    <a:pt x="445" y="80"/>
                  </a:lnTo>
                  <a:lnTo>
                    <a:pt x="443" y="80"/>
                  </a:lnTo>
                  <a:lnTo>
                    <a:pt x="431" y="80"/>
                  </a:lnTo>
                  <a:lnTo>
                    <a:pt x="417" y="73"/>
                  </a:lnTo>
                  <a:lnTo>
                    <a:pt x="410" y="73"/>
                  </a:lnTo>
                  <a:lnTo>
                    <a:pt x="410" y="73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3" y="71"/>
                  </a:lnTo>
                  <a:lnTo>
                    <a:pt x="403" y="71"/>
                  </a:lnTo>
                  <a:lnTo>
                    <a:pt x="398" y="69"/>
                  </a:lnTo>
                  <a:lnTo>
                    <a:pt x="398" y="69"/>
                  </a:lnTo>
                  <a:lnTo>
                    <a:pt x="396" y="71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88" y="69"/>
                  </a:lnTo>
                  <a:lnTo>
                    <a:pt x="374" y="69"/>
                  </a:lnTo>
                  <a:lnTo>
                    <a:pt x="374" y="71"/>
                  </a:lnTo>
                  <a:lnTo>
                    <a:pt x="374" y="66"/>
                  </a:lnTo>
                  <a:lnTo>
                    <a:pt x="372" y="66"/>
                  </a:lnTo>
                  <a:lnTo>
                    <a:pt x="372" y="64"/>
                  </a:lnTo>
                  <a:lnTo>
                    <a:pt x="367" y="66"/>
                  </a:lnTo>
                  <a:lnTo>
                    <a:pt x="365" y="64"/>
                  </a:lnTo>
                  <a:lnTo>
                    <a:pt x="365" y="64"/>
                  </a:lnTo>
                  <a:lnTo>
                    <a:pt x="365" y="62"/>
                  </a:lnTo>
                  <a:lnTo>
                    <a:pt x="362" y="62"/>
                  </a:lnTo>
                  <a:lnTo>
                    <a:pt x="362" y="62"/>
                  </a:lnTo>
                  <a:lnTo>
                    <a:pt x="360" y="64"/>
                  </a:lnTo>
                  <a:lnTo>
                    <a:pt x="360" y="64"/>
                  </a:lnTo>
                  <a:lnTo>
                    <a:pt x="360" y="66"/>
                  </a:lnTo>
                  <a:lnTo>
                    <a:pt x="360" y="66"/>
                  </a:lnTo>
                  <a:lnTo>
                    <a:pt x="360" y="66"/>
                  </a:lnTo>
                  <a:lnTo>
                    <a:pt x="358" y="64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60" y="59"/>
                  </a:lnTo>
                  <a:lnTo>
                    <a:pt x="360" y="59"/>
                  </a:lnTo>
                  <a:lnTo>
                    <a:pt x="358" y="59"/>
                  </a:lnTo>
                  <a:lnTo>
                    <a:pt x="358" y="59"/>
                  </a:lnTo>
                  <a:lnTo>
                    <a:pt x="355" y="57"/>
                  </a:lnTo>
                  <a:lnTo>
                    <a:pt x="355" y="54"/>
                  </a:lnTo>
                  <a:lnTo>
                    <a:pt x="353" y="54"/>
                  </a:lnTo>
                  <a:lnTo>
                    <a:pt x="353" y="54"/>
                  </a:lnTo>
                  <a:lnTo>
                    <a:pt x="353" y="52"/>
                  </a:lnTo>
                  <a:lnTo>
                    <a:pt x="353" y="52"/>
                  </a:lnTo>
                  <a:lnTo>
                    <a:pt x="351" y="52"/>
                  </a:lnTo>
                  <a:lnTo>
                    <a:pt x="343" y="40"/>
                  </a:lnTo>
                  <a:lnTo>
                    <a:pt x="339" y="36"/>
                  </a:lnTo>
                  <a:lnTo>
                    <a:pt x="336" y="36"/>
                  </a:lnTo>
                  <a:lnTo>
                    <a:pt x="336" y="33"/>
                  </a:lnTo>
                  <a:lnTo>
                    <a:pt x="336" y="33"/>
                  </a:lnTo>
                  <a:lnTo>
                    <a:pt x="334" y="31"/>
                  </a:lnTo>
                  <a:lnTo>
                    <a:pt x="334" y="31"/>
                  </a:lnTo>
                  <a:lnTo>
                    <a:pt x="332" y="28"/>
                  </a:lnTo>
                  <a:lnTo>
                    <a:pt x="329" y="28"/>
                  </a:lnTo>
                  <a:lnTo>
                    <a:pt x="317" y="26"/>
                  </a:lnTo>
                  <a:lnTo>
                    <a:pt x="315" y="24"/>
                  </a:lnTo>
                  <a:lnTo>
                    <a:pt x="313" y="24"/>
                  </a:lnTo>
                  <a:lnTo>
                    <a:pt x="313" y="21"/>
                  </a:lnTo>
                  <a:lnTo>
                    <a:pt x="313" y="21"/>
                  </a:lnTo>
                  <a:lnTo>
                    <a:pt x="313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08" y="19"/>
                  </a:lnTo>
                  <a:lnTo>
                    <a:pt x="306" y="17"/>
                  </a:lnTo>
                  <a:lnTo>
                    <a:pt x="306" y="17"/>
                  </a:lnTo>
                  <a:lnTo>
                    <a:pt x="303" y="17"/>
                  </a:lnTo>
                  <a:lnTo>
                    <a:pt x="301" y="14"/>
                  </a:lnTo>
                  <a:lnTo>
                    <a:pt x="298" y="14"/>
                  </a:lnTo>
                  <a:lnTo>
                    <a:pt x="298" y="12"/>
                  </a:lnTo>
                  <a:lnTo>
                    <a:pt x="296" y="12"/>
                  </a:lnTo>
                  <a:lnTo>
                    <a:pt x="294" y="9"/>
                  </a:lnTo>
                  <a:lnTo>
                    <a:pt x="289" y="7"/>
                  </a:lnTo>
                  <a:lnTo>
                    <a:pt x="287" y="5"/>
                  </a:lnTo>
                  <a:lnTo>
                    <a:pt x="289" y="2"/>
                  </a:lnTo>
                  <a:lnTo>
                    <a:pt x="287" y="2"/>
                  </a:lnTo>
                  <a:lnTo>
                    <a:pt x="287" y="2"/>
                  </a:lnTo>
                  <a:lnTo>
                    <a:pt x="284" y="2"/>
                  </a:lnTo>
                  <a:lnTo>
                    <a:pt x="284" y="2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2" y="2"/>
                  </a:lnTo>
                  <a:lnTo>
                    <a:pt x="282" y="2"/>
                  </a:lnTo>
                  <a:lnTo>
                    <a:pt x="270" y="19"/>
                  </a:lnTo>
                  <a:lnTo>
                    <a:pt x="258" y="36"/>
                  </a:lnTo>
                  <a:lnTo>
                    <a:pt x="249" y="50"/>
                  </a:lnTo>
                  <a:lnTo>
                    <a:pt x="239" y="66"/>
                  </a:lnTo>
                  <a:lnTo>
                    <a:pt x="223" y="88"/>
                  </a:lnTo>
                  <a:lnTo>
                    <a:pt x="209" y="111"/>
                  </a:lnTo>
                  <a:lnTo>
                    <a:pt x="194" y="133"/>
                  </a:lnTo>
                  <a:lnTo>
                    <a:pt x="178" y="154"/>
                  </a:lnTo>
                  <a:lnTo>
                    <a:pt x="166" y="175"/>
                  </a:lnTo>
                  <a:lnTo>
                    <a:pt x="152" y="194"/>
                  </a:lnTo>
                  <a:lnTo>
                    <a:pt x="138" y="215"/>
                  </a:lnTo>
                  <a:lnTo>
                    <a:pt x="123" y="237"/>
                  </a:lnTo>
                  <a:lnTo>
                    <a:pt x="116" y="249"/>
                  </a:lnTo>
                  <a:lnTo>
                    <a:pt x="107" y="260"/>
                  </a:lnTo>
                  <a:lnTo>
                    <a:pt x="100" y="270"/>
                  </a:lnTo>
                  <a:lnTo>
                    <a:pt x="93" y="282"/>
                  </a:lnTo>
                  <a:lnTo>
                    <a:pt x="88" y="291"/>
                  </a:lnTo>
                  <a:lnTo>
                    <a:pt x="81" y="298"/>
                  </a:lnTo>
                  <a:lnTo>
                    <a:pt x="76" y="308"/>
                  </a:lnTo>
                  <a:lnTo>
                    <a:pt x="69" y="315"/>
                  </a:lnTo>
                  <a:lnTo>
                    <a:pt x="59" y="329"/>
                  </a:lnTo>
                  <a:lnTo>
                    <a:pt x="48" y="341"/>
                  </a:lnTo>
                  <a:lnTo>
                    <a:pt x="36" y="355"/>
                  </a:lnTo>
                  <a:lnTo>
                    <a:pt x="24" y="369"/>
                  </a:lnTo>
                  <a:lnTo>
                    <a:pt x="22" y="372"/>
                  </a:lnTo>
                  <a:lnTo>
                    <a:pt x="19" y="374"/>
                  </a:lnTo>
                  <a:lnTo>
                    <a:pt x="15" y="376"/>
                  </a:lnTo>
                  <a:lnTo>
                    <a:pt x="12" y="381"/>
                  </a:lnTo>
                  <a:lnTo>
                    <a:pt x="10" y="383"/>
                  </a:lnTo>
                  <a:lnTo>
                    <a:pt x="7" y="388"/>
                  </a:lnTo>
                  <a:lnTo>
                    <a:pt x="5" y="391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0" y="400"/>
                  </a:lnTo>
                  <a:lnTo>
                    <a:pt x="3" y="436"/>
                  </a:lnTo>
                  <a:lnTo>
                    <a:pt x="5" y="471"/>
                  </a:lnTo>
                  <a:lnTo>
                    <a:pt x="7" y="507"/>
                  </a:lnTo>
                  <a:lnTo>
                    <a:pt x="10" y="542"/>
                  </a:lnTo>
                  <a:lnTo>
                    <a:pt x="10" y="570"/>
                  </a:lnTo>
                  <a:lnTo>
                    <a:pt x="12" y="597"/>
                  </a:lnTo>
                  <a:lnTo>
                    <a:pt x="15" y="625"/>
                  </a:lnTo>
                  <a:lnTo>
                    <a:pt x="17" y="651"/>
                  </a:lnTo>
                  <a:lnTo>
                    <a:pt x="17" y="660"/>
                  </a:lnTo>
                  <a:lnTo>
                    <a:pt x="17" y="672"/>
                  </a:lnTo>
                  <a:lnTo>
                    <a:pt x="17" y="677"/>
                  </a:lnTo>
                  <a:lnTo>
                    <a:pt x="17" y="684"/>
                  </a:lnTo>
                  <a:lnTo>
                    <a:pt x="19" y="694"/>
                  </a:lnTo>
                  <a:lnTo>
                    <a:pt x="19" y="703"/>
                  </a:lnTo>
                  <a:lnTo>
                    <a:pt x="19" y="708"/>
                  </a:lnTo>
                  <a:lnTo>
                    <a:pt x="22" y="708"/>
                  </a:lnTo>
                  <a:lnTo>
                    <a:pt x="29" y="708"/>
                  </a:lnTo>
                  <a:lnTo>
                    <a:pt x="33" y="708"/>
                  </a:lnTo>
                  <a:lnTo>
                    <a:pt x="38" y="710"/>
                  </a:lnTo>
                  <a:lnTo>
                    <a:pt x="38" y="713"/>
                  </a:lnTo>
                  <a:lnTo>
                    <a:pt x="38" y="713"/>
                  </a:lnTo>
                  <a:lnTo>
                    <a:pt x="41" y="717"/>
                  </a:lnTo>
                  <a:lnTo>
                    <a:pt x="41" y="720"/>
                  </a:lnTo>
                  <a:lnTo>
                    <a:pt x="41" y="720"/>
                  </a:lnTo>
                  <a:lnTo>
                    <a:pt x="41" y="724"/>
                  </a:lnTo>
                  <a:lnTo>
                    <a:pt x="41" y="727"/>
                  </a:lnTo>
                  <a:lnTo>
                    <a:pt x="43" y="727"/>
                  </a:lnTo>
                  <a:lnTo>
                    <a:pt x="45" y="736"/>
                  </a:lnTo>
                  <a:lnTo>
                    <a:pt x="48" y="746"/>
                  </a:lnTo>
                  <a:lnTo>
                    <a:pt x="48" y="750"/>
                  </a:lnTo>
                  <a:lnTo>
                    <a:pt x="48" y="753"/>
                  </a:lnTo>
                  <a:lnTo>
                    <a:pt x="48" y="755"/>
                  </a:lnTo>
                  <a:lnTo>
                    <a:pt x="50" y="755"/>
                  </a:lnTo>
                  <a:lnTo>
                    <a:pt x="50" y="757"/>
                  </a:lnTo>
                  <a:lnTo>
                    <a:pt x="50" y="760"/>
                  </a:lnTo>
                  <a:lnTo>
                    <a:pt x="57" y="762"/>
                  </a:lnTo>
                  <a:lnTo>
                    <a:pt x="62" y="765"/>
                  </a:lnTo>
                  <a:lnTo>
                    <a:pt x="64" y="765"/>
                  </a:lnTo>
                  <a:lnTo>
                    <a:pt x="74" y="762"/>
                  </a:lnTo>
                  <a:lnTo>
                    <a:pt x="74" y="762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7"/>
                  </a:lnTo>
                  <a:lnTo>
                    <a:pt x="78" y="767"/>
                  </a:lnTo>
                  <a:lnTo>
                    <a:pt x="78" y="769"/>
                  </a:lnTo>
                  <a:lnTo>
                    <a:pt x="90" y="769"/>
                  </a:lnTo>
                  <a:lnTo>
                    <a:pt x="100" y="769"/>
                  </a:lnTo>
                  <a:lnTo>
                    <a:pt x="102" y="769"/>
                  </a:lnTo>
                  <a:lnTo>
                    <a:pt x="104" y="776"/>
                  </a:lnTo>
                  <a:lnTo>
                    <a:pt x="107" y="779"/>
                  </a:lnTo>
                  <a:lnTo>
                    <a:pt x="107" y="779"/>
                  </a:lnTo>
                  <a:lnTo>
                    <a:pt x="116" y="776"/>
                  </a:lnTo>
                  <a:lnTo>
                    <a:pt x="116" y="776"/>
                  </a:lnTo>
                  <a:lnTo>
                    <a:pt x="119" y="776"/>
                  </a:lnTo>
                  <a:lnTo>
                    <a:pt x="123" y="774"/>
                  </a:lnTo>
                  <a:lnTo>
                    <a:pt x="126" y="774"/>
                  </a:lnTo>
                  <a:lnTo>
                    <a:pt x="126" y="772"/>
                  </a:lnTo>
                  <a:lnTo>
                    <a:pt x="126" y="772"/>
                  </a:lnTo>
                  <a:lnTo>
                    <a:pt x="126" y="769"/>
                  </a:lnTo>
                  <a:lnTo>
                    <a:pt x="128" y="769"/>
                  </a:lnTo>
                  <a:lnTo>
                    <a:pt x="128" y="767"/>
                  </a:lnTo>
                  <a:lnTo>
                    <a:pt x="138" y="765"/>
                  </a:lnTo>
                  <a:lnTo>
                    <a:pt x="145" y="765"/>
                  </a:lnTo>
                  <a:lnTo>
                    <a:pt x="154" y="765"/>
                  </a:lnTo>
                  <a:lnTo>
                    <a:pt x="154" y="767"/>
                  </a:lnTo>
                  <a:lnTo>
                    <a:pt x="159" y="769"/>
                  </a:lnTo>
                  <a:lnTo>
                    <a:pt x="168" y="769"/>
                  </a:lnTo>
                  <a:lnTo>
                    <a:pt x="173" y="772"/>
                  </a:lnTo>
                  <a:lnTo>
                    <a:pt x="175" y="772"/>
                  </a:lnTo>
                  <a:lnTo>
                    <a:pt x="175" y="774"/>
                  </a:lnTo>
                  <a:lnTo>
                    <a:pt x="173" y="774"/>
                  </a:lnTo>
                  <a:lnTo>
                    <a:pt x="171" y="776"/>
                  </a:lnTo>
                  <a:lnTo>
                    <a:pt x="171" y="776"/>
                  </a:lnTo>
                  <a:lnTo>
                    <a:pt x="171" y="779"/>
                  </a:lnTo>
                  <a:lnTo>
                    <a:pt x="171" y="779"/>
                  </a:lnTo>
                  <a:lnTo>
                    <a:pt x="173" y="779"/>
                  </a:lnTo>
                  <a:lnTo>
                    <a:pt x="173" y="779"/>
                  </a:lnTo>
                  <a:lnTo>
                    <a:pt x="180" y="779"/>
                  </a:lnTo>
                  <a:lnTo>
                    <a:pt x="183" y="779"/>
                  </a:lnTo>
                  <a:lnTo>
                    <a:pt x="185" y="779"/>
                  </a:lnTo>
                  <a:lnTo>
                    <a:pt x="185" y="781"/>
                  </a:lnTo>
                  <a:lnTo>
                    <a:pt x="185" y="784"/>
                  </a:lnTo>
                  <a:lnTo>
                    <a:pt x="187" y="786"/>
                  </a:lnTo>
                  <a:lnTo>
                    <a:pt x="187" y="788"/>
                  </a:lnTo>
                  <a:lnTo>
                    <a:pt x="187" y="791"/>
                  </a:lnTo>
                  <a:lnTo>
                    <a:pt x="190" y="793"/>
                  </a:lnTo>
                  <a:lnTo>
                    <a:pt x="192" y="798"/>
                  </a:lnTo>
                  <a:lnTo>
                    <a:pt x="192" y="798"/>
                  </a:lnTo>
                  <a:lnTo>
                    <a:pt x="194" y="798"/>
                  </a:lnTo>
                  <a:lnTo>
                    <a:pt x="194" y="798"/>
                  </a:lnTo>
                  <a:lnTo>
                    <a:pt x="197" y="795"/>
                  </a:lnTo>
                  <a:lnTo>
                    <a:pt x="197" y="795"/>
                  </a:lnTo>
                  <a:lnTo>
                    <a:pt x="197" y="793"/>
                  </a:lnTo>
                  <a:lnTo>
                    <a:pt x="197" y="791"/>
                  </a:lnTo>
                  <a:lnTo>
                    <a:pt x="197" y="788"/>
                  </a:lnTo>
                  <a:lnTo>
                    <a:pt x="197" y="788"/>
                  </a:lnTo>
                  <a:lnTo>
                    <a:pt x="199" y="786"/>
                  </a:lnTo>
                  <a:lnTo>
                    <a:pt x="204" y="786"/>
                  </a:lnTo>
                  <a:lnTo>
                    <a:pt x="211" y="786"/>
                  </a:lnTo>
                  <a:lnTo>
                    <a:pt x="211" y="786"/>
                  </a:lnTo>
                  <a:lnTo>
                    <a:pt x="213" y="788"/>
                  </a:lnTo>
                  <a:lnTo>
                    <a:pt x="213" y="791"/>
                  </a:lnTo>
                  <a:lnTo>
                    <a:pt x="213" y="793"/>
                  </a:lnTo>
                  <a:lnTo>
                    <a:pt x="216" y="793"/>
                  </a:lnTo>
                  <a:lnTo>
                    <a:pt x="216" y="793"/>
                  </a:lnTo>
                  <a:lnTo>
                    <a:pt x="218" y="795"/>
                  </a:lnTo>
                  <a:lnTo>
                    <a:pt x="225" y="798"/>
                  </a:lnTo>
                  <a:lnTo>
                    <a:pt x="230" y="798"/>
                  </a:lnTo>
                  <a:lnTo>
                    <a:pt x="230" y="798"/>
                  </a:lnTo>
                  <a:lnTo>
                    <a:pt x="232" y="798"/>
                  </a:lnTo>
                  <a:lnTo>
                    <a:pt x="235" y="800"/>
                  </a:lnTo>
                  <a:lnTo>
                    <a:pt x="232" y="805"/>
                  </a:lnTo>
                  <a:lnTo>
                    <a:pt x="235" y="805"/>
                  </a:lnTo>
                  <a:lnTo>
                    <a:pt x="239" y="805"/>
                  </a:lnTo>
                  <a:lnTo>
                    <a:pt x="242" y="805"/>
                  </a:lnTo>
                  <a:lnTo>
                    <a:pt x="242" y="805"/>
                  </a:lnTo>
                  <a:lnTo>
                    <a:pt x="242" y="805"/>
                  </a:lnTo>
                  <a:lnTo>
                    <a:pt x="242" y="807"/>
                  </a:lnTo>
                  <a:lnTo>
                    <a:pt x="242" y="807"/>
                  </a:lnTo>
                  <a:lnTo>
                    <a:pt x="242" y="807"/>
                  </a:lnTo>
                  <a:lnTo>
                    <a:pt x="242" y="810"/>
                  </a:lnTo>
                  <a:lnTo>
                    <a:pt x="246" y="807"/>
                  </a:lnTo>
                  <a:lnTo>
                    <a:pt x="249" y="807"/>
                  </a:lnTo>
                  <a:lnTo>
                    <a:pt x="251" y="810"/>
                  </a:lnTo>
                  <a:lnTo>
                    <a:pt x="251" y="810"/>
                  </a:lnTo>
                  <a:lnTo>
                    <a:pt x="256" y="807"/>
                  </a:lnTo>
                  <a:lnTo>
                    <a:pt x="261" y="805"/>
                  </a:lnTo>
                  <a:lnTo>
                    <a:pt x="263" y="802"/>
                  </a:lnTo>
                  <a:lnTo>
                    <a:pt x="263" y="800"/>
                  </a:lnTo>
                  <a:lnTo>
                    <a:pt x="272" y="795"/>
                  </a:lnTo>
                  <a:lnTo>
                    <a:pt x="275" y="793"/>
                  </a:lnTo>
                  <a:lnTo>
                    <a:pt x="275" y="791"/>
                  </a:lnTo>
                  <a:lnTo>
                    <a:pt x="280" y="788"/>
                  </a:lnTo>
                  <a:lnTo>
                    <a:pt x="282" y="788"/>
                  </a:lnTo>
                  <a:lnTo>
                    <a:pt x="284" y="788"/>
                  </a:lnTo>
                  <a:lnTo>
                    <a:pt x="284" y="788"/>
                  </a:lnTo>
                  <a:lnTo>
                    <a:pt x="284" y="791"/>
                  </a:lnTo>
                  <a:lnTo>
                    <a:pt x="284" y="791"/>
                  </a:lnTo>
                  <a:lnTo>
                    <a:pt x="284" y="793"/>
                  </a:lnTo>
                  <a:lnTo>
                    <a:pt x="287" y="793"/>
                  </a:lnTo>
                  <a:lnTo>
                    <a:pt x="287" y="793"/>
                  </a:lnTo>
                  <a:lnTo>
                    <a:pt x="287" y="793"/>
                  </a:lnTo>
                  <a:lnTo>
                    <a:pt x="287" y="795"/>
                  </a:lnTo>
                  <a:lnTo>
                    <a:pt x="289" y="798"/>
                  </a:lnTo>
                  <a:lnTo>
                    <a:pt x="289" y="798"/>
                  </a:lnTo>
                  <a:lnTo>
                    <a:pt x="291" y="800"/>
                  </a:lnTo>
                  <a:lnTo>
                    <a:pt x="294" y="800"/>
                  </a:lnTo>
                  <a:lnTo>
                    <a:pt x="298" y="798"/>
                  </a:lnTo>
                  <a:lnTo>
                    <a:pt x="301" y="798"/>
                  </a:lnTo>
                  <a:lnTo>
                    <a:pt x="301" y="798"/>
                  </a:lnTo>
                  <a:lnTo>
                    <a:pt x="303" y="798"/>
                  </a:lnTo>
                  <a:lnTo>
                    <a:pt x="303" y="798"/>
                  </a:lnTo>
                  <a:lnTo>
                    <a:pt x="306" y="798"/>
                  </a:lnTo>
                  <a:lnTo>
                    <a:pt x="306" y="798"/>
                  </a:lnTo>
                  <a:lnTo>
                    <a:pt x="308" y="798"/>
                  </a:lnTo>
                  <a:lnTo>
                    <a:pt x="308" y="798"/>
                  </a:lnTo>
                  <a:lnTo>
                    <a:pt x="308" y="798"/>
                  </a:lnTo>
                  <a:lnTo>
                    <a:pt x="308" y="798"/>
                  </a:lnTo>
                  <a:lnTo>
                    <a:pt x="325" y="793"/>
                  </a:lnTo>
                  <a:lnTo>
                    <a:pt x="329" y="793"/>
                  </a:lnTo>
                  <a:lnTo>
                    <a:pt x="332" y="793"/>
                  </a:lnTo>
                  <a:lnTo>
                    <a:pt x="332" y="795"/>
                  </a:lnTo>
                  <a:lnTo>
                    <a:pt x="336" y="800"/>
                  </a:lnTo>
                  <a:lnTo>
                    <a:pt x="336" y="800"/>
                  </a:lnTo>
                  <a:lnTo>
                    <a:pt x="339" y="800"/>
                  </a:lnTo>
                  <a:lnTo>
                    <a:pt x="341" y="802"/>
                  </a:lnTo>
                  <a:lnTo>
                    <a:pt x="343" y="802"/>
                  </a:lnTo>
                  <a:lnTo>
                    <a:pt x="348" y="800"/>
                  </a:lnTo>
                  <a:lnTo>
                    <a:pt x="351" y="798"/>
                  </a:lnTo>
                  <a:lnTo>
                    <a:pt x="351" y="798"/>
                  </a:lnTo>
                  <a:lnTo>
                    <a:pt x="353" y="798"/>
                  </a:lnTo>
                  <a:lnTo>
                    <a:pt x="353" y="800"/>
                  </a:lnTo>
                  <a:lnTo>
                    <a:pt x="355" y="800"/>
                  </a:lnTo>
                  <a:lnTo>
                    <a:pt x="358" y="798"/>
                  </a:lnTo>
                  <a:lnTo>
                    <a:pt x="358" y="798"/>
                  </a:lnTo>
                  <a:lnTo>
                    <a:pt x="362" y="800"/>
                  </a:lnTo>
                  <a:lnTo>
                    <a:pt x="367" y="798"/>
                  </a:lnTo>
                  <a:lnTo>
                    <a:pt x="369" y="798"/>
                  </a:lnTo>
                  <a:lnTo>
                    <a:pt x="374" y="798"/>
                  </a:lnTo>
                  <a:lnTo>
                    <a:pt x="377" y="798"/>
                  </a:lnTo>
                  <a:lnTo>
                    <a:pt x="377" y="798"/>
                  </a:lnTo>
                  <a:lnTo>
                    <a:pt x="381" y="793"/>
                  </a:lnTo>
                  <a:lnTo>
                    <a:pt x="391" y="788"/>
                  </a:lnTo>
                  <a:lnTo>
                    <a:pt x="400" y="779"/>
                  </a:lnTo>
                  <a:lnTo>
                    <a:pt x="407" y="774"/>
                  </a:lnTo>
                  <a:lnTo>
                    <a:pt x="414" y="767"/>
                  </a:lnTo>
                  <a:lnTo>
                    <a:pt x="419" y="767"/>
                  </a:lnTo>
                  <a:lnTo>
                    <a:pt x="429" y="762"/>
                  </a:lnTo>
                  <a:lnTo>
                    <a:pt x="431" y="762"/>
                  </a:lnTo>
                  <a:lnTo>
                    <a:pt x="431" y="762"/>
                  </a:lnTo>
                  <a:lnTo>
                    <a:pt x="445" y="767"/>
                  </a:lnTo>
                  <a:lnTo>
                    <a:pt x="457" y="772"/>
                  </a:lnTo>
                  <a:lnTo>
                    <a:pt x="469" y="776"/>
                  </a:lnTo>
                  <a:lnTo>
                    <a:pt x="481" y="781"/>
                  </a:lnTo>
                  <a:lnTo>
                    <a:pt x="493" y="786"/>
                  </a:lnTo>
                  <a:lnTo>
                    <a:pt x="504" y="791"/>
                  </a:lnTo>
                  <a:lnTo>
                    <a:pt x="519" y="795"/>
                  </a:lnTo>
                  <a:lnTo>
                    <a:pt x="530" y="800"/>
                  </a:lnTo>
                  <a:lnTo>
                    <a:pt x="537" y="802"/>
                  </a:lnTo>
                  <a:lnTo>
                    <a:pt x="545" y="805"/>
                  </a:lnTo>
                  <a:lnTo>
                    <a:pt x="552" y="810"/>
                  </a:lnTo>
                  <a:lnTo>
                    <a:pt x="564" y="814"/>
                  </a:lnTo>
                  <a:lnTo>
                    <a:pt x="571" y="817"/>
                  </a:lnTo>
                  <a:lnTo>
                    <a:pt x="578" y="819"/>
                  </a:lnTo>
                  <a:lnTo>
                    <a:pt x="585" y="821"/>
                  </a:lnTo>
                  <a:lnTo>
                    <a:pt x="594" y="826"/>
                  </a:lnTo>
                  <a:lnTo>
                    <a:pt x="601" y="828"/>
                  </a:lnTo>
                  <a:lnTo>
                    <a:pt x="611" y="831"/>
                  </a:lnTo>
                  <a:lnTo>
                    <a:pt x="618" y="836"/>
                  </a:lnTo>
                  <a:lnTo>
                    <a:pt x="627" y="838"/>
                  </a:lnTo>
                  <a:lnTo>
                    <a:pt x="637" y="840"/>
                  </a:lnTo>
                  <a:lnTo>
                    <a:pt x="644" y="845"/>
                  </a:lnTo>
                  <a:lnTo>
                    <a:pt x="653" y="847"/>
                  </a:lnTo>
                  <a:lnTo>
                    <a:pt x="653" y="847"/>
                  </a:lnTo>
                  <a:lnTo>
                    <a:pt x="656" y="850"/>
                  </a:lnTo>
                  <a:lnTo>
                    <a:pt x="656" y="850"/>
                  </a:lnTo>
                  <a:lnTo>
                    <a:pt x="658" y="850"/>
                  </a:lnTo>
                  <a:lnTo>
                    <a:pt x="658" y="850"/>
                  </a:lnTo>
                  <a:lnTo>
                    <a:pt x="658" y="850"/>
                  </a:lnTo>
                  <a:lnTo>
                    <a:pt x="661" y="852"/>
                  </a:lnTo>
                  <a:lnTo>
                    <a:pt x="661" y="852"/>
                  </a:lnTo>
                  <a:lnTo>
                    <a:pt x="663" y="852"/>
                  </a:lnTo>
                  <a:lnTo>
                    <a:pt x="663" y="855"/>
                  </a:lnTo>
                  <a:lnTo>
                    <a:pt x="665" y="859"/>
                  </a:lnTo>
                  <a:lnTo>
                    <a:pt x="668" y="864"/>
                  </a:lnTo>
                  <a:lnTo>
                    <a:pt x="670" y="871"/>
                  </a:lnTo>
                  <a:lnTo>
                    <a:pt x="672" y="873"/>
                  </a:lnTo>
                  <a:lnTo>
                    <a:pt x="679" y="878"/>
                  </a:lnTo>
                  <a:lnTo>
                    <a:pt x="687" y="885"/>
                  </a:lnTo>
                  <a:lnTo>
                    <a:pt x="689" y="888"/>
                  </a:lnTo>
                  <a:lnTo>
                    <a:pt x="689" y="888"/>
                  </a:lnTo>
                  <a:lnTo>
                    <a:pt x="691" y="888"/>
                  </a:lnTo>
                  <a:lnTo>
                    <a:pt x="694" y="885"/>
                  </a:lnTo>
                  <a:lnTo>
                    <a:pt x="694" y="885"/>
                  </a:lnTo>
                  <a:lnTo>
                    <a:pt x="694" y="885"/>
                  </a:lnTo>
                  <a:lnTo>
                    <a:pt x="694" y="883"/>
                  </a:lnTo>
                  <a:lnTo>
                    <a:pt x="696" y="881"/>
                  </a:lnTo>
                  <a:lnTo>
                    <a:pt x="698" y="881"/>
                  </a:lnTo>
                  <a:lnTo>
                    <a:pt x="701" y="878"/>
                  </a:lnTo>
                  <a:lnTo>
                    <a:pt x="703" y="881"/>
                  </a:lnTo>
                  <a:lnTo>
                    <a:pt x="706" y="878"/>
                  </a:lnTo>
                  <a:lnTo>
                    <a:pt x="708" y="876"/>
                  </a:lnTo>
                  <a:lnTo>
                    <a:pt x="713" y="876"/>
                  </a:lnTo>
                  <a:lnTo>
                    <a:pt x="715" y="876"/>
                  </a:lnTo>
                  <a:lnTo>
                    <a:pt x="713" y="885"/>
                  </a:lnTo>
                  <a:lnTo>
                    <a:pt x="715" y="888"/>
                  </a:lnTo>
                  <a:lnTo>
                    <a:pt x="715" y="890"/>
                  </a:lnTo>
                  <a:lnTo>
                    <a:pt x="717" y="892"/>
                  </a:lnTo>
                  <a:lnTo>
                    <a:pt x="717" y="892"/>
                  </a:lnTo>
                  <a:lnTo>
                    <a:pt x="717" y="895"/>
                  </a:lnTo>
                  <a:lnTo>
                    <a:pt x="717" y="897"/>
                  </a:lnTo>
                  <a:lnTo>
                    <a:pt x="720" y="897"/>
                  </a:lnTo>
                  <a:lnTo>
                    <a:pt x="720" y="900"/>
                  </a:lnTo>
                  <a:lnTo>
                    <a:pt x="720" y="902"/>
                  </a:lnTo>
                  <a:lnTo>
                    <a:pt x="720" y="902"/>
                  </a:lnTo>
                  <a:lnTo>
                    <a:pt x="722" y="904"/>
                  </a:lnTo>
                  <a:lnTo>
                    <a:pt x="724" y="907"/>
                  </a:lnTo>
                  <a:lnTo>
                    <a:pt x="727" y="909"/>
                  </a:lnTo>
                  <a:lnTo>
                    <a:pt x="727" y="911"/>
                  </a:lnTo>
                  <a:lnTo>
                    <a:pt x="729" y="911"/>
                  </a:lnTo>
                  <a:lnTo>
                    <a:pt x="729" y="911"/>
                  </a:lnTo>
                  <a:lnTo>
                    <a:pt x="732" y="914"/>
                  </a:lnTo>
                  <a:lnTo>
                    <a:pt x="732" y="916"/>
                  </a:lnTo>
                  <a:lnTo>
                    <a:pt x="734" y="916"/>
                  </a:lnTo>
                  <a:lnTo>
                    <a:pt x="734" y="914"/>
                  </a:lnTo>
                  <a:lnTo>
                    <a:pt x="736" y="909"/>
                  </a:lnTo>
                  <a:lnTo>
                    <a:pt x="736" y="909"/>
                  </a:lnTo>
                  <a:lnTo>
                    <a:pt x="739" y="909"/>
                  </a:lnTo>
                  <a:lnTo>
                    <a:pt x="739" y="909"/>
                  </a:lnTo>
                  <a:lnTo>
                    <a:pt x="743" y="909"/>
                  </a:lnTo>
                  <a:lnTo>
                    <a:pt x="748" y="907"/>
                  </a:lnTo>
                  <a:lnTo>
                    <a:pt x="753" y="907"/>
                  </a:lnTo>
                  <a:lnTo>
                    <a:pt x="755" y="907"/>
                  </a:lnTo>
                  <a:lnTo>
                    <a:pt x="760" y="911"/>
                  </a:lnTo>
                  <a:lnTo>
                    <a:pt x="760" y="911"/>
                  </a:lnTo>
                  <a:lnTo>
                    <a:pt x="762" y="911"/>
                  </a:lnTo>
                  <a:lnTo>
                    <a:pt x="762" y="914"/>
                  </a:lnTo>
                  <a:lnTo>
                    <a:pt x="765" y="916"/>
                  </a:lnTo>
                  <a:lnTo>
                    <a:pt x="762" y="921"/>
                  </a:lnTo>
                  <a:lnTo>
                    <a:pt x="760" y="928"/>
                  </a:lnTo>
                  <a:lnTo>
                    <a:pt x="760" y="933"/>
                  </a:lnTo>
                  <a:lnTo>
                    <a:pt x="765" y="935"/>
                  </a:lnTo>
                  <a:lnTo>
                    <a:pt x="772" y="937"/>
                  </a:lnTo>
                  <a:lnTo>
                    <a:pt x="786" y="942"/>
                  </a:lnTo>
                  <a:lnTo>
                    <a:pt x="800" y="947"/>
                  </a:lnTo>
                  <a:lnTo>
                    <a:pt x="817" y="954"/>
                  </a:lnTo>
                  <a:lnTo>
                    <a:pt x="829" y="959"/>
                  </a:lnTo>
                  <a:lnTo>
                    <a:pt x="833" y="961"/>
                  </a:lnTo>
                  <a:lnTo>
                    <a:pt x="833" y="966"/>
                  </a:lnTo>
                  <a:lnTo>
                    <a:pt x="840" y="982"/>
                  </a:lnTo>
                  <a:lnTo>
                    <a:pt x="847" y="1001"/>
                  </a:lnTo>
                  <a:lnTo>
                    <a:pt x="862" y="1037"/>
                  </a:lnTo>
                  <a:lnTo>
                    <a:pt x="869" y="1056"/>
                  </a:lnTo>
                  <a:lnTo>
                    <a:pt x="876" y="1072"/>
                  </a:lnTo>
                  <a:lnTo>
                    <a:pt x="883" y="1091"/>
                  </a:lnTo>
                  <a:lnTo>
                    <a:pt x="890" y="1108"/>
                  </a:lnTo>
                  <a:lnTo>
                    <a:pt x="892" y="1110"/>
                  </a:lnTo>
                  <a:lnTo>
                    <a:pt x="892" y="1113"/>
                  </a:lnTo>
                  <a:lnTo>
                    <a:pt x="892" y="1115"/>
                  </a:lnTo>
                  <a:lnTo>
                    <a:pt x="890" y="1120"/>
                  </a:lnTo>
                  <a:lnTo>
                    <a:pt x="890" y="1127"/>
                  </a:lnTo>
                  <a:lnTo>
                    <a:pt x="890" y="1131"/>
                  </a:lnTo>
                  <a:lnTo>
                    <a:pt x="888" y="1139"/>
                  </a:lnTo>
                  <a:lnTo>
                    <a:pt x="888" y="1143"/>
                  </a:lnTo>
                  <a:lnTo>
                    <a:pt x="888" y="1150"/>
                  </a:lnTo>
                  <a:lnTo>
                    <a:pt x="885" y="1155"/>
                  </a:lnTo>
                  <a:lnTo>
                    <a:pt x="885" y="1162"/>
                  </a:lnTo>
                  <a:lnTo>
                    <a:pt x="885" y="1165"/>
                  </a:lnTo>
                  <a:lnTo>
                    <a:pt x="885" y="1169"/>
                  </a:lnTo>
                  <a:lnTo>
                    <a:pt x="885" y="1172"/>
                  </a:lnTo>
                  <a:lnTo>
                    <a:pt x="885" y="1174"/>
                  </a:lnTo>
                  <a:lnTo>
                    <a:pt x="885" y="1179"/>
                  </a:lnTo>
                  <a:lnTo>
                    <a:pt x="885" y="1179"/>
                  </a:lnTo>
                  <a:lnTo>
                    <a:pt x="885" y="1184"/>
                  </a:lnTo>
                  <a:lnTo>
                    <a:pt x="885" y="1184"/>
                  </a:lnTo>
                  <a:lnTo>
                    <a:pt x="885" y="1186"/>
                  </a:lnTo>
                  <a:lnTo>
                    <a:pt x="885" y="1186"/>
                  </a:lnTo>
                  <a:lnTo>
                    <a:pt x="885" y="1188"/>
                  </a:lnTo>
                  <a:lnTo>
                    <a:pt x="885" y="1188"/>
                  </a:lnTo>
                  <a:lnTo>
                    <a:pt x="888" y="1193"/>
                  </a:lnTo>
                  <a:lnTo>
                    <a:pt x="885" y="1200"/>
                  </a:lnTo>
                  <a:lnTo>
                    <a:pt x="885" y="1203"/>
                  </a:lnTo>
                  <a:lnTo>
                    <a:pt x="885" y="1205"/>
                  </a:lnTo>
                  <a:lnTo>
                    <a:pt x="883" y="1207"/>
                  </a:lnTo>
                  <a:lnTo>
                    <a:pt x="881" y="1210"/>
                  </a:lnTo>
                  <a:lnTo>
                    <a:pt x="878" y="1210"/>
                  </a:lnTo>
                  <a:lnTo>
                    <a:pt x="876" y="1214"/>
                  </a:lnTo>
                  <a:lnTo>
                    <a:pt x="871" y="1224"/>
                  </a:lnTo>
                  <a:lnTo>
                    <a:pt x="871" y="1226"/>
                  </a:lnTo>
                  <a:lnTo>
                    <a:pt x="864" y="1231"/>
                  </a:lnTo>
                  <a:lnTo>
                    <a:pt x="857" y="1236"/>
                  </a:lnTo>
                  <a:lnTo>
                    <a:pt x="855" y="1238"/>
                  </a:lnTo>
                  <a:lnTo>
                    <a:pt x="855" y="1240"/>
                  </a:lnTo>
                  <a:lnTo>
                    <a:pt x="855" y="1245"/>
                  </a:lnTo>
                  <a:lnTo>
                    <a:pt x="855" y="1247"/>
                  </a:lnTo>
                  <a:lnTo>
                    <a:pt x="855" y="1255"/>
                  </a:lnTo>
                  <a:lnTo>
                    <a:pt x="855" y="1262"/>
                  </a:lnTo>
                  <a:lnTo>
                    <a:pt x="857" y="1266"/>
                  </a:lnTo>
                  <a:lnTo>
                    <a:pt x="859" y="1274"/>
                  </a:lnTo>
                  <a:lnTo>
                    <a:pt x="862" y="1276"/>
                  </a:lnTo>
                  <a:lnTo>
                    <a:pt x="864" y="1278"/>
                  </a:lnTo>
                  <a:lnTo>
                    <a:pt x="871" y="1281"/>
                  </a:lnTo>
                  <a:lnTo>
                    <a:pt x="881" y="1285"/>
                  </a:lnTo>
                  <a:lnTo>
                    <a:pt x="890" y="1288"/>
                  </a:lnTo>
                  <a:lnTo>
                    <a:pt x="895" y="1288"/>
                  </a:lnTo>
                  <a:lnTo>
                    <a:pt x="909" y="1285"/>
                  </a:lnTo>
                  <a:lnTo>
                    <a:pt x="909" y="1285"/>
                  </a:lnTo>
                  <a:lnTo>
                    <a:pt x="918" y="1276"/>
                  </a:lnTo>
                  <a:lnTo>
                    <a:pt x="926" y="1269"/>
                  </a:lnTo>
                  <a:lnTo>
                    <a:pt x="935" y="1262"/>
                  </a:lnTo>
                  <a:lnTo>
                    <a:pt x="942" y="1252"/>
                  </a:lnTo>
                  <a:lnTo>
                    <a:pt x="952" y="1245"/>
                  </a:lnTo>
                  <a:lnTo>
                    <a:pt x="959" y="1236"/>
                  </a:lnTo>
                  <a:lnTo>
                    <a:pt x="966" y="1229"/>
                  </a:lnTo>
                  <a:lnTo>
                    <a:pt x="975" y="1221"/>
                  </a:lnTo>
                  <a:lnTo>
                    <a:pt x="982" y="1217"/>
                  </a:lnTo>
                  <a:lnTo>
                    <a:pt x="989" y="1212"/>
                  </a:lnTo>
                  <a:lnTo>
                    <a:pt x="999" y="1210"/>
                  </a:lnTo>
                  <a:lnTo>
                    <a:pt x="1006" y="1205"/>
                  </a:lnTo>
                  <a:lnTo>
                    <a:pt x="1013" y="1203"/>
                  </a:lnTo>
                  <a:lnTo>
                    <a:pt x="1020" y="1198"/>
                  </a:lnTo>
                  <a:lnTo>
                    <a:pt x="1023" y="1198"/>
                  </a:lnTo>
                  <a:lnTo>
                    <a:pt x="1030" y="1195"/>
                  </a:lnTo>
                  <a:lnTo>
                    <a:pt x="1037" y="1191"/>
                  </a:lnTo>
                  <a:lnTo>
                    <a:pt x="1046" y="1184"/>
                  </a:lnTo>
                  <a:lnTo>
                    <a:pt x="1056" y="1176"/>
                  </a:lnTo>
                  <a:lnTo>
                    <a:pt x="1063" y="1169"/>
                  </a:lnTo>
                  <a:lnTo>
                    <a:pt x="1065" y="1167"/>
                  </a:lnTo>
                  <a:lnTo>
                    <a:pt x="1072" y="1162"/>
                  </a:lnTo>
                  <a:lnTo>
                    <a:pt x="1082" y="1153"/>
                  </a:lnTo>
                  <a:lnTo>
                    <a:pt x="1089" y="1146"/>
                  </a:lnTo>
                  <a:lnTo>
                    <a:pt x="1098" y="1139"/>
                  </a:lnTo>
                  <a:lnTo>
                    <a:pt x="1108" y="1131"/>
                  </a:lnTo>
                  <a:lnTo>
                    <a:pt x="1110" y="1127"/>
                  </a:lnTo>
                  <a:lnTo>
                    <a:pt x="1110" y="1122"/>
                  </a:lnTo>
                  <a:lnTo>
                    <a:pt x="1110" y="1117"/>
                  </a:lnTo>
                  <a:lnTo>
                    <a:pt x="1110" y="1117"/>
                  </a:lnTo>
                  <a:lnTo>
                    <a:pt x="1108" y="1117"/>
                  </a:lnTo>
                  <a:lnTo>
                    <a:pt x="1108" y="1117"/>
                  </a:lnTo>
                  <a:lnTo>
                    <a:pt x="1105" y="1115"/>
                  </a:lnTo>
                  <a:lnTo>
                    <a:pt x="1103" y="1115"/>
                  </a:lnTo>
                  <a:lnTo>
                    <a:pt x="1103" y="1115"/>
                  </a:lnTo>
                  <a:lnTo>
                    <a:pt x="1101" y="1113"/>
                  </a:lnTo>
                  <a:lnTo>
                    <a:pt x="1101" y="1110"/>
                  </a:lnTo>
                  <a:lnTo>
                    <a:pt x="1101" y="1110"/>
                  </a:lnTo>
                  <a:lnTo>
                    <a:pt x="1101" y="1110"/>
                  </a:lnTo>
                  <a:lnTo>
                    <a:pt x="1101" y="1108"/>
                  </a:lnTo>
                  <a:lnTo>
                    <a:pt x="1098" y="1108"/>
                  </a:lnTo>
                  <a:lnTo>
                    <a:pt x="1098" y="1108"/>
                  </a:lnTo>
                  <a:lnTo>
                    <a:pt x="1098" y="1105"/>
                  </a:lnTo>
                  <a:lnTo>
                    <a:pt x="1098" y="1105"/>
                  </a:lnTo>
                  <a:lnTo>
                    <a:pt x="1096" y="1105"/>
                  </a:lnTo>
                  <a:lnTo>
                    <a:pt x="1096" y="1103"/>
                  </a:lnTo>
                  <a:lnTo>
                    <a:pt x="1096" y="1103"/>
                  </a:lnTo>
                  <a:lnTo>
                    <a:pt x="1096" y="1101"/>
                  </a:lnTo>
                  <a:lnTo>
                    <a:pt x="1096" y="1101"/>
                  </a:lnTo>
                  <a:lnTo>
                    <a:pt x="1096" y="1101"/>
                  </a:lnTo>
                  <a:lnTo>
                    <a:pt x="1094" y="1091"/>
                  </a:lnTo>
                  <a:lnTo>
                    <a:pt x="1094" y="1091"/>
                  </a:lnTo>
                  <a:lnTo>
                    <a:pt x="1091" y="1084"/>
                  </a:lnTo>
                  <a:lnTo>
                    <a:pt x="1082" y="1075"/>
                  </a:lnTo>
                  <a:lnTo>
                    <a:pt x="1087" y="1072"/>
                  </a:lnTo>
                  <a:lnTo>
                    <a:pt x="1094" y="1065"/>
                  </a:lnTo>
                  <a:lnTo>
                    <a:pt x="1105" y="1056"/>
                  </a:lnTo>
                  <a:lnTo>
                    <a:pt x="1108" y="1053"/>
                  </a:lnTo>
                  <a:lnTo>
                    <a:pt x="1124" y="1049"/>
                  </a:lnTo>
                  <a:lnTo>
                    <a:pt x="1139" y="1044"/>
                  </a:lnTo>
                  <a:lnTo>
                    <a:pt x="1153" y="1042"/>
                  </a:lnTo>
                  <a:lnTo>
                    <a:pt x="1167" y="1037"/>
                  </a:lnTo>
                  <a:lnTo>
                    <a:pt x="1181" y="1032"/>
                  </a:lnTo>
                  <a:lnTo>
                    <a:pt x="1195" y="1030"/>
                  </a:lnTo>
                  <a:lnTo>
                    <a:pt x="1210" y="1025"/>
                  </a:lnTo>
                  <a:lnTo>
                    <a:pt x="1224" y="1020"/>
                  </a:lnTo>
                  <a:lnTo>
                    <a:pt x="1224" y="1020"/>
                  </a:lnTo>
                  <a:lnTo>
                    <a:pt x="1224" y="1020"/>
                  </a:lnTo>
                  <a:lnTo>
                    <a:pt x="1226" y="1020"/>
                  </a:lnTo>
                  <a:lnTo>
                    <a:pt x="1226" y="1020"/>
                  </a:lnTo>
                  <a:lnTo>
                    <a:pt x="1226" y="1018"/>
                  </a:lnTo>
                  <a:lnTo>
                    <a:pt x="1226" y="1018"/>
                  </a:lnTo>
                  <a:lnTo>
                    <a:pt x="1226" y="1018"/>
                  </a:lnTo>
                  <a:lnTo>
                    <a:pt x="1226" y="1018"/>
                  </a:lnTo>
                  <a:lnTo>
                    <a:pt x="1228" y="1013"/>
                  </a:lnTo>
                  <a:lnTo>
                    <a:pt x="1228" y="1006"/>
                  </a:lnTo>
                  <a:lnTo>
                    <a:pt x="1231" y="1001"/>
                  </a:lnTo>
                  <a:lnTo>
                    <a:pt x="1231" y="997"/>
                  </a:lnTo>
                  <a:lnTo>
                    <a:pt x="1233" y="989"/>
                  </a:lnTo>
                  <a:lnTo>
                    <a:pt x="1233" y="985"/>
                  </a:lnTo>
                  <a:lnTo>
                    <a:pt x="1236" y="980"/>
                  </a:lnTo>
                  <a:lnTo>
                    <a:pt x="1236" y="973"/>
                  </a:lnTo>
                  <a:lnTo>
                    <a:pt x="1238" y="971"/>
                  </a:lnTo>
                  <a:lnTo>
                    <a:pt x="1240" y="966"/>
                  </a:lnTo>
                  <a:lnTo>
                    <a:pt x="1240" y="966"/>
                  </a:lnTo>
                  <a:lnTo>
                    <a:pt x="1240" y="963"/>
                  </a:lnTo>
                  <a:lnTo>
                    <a:pt x="1240" y="963"/>
                  </a:lnTo>
                  <a:lnTo>
                    <a:pt x="1243" y="963"/>
                  </a:lnTo>
                  <a:lnTo>
                    <a:pt x="1243" y="961"/>
                  </a:lnTo>
                  <a:lnTo>
                    <a:pt x="1247" y="956"/>
                  </a:lnTo>
                  <a:lnTo>
                    <a:pt x="1250" y="956"/>
                  </a:lnTo>
                  <a:lnTo>
                    <a:pt x="1250" y="954"/>
                  </a:lnTo>
                  <a:lnTo>
                    <a:pt x="1250" y="954"/>
                  </a:lnTo>
                  <a:lnTo>
                    <a:pt x="1247" y="952"/>
                  </a:lnTo>
                  <a:lnTo>
                    <a:pt x="1247" y="952"/>
                  </a:lnTo>
                  <a:lnTo>
                    <a:pt x="1250" y="949"/>
                  </a:lnTo>
                  <a:lnTo>
                    <a:pt x="1252" y="942"/>
                  </a:lnTo>
                  <a:lnTo>
                    <a:pt x="1262" y="935"/>
                  </a:lnTo>
                  <a:lnTo>
                    <a:pt x="1264" y="933"/>
                  </a:lnTo>
                  <a:lnTo>
                    <a:pt x="1264" y="933"/>
                  </a:lnTo>
                  <a:lnTo>
                    <a:pt x="1264" y="930"/>
                  </a:lnTo>
                  <a:lnTo>
                    <a:pt x="1264" y="928"/>
                  </a:lnTo>
                  <a:lnTo>
                    <a:pt x="1266" y="926"/>
                  </a:lnTo>
                  <a:lnTo>
                    <a:pt x="1269" y="921"/>
                  </a:lnTo>
                  <a:lnTo>
                    <a:pt x="1269" y="916"/>
                  </a:lnTo>
                  <a:lnTo>
                    <a:pt x="1276" y="907"/>
                  </a:lnTo>
                  <a:lnTo>
                    <a:pt x="1281" y="897"/>
                  </a:lnTo>
                  <a:lnTo>
                    <a:pt x="1285" y="888"/>
                  </a:lnTo>
                  <a:lnTo>
                    <a:pt x="1288" y="883"/>
                  </a:lnTo>
                  <a:lnTo>
                    <a:pt x="1295" y="873"/>
                  </a:lnTo>
                  <a:lnTo>
                    <a:pt x="1297" y="873"/>
                  </a:lnTo>
                  <a:lnTo>
                    <a:pt x="1299" y="871"/>
                  </a:lnTo>
                  <a:lnTo>
                    <a:pt x="1299" y="869"/>
                  </a:lnTo>
                  <a:lnTo>
                    <a:pt x="1302" y="869"/>
                  </a:lnTo>
                  <a:lnTo>
                    <a:pt x="1304" y="866"/>
                  </a:lnTo>
                  <a:lnTo>
                    <a:pt x="1307" y="864"/>
                  </a:lnTo>
                  <a:lnTo>
                    <a:pt x="1307" y="862"/>
                  </a:lnTo>
                  <a:lnTo>
                    <a:pt x="1309" y="862"/>
                  </a:lnTo>
                  <a:lnTo>
                    <a:pt x="1316" y="859"/>
                  </a:lnTo>
                  <a:lnTo>
                    <a:pt x="1318" y="859"/>
                  </a:lnTo>
                  <a:lnTo>
                    <a:pt x="1321" y="855"/>
                  </a:lnTo>
                  <a:lnTo>
                    <a:pt x="1326" y="850"/>
                  </a:lnTo>
                  <a:lnTo>
                    <a:pt x="1326" y="847"/>
                  </a:lnTo>
                  <a:lnTo>
                    <a:pt x="1326" y="847"/>
                  </a:lnTo>
                  <a:lnTo>
                    <a:pt x="1326" y="845"/>
                  </a:lnTo>
                  <a:lnTo>
                    <a:pt x="1328" y="843"/>
                  </a:lnTo>
                  <a:lnTo>
                    <a:pt x="1328" y="840"/>
                  </a:lnTo>
                  <a:lnTo>
                    <a:pt x="1328" y="840"/>
                  </a:lnTo>
                  <a:lnTo>
                    <a:pt x="1328" y="838"/>
                  </a:lnTo>
                  <a:lnTo>
                    <a:pt x="1330" y="838"/>
                  </a:lnTo>
                  <a:lnTo>
                    <a:pt x="1330" y="838"/>
                  </a:lnTo>
                  <a:lnTo>
                    <a:pt x="1333" y="836"/>
                  </a:lnTo>
                  <a:lnTo>
                    <a:pt x="1333" y="836"/>
                  </a:lnTo>
                  <a:lnTo>
                    <a:pt x="1333" y="836"/>
                  </a:lnTo>
                  <a:lnTo>
                    <a:pt x="1333" y="833"/>
                  </a:lnTo>
                  <a:lnTo>
                    <a:pt x="1333" y="83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17A11086-C707-4DDB-930A-564F7A9C07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2260" y="959643"/>
              <a:ext cx="3024420" cy="3675605"/>
            </a:xfrm>
            <a:custGeom>
              <a:avLst/>
              <a:gdLst>
                <a:gd name="T0" fmla="*/ 493 w 2234"/>
                <a:gd name="T1" fmla="*/ 677 h 2715"/>
                <a:gd name="T2" fmla="*/ 538 w 2234"/>
                <a:gd name="T3" fmla="*/ 1309 h 2715"/>
                <a:gd name="T4" fmla="*/ 559 w 2234"/>
                <a:gd name="T5" fmla="*/ 1037 h 2715"/>
                <a:gd name="T6" fmla="*/ 493 w 2234"/>
                <a:gd name="T7" fmla="*/ 904 h 2715"/>
                <a:gd name="T8" fmla="*/ 1309 w 2234"/>
                <a:gd name="T9" fmla="*/ 1321 h 2715"/>
                <a:gd name="T10" fmla="*/ 1174 w 2234"/>
                <a:gd name="T11" fmla="*/ 1413 h 2715"/>
                <a:gd name="T12" fmla="*/ 987 w 2234"/>
                <a:gd name="T13" fmla="*/ 1243 h 2715"/>
                <a:gd name="T14" fmla="*/ 836 w 2234"/>
                <a:gd name="T15" fmla="*/ 1101 h 2715"/>
                <a:gd name="T16" fmla="*/ 876 w 2234"/>
                <a:gd name="T17" fmla="*/ 1394 h 2715"/>
                <a:gd name="T18" fmla="*/ 767 w 2234"/>
                <a:gd name="T19" fmla="*/ 1375 h 2715"/>
                <a:gd name="T20" fmla="*/ 412 w 2234"/>
                <a:gd name="T21" fmla="*/ 1354 h 2715"/>
                <a:gd name="T22" fmla="*/ 396 w 2234"/>
                <a:gd name="T23" fmla="*/ 1465 h 2715"/>
                <a:gd name="T24" fmla="*/ 611 w 2234"/>
                <a:gd name="T25" fmla="*/ 2116 h 2715"/>
                <a:gd name="T26" fmla="*/ 1070 w 2234"/>
                <a:gd name="T27" fmla="*/ 1790 h 2715"/>
                <a:gd name="T28" fmla="*/ 1188 w 2234"/>
                <a:gd name="T29" fmla="*/ 1657 h 2715"/>
                <a:gd name="T30" fmla="*/ 1219 w 2234"/>
                <a:gd name="T31" fmla="*/ 1191 h 2715"/>
                <a:gd name="T32" fmla="*/ 1387 w 2234"/>
                <a:gd name="T33" fmla="*/ 1155 h 2715"/>
                <a:gd name="T34" fmla="*/ 1430 w 2234"/>
                <a:gd name="T35" fmla="*/ 1704 h 2715"/>
                <a:gd name="T36" fmla="*/ 1385 w 2234"/>
                <a:gd name="T37" fmla="*/ 1799 h 2715"/>
                <a:gd name="T38" fmla="*/ 954 w 2234"/>
                <a:gd name="T39" fmla="*/ 873 h 2715"/>
                <a:gd name="T40" fmla="*/ 796 w 2234"/>
                <a:gd name="T41" fmla="*/ 987 h 2715"/>
                <a:gd name="T42" fmla="*/ 673 w 2234"/>
                <a:gd name="T43" fmla="*/ 992 h 2715"/>
                <a:gd name="T44" fmla="*/ 632 w 2234"/>
                <a:gd name="T45" fmla="*/ 658 h 2715"/>
                <a:gd name="T46" fmla="*/ 1479 w 2234"/>
                <a:gd name="T47" fmla="*/ 942 h 2715"/>
                <a:gd name="T48" fmla="*/ 907 w 2234"/>
                <a:gd name="T49" fmla="*/ 689 h 2715"/>
                <a:gd name="T50" fmla="*/ 916 w 2234"/>
                <a:gd name="T51" fmla="*/ 800 h 2715"/>
                <a:gd name="T52" fmla="*/ 1517 w 2234"/>
                <a:gd name="T53" fmla="*/ 987 h 2715"/>
                <a:gd name="T54" fmla="*/ 1023 w 2234"/>
                <a:gd name="T55" fmla="*/ 180 h 2715"/>
                <a:gd name="T56" fmla="*/ 990 w 2234"/>
                <a:gd name="T57" fmla="*/ 478 h 2715"/>
                <a:gd name="T58" fmla="*/ 971 w 2234"/>
                <a:gd name="T59" fmla="*/ 632 h 2715"/>
                <a:gd name="T60" fmla="*/ 1139 w 2234"/>
                <a:gd name="T61" fmla="*/ 490 h 2715"/>
                <a:gd name="T62" fmla="*/ 1169 w 2234"/>
                <a:gd name="T63" fmla="*/ 161 h 2715"/>
                <a:gd name="T64" fmla="*/ 928 w 2234"/>
                <a:gd name="T65" fmla="*/ 109 h 2715"/>
                <a:gd name="T66" fmla="*/ 710 w 2234"/>
                <a:gd name="T67" fmla="*/ 478 h 2715"/>
                <a:gd name="T68" fmla="*/ 800 w 2234"/>
                <a:gd name="T69" fmla="*/ 525 h 2715"/>
                <a:gd name="T70" fmla="*/ 919 w 2234"/>
                <a:gd name="T71" fmla="*/ 476 h 2715"/>
                <a:gd name="T72" fmla="*/ 774 w 2234"/>
                <a:gd name="T73" fmla="*/ 322 h 2715"/>
                <a:gd name="T74" fmla="*/ 694 w 2234"/>
                <a:gd name="T75" fmla="*/ 765 h 2715"/>
                <a:gd name="T76" fmla="*/ 637 w 2234"/>
                <a:gd name="T77" fmla="*/ 722 h 2715"/>
                <a:gd name="T78" fmla="*/ 883 w 2234"/>
                <a:gd name="T79" fmla="*/ 570 h 2715"/>
                <a:gd name="T80" fmla="*/ 1709 w 2234"/>
                <a:gd name="T81" fmla="*/ 2277 h 2715"/>
                <a:gd name="T82" fmla="*/ 1974 w 2234"/>
                <a:gd name="T83" fmla="*/ 1536 h 2715"/>
                <a:gd name="T84" fmla="*/ 2088 w 2234"/>
                <a:gd name="T85" fmla="*/ 1489 h 2715"/>
                <a:gd name="T86" fmla="*/ 1891 w 2234"/>
                <a:gd name="T87" fmla="*/ 1345 h 2715"/>
                <a:gd name="T88" fmla="*/ 1917 w 2234"/>
                <a:gd name="T89" fmla="*/ 1266 h 2715"/>
                <a:gd name="T90" fmla="*/ 2017 w 2234"/>
                <a:gd name="T91" fmla="*/ 1290 h 2715"/>
                <a:gd name="T92" fmla="*/ 1976 w 2234"/>
                <a:gd name="T93" fmla="*/ 1181 h 2715"/>
                <a:gd name="T94" fmla="*/ 1792 w 2234"/>
                <a:gd name="T95" fmla="*/ 1148 h 2715"/>
                <a:gd name="T96" fmla="*/ 1669 w 2234"/>
                <a:gd name="T97" fmla="*/ 1046 h 2715"/>
                <a:gd name="T98" fmla="*/ 1522 w 2234"/>
                <a:gd name="T99" fmla="*/ 1004 h 2715"/>
                <a:gd name="T100" fmla="*/ 1394 w 2234"/>
                <a:gd name="T101" fmla="*/ 914 h 2715"/>
                <a:gd name="T102" fmla="*/ 1143 w 2234"/>
                <a:gd name="T103" fmla="*/ 852 h 2715"/>
                <a:gd name="T104" fmla="*/ 1125 w 2234"/>
                <a:gd name="T105" fmla="*/ 1051 h 2715"/>
                <a:gd name="T106" fmla="*/ 1120 w 2234"/>
                <a:gd name="T107" fmla="*/ 1143 h 2715"/>
                <a:gd name="T108" fmla="*/ 1404 w 2234"/>
                <a:gd name="T109" fmla="*/ 1134 h 2715"/>
                <a:gd name="T110" fmla="*/ 1662 w 2234"/>
                <a:gd name="T111" fmla="*/ 1292 h 2715"/>
                <a:gd name="T112" fmla="*/ 1610 w 2234"/>
                <a:gd name="T113" fmla="*/ 1591 h 2715"/>
                <a:gd name="T114" fmla="*/ 1756 w 2234"/>
                <a:gd name="T115" fmla="*/ 1558 h 2715"/>
                <a:gd name="T116" fmla="*/ 1976 w 2234"/>
                <a:gd name="T117" fmla="*/ 1638 h 2715"/>
                <a:gd name="T118" fmla="*/ 2230 w 2234"/>
                <a:gd name="T119" fmla="*/ 1714 h 2715"/>
                <a:gd name="T120" fmla="*/ 1726 w 2234"/>
                <a:gd name="T121" fmla="*/ 2616 h 2715"/>
                <a:gd name="T122" fmla="*/ 1714 w 2234"/>
                <a:gd name="T123" fmla="*/ 1532 h 2715"/>
                <a:gd name="T124" fmla="*/ 1598 w 2234"/>
                <a:gd name="T125" fmla="*/ 2043 h 2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34" h="2715">
                  <a:moveTo>
                    <a:pt x="225" y="1278"/>
                  </a:moveTo>
                  <a:lnTo>
                    <a:pt x="225" y="1278"/>
                  </a:lnTo>
                  <a:lnTo>
                    <a:pt x="225" y="1278"/>
                  </a:lnTo>
                  <a:lnTo>
                    <a:pt x="225" y="1281"/>
                  </a:lnTo>
                  <a:lnTo>
                    <a:pt x="225" y="1281"/>
                  </a:lnTo>
                  <a:lnTo>
                    <a:pt x="228" y="1281"/>
                  </a:lnTo>
                  <a:lnTo>
                    <a:pt x="228" y="1281"/>
                  </a:lnTo>
                  <a:lnTo>
                    <a:pt x="230" y="1281"/>
                  </a:lnTo>
                  <a:lnTo>
                    <a:pt x="228" y="1281"/>
                  </a:lnTo>
                  <a:lnTo>
                    <a:pt x="225" y="1278"/>
                  </a:lnTo>
                  <a:lnTo>
                    <a:pt x="225" y="1278"/>
                  </a:lnTo>
                  <a:close/>
                  <a:moveTo>
                    <a:pt x="1030" y="1887"/>
                  </a:moveTo>
                  <a:lnTo>
                    <a:pt x="1030" y="1887"/>
                  </a:lnTo>
                  <a:lnTo>
                    <a:pt x="1027" y="1887"/>
                  </a:lnTo>
                  <a:lnTo>
                    <a:pt x="1027" y="1887"/>
                  </a:lnTo>
                  <a:lnTo>
                    <a:pt x="1027" y="1884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9"/>
                  </a:lnTo>
                  <a:lnTo>
                    <a:pt x="1025" y="1889"/>
                  </a:lnTo>
                  <a:lnTo>
                    <a:pt x="1027" y="1887"/>
                  </a:lnTo>
                  <a:lnTo>
                    <a:pt x="1027" y="1887"/>
                  </a:lnTo>
                  <a:lnTo>
                    <a:pt x="1030" y="1889"/>
                  </a:lnTo>
                  <a:lnTo>
                    <a:pt x="1027" y="1889"/>
                  </a:lnTo>
                  <a:lnTo>
                    <a:pt x="1027" y="1889"/>
                  </a:lnTo>
                  <a:lnTo>
                    <a:pt x="1025" y="1891"/>
                  </a:lnTo>
                  <a:lnTo>
                    <a:pt x="1027" y="1891"/>
                  </a:lnTo>
                  <a:lnTo>
                    <a:pt x="1030" y="1889"/>
                  </a:lnTo>
                  <a:lnTo>
                    <a:pt x="1030" y="1891"/>
                  </a:lnTo>
                  <a:lnTo>
                    <a:pt x="1032" y="1889"/>
                  </a:lnTo>
                  <a:lnTo>
                    <a:pt x="1035" y="1887"/>
                  </a:lnTo>
                  <a:lnTo>
                    <a:pt x="1035" y="1887"/>
                  </a:lnTo>
                  <a:lnTo>
                    <a:pt x="1035" y="1887"/>
                  </a:lnTo>
                  <a:lnTo>
                    <a:pt x="1030" y="1887"/>
                  </a:lnTo>
                  <a:close/>
                  <a:moveTo>
                    <a:pt x="1001" y="1934"/>
                  </a:moveTo>
                  <a:lnTo>
                    <a:pt x="1001" y="1934"/>
                  </a:lnTo>
                  <a:lnTo>
                    <a:pt x="1001" y="1934"/>
                  </a:lnTo>
                  <a:lnTo>
                    <a:pt x="1001" y="1932"/>
                  </a:lnTo>
                  <a:lnTo>
                    <a:pt x="999" y="1932"/>
                  </a:lnTo>
                  <a:lnTo>
                    <a:pt x="999" y="1932"/>
                  </a:lnTo>
                  <a:lnTo>
                    <a:pt x="999" y="1934"/>
                  </a:lnTo>
                  <a:lnTo>
                    <a:pt x="994" y="1934"/>
                  </a:lnTo>
                  <a:lnTo>
                    <a:pt x="994" y="1934"/>
                  </a:lnTo>
                  <a:lnTo>
                    <a:pt x="994" y="1934"/>
                  </a:lnTo>
                  <a:lnTo>
                    <a:pt x="994" y="1936"/>
                  </a:lnTo>
                  <a:lnTo>
                    <a:pt x="994" y="1936"/>
                  </a:lnTo>
                  <a:lnTo>
                    <a:pt x="997" y="1936"/>
                  </a:lnTo>
                  <a:lnTo>
                    <a:pt x="997" y="1936"/>
                  </a:lnTo>
                  <a:lnTo>
                    <a:pt x="999" y="1939"/>
                  </a:lnTo>
                  <a:lnTo>
                    <a:pt x="999" y="1941"/>
                  </a:lnTo>
                  <a:lnTo>
                    <a:pt x="1001" y="1941"/>
                  </a:lnTo>
                  <a:lnTo>
                    <a:pt x="1004" y="1939"/>
                  </a:lnTo>
                  <a:lnTo>
                    <a:pt x="1004" y="1936"/>
                  </a:lnTo>
                  <a:lnTo>
                    <a:pt x="1004" y="1936"/>
                  </a:lnTo>
                  <a:lnTo>
                    <a:pt x="1004" y="1936"/>
                  </a:lnTo>
                  <a:lnTo>
                    <a:pt x="1001" y="1934"/>
                  </a:lnTo>
                  <a:close/>
                  <a:moveTo>
                    <a:pt x="495" y="717"/>
                  </a:moveTo>
                  <a:lnTo>
                    <a:pt x="495" y="717"/>
                  </a:lnTo>
                  <a:lnTo>
                    <a:pt x="497" y="717"/>
                  </a:lnTo>
                  <a:lnTo>
                    <a:pt x="495" y="717"/>
                  </a:lnTo>
                  <a:close/>
                  <a:moveTo>
                    <a:pt x="306" y="1347"/>
                  </a:moveTo>
                  <a:lnTo>
                    <a:pt x="306" y="1347"/>
                  </a:lnTo>
                  <a:lnTo>
                    <a:pt x="306" y="1347"/>
                  </a:lnTo>
                  <a:lnTo>
                    <a:pt x="303" y="1347"/>
                  </a:lnTo>
                  <a:lnTo>
                    <a:pt x="303" y="1349"/>
                  </a:lnTo>
                  <a:lnTo>
                    <a:pt x="303" y="1349"/>
                  </a:lnTo>
                  <a:lnTo>
                    <a:pt x="303" y="1349"/>
                  </a:lnTo>
                  <a:lnTo>
                    <a:pt x="301" y="1349"/>
                  </a:lnTo>
                  <a:lnTo>
                    <a:pt x="301" y="1352"/>
                  </a:lnTo>
                  <a:lnTo>
                    <a:pt x="303" y="1354"/>
                  </a:lnTo>
                  <a:lnTo>
                    <a:pt x="306" y="1354"/>
                  </a:lnTo>
                  <a:lnTo>
                    <a:pt x="306" y="1354"/>
                  </a:lnTo>
                  <a:lnTo>
                    <a:pt x="306" y="1352"/>
                  </a:lnTo>
                  <a:lnTo>
                    <a:pt x="308" y="1349"/>
                  </a:lnTo>
                  <a:lnTo>
                    <a:pt x="308" y="1349"/>
                  </a:lnTo>
                  <a:lnTo>
                    <a:pt x="308" y="1349"/>
                  </a:lnTo>
                  <a:lnTo>
                    <a:pt x="310" y="1349"/>
                  </a:lnTo>
                  <a:lnTo>
                    <a:pt x="310" y="1349"/>
                  </a:lnTo>
                  <a:lnTo>
                    <a:pt x="313" y="1349"/>
                  </a:lnTo>
                  <a:lnTo>
                    <a:pt x="313" y="1347"/>
                  </a:lnTo>
                  <a:lnTo>
                    <a:pt x="310" y="1347"/>
                  </a:lnTo>
                  <a:lnTo>
                    <a:pt x="306" y="1347"/>
                  </a:lnTo>
                  <a:lnTo>
                    <a:pt x="306" y="1347"/>
                  </a:lnTo>
                  <a:close/>
                  <a:moveTo>
                    <a:pt x="235" y="1371"/>
                  </a:moveTo>
                  <a:lnTo>
                    <a:pt x="237" y="1371"/>
                  </a:lnTo>
                  <a:lnTo>
                    <a:pt x="244" y="1373"/>
                  </a:lnTo>
                  <a:lnTo>
                    <a:pt x="244" y="1371"/>
                  </a:lnTo>
                  <a:lnTo>
                    <a:pt x="247" y="1371"/>
                  </a:lnTo>
                  <a:lnTo>
                    <a:pt x="247" y="1368"/>
                  </a:lnTo>
                  <a:lnTo>
                    <a:pt x="244" y="1368"/>
                  </a:lnTo>
                  <a:lnTo>
                    <a:pt x="239" y="1368"/>
                  </a:lnTo>
                  <a:lnTo>
                    <a:pt x="239" y="1371"/>
                  </a:lnTo>
                  <a:lnTo>
                    <a:pt x="239" y="1371"/>
                  </a:lnTo>
                  <a:lnTo>
                    <a:pt x="239" y="1371"/>
                  </a:lnTo>
                  <a:lnTo>
                    <a:pt x="242" y="1371"/>
                  </a:lnTo>
                  <a:lnTo>
                    <a:pt x="242" y="1371"/>
                  </a:lnTo>
                  <a:lnTo>
                    <a:pt x="239" y="1371"/>
                  </a:lnTo>
                  <a:lnTo>
                    <a:pt x="235" y="1371"/>
                  </a:lnTo>
                  <a:lnTo>
                    <a:pt x="235" y="1371"/>
                  </a:lnTo>
                  <a:lnTo>
                    <a:pt x="235" y="1371"/>
                  </a:lnTo>
                  <a:close/>
                  <a:moveTo>
                    <a:pt x="230" y="1300"/>
                  </a:moveTo>
                  <a:lnTo>
                    <a:pt x="230" y="1300"/>
                  </a:lnTo>
                  <a:lnTo>
                    <a:pt x="230" y="1300"/>
                  </a:lnTo>
                  <a:lnTo>
                    <a:pt x="230" y="1300"/>
                  </a:lnTo>
                  <a:lnTo>
                    <a:pt x="230" y="1300"/>
                  </a:lnTo>
                  <a:lnTo>
                    <a:pt x="232" y="1304"/>
                  </a:lnTo>
                  <a:lnTo>
                    <a:pt x="232" y="1304"/>
                  </a:lnTo>
                  <a:lnTo>
                    <a:pt x="232" y="1304"/>
                  </a:lnTo>
                  <a:lnTo>
                    <a:pt x="232" y="1302"/>
                  </a:lnTo>
                  <a:lnTo>
                    <a:pt x="230" y="1300"/>
                  </a:lnTo>
                  <a:lnTo>
                    <a:pt x="230" y="1300"/>
                  </a:lnTo>
                  <a:close/>
                  <a:moveTo>
                    <a:pt x="242" y="1309"/>
                  </a:moveTo>
                  <a:lnTo>
                    <a:pt x="242" y="1309"/>
                  </a:lnTo>
                  <a:lnTo>
                    <a:pt x="239" y="1307"/>
                  </a:lnTo>
                  <a:lnTo>
                    <a:pt x="237" y="1307"/>
                  </a:lnTo>
                  <a:lnTo>
                    <a:pt x="237" y="1307"/>
                  </a:lnTo>
                  <a:lnTo>
                    <a:pt x="235" y="1307"/>
                  </a:lnTo>
                  <a:lnTo>
                    <a:pt x="235" y="1307"/>
                  </a:lnTo>
                  <a:lnTo>
                    <a:pt x="235" y="1307"/>
                  </a:lnTo>
                  <a:lnTo>
                    <a:pt x="242" y="1309"/>
                  </a:lnTo>
                  <a:close/>
                  <a:moveTo>
                    <a:pt x="822" y="1101"/>
                  </a:moveTo>
                  <a:lnTo>
                    <a:pt x="822" y="1101"/>
                  </a:lnTo>
                  <a:lnTo>
                    <a:pt x="822" y="1101"/>
                  </a:lnTo>
                  <a:lnTo>
                    <a:pt x="822" y="1101"/>
                  </a:lnTo>
                  <a:close/>
                  <a:moveTo>
                    <a:pt x="817" y="1174"/>
                  </a:moveTo>
                  <a:lnTo>
                    <a:pt x="819" y="1174"/>
                  </a:lnTo>
                  <a:lnTo>
                    <a:pt x="819" y="1174"/>
                  </a:lnTo>
                  <a:lnTo>
                    <a:pt x="817" y="1174"/>
                  </a:lnTo>
                  <a:close/>
                  <a:moveTo>
                    <a:pt x="890" y="1297"/>
                  </a:moveTo>
                  <a:lnTo>
                    <a:pt x="890" y="1297"/>
                  </a:lnTo>
                  <a:lnTo>
                    <a:pt x="890" y="1297"/>
                  </a:lnTo>
                  <a:lnTo>
                    <a:pt x="890" y="1297"/>
                  </a:lnTo>
                  <a:close/>
                  <a:moveTo>
                    <a:pt x="1056" y="1863"/>
                  </a:moveTo>
                  <a:lnTo>
                    <a:pt x="1054" y="1861"/>
                  </a:lnTo>
                  <a:lnTo>
                    <a:pt x="1054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6" y="1863"/>
                  </a:lnTo>
                  <a:lnTo>
                    <a:pt x="1056" y="1863"/>
                  </a:lnTo>
                  <a:lnTo>
                    <a:pt x="1056" y="1863"/>
                  </a:lnTo>
                  <a:lnTo>
                    <a:pt x="1056" y="1863"/>
                  </a:lnTo>
                  <a:close/>
                  <a:moveTo>
                    <a:pt x="1255" y="1444"/>
                  </a:moveTo>
                  <a:lnTo>
                    <a:pt x="1255" y="1444"/>
                  </a:lnTo>
                  <a:lnTo>
                    <a:pt x="1255" y="1444"/>
                  </a:lnTo>
                  <a:lnTo>
                    <a:pt x="1255" y="1444"/>
                  </a:lnTo>
                  <a:close/>
                  <a:moveTo>
                    <a:pt x="514" y="518"/>
                  </a:moveTo>
                  <a:lnTo>
                    <a:pt x="514" y="518"/>
                  </a:lnTo>
                  <a:lnTo>
                    <a:pt x="514" y="516"/>
                  </a:lnTo>
                  <a:lnTo>
                    <a:pt x="516" y="514"/>
                  </a:lnTo>
                  <a:lnTo>
                    <a:pt x="516" y="511"/>
                  </a:lnTo>
                  <a:lnTo>
                    <a:pt x="516" y="509"/>
                  </a:lnTo>
                  <a:lnTo>
                    <a:pt x="514" y="507"/>
                  </a:lnTo>
                  <a:lnTo>
                    <a:pt x="509" y="507"/>
                  </a:lnTo>
                  <a:lnTo>
                    <a:pt x="507" y="514"/>
                  </a:lnTo>
                  <a:lnTo>
                    <a:pt x="507" y="521"/>
                  </a:lnTo>
                  <a:lnTo>
                    <a:pt x="512" y="518"/>
                  </a:lnTo>
                  <a:lnTo>
                    <a:pt x="514" y="518"/>
                  </a:lnTo>
                  <a:close/>
                  <a:moveTo>
                    <a:pt x="890" y="1335"/>
                  </a:moveTo>
                  <a:lnTo>
                    <a:pt x="890" y="1335"/>
                  </a:lnTo>
                  <a:lnTo>
                    <a:pt x="890" y="1335"/>
                  </a:lnTo>
                  <a:lnTo>
                    <a:pt x="890" y="1335"/>
                  </a:lnTo>
                  <a:close/>
                  <a:moveTo>
                    <a:pt x="1009" y="1908"/>
                  </a:moveTo>
                  <a:lnTo>
                    <a:pt x="1009" y="1908"/>
                  </a:lnTo>
                  <a:lnTo>
                    <a:pt x="1009" y="1908"/>
                  </a:lnTo>
                  <a:lnTo>
                    <a:pt x="1009" y="1908"/>
                  </a:lnTo>
                  <a:close/>
                  <a:moveTo>
                    <a:pt x="758" y="1423"/>
                  </a:moveTo>
                  <a:lnTo>
                    <a:pt x="758" y="1423"/>
                  </a:lnTo>
                  <a:lnTo>
                    <a:pt x="758" y="1423"/>
                  </a:lnTo>
                  <a:lnTo>
                    <a:pt x="758" y="1423"/>
                  </a:lnTo>
                  <a:close/>
                  <a:moveTo>
                    <a:pt x="632" y="1250"/>
                  </a:moveTo>
                  <a:lnTo>
                    <a:pt x="630" y="1252"/>
                  </a:lnTo>
                  <a:lnTo>
                    <a:pt x="630" y="1252"/>
                  </a:lnTo>
                  <a:lnTo>
                    <a:pt x="630" y="1255"/>
                  </a:lnTo>
                  <a:lnTo>
                    <a:pt x="630" y="1255"/>
                  </a:lnTo>
                  <a:lnTo>
                    <a:pt x="632" y="1257"/>
                  </a:lnTo>
                  <a:lnTo>
                    <a:pt x="632" y="1257"/>
                  </a:lnTo>
                  <a:lnTo>
                    <a:pt x="635" y="1257"/>
                  </a:lnTo>
                  <a:lnTo>
                    <a:pt x="635" y="1252"/>
                  </a:lnTo>
                  <a:lnTo>
                    <a:pt x="635" y="1252"/>
                  </a:lnTo>
                  <a:lnTo>
                    <a:pt x="632" y="1250"/>
                  </a:lnTo>
                  <a:close/>
                  <a:moveTo>
                    <a:pt x="325" y="1385"/>
                  </a:moveTo>
                  <a:lnTo>
                    <a:pt x="320" y="1387"/>
                  </a:lnTo>
                  <a:lnTo>
                    <a:pt x="320" y="1387"/>
                  </a:lnTo>
                  <a:lnTo>
                    <a:pt x="320" y="1389"/>
                  </a:lnTo>
                  <a:lnTo>
                    <a:pt x="320" y="1389"/>
                  </a:lnTo>
                  <a:lnTo>
                    <a:pt x="325" y="1387"/>
                  </a:lnTo>
                  <a:lnTo>
                    <a:pt x="327" y="1387"/>
                  </a:lnTo>
                  <a:lnTo>
                    <a:pt x="327" y="1387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5" y="1385"/>
                  </a:lnTo>
                  <a:close/>
                  <a:moveTo>
                    <a:pt x="462" y="783"/>
                  </a:moveTo>
                  <a:lnTo>
                    <a:pt x="469" y="786"/>
                  </a:lnTo>
                  <a:lnTo>
                    <a:pt x="471" y="786"/>
                  </a:lnTo>
                  <a:lnTo>
                    <a:pt x="474" y="783"/>
                  </a:lnTo>
                  <a:lnTo>
                    <a:pt x="474" y="783"/>
                  </a:lnTo>
                  <a:lnTo>
                    <a:pt x="474" y="781"/>
                  </a:lnTo>
                  <a:lnTo>
                    <a:pt x="474" y="781"/>
                  </a:lnTo>
                  <a:lnTo>
                    <a:pt x="474" y="781"/>
                  </a:lnTo>
                  <a:lnTo>
                    <a:pt x="476" y="779"/>
                  </a:lnTo>
                  <a:lnTo>
                    <a:pt x="476" y="779"/>
                  </a:lnTo>
                  <a:lnTo>
                    <a:pt x="483" y="776"/>
                  </a:lnTo>
                  <a:lnTo>
                    <a:pt x="486" y="776"/>
                  </a:lnTo>
                  <a:lnTo>
                    <a:pt x="483" y="774"/>
                  </a:lnTo>
                  <a:lnTo>
                    <a:pt x="486" y="776"/>
                  </a:lnTo>
                  <a:lnTo>
                    <a:pt x="486" y="774"/>
                  </a:lnTo>
                  <a:lnTo>
                    <a:pt x="486" y="774"/>
                  </a:lnTo>
                  <a:lnTo>
                    <a:pt x="486" y="774"/>
                  </a:lnTo>
                  <a:lnTo>
                    <a:pt x="486" y="774"/>
                  </a:lnTo>
                  <a:lnTo>
                    <a:pt x="488" y="772"/>
                  </a:lnTo>
                  <a:lnTo>
                    <a:pt x="488" y="772"/>
                  </a:lnTo>
                  <a:lnTo>
                    <a:pt x="488" y="772"/>
                  </a:lnTo>
                  <a:lnTo>
                    <a:pt x="490" y="769"/>
                  </a:lnTo>
                  <a:lnTo>
                    <a:pt x="495" y="772"/>
                  </a:lnTo>
                  <a:lnTo>
                    <a:pt x="495" y="774"/>
                  </a:lnTo>
                  <a:lnTo>
                    <a:pt x="495" y="776"/>
                  </a:lnTo>
                  <a:lnTo>
                    <a:pt x="497" y="779"/>
                  </a:lnTo>
                  <a:lnTo>
                    <a:pt x="490" y="776"/>
                  </a:lnTo>
                  <a:lnTo>
                    <a:pt x="490" y="776"/>
                  </a:lnTo>
                  <a:lnTo>
                    <a:pt x="495" y="781"/>
                  </a:lnTo>
                  <a:lnTo>
                    <a:pt x="495" y="781"/>
                  </a:lnTo>
                  <a:lnTo>
                    <a:pt x="495" y="783"/>
                  </a:lnTo>
                  <a:lnTo>
                    <a:pt x="497" y="783"/>
                  </a:lnTo>
                  <a:lnTo>
                    <a:pt x="497" y="783"/>
                  </a:lnTo>
                  <a:lnTo>
                    <a:pt x="507" y="783"/>
                  </a:lnTo>
                  <a:lnTo>
                    <a:pt x="509" y="783"/>
                  </a:lnTo>
                  <a:lnTo>
                    <a:pt x="509" y="783"/>
                  </a:lnTo>
                  <a:lnTo>
                    <a:pt x="509" y="783"/>
                  </a:lnTo>
                  <a:lnTo>
                    <a:pt x="509" y="783"/>
                  </a:lnTo>
                  <a:lnTo>
                    <a:pt x="507" y="783"/>
                  </a:lnTo>
                  <a:lnTo>
                    <a:pt x="509" y="781"/>
                  </a:lnTo>
                  <a:lnTo>
                    <a:pt x="509" y="781"/>
                  </a:lnTo>
                  <a:lnTo>
                    <a:pt x="509" y="779"/>
                  </a:lnTo>
                  <a:lnTo>
                    <a:pt x="509" y="779"/>
                  </a:lnTo>
                  <a:lnTo>
                    <a:pt x="509" y="779"/>
                  </a:lnTo>
                  <a:lnTo>
                    <a:pt x="509" y="776"/>
                  </a:lnTo>
                  <a:lnTo>
                    <a:pt x="509" y="776"/>
                  </a:lnTo>
                  <a:lnTo>
                    <a:pt x="512" y="776"/>
                  </a:lnTo>
                  <a:lnTo>
                    <a:pt x="512" y="776"/>
                  </a:lnTo>
                  <a:lnTo>
                    <a:pt x="512" y="779"/>
                  </a:lnTo>
                  <a:lnTo>
                    <a:pt x="512" y="779"/>
                  </a:lnTo>
                  <a:lnTo>
                    <a:pt x="512" y="779"/>
                  </a:lnTo>
                  <a:lnTo>
                    <a:pt x="512" y="779"/>
                  </a:lnTo>
                  <a:lnTo>
                    <a:pt x="514" y="779"/>
                  </a:lnTo>
                  <a:lnTo>
                    <a:pt x="514" y="776"/>
                  </a:lnTo>
                  <a:lnTo>
                    <a:pt x="516" y="774"/>
                  </a:lnTo>
                  <a:lnTo>
                    <a:pt x="516" y="774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69"/>
                  </a:lnTo>
                  <a:lnTo>
                    <a:pt x="516" y="769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74"/>
                  </a:lnTo>
                  <a:lnTo>
                    <a:pt x="516" y="776"/>
                  </a:lnTo>
                  <a:lnTo>
                    <a:pt x="516" y="776"/>
                  </a:lnTo>
                  <a:lnTo>
                    <a:pt x="516" y="776"/>
                  </a:lnTo>
                  <a:lnTo>
                    <a:pt x="516" y="779"/>
                  </a:lnTo>
                  <a:lnTo>
                    <a:pt x="516" y="779"/>
                  </a:lnTo>
                  <a:lnTo>
                    <a:pt x="516" y="781"/>
                  </a:lnTo>
                  <a:lnTo>
                    <a:pt x="521" y="783"/>
                  </a:lnTo>
                  <a:lnTo>
                    <a:pt x="526" y="786"/>
                  </a:lnTo>
                  <a:lnTo>
                    <a:pt x="526" y="788"/>
                  </a:lnTo>
                  <a:lnTo>
                    <a:pt x="533" y="788"/>
                  </a:lnTo>
                  <a:lnTo>
                    <a:pt x="538" y="783"/>
                  </a:lnTo>
                  <a:lnTo>
                    <a:pt x="538" y="783"/>
                  </a:lnTo>
                  <a:lnTo>
                    <a:pt x="538" y="781"/>
                  </a:lnTo>
                  <a:lnTo>
                    <a:pt x="538" y="781"/>
                  </a:lnTo>
                  <a:lnTo>
                    <a:pt x="538" y="781"/>
                  </a:lnTo>
                  <a:lnTo>
                    <a:pt x="540" y="781"/>
                  </a:lnTo>
                  <a:lnTo>
                    <a:pt x="557" y="779"/>
                  </a:lnTo>
                  <a:lnTo>
                    <a:pt x="559" y="779"/>
                  </a:lnTo>
                  <a:lnTo>
                    <a:pt x="559" y="776"/>
                  </a:lnTo>
                  <a:lnTo>
                    <a:pt x="557" y="776"/>
                  </a:lnTo>
                  <a:lnTo>
                    <a:pt x="557" y="776"/>
                  </a:lnTo>
                  <a:lnTo>
                    <a:pt x="557" y="774"/>
                  </a:lnTo>
                  <a:lnTo>
                    <a:pt x="557" y="774"/>
                  </a:lnTo>
                  <a:lnTo>
                    <a:pt x="557" y="774"/>
                  </a:lnTo>
                  <a:lnTo>
                    <a:pt x="557" y="772"/>
                  </a:lnTo>
                  <a:lnTo>
                    <a:pt x="559" y="772"/>
                  </a:lnTo>
                  <a:lnTo>
                    <a:pt x="561" y="772"/>
                  </a:lnTo>
                  <a:lnTo>
                    <a:pt x="561" y="769"/>
                  </a:lnTo>
                  <a:lnTo>
                    <a:pt x="561" y="769"/>
                  </a:lnTo>
                  <a:lnTo>
                    <a:pt x="561" y="769"/>
                  </a:lnTo>
                  <a:lnTo>
                    <a:pt x="564" y="767"/>
                  </a:lnTo>
                  <a:lnTo>
                    <a:pt x="561" y="765"/>
                  </a:lnTo>
                  <a:lnTo>
                    <a:pt x="561" y="765"/>
                  </a:lnTo>
                  <a:lnTo>
                    <a:pt x="561" y="760"/>
                  </a:lnTo>
                  <a:lnTo>
                    <a:pt x="561" y="760"/>
                  </a:lnTo>
                  <a:lnTo>
                    <a:pt x="564" y="760"/>
                  </a:lnTo>
                  <a:lnTo>
                    <a:pt x="564" y="757"/>
                  </a:lnTo>
                  <a:lnTo>
                    <a:pt x="566" y="757"/>
                  </a:lnTo>
                  <a:lnTo>
                    <a:pt x="566" y="755"/>
                  </a:lnTo>
                  <a:lnTo>
                    <a:pt x="566" y="755"/>
                  </a:lnTo>
                  <a:lnTo>
                    <a:pt x="568" y="755"/>
                  </a:lnTo>
                  <a:lnTo>
                    <a:pt x="568" y="753"/>
                  </a:lnTo>
                  <a:lnTo>
                    <a:pt x="568" y="753"/>
                  </a:lnTo>
                  <a:lnTo>
                    <a:pt x="568" y="753"/>
                  </a:lnTo>
                  <a:lnTo>
                    <a:pt x="568" y="750"/>
                  </a:lnTo>
                  <a:lnTo>
                    <a:pt x="568" y="750"/>
                  </a:lnTo>
                  <a:lnTo>
                    <a:pt x="568" y="750"/>
                  </a:lnTo>
                  <a:lnTo>
                    <a:pt x="568" y="748"/>
                  </a:lnTo>
                  <a:lnTo>
                    <a:pt x="568" y="748"/>
                  </a:lnTo>
                  <a:lnTo>
                    <a:pt x="568" y="746"/>
                  </a:lnTo>
                  <a:lnTo>
                    <a:pt x="571" y="746"/>
                  </a:lnTo>
                  <a:lnTo>
                    <a:pt x="571" y="743"/>
                  </a:lnTo>
                  <a:lnTo>
                    <a:pt x="571" y="743"/>
                  </a:lnTo>
                  <a:lnTo>
                    <a:pt x="571" y="743"/>
                  </a:lnTo>
                  <a:lnTo>
                    <a:pt x="568" y="741"/>
                  </a:lnTo>
                  <a:lnTo>
                    <a:pt x="568" y="741"/>
                  </a:lnTo>
                  <a:lnTo>
                    <a:pt x="568" y="741"/>
                  </a:lnTo>
                  <a:lnTo>
                    <a:pt x="568" y="741"/>
                  </a:lnTo>
                  <a:lnTo>
                    <a:pt x="571" y="741"/>
                  </a:lnTo>
                  <a:lnTo>
                    <a:pt x="568" y="739"/>
                  </a:lnTo>
                  <a:lnTo>
                    <a:pt x="568" y="739"/>
                  </a:lnTo>
                  <a:lnTo>
                    <a:pt x="568" y="739"/>
                  </a:lnTo>
                  <a:lnTo>
                    <a:pt x="568" y="739"/>
                  </a:lnTo>
                  <a:lnTo>
                    <a:pt x="571" y="736"/>
                  </a:lnTo>
                  <a:lnTo>
                    <a:pt x="573" y="736"/>
                  </a:lnTo>
                  <a:lnTo>
                    <a:pt x="573" y="736"/>
                  </a:lnTo>
                  <a:lnTo>
                    <a:pt x="573" y="736"/>
                  </a:lnTo>
                  <a:lnTo>
                    <a:pt x="576" y="734"/>
                  </a:lnTo>
                  <a:lnTo>
                    <a:pt x="576" y="731"/>
                  </a:lnTo>
                  <a:lnTo>
                    <a:pt x="576" y="731"/>
                  </a:lnTo>
                  <a:lnTo>
                    <a:pt x="576" y="729"/>
                  </a:lnTo>
                  <a:lnTo>
                    <a:pt x="576" y="729"/>
                  </a:lnTo>
                  <a:lnTo>
                    <a:pt x="578" y="729"/>
                  </a:lnTo>
                  <a:lnTo>
                    <a:pt x="578" y="727"/>
                  </a:lnTo>
                  <a:lnTo>
                    <a:pt x="578" y="727"/>
                  </a:lnTo>
                  <a:lnTo>
                    <a:pt x="578" y="727"/>
                  </a:lnTo>
                  <a:lnTo>
                    <a:pt x="578" y="727"/>
                  </a:lnTo>
                  <a:lnTo>
                    <a:pt x="578" y="724"/>
                  </a:lnTo>
                  <a:lnTo>
                    <a:pt x="578" y="722"/>
                  </a:lnTo>
                  <a:lnTo>
                    <a:pt x="578" y="722"/>
                  </a:lnTo>
                  <a:lnTo>
                    <a:pt x="576" y="720"/>
                  </a:lnTo>
                  <a:lnTo>
                    <a:pt x="578" y="720"/>
                  </a:lnTo>
                  <a:lnTo>
                    <a:pt x="578" y="717"/>
                  </a:lnTo>
                  <a:lnTo>
                    <a:pt x="578" y="715"/>
                  </a:lnTo>
                  <a:lnTo>
                    <a:pt x="578" y="712"/>
                  </a:lnTo>
                  <a:lnTo>
                    <a:pt x="578" y="710"/>
                  </a:lnTo>
                  <a:lnTo>
                    <a:pt x="576" y="708"/>
                  </a:lnTo>
                  <a:lnTo>
                    <a:pt x="576" y="703"/>
                  </a:lnTo>
                  <a:lnTo>
                    <a:pt x="571" y="698"/>
                  </a:lnTo>
                  <a:lnTo>
                    <a:pt x="559" y="691"/>
                  </a:lnTo>
                  <a:lnTo>
                    <a:pt x="554" y="689"/>
                  </a:lnTo>
                  <a:lnTo>
                    <a:pt x="552" y="689"/>
                  </a:lnTo>
                  <a:lnTo>
                    <a:pt x="552" y="691"/>
                  </a:lnTo>
                  <a:lnTo>
                    <a:pt x="552" y="694"/>
                  </a:lnTo>
                  <a:lnTo>
                    <a:pt x="549" y="694"/>
                  </a:lnTo>
                  <a:lnTo>
                    <a:pt x="547" y="696"/>
                  </a:lnTo>
                  <a:lnTo>
                    <a:pt x="547" y="698"/>
                  </a:lnTo>
                  <a:lnTo>
                    <a:pt x="545" y="701"/>
                  </a:lnTo>
                  <a:lnTo>
                    <a:pt x="545" y="701"/>
                  </a:lnTo>
                  <a:lnTo>
                    <a:pt x="545" y="703"/>
                  </a:lnTo>
                  <a:lnTo>
                    <a:pt x="545" y="705"/>
                  </a:lnTo>
                  <a:lnTo>
                    <a:pt x="545" y="708"/>
                  </a:lnTo>
                  <a:lnTo>
                    <a:pt x="545" y="708"/>
                  </a:lnTo>
                  <a:lnTo>
                    <a:pt x="545" y="710"/>
                  </a:lnTo>
                  <a:lnTo>
                    <a:pt x="549" y="710"/>
                  </a:lnTo>
                  <a:lnTo>
                    <a:pt x="549" y="712"/>
                  </a:lnTo>
                  <a:lnTo>
                    <a:pt x="547" y="712"/>
                  </a:lnTo>
                  <a:lnTo>
                    <a:pt x="545" y="712"/>
                  </a:lnTo>
                  <a:lnTo>
                    <a:pt x="545" y="715"/>
                  </a:lnTo>
                  <a:lnTo>
                    <a:pt x="545" y="715"/>
                  </a:lnTo>
                  <a:lnTo>
                    <a:pt x="545" y="717"/>
                  </a:lnTo>
                  <a:lnTo>
                    <a:pt x="542" y="717"/>
                  </a:lnTo>
                  <a:lnTo>
                    <a:pt x="542" y="720"/>
                  </a:lnTo>
                  <a:lnTo>
                    <a:pt x="542" y="720"/>
                  </a:lnTo>
                  <a:lnTo>
                    <a:pt x="542" y="720"/>
                  </a:lnTo>
                  <a:lnTo>
                    <a:pt x="542" y="722"/>
                  </a:lnTo>
                  <a:lnTo>
                    <a:pt x="542" y="722"/>
                  </a:lnTo>
                  <a:lnTo>
                    <a:pt x="542" y="722"/>
                  </a:lnTo>
                  <a:lnTo>
                    <a:pt x="542" y="724"/>
                  </a:lnTo>
                  <a:lnTo>
                    <a:pt x="542" y="724"/>
                  </a:lnTo>
                  <a:lnTo>
                    <a:pt x="542" y="724"/>
                  </a:lnTo>
                  <a:lnTo>
                    <a:pt x="542" y="724"/>
                  </a:lnTo>
                  <a:lnTo>
                    <a:pt x="542" y="722"/>
                  </a:lnTo>
                  <a:lnTo>
                    <a:pt x="542" y="722"/>
                  </a:lnTo>
                  <a:lnTo>
                    <a:pt x="542" y="720"/>
                  </a:lnTo>
                  <a:lnTo>
                    <a:pt x="542" y="717"/>
                  </a:lnTo>
                  <a:lnTo>
                    <a:pt x="542" y="715"/>
                  </a:lnTo>
                  <a:lnTo>
                    <a:pt x="540" y="715"/>
                  </a:lnTo>
                  <a:lnTo>
                    <a:pt x="540" y="715"/>
                  </a:lnTo>
                  <a:lnTo>
                    <a:pt x="540" y="712"/>
                  </a:lnTo>
                  <a:lnTo>
                    <a:pt x="542" y="712"/>
                  </a:lnTo>
                  <a:lnTo>
                    <a:pt x="542" y="712"/>
                  </a:lnTo>
                  <a:lnTo>
                    <a:pt x="542" y="712"/>
                  </a:lnTo>
                  <a:lnTo>
                    <a:pt x="542" y="710"/>
                  </a:lnTo>
                  <a:lnTo>
                    <a:pt x="540" y="710"/>
                  </a:lnTo>
                  <a:lnTo>
                    <a:pt x="540" y="710"/>
                  </a:lnTo>
                  <a:lnTo>
                    <a:pt x="540" y="708"/>
                  </a:lnTo>
                  <a:lnTo>
                    <a:pt x="540" y="708"/>
                  </a:lnTo>
                  <a:lnTo>
                    <a:pt x="540" y="705"/>
                  </a:lnTo>
                  <a:lnTo>
                    <a:pt x="540" y="705"/>
                  </a:lnTo>
                  <a:lnTo>
                    <a:pt x="540" y="705"/>
                  </a:lnTo>
                  <a:lnTo>
                    <a:pt x="542" y="703"/>
                  </a:lnTo>
                  <a:lnTo>
                    <a:pt x="540" y="703"/>
                  </a:lnTo>
                  <a:lnTo>
                    <a:pt x="540" y="703"/>
                  </a:lnTo>
                  <a:lnTo>
                    <a:pt x="538" y="701"/>
                  </a:lnTo>
                  <a:lnTo>
                    <a:pt x="535" y="701"/>
                  </a:lnTo>
                  <a:lnTo>
                    <a:pt x="535" y="701"/>
                  </a:lnTo>
                  <a:lnTo>
                    <a:pt x="526" y="703"/>
                  </a:lnTo>
                  <a:lnTo>
                    <a:pt x="526" y="703"/>
                  </a:lnTo>
                  <a:lnTo>
                    <a:pt x="526" y="703"/>
                  </a:lnTo>
                  <a:lnTo>
                    <a:pt x="523" y="708"/>
                  </a:lnTo>
                  <a:lnTo>
                    <a:pt x="521" y="708"/>
                  </a:lnTo>
                  <a:lnTo>
                    <a:pt x="521" y="710"/>
                  </a:lnTo>
                  <a:lnTo>
                    <a:pt x="519" y="710"/>
                  </a:lnTo>
                  <a:lnTo>
                    <a:pt x="519" y="710"/>
                  </a:lnTo>
                  <a:lnTo>
                    <a:pt x="519" y="710"/>
                  </a:lnTo>
                  <a:lnTo>
                    <a:pt x="519" y="708"/>
                  </a:lnTo>
                  <a:lnTo>
                    <a:pt x="519" y="708"/>
                  </a:lnTo>
                  <a:lnTo>
                    <a:pt x="519" y="705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3" y="701"/>
                  </a:lnTo>
                  <a:lnTo>
                    <a:pt x="526" y="701"/>
                  </a:lnTo>
                  <a:lnTo>
                    <a:pt x="526" y="701"/>
                  </a:lnTo>
                  <a:lnTo>
                    <a:pt x="526" y="698"/>
                  </a:lnTo>
                  <a:lnTo>
                    <a:pt x="526" y="698"/>
                  </a:lnTo>
                  <a:lnTo>
                    <a:pt x="526" y="698"/>
                  </a:lnTo>
                  <a:lnTo>
                    <a:pt x="528" y="696"/>
                  </a:lnTo>
                  <a:lnTo>
                    <a:pt x="528" y="696"/>
                  </a:lnTo>
                  <a:lnTo>
                    <a:pt x="528" y="696"/>
                  </a:lnTo>
                  <a:lnTo>
                    <a:pt x="528" y="694"/>
                  </a:lnTo>
                  <a:lnTo>
                    <a:pt x="528" y="691"/>
                  </a:lnTo>
                  <a:lnTo>
                    <a:pt x="528" y="691"/>
                  </a:lnTo>
                  <a:lnTo>
                    <a:pt x="528" y="691"/>
                  </a:lnTo>
                  <a:lnTo>
                    <a:pt x="528" y="689"/>
                  </a:lnTo>
                  <a:lnTo>
                    <a:pt x="528" y="689"/>
                  </a:lnTo>
                  <a:lnTo>
                    <a:pt x="526" y="686"/>
                  </a:lnTo>
                  <a:lnTo>
                    <a:pt x="523" y="686"/>
                  </a:lnTo>
                  <a:lnTo>
                    <a:pt x="521" y="686"/>
                  </a:lnTo>
                  <a:lnTo>
                    <a:pt x="519" y="686"/>
                  </a:lnTo>
                  <a:lnTo>
                    <a:pt x="514" y="686"/>
                  </a:lnTo>
                  <a:lnTo>
                    <a:pt x="512" y="686"/>
                  </a:lnTo>
                  <a:lnTo>
                    <a:pt x="512" y="686"/>
                  </a:lnTo>
                  <a:lnTo>
                    <a:pt x="512" y="684"/>
                  </a:lnTo>
                  <a:lnTo>
                    <a:pt x="514" y="684"/>
                  </a:lnTo>
                  <a:lnTo>
                    <a:pt x="514" y="684"/>
                  </a:lnTo>
                  <a:lnTo>
                    <a:pt x="514" y="682"/>
                  </a:lnTo>
                  <a:lnTo>
                    <a:pt x="512" y="682"/>
                  </a:lnTo>
                  <a:lnTo>
                    <a:pt x="512" y="682"/>
                  </a:lnTo>
                  <a:lnTo>
                    <a:pt x="514" y="682"/>
                  </a:lnTo>
                  <a:lnTo>
                    <a:pt x="514" y="679"/>
                  </a:lnTo>
                  <a:lnTo>
                    <a:pt x="514" y="679"/>
                  </a:lnTo>
                  <a:lnTo>
                    <a:pt x="514" y="677"/>
                  </a:lnTo>
                  <a:lnTo>
                    <a:pt x="514" y="677"/>
                  </a:lnTo>
                  <a:lnTo>
                    <a:pt x="516" y="675"/>
                  </a:lnTo>
                  <a:lnTo>
                    <a:pt x="521" y="672"/>
                  </a:lnTo>
                  <a:lnTo>
                    <a:pt x="521" y="672"/>
                  </a:lnTo>
                  <a:lnTo>
                    <a:pt x="519" y="670"/>
                  </a:lnTo>
                  <a:lnTo>
                    <a:pt x="519" y="670"/>
                  </a:lnTo>
                  <a:lnTo>
                    <a:pt x="521" y="668"/>
                  </a:lnTo>
                  <a:lnTo>
                    <a:pt x="521" y="670"/>
                  </a:lnTo>
                  <a:lnTo>
                    <a:pt x="521" y="668"/>
                  </a:lnTo>
                  <a:lnTo>
                    <a:pt x="521" y="668"/>
                  </a:lnTo>
                  <a:lnTo>
                    <a:pt x="521" y="668"/>
                  </a:lnTo>
                  <a:lnTo>
                    <a:pt x="523" y="668"/>
                  </a:lnTo>
                  <a:lnTo>
                    <a:pt x="523" y="668"/>
                  </a:lnTo>
                  <a:lnTo>
                    <a:pt x="521" y="663"/>
                  </a:lnTo>
                  <a:lnTo>
                    <a:pt x="521" y="663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58"/>
                  </a:lnTo>
                  <a:lnTo>
                    <a:pt x="519" y="656"/>
                  </a:lnTo>
                  <a:lnTo>
                    <a:pt x="519" y="656"/>
                  </a:lnTo>
                  <a:lnTo>
                    <a:pt x="516" y="656"/>
                  </a:lnTo>
                  <a:lnTo>
                    <a:pt x="516" y="656"/>
                  </a:lnTo>
                  <a:lnTo>
                    <a:pt x="514" y="656"/>
                  </a:lnTo>
                  <a:lnTo>
                    <a:pt x="514" y="656"/>
                  </a:lnTo>
                  <a:lnTo>
                    <a:pt x="514" y="656"/>
                  </a:lnTo>
                  <a:lnTo>
                    <a:pt x="514" y="653"/>
                  </a:lnTo>
                  <a:lnTo>
                    <a:pt x="514" y="651"/>
                  </a:lnTo>
                  <a:lnTo>
                    <a:pt x="516" y="651"/>
                  </a:lnTo>
                  <a:lnTo>
                    <a:pt x="516" y="651"/>
                  </a:lnTo>
                  <a:lnTo>
                    <a:pt x="516" y="651"/>
                  </a:lnTo>
                  <a:lnTo>
                    <a:pt x="514" y="649"/>
                  </a:lnTo>
                  <a:lnTo>
                    <a:pt x="514" y="649"/>
                  </a:lnTo>
                  <a:lnTo>
                    <a:pt x="514" y="649"/>
                  </a:lnTo>
                  <a:lnTo>
                    <a:pt x="516" y="646"/>
                  </a:lnTo>
                  <a:lnTo>
                    <a:pt x="516" y="646"/>
                  </a:lnTo>
                  <a:lnTo>
                    <a:pt x="516" y="646"/>
                  </a:lnTo>
                  <a:lnTo>
                    <a:pt x="514" y="646"/>
                  </a:lnTo>
                  <a:lnTo>
                    <a:pt x="514" y="646"/>
                  </a:lnTo>
                  <a:lnTo>
                    <a:pt x="514" y="644"/>
                  </a:lnTo>
                  <a:lnTo>
                    <a:pt x="516" y="644"/>
                  </a:lnTo>
                  <a:lnTo>
                    <a:pt x="516" y="644"/>
                  </a:lnTo>
                  <a:lnTo>
                    <a:pt x="516" y="641"/>
                  </a:lnTo>
                  <a:lnTo>
                    <a:pt x="516" y="641"/>
                  </a:lnTo>
                  <a:lnTo>
                    <a:pt x="516" y="641"/>
                  </a:lnTo>
                  <a:lnTo>
                    <a:pt x="514" y="639"/>
                  </a:lnTo>
                  <a:lnTo>
                    <a:pt x="514" y="639"/>
                  </a:lnTo>
                  <a:lnTo>
                    <a:pt x="514" y="639"/>
                  </a:lnTo>
                  <a:lnTo>
                    <a:pt x="514" y="637"/>
                  </a:lnTo>
                  <a:lnTo>
                    <a:pt x="514" y="634"/>
                  </a:lnTo>
                  <a:lnTo>
                    <a:pt x="514" y="634"/>
                  </a:lnTo>
                  <a:lnTo>
                    <a:pt x="516" y="634"/>
                  </a:lnTo>
                  <a:lnTo>
                    <a:pt x="516" y="634"/>
                  </a:lnTo>
                  <a:lnTo>
                    <a:pt x="516" y="634"/>
                  </a:lnTo>
                  <a:lnTo>
                    <a:pt x="519" y="632"/>
                  </a:lnTo>
                  <a:lnTo>
                    <a:pt x="519" y="632"/>
                  </a:lnTo>
                  <a:lnTo>
                    <a:pt x="521" y="630"/>
                  </a:lnTo>
                  <a:lnTo>
                    <a:pt x="521" y="627"/>
                  </a:lnTo>
                  <a:lnTo>
                    <a:pt x="521" y="625"/>
                  </a:lnTo>
                  <a:lnTo>
                    <a:pt x="519" y="625"/>
                  </a:lnTo>
                  <a:lnTo>
                    <a:pt x="516" y="625"/>
                  </a:lnTo>
                  <a:lnTo>
                    <a:pt x="516" y="623"/>
                  </a:lnTo>
                  <a:lnTo>
                    <a:pt x="516" y="623"/>
                  </a:lnTo>
                  <a:lnTo>
                    <a:pt x="516" y="620"/>
                  </a:lnTo>
                  <a:lnTo>
                    <a:pt x="516" y="620"/>
                  </a:lnTo>
                  <a:lnTo>
                    <a:pt x="516" y="618"/>
                  </a:lnTo>
                  <a:lnTo>
                    <a:pt x="516" y="618"/>
                  </a:lnTo>
                  <a:lnTo>
                    <a:pt x="516" y="615"/>
                  </a:lnTo>
                  <a:lnTo>
                    <a:pt x="516" y="615"/>
                  </a:lnTo>
                  <a:lnTo>
                    <a:pt x="516" y="615"/>
                  </a:lnTo>
                  <a:lnTo>
                    <a:pt x="514" y="615"/>
                  </a:lnTo>
                  <a:lnTo>
                    <a:pt x="514" y="615"/>
                  </a:lnTo>
                  <a:lnTo>
                    <a:pt x="514" y="618"/>
                  </a:lnTo>
                  <a:lnTo>
                    <a:pt x="514" y="618"/>
                  </a:lnTo>
                  <a:lnTo>
                    <a:pt x="512" y="620"/>
                  </a:lnTo>
                  <a:lnTo>
                    <a:pt x="512" y="618"/>
                  </a:lnTo>
                  <a:lnTo>
                    <a:pt x="509" y="618"/>
                  </a:lnTo>
                  <a:lnTo>
                    <a:pt x="507" y="618"/>
                  </a:lnTo>
                  <a:lnTo>
                    <a:pt x="507" y="618"/>
                  </a:lnTo>
                  <a:lnTo>
                    <a:pt x="507" y="618"/>
                  </a:lnTo>
                  <a:lnTo>
                    <a:pt x="505" y="620"/>
                  </a:lnTo>
                  <a:lnTo>
                    <a:pt x="505" y="620"/>
                  </a:lnTo>
                  <a:lnTo>
                    <a:pt x="502" y="620"/>
                  </a:lnTo>
                  <a:lnTo>
                    <a:pt x="502" y="623"/>
                  </a:lnTo>
                  <a:lnTo>
                    <a:pt x="502" y="623"/>
                  </a:lnTo>
                  <a:lnTo>
                    <a:pt x="502" y="623"/>
                  </a:lnTo>
                  <a:lnTo>
                    <a:pt x="502" y="623"/>
                  </a:lnTo>
                  <a:lnTo>
                    <a:pt x="500" y="625"/>
                  </a:lnTo>
                  <a:lnTo>
                    <a:pt x="497" y="625"/>
                  </a:lnTo>
                  <a:lnTo>
                    <a:pt x="497" y="627"/>
                  </a:lnTo>
                  <a:lnTo>
                    <a:pt x="497" y="627"/>
                  </a:lnTo>
                  <a:lnTo>
                    <a:pt x="497" y="630"/>
                  </a:lnTo>
                  <a:lnTo>
                    <a:pt x="495" y="632"/>
                  </a:lnTo>
                  <a:lnTo>
                    <a:pt x="495" y="634"/>
                  </a:lnTo>
                  <a:lnTo>
                    <a:pt x="495" y="632"/>
                  </a:lnTo>
                  <a:lnTo>
                    <a:pt x="493" y="634"/>
                  </a:lnTo>
                  <a:lnTo>
                    <a:pt x="493" y="634"/>
                  </a:lnTo>
                  <a:lnTo>
                    <a:pt x="493" y="637"/>
                  </a:lnTo>
                  <a:lnTo>
                    <a:pt x="493" y="637"/>
                  </a:lnTo>
                  <a:lnTo>
                    <a:pt x="490" y="634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9"/>
                  </a:lnTo>
                  <a:lnTo>
                    <a:pt x="488" y="639"/>
                  </a:lnTo>
                  <a:lnTo>
                    <a:pt x="488" y="639"/>
                  </a:lnTo>
                  <a:lnTo>
                    <a:pt x="488" y="639"/>
                  </a:lnTo>
                  <a:lnTo>
                    <a:pt x="488" y="641"/>
                  </a:lnTo>
                  <a:lnTo>
                    <a:pt x="490" y="641"/>
                  </a:lnTo>
                  <a:lnTo>
                    <a:pt x="490" y="641"/>
                  </a:lnTo>
                  <a:lnTo>
                    <a:pt x="488" y="644"/>
                  </a:lnTo>
                  <a:lnTo>
                    <a:pt x="488" y="644"/>
                  </a:lnTo>
                  <a:lnTo>
                    <a:pt x="488" y="644"/>
                  </a:lnTo>
                  <a:lnTo>
                    <a:pt x="486" y="644"/>
                  </a:lnTo>
                  <a:lnTo>
                    <a:pt x="486" y="644"/>
                  </a:lnTo>
                  <a:lnTo>
                    <a:pt x="483" y="644"/>
                  </a:lnTo>
                  <a:lnTo>
                    <a:pt x="483" y="646"/>
                  </a:lnTo>
                  <a:lnTo>
                    <a:pt x="481" y="665"/>
                  </a:lnTo>
                  <a:lnTo>
                    <a:pt x="481" y="668"/>
                  </a:lnTo>
                  <a:lnTo>
                    <a:pt x="481" y="670"/>
                  </a:lnTo>
                  <a:lnTo>
                    <a:pt x="481" y="670"/>
                  </a:lnTo>
                  <a:lnTo>
                    <a:pt x="481" y="670"/>
                  </a:lnTo>
                  <a:lnTo>
                    <a:pt x="483" y="670"/>
                  </a:lnTo>
                  <a:lnTo>
                    <a:pt x="483" y="668"/>
                  </a:lnTo>
                  <a:lnTo>
                    <a:pt x="483" y="668"/>
                  </a:lnTo>
                  <a:lnTo>
                    <a:pt x="483" y="665"/>
                  </a:lnTo>
                  <a:lnTo>
                    <a:pt x="483" y="665"/>
                  </a:lnTo>
                  <a:lnTo>
                    <a:pt x="486" y="668"/>
                  </a:lnTo>
                  <a:lnTo>
                    <a:pt x="486" y="668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5"/>
                  </a:lnTo>
                  <a:lnTo>
                    <a:pt x="490" y="675"/>
                  </a:lnTo>
                  <a:lnTo>
                    <a:pt x="490" y="675"/>
                  </a:lnTo>
                  <a:lnTo>
                    <a:pt x="493" y="677"/>
                  </a:lnTo>
                  <a:lnTo>
                    <a:pt x="493" y="677"/>
                  </a:lnTo>
                  <a:lnTo>
                    <a:pt x="493" y="679"/>
                  </a:lnTo>
                  <a:lnTo>
                    <a:pt x="493" y="679"/>
                  </a:lnTo>
                  <a:lnTo>
                    <a:pt x="493" y="679"/>
                  </a:lnTo>
                  <a:lnTo>
                    <a:pt x="490" y="679"/>
                  </a:lnTo>
                  <a:lnTo>
                    <a:pt x="490" y="682"/>
                  </a:lnTo>
                  <a:lnTo>
                    <a:pt x="490" y="682"/>
                  </a:lnTo>
                  <a:lnTo>
                    <a:pt x="490" y="682"/>
                  </a:lnTo>
                  <a:lnTo>
                    <a:pt x="493" y="682"/>
                  </a:lnTo>
                  <a:lnTo>
                    <a:pt x="493" y="684"/>
                  </a:lnTo>
                  <a:lnTo>
                    <a:pt x="493" y="684"/>
                  </a:lnTo>
                  <a:lnTo>
                    <a:pt x="493" y="684"/>
                  </a:lnTo>
                  <a:lnTo>
                    <a:pt x="490" y="684"/>
                  </a:lnTo>
                  <a:lnTo>
                    <a:pt x="490" y="684"/>
                  </a:lnTo>
                  <a:lnTo>
                    <a:pt x="490" y="684"/>
                  </a:lnTo>
                  <a:lnTo>
                    <a:pt x="490" y="686"/>
                  </a:lnTo>
                  <a:lnTo>
                    <a:pt x="490" y="686"/>
                  </a:lnTo>
                  <a:lnTo>
                    <a:pt x="486" y="689"/>
                  </a:lnTo>
                  <a:lnTo>
                    <a:pt x="486" y="689"/>
                  </a:lnTo>
                  <a:lnTo>
                    <a:pt x="483" y="691"/>
                  </a:lnTo>
                  <a:lnTo>
                    <a:pt x="483" y="691"/>
                  </a:lnTo>
                  <a:lnTo>
                    <a:pt x="476" y="694"/>
                  </a:lnTo>
                  <a:lnTo>
                    <a:pt x="476" y="694"/>
                  </a:lnTo>
                  <a:lnTo>
                    <a:pt x="474" y="696"/>
                  </a:lnTo>
                  <a:lnTo>
                    <a:pt x="476" y="698"/>
                  </a:lnTo>
                  <a:lnTo>
                    <a:pt x="476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81" y="698"/>
                  </a:lnTo>
                  <a:lnTo>
                    <a:pt x="481" y="698"/>
                  </a:lnTo>
                  <a:lnTo>
                    <a:pt x="481" y="698"/>
                  </a:lnTo>
                  <a:lnTo>
                    <a:pt x="481" y="698"/>
                  </a:lnTo>
                  <a:lnTo>
                    <a:pt x="483" y="698"/>
                  </a:lnTo>
                  <a:lnTo>
                    <a:pt x="481" y="698"/>
                  </a:lnTo>
                  <a:lnTo>
                    <a:pt x="481" y="701"/>
                  </a:lnTo>
                  <a:lnTo>
                    <a:pt x="481" y="701"/>
                  </a:lnTo>
                  <a:lnTo>
                    <a:pt x="481" y="701"/>
                  </a:lnTo>
                  <a:lnTo>
                    <a:pt x="483" y="701"/>
                  </a:lnTo>
                  <a:lnTo>
                    <a:pt x="481" y="703"/>
                  </a:lnTo>
                  <a:lnTo>
                    <a:pt x="481" y="703"/>
                  </a:lnTo>
                  <a:lnTo>
                    <a:pt x="481" y="703"/>
                  </a:lnTo>
                  <a:lnTo>
                    <a:pt x="488" y="705"/>
                  </a:lnTo>
                  <a:lnTo>
                    <a:pt x="486" y="705"/>
                  </a:lnTo>
                  <a:lnTo>
                    <a:pt x="486" y="705"/>
                  </a:lnTo>
                  <a:lnTo>
                    <a:pt x="486" y="708"/>
                  </a:lnTo>
                  <a:lnTo>
                    <a:pt x="493" y="710"/>
                  </a:lnTo>
                  <a:lnTo>
                    <a:pt x="493" y="712"/>
                  </a:lnTo>
                  <a:lnTo>
                    <a:pt x="493" y="712"/>
                  </a:lnTo>
                  <a:lnTo>
                    <a:pt x="493" y="712"/>
                  </a:lnTo>
                  <a:lnTo>
                    <a:pt x="493" y="712"/>
                  </a:lnTo>
                  <a:lnTo>
                    <a:pt x="495" y="712"/>
                  </a:lnTo>
                  <a:lnTo>
                    <a:pt x="495" y="712"/>
                  </a:lnTo>
                  <a:lnTo>
                    <a:pt x="495" y="715"/>
                  </a:lnTo>
                  <a:lnTo>
                    <a:pt x="495" y="715"/>
                  </a:lnTo>
                  <a:lnTo>
                    <a:pt x="497" y="715"/>
                  </a:lnTo>
                  <a:lnTo>
                    <a:pt x="497" y="717"/>
                  </a:lnTo>
                  <a:lnTo>
                    <a:pt x="497" y="717"/>
                  </a:lnTo>
                  <a:lnTo>
                    <a:pt x="497" y="717"/>
                  </a:lnTo>
                  <a:lnTo>
                    <a:pt x="495" y="717"/>
                  </a:lnTo>
                  <a:lnTo>
                    <a:pt x="495" y="717"/>
                  </a:lnTo>
                  <a:lnTo>
                    <a:pt x="495" y="717"/>
                  </a:lnTo>
                  <a:lnTo>
                    <a:pt x="495" y="717"/>
                  </a:lnTo>
                  <a:lnTo>
                    <a:pt x="497" y="717"/>
                  </a:lnTo>
                  <a:lnTo>
                    <a:pt x="497" y="722"/>
                  </a:lnTo>
                  <a:lnTo>
                    <a:pt x="497" y="722"/>
                  </a:lnTo>
                  <a:lnTo>
                    <a:pt x="495" y="724"/>
                  </a:lnTo>
                  <a:lnTo>
                    <a:pt x="495" y="724"/>
                  </a:lnTo>
                  <a:lnTo>
                    <a:pt x="495" y="727"/>
                  </a:lnTo>
                  <a:lnTo>
                    <a:pt x="495" y="727"/>
                  </a:lnTo>
                  <a:lnTo>
                    <a:pt x="495" y="727"/>
                  </a:lnTo>
                  <a:lnTo>
                    <a:pt x="497" y="727"/>
                  </a:lnTo>
                  <a:lnTo>
                    <a:pt x="495" y="727"/>
                  </a:lnTo>
                  <a:lnTo>
                    <a:pt x="495" y="727"/>
                  </a:lnTo>
                  <a:lnTo>
                    <a:pt x="493" y="727"/>
                  </a:lnTo>
                  <a:lnTo>
                    <a:pt x="493" y="727"/>
                  </a:lnTo>
                  <a:lnTo>
                    <a:pt x="493" y="729"/>
                  </a:lnTo>
                  <a:lnTo>
                    <a:pt x="493" y="729"/>
                  </a:lnTo>
                  <a:lnTo>
                    <a:pt x="495" y="729"/>
                  </a:lnTo>
                  <a:lnTo>
                    <a:pt x="495" y="734"/>
                  </a:lnTo>
                  <a:lnTo>
                    <a:pt x="495" y="734"/>
                  </a:lnTo>
                  <a:lnTo>
                    <a:pt x="493" y="734"/>
                  </a:lnTo>
                  <a:lnTo>
                    <a:pt x="493" y="734"/>
                  </a:lnTo>
                  <a:lnTo>
                    <a:pt x="490" y="731"/>
                  </a:lnTo>
                  <a:lnTo>
                    <a:pt x="469" y="724"/>
                  </a:lnTo>
                  <a:lnTo>
                    <a:pt x="467" y="741"/>
                  </a:lnTo>
                  <a:lnTo>
                    <a:pt x="464" y="760"/>
                  </a:lnTo>
                  <a:lnTo>
                    <a:pt x="460" y="779"/>
                  </a:lnTo>
                  <a:lnTo>
                    <a:pt x="460" y="786"/>
                  </a:lnTo>
                  <a:lnTo>
                    <a:pt x="460" y="786"/>
                  </a:lnTo>
                  <a:lnTo>
                    <a:pt x="462" y="783"/>
                  </a:lnTo>
                  <a:close/>
                  <a:moveTo>
                    <a:pt x="341" y="1335"/>
                  </a:moveTo>
                  <a:lnTo>
                    <a:pt x="341" y="1335"/>
                  </a:lnTo>
                  <a:lnTo>
                    <a:pt x="341" y="1335"/>
                  </a:lnTo>
                  <a:lnTo>
                    <a:pt x="341" y="1333"/>
                  </a:lnTo>
                  <a:lnTo>
                    <a:pt x="341" y="1330"/>
                  </a:lnTo>
                  <a:lnTo>
                    <a:pt x="339" y="1330"/>
                  </a:lnTo>
                  <a:lnTo>
                    <a:pt x="339" y="1330"/>
                  </a:lnTo>
                  <a:lnTo>
                    <a:pt x="332" y="1333"/>
                  </a:lnTo>
                  <a:lnTo>
                    <a:pt x="329" y="1333"/>
                  </a:lnTo>
                  <a:lnTo>
                    <a:pt x="329" y="1335"/>
                  </a:lnTo>
                  <a:lnTo>
                    <a:pt x="329" y="1335"/>
                  </a:lnTo>
                  <a:lnTo>
                    <a:pt x="334" y="1337"/>
                  </a:lnTo>
                  <a:lnTo>
                    <a:pt x="341" y="1335"/>
                  </a:lnTo>
                  <a:close/>
                  <a:moveTo>
                    <a:pt x="396" y="1392"/>
                  </a:moveTo>
                  <a:lnTo>
                    <a:pt x="396" y="1389"/>
                  </a:lnTo>
                  <a:lnTo>
                    <a:pt x="393" y="1389"/>
                  </a:lnTo>
                  <a:lnTo>
                    <a:pt x="393" y="1387"/>
                  </a:lnTo>
                  <a:lnTo>
                    <a:pt x="393" y="1387"/>
                  </a:lnTo>
                  <a:lnTo>
                    <a:pt x="393" y="1387"/>
                  </a:lnTo>
                  <a:lnTo>
                    <a:pt x="391" y="1389"/>
                  </a:lnTo>
                  <a:lnTo>
                    <a:pt x="391" y="1389"/>
                  </a:lnTo>
                  <a:lnTo>
                    <a:pt x="391" y="1387"/>
                  </a:lnTo>
                  <a:lnTo>
                    <a:pt x="389" y="1387"/>
                  </a:lnTo>
                  <a:lnTo>
                    <a:pt x="389" y="1389"/>
                  </a:lnTo>
                  <a:lnTo>
                    <a:pt x="391" y="1389"/>
                  </a:lnTo>
                  <a:lnTo>
                    <a:pt x="386" y="1387"/>
                  </a:lnTo>
                  <a:lnTo>
                    <a:pt x="386" y="1385"/>
                  </a:lnTo>
                  <a:lnTo>
                    <a:pt x="386" y="1389"/>
                  </a:lnTo>
                  <a:lnTo>
                    <a:pt x="386" y="1392"/>
                  </a:lnTo>
                  <a:lnTo>
                    <a:pt x="393" y="1397"/>
                  </a:lnTo>
                  <a:lnTo>
                    <a:pt x="393" y="1399"/>
                  </a:lnTo>
                  <a:lnTo>
                    <a:pt x="396" y="1397"/>
                  </a:lnTo>
                  <a:lnTo>
                    <a:pt x="396" y="1397"/>
                  </a:lnTo>
                  <a:lnTo>
                    <a:pt x="396" y="1394"/>
                  </a:lnTo>
                  <a:lnTo>
                    <a:pt x="393" y="1394"/>
                  </a:lnTo>
                  <a:lnTo>
                    <a:pt x="396" y="1392"/>
                  </a:lnTo>
                  <a:lnTo>
                    <a:pt x="396" y="1392"/>
                  </a:lnTo>
                  <a:close/>
                  <a:moveTo>
                    <a:pt x="552" y="1356"/>
                  </a:moveTo>
                  <a:lnTo>
                    <a:pt x="549" y="1354"/>
                  </a:lnTo>
                  <a:lnTo>
                    <a:pt x="549" y="1354"/>
                  </a:lnTo>
                  <a:lnTo>
                    <a:pt x="547" y="1352"/>
                  </a:lnTo>
                  <a:lnTo>
                    <a:pt x="545" y="1349"/>
                  </a:lnTo>
                  <a:lnTo>
                    <a:pt x="545" y="1349"/>
                  </a:lnTo>
                  <a:lnTo>
                    <a:pt x="538" y="1347"/>
                  </a:lnTo>
                  <a:lnTo>
                    <a:pt x="535" y="1349"/>
                  </a:lnTo>
                  <a:lnTo>
                    <a:pt x="531" y="1352"/>
                  </a:lnTo>
                  <a:lnTo>
                    <a:pt x="531" y="1352"/>
                  </a:lnTo>
                  <a:lnTo>
                    <a:pt x="533" y="1352"/>
                  </a:lnTo>
                  <a:lnTo>
                    <a:pt x="533" y="1354"/>
                  </a:lnTo>
                  <a:lnTo>
                    <a:pt x="535" y="1359"/>
                  </a:lnTo>
                  <a:lnTo>
                    <a:pt x="538" y="1361"/>
                  </a:lnTo>
                  <a:lnTo>
                    <a:pt x="540" y="1361"/>
                  </a:lnTo>
                  <a:lnTo>
                    <a:pt x="540" y="1363"/>
                  </a:lnTo>
                  <a:lnTo>
                    <a:pt x="542" y="1363"/>
                  </a:lnTo>
                  <a:lnTo>
                    <a:pt x="545" y="1366"/>
                  </a:lnTo>
                  <a:lnTo>
                    <a:pt x="549" y="1366"/>
                  </a:lnTo>
                  <a:lnTo>
                    <a:pt x="552" y="1363"/>
                  </a:lnTo>
                  <a:lnTo>
                    <a:pt x="552" y="1361"/>
                  </a:lnTo>
                  <a:lnTo>
                    <a:pt x="552" y="1356"/>
                  </a:lnTo>
                  <a:lnTo>
                    <a:pt x="552" y="1356"/>
                  </a:lnTo>
                  <a:lnTo>
                    <a:pt x="552" y="1356"/>
                  </a:lnTo>
                  <a:close/>
                  <a:moveTo>
                    <a:pt x="379" y="1385"/>
                  </a:moveTo>
                  <a:lnTo>
                    <a:pt x="381" y="1387"/>
                  </a:lnTo>
                  <a:lnTo>
                    <a:pt x="381" y="1387"/>
                  </a:lnTo>
                  <a:lnTo>
                    <a:pt x="381" y="1385"/>
                  </a:lnTo>
                  <a:lnTo>
                    <a:pt x="381" y="1382"/>
                  </a:lnTo>
                  <a:lnTo>
                    <a:pt x="381" y="1380"/>
                  </a:lnTo>
                  <a:lnTo>
                    <a:pt x="381" y="1380"/>
                  </a:lnTo>
                  <a:lnTo>
                    <a:pt x="379" y="1380"/>
                  </a:lnTo>
                  <a:lnTo>
                    <a:pt x="379" y="1380"/>
                  </a:lnTo>
                  <a:lnTo>
                    <a:pt x="379" y="1378"/>
                  </a:lnTo>
                  <a:lnTo>
                    <a:pt x="379" y="1378"/>
                  </a:lnTo>
                  <a:lnTo>
                    <a:pt x="379" y="1378"/>
                  </a:lnTo>
                  <a:lnTo>
                    <a:pt x="379" y="1375"/>
                  </a:lnTo>
                  <a:lnTo>
                    <a:pt x="377" y="1375"/>
                  </a:lnTo>
                  <a:lnTo>
                    <a:pt x="377" y="1375"/>
                  </a:lnTo>
                  <a:lnTo>
                    <a:pt x="377" y="1378"/>
                  </a:lnTo>
                  <a:lnTo>
                    <a:pt x="377" y="1378"/>
                  </a:lnTo>
                  <a:lnTo>
                    <a:pt x="377" y="1378"/>
                  </a:lnTo>
                  <a:lnTo>
                    <a:pt x="377" y="1378"/>
                  </a:lnTo>
                  <a:lnTo>
                    <a:pt x="377" y="1380"/>
                  </a:lnTo>
                  <a:lnTo>
                    <a:pt x="377" y="1380"/>
                  </a:lnTo>
                  <a:lnTo>
                    <a:pt x="377" y="1380"/>
                  </a:lnTo>
                  <a:lnTo>
                    <a:pt x="374" y="1380"/>
                  </a:lnTo>
                  <a:lnTo>
                    <a:pt x="374" y="1380"/>
                  </a:lnTo>
                  <a:lnTo>
                    <a:pt x="374" y="1380"/>
                  </a:lnTo>
                  <a:lnTo>
                    <a:pt x="379" y="1385"/>
                  </a:lnTo>
                  <a:close/>
                  <a:moveTo>
                    <a:pt x="360" y="1373"/>
                  </a:moveTo>
                  <a:lnTo>
                    <a:pt x="358" y="1373"/>
                  </a:lnTo>
                  <a:lnTo>
                    <a:pt x="355" y="1373"/>
                  </a:lnTo>
                  <a:lnTo>
                    <a:pt x="353" y="1373"/>
                  </a:lnTo>
                  <a:lnTo>
                    <a:pt x="351" y="1375"/>
                  </a:lnTo>
                  <a:lnTo>
                    <a:pt x="351" y="1378"/>
                  </a:lnTo>
                  <a:lnTo>
                    <a:pt x="351" y="1378"/>
                  </a:lnTo>
                  <a:lnTo>
                    <a:pt x="351" y="1378"/>
                  </a:lnTo>
                  <a:lnTo>
                    <a:pt x="353" y="1375"/>
                  </a:lnTo>
                  <a:lnTo>
                    <a:pt x="353" y="1375"/>
                  </a:lnTo>
                  <a:lnTo>
                    <a:pt x="355" y="1375"/>
                  </a:lnTo>
                  <a:lnTo>
                    <a:pt x="355" y="1375"/>
                  </a:lnTo>
                  <a:lnTo>
                    <a:pt x="358" y="1375"/>
                  </a:lnTo>
                  <a:lnTo>
                    <a:pt x="360" y="1375"/>
                  </a:lnTo>
                  <a:lnTo>
                    <a:pt x="363" y="1375"/>
                  </a:lnTo>
                  <a:lnTo>
                    <a:pt x="365" y="1371"/>
                  </a:lnTo>
                  <a:lnTo>
                    <a:pt x="365" y="1371"/>
                  </a:lnTo>
                  <a:lnTo>
                    <a:pt x="365" y="1371"/>
                  </a:lnTo>
                  <a:lnTo>
                    <a:pt x="363" y="1371"/>
                  </a:lnTo>
                  <a:lnTo>
                    <a:pt x="360" y="1371"/>
                  </a:lnTo>
                  <a:lnTo>
                    <a:pt x="360" y="1373"/>
                  </a:lnTo>
                  <a:close/>
                  <a:moveTo>
                    <a:pt x="377" y="1363"/>
                  </a:moveTo>
                  <a:lnTo>
                    <a:pt x="377" y="1361"/>
                  </a:lnTo>
                  <a:lnTo>
                    <a:pt x="374" y="1361"/>
                  </a:lnTo>
                  <a:lnTo>
                    <a:pt x="367" y="1366"/>
                  </a:lnTo>
                  <a:lnTo>
                    <a:pt x="365" y="1368"/>
                  </a:lnTo>
                  <a:lnTo>
                    <a:pt x="365" y="1371"/>
                  </a:lnTo>
                  <a:lnTo>
                    <a:pt x="367" y="1371"/>
                  </a:lnTo>
                  <a:lnTo>
                    <a:pt x="372" y="1368"/>
                  </a:lnTo>
                  <a:lnTo>
                    <a:pt x="372" y="1368"/>
                  </a:lnTo>
                  <a:lnTo>
                    <a:pt x="372" y="1366"/>
                  </a:lnTo>
                  <a:lnTo>
                    <a:pt x="372" y="1366"/>
                  </a:lnTo>
                  <a:lnTo>
                    <a:pt x="372" y="1363"/>
                  </a:lnTo>
                  <a:lnTo>
                    <a:pt x="374" y="1363"/>
                  </a:lnTo>
                  <a:lnTo>
                    <a:pt x="374" y="1363"/>
                  </a:lnTo>
                  <a:lnTo>
                    <a:pt x="374" y="1363"/>
                  </a:lnTo>
                  <a:lnTo>
                    <a:pt x="377" y="1363"/>
                  </a:lnTo>
                  <a:lnTo>
                    <a:pt x="377" y="1363"/>
                  </a:lnTo>
                  <a:close/>
                  <a:moveTo>
                    <a:pt x="346" y="1333"/>
                  </a:moveTo>
                  <a:lnTo>
                    <a:pt x="348" y="1333"/>
                  </a:lnTo>
                  <a:lnTo>
                    <a:pt x="348" y="1330"/>
                  </a:lnTo>
                  <a:lnTo>
                    <a:pt x="344" y="1330"/>
                  </a:lnTo>
                  <a:lnTo>
                    <a:pt x="344" y="1330"/>
                  </a:lnTo>
                  <a:lnTo>
                    <a:pt x="346" y="1330"/>
                  </a:lnTo>
                  <a:lnTo>
                    <a:pt x="346" y="1330"/>
                  </a:lnTo>
                  <a:lnTo>
                    <a:pt x="346" y="1330"/>
                  </a:lnTo>
                  <a:lnTo>
                    <a:pt x="346" y="1330"/>
                  </a:lnTo>
                  <a:lnTo>
                    <a:pt x="346" y="1328"/>
                  </a:lnTo>
                  <a:lnTo>
                    <a:pt x="346" y="1328"/>
                  </a:lnTo>
                  <a:lnTo>
                    <a:pt x="344" y="1328"/>
                  </a:lnTo>
                  <a:lnTo>
                    <a:pt x="344" y="1328"/>
                  </a:lnTo>
                  <a:lnTo>
                    <a:pt x="341" y="1328"/>
                  </a:lnTo>
                  <a:lnTo>
                    <a:pt x="341" y="1328"/>
                  </a:lnTo>
                  <a:lnTo>
                    <a:pt x="341" y="1330"/>
                  </a:lnTo>
                  <a:lnTo>
                    <a:pt x="341" y="1330"/>
                  </a:lnTo>
                  <a:lnTo>
                    <a:pt x="341" y="1330"/>
                  </a:lnTo>
                  <a:lnTo>
                    <a:pt x="344" y="1333"/>
                  </a:lnTo>
                  <a:lnTo>
                    <a:pt x="346" y="1333"/>
                  </a:lnTo>
                  <a:close/>
                  <a:moveTo>
                    <a:pt x="668" y="1278"/>
                  </a:moveTo>
                  <a:lnTo>
                    <a:pt x="668" y="1276"/>
                  </a:lnTo>
                  <a:lnTo>
                    <a:pt x="668" y="1276"/>
                  </a:lnTo>
                  <a:lnTo>
                    <a:pt x="668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3"/>
                  </a:lnTo>
                  <a:lnTo>
                    <a:pt x="670" y="1273"/>
                  </a:lnTo>
                  <a:lnTo>
                    <a:pt x="670" y="1273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69"/>
                  </a:lnTo>
                  <a:lnTo>
                    <a:pt x="668" y="1269"/>
                  </a:lnTo>
                  <a:lnTo>
                    <a:pt x="665" y="1269"/>
                  </a:lnTo>
                  <a:lnTo>
                    <a:pt x="665" y="1269"/>
                  </a:lnTo>
                  <a:lnTo>
                    <a:pt x="663" y="1266"/>
                  </a:lnTo>
                  <a:lnTo>
                    <a:pt x="665" y="1266"/>
                  </a:lnTo>
                  <a:lnTo>
                    <a:pt x="663" y="1266"/>
                  </a:lnTo>
                  <a:lnTo>
                    <a:pt x="663" y="1266"/>
                  </a:lnTo>
                  <a:lnTo>
                    <a:pt x="663" y="1269"/>
                  </a:lnTo>
                  <a:lnTo>
                    <a:pt x="663" y="1269"/>
                  </a:lnTo>
                  <a:lnTo>
                    <a:pt x="663" y="1269"/>
                  </a:lnTo>
                  <a:lnTo>
                    <a:pt x="661" y="1266"/>
                  </a:lnTo>
                  <a:lnTo>
                    <a:pt x="661" y="1266"/>
                  </a:lnTo>
                  <a:lnTo>
                    <a:pt x="661" y="1266"/>
                  </a:lnTo>
                  <a:lnTo>
                    <a:pt x="661" y="1264"/>
                  </a:lnTo>
                  <a:lnTo>
                    <a:pt x="661" y="1264"/>
                  </a:lnTo>
                  <a:lnTo>
                    <a:pt x="661" y="1264"/>
                  </a:lnTo>
                  <a:lnTo>
                    <a:pt x="658" y="1266"/>
                  </a:lnTo>
                  <a:lnTo>
                    <a:pt x="658" y="1266"/>
                  </a:lnTo>
                  <a:lnTo>
                    <a:pt x="658" y="1266"/>
                  </a:lnTo>
                  <a:lnTo>
                    <a:pt x="658" y="1269"/>
                  </a:lnTo>
                  <a:lnTo>
                    <a:pt x="658" y="1269"/>
                  </a:lnTo>
                  <a:lnTo>
                    <a:pt x="658" y="1269"/>
                  </a:lnTo>
                  <a:lnTo>
                    <a:pt x="658" y="1271"/>
                  </a:lnTo>
                  <a:lnTo>
                    <a:pt x="661" y="1273"/>
                  </a:lnTo>
                  <a:lnTo>
                    <a:pt x="661" y="1273"/>
                  </a:lnTo>
                  <a:lnTo>
                    <a:pt x="661" y="1273"/>
                  </a:lnTo>
                  <a:lnTo>
                    <a:pt x="661" y="1273"/>
                  </a:lnTo>
                  <a:lnTo>
                    <a:pt x="661" y="1271"/>
                  </a:lnTo>
                  <a:lnTo>
                    <a:pt x="663" y="1271"/>
                  </a:lnTo>
                  <a:lnTo>
                    <a:pt x="663" y="1273"/>
                  </a:lnTo>
                  <a:lnTo>
                    <a:pt x="663" y="1276"/>
                  </a:lnTo>
                  <a:lnTo>
                    <a:pt x="663" y="1278"/>
                  </a:lnTo>
                  <a:lnTo>
                    <a:pt x="661" y="1278"/>
                  </a:lnTo>
                  <a:lnTo>
                    <a:pt x="661" y="1276"/>
                  </a:lnTo>
                  <a:lnTo>
                    <a:pt x="661" y="1278"/>
                  </a:lnTo>
                  <a:lnTo>
                    <a:pt x="661" y="1278"/>
                  </a:lnTo>
                  <a:lnTo>
                    <a:pt x="663" y="1278"/>
                  </a:lnTo>
                  <a:lnTo>
                    <a:pt x="663" y="1281"/>
                  </a:lnTo>
                  <a:lnTo>
                    <a:pt x="661" y="1281"/>
                  </a:lnTo>
                  <a:lnTo>
                    <a:pt x="661" y="1283"/>
                  </a:lnTo>
                  <a:lnTo>
                    <a:pt x="661" y="1283"/>
                  </a:lnTo>
                  <a:lnTo>
                    <a:pt x="661" y="1283"/>
                  </a:lnTo>
                  <a:lnTo>
                    <a:pt x="663" y="1283"/>
                  </a:lnTo>
                  <a:lnTo>
                    <a:pt x="663" y="1283"/>
                  </a:lnTo>
                  <a:lnTo>
                    <a:pt x="663" y="1283"/>
                  </a:lnTo>
                  <a:lnTo>
                    <a:pt x="663" y="1283"/>
                  </a:lnTo>
                  <a:lnTo>
                    <a:pt x="663" y="1281"/>
                  </a:lnTo>
                  <a:lnTo>
                    <a:pt x="663" y="1281"/>
                  </a:lnTo>
                  <a:lnTo>
                    <a:pt x="663" y="1281"/>
                  </a:lnTo>
                  <a:lnTo>
                    <a:pt x="663" y="1281"/>
                  </a:lnTo>
                  <a:lnTo>
                    <a:pt x="665" y="1281"/>
                  </a:lnTo>
                  <a:lnTo>
                    <a:pt x="665" y="1281"/>
                  </a:lnTo>
                  <a:lnTo>
                    <a:pt x="665" y="1281"/>
                  </a:lnTo>
                  <a:lnTo>
                    <a:pt x="668" y="1281"/>
                  </a:lnTo>
                  <a:lnTo>
                    <a:pt x="665" y="1281"/>
                  </a:lnTo>
                  <a:lnTo>
                    <a:pt x="665" y="1278"/>
                  </a:lnTo>
                  <a:lnTo>
                    <a:pt x="668" y="1278"/>
                  </a:lnTo>
                  <a:close/>
                  <a:moveTo>
                    <a:pt x="171" y="1200"/>
                  </a:moveTo>
                  <a:lnTo>
                    <a:pt x="171" y="1200"/>
                  </a:lnTo>
                  <a:lnTo>
                    <a:pt x="168" y="1200"/>
                  </a:lnTo>
                  <a:lnTo>
                    <a:pt x="168" y="1200"/>
                  </a:lnTo>
                  <a:lnTo>
                    <a:pt x="168" y="1198"/>
                  </a:lnTo>
                  <a:lnTo>
                    <a:pt x="166" y="1198"/>
                  </a:lnTo>
                  <a:lnTo>
                    <a:pt x="166" y="1198"/>
                  </a:lnTo>
                  <a:lnTo>
                    <a:pt x="166" y="1198"/>
                  </a:lnTo>
                  <a:lnTo>
                    <a:pt x="166" y="1198"/>
                  </a:lnTo>
                  <a:lnTo>
                    <a:pt x="166" y="1200"/>
                  </a:lnTo>
                  <a:lnTo>
                    <a:pt x="164" y="1200"/>
                  </a:lnTo>
                  <a:lnTo>
                    <a:pt x="164" y="1202"/>
                  </a:lnTo>
                  <a:lnTo>
                    <a:pt x="166" y="1205"/>
                  </a:lnTo>
                  <a:lnTo>
                    <a:pt x="166" y="1207"/>
                  </a:lnTo>
                  <a:lnTo>
                    <a:pt x="168" y="1207"/>
                  </a:lnTo>
                  <a:lnTo>
                    <a:pt x="168" y="1207"/>
                  </a:lnTo>
                  <a:lnTo>
                    <a:pt x="168" y="1205"/>
                  </a:lnTo>
                  <a:lnTo>
                    <a:pt x="168" y="1205"/>
                  </a:lnTo>
                  <a:lnTo>
                    <a:pt x="171" y="1205"/>
                  </a:lnTo>
                  <a:lnTo>
                    <a:pt x="173" y="1207"/>
                  </a:lnTo>
                  <a:lnTo>
                    <a:pt x="173" y="1207"/>
                  </a:lnTo>
                  <a:lnTo>
                    <a:pt x="173" y="1207"/>
                  </a:lnTo>
                  <a:lnTo>
                    <a:pt x="171" y="1210"/>
                  </a:lnTo>
                  <a:lnTo>
                    <a:pt x="171" y="1210"/>
                  </a:lnTo>
                  <a:lnTo>
                    <a:pt x="171" y="1210"/>
                  </a:lnTo>
                  <a:lnTo>
                    <a:pt x="171" y="1212"/>
                  </a:lnTo>
                  <a:lnTo>
                    <a:pt x="171" y="1212"/>
                  </a:lnTo>
                  <a:lnTo>
                    <a:pt x="171" y="1212"/>
                  </a:lnTo>
                  <a:lnTo>
                    <a:pt x="168" y="1214"/>
                  </a:lnTo>
                  <a:lnTo>
                    <a:pt x="168" y="1214"/>
                  </a:lnTo>
                  <a:lnTo>
                    <a:pt x="171" y="1219"/>
                  </a:lnTo>
                  <a:lnTo>
                    <a:pt x="173" y="1221"/>
                  </a:lnTo>
                  <a:lnTo>
                    <a:pt x="180" y="1229"/>
                  </a:lnTo>
                  <a:lnTo>
                    <a:pt x="185" y="1231"/>
                  </a:lnTo>
                  <a:lnTo>
                    <a:pt x="185" y="1231"/>
                  </a:lnTo>
                  <a:lnTo>
                    <a:pt x="185" y="1231"/>
                  </a:lnTo>
                  <a:lnTo>
                    <a:pt x="185" y="1231"/>
                  </a:lnTo>
                  <a:lnTo>
                    <a:pt x="185" y="1233"/>
                  </a:lnTo>
                  <a:lnTo>
                    <a:pt x="185" y="1233"/>
                  </a:lnTo>
                  <a:lnTo>
                    <a:pt x="209" y="1243"/>
                  </a:lnTo>
                  <a:lnTo>
                    <a:pt x="211" y="1245"/>
                  </a:lnTo>
                  <a:lnTo>
                    <a:pt x="213" y="1243"/>
                  </a:lnTo>
                  <a:lnTo>
                    <a:pt x="213" y="1243"/>
                  </a:lnTo>
                  <a:lnTo>
                    <a:pt x="216" y="1240"/>
                  </a:lnTo>
                  <a:lnTo>
                    <a:pt x="216" y="1240"/>
                  </a:lnTo>
                  <a:lnTo>
                    <a:pt x="218" y="1243"/>
                  </a:lnTo>
                  <a:lnTo>
                    <a:pt x="218" y="1243"/>
                  </a:lnTo>
                  <a:lnTo>
                    <a:pt x="218" y="1245"/>
                  </a:lnTo>
                  <a:lnTo>
                    <a:pt x="221" y="1245"/>
                  </a:lnTo>
                  <a:lnTo>
                    <a:pt x="235" y="1245"/>
                  </a:lnTo>
                  <a:lnTo>
                    <a:pt x="239" y="1247"/>
                  </a:lnTo>
                  <a:lnTo>
                    <a:pt x="239" y="1247"/>
                  </a:lnTo>
                  <a:lnTo>
                    <a:pt x="242" y="1247"/>
                  </a:lnTo>
                  <a:lnTo>
                    <a:pt x="244" y="1250"/>
                  </a:lnTo>
                  <a:lnTo>
                    <a:pt x="247" y="1250"/>
                  </a:lnTo>
                  <a:lnTo>
                    <a:pt x="249" y="1250"/>
                  </a:lnTo>
                  <a:lnTo>
                    <a:pt x="249" y="1252"/>
                  </a:lnTo>
                  <a:lnTo>
                    <a:pt x="251" y="1252"/>
                  </a:lnTo>
                  <a:lnTo>
                    <a:pt x="251" y="1252"/>
                  </a:lnTo>
                  <a:lnTo>
                    <a:pt x="261" y="1257"/>
                  </a:lnTo>
                  <a:lnTo>
                    <a:pt x="261" y="1259"/>
                  </a:lnTo>
                  <a:lnTo>
                    <a:pt x="261" y="1259"/>
                  </a:lnTo>
                  <a:lnTo>
                    <a:pt x="258" y="1259"/>
                  </a:lnTo>
                  <a:lnTo>
                    <a:pt x="256" y="1257"/>
                  </a:lnTo>
                  <a:lnTo>
                    <a:pt x="256" y="1257"/>
                  </a:lnTo>
                  <a:lnTo>
                    <a:pt x="256" y="1259"/>
                  </a:lnTo>
                  <a:lnTo>
                    <a:pt x="256" y="1259"/>
                  </a:lnTo>
                  <a:lnTo>
                    <a:pt x="256" y="1259"/>
                  </a:lnTo>
                  <a:lnTo>
                    <a:pt x="256" y="1259"/>
                  </a:lnTo>
                  <a:lnTo>
                    <a:pt x="256" y="1262"/>
                  </a:lnTo>
                  <a:lnTo>
                    <a:pt x="256" y="1262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6"/>
                  </a:lnTo>
                  <a:lnTo>
                    <a:pt x="256" y="1266"/>
                  </a:lnTo>
                  <a:lnTo>
                    <a:pt x="256" y="1269"/>
                  </a:lnTo>
                  <a:lnTo>
                    <a:pt x="258" y="1271"/>
                  </a:lnTo>
                  <a:lnTo>
                    <a:pt x="258" y="1271"/>
                  </a:lnTo>
                  <a:lnTo>
                    <a:pt x="256" y="1271"/>
                  </a:lnTo>
                  <a:lnTo>
                    <a:pt x="256" y="1271"/>
                  </a:lnTo>
                  <a:lnTo>
                    <a:pt x="254" y="1271"/>
                  </a:lnTo>
                  <a:lnTo>
                    <a:pt x="256" y="1273"/>
                  </a:lnTo>
                  <a:lnTo>
                    <a:pt x="256" y="1273"/>
                  </a:lnTo>
                  <a:lnTo>
                    <a:pt x="256" y="1276"/>
                  </a:lnTo>
                  <a:lnTo>
                    <a:pt x="256" y="1278"/>
                  </a:lnTo>
                  <a:lnTo>
                    <a:pt x="256" y="1278"/>
                  </a:lnTo>
                  <a:lnTo>
                    <a:pt x="256" y="1278"/>
                  </a:lnTo>
                  <a:lnTo>
                    <a:pt x="256" y="1278"/>
                  </a:lnTo>
                  <a:lnTo>
                    <a:pt x="254" y="1278"/>
                  </a:lnTo>
                  <a:lnTo>
                    <a:pt x="254" y="1281"/>
                  </a:lnTo>
                  <a:lnTo>
                    <a:pt x="254" y="1281"/>
                  </a:lnTo>
                  <a:lnTo>
                    <a:pt x="251" y="1283"/>
                  </a:lnTo>
                  <a:lnTo>
                    <a:pt x="251" y="1283"/>
                  </a:lnTo>
                  <a:lnTo>
                    <a:pt x="251" y="1285"/>
                  </a:lnTo>
                  <a:lnTo>
                    <a:pt x="251" y="1288"/>
                  </a:lnTo>
                  <a:lnTo>
                    <a:pt x="251" y="1288"/>
                  </a:lnTo>
                  <a:lnTo>
                    <a:pt x="251" y="1288"/>
                  </a:lnTo>
                  <a:lnTo>
                    <a:pt x="249" y="1290"/>
                  </a:lnTo>
                  <a:lnTo>
                    <a:pt x="249" y="1290"/>
                  </a:lnTo>
                  <a:lnTo>
                    <a:pt x="249" y="1290"/>
                  </a:lnTo>
                  <a:lnTo>
                    <a:pt x="249" y="1292"/>
                  </a:lnTo>
                  <a:lnTo>
                    <a:pt x="249" y="1292"/>
                  </a:lnTo>
                  <a:lnTo>
                    <a:pt x="251" y="1295"/>
                  </a:lnTo>
                  <a:lnTo>
                    <a:pt x="251" y="1295"/>
                  </a:lnTo>
                  <a:lnTo>
                    <a:pt x="251" y="1297"/>
                  </a:lnTo>
                  <a:lnTo>
                    <a:pt x="251" y="1297"/>
                  </a:lnTo>
                  <a:lnTo>
                    <a:pt x="254" y="1302"/>
                  </a:lnTo>
                  <a:lnTo>
                    <a:pt x="254" y="1302"/>
                  </a:lnTo>
                  <a:lnTo>
                    <a:pt x="254" y="1304"/>
                  </a:lnTo>
                  <a:lnTo>
                    <a:pt x="254" y="1304"/>
                  </a:lnTo>
                  <a:lnTo>
                    <a:pt x="254" y="1307"/>
                  </a:lnTo>
                  <a:lnTo>
                    <a:pt x="254" y="1309"/>
                  </a:lnTo>
                  <a:lnTo>
                    <a:pt x="254" y="1309"/>
                  </a:lnTo>
                  <a:lnTo>
                    <a:pt x="256" y="1309"/>
                  </a:lnTo>
                  <a:lnTo>
                    <a:pt x="256" y="1311"/>
                  </a:lnTo>
                  <a:lnTo>
                    <a:pt x="256" y="1311"/>
                  </a:lnTo>
                  <a:lnTo>
                    <a:pt x="258" y="1314"/>
                  </a:lnTo>
                  <a:lnTo>
                    <a:pt x="258" y="1316"/>
                  </a:lnTo>
                  <a:lnTo>
                    <a:pt x="261" y="1316"/>
                  </a:lnTo>
                  <a:lnTo>
                    <a:pt x="263" y="1318"/>
                  </a:lnTo>
                  <a:lnTo>
                    <a:pt x="263" y="1321"/>
                  </a:lnTo>
                  <a:lnTo>
                    <a:pt x="263" y="1323"/>
                  </a:lnTo>
                  <a:lnTo>
                    <a:pt x="263" y="1323"/>
                  </a:lnTo>
                  <a:lnTo>
                    <a:pt x="258" y="1321"/>
                  </a:lnTo>
                  <a:lnTo>
                    <a:pt x="256" y="1321"/>
                  </a:lnTo>
                  <a:lnTo>
                    <a:pt x="256" y="1321"/>
                  </a:lnTo>
                  <a:lnTo>
                    <a:pt x="256" y="1323"/>
                  </a:lnTo>
                  <a:lnTo>
                    <a:pt x="256" y="1323"/>
                  </a:lnTo>
                  <a:lnTo>
                    <a:pt x="256" y="1326"/>
                  </a:lnTo>
                  <a:lnTo>
                    <a:pt x="268" y="1326"/>
                  </a:lnTo>
                  <a:lnTo>
                    <a:pt x="273" y="1328"/>
                  </a:lnTo>
                  <a:lnTo>
                    <a:pt x="275" y="1326"/>
                  </a:lnTo>
                  <a:lnTo>
                    <a:pt x="275" y="1326"/>
                  </a:lnTo>
                  <a:lnTo>
                    <a:pt x="277" y="1326"/>
                  </a:lnTo>
                  <a:lnTo>
                    <a:pt x="277" y="1326"/>
                  </a:lnTo>
                  <a:lnTo>
                    <a:pt x="277" y="1323"/>
                  </a:lnTo>
                  <a:lnTo>
                    <a:pt x="280" y="1323"/>
                  </a:lnTo>
                  <a:lnTo>
                    <a:pt x="280" y="1323"/>
                  </a:lnTo>
                  <a:lnTo>
                    <a:pt x="287" y="1326"/>
                  </a:lnTo>
                  <a:lnTo>
                    <a:pt x="287" y="1326"/>
                  </a:lnTo>
                  <a:lnTo>
                    <a:pt x="287" y="1326"/>
                  </a:lnTo>
                  <a:lnTo>
                    <a:pt x="289" y="1323"/>
                  </a:lnTo>
                  <a:lnTo>
                    <a:pt x="289" y="1323"/>
                  </a:lnTo>
                  <a:lnTo>
                    <a:pt x="289" y="1326"/>
                  </a:lnTo>
                  <a:lnTo>
                    <a:pt x="292" y="1326"/>
                  </a:lnTo>
                  <a:lnTo>
                    <a:pt x="315" y="1326"/>
                  </a:lnTo>
                  <a:lnTo>
                    <a:pt x="320" y="1330"/>
                  </a:lnTo>
                  <a:lnTo>
                    <a:pt x="325" y="1330"/>
                  </a:lnTo>
                  <a:lnTo>
                    <a:pt x="327" y="1328"/>
                  </a:lnTo>
                  <a:lnTo>
                    <a:pt x="325" y="1326"/>
                  </a:lnTo>
                  <a:lnTo>
                    <a:pt x="320" y="1326"/>
                  </a:lnTo>
                  <a:lnTo>
                    <a:pt x="320" y="1323"/>
                  </a:lnTo>
                  <a:lnTo>
                    <a:pt x="322" y="1323"/>
                  </a:lnTo>
                  <a:lnTo>
                    <a:pt x="329" y="1326"/>
                  </a:lnTo>
                  <a:lnTo>
                    <a:pt x="329" y="1326"/>
                  </a:lnTo>
                  <a:lnTo>
                    <a:pt x="332" y="1323"/>
                  </a:lnTo>
                  <a:lnTo>
                    <a:pt x="336" y="1323"/>
                  </a:lnTo>
                  <a:lnTo>
                    <a:pt x="339" y="1323"/>
                  </a:lnTo>
                  <a:lnTo>
                    <a:pt x="339" y="1326"/>
                  </a:lnTo>
                  <a:lnTo>
                    <a:pt x="339" y="1326"/>
                  </a:lnTo>
                  <a:lnTo>
                    <a:pt x="334" y="1326"/>
                  </a:lnTo>
                  <a:lnTo>
                    <a:pt x="332" y="1326"/>
                  </a:lnTo>
                  <a:lnTo>
                    <a:pt x="332" y="1328"/>
                  </a:lnTo>
                  <a:lnTo>
                    <a:pt x="334" y="1328"/>
                  </a:lnTo>
                  <a:lnTo>
                    <a:pt x="341" y="1328"/>
                  </a:lnTo>
                  <a:lnTo>
                    <a:pt x="344" y="1328"/>
                  </a:lnTo>
                  <a:lnTo>
                    <a:pt x="344" y="1328"/>
                  </a:lnTo>
                  <a:lnTo>
                    <a:pt x="346" y="1326"/>
                  </a:lnTo>
                  <a:lnTo>
                    <a:pt x="348" y="1326"/>
                  </a:lnTo>
                  <a:lnTo>
                    <a:pt x="353" y="1326"/>
                  </a:lnTo>
                  <a:lnTo>
                    <a:pt x="353" y="1328"/>
                  </a:lnTo>
                  <a:lnTo>
                    <a:pt x="353" y="1328"/>
                  </a:lnTo>
                  <a:lnTo>
                    <a:pt x="353" y="1330"/>
                  </a:lnTo>
                  <a:lnTo>
                    <a:pt x="355" y="1330"/>
                  </a:lnTo>
                  <a:lnTo>
                    <a:pt x="358" y="1328"/>
                  </a:lnTo>
                  <a:lnTo>
                    <a:pt x="360" y="1326"/>
                  </a:lnTo>
                  <a:lnTo>
                    <a:pt x="363" y="1326"/>
                  </a:lnTo>
                  <a:lnTo>
                    <a:pt x="367" y="1328"/>
                  </a:lnTo>
                  <a:lnTo>
                    <a:pt x="370" y="1326"/>
                  </a:lnTo>
                  <a:lnTo>
                    <a:pt x="374" y="1328"/>
                  </a:lnTo>
                  <a:lnTo>
                    <a:pt x="379" y="1328"/>
                  </a:lnTo>
                  <a:lnTo>
                    <a:pt x="391" y="1323"/>
                  </a:lnTo>
                  <a:lnTo>
                    <a:pt x="400" y="1323"/>
                  </a:lnTo>
                  <a:lnTo>
                    <a:pt x="403" y="1321"/>
                  </a:lnTo>
                  <a:lnTo>
                    <a:pt x="405" y="1321"/>
                  </a:lnTo>
                  <a:lnTo>
                    <a:pt x="407" y="1318"/>
                  </a:lnTo>
                  <a:lnTo>
                    <a:pt x="410" y="1318"/>
                  </a:lnTo>
                  <a:lnTo>
                    <a:pt x="415" y="1314"/>
                  </a:lnTo>
                  <a:lnTo>
                    <a:pt x="417" y="1311"/>
                  </a:lnTo>
                  <a:lnTo>
                    <a:pt x="417" y="1311"/>
                  </a:lnTo>
                  <a:lnTo>
                    <a:pt x="419" y="1311"/>
                  </a:lnTo>
                  <a:lnTo>
                    <a:pt x="419" y="1309"/>
                  </a:lnTo>
                  <a:lnTo>
                    <a:pt x="419" y="1309"/>
                  </a:lnTo>
                  <a:lnTo>
                    <a:pt x="419" y="1307"/>
                  </a:lnTo>
                  <a:lnTo>
                    <a:pt x="419" y="1307"/>
                  </a:lnTo>
                  <a:lnTo>
                    <a:pt x="419" y="1307"/>
                  </a:lnTo>
                  <a:lnTo>
                    <a:pt x="419" y="1304"/>
                  </a:lnTo>
                  <a:lnTo>
                    <a:pt x="426" y="1304"/>
                  </a:lnTo>
                  <a:lnTo>
                    <a:pt x="429" y="1307"/>
                  </a:lnTo>
                  <a:lnTo>
                    <a:pt x="438" y="1307"/>
                  </a:lnTo>
                  <a:lnTo>
                    <a:pt x="441" y="1307"/>
                  </a:lnTo>
                  <a:lnTo>
                    <a:pt x="455" y="1304"/>
                  </a:lnTo>
                  <a:lnTo>
                    <a:pt x="460" y="1302"/>
                  </a:lnTo>
                  <a:lnTo>
                    <a:pt x="462" y="1300"/>
                  </a:lnTo>
                  <a:lnTo>
                    <a:pt x="467" y="1292"/>
                  </a:lnTo>
                  <a:lnTo>
                    <a:pt x="469" y="1290"/>
                  </a:lnTo>
                  <a:lnTo>
                    <a:pt x="471" y="1292"/>
                  </a:lnTo>
                  <a:lnTo>
                    <a:pt x="471" y="1292"/>
                  </a:lnTo>
                  <a:lnTo>
                    <a:pt x="471" y="1292"/>
                  </a:lnTo>
                  <a:lnTo>
                    <a:pt x="471" y="1290"/>
                  </a:lnTo>
                  <a:lnTo>
                    <a:pt x="471" y="1290"/>
                  </a:lnTo>
                  <a:lnTo>
                    <a:pt x="471" y="1288"/>
                  </a:lnTo>
                  <a:lnTo>
                    <a:pt x="474" y="1288"/>
                  </a:lnTo>
                  <a:lnTo>
                    <a:pt x="474" y="1288"/>
                  </a:lnTo>
                  <a:lnTo>
                    <a:pt x="476" y="1288"/>
                  </a:lnTo>
                  <a:lnTo>
                    <a:pt x="476" y="1285"/>
                  </a:lnTo>
                  <a:lnTo>
                    <a:pt x="476" y="1285"/>
                  </a:lnTo>
                  <a:lnTo>
                    <a:pt x="476" y="1283"/>
                  </a:lnTo>
                  <a:lnTo>
                    <a:pt x="476" y="1283"/>
                  </a:lnTo>
                  <a:lnTo>
                    <a:pt x="476" y="1281"/>
                  </a:lnTo>
                  <a:lnTo>
                    <a:pt x="474" y="1276"/>
                  </a:lnTo>
                  <a:lnTo>
                    <a:pt x="474" y="1276"/>
                  </a:lnTo>
                  <a:lnTo>
                    <a:pt x="476" y="1273"/>
                  </a:lnTo>
                  <a:lnTo>
                    <a:pt x="476" y="1273"/>
                  </a:lnTo>
                  <a:lnTo>
                    <a:pt x="483" y="1273"/>
                  </a:lnTo>
                  <a:lnTo>
                    <a:pt x="483" y="1273"/>
                  </a:lnTo>
                  <a:lnTo>
                    <a:pt x="483" y="1271"/>
                  </a:lnTo>
                  <a:lnTo>
                    <a:pt x="483" y="1271"/>
                  </a:lnTo>
                  <a:lnTo>
                    <a:pt x="483" y="1271"/>
                  </a:lnTo>
                  <a:lnTo>
                    <a:pt x="483" y="1269"/>
                  </a:lnTo>
                  <a:lnTo>
                    <a:pt x="483" y="1269"/>
                  </a:lnTo>
                  <a:lnTo>
                    <a:pt x="483" y="1269"/>
                  </a:lnTo>
                  <a:lnTo>
                    <a:pt x="483" y="1266"/>
                  </a:lnTo>
                  <a:lnTo>
                    <a:pt x="483" y="1266"/>
                  </a:lnTo>
                  <a:lnTo>
                    <a:pt x="486" y="1266"/>
                  </a:lnTo>
                  <a:lnTo>
                    <a:pt x="486" y="1266"/>
                  </a:lnTo>
                  <a:lnTo>
                    <a:pt x="486" y="1266"/>
                  </a:lnTo>
                  <a:lnTo>
                    <a:pt x="486" y="1266"/>
                  </a:lnTo>
                  <a:lnTo>
                    <a:pt x="488" y="1264"/>
                  </a:lnTo>
                  <a:lnTo>
                    <a:pt x="490" y="1262"/>
                  </a:lnTo>
                  <a:lnTo>
                    <a:pt x="490" y="1264"/>
                  </a:lnTo>
                  <a:lnTo>
                    <a:pt x="493" y="1264"/>
                  </a:lnTo>
                  <a:lnTo>
                    <a:pt x="493" y="1269"/>
                  </a:lnTo>
                  <a:lnTo>
                    <a:pt x="495" y="1269"/>
                  </a:lnTo>
                  <a:lnTo>
                    <a:pt x="495" y="1269"/>
                  </a:lnTo>
                  <a:lnTo>
                    <a:pt x="495" y="1269"/>
                  </a:lnTo>
                  <a:lnTo>
                    <a:pt x="497" y="1271"/>
                  </a:lnTo>
                  <a:lnTo>
                    <a:pt x="497" y="1271"/>
                  </a:lnTo>
                  <a:lnTo>
                    <a:pt x="497" y="1271"/>
                  </a:lnTo>
                  <a:lnTo>
                    <a:pt x="497" y="1273"/>
                  </a:lnTo>
                  <a:lnTo>
                    <a:pt x="497" y="1273"/>
                  </a:lnTo>
                  <a:lnTo>
                    <a:pt x="497" y="1273"/>
                  </a:lnTo>
                  <a:lnTo>
                    <a:pt x="497" y="1278"/>
                  </a:lnTo>
                  <a:lnTo>
                    <a:pt x="497" y="1278"/>
                  </a:lnTo>
                  <a:lnTo>
                    <a:pt x="497" y="1278"/>
                  </a:lnTo>
                  <a:lnTo>
                    <a:pt x="497" y="1281"/>
                  </a:lnTo>
                  <a:lnTo>
                    <a:pt x="497" y="1281"/>
                  </a:lnTo>
                  <a:lnTo>
                    <a:pt x="497" y="1283"/>
                  </a:lnTo>
                  <a:lnTo>
                    <a:pt x="497" y="1283"/>
                  </a:lnTo>
                  <a:lnTo>
                    <a:pt x="493" y="1285"/>
                  </a:lnTo>
                  <a:lnTo>
                    <a:pt x="493" y="1288"/>
                  </a:lnTo>
                  <a:lnTo>
                    <a:pt x="493" y="1288"/>
                  </a:lnTo>
                  <a:lnTo>
                    <a:pt x="493" y="1290"/>
                  </a:lnTo>
                  <a:lnTo>
                    <a:pt x="493" y="1290"/>
                  </a:lnTo>
                  <a:lnTo>
                    <a:pt x="493" y="1290"/>
                  </a:lnTo>
                  <a:lnTo>
                    <a:pt x="495" y="1292"/>
                  </a:lnTo>
                  <a:lnTo>
                    <a:pt x="497" y="1295"/>
                  </a:lnTo>
                  <a:lnTo>
                    <a:pt x="502" y="1295"/>
                  </a:lnTo>
                  <a:lnTo>
                    <a:pt x="505" y="1295"/>
                  </a:lnTo>
                  <a:lnTo>
                    <a:pt x="507" y="1295"/>
                  </a:lnTo>
                  <a:lnTo>
                    <a:pt x="507" y="1295"/>
                  </a:lnTo>
                  <a:lnTo>
                    <a:pt x="507" y="1295"/>
                  </a:lnTo>
                  <a:lnTo>
                    <a:pt x="509" y="1292"/>
                  </a:lnTo>
                  <a:lnTo>
                    <a:pt x="521" y="1297"/>
                  </a:lnTo>
                  <a:lnTo>
                    <a:pt x="521" y="1297"/>
                  </a:lnTo>
                  <a:lnTo>
                    <a:pt x="521" y="1297"/>
                  </a:lnTo>
                  <a:lnTo>
                    <a:pt x="521" y="1300"/>
                  </a:lnTo>
                  <a:lnTo>
                    <a:pt x="523" y="1300"/>
                  </a:lnTo>
                  <a:lnTo>
                    <a:pt x="523" y="1302"/>
                  </a:lnTo>
                  <a:lnTo>
                    <a:pt x="528" y="1302"/>
                  </a:lnTo>
                  <a:lnTo>
                    <a:pt x="531" y="1304"/>
                  </a:lnTo>
                  <a:lnTo>
                    <a:pt x="535" y="1304"/>
                  </a:lnTo>
                  <a:lnTo>
                    <a:pt x="535" y="1304"/>
                  </a:lnTo>
                  <a:lnTo>
                    <a:pt x="535" y="1304"/>
                  </a:lnTo>
                  <a:lnTo>
                    <a:pt x="535" y="1302"/>
                  </a:lnTo>
                  <a:lnTo>
                    <a:pt x="533" y="1302"/>
                  </a:lnTo>
                  <a:lnTo>
                    <a:pt x="535" y="1302"/>
                  </a:lnTo>
                  <a:lnTo>
                    <a:pt x="535" y="1302"/>
                  </a:lnTo>
                  <a:lnTo>
                    <a:pt x="538" y="1302"/>
                  </a:lnTo>
                  <a:lnTo>
                    <a:pt x="540" y="1304"/>
                  </a:lnTo>
                  <a:lnTo>
                    <a:pt x="540" y="1304"/>
                  </a:lnTo>
                  <a:lnTo>
                    <a:pt x="540" y="1307"/>
                  </a:lnTo>
                  <a:lnTo>
                    <a:pt x="538" y="1309"/>
                  </a:lnTo>
                  <a:lnTo>
                    <a:pt x="535" y="1309"/>
                  </a:lnTo>
                  <a:lnTo>
                    <a:pt x="535" y="1309"/>
                  </a:lnTo>
                  <a:lnTo>
                    <a:pt x="535" y="1311"/>
                  </a:lnTo>
                  <a:lnTo>
                    <a:pt x="535" y="1311"/>
                  </a:lnTo>
                  <a:lnTo>
                    <a:pt x="533" y="1311"/>
                  </a:lnTo>
                  <a:lnTo>
                    <a:pt x="531" y="1311"/>
                  </a:lnTo>
                  <a:lnTo>
                    <a:pt x="531" y="1314"/>
                  </a:lnTo>
                  <a:lnTo>
                    <a:pt x="528" y="1314"/>
                  </a:lnTo>
                  <a:lnTo>
                    <a:pt x="528" y="1314"/>
                  </a:lnTo>
                  <a:lnTo>
                    <a:pt x="528" y="1314"/>
                  </a:lnTo>
                  <a:lnTo>
                    <a:pt x="528" y="1314"/>
                  </a:lnTo>
                  <a:lnTo>
                    <a:pt x="528" y="1316"/>
                  </a:lnTo>
                  <a:lnTo>
                    <a:pt x="531" y="1316"/>
                  </a:lnTo>
                  <a:lnTo>
                    <a:pt x="531" y="1318"/>
                  </a:lnTo>
                  <a:lnTo>
                    <a:pt x="533" y="1321"/>
                  </a:lnTo>
                  <a:lnTo>
                    <a:pt x="549" y="1323"/>
                  </a:lnTo>
                  <a:lnTo>
                    <a:pt x="552" y="1323"/>
                  </a:lnTo>
                  <a:lnTo>
                    <a:pt x="554" y="1321"/>
                  </a:lnTo>
                  <a:lnTo>
                    <a:pt x="554" y="1318"/>
                  </a:lnTo>
                  <a:lnTo>
                    <a:pt x="554" y="1318"/>
                  </a:lnTo>
                  <a:lnTo>
                    <a:pt x="554" y="1318"/>
                  </a:lnTo>
                  <a:lnTo>
                    <a:pt x="554" y="1318"/>
                  </a:lnTo>
                  <a:lnTo>
                    <a:pt x="557" y="1318"/>
                  </a:lnTo>
                  <a:lnTo>
                    <a:pt x="559" y="1321"/>
                  </a:lnTo>
                  <a:lnTo>
                    <a:pt x="561" y="1321"/>
                  </a:lnTo>
                  <a:lnTo>
                    <a:pt x="561" y="1321"/>
                  </a:lnTo>
                  <a:lnTo>
                    <a:pt x="559" y="1318"/>
                  </a:lnTo>
                  <a:lnTo>
                    <a:pt x="559" y="1318"/>
                  </a:lnTo>
                  <a:lnTo>
                    <a:pt x="561" y="1316"/>
                  </a:lnTo>
                  <a:lnTo>
                    <a:pt x="561" y="1318"/>
                  </a:lnTo>
                  <a:lnTo>
                    <a:pt x="561" y="1318"/>
                  </a:lnTo>
                  <a:lnTo>
                    <a:pt x="561" y="1318"/>
                  </a:lnTo>
                  <a:lnTo>
                    <a:pt x="561" y="1321"/>
                  </a:lnTo>
                  <a:lnTo>
                    <a:pt x="561" y="1321"/>
                  </a:lnTo>
                  <a:lnTo>
                    <a:pt x="561" y="1321"/>
                  </a:lnTo>
                  <a:lnTo>
                    <a:pt x="561" y="1323"/>
                  </a:lnTo>
                  <a:lnTo>
                    <a:pt x="564" y="1323"/>
                  </a:lnTo>
                  <a:lnTo>
                    <a:pt x="566" y="1326"/>
                  </a:lnTo>
                  <a:lnTo>
                    <a:pt x="566" y="1326"/>
                  </a:lnTo>
                  <a:lnTo>
                    <a:pt x="571" y="1326"/>
                  </a:lnTo>
                  <a:lnTo>
                    <a:pt x="571" y="1326"/>
                  </a:lnTo>
                  <a:lnTo>
                    <a:pt x="573" y="1328"/>
                  </a:lnTo>
                  <a:lnTo>
                    <a:pt x="576" y="1328"/>
                  </a:lnTo>
                  <a:lnTo>
                    <a:pt x="576" y="1328"/>
                  </a:lnTo>
                  <a:lnTo>
                    <a:pt x="578" y="1328"/>
                  </a:lnTo>
                  <a:lnTo>
                    <a:pt x="578" y="1328"/>
                  </a:lnTo>
                  <a:lnTo>
                    <a:pt x="583" y="1330"/>
                  </a:lnTo>
                  <a:lnTo>
                    <a:pt x="583" y="1330"/>
                  </a:lnTo>
                  <a:lnTo>
                    <a:pt x="583" y="1328"/>
                  </a:lnTo>
                  <a:lnTo>
                    <a:pt x="583" y="1328"/>
                  </a:lnTo>
                  <a:lnTo>
                    <a:pt x="585" y="1330"/>
                  </a:lnTo>
                  <a:lnTo>
                    <a:pt x="585" y="1330"/>
                  </a:lnTo>
                  <a:lnTo>
                    <a:pt x="587" y="1333"/>
                  </a:lnTo>
                  <a:lnTo>
                    <a:pt x="587" y="1333"/>
                  </a:lnTo>
                  <a:lnTo>
                    <a:pt x="590" y="1333"/>
                  </a:lnTo>
                  <a:lnTo>
                    <a:pt x="590" y="1333"/>
                  </a:lnTo>
                  <a:lnTo>
                    <a:pt x="590" y="1333"/>
                  </a:lnTo>
                  <a:lnTo>
                    <a:pt x="590" y="1330"/>
                  </a:lnTo>
                  <a:lnTo>
                    <a:pt x="590" y="1330"/>
                  </a:lnTo>
                  <a:lnTo>
                    <a:pt x="592" y="1330"/>
                  </a:lnTo>
                  <a:lnTo>
                    <a:pt x="597" y="1328"/>
                  </a:lnTo>
                  <a:lnTo>
                    <a:pt x="597" y="1328"/>
                  </a:lnTo>
                  <a:lnTo>
                    <a:pt x="597" y="1328"/>
                  </a:lnTo>
                  <a:lnTo>
                    <a:pt x="599" y="1330"/>
                  </a:lnTo>
                  <a:lnTo>
                    <a:pt x="599" y="1330"/>
                  </a:lnTo>
                  <a:lnTo>
                    <a:pt x="599" y="1330"/>
                  </a:lnTo>
                  <a:lnTo>
                    <a:pt x="602" y="1333"/>
                  </a:lnTo>
                  <a:lnTo>
                    <a:pt x="604" y="1333"/>
                  </a:lnTo>
                  <a:lnTo>
                    <a:pt x="604" y="1333"/>
                  </a:lnTo>
                  <a:lnTo>
                    <a:pt x="606" y="1330"/>
                  </a:lnTo>
                  <a:lnTo>
                    <a:pt x="609" y="1330"/>
                  </a:lnTo>
                  <a:lnTo>
                    <a:pt x="611" y="1330"/>
                  </a:lnTo>
                  <a:lnTo>
                    <a:pt x="611" y="1330"/>
                  </a:lnTo>
                  <a:lnTo>
                    <a:pt x="613" y="1328"/>
                  </a:lnTo>
                  <a:lnTo>
                    <a:pt x="611" y="1328"/>
                  </a:lnTo>
                  <a:lnTo>
                    <a:pt x="611" y="1326"/>
                  </a:lnTo>
                  <a:lnTo>
                    <a:pt x="611" y="1326"/>
                  </a:lnTo>
                  <a:lnTo>
                    <a:pt x="611" y="1323"/>
                  </a:lnTo>
                  <a:lnTo>
                    <a:pt x="611" y="1323"/>
                  </a:lnTo>
                  <a:lnTo>
                    <a:pt x="613" y="1326"/>
                  </a:lnTo>
                  <a:lnTo>
                    <a:pt x="613" y="1328"/>
                  </a:lnTo>
                  <a:lnTo>
                    <a:pt x="616" y="1328"/>
                  </a:lnTo>
                  <a:lnTo>
                    <a:pt x="618" y="1328"/>
                  </a:lnTo>
                  <a:lnTo>
                    <a:pt x="620" y="1326"/>
                  </a:lnTo>
                  <a:lnTo>
                    <a:pt x="620" y="1326"/>
                  </a:lnTo>
                  <a:lnTo>
                    <a:pt x="620" y="1326"/>
                  </a:lnTo>
                  <a:lnTo>
                    <a:pt x="620" y="1326"/>
                  </a:lnTo>
                  <a:lnTo>
                    <a:pt x="623" y="1323"/>
                  </a:lnTo>
                  <a:lnTo>
                    <a:pt x="623" y="1323"/>
                  </a:lnTo>
                  <a:lnTo>
                    <a:pt x="623" y="1323"/>
                  </a:lnTo>
                  <a:lnTo>
                    <a:pt x="623" y="1321"/>
                  </a:lnTo>
                  <a:lnTo>
                    <a:pt x="623" y="1321"/>
                  </a:lnTo>
                  <a:lnTo>
                    <a:pt x="623" y="1318"/>
                  </a:lnTo>
                  <a:lnTo>
                    <a:pt x="623" y="1318"/>
                  </a:lnTo>
                  <a:lnTo>
                    <a:pt x="625" y="1321"/>
                  </a:lnTo>
                  <a:lnTo>
                    <a:pt x="625" y="1321"/>
                  </a:lnTo>
                  <a:lnTo>
                    <a:pt x="630" y="1321"/>
                  </a:lnTo>
                  <a:lnTo>
                    <a:pt x="630" y="1321"/>
                  </a:lnTo>
                  <a:lnTo>
                    <a:pt x="630" y="1318"/>
                  </a:lnTo>
                  <a:lnTo>
                    <a:pt x="632" y="1318"/>
                  </a:lnTo>
                  <a:lnTo>
                    <a:pt x="632" y="1316"/>
                  </a:lnTo>
                  <a:lnTo>
                    <a:pt x="635" y="1316"/>
                  </a:lnTo>
                  <a:lnTo>
                    <a:pt x="635" y="1316"/>
                  </a:lnTo>
                  <a:lnTo>
                    <a:pt x="635" y="1316"/>
                  </a:lnTo>
                  <a:lnTo>
                    <a:pt x="635" y="1316"/>
                  </a:lnTo>
                  <a:lnTo>
                    <a:pt x="635" y="1318"/>
                  </a:lnTo>
                  <a:lnTo>
                    <a:pt x="637" y="1318"/>
                  </a:lnTo>
                  <a:lnTo>
                    <a:pt x="637" y="1318"/>
                  </a:lnTo>
                  <a:lnTo>
                    <a:pt x="642" y="1316"/>
                  </a:lnTo>
                  <a:lnTo>
                    <a:pt x="642" y="1316"/>
                  </a:lnTo>
                  <a:lnTo>
                    <a:pt x="642" y="1316"/>
                  </a:lnTo>
                  <a:lnTo>
                    <a:pt x="642" y="1314"/>
                  </a:lnTo>
                  <a:lnTo>
                    <a:pt x="642" y="1314"/>
                  </a:lnTo>
                  <a:lnTo>
                    <a:pt x="642" y="1314"/>
                  </a:lnTo>
                  <a:lnTo>
                    <a:pt x="642" y="1311"/>
                  </a:lnTo>
                  <a:lnTo>
                    <a:pt x="644" y="1307"/>
                  </a:lnTo>
                  <a:lnTo>
                    <a:pt x="644" y="1304"/>
                  </a:lnTo>
                  <a:lnTo>
                    <a:pt x="644" y="1302"/>
                  </a:lnTo>
                  <a:lnTo>
                    <a:pt x="644" y="1300"/>
                  </a:lnTo>
                  <a:lnTo>
                    <a:pt x="644" y="1297"/>
                  </a:lnTo>
                  <a:lnTo>
                    <a:pt x="642" y="1297"/>
                  </a:lnTo>
                  <a:lnTo>
                    <a:pt x="639" y="1295"/>
                  </a:lnTo>
                  <a:lnTo>
                    <a:pt x="639" y="1292"/>
                  </a:lnTo>
                  <a:lnTo>
                    <a:pt x="639" y="1292"/>
                  </a:lnTo>
                  <a:lnTo>
                    <a:pt x="639" y="1292"/>
                  </a:lnTo>
                  <a:lnTo>
                    <a:pt x="637" y="1295"/>
                  </a:lnTo>
                  <a:lnTo>
                    <a:pt x="637" y="1295"/>
                  </a:lnTo>
                  <a:lnTo>
                    <a:pt x="635" y="1295"/>
                  </a:lnTo>
                  <a:lnTo>
                    <a:pt x="635" y="1297"/>
                  </a:lnTo>
                  <a:lnTo>
                    <a:pt x="635" y="1300"/>
                  </a:lnTo>
                  <a:lnTo>
                    <a:pt x="635" y="1300"/>
                  </a:lnTo>
                  <a:lnTo>
                    <a:pt x="632" y="1300"/>
                  </a:lnTo>
                  <a:lnTo>
                    <a:pt x="632" y="1300"/>
                  </a:lnTo>
                  <a:lnTo>
                    <a:pt x="632" y="1297"/>
                  </a:lnTo>
                  <a:lnTo>
                    <a:pt x="632" y="1297"/>
                  </a:lnTo>
                  <a:lnTo>
                    <a:pt x="630" y="1297"/>
                  </a:lnTo>
                  <a:lnTo>
                    <a:pt x="630" y="1295"/>
                  </a:lnTo>
                  <a:lnTo>
                    <a:pt x="630" y="1295"/>
                  </a:lnTo>
                  <a:lnTo>
                    <a:pt x="630" y="1295"/>
                  </a:lnTo>
                  <a:lnTo>
                    <a:pt x="630" y="1292"/>
                  </a:lnTo>
                  <a:lnTo>
                    <a:pt x="630" y="1292"/>
                  </a:lnTo>
                  <a:lnTo>
                    <a:pt x="630" y="1292"/>
                  </a:lnTo>
                  <a:lnTo>
                    <a:pt x="630" y="1290"/>
                  </a:lnTo>
                  <a:lnTo>
                    <a:pt x="630" y="1290"/>
                  </a:lnTo>
                  <a:lnTo>
                    <a:pt x="632" y="1292"/>
                  </a:lnTo>
                  <a:lnTo>
                    <a:pt x="632" y="1292"/>
                  </a:lnTo>
                  <a:lnTo>
                    <a:pt x="632" y="1295"/>
                  </a:lnTo>
                  <a:lnTo>
                    <a:pt x="635" y="1295"/>
                  </a:lnTo>
                  <a:lnTo>
                    <a:pt x="635" y="1295"/>
                  </a:lnTo>
                  <a:lnTo>
                    <a:pt x="635" y="1292"/>
                  </a:lnTo>
                  <a:lnTo>
                    <a:pt x="635" y="1290"/>
                  </a:lnTo>
                  <a:lnTo>
                    <a:pt x="635" y="1290"/>
                  </a:lnTo>
                  <a:lnTo>
                    <a:pt x="635" y="1290"/>
                  </a:lnTo>
                  <a:lnTo>
                    <a:pt x="635" y="1288"/>
                  </a:lnTo>
                  <a:lnTo>
                    <a:pt x="635" y="1288"/>
                  </a:lnTo>
                  <a:lnTo>
                    <a:pt x="635" y="1285"/>
                  </a:lnTo>
                  <a:lnTo>
                    <a:pt x="635" y="1285"/>
                  </a:lnTo>
                  <a:lnTo>
                    <a:pt x="632" y="1285"/>
                  </a:lnTo>
                  <a:lnTo>
                    <a:pt x="632" y="1288"/>
                  </a:lnTo>
                  <a:lnTo>
                    <a:pt x="632" y="1288"/>
                  </a:lnTo>
                  <a:lnTo>
                    <a:pt x="632" y="1288"/>
                  </a:lnTo>
                  <a:lnTo>
                    <a:pt x="632" y="1288"/>
                  </a:lnTo>
                  <a:lnTo>
                    <a:pt x="632" y="1285"/>
                  </a:lnTo>
                  <a:lnTo>
                    <a:pt x="632" y="1285"/>
                  </a:lnTo>
                  <a:lnTo>
                    <a:pt x="632" y="1285"/>
                  </a:lnTo>
                  <a:lnTo>
                    <a:pt x="632" y="1283"/>
                  </a:lnTo>
                  <a:lnTo>
                    <a:pt x="632" y="1283"/>
                  </a:lnTo>
                  <a:lnTo>
                    <a:pt x="637" y="1285"/>
                  </a:lnTo>
                  <a:lnTo>
                    <a:pt x="639" y="1281"/>
                  </a:lnTo>
                  <a:lnTo>
                    <a:pt x="639" y="1278"/>
                  </a:lnTo>
                  <a:lnTo>
                    <a:pt x="639" y="1276"/>
                  </a:lnTo>
                  <a:lnTo>
                    <a:pt x="635" y="1273"/>
                  </a:lnTo>
                  <a:lnTo>
                    <a:pt x="635" y="1273"/>
                  </a:lnTo>
                  <a:lnTo>
                    <a:pt x="630" y="1273"/>
                  </a:lnTo>
                  <a:lnTo>
                    <a:pt x="628" y="1271"/>
                  </a:lnTo>
                  <a:lnTo>
                    <a:pt x="628" y="1271"/>
                  </a:lnTo>
                  <a:lnTo>
                    <a:pt x="625" y="1271"/>
                  </a:lnTo>
                  <a:lnTo>
                    <a:pt x="625" y="1273"/>
                  </a:lnTo>
                  <a:lnTo>
                    <a:pt x="623" y="1273"/>
                  </a:lnTo>
                  <a:lnTo>
                    <a:pt x="623" y="1273"/>
                  </a:lnTo>
                  <a:lnTo>
                    <a:pt x="620" y="1278"/>
                  </a:lnTo>
                  <a:lnTo>
                    <a:pt x="620" y="1278"/>
                  </a:lnTo>
                  <a:lnTo>
                    <a:pt x="616" y="1278"/>
                  </a:lnTo>
                  <a:lnTo>
                    <a:pt x="616" y="1281"/>
                  </a:lnTo>
                  <a:lnTo>
                    <a:pt x="613" y="1281"/>
                  </a:lnTo>
                  <a:lnTo>
                    <a:pt x="611" y="1281"/>
                  </a:lnTo>
                  <a:lnTo>
                    <a:pt x="609" y="1281"/>
                  </a:lnTo>
                  <a:lnTo>
                    <a:pt x="609" y="1281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5"/>
                  </a:lnTo>
                  <a:lnTo>
                    <a:pt x="609" y="1285"/>
                  </a:lnTo>
                  <a:lnTo>
                    <a:pt x="609" y="1288"/>
                  </a:lnTo>
                  <a:lnTo>
                    <a:pt x="606" y="1288"/>
                  </a:lnTo>
                  <a:lnTo>
                    <a:pt x="606" y="1288"/>
                  </a:lnTo>
                  <a:lnTo>
                    <a:pt x="604" y="1295"/>
                  </a:lnTo>
                  <a:lnTo>
                    <a:pt x="602" y="1297"/>
                  </a:lnTo>
                  <a:lnTo>
                    <a:pt x="602" y="1297"/>
                  </a:lnTo>
                  <a:lnTo>
                    <a:pt x="599" y="1300"/>
                  </a:lnTo>
                  <a:lnTo>
                    <a:pt x="599" y="1300"/>
                  </a:lnTo>
                  <a:lnTo>
                    <a:pt x="599" y="1300"/>
                  </a:lnTo>
                  <a:lnTo>
                    <a:pt x="599" y="1302"/>
                  </a:lnTo>
                  <a:lnTo>
                    <a:pt x="599" y="1304"/>
                  </a:lnTo>
                  <a:lnTo>
                    <a:pt x="599" y="1304"/>
                  </a:lnTo>
                  <a:lnTo>
                    <a:pt x="597" y="1304"/>
                  </a:lnTo>
                  <a:lnTo>
                    <a:pt x="597" y="1304"/>
                  </a:lnTo>
                  <a:lnTo>
                    <a:pt x="597" y="1302"/>
                  </a:lnTo>
                  <a:lnTo>
                    <a:pt x="597" y="1302"/>
                  </a:lnTo>
                  <a:lnTo>
                    <a:pt x="597" y="1302"/>
                  </a:lnTo>
                  <a:lnTo>
                    <a:pt x="597" y="1300"/>
                  </a:lnTo>
                  <a:lnTo>
                    <a:pt x="597" y="1300"/>
                  </a:lnTo>
                  <a:lnTo>
                    <a:pt x="597" y="1300"/>
                  </a:lnTo>
                  <a:lnTo>
                    <a:pt x="597" y="1297"/>
                  </a:lnTo>
                  <a:lnTo>
                    <a:pt x="597" y="1297"/>
                  </a:lnTo>
                  <a:lnTo>
                    <a:pt x="597" y="1297"/>
                  </a:lnTo>
                  <a:lnTo>
                    <a:pt x="597" y="1295"/>
                  </a:lnTo>
                  <a:lnTo>
                    <a:pt x="602" y="1292"/>
                  </a:lnTo>
                  <a:lnTo>
                    <a:pt x="604" y="1292"/>
                  </a:lnTo>
                  <a:lnTo>
                    <a:pt x="604" y="1290"/>
                  </a:lnTo>
                  <a:lnTo>
                    <a:pt x="604" y="1285"/>
                  </a:lnTo>
                  <a:lnTo>
                    <a:pt x="604" y="1285"/>
                  </a:lnTo>
                  <a:lnTo>
                    <a:pt x="604" y="1283"/>
                  </a:lnTo>
                  <a:lnTo>
                    <a:pt x="604" y="1281"/>
                  </a:lnTo>
                  <a:lnTo>
                    <a:pt x="604" y="1278"/>
                  </a:lnTo>
                  <a:lnTo>
                    <a:pt x="606" y="1278"/>
                  </a:lnTo>
                  <a:lnTo>
                    <a:pt x="604" y="1276"/>
                  </a:lnTo>
                  <a:lnTo>
                    <a:pt x="604" y="1276"/>
                  </a:lnTo>
                  <a:lnTo>
                    <a:pt x="604" y="1276"/>
                  </a:lnTo>
                  <a:lnTo>
                    <a:pt x="604" y="1273"/>
                  </a:lnTo>
                  <a:lnTo>
                    <a:pt x="604" y="1273"/>
                  </a:lnTo>
                  <a:lnTo>
                    <a:pt x="604" y="1271"/>
                  </a:lnTo>
                  <a:lnTo>
                    <a:pt x="604" y="1271"/>
                  </a:lnTo>
                  <a:lnTo>
                    <a:pt x="604" y="1269"/>
                  </a:lnTo>
                  <a:lnTo>
                    <a:pt x="604" y="1269"/>
                  </a:lnTo>
                  <a:lnTo>
                    <a:pt x="602" y="1269"/>
                  </a:lnTo>
                  <a:lnTo>
                    <a:pt x="602" y="1269"/>
                  </a:lnTo>
                  <a:lnTo>
                    <a:pt x="602" y="1271"/>
                  </a:lnTo>
                  <a:lnTo>
                    <a:pt x="602" y="1273"/>
                  </a:lnTo>
                  <a:lnTo>
                    <a:pt x="602" y="1273"/>
                  </a:lnTo>
                  <a:lnTo>
                    <a:pt x="602" y="1276"/>
                  </a:lnTo>
                  <a:lnTo>
                    <a:pt x="602" y="1276"/>
                  </a:lnTo>
                  <a:lnTo>
                    <a:pt x="602" y="1276"/>
                  </a:lnTo>
                  <a:lnTo>
                    <a:pt x="599" y="1271"/>
                  </a:lnTo>
                  <a:lnTo>
                    <a:pt x="599" y="1266"/>
                  </a:lnTo>
                  <a:lnTo>
                    <a:pt x="599" y="1266"/>
                  </a:lnTo>
                  <a:lnTo>
                    <a:pt x="594" y="1264"/>
                  </a:lnTo>
                  <a:lnTo>
                    <a:pt x="592" y="1259"/>
                  </a:lnTo>
                  <a:lnTo>
                    <a:pt x="590" y="1259"/>
                  </a:lnTo>
                  <a:lnTo>
                    <a:pt x="590" y="1257"/>
                  </a:lnTo>
                  <a:lnTo>
                    <a:pt x="590" y="1255"/>
                  </a:lnTo>
                  <a:lnTo>
                    <a:pt x="590" y="1252"/>
                  </a:lnTo>
                  <a:lnTo>
                    <a:pt x="592" y="1252"/>
                  </a:lnTo>
                  <a:lnTo>
                    <a:pt x="592" y="1252"/>
                  </a:lnTo>
                  <a:lnTo>
                    <a:pt x="592" y="1252"/>
                  </a:lnTo>
                  <a:lnTo>
                    <a:pt x="594" y="1252"/>
                  </a:lnTo>
                  <a:lnTo>
                    <a:pt x="594" y="1255"/>
                  </a:lnTo>
                  <a:lnTo>
                    <a:pt x="594" y="1255"/>
                  </a:lnTo>
                  <a:lnTo>
                    <a:pt x="594" y="1255"/>
                  </a:lnTo>
                  <a:lnTo>
                    <a:pt x="597" y="1252"/>
                  </a:lnTo>
                  <a:lnTo>
                    <a:pt x="597" y="1252"/>
                  </a:lnTo>
                  <a:lnTo>
                    <a:pt x="597" y="1255"/>
                  </a:lnTo>
                  <a:lnTo>
                    <a:pt x="599" y="1257"/>
                  </a:lnTo>
                  <a:lnTo>
                    <a:pt x="602" y="1259"/>
                  </a:lnTo>
                  <a:lnTo>
                    <a:pt x="604" y="1262"/>
                  </a:lnTo>
                  <a:lnTo>
                    <a:pt x="604" y="1262"/>
                  </a:lnTo>
                  <a:lnTo>
                    <a:pt x="606" y="1264"/>
                  </a:lnTo>
                  <a:lnTo>
                    <a:pt x="609" y="1266"/>
                  </a:lnTo>
                  <a:lnTo>
                    <a:pt x="611" y="1266"/>
                  </a:lnTo>
                  <a:lnTo>
                    <a:pt x="613" y="1269"/>
                  </a:lnTo>
                  <a:lnTo>
                    <a:pt x="616" y="1266"/>
                  </a:lnTo>
                  <a:lnTo>
                    <a:pt x="616" y="1266"/>
                  </a:lnTo>
                  <a:lnTo>
                    <a:pt x="618" y="1266"/>
                  </a:lnTo>
                  <a:lnTo>
                    <a:pt x="620" y="1266"/>
                  </a:lnTo>
                  <a:lnTo>
                    <a:pt x="620" y="1266"/>
                  </a:lnTo>
                  <a:lnTo>
                    <a:pt x="620" y="1266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3" y="1262"/>
                  </a:lnTo>
                  <a:lnTo>
                    <a:pt x="623" y="1262"/>
                  </a:lnTo>
                  <a:lnTo>
                    <a:pt x="620" y="1259"/>
                  </a:lnTo>
                  <a:lnTo>
                    <a:pt x="623" y="1257"/>
                  </a:lnTo>
                  <a:lnTo>
                    <a:pt x="623" y="1255"/>
                  </a:lnTo>
                  <a:lnTo>
                    <a:pt x="620" y="1255"/>
                  </a:lnTo>
                  <a:lnTo>
                    <a:pt x="618" y="1252"/>
                  </a:lnTo>
                  <a:lnTo>
                    <a:pt x="616" y="1247"/>
                  </a:lnTo>
                  <a:lnTo>
                    <a:pt x="616" y="1247"/>
                  </a:lnTo>
                  <a:lnTo>
                    <a:pt x="618" y="1247"/>
                  </a:lnTo>
                  <a:lnTo>
                    <a:pt x="618" y="1247"/>
                  </a:lnTo>
                  <a:lnTo>
                    <a:pt x="618" y="1247"/>
                  </a:lnTo>
                  <a:lnTo>
                    <a:pt x="618" y="1250"/>
                  </a:lnTo>
                  <a:lnTo>
                    <a:pt x="620" y="1250"/>
                  </a:lnTo>
                  <a:lnTo>
                    <a:pt x="620" y="1250"/>
                  </a:lnTo>
                  <a:lnTo>
                    <a:pt x="620" y="1250"/>
                  </a:lnTo>
                  <a:lnTo>
                    <a:pt x="620" y="1247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5" y="1247"/>
                  </a:lnTo>
                  <a:lnTo>
                    <a:pt x="625" y="1247"/>
                  </a:lnTo>
                  <a:lnTo>
                    <a:pt x="625" y="1247"/>
                  </a:lnTo>
                  <a:lnTo>
                    <a:pt x="625" y="1245"/>
                  </a:lnTo>
                  <a:lnTo>
                    <a:pt x="625" y="1245"/>
                  </a:lnTo>
                  <a:lnTo>
                    <a:pt x="625" y="1245"/>
                  </a:lnTo>
                  <a:lnTo>
                    <a:pt x="625" y="1243"/>
                  </a:lnTo>
                  <a:lnTo>
                    <a:pt x="625" y="1243"/>
                  </a:lnTo>
                  <a:lnTo>
                    <a:pt x="628" y="1245"/>
                  </a:lnTo>
                  <a:lnTo>
                    <a:pt x="628" y="1245"/>
                  </a:lnTo>
                  <a:lnTo>
                    <a:pt x="628" y="1247"/>
                  </a:lnTo>
                  <a:lnTo>
                    <a:pt x="625" y="1247"/>
                  </a:lnTo>
                  <a:lnTo>
                    <a:pt x="625" y="1247"/>
                  </a:lnTo>
                  <a:lnTo>
                    <a:pt x="628" y="1247"/>
                  </a:lnTo>
                  <a:lnTo>
                    <a:pt x="628" y="1247"/>
                  </a:lnTo>
                  <a:lnTo>
                    <a:pt x="628" y="1247"/>
                  </a:lnTo>
                  <a:lnTo>
                    <a:pt x="628" y="1245"/>
                  </a:lnTo>
                  <a:lnTo>
                    <a:pt x="630" y="1245"/>
                  </a:lnTo>
                  <a:lnTo>
                    <a:pt x="628" y="1245"/>
                  </a:lnTo>
                  <a:lnTo>
                    <a:pt x="628" y="1243"/>
                  </a:lnTo>
                  <a:lnTo>
                    <a:pt x="628" y="1243"/>
                  </a:lnTo>
                  <a:lnTo>
                    <a:pt x="628" y="1240"/>
                  </a:lnTo>
                  <a:lnTo>
                    <a:pt x="630" y="1240"/>
                  </a:lnTo>
                  <a:lnTo>
                    <a:pt x="630" y="1240"/>
                  </a:lnTo>
                  <a:lnTo>
                    <a:pt x="630" y="1236"/>
                  </a:lnTo>
                  <a:lnTo>
                    <a:pt x="630" y="1236"/>
                  </a:lnTo>
                  <a:lnTo>
                    <a:pt x="632" y="1233"/>
                  </a:lnTo>
                  <a:lnTo>
                    <a:pt x="632" y="1236"/>
                  </a:lnTo>
                  <a:lnTo>
                    <a:pt x="632" y="1236"/>
                  </a:lnTo>
                  <a:lnTo>
                    <a:pt x="632" y="1238"/>
                  </a:lnTo>
                  <a:lnTo>
                    <a:pt x="632" y="1240"/>
                  </a:lnTo>
                  <a:lnTo>
                    <a:pt x="632" y="1240"/>
                  </a:lnTo>
                  <a:lnTo>
                    <a:pt x="632" y="1240"/>
                  </a:lnTo>
                  <a:lnTo>
                    <a:pt x="632" y="1243"/>
                  </a:lnTo>
                  <a:lnTo>
                    <a:pt x="635" y="1243"/>
                  </a:lnTo>
                  <a:lnTo>
                    <a:pt x="635" y="1243"/>
                  </a:lnTo>
                  <a:lnTo>
                    <a:pt x="635" y="1243"/>
                  </a:lnTo>
                  <a:lnTo>
                    <a:pt x="637" y="1240"/>
                  </a:lnTo>
                  <a:lnTo>
                    <a:pt x="637" y="1240"/>
                  </a:lnTo>
                  <a:lnTo>
                    <a:pt x="637" y="1240"/>
                  </a:lnTo>
                  <a:lnTo>
                    <a:pt x="637" y="1243"/>
                  </a:lnTo>
                  <a:lnTo>
                    <a:pt x="637" y="1245"/>
                  </a:lnTo>
                  <a:lnTo>
                    <a:pt x="637" y="1245"/>
                  </a:lnTo>
                  <a:lnTo>
                    <a:pt x="637" y="1245"/>
                  </a:lnTo>
                  <a:lnTo>
                    <a:pt x="639" y="1247"/>
                  </a:lnTo>
                  <a:lnTo>
                    <a:pt x="639" y="1247"/>
                  </a:lnTo>
                  <a:lnTo>
                    <a:pt x="639" y="1250"/>
                  </a:lnTo>
                  <a:lnTo>
                    <a:pt x="642" y="1252"/>
                  </a:lnTo>
                  <a:lnTo>
                    <a:pt x="642" y="1250"/>
                  </a:lnTo>
                  <a:lnTo>
                    <a:pt x="642" y="1250"/>
                  </a:lnTo>
                  <a:lnTo>
                    <a:pt x="642" y="1250"/>
                  </a:lnTo>
                  <a:lnTo>
                    <a:pt x="644" y="1250"/>
                  </a:lnTo>
                  <a:lnTo>
                    <a:pt x="646" y="1255"/>
                  </a:lnTo>
                  <a:lnTo>
                    <a:pt x="649" y="1257"/>
                  </a:lnTo>
                  <a:lnTo>
                    <a:pt x="649" y="1257"/>
                  </a:lnTo>
                  <a:lnTo>
                    <a:pt x="649" y="1257"/>
                  </a:lnTo>
                  <a:lnTo>
                    <a:pt x="649" y="1259"/>
                  </a:lnTo>
                  <a:lnTo>
                    <a:pt x="649" y="1259"/>
                  </a:lnTo>
                  <a:lnTo>
                    <a:pt x="649" y="1257"/>
                  </a:lnTo>
                  <a:lnTo>
                    <a:pt x="649" y="1255"/>
                  </a:lnTo>
                  <a:lnTo>
                    <a:pt x="651" y="1252"/>
                  </a:lnTo>
                  <a:lnTo>
                    <a:pt x="651" y="1250"/>
                  </a:lnTo>
                  <a:lnTo>
                    <a:pt x="651" y="1247"/>
                  </a:lnTo>
                  <a:lnTo>
                    <a:pt x="654" y="1245"/>
                  </a:lnTo>
                  <a:lnTo>
                    <a:pt x="656" y="1238"/>
                  </a:lnTo>
                  <a:lnTo>
                    <a:pt x="656" y="1236"/>
                  </a:lnTo>
                  <a:lnTo>
                    <a:pt x="656" y="1236"/>
                  </a:lnTo>
                  <a:lnTo>
                    <a:pt x="656" y="1236"/>
                  </a:lnTo>
                  <a:lnTo>
                    <a:pt x="656" y="1238"/>
                  </a:lnTo>
                  <a:lnTo>
                    <a:pt x="656" y="1240"/>
                  </a:lnTo>
                  <a:lnTo>
                    <a:pt x="656" y="1243"/>
                  </a:lnTo>
                  <a:lnTo>
                    <a:pt x="656" y="1243"/>
                  </a:lnTo>
                  <a:lnTo>
                    <a:pt x="656" y="1247"/>
                  </a:lnTo>
                  <a:lnTo>
                    <a:pt x="658" y="1252"/>
                  </a:lnTo>
                  <a:lnTo>
                    <a:pt x="658" y="1252"/>
                  </a:lnTo>
                  <a:lnTo>
                    <a:pt x="658" y="1255"/>
                  </a:lnTo>
                  <a:lnTo>
                    <a:pt x="661" y="1257"/>
                  </a:lnTo>
                  <a:lnTo>
                    <a:pt x="661" y="1257"/>
                  </a:lnTo>
                  <a:lnTo>
                    <a:pt x="663" y="1257"/>
                  </a:lnTo>
                  <a:lnTo>
                    <a:pt x="665" y="1257"/>
                  </a:lnTo>
                  <a:lnTo>
                    <a:pt x="665" y="1257"/>
                  </a:lnTo>
                  <a:lnTo>
                    <a:pt x="665" y="1255"/>
                  </a:lnTo>
                  <a:lnTo>
                    <a:pt x="665" y="1255"/>
                  </a:lnTo>
                  <a:lnTo>
                    <a:pt x="665" y="1257"/>
                  </a:lnTo>
                  <a:lnTo>
                    <a:pt x="665" y="1257"/>
                  </a:lnTo>
                  <a:lnTo>
                    <a:pt x="668" y="1257"/>
                  </a:lnTo>
                  <a:lnTo>
                    <a:pt x="668" y="1259"/>
                  </a:lnTo>
                  <a:lnTo>
                    <a:pt x="668" y="1257"/>
                  </a:lnTo>
                  <a:lnTo>
                    <a:pt x="670" y="1257"/>
                  </a:lnTo>
                  <a:lnTo>
                    <a:pt x="670" y="1257"/>
                  </a:lnTo>
                  <a:lnTo>
                    <a:pt x="673" y="1255"/>
                  </a:lnTo>
                  <a:lnTo>
                    <a:pt x="673" y="1252"/>
                  </a:lnTo>
                  <a:lnTo>
                    <a:pt x="673" y="1252"/>
                  </a:lnTo>
                  <a:lnTo>
                    <a:pt x="673" y="1250"/>
                  </a:lnTo>
                  <a:lnTo>
                    <a:pt x="673" y="1250"/>
                  </a:lnTo>
                  <a:lnTo>
                    <a:pt x="673" y="1250"/>
                  </a:lnTo>
                  <a:lnTo>
                    <a:pt x="675" y="1247"/>
                  </a:lnTo>
                  <a:lnTo>
                    <a:pt x="675" y="1245"/>
                  </a:lnTo>
                  <a:lnTo>
                    <a:pt x="675" y="1240"/>
                  </a:lnTo>
                  <a:lnTo>
                    <a:pt x="675" y="1238"/>
                  </a:lnTo>
                  <a:lnTo>
                    <a:pt x="675" y="1238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3"/>
                  </a:lnTo>
                  <a:lnTo>
                    <a:pt x="673" y="1233"/>
                  </a:lnTo>
                  <a:lnTo>
                    <a:pt x="673" y="1231"/>
                  </a:lnTo>
                  <a:lnTo>
                    <a:pt x="673" y="1231"/>
                  </a:lnTo>
                  <a:lnTo>
                    <a:pt x="673" y="1229"/>
                  </a:lnTo>
                  <a:lnTo>
                    <a:pt x="673" y="1229"/>
                  </a:lnTo>
                  <a:lnTo>
                    <a:pt x="673" y="1226"/>
                  </a:lnTo>
                  <a:lnTo>
                    <a:pt x="673" y="1226"/>
                  </a:lnTo>
                  <a:lnTo>
                    <a:pt x="673" y="1226"/>
                  </a:lnTo>
                  <a:lnTo>
                    <a:pt x="673" y="1224"/>
                  </a:lnTo>
                  <a:lnTo>
                    <a:pt x="670" y="1221"/>
                  </a:lnTo>
                  <a:lnTo>
                    <a:pt x="670" y="1221"/>
                  </a:lnTo>
                  <a:lnTo>
                    <a:pt x="670" y="1219"/>
                  </a:lnTo>
                  <a:lnTo>
                    <a:pt x="673" y="1217"/>
                  </a:lnTo>
                  <a:lnTo>
                    <a:pt x="673" y="1214"/>
                  </a:lnTo>
                  <a:lnTo>
                    <a:pt x="673" y="1214"/>
                  </a:lnTo>
                  <a:lnTo>
                    <a:pt x="670" y="1212"/>
                  </a:lnTo>
                  <a:lnTo>
                    <a:pt x="670" y="1212"/>
                  </a:lnTo>
                  <a:lnTo>
                    <a:pt x="670" y="1212"/>
                  </a:lnTo>
                  <a:lnTo>
                    <a:pt x="668" y="1210"/>
                  </a:lnTo>
                  <a:lnTo>
                    <a:pt x="668" y="1212"/>
                  </a:lnTo>
                  <a:lnTo>
                    <a:pt x="668" y="1212"/>
                  </a:lnTo>
                  <a:lnTo>
                    <a:pt x="668" y="1212"/>
                  </a:lnTo>
                  <a:lnTo>
                    <a:pt x="665" y="1214"/>
                  </a:lnTo>
                  <a:lnTo>
                    <a:pt x="665" y="1214"/>
                  </a:lnTo>
                  <a:lnTo>
                    <a:pt x="665" y="1214"/>
                  </a:lnTo>
                  <a:lnTo>
                    <a:pt x="663" y="1217"/>
                  </a:lnTo>
                  <a:lnTo>
                    <a:pt x="663" y="1217"/>
                  </a:lnTo>
                  <a:lnTo>
                    <a:pt x="663" y="1217"/>
                  </a:lnTo>
                  <a:lnTo>
                    <a:pt x="661" y="1212"/>
                  </a:lnTo>
                  <a:lnTo>
                    <a:pt x="658" y="1212"/>
                  </a:lnTo>
                  <a:lnTo>
                    <a:pt x="658" y="1214"/>
                  </a:lnTo>
                  <a:lnTo>
                    <a:pt x="658" y="1217"/>
                  </a:lnTo>
                  <a:lnTo>
                    <a:pt x="658" y="1217"/>
                  </a:lnTo>
                  <a:lnTo>
                    <a:pt x="656" y="1217"/>
                  </a:lnTo>
                  <a:lnTo>
                    <a:pt x="656" y="1217"/>
                  </a:lnTo>
                  <a:lnTo>
                    <a:pt x="656" y="1217"/>
                  </a:lnTo>
                  <a:lnTo>
                    <a:pt x="654" y="1217"/>
                  </a:lnTo>
                  <a:lnTo>
                    <a:pt x="654" y="1219"/>
                  </a:lnTo>
                  <a:lnTo>
                    <a:pt x="654" y="1217"/>
                  </a:lnTo>
                  <a:lnTo>
                    <a:pt x="654" y="1217"/>
                  </a:lnTo>
                  <a:lnTo>
                    <a:pt x="651" y="1214"/>
                  </a:lnTo>
                  <a:lnTo>
                    <a:pt x="651" y="1212"/>
                  </a:lnTo>
                  <a:lnTo>
                    <a:pt x="651" y="1210"/>
                  </a:lnTo>
                  <a:lnTo>
                    <a:pt x="651" y="1207"/>
                  </a:lnTo>
                  <a:lnTo>
                    <a:pt x="651" y="1207"/>
                  </a:lnTo>
                  <a:lnTo>
                    <a:pt x="651" y="1205"/>
                  </a:lnTo>
                  <a:lnTo>
                    <a:pt x="654" y="1205"/>
                  </a:lnTo>
                  <a:lnTo>
                    <a:pt x="654" y="1202"/>
                  </a:lnTo>
                  <a:lnTo>
                    <a:pt x="651" y="1202"/>
                  </a:lnTo>
                  <a:lnTo>
                    <a:pt x="651" y="1202"/>
                  </a:lnTo>
                  <a:lnTo>
                    <a:pt x="651" y="1202"/>
                  </a:lnTo>
                  <a:lnTo>
                    <a:pt x="651" y="1200"/>
                  </a:lnTo>
                  <a:lnTo>
                    <a:pt x="649" y="1200"/>
                  </a:lnTo>
                  <a:lnTo>
                    <a:pt x="646" y="1200"/>
                  </a:lnTo>
                  <a:lnTo>
                    <a:pt x="646" y="1200"/>
                  </a:lnTo>
                  <a:lnTo>
                    <a:pt x="646" y="1205"/>
                  </a:lnTo>
                  <a:lnTo>
                    <a:pt x="644" y="1205"/>
                  </a:lnTo>
                  <a:lnTo>
                    <a:pt x="642" y="1205"/>
                  </a:lnTo>
                  <a:lnTo>
                    <a:pt x="642" y="1205"/>
                  </a:lnTo>
                  <a:lnTo>
                    <a:pt x="639" y="1200"/>
                  </a:lnTo>
                  <a:lnTo>
                    <a:pt x="637" y="1200"/>
                  </a:lnTo>
                  <a:lnTo>
                    <a:pt x="637" y="1198"/>
                  </a:lnTo>
                  <a:lnTo>
                    <a:pt x="637" y="1198"/>
                  </a:lnTo>
                  <a:lnTo>
                    <a:pt x="637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2" y="1195"/>
                  </a:lnTo>
                  <a:lnTo>
                    <a:pt x="628" y="1191"/>
                  </a:lnTo>
                  <a:lnTo>
                    <a:pt x="625" y="1188"/>
                  </a:lnTo>
                  <a:lnTo>
                    <a:pt x="623" y="1186"/>
                  </a:lnTo>
                  <a:lnTo>
                    <a:pt x="620" y="1186"/>
                  </a:lnTo>
                  <a:lnTo>
                    <a:pt x="620" y="1184"/>
                  </a:lnTo>
                  <a:lnTo>
                    <a:pt x="618" y="1184"/>
                  </a:lnTo>
                  <a:lnTo>
                    <a:pt x="618" y="1184"/>
                  </a:lnTo>
                  <a:lnTo>
                    <a:pt x="613" y="1181"/>
                  </a:lnTo>
                  <a:lnTo>
                    <a:pt x="613" y="1179"/>
                  </a:lnTo>
                  <a:lnTo>
                    <a:pt x="616" y="1176"/>
                  </a:lnTo>
                  <a:lnTo>
                    <a:pt x="616" y="1176"/>
                  </a:lnTo>
                  <a:lnTo>
                    <a:pt x="613" y="1174"/>
                  </a:lnTo>
                  <a:lnTo>
                    <a:pt x="613" y="1174"/>
                  </a:lnTo>
                  <a:lnTo>
                    <a:pt x="613" y="1172"/>
                  </a:lnTo>
                  <a:lnTo>
                    <a:pt x="611" y="1172"/>
                  </a:lnTo>
                  <a:lnTo>
                    <a:pt x="611" y="1169"/>
                  </a:lnTo>
                  <a:lnTo>
                    <a:pt x="611" y="1169"/>
                  </a:lnTo>
                  <a:lnTo>
                    <a:pt x="609" y="1167"/>
                  </a:lnTo>
                  <a:lnTo>
                    <a:pt x="606" y="1167"/>
                  </a:lnTo>
                  <a:lnTo>
                    <a:pt x="606" y="1167"/>
                  </a:lnTo>
                  <a:lnTo>
                    <a:pt x="606" y="1169"/>
                  </a:lnTo>
                  <a:lnTo>
                    <a:pt x="606" y="1172"/>
                  </a:lnTo>
                  <a:lnTo>
                    <a:pt x="606" y="1172"/>
                  </a:lnTo>
                  <a:lnTo>
                    <a:pt x="606" y="1174"/>
                  </a:lnTo>
                  <a:lnTo>
                    <a:pt x="606" y="1176"/>
                  </a:lnTo>
                  <a:lnTo>
                    <a:pt x="606" y="1176"/>
                  </a:lnTo>
                  <a:lnTo>
                    <a:pt x="606" y="1176"/>
                  </a:lnTo>
                  <a:lnTo>
                    <a:pt x="609" y="1179"/>
                  </a:lnTo>
                  <a:lnTo>
                    <a:pt x="609" y="1179"/>
                  </a:lnTo>
                  <a:lnTo>
                    <a:pt x="611" y="1179"/>
                  </a:lnTo>
                  <a:lnTo>
                    <a:pt x="611" y="1181"/>
                  </a:lnTo>
                  <a:lnTo>
                    <a:pt x="611" y="1184"/>
                  </a:lnTo>
                  <a:lnTo>
                    <a:pt x="611" y="1184"/>
                  </a:lnTo>
                  <a:lnTo>
                    <a:pt x="606" y="1181"/>
                  </a:lnTo>
                  <a:lnTo>
                    <a:pt x="604" y="1179"/>
                  </a:lnTo>
                  <a:lnTo>
                    <a:pt x="604" y="1176"/>
                  </a:lnTo>
                  <a:lnTo>
                    <a:pt x="602" y="1176"/>
                  </a:lnTo>
                  <a:lnTo>
                    <a:pt x="602" y="1174"/>
                  </a:lnTo>
                  <a:lnTo>
                    <a:pt x="602" y="1174"/>
                  </a:lnTo>
                  <a:lnTo>
                    <a:pt x="594" y="1172"/>
                  </a:lnTo>
                  <a:lnTo>
                    <a:pt x="592" y="1172"/>
                  </a:lnTo>
                  <a:lnTo>
                    <a:pt x="592" y="1172"/>
                  </a:lnTo>
                  <a:lnTo>
                    <a:pt x="590" y="1167"/>
                  </a:lnTo>
                  <a:lnTo>
                    <a:pt x="590" y="1167"/>
                  </a:lnTo>
                  <a:lnTo>
                    <a:pt x="590" y="1165"/>
                  </a:lnTo>
                  <a:lnTo>
                    <a:pt x="590" y="1165"/>
                  </a:lnTo>
                  <a:lnTo>
                    <a:pt x="587" y="1162"/>
                  </a:lnTo>
                  <a:lnTo>
                    <a:pt x="587" y="1162"/>
                  </a:lnTo>
                  <a:lnTo>
                    <a:pt x="585" y="1160"/>
                  </a:lnTo>
                  <a:lnTo>
                    <a:pt x="585" y="1160"/>
                  </a:lnTo>
                  <a:lnTo>
                    <a:pt x="585" y="1160"/>
                  </a:lnTo>
                  <a:lnTo>
                    <a:pt x="583" y="1160"/>
                  </a:lnTo>
                  <a:lnTo>
                    <a:pt x="580" y="1160"/>
                  </a:lnTo>
                  <a:lnTo>
                    <a:pt x="580" y="1158"/>
                  </a:lnTo>
                  <a:lnTo>
                    <a:pt x="580" y="1155"/>
                  </a:lnTo>
                  <a:lnTo>
                    <a:pt x="578" y="1146"/>
                  </a:lnTo>
                  <a:lnTo>
                    <a:pt x="578" y="1143"/>
                  </a:lnTo>
                  <a:lnTo>
                    <a:pt x="576" y="1141"/>
                  </a:lnTo>
                  <a:lnTo>
                    <a:pt x="576" y="1139"/>
                  </a:lnTo>
                  <a:lnTo>
                    <a:pt x="573" y="1139"/>
                  </a:lnTo>
                  <a:lnTo>
                    <a:pt x="564" y="1129"/>
                  </a:lnTo>
                  <a:lnTo>
                    <a:pt x="564" y="1129"/>
                  </a:lnTo>
                  <a:lnTo>
                    <a:pt x="564" y="1127"/>
                  </a:lnTo>
                  <a:lnTo>
                    <a:pt x="564" y="1127"/>
                  </a:lnTo>
                  <a:lnTo>
                    <a:pt x="564" y="1124"/>
                  </a:lnTo>
                  <a:lnTo>
                    <a:pt x="564" y="1124"/>
                  </a:lnTo>
                  <a:lnTo>
                    <a:pt x="564" y="1122"/>
                  </a:lnTo>
                  <a:lnTo>
                    <a:pt x="566" y="1122"/>
                  </a:lnTo>
                  <a:lnTo>
                    <a:pt x="568" y="1120"/>
                  </a:lnTo>
                  <a:lnTo>
                    <a:pt x="568" y="1117"/>
                  </a:lnTo>
                  <a:lnTo>
                    <a:pt x="571" y="1115"/>
                  </a:lnTo>
                  <a:lnTo>
                    <a:pt x="571" y="1113"/>
                  </a:lnTo>
                  <a:lnTo>
                    <a:pt x="568" y="1110"/>
                  </a:lnTo>
                  <a:lnTo>
                    <a:pt x="568" y="1108"/>
                  </a:lnTo>
                  <a:lnTo>
                    <a:pt x="568" y="1105"/>
                  </a:lnTo>
                  <a:lnTo>
                    <a:pt x="571" y="1105"/>
                  </a:lnTo>
                  <a:lnTo>
                    <a:pt x="571" y="1103"/>
                  </a:lnTo>
                  <a:lnTo>
                    <a:pt x="571" y="1103"/>
                  </a:lnTo>
                  <a:lnTo>
                    <a:pt x="576" y="1105"/>
                  </a:lnTo>
                  <a:lnTo>
                    <a:pt x="576" y="1105"/>
                  </a:lnTo>
                  <a:lnTo>
                    <a:pt x="576" y="1105"/>
                  </a:lnTo>
                  <a:lnTo>
                    <a:pt x="576" y="1103"/>
                  </a:lnTo>
                  <a:lnTo>
                    <a:pt x="573" y="1101"/>
                  </a:lnTo>
                  <a:lnTo>
                    <a:pt x="573" y="1098"/>
                  </a:lnTo>
                  <a:lnTo>
                    <a:pt x="573" y="1098"/>
                  </a:lnTo>
                  <a:lnTo>
                    <a:pt x="576" y="1096"/>
                  </a:lnTo>
                  <a:lnTo>
                    <a:pt x="573" y="1094"/>
                  </a:lnTo>
                  <a:lnTo>
                    <a:pt x="573" y="1094"/>
                  </a:lnTo>
                  <a:lnTo>
                    <a:pt x="573" y="1091"/>
                  </a:lnTo>
                  <a:lnTo>
                    <a:pt x="573" y="1086"/>
                  </a:lnTo>
                  <a:lnTo>
                    <a:pt x="573" y="1086"/>
                  </a:lnTo>
                  <a:lnTo>
                    <a:pt x="573" y="1084"/>
                  </a:lnTo>
                  <a:lnTo>
                    <a:pt x="571" y="1077"/>
                  </a:lnTo>
                  <a:lnTo>
                    <a:pt x="571" y="1075"/>
                  </a:lnTo>
                  <a:lnTo>
                    <a:pt x="571" y="1075"/>
                  </a:lnTo>
                  <a:lnTo>
                    <a:pt x="571" y="1075"/>
                  </a:lnTo>
                  <a:lnTo>
                    <a:pt x="571" y="1072"/>
                  </a:lnTo>
                  <a:lnTo>
                    <a:pt x="571" y="1072"/>
                  </a:lnTo>
                  <a:lnTo>
                    <a:pt x="568" y="1070"/>
                  </a:lnTo>
                  <a:lnTo>
                    <a:pt x="568" y="1068"/>
                  </a:lnTo>
                  <a:lnTo>
                    <a:pt x="568" y="1068"/>
                  </a:lnTo>
                  <a:lnTo>
                    <a:pt x="568" y="1068"/>
                  </a:lnTo>
                  <a:lnTo>
                    <a:pt x="568" y="1065"/>
                  </a:lnTo>
                  <a:lnTo>
                    <a:pt x="568" y="1065"/>
                  </a:lnTo>
                  <a:lnTo>
                    <a:pt x="568" y="1065"/>
                  </a:lnTo>
                  <a:lnTo>
                    <a:pt x="566" y="1063"/>
                  </a:lnTo>
                  <a:lnTo>
                    <a:pt x="566" y="1063"/>
                  </a:lnTo>
                  <a:lnTo>
                    <a:pt x="564" y="1063"/>
                  </a:lnTo>
                  <a:lnTo>
                    <a:pt x="564" y="1060"/>
                  </a:lnTo>
                  <a:lnTo>
                    <a:pt x="564" y="1060"/>
                  </a:lnTo>
                  <a:lnTo>
                    <a:pt x="564" y="1058"/>
                  </a:lnTo>
                  <a:lnTo>
                    <a:pt x="564" y="1056"/>
                  </a:lnTo>
                  <a:lnTo>
                    <a:pt x="564" y="1053"/>
                  </a:lnTo>
                  <a:lnTo>
                    <a:pt x="564" y="1053"/>
                  </a:lnTo>
                  <a:lnTo>
                    <a:pt x="561" y="1046"/>
                  </a:lnTo>
                  <a:lnTo>
                    <a:pt x="561" y="1046"/>
                  </a:lnTo>
                  <a:lnTo>
                    <a:pt x="561" y="1046"/>
                  </a:lnTo>
                  <a:lnTo>
                    <a:pt x="561" y="1044"/>
                  </a:lnTo>
                  <a:lnTo>
                    <a:pt x="561" y="1044"/>
                  </a:lnTo>
                  <a:lnTo>
                    <a:pt x="561" y="1042"/>
                  </a:lnTo>
                  <a:lnTo>
                    <a:pt x="561" y="1042"/>
                  </a:lnTo>
                  <a:lnTo>
                    <a:pt x="559" y="1042"/>
                  </a:lnTo>
                  <a:lnTo>
                    <a:pt x="559" y="1042"/>
                  </a:lnTo>
                  <a:lnTo>
                    <a:pt x="559" y="1039"/>
                  </a:lnTo>
                  <a:lnTo>
                    <a:pt x="559" y="1039"/>
                  </a:lnTo>
                  <a:lnTo>
                    <a:pt x="559" y="1037"/>
                  </a:lnTo>
                  <a:lnTo>
                    <a:pt x="559" y="1037"/>
                  </a:lnTo>
                  <a:lnTo>
                    <a:pt x="559" y="1034"/>
                  </a:lnTo>
                  <a:lnTo>
                    <a:pt x="561" y="1034"/>
                  </a:lnTo>
                  <a:lnTo>
                    <a:pt x="561" y="1032"/>
                  </a:lnTo>
                  <a:lnTo>
                    <a:pt x="561" y="1032"/>
                  </a:lnTo>
                  <a:lnTo>
                    <a:pt x="561" y="1030"/>
                  </a:lnTo>
                  <a:lnTo>
                    <a:pt x="561" y="1030"/>
                  </a:lnTo>
                  <a:lnTo>
                    <a:pt x="559" y="1027"/>
                  </a:lnTo>
                  <a:lnTo>
                    <a:pt x="559" y="1027"/>
                  </a:lnTo>
                  <a:lnTo>
                    <a:pt x="559" y="1025"/>
                  </a:lnTo>
                  <a:lnTo>
                    <a:pt x="559" y="1025"/>
                  </a:lnTo>
                  <a:lnTo>
                    <a:pt x="559" y="1023"/>
                  </a:lnTo>
                  <a:lnTo>
                    <a:pt x="557" y="1020"/>
                  </a:lnTo>
                  <a:lnTo>
                    <a:pt x="557" y="1020"/>
                  </a:lnTo>
                  <a:lnTo>
                    <a:pt x="557" y="1018"/>
                  </a:lnTo>
                  <a:lnTo>
                    <a:pt x="557" y="1018"/>
                  </a:lnTo>
                  <a:lnTo>
                    <a:pt x="557" y="1018"/>
                  </a:lnTo>
                  <a:lnTo>
                    <a:pt x="557" y="1015"/>
                  </a:lnTo>
                  <a:lnTo>
                    <a:pt x="557" y="1013"/>
                  </a:lnTo>
                  <a:lnTo>
                    <a:pt x="554" y="1011"/>
                  </a:lnTo>
                  <a:lnTo>
                    <a:pt x="554" y="1008"/>
                  </a:lnTo>
                  <a:lnTo>
                    <a:pt x="554" y="1006"/>
                  </a:lnTo>
                  <a:lnTo>
                    <a:pt x="554" y="1006"/>
                  </a:lnTo>
                  <a:lnTo>
                    <a:pt x="554" y="1006"/>
                  </a:lnTo>
                  <a:lnTo>
                    <a:pt x="557" y="1006"/>
                  </a:lnTo>
                  <a:lnTo>
                    <a:pt x="557" y="1008"/>
                  </a:lnTo>
                  <a:lnTo>
                    <a:pt x="557" y="1006"/>
                  </a:lnTo>
                  <a:lnTo>
                    <a:pt x="557" y="1006"/>
                  </a:lnTo>
                  <a:lnTo>
                    <a:pt x="557" y="1004"/>
                  </a:lnTo>
                  <a:lnTo>
                    <a:pt x="557" y="1004"/>
                  </a:lnTo>
                  <a:lnTo>
                    <a:pt x="557" y="1004"/>
                  </a:lnTo>
                  <a:lnTo>
                    <a:pt x="557" y="1001"/>
                  </a:lnTo>
                  <a:lnTo>
                    <a:pt x="557" y="1001"/>
                  </a:lnTo>
                  <a:lnTo>
                    <a:pt x="557" y="1001"/>
                  </a:lnTo>
                  <a:lnTo>
                    <a:pt x="557" y="1001"/>
                  </a:lnTo>
                  <a:lnTo>
                    <a:pt x="557" y="999"/>
                  </a:lnTo>
                  <a:lnTo>
                    <a:pt x="557" y="999"/>
                  </a:lnTo>
                  <a:lnTo>
                    <a:pt x="557" y="999"/>
                  </a:lnTo>
                  <a:lnTo>
                    <a:pt x="554" y="997"/>
                  </a:lnTo>
                  <a:lnTo>
                    <a:pt x="554" y="997"/>
                  </a:lnTo>
                  <a:lnTo>
                    <a:pt x="554" y="994"/>
                  </a:lnTo>
                  <a:lnTo>
                    <a:pt x="554" y="994"/>
                  </a:lnTo>
                  <a:lnTo>
                    <a:pt x="554" y="992"/>
                  </a:lnTo>
                  <a:lnTo>
                    <a:pt x="557" y="992"/>
                  </a:lnTo>
                  <a:lnTo>
                    <a:pt x="557" y="989"/>
                  </a:lnTo>
                  <a:lnTo>
                    <a:pt x="557" y="989"/>
                  </a:lnTo>
                  <a:lnTo>
                    <a:pt x="557" y="989"/>
                  </a:lnTo>
                  <a:lnTo>
                    <a:pt x="554" y="987"/>
                  </a:lnTo>
                  <a:lnTo>
                    <a:pt x="554" y="987"/>
                  </a:lnTo>
                  <a:lnTo>
                    <a:pt x="552" y="985"/>
                  </a:lnTo>
                  <a:lnTo>
                    <a:pt x="552" y="985"/>
                  </a:lnTo>
                  <a:lnTo>
                    <a:pt x="552" y="982"/>
                  </a:lnTo>
                  <a:lnTo>
                    <a:pt x="552" y="982"/>
                  </a:lnTo>
                  <a:lnTo>
                    <a:pt x="552" y="982"/>
                  </a:lnTo>
                  <a:lnTo>
                    <a:pt x="549" y="978"/>
                  </a:lnTo>
                  <a:lnTo>
                    <a:pt x="552" y="978"/>
                  </a:lnTo>
                  <a:lnTo>
                    <a:pt x="552" y="978"/>
                  </a:lnTo>
                  <a:lnTo>
                    <a:pt x="552" y="980"/>
                  </a:lnTo>
                  <a:lnTo>
                    <a:pt x="554" y="980"/>
                  </a:lnTo>
                  <a:lnTo>
                    <a:pt x="554" y="982"/>
                  </a:lnTo>
                  <a:lnTo>
                    <a:pt x="554" y="982"/>
                  </a:lnTo>
                  <a:lnTo>
                    <a:pt x="554" y="982"/>
                  </a:lnTo>
                  <a:lnTo>
                    <a:pt x="554" y="982"/>
                  </a:lnTo>
                  <a:lnTo>
                    <a:pt x="557" y="982"/>
                  </a:lnTo>
                  <a:lnTo>
                    <a:pt x="554" y="980"/>
                  </a:lnTo>
                  <a:lnTo>
                    <a:pt x="554" y="980"/>
                  </a:lnTo>
                  <a:lnTo>
                    <a:pt x="554" y="980"/>
                  </a:lnTo>
                  <a:lnTo>
                    <a:pt x="554" y="978"/>
                  </a:lnTo>
                  <a:lnTo>
                    <a:pt x="554" y="978"/>
                  </a:lnTo>
                  <a:lnTo>
                    <a:pt x="554" y="978"/>
                  </a:lnTo>
                  <a:lnTo>
                    <a:pt x="554" y="978"/>
                  </a:lnTo>
                  <a:lnTo>
                    <a:pt x="554" y="973"/>
                  </a:lnTo>
                  <a:lnTo>
                    <a:pt x="552" y="973"/>
                  </a:lnTo>
                  <a:lnTo>
                    <a:pt x="552" y="970"/>
                  </a:lnTo>
                  <a:lnTo>
                    <a:pt x="552" y="970"/>
                  </a:lnTo>
                  <a:lnTo>
                    <a:pt x="549" y="970"/>
                  </a:lnTo>
                  <a:lnTo>
                    <a:pt x="549" y="970"/>
                  </a:lnTo>
                  <a:lnTo>
                    <a:pt x="549" y="970"/>
                  </a:lnTo>
                  <a:lnTo>
                    <a:pt x="549" y="970"/>
                  </a:lnTo>
                  <a:lnTo>
                    <a:pt x="552" y="970"/>
                  </a:lnTo>
                  <a:lnTo>
                    <a:pt x="552" y="968"/>
                  </a:lnTo>
                  <a:lnTo>
                    <a:pt x="552" y="968"/>
                  </a:lnTo>
                  <a:lnTo>
                    <a:pt x="549" y="968"/>
                  </a:lnTo>
                  <a:lnTo>
                    <a:pt x="549" y="968"/>
                  </a:lnTo>
                  <a:lnTo>
                    <a:pt x="549" y="966"/>
                  </a:lnTo>
                  <a:lnTo>
                    <a:pt x="549" y="966"/>
                  </a:lnTo>
                  <a:lnTo>
                    <a:pt x="549" y="966"/>
                  </a:lnTo>
                  <a:lnTo>
                    <a:pt x="549" y="963"/>
                  </a:lnTo>
                  <a:lnTo>
                    <a:pt x="549" y="963"/>
                  </a:lnTo>
                  <a:lnTo>
                    <a:pt x="545" y="961"/>
                  </a:lnTo>
                  <a:lnTo>
                    <a:pt x="545" y="959"/>
                  </a:lnTo>
                  <a:lnTo>
                    <a:pt x="545" y="959"/>
                  </a:lnTo>
                  <a:lnTo>
                    <a:pt x="545" y="956"/>
                  </a:lnTo>
                  <a:lnTo>
                    <a:pt x="545" y="956"/>
                  </a:lnTo>
                  <a:lnTo>
                    <a:pt x="545" y="954"/>
                  </a:lnTo>
                  <a:lnTo>
                    <a:pt x="545" y="952"/>
                  </a:lnTo>
                  <a:lnTo>
                    <a:pt x="542" y="952"/>
                  </a:lnTo>
                  <a:lnTo>
                    <a:pt x="542" y="952"/>
                  </a:lnTo>
                  <a:lnTo>
                    <a:pt x="542" y="952"/>
                  </a:lnTo>
                  <a:lnTo>
                    <a:pt x="540" y="954"/>
                  </a:lnTo>
                  <a:lnTo>
                    <a:pt x="540" y="954"/>
                  </a:lnTo>
                  <a:lnTo>
                    <a:pt x="540" y="954"/>
                  </a:lnTo>
                  <a:lnTo>
                    <a:pt x="538" y="954"/>
                  </a:lnTo>
                  <a:lnTo>
                    <a:pt x="535" y="949"/>
                  </a:lnTo>
                  <a:lnTo>
                    <a:pt x="533" y="949"/>
                  </a:lnTo>
                  <a:lnTo>
                    <a:pt x="533" y="949"/>
                  </a:lnTo>
                  <a:lnTo>
                    <a:pt x="533" y="947"/>
                  </a:lnTo>
                  <a:lnTo>
                    <a:pt x="533" y="947"/>
                  </a:lnTo>
                  <a:lnTo>
                    <a:pt x="533" y="947"/>
                  </a:lnTo>
                  <a:lnTo>
                    <a:pt x="531" y="944"/>
                  </a:lnTo>
                  <a:lnTo>
                    <a:pt x="531" y="944"/>
                  </a:lnTo>
                  <a:lnTo>
                    <a:pt x="531" y="942"/>
                  </a:lnTo>
                  <a:lnTo>
                    <a:pt x="531" y="942"/>
                  </a:lnTo>
                  <a:lnTo>
                    <a:pt x="528" y="940"/>
                  </a:lnTo>
                  <a:lnTo>
                    <a:pt x="528" y="940"/>
                  </a:lnTo>
                  <a:lnTo>
                    <a:pt x="528" y="940"/>
                  </a:lnTo>
                  <a:lnTo>
                    <a:pt x="528" y="937"/>
                  </a:lnTo>
                  <a:lnTo>
                    <a:pt x="528" y="937"/>
                  </a:lnTo>
                  <a:lnTo>
                    <a:pt x="528" y="937"/>
                  </a:lnTo>
                  <a:lnTo>
                    <a:pt x="528" y="935"/>
                  </a:lnTo>
                  <a:lnTo>
                    <a:pt x="528" y="935"/>
                  </a:lnTo>
                  <a:lnTo>
                    <a:pt x="528" y="935"/>
                  </a:lnTo>
                  <a:lnTo>
                    <a:pt x="526" y="935"/>
                  </a:lnTo>
                  <a:lnTo>
                    <a:pt x="526" y="935"/>
                  </a:lnTo>
                  <a:lnTo>
                    <a:pt x="526" y="937"/>
                  </a:lnTo>
                  <a:lnTo>
                    <a:pt x="526" y="937"/>
                  </a:lnTo>
                  <a:lnTo>
                    <a:pt x="526" y="937"/>
                  </a:lnTo>
                  <a:lnTo>
                    <a:pt x="523" y="935"/>
                  </a:lnTo>
                  <a:lnTo>
                    <a:pt x="523" y="935"/>
                  </a:lnTo>
                  <a:lnTo>
                    <a:pt x="521" y="933"/>
                  </a:lnTo>
                  <a:lnTo>
                    <a:pt x="521" y="930"/>
                  </a:lnTo>
                  <a:lnTo>
                    <a:pt x="521" y="928"/>
                  </a:lnTo>
                  <a:lnTo>
                    <a:pt x="519" y="928"/>
                  </a:lnTo>
                  <a:lnTo>
                    <a:pt x="519" y="928"/>
                  </a:lnTo>
                  <a:lnTo>
                    <a:pt x="516" y="928"/>
                  </a:lnTo>
                  <a:lnTo>
                    <a:pt x="516" y="930"/>
                  </a:lnTo>
                  <a:lnTo>
                    <a:pt x="516" y="928"/>
                  </a:lnTo>
                  <a:lnTo>
                    <a:pt x="514" y="928"/>
                  </a:lnTo>
                  <a:lnTo>
                    <a:pt x="514" y="928"/>
                  </a:lnTo>
                  <a:lnTo>
                    <a:pt x="514" y="930"/>
                  </a:lnTo>
                  <a:lnTo>
                    <a:pt x="512" y="930"/>
                  </a:lnTo>
                  <a:lnTo>
                    <a:pt x="512" y="930"/>
                  </a:lnTo>
                  <a:lnTo>
                    <a:pt x="512" y="933"/>
                  </a:lnTo>
                  <a:lnTo>
                    <a:pt x="512" y="933"/>
                  </a:lnTo>
                  <a:lnTo>
                    <a:pt x="514" y="937"/>
                  </a:lnTo>
                  <a:lnTo>
                    <a:pt x="514" y="937"/>
                  </a:lnTo>
                  <a:lnTo>
                    <a:pt x="514" y="940"/>
                  </a:lnTo>
                  <a:lnTo>
                    <a:pt x="512" y="940"/>
                  </a:lnTo>
                  <a:lnTo>
                    <a:pt x="509" y="937"/>
                  </a:lnTo>
                  <a:lnTo>
                    <a:pt x="509" y="935"/>
                  </a:lnTo>
                  <a:lnTo>
                    <a:pt x="507" y="935"/>
                  </a:lnTo>
                  <a:lnTo>
                    <a:pt x="507" y="933"/>
                  </a:lnTo>
                  <a:lnTo>
                    <a:pt x="507" y="933"/>
                  </a:lnTo>
                  <a:lnTo>
                    <a:pt x="502" y="928"/>
                  </a:lnTo>
                  <a:lnTo>
                    <a:pt x="502" y="928"/>
                  </a:lnTo>
                  <a:lnTo>
                    <a:pt x="497" y="926"/>
                  </a:lnTo>
                  <a:lnTo>
                    <a:pt x="495" y="926"/>
                  </a:lnTo>
                  <a:lnTo>
                    <a:pt x="488" y="921"/>
                  </a:lnTo>
                  <a:lnTo>
                    <a:pt x="488" y="921"/>
                  </a:lnTo>
                  <a:lnTo>
                    <a:pt x="488" y="923"/>
                  </a:lnTo>
                  <a:lnTo>
                    <a:pt x="488" y="923"/>
                  </a:lnTo>
                  <a:lnTo>
                    <a:pt x="488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8"/>
                  </a:lnTo>
                  <a:lnTo>
                    <a:pt x="486" y="928"/>
                  </a:lnTo>
                  <a:lnTo>
                    <a:pt x="486" y="928"/>
                  </a:lnTo>
                  <a:lnTo>
                    <a:pt x="486" y="930"/>
                  </a:lnTo>
                  <a:lnTo>
                    <a:pt x="486" y="930"/>
                  </a:lnTo>
                  <a:lnTo>
                    <a:pt x="486" y="930"/>
                  </a:lnTo>
                  <a:lnTo>
                    <a:pt x="490" y="935"/>
                  </a:lnTo>
                  <a:lnTo>
                    <a:pt x="490" y="935"/>
                  </a:lnTo>
                  <a:lnTo>
                    <a:pt x="486" y="935"/>
                  </a:lnTo>
                  <a:lnTo>
                    <a:pt x="483" y="935"/>
                  </a:lnTo>
                  <a:lnTo>
                    <a:pt x="481" y="935"/>
                  </a:lnTo>
                  <a:lnTo>
                    <a:pt x="478" y="940"/>
                  </a:lnTo>
                  <a:lnTo>
                    <a:pt x="478" y="942"/>
                  </a:lnTo>
                  <a:lnTo>
                    <a:pt x="481" y="947"/>
                  </a:lnTo>
                  <a:lnTo>
                    <a:pt x="481" y="947"/>
                  </a:lnTo>
                  <a:lnTo>
                    <a:pt x="481" y="947"/>
                  </a:lnTo>
                  <a:lnTo>
                    <a:pt x="478" y="947"/>
                  </a:lnTo>
                  <a:lnTo>
                    <a:pt x="478" y="947"/>
                  </a:lnTo>
                  <a:lnTo>
                    <a:pt x="478" y="949"/>
                  </a:lnTo>
                  <a:lnTo>
                    <a:pt x="481" y="952"/>
                  </a:lnTo>
                  <a:lnTo>
                    <a:pt x="481" y="954"/>
                  </a:lnTo>
                  <a:lnTo>
                    <a:pt x="481" y="954"/>
                  </a:lnTo>
                  <a:lnTo>
                    <a:pt x="481" y="954"/>
                  </a:lnTo>
                  <a:lnTo>
                    <a:pt x="481" y="956"/>
                  </a:lnTo>
                  <a:lnTo>
                    <a:pt x="481" y="956"/>
                  </a:lnTo>
                  <a:lnTo>
                    <a:pt x="481" y="956"/>
                  </a:lnTo>
                  <a:lnTo>
                    <a:pt x="481" y="959"/>
                  </a:lnTo>
                  <a:lnTo>
                    <a:pt x="481" y="959"/>
                  </a:lnTo>
                  <a:lnTo>
                    <a:pt x="481" y="961"/>
                  </a:lnTo>
                  <a:lnTo>
                    <a:pt x="481" y="961"/>
                  </a:lnTo>
                  <a:lnTo>
                    <a:pt x="481" y="961"/>
                  </a:lnTo>
                  <a:lnTo>
                    <a:pt x="481" y="963"/>
                  </a:lnTo>
                  <a:lnTo>
                    <a:pt x="481" y="963"/>
                  </a:lnTo>
                  <a:lnTo>
                    <a:pt x="481" y="966"/>
                  </a:lnTo>
                  <a:lnTo>
                    <a:pt x="481" y="970"/>
                  </a:lnTo>
                  <a:lnTo>
                    <a:pt x="481" y="970"/>
                  </a:lnTo>
                  <a:lnTo>
                    <a:pt x="481" y="973"/>
                  </a:lnTo>
                  <a:lnTo>
                    <a:pt x="481" y="973"/>
                  </a:lnTo>
                  <a:lnTo>
                    <a:pt x="481" y="973"/>
                  </a:lnTo>
                  <a:lnTo>
                    <a:pt x="481" y="975"/>
                  </a:lnTo>
                  <a:lnTo>
                    <a:pt x="481" y="975"/>
                  </a:lnTo>
                  <a:lnTo>
                    <a:pt x="481" y="978"/>
                  </a:lnTo>
                  <a:lnTo>
                    <a:pt x="481" y="978"/>
                  </a:lnTo>
                  <a:lnTo>
                    <a:pt x="481" y="980"/>
                  </a:lnTo>
                  <a:lnTo>
                    <a:pt x="481" y="982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3" y="987"/>
                  </a:lnTo>
                  <a:lnTo>
                    <a:pt x="483" y="987"/>
                  </a:lnTo>
                  <a:lnTo>
                    <a:pt x="483" y="989"/>
                  </a:lnTo>
                  <a:lnTo>
                    <a:pt x="483" y="992"/>
                  </a:lnTo>
                  <a:lnTo>
                    <a:pt x="483" y="992"/>
                  </a:lnTo>
                  <a:lnTo>
                    <a:pt x="483" y="992"/>
                  </a:lnTo>
                  <a:lnTo>
                    <a:pt x="483" y="994"/>
                  </a:lnTo>
                  <a:lnTo>
                    <a:pt x="481" y="994"/>
                  </a:lnTo>
                  <a:lnTo>
                    <a:pt x="481" y="997"/>
                  </a:lnTo>
                  <a:lnTo>
                    <a:pt x="481" y="999"/>
                  </a:lnTo>
                  <a:lnTo>
                    <a:pt x="483" y="999"/>
                  </a:lnTo>
                  <a:lnTo>
                    <a:pt x="486" y="999"/>
                  </a:lnTo>
                  <a:lnTo>
                    <a:pt x="483" y="1001"/>
                  </a:lnTo>
                  <a:lnTo>
                    <a:pt x="481" y="1001"/>
                  </a:lnTo>
                  <a:lnTo>
                    <a:pt x="481" y="1004"/>
                  </a:lnTo>
                  <a:lnTo>
                    <a:pt x="483" y="1004"/>
                  </a:lnTo>
                  <a:lnTo>
                    <a:pt x="483" y="1006"/>
                  </a:lnTo>
                  <a:lnTo>
                    <a:pt x="483" y="1006"/>
                  </a:lnTo>
                  <a:lnTo>
                    <a:pt x="483" y="1008"/>
                  </a:lnTo>
                  <a:lnTo>
                    <a:pt x="483" y="1008"/>
                  </a:lnTo>
                  <a:lnTo>
                    <a:pt x="481" y="1008"/>
                  </a:lnTo>
                  <a:lnTo>
                    <a:pt x="483" y="1011"/>
                  </a:lnTo>
                  <a:lnTo>
                    <a:pt x="483" y="1011"/>
                  </a:lnTo>
                  <a:lnTo>
                    <a:pt x="486" y="1011"/>
                  </a:lnTo>
                  <a:lnTo>
                    <a:pt x="486" y="1013"/>
                  </a:lnTo>
                  <a:lnTo>
                    <a:pt x="483" y="1015"/>
                  </a:lnTo>
                  <a:lnTo>
                    <a:pt x="483" y="1015"/>
                  </a:lnTo>
                  <a:lnTo>
                    <a:pt x="483" y="1015"/>
                  </a:lnTo>
                  <a:lnTo>
                    <a:pt x="483" y="1013"/>
                  </a:lnTo>
                  <a:lnTo>
                    <a:pt x="481" y="1013"/>
                  </a:lnTo>
                  <a:lnTo>
                    <a:pt x="481" y="1013"/>
                  </a:lnTo>
                  <a:lnTo>
                    <a:pt x="481" y="1013"/>
                  </a:lnTo>
                  <a:lnTo>
                    <a:pt x="481" y="1015"/>
                  </a:lnTo>
                  <a:lnTo>
                    <a:pt x="481" y="1018"/>
                  </a:lnTo>
                  <a:lnTo>
                    <a:pt x="481" y="1018"/>
                  </a:lnTo>
                  <a:lnTo>
                    <a:pt x="481" y="1020"/>
                  </a:lnTo>
                  <a:lnTo>
                    <a:pt x="481" y="1025"/>
                  </a:lnTo>
                  <a:lnTo>
                    <a:pt x="481" y="1025"/>
                  </a:lnTo>
                  <a:lnTo>
                    <a:pt x="481" y="1025"/>
                  </a:lnTo>
                  <a:lnTo>
                    <a:pt x="481" y="1027"/>
                  </a:lnTo>
                  <a:lnTo>
                    <a:pt x="481" y="1027"/>
                  </a:lnTo>
                  <a:lnTo>
                    <a:pt x="486" y="1030"/>
                  </a:lnTo>
                  <a:lnTo>
                    <a:pt x="483" y="1030"/>
                  </a:lnTo>
                  <a:lnTo>
                    <a:pt x="483" y="1030"/>
                  </a:lnTo>
                  <a:lnTo>
                    <a:pt x="483" y="1030"/>
                  </a:lnTo>
                  <a:lnTo>
                    <a:pt x="486" y="1032"/>
                  </a:lnTo>
                  <a:lnTo>
                    <a:pt x="486" y="1032"/>
                  </a:lnTo>
                  <a:lnTo>
                    <a:pt x="486" y="1032"/>
                  </a:lnTo>
                  <a:lnTo>
                    <a:pt x="483" y="1034"/>
                  </a:lnTo>
                  <a:lnTo>
                    <a:pt x="483" y="1034"/>
                  </a:lnTo>
                  <a:lnTo>
                    <a:pt x="483" y="1034"/>
                  </a:lnTo>
                  <a:lnTo>
                    <a:pt x="483" y="1037"/>
                  </a:lnTo>
                  <a:lnTo>
                    <a:pt x="483" y="1039"/>
                  </a:lnTo>
                  <a:lnTo>
                    <a:pt x="486" y="1039"/>
                  </a:lnTo>
                  <a:lnTo>
                    <a:pt x="486" y="1039"/>
                  </a:lnTo>
                  <a:lnTo>
                    <a:pt x="488" y="1042"/>
                  </a:lnTo>
                  <a:lnTo>
                    <a:pt x="488" y="1042"/>
                  </a:lnTo>
                  <a:lnTo>
                    <a:pt x="490" y="1044"/>
                  </a:lnTo>
                  <a:lnTo>
                    <a:pt x="490" y="1044"/>
                  </a:lnTo>
                  <a:lnTo>
                    <a:pt x="490" y="1046"/>
                  </a:lnTo>
                  <a:lnTo>
                    <a:pt x="488" y="1049"/>
                  </a:lnTo>
                  <a:lnTo>
                    <a:pt x="490" y="1049"/>
                  </a:lnTo>
                  <a:lnTo>
                    <a:pt x="490" y="1049"/>
                  </a:lnTo>
                  <a:lnTo>
                    <a:pt x="493" y="1049"/>
                  </a:lnTo>
                  <a:lnTo>
                    <a:pt x="493" y="1051"/>
                  </a:lnTo>
                  <a:lnTo>
                    <a:pt x="493" y="1051"/>
                  </a:lnTo>
                  <a:lnTo>
                    <a:pt x="493" y="1053"/>
                  </a:lnTo>
                  <a:lnTo>
                    <a:pt x="490" y="1053"/>
                  </a:lnTo>
                  <a:lnTo>
                    <a:pt x="488" y="1051"/>
                  </a:lnTo>
                  <a:lnTo>
                    <a:pt x="488" y="1051"/>
                  </a:lnTo>
                  <a:lnTo>
                    <a:pt x="488" y="1051"/>
                  </a:lnTo>
                  <a:lnTo>
                    <a:pt x="486" y="1053"/>
                  </a:lnTo>
                  <a:lnTo>
                    <a:pt x="488" y="1053"/>
                  </a:lnTo>
                  <a:lnTo>
                    <a:pt x="488" y="1056"/>
                  </a:lnTo>
                  <a:lnTo>
                    <a:pt x="490" y="1056"/>
                  </a:lnTo>
                  <a:lnTo>
                    <a:pt x="490" y="1056"/>
                  </a:lnTo>
                  <a:lnTo>
                    <a:pt x="493" y="1058"/>
                  </a:lnTo>
                  <a:lnTo>
                    <a:pt x="493" y="1058"/>
                  </a:lnTo>
                  <a:lnTo>
                    <a:pt x="486" y="1060"/>
                  </a:lnTo>
                  <a:lnTo>
                    <a:pt x="483" y="1060"/>
                  </a:lnTo>
                  <a:lnTo>
                    <a:pt x="481" y="1063"/>
                  </a:lnTo>
                  <a:lnTo>
                    <a:pt x="481" y="1065"/>
                  </a:lnTo>
                  <a:lnTo>
                    <a:pt x="478" y="1065"/>
                  </a:lnTo>
                  <a:lnTo>
                    <a:pt x="478" y="1065"/>
                  </a:lnTo>
                  <a:lnTo>
                    <a:pt x="476" y="1065"/>
                  </a:lnTo>
                  <a:lnTo>
                    <a:pt x="476" y="1063"/>
                  </a:lnTo>
                  <a:lnTo>
                    <a:pt x="474" y="1065"/>
                  </a:lnTo>
                  <a:lnTo>
                    <a:pt x="474" y="1068"/>
                  </a:lnTo>
                  <a:lnTo>
                    <a:pt x="474" y="1068"/>
                  </a:lnTo>
                  <a:lnTo>
                    <a:pt x="474" y="1070"/>
                  </a:lnTo>
                  <a:lnTo>
                    <a:pt x="476" y="1070"/>
                  </a:lnTo>
                  <a:lnTo>
                    <a:pt x="476" y="1070"/>
                  </a:lnTo>
                  <a:lnTo>
                    <a:pt x="476" y="1072"/>
                  </a:lnTo>
                  <a:lnTo>
                    <a:pt x="476" y="1075"/>
                  </a:lnTo>
                  <a:lnTo>
                    <a:pt x="476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1" y="1072"/>
                  </a:lnTo>
                  <a:lnTo>
                    <a:pt x="469" y="1072"/>
                  </a:lnTo>
                  <a:lnTo>
                    <a:pt x="469" y="1070"/>
                  </a:lnTo>
                  <a:lnTo>
                    <a:pt x="469" y="1068"/>
                  </a:lnTo>
                  <a:lnTo>
                    <a:pt x="469" y="1065"/>
                  </a:lnTo>
                  <a:lnTo>
                    <a:pt x="469" y="1065"/>
                  </a:lnTo>
                  <a:lnTo>
                    <a:pt x="467" y="1063"/>
                  </a:lnTo>
                  <a:lnTo>
                    <a:pt x="464" y="1065"/>
                  </a:lnTo>
                  <a:lnTo>
                    <a:pt x="462" y="1063"/>
                  </a:lnTo>
                  <a:lnTo>
                    <a:pt x="464" y="1063"/>
                  </a:lnTo>
                  <a:lnTo>
                    <a:pt x="464" y="1063"/>
                  </a:lnTo>
                  <a:lnTo>
                    <a:pt x="464" y="1060"/>
                  </a:lnTo>
                  <a:lnTo>
                    <a:pt x="464" y="1060"/>
                  </a:lnTo>
                  <a:lnTo>
                    <a:pt x="464" y="1060"/>
                  </a:lnTo>
                  <a:lnTo>
                    <a:pt x="464" y="1060"/>
                  </a:lnTo>
                  <a:lnTo>
                    <a:pt x="464" y="1058"/>
                  </a:lnTo>
                  <a:lnTo>
                    <a:pt x="464" y="1058"/>
                  </a:lnTo>
                  <a:lnTo>
                    <a:pt x="462" y="1058"/>
                  </a:lnTo>
                  <a:lnTo>
                    <a:pt x="462" y="1056"/>
                  </a:lnTo>
                  <a:lnTo>
                    <a:pt x="464" y="1053"/>
                  </a:lnTo>
                  <a:lnTo>
                    <a:pt x="464" y="1053"/>
                  </a:lnTo>
                  <a:lnTo>
                    <a:pt x="464" y="1053"/>
                  </a:lnTo>
                  <a:lnTo>
                    <a:pt x="464" y="1051"/>
                  </a:lnTo>
                  <a:lnTo>
                    <a:pt x="464" y="1051"/>
                  </a:lnTo>
                  <a:lnTo>
                    <a:pt x="464" y="1051"/>
                  </a:lnTo>
                  <a:lnTo>
                    <a:pt x="464" y="1049"/>
                  </a:lnTo>
                  <a:lnTo>
                    <a:pt x="464" y="1049"/>
                  </a:lnTo>
                  <a:lnTo>
                    <a:pt x="464" y="1049"/>
                  </a:lnTo>
                  <a:lnTo>
                    <a:pt x="467" y="1046"/>
                  </a:lnTo>
                  <a:lnTo>
                    <a:pt x="467" y="1044"/>
                  </a:lnTo>
                  <a:lnTo>
                    <a:pt x="467" y="1042"/>
                  </a:lnTo>
                  <a:lnTo>
                    <a:pt x="467" y="1042"/>
                  </a:lnTo>
                  <a:lnTo>
                    <a:pt x="467" y="1042"/>
                  </a:lnTo>
                  <a:lnTo>
                    <a:pt x="464" y="1044"/>
                  </a:lnTo>
                  <a:lnTo>
                    <a:pt x="462" y="1044"/>
                  </a:lnTo>
                  <a:lnTo>
                    <a:pt x="462" y="1044"/>
                  </a:lnTo>
                  <a:lnTo>
                    <a:pt x="464" y="1042"/>
                  </a:lnTo>
                  <a:lnTo>
                    <a:pt x="464" y="1039"/>
                  </a:lnTo>
                  <a:lnTo>
                    <a:pt x="462" y="1039"/>
                  </a:lnTo>
                  <a:lnTo>
                    <a:pt x="462" y="1039"/>
                  </a:lnTo>
                  <a:lnTo>
                    <a:pt x="462" y="1037"/>
                  </a:lnTo>
                  <a:lnTo>
                    <a:pt x="462" y="1034"/>
                  </a:lnTo>
                  <a:lnTo>
                    <a:pt x="462" y="1032"/>
                  </a:lnTo>
                  <a:lnTo>
                    <a:pt x="462" y="1032"/>
                  </a:lnTo>
                  <a:lnTo>
                    <a:pt x="462" y="1030"/>
                  </a:lnTo>
                  <a:lnTo>
                    <a:pt x="462" y="1030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4" y="1025"/>
                  </a:lnTo>
                  <a:lnTo>
                    <a:pt x="464" y="1025"/>
                  </a:lnTo>
                  <a:lnTo>
                    <a:pt x="464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0" y="1025"/>
                  </a:lnTo>
                  <a:lnTo>
                    <a:pt x="460" y="1025"/>
                  </a:lnTo>
                  <a:lnTo>
                    <a:pt x="460" y="1025"/>
                  </a:lnTo>
                  <a:lnTo>
                    <a:pt x="460" y="1023"/>
                  </a:lnTo>
                  <a:lnTo>
                    <a:pt x="460" y="1020"/>
                  </a:lnTo>
                  <a:lnTo>
                    <a:pt x="460" y="1020"/>
                  </a:lnTo>
                  <a:lnTo>
                    <a:pt x="460" y="1013"/>
                  </a:lnTo>
                  <a:lnTo>
                    <a:pt x="460" y="1011"/>
                  </a:lnTo>
                  <a:lnTo>
                    <a:pt x="460" y="1008"/>
                  </a:lnTo>
                  <a:lnTo>
                    <a:pt x="460" y="1008"/>
                  </a:lnTo>
                  <a:lnTo>
                    <a:pt x="460" y="1006"/>
                  </a:lnTo>
                  <a:lnTo>
                    <a:pt x="460" y="1004"/>
                  </a:lnTo>
                  <a:lnTo>
                    <a:pt x="460" y="1004"/>
                  </a:lnTo>
                  <a:lnTo>
                    <a:pt x="460" y="1001"/>
                  </a:lnTo>
                  <a:lnTo>
                    <a:pt x="460" y="999"/>
                  </a:lnTo>
                  <a:lnTo>
                    <a:pt x="462" y="999"/>
                  </a:lnTo>
                  <a:lnTo>
                    <a:pt x="462" y="997"/>
                  </a:lnTo>
                  <a:lnTo>
                    <a:pt x="462" y="997"/>
                  </a:lnTo>
                  <a:lnTo>
                    <a:pt x="462" y="997"/>
                  </a:lnTo>
                  <a:lnTo>
                    <a:pt x="462" y="997"/>
                  </a:lnTo>
                  <a:lnTo>
                    <a:pt x="462" y="994"/>
                  </a:lnTo>
                  <a:lnTo>
                    <a:pt x="462" y="992"/>
                  </a:lnTo>
                  <a:lnTo>
                    <a:pt x="462" y="992"/>
                  </a:lnTo>
                  <a:lnTo>
                    <a:pt x="462" y="989"/>
                  </a:lnTo>
                  <a:lnTo>
                    <a:pt x="462" y="987"/>
                  </a:lnTo>
                  <a:lnTo>
                    <a:pt x="462" y="987"/>
                  </a:lnTo>
                  <a:lnTo>
                    <a:pt x="457" y="985"/>
                  </a:lnTo>
                  <a:lnTo>
                    <a:pt x="455" y="985"/>
                  </a:lnTo>
                  <a:lnTo>
                    <a:pt x="457" y="985"/>
                  </a:lnTo>
                  <a:lnTo>
                    <a:pt x="457" y="987"/>
                  </a:lnTo>
                  <a:lnTo>
                    <a:pt x="457" y="987"/>
                  </a:lnTo>
                  <a:lnTo>
                    <a:pt x="455" y="987"/>
                  </a:lnTo>
                  <a:lnTo>
                    <a:pt x="455" y="987"/>
                  </a:lnTo>
                  <a:lnTo>
                    <a:pt x="452" y="987"/>
                  </a:lnTo>
                  <a:lnTo>
                    <a:pt x="450" y="987"/>
                  </a:lnTo>
                  <a:lnTo>
                    <a:pt x="450" y="985"/>
                  </a:lnTo>
                  <a:lnTo>
                    <a:pt x="452" y="985"/>
                  </a:lnTo>
                  <a:lnTo>
                    <a:pt x="452" y="985"/>
                  </a:lnTo>
                  <a:lnTo>
                    <a:pt x="452" y="985"/>
                  </a:lnTo>
                  <a:lnTo>
                    <a:pt x="452" y="982"/>
                  </a:lnTo>
                  <a:lnTo>
                    <a:pt x="452" y="982"/>
                  </a:lnTo>
                  <a:lnTo>
                    <a:pt x="452" y="982"/>
                  </a:lnTo>
                  <a:lnTo>
                    <a:pt x="452" y="980"/>
                  </a:lnTo>
                  <a:lnTo>
                    <a:pt x="452" y="980"/>
                  </a:lnTo>
                  <a:lnTo>
                    <a:pt x="455" y="980"/>
                  </a:lnTo>
                  <a:lnTo>
                    <a:pt x="455" y="978"/>
                  </a:lnTo>
                  <a:lnTo>
                    <a:pt x="455" y="978"/>
                  </a:lnTo>
                  <a:lnTo>
                    <a:pt x="452" y="975"/>
                  </a:lnTo>
                  <a:lnTo>
                    <a:pt x="450" y="973"/>
                  </a:lnTo>
                  <a:lnTo>
                    <a:pt x="450" y="973"/>
                  </a:lnTo>
                  <a:lnTo>
                    <a:pt x="450" y="970"/>
                  </a:lnTo>
                  <a:lnTo>
                    <a:pt x="450" y="970"/>
                  </a:lnTo>
                  <a:lnTo>
                    <a:pt x="452" y="970"/>
                  </a:lnTo>
                  <a:lnTo>
                    <a:pt x="450" y="970"/>
                  </a:lnTo>
                  <a:lnTo>
                    <a:pt x="450" y="968"/>
                  </a:lnTo>
                  <a:lnTo>
                    <a:pt x="450" y="968"/>
                  </a:lnTo>
                  <a:lnTo>
                    <a:pt x="443" y="968"/>
                  </a:lnTo>
                  <a:lnTo>
                    <a:pt x="445" y="968"/>
                  </a:lnTo>
                  <a:lnTo>
                    <a:pt x="445" y="968"/>
                  </a:lnTo>
                  <a:lnTo>
                    <a:pt x="436" y="956"/>
                  </a:lnTo>
                  <a:lnTo>
                    <a:pt x="436" y="956"/>
                  </a:lnTo>
                  <a:lnTo>
                    <a:pt x="438" y="956"/>
                  </a:lnTo>
                  <a:lnTo>
                    <a:pt x="441" y="954"/>
                  </a:lnTo>
                  <a:lnTo>
                    <a:pt x="438" y="954"/>
                  </a:lnTo>
                  <a:lnTo>
                    <a:pt x="436" y="952"/>
                  </a:lnTo>
                  <a:lnTo>
                    <a:pt x="436" y="954"/>
                  </a:lnTo>
                  <a:lnTo>
                    <a:pt x="434" y="954"/>
                  </a:lnTo>
                  <a:lnTo>
                    <a:pt x="434" y="952"/>
                  </a:lnTo>
                  <a:lnTo>
                    <a:pt x="434" y="952"/>
                  </a:lnTo>
                  <a:lnTo>
                    <a:pt x="434" y="952"/>
                  </a:lnTo>
                  <a:lnTo>
                    <a:pt x="434" y="949"/>
                  </a:lnTo>
                  <a:lnTo>
                    <a:pt x="434" y="949"/>
                  </a:lnTo>
                  <a:lnTo>
                    <a:pt x="434" y="949"/>
                  </a:lnTo>
                  <a:lnTo>
                    <a:pt x="431" y="947"/>
                  </a:lnTo>
                  <a:lnTo>
                    <a:pt x="431" y="952"/>
                  </a:lnTo>
                  <a:lnTo>
                    <a:pt x="426" y="966"/>
                  </a:lnTo>
                  <a:lnTo>
                    <a:pt x="429" y="966"/>
                  </a:lnTo>
                  <a:lnTo>
                    <a:pt x="429" y="968"/>
                  </a:lnTo>
                  <a:lnTo>
                    <a:pt x="429" y="968"/>
                  </a:lnTo>
                  <a:lnTo>
                    <a:pt x="434" y="970"/>
                  </a:lnTo>
                  <a:lnTo>
                    <a:pt x="434" y="970"/>
                  </a:lnTo>
                  <a:lnTo>
                    <a:pt x="431" y="970"/>
                  </a:lnTo>
                  <a:lnTo>
                    <a:pt x="431" y="970"/>
                  </a:lnTo>
                  <a:lnTo>
                    <a:pt x="431" y="973"/>
                  </a:lnTo>
                  <a:lnTo>
                    <a:pt x="431" y="973"/>
                  </a:lnTo>
                  <a:lnTo>
                    <a:pt x="431" y="973"/>
                  </a:lnTo>
                  <a:lnTo>
                    <a:pt x="431" y="973"/>
                  </a:lnTo>
                  <a:lnTo>
                    <a:pt x="431" y="975"/>
                  </a:lnTo>
                  <a:lnTo>
                    <a:pt x="431" y="975"/>
                  </a:lnTo>
                  <a:lnTo>
                    <a:pt x="429" y="975"/>
                  </a:lnTo>
                  <a:lnTo>
                    <a:pt x="426" y="970"/>
                  </a:lnTo>
                  <a:lnTo>
                    <a:pt x="426" y="978"/>
                  </a:lnTo>
                  <a:lnTo>
                    <a:pt x="426" y="980"/>
                  </a:lnTo>
                  <a:lnTo>
                    <a:pt x="426" y="980"/>
                  </a:lnTo>
                  <a:lnTo>
                    <a:pt x="426" y="982"/>
                  </a:lnTo>
                  <a:lnTo>
                    <a:pt x="426" y="985"/>
                  </a:lnTo>
                  <a:lnTo>
                    <a:pt x="429" y="985"/>
                  </a:lnTo>
                  <a:lnTo>
                    <a:pt x="429" y="987"/>
                  </a:lnTo>
                  <a:lnTo>
                    <a:pt x="429" y="987"/>
                  </a:lnTo>
                  <a:lnTo>
                    <a:pt x="429" y="987"/>
                  </a:lnTo>
                  <a:lnTo>
                    <a:pt x="429" y="989"/>
                  </a:lnTo>
                  <a:lnTo>
                    <a:pt x="429" y="989"/>
                  </a:lnTo>
                  <a:lnTo>
                    <a:pt x="429" y="989"/>
                  </a:lnTo>
                  <a:lnTo>
                    <a:pt x="429" y="989"/>
                  </a:lnTo>
                  <a:lnTo>
                    <a:pt x="426" y="989"/>
                  </a:lnTo>
                  <a:lnTo>
                    <a:pt x="424" y="987"/>
                  </a:lnTo>
                  <a:lnTo>
                    <a:pt x="424" y="987"/>
                  </a:lnTo>
                  <a:lnTo>
                    <a:pt x="424" y="989"/>
                  </a:lnTo>
                  <a:lnTo>
                    <a:pt x="424" y="989"/>
                  </a:lnTo>
                  <a:lnTo>
                    <a:pt x="429" y="994"/>
                  </a:lnTo>
                  <a:lnTo>
                    <a:pt x="429" y="994"/>
                  </a:lnTo>
                  <a:lnTo>
                    <a:pt x="429" y="997"/>
                  </a:lnTo>
                  <a:lnTo>
                    <a:pt x="426" y="994"/>
                  </a:lnTo>
                  <a:lnTo>
                    <a:pt x="426" y="994"/>
                  </a:lnTo>
                  <a:lnTo>
                    <a:pt x="424" y="992"/>
                  </a:lnTo>
                  <a:lnTo>
                    <a:pt x="424" y="992"/>
                  </a:lnTo>
                  <a:lnTo>
                    <a:pt x="419" y="1008"/>
                  </a:lnTo>
                  <a:lnTo>
                    <a:pt x="419" y="1018"/>
                  </a:lnTo>
                  <a:lnTo>
                    <a:pt x="417" y="1032"/>
                  </a:lnTo>
                  <a:lnTo>
                    <a:pt x="415" y="1046"/>
                  </a:lnTo>
                  <a:lnTo>
                    <a:pt x="410" y="1063"/>
                  </a:lnTo>
                  <a:lnTo>
                    <a:pt x="410" y="1075"/>
                  </a:lnTo>
                  <a:lnTo>
                    <a:pt x="407" y="1086"/>
                  </a:lnTo>
                  <a:lnTo>
                    <a:pt x="403" y="1105"/>
                  </a:lnTo>
                  <a:lnTo>
                    <a:pt x="400" y="1127"/>
                  </a:lnTo>
                  <a:lnTo>
                    <a:pt x="398" y="1146"/>
                  </a:lnTo>
                  <a:lnTo>
                    <a:pt x="393" y="1167"/>
                  </a:lnTo>
                  <a:lnTo>
                    <a:pt x="391" y="1179"/>
                  </a:lnTo>
                  <a:lnTo>
                    <a:pt x="389" y="1191"/>
                  </a:lnTo>
                  <a:lnTo>
                    <a:pt x="386" y="1207"/>
                  </a:lnTo>
                  <a:lnTo>
                    <a:pt x="381" y="1205"/>
                  </a:lnTo>
                  <a:lnTo>
                    <a:pt x="377" y="1205"/>
                  </a:lnTo>
                  <a:lnTo>
                    <a:pt x="372" y="1205"/>
                  </a:lnTo>
                  <a:lnTo>
                    <a:pt x="367" y="1205"/>
                  </a:lnTo>
                  <a:lnTo>
                    <a:pt x="353" y="1202"/>
                  </a:lnTo>
                  <a:lnTo>
                    <a:pt x="339" y="1200"/>
                  </a:lnTo>
                  <a:lnTo>
                    <a:pt x="322" y="1198"/>
                  </a:lnTo>
                  <a:lnTo>
                    <a:pt x="308" y="1195"/>
                  </a:lnTo>
                  <a:lnTo>
                    <a:pt x="308" y="1195"/>
                  </a:lnTo>
                  <a:lnTo>
                    <a:pt x="308" y="1198"/>
                  </a:lnTo>
                  <a:lnTo>
                    <a:pt x="308" y="1200"/>
                  </a:lnTo>
                  <a:lnTo>
                    <a:pt x="308" y="1202"/>
                  </a:lnTo>
                  <a:lnTo>
                    <a:pt x="306" y="1202"/>
                  </a:lnTo>
                  <a:lnTo>
                    <a:pt x="306" y="1202"/>
                  </a:lnTo>
                  <a:lnTo>
                    <a:pt x="303" y="1202"/>
                  </a:lnTo>
                  <a:lnTo>
                    <a:pt x="303" y="1202"/>
                  </a:lnTo>
                  <a:lnTo>
                    <a:pt x="306" y="1202"/>
                  </a:lnTo>
                  <a:lnTo>
                    <a:pt x="306" y="1205"/>
                  </a:lnTo>
                  <a:lnTo>
                    <a:pt x="308" y="1205"/>
                  </a:lnTo>
                  <a:lnTo>
                    <a:pt x="308" y="1205"/>
                  </a:lnTo>
                  <a:lnTo>
                    <a:pt x="308" y="1205"/>
                  </a:lnTo>
                  <a:lnTo>
                    <a:pt x="310" y="1205"/>
                  </a:lnTo>
                  <a:lnTo>
                    <a:pt x="310" y="1205"/>
                  </a:lnTo>
                  <a:lnTo>
                    <a:pt x="310" y="1205"/>
                  </a:lnTo>
                  <a:lnTo>
                    <a:pt x="310" y="1205"/>
                  </a:lnTo>
                  <a:lnTo>
                    <a:pt x="310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6" y="1207"/>
                  </a:lnTo>
                  <a:lnTo>
                    <a:pt x="306" y="1207"/>
                  </a:lnTo>
                  <a:lnTo>
                    <a:pt x="306" y="1207"/>
                  </a:lnTo>
                  <a:lnTo>
                    <a:pt x="303" y="1207"/>
                  </a:lnTo>
                  <a:lnTo>
                    <a:pt x="303" y="1207"/>
                  </a:lnTo>
                  <a:lnTo>
                    <a:pt x="303" y="1207"/>
                  </a:lnTo>
                  <a:lnTo>
                    <a:pt x="301" y="1207"/>
                  </a:lnTo>
                  <a:lnTo>
                    <a:pt x="301" y="1207"/>
                  </a:lnTo>
                  <a:lnTo>
                    <a:pt x="299" y="1207"/>
                  </a:lnTo>
                  <a:lnTo>
                    <a:pt x="299" y="1207"/>
                  </a:lnTo>
                  <a:lnTo>
                    <a:pt x="296" y="1207"/>
                  </a:lnTo>
                  <a:lnTo>
                    <a:pt x="296" y="1207"/>
                  </a:lnTo>
                  <a:lnTo>
                    <a:pt x="294" y="1207"/>
                  </a:lnTo>
                  <a:lnTo>
                    <a:pt x="294" y="1207"/>
                  </a:lnTo>
                  <a:lnTo>
                    <a:pt x="294" y="1207"/>
                  </a:lnTo>
                  <a:lnTo>
                    <a:pt x="294" y="1205"/>
                  </a:lnTo>
                  <a:lnTo>
                    <a:pt x="294" y="1202"/>
                  </a:lnTo>
                  <a:lnTo>
                    <a:pt x="296" y="1200"/>
                  </a:lnTo>
                  <a:lnTo>
                    <a:pt x="296" y="1198"/>
                  </a:lnTo>
                  <a:lnTo>
                    <a:pt x="296" y="1195"/>
                  </a:lnTo>
                  <a:lnTo>
                    <a:pt x="296" y="1195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4" y="1193"/>
                  </a:lnTo>
                  <a:lnTo>
                    <a:pt x="294" y="1193"/>
                  </a:lnTo>
                  <a:lnTo>
                    <a:pt x="292" y="1191"/>
                  </a:lnTo>
                  <a:lnTo>
                    <a:pt x="289" y="1191"/>
                  </a:lnTo>
                  <a:lnTo>
                    <a:pt x="287" y="1191"/>
                  </a:lnTo>
                  <a:lnTo>
                    <a:pt x="284" y="1191"/>
                  </a:lnTo>
                  <a:lnTo>
                    <a:pt x="277" y="1188"/>
                  </a:lnTo>
                  <a:lnTo>
                    <a:pt x="270" y="1188"/>
                  </a:lnTo>
                  <a:lnTo>
                    <a:pt x="256" y="1184"/>
                  </a:lnTo>
                  <a:lnTo>
                    <a:pt x="237" y="1181"/>
                  </a:lnTo>
                  <a:lnTo>
                    <a:pt x="218" y="1176"/>
                  </a:lnTo>
                  <a:lnTo>
                    <a:pt x="202" y="1174"/>
                  </a:lnTo>
                  <a:lnTo>
                    <a:pt x="185" y="1169"/>
                  </a:lnTo>
                  <a:lnTo>
                    <a:pt x="180" y="1169"/>
                  </a:lnTo>
                  <a:lnTo>
                    <a:pt x="176" y="1167"/>
                  </a:lnTo>
                  <a:lnTo>
                    <a:pt x="171" y="1167"/>
                  </a:lnTo>
                  <a:lnTo>
                    <a:pt x="171" y="1165"/>
                  </a:lnTo>
                  <a:lnTo>
                    <a:pt x="166" y="1165"/>
                  </a:lnTo>
                  <a:lnTo>
                    <a:pt x="166" y="1167"/>
                  </a:lnTo>
                  <a:lnTo>
                    <a:pt x="166" y="1169"/>
                  </a:lnTo>
                  <a:lnTo>
                    <a:pt x="164" y="1172"/>
                  </a:lnTo>
                  <a:lnTo>
                    <a:pt x="164" y="1174"/>
                  </a:lnTo>
                  <a:lnTo>
                    <a:pt x="164" y="1176"/>
                  </a:lnTo>
                  <a:lnTo>
                    <a:pt x="164" y="1176"/>
                  </a:lnTo>
                  <a:lnTo>
                    <a:pt x="164" y="1176"/>
                  </a:lnTo>
                  <a:lnTo>
                    <a:pt x="164" y="1179"/>
                  </a:lnTo>
                  <a:lnTo>
                    <a:pt x="166" y="1179"/>
                  </a:lnTo>
                  <a:lnTo>
                    <a:pt x="166" y="1184"/>
                  </a:lnTo>
                  <a:lnTo>
                    <a:pt x="168" y="1186"/>
                  </a:lnTo>
                  <a:lnTo>
                    <a:pt x="168" y="1191"/>
                  </a:lnTo>
                  <a:lnTo>
                    <a:pt x="171" y="1193"/>
                  </a:lnTo>
                  <a:lnTo>
                    <a:pt x="171" y="1195"/>
                  </a:lnTo>
                  <a:lnTo>
                    <a:pt x="171" y="1195"/>
                  </a:lnTo>
                  <a:lnTo>
                    <a:pt x="173" y="1198"/>
                  </a:lnTo>
                  <a:lnTo>
                    <a:pt x="173" y="1200"/>
                  </a:lnTo>
                  <a:lnTo>
                    <a:pt x="171" y="1200"/>
                  </a:lnTo>
                  <a:lnTo>
                    <a:pt x="171" y="1200"/>
                  </a:lnTo>
                  <a:close/>
                  <a:moveTo>
                    <a:pt x="398" y="987"/>
                  </a:moveTo>
                  <a:lnTo>
                    <a:pt x="398" y="987"/>
                  </a:lnTo>
                  <a:lnTo>
                    <a:pt x="398" y="987"/>
                  </a:lnTo>
                  <a:lnTo>
                    <a:pt x="398" y="987"/>
                  </a:lnTo>
                  <a:close/>
                  <a:moveTo>
                    <a:pt x="493" y="897"/>
                  </a:moveTo>
                  <a:lnTo>
                    <a:pt x="490" y="899"/>
                  </a:lnTo>
                  <a:lnTo>
                    <a:pt x="490" y="902"/>
                  </a:lnTo>
                  <a:lnTo>
                    <a:pt x="490" y="902"/>
                  </a:lnTo>
                  <a:lnTo>
                    <a:pt x="490" y="904"/>
                  </a:lnTo>
                  <a:lnTo>
                    <a:pt x="490" y="904"/>
                  </a:lnTo>
                  <a:lnTo>
                    <a:pt x="493" y="904"/>
                  </a:lnTo>
                  <a:lnTo>
                    <a:pt x="500" y="904"/>
                  </a:lnTo>
                  <a:lnTo>
                    <a:pt x="500" y="904"/>
                  </a:lnTo>
                  <a:lnTo>
                    <a:pt x="502" y="904"/>
                  </a:lnTo>
                  <a:lnTo>
                    <a:pt x="502" y="904"/>
                  </a:lnTo>
                  <a:lnTo>
                    <a:pt x="502" y="902"/>
                  </a:lnTo>
                  <a:lnTo>
                    <a:pt x="502" y="902"/>
                  </a:lnTo>
                  <a:lnTo>
                    <a:pt x="502" y="899"/>
                  </a:lnTo>
                  <a:lnTo>
                    <a:pt x="497" y="897"/>
                  </a:lnTo>
                  <a:lnTo>
                    <a:pt x="493" y="897"/>
                  </a:lnTo>
                  <a:close/>
                  <a:moveTo>
                    <a:pt x="644" y="1347"/>
                  </a:moveTo>
                  <a:lnTo>
                    <a:pt x="644" y="1347"/>
                  </a:lnTo>
                  <a:lnTo>
                    <a:pt x="646" y="1347"/>
                  </a:lnTo>
                  <a:lnTo>
                    <a:pt x="646" y="1345"/>
                  </a:lnTo>
                  <a:lnTo>
                    <a:pt x="646" y="1342"/>
                  </a:lnTo>
                  <a:lnTo>
                    <a:pt x="646" y="1342"/>
                  </a:lnTo>
                  <a:lnTo>
                    <a:pt x="646" y="1340"/>
                  </a:lnTo>
                  <a:lnTo>
                    <a:pt x="646" y="1340"/>
                  </a:lnTo>
                  <a:lnTo>
                    <a:pt x="646" y="1337"/>
                  </a:lnTo>
                  <a:lnTo>
                    <a:pt x="646" y="1337"/>
                  </a:lnTo>
                  <a:lnTo>
                    <a:pt x="644" y="1335"/>
                  </a:lnTo>
                  <a:lnTo>
                    <a:pt x="644" y="1335"/>
                  </a:lnTo>
                  <a:lnTo>
                    <a:pt x="644" y="1335"/>
                  </a:lnTo>
                  <a:lnTo>
                    <a:pt x="642" y="1335"/>
                  </a:lnTo>
                  <a:lnTo>
                    <a:pt x="637" y="1330"/>
                  </a:lnTo>
                  <a:lnTo>
                    <a:pt x="635" y="1330"/>
                  </a:lnTo>
                  <a:lnTo>
                    <a:pt x="635" y="1333"/>
                  </a:lnTo>
                  <a:lnTo>
                    <a:pt x="635" y="1335"/>
                  </a:lnTo>
                  <a:lnTo>
                    <a:pt x="635" y="1335"/>
                  </a:lnTo>
                  <a:lnTo>
                    <a:pt x="635" y="1335"/>
                  </a:lnTo>
                  <a:lnTo>
                    <a:pt x="635" y="1335"/>
                  </a:lnTo>
                  <a:lnTo>
                    <a:pt x="632" y="1337"/>
                  </a:lnTo>
                  <a:lnTo>
                    <a:pt x="632" y="1337"/>
                  </a:lnTo>
                  <a:lnTo>
                    <a:pt x="630" y="1340"/>
                  </a:lnTo>
                  <a:lnTo>
                    <a:pt x="628" y="1340"/>
                  </a:lnTo>
                  <a:lnTo>
                    <a:pt x="628" y="1342"/>
                  </a:lnTo>
                  <a:lnTo>
                    <a:pt x="625" y="1342"/>
                  </a:lnTo>
                  <a:lnTo>
                    <a:pt x="623" y="1342"/>
                  </a:lnTo>
                  <a:lnTo>
                    <a:pt x="625" y="1345"/>
                  </a:lnTo>
                  <a:lnTo>
                    <a:pt x="628" y="1347"/>
                  </a:lnTo>
                  <a:lnTo>
                    <a:pt x="628" y="1347"/>
                  </a:lnTo>
                  <a:lnTo>
                    <a:pt x="630" y="1347"/>
                  </a:lnTo>
                  <a:lnTo>
                    <a:pt x="630" y="1347"/>
                  </a:lnTo>
                  <a:lnTo>
                    <a:pt x="630" y="1347"/>
                  </a:lnTo>
                  <a:lnTo>
                    <a:pt x="630" y="1347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5" y="1349"/>
                  </a:lnTo>
                  <a:lnTo>
                    <a:pt x="635" y="1349"/>
                  </a:lnTo>
                  <a:lnTo>
                    <a:pt x="637" y="1352"/>
                  </a:lnTo>
                  <a:lnTo>
                    <a:pt x="637" y="1352"/>
                  </a:lnTo>
                  <a:lnTo>
                    <a:pt x="637" y="1352"/>
                  </a:lnTo>
                  <a:lnTo>
                    <a:pt x="639" y="1354"/>
                  </a:lnTo>
                  <a:lnTo>
                    <a:pt x="639" y="1354"/>
                  </a:lnTo>
                  <a:lnTo>
                    <a:pt x="642" y="1354"/>
                  </a:lnTo>
                  <a:lnTo>
                    <a:pt x="642" y="1352"/>
                  </a:lnTo>
                  <a:lnTo>
                    <a:pt x="642" y="1352"/>
                  </a:lnTo>
                  <a:lnTo>
                    <a:pt x="642" y="1349"/>
                  </a:lnTo>
                  <a:lnTo>
                    <a:pt x="642" y="1349"/>
                  </a:lnTo>
                  <a:lnTo>
                    <a:pt x="642" y="1347"/>
                  </a:lnTo>
                  <a:lnTo>
                    <a:pt x="642" y="1347"/>
                  </a:lnTo>
                  <a:lnTo>
                    <a:pt x="644" y="1347"/>
                  </a:lnTo>
                  <a:lnTo>
                    <a:pt x="644" y="1347"/>
                  </a:lnTo>
                  <a:close/>
                  <a:moveTo>
                    <a:pt x="1219" y="1534"/>
                  </a:moveTo>
                  <a:lnTo>
                    <a:pt x="1222" y="1529"/>
                  </a:lnTo>
                  <a:lnTo>
                    <a:pt x="1222" y="1529"/>
                  </a:lnTo>
                  <a:lnTo>
                    <a:pt x="1222" y="1529"/>
                  </a:lnTo>
                  <a:lnTo>
                    <a:pt x="1222" y="1527"/>
                  </a:lnTo>
                  <a:lnTo>
                    <a:pt x="1222" y="1527"/>
                  </a:lnTo>
                  <a:lnTo>
                    <a:pt x="1219" y="1524"/>
                  </a:lnTo>
                  <a:lnTo>
                    <a:pt x="1219" y="1524"/>
                  </a:lnTo>
                  <a:lnTo>
                    <a:pt x="1219" y="1522"/>
                  </a:lnTo>
                  <a:lnTo>
                    <a:pt x="1222" y="1520"/>
                  </a:lnTo>
                  <a:lnTo>
                    <a:pt x="1222" y="1520"/>
                  </a:lnTo>
                  <a:lnTo>
                    <a:pt x="1222" y="1517"/>
                  </a:lnTo>
                  <a:lnTo>
                    <a:pt x="1219" y="1515"/>
                  </a:lnTo>
                  <a:lnTo>
                    <a:pt x="1207" y="1513"/>
                  </a:lnTo>
                  <a:lnTo>
                    <a:pt x="1205" y="1510"/>
                  </a:lnTo>
                  <a:lnTo>
                    <a:pt x="1203" y="1510"/>
                  </a:lnTo>
                  <a:lnTo>
                    <a:pt x="1198" y="1510"/>
                  </a:lnTo>
                  <a:lnTo>
                    <a:pt x="1195" y="1510"/>
                  </a:lnTo>
                  <a:lnTo>
                    <a:pt x="1193" y="1510"/>
                  </a:lnTo>
                  <a:lnTo>
                    <a:pt x="1191" y="1510"/>
                  </a:lnTo>
                  <a:lnTo>
                    <a:pt x="1191" y="1505"/>
                  </a:lnTo>
                  <a:lnTo>
                    <a:pt x="1186" y="1501"/>
                  </a:lnTo>
                  <a:lnTo>
                    <a:pt x="1184" y="1501"/>
                  </a:lnTo>
                  <a:lnTo>
                    <a:pt x="1184" y="1498"/>
                  </a:lnTo>
                  <a:lnTo>
                    <a:pt x="1188" y="1501"/>
                  </a:lnTo>
                  <a:lnTo>
                    <a:pt x="1191" y="1498"/>
                  </a:lnTo>
                  <a:lnTo>
                    <a:pt x="1186" y="1496"/>
                  </a:lnTo>
                  <a:lnTo>
                    <a:pt x="1184" y="1494"/>
                  </a:lnTo>
                  <a:lnTo>
                    <a:pt x="1184" y="1491"/>
                  </a:lnTo>
                  <a:lnTo>
                    <a:pt x="1188" y="1494"/>
                  </a:lnTo>
                  <a:lnTo>
                    <a:pt x="1188" y="1494"/>
                  </a:lnTo>
                  <a:lnTo>
                    <a:pt x="1191" y="1491"/>
                  </a:lnTo>
                  <a:lnTo>
                    <a:pt x="1191" y="1491"/>
                  </a:lnTo>
                  <a:lnTo>
                    <a:pt x="1188" y="1489"/>
                  </a:lnTo>
                  <a:lnTo>
                    <a:pt x="1191" y="1489"/>
                  </a:lnTo>
                  <a:lnTo>
                    <a:pt x="1193" y="1489"/>
                  </a:lnTo>
                  <a:lnTo>
                    <a:pt x="1198" y="1491"/>
                  </a:lnTo>
                  <a:lnTo>
                    <a:pt x="1198" y="1491"/>
                  </a:lnTo>
                  <a:lnTo>
                    <a:pt x="1198" y="1491"/>
                  </a:lnTo>
                  <a:lnTo>
                    <a:pt x="1198" y="1489"/>
                  </a:lnTo>
                  <a:lnTo>
                    <a:pt x="1198" y="1489"/>
                  </a:lnTo>
                  <a:lnTo>
                    <a:pt x="1198" y="1487"/>
                  </a:lnTo>
                  <a:lnTo>
                    <a:pt x="1200" y="1487"/>
                  </a:lnTo>
                  <a:lnTo>
                    <a:pt x="1200" y="1489"/>
                  </a:lnTo>
                  <a:lnTo>
                    <a:pt x="1200" y="1489"/>
                  </a:lnTo>
                  <a:lnTo>
                    <a:pt x="1203" y="1489"/>
                  </a:lnTo>
                  <a:lnTo>
                    <a:pt x="1205" y="1489"/>
                  </a:lnTo>
                  <a:lnTo>
                    <a:pt x="1205" y="1489"/>
                  </a:lnTo>
                  <a:lnTo>
                    <a:pt x="1207" y="1491"/>
                  </a:lnTo>
                  <a:lnTo>
                    <a:pt x="1207" y="1491"/>
                  </a:lnTo>
                  <a:lnTo>
                    <a:pt x="1214" y="1489"/>
                  </a:lnTo>
                  <a:lnTo>
                    <a:pt x="1217" y="1489"/>
                  </a:lnTo>
                  <a:lnTo>
                    <a:pt x="1217" y="1489"/>
                  </a:lnTo>
                  <a:lnTo>
                    <a:pt x="1219" y="1487"/>
                  </a:lnTo>
                  <a:lnTo>
                    <a:pt x="1219" y="1487"/>
                  </a:lnTo>
                  <a:lnTo>
                    <a:pt x="1222" y="1484"/>
                  </a:lnTo>
                  <a:lnTo>
                    <a:pt x="1226" y="1479"/>
                  </a:lnTo>
                  <a:lnTo>
                    <a:pt x="1229" y="1479"/>
                  </a:lnTo>
                  <a:lnTo>
                    <a:pt x="1231" y="1482"/>
                  </a:lnTo>
                  <a:lnTo>
                    <a:pt x="1233" y="1484"/>
                  </a:lnTo>
                  <a:lnTo>
                    <a:pt x="1233" y="1484"/>
                  </a:lnTo>
                  <a:lnTo>
                    <a:pt x="1236" y="1487"/>
                  </a:lnTo>
                  <a:lnTo>
                    <a:pt x="1236" y="1487"/>
                  </a:lnTo>
                  <a:lnTo>
                    <a:pt x="1236" y="1487"/>
                  </a:lnTo>
                  <a:lnTo>
                    <a:pt x="1238" y="1491"/>
                  </a:lnTo>
                  <a:lnTo>
                    <a:pt x="1238" y="1494"/>
                  </a:lnTo>
                  <a:lnTo>
                    <a:pt x="1238" y="1494"/>
                  </a:lnTo>
                  <a:lnTo>
                    <a:pt x="1238" y="1496"/>
                  </a:lnTo>
                  <a:lnTo>
                    <a:pt x="1240" y="1498"/>
                  </a:lnTo>
                  <a:lnTo>
                    <a:pt x="1240" y="1498"/>
                  </a:lnTo>
                  <a:lnTo>
                    <a:pt x="1240" y="1501"/>
                  </a:lnTo>
                  <a:lnTo>
                    <a:pt x="1240" y="1501"/>
                  </a:lnTo>
                  <a:lnTo>
                    <a:pt x="1240" y="1501"/>
                  </a:lnTo>
                  <a:lnTo>
                    <a:pt x="1240" y="1501"/>
                  </a:lnTo>
                  <a:lnTo>
                    <a:pt x="1240" y="1503"/>
                  </a:lnTo>
                  <a:lnTo>
                    <a:pt x="1243" y="1503"/>
                  </a:lnTo>
                  <a:lnTo>
                    <a:pt x="1243" y="1503"/>
                  </a:lnTo>
                  <a:lnTo>
                    <a:pt x="1243" y="1505"/>
                  </a:lnTo>
                  <a:lnTo>
                    <a:pt x="1245" y="1505"/>
                  </a:lnTo>
                  <a:lnTo>
                    <a:pt x="1245" y="1505"/>
                  </a:lnTo>
                  <a:lnTo>
                    <a:pt x="1245" y="1503"/>
                  </a:lnTo>
                  <a:lnTo>
                    <a:pt x="1248" y="1503"/>
                  </a:lnTo>
                  <a:lnTo>
                    <a:pt x="1248" y="1501"/>
                  </a:lnTo>
                  <a:lnTo>
                    <a:pt x="1248" y="1501"/>
                  </a:lnTo>
                  <a:lnTo>
                    <a:pt x="1248" y="1501"/>
                  </a:lnTo>
                  <a:lnTo>
                    <a:pt x="1248" y="1498"/>
                  </a:lnTo>
                  <a:lnTo>
                    <a:pt x="1248" y="1498"/>
                  </a:lnTo>
                  <a:lnTo>
                    <a:pt x="1248" y="1498"/>
                  </a:lnTo>
                  <a:lnTo>
                    <a:pt x="1248" y="1498"/>
                  </a:lnTo>
                  <a:lnTo>
                    <a:pt x="1248" y="1501"/>
                  </a:lnTo>
                  <a:lnTo>
                    <a:pt x="1250" y="1501"/>
                  </a:lnTo>
                  <a:lnTo>
                    <a:pt x="1250" y="1501"/>
                  </a:lnTo>
                  <a:lnTo>
                    <a:pt x="1250" y="1503"/>
                  </a:lnTo>
                  <a:lnTo>
                    <a:pt x="1250" y="1503"/>
                  </a:lnTo>
                  <a:lnTo>
                    <a:pt x="1252" y="1503"/>
                  </a:lnTo>
                  <a:lnTo>
                    <a:pt x="1252" y="1503"/>
                  </a:lnTo>
                  <a:lnTo>
                    <a:pt x="1255" y="1503"/>
                  </a:lnTo>
                  <a:lnTo>
                    <a:pt x="1255" y="1503"/>
                  </a:lnTo>
                  <a:lnTo>
                    <a:pt x="1255" y="1503"/>
                  </a:lnTo>
                  <a:lnTo>
                    <a:pt x="1257" y="1503"/>
                  </a:lnTo>
                  <a:lnTo>
                    <a:pt x="1257" y="1501"/>
                  </a:lnTo>
                  <a:lnTo>
                    <a:pt x="1257" y="1503"/>
                  </a:lnTo>
                  <a:lnTo>
                    <a:pt x="1259" y="1503"/>
                  </a:lnTo>
                  <a:lnTo>
                    <a:pt x="1262" y="1505"/>
                  </a:lnTo>
                  <a:lnTo>
                    <a:pt x="1262" y="1505"/>
                  </a:lnTo>
                  <a:lnTo>
                    <a:pt x="1269" y="1505"/>
                  </a:lnTo>
                  <a:lnTo>
                    <a:pt x="1271" y="1505"/>
                  </a:lnTo>
                  <a:lnTo>
                    <a:pt x="1274" y="1508"/>
                  </a:lnTo>
                  <a:lnTo>
                    <a:pt x="1274" y="1508"/>
                  </a:lnTo>
                  <a:lnTo>
                    <a:pt x="1276" y="1508"/>
                  </a:lnTo>
                  <a:lnTo>
                    <a:pt x="1276" y="1505"/>
                  </a:lnTo>
                  <a:lnTo>
                    <a:pt x="1276" y="1505"/>
                  </a:lnTo>
                  <a:lnTo>
                    <a:pt x="1276" y="1503"/>
                  </a:lnTo>
                  <a:lnTo>
                    <a:pt x="1274" y="1503"/>
                  </a:lnTo>
                  <a:lnTo>
                    <a:pt x="1271" y="1498"/>
                  </a:lnTo>
                  <a:lnTo>
                    <a:pt x="1269" y="1496"/>
                  </a:lnTo>
                  <a:lnTo>
                    <a:pt x="1269" y="1496"/>
                  </a:lnTo>
                  <a:lnTo>
                    <a:pt x="1266" y="1496"/>
                  </a:lnTo>
                  <a:lnTo>
                    <a:pt x="1266" y="1496"/>
                  </a:lnTo>
                  <a:lnTo>
                    <a:pt x="1266" y="1496"/>
                  </a:lnTo>
                  <a:lnTo>
                    <a:pt x="1264" y="1494"/>
                  </a:lnTo>
                  <a:lnTo>
                    <a:pt x="1264" y="1494"/>
                  </a:lnTo>
                  <a:lnTo>
                    <a:pt x="1264" y="1491"/>
                  </a:lnTo>
                  <a:lnTo>
                    <a:pt x="1266" y="1489"/>
                  </a:lnTo>
                  <a:lnTo>
                    <a:pt x="1266" y="1487"/>
                  </a:lnTo>
                  <a:lnTo>
                    <a:pt x="1269" y="1489"/>
                  </a:lnTo>
                  <a:lnTo>
                    <a:pt x="1266" y="1489"/>
                  </a:lnTo>
                  <a:lnTo>
                    <a:pt x="1269" y="1489"/>
                  </a:lnTo>
                  <a:lnTo>
                    <a:pt x="1271" y="1489"/>
                  </a:lnTo>
                  <a:lnTo>
                    <a:pt x="1271" y="1491"/>
                  </a:lnTo>
                  <a:lnTo>
                    <a:pt x="1274" y="1491"/>
                  </a:lnTo>
                  <a:lnTo>
                    <a:pt x="1274" y="1494"/>
                  </a:lnTo>
                  <a:lnTo>
                    <a:pt x="1274" y="1494"/>
                  </a:lnTo>
                  <a:lnTo>
                    <a:pt x="1274" y="1496"/>
                  </a:lnTo>
                  <a:lnTo>
                    <a:pt x="1274" y="1496"/>
                  </a:lnTo>
                  <a:lnTo>
                    <a:pt x="1276" y="1496"/>
                  </a:lnTo>
                  <a:lnTo>
                    <a:pt x="1276" y="1496"/>
                  </a:lnTo>
                  <a:lnTo>
                    <a:pt x="1276" y="1496"/>
                  </a:lnTo>
                  <a:lnTo>
                    <a:pt x="1278" y="1496"/>
                  </a:lnTo>
                  <a:lnTo>
                    <a:pt x="1276" y="1496"/>
                  </a:lnTo>
                  <a:lnTo>
                    <a:pt x="1276" y="1494"/>
                  </a:lnTo>
                  <a:lnTo>
                    <a:pt x="1278" y="1494"/>
                  </a:lnTo>
                  <a:lnTo>
                    <a:pt x="1278" y="1491"/>
                  </a:lnTo>
                  <a:lnTo>
                    <a:pt x="1281" y="1491"/>
                  </a:lnTo>
                  <a:lnTo>
                    <a:pt x="1281" y="1491"/>
                  </a:lnTo>
                  <a:lnTo>
                    <a:pt x="1283" y="1494"/>
                  </a:lnTo>
                  <a:lnTo>
                    <a:pt x="1283" y="1494"/>
                  </a:lnTo>
                  <a:lnTo>
                    <a:pt x="1283" y="1496"/>
                  </a:lnTo>
                  <a:lnTo>
                    <a:pt x="1283" y="1496"/>
                  </a:lnTo>
                  <a:lnTo>
                    <a:pt x="1283" y="1496"/>
                  </a:lnTo>
                  <a:lnTo>
                    <a:pt x="1285" y="1496"/>
                  </a:lnTo>
                  <a:lnTo>
                    <a:pt x="1285" y="1498"/>
                  </a:lnTo>
                  <a:lnTo>
                    <a:pt x="1290" y="1498"/>
                  </a:lnTo>
                  <a:lnTo>
                    <a:pt x="1290" y="1498"/>
                  </a:lnTo>
                  <a:lnTo>
                    <a:pt x="1290" y="1501"/>
                  </a:lnTo>
                  <a:lnTo>
                    <a:pt x="1293" y="1501"/>
                  </a:lnTo>
                  <a:lnTo>
                    <a:pt x="1295" y="1498"/>
                  </a:lnTo>
                  <a:lnTo>
                    <a:pt x="1297" y="1498"/>
                  </a:lnTo>
                  <a:lnTo>
                    <a:pt x="1297" y="1498"/>
                  </a:lnTo>
                  <a:lnTo>
                    <a:pt x="1297" y="1498"/>
                  </a:lnTo>
                  <a:lnTo>
                    <a:pt x="1297" y="1501"/>
                  </a:lnTo>
                  <a:lnTo>
                    <a:pt x="1297" y="1501"/>
                  </a:lnTo>
                  <a:lnTo>
                    <a:pt x="1297" y="1501"/>
                  </a:lnTo>
                  <a:lnTo>
                    <a:pt x="1297" y="1501"/>
                  </a:lnTo>
                  <a:lnTo>
                    <a:pt x="1297" y="1503"/>
                  </a:lnTo>
                  <a:lnTo>
                    <a:pt x="1297" y="1503"/>
                  </a:lnTo>
                  <a:lnTo>
                    <a:pt x="1297" y="1503"/>
                  </a:lnTo>
                  <a:lnTo>
                    <a:pt x="1297" y="1503"/>
                  </a:lnTo>
                  <a:lnTo>
                    <a:pt x="1300" y="1501"/>
                  </a:lnTo>
                  <a:lnTo>
                    <a:pt x="1300" y="1501"/>
                  </a:lnTo>
                  <a:lnTo>
                    <a:pt x="1302" y="1498"/>
                  </a:lnTo>
                  <a:lnTo>
                    <a:pt x="1302" y="1498"/>
                  </a:lnTo>
                  <a:lnTo>
                    <a:pt x="1300" y="1496"/>
                  </a:lnTo>
                  <a:lnTo>
                    <a:pt x="1297" y="1494"/>
                  </a:lnTo>
                  <a:lnTo>
                    <a:pt x="1297" y="1494"/>
                  </a:lnTo>
                  <a:lnTo>
                    <a:pt x="1295" y="1491"/>
                  </a:lnTo>
                  <a:lnTo>
                    <a:pt x="1295" y="1491"/>
                  </a:lnTo>
                  <a:lnTo>
                    <a:pt x="1293" y="1491"/>
                  </a:lnTo>
                  <a:lnTo>
                    <a:pt x="1293" y="1489"/>
                  </a:lnTo>
                  <a:lnTo>
                    <a:pt x="1293" y="1489"/>
                  </a:lnTo>
                  <a:lnTo>
                    <a:pt x="1290" y="1487"/>
                  </a:lnTo>
                  <a:lnTo>
                    <a:pt x="1290" y="1484"/>
                  </a:lnTo>
                  <a:lnTo>
                    <a:pt x="1290" y="1482"/>
                  </a:lnTo>
                  <a:lnTo>
                    <a:pt x="1288" y="1479"/>
                  </a:lnTo>
                  <a:lnTo>
                    <a:pt x="1288" y="1477"/>
                  </a:lnTo>
                  <a:lnTo>
                    <a:pt x="1285" y="1477"/>
                  </a:lnTo>
                  <a:lnTo>
                    <a:pt x="1285" y="1477"/>
                  </a:lnTo>
                  <a:lnTo>
                    <a:pt x="1283" y="1477"/>
                  </a:lnTo>
                  <a:lnTo>
                    <a:pt x="1283" y="1477"/>
                  </a:lnTo>
                  <a:lnTo>
                    <a:pt x="1281" y="1475"/>
                  </a:lnTo>
                  <a:lnTo>
                    <a:pt x="1281" y="1475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5"/>
                  </a:lnTo>
                  <a:lnTo>
                    <a:pt x="1274" y="1463"/>
                  </a:lnTo>
                  <a:lnTo>
                    <a:pt x="1274" y="1463"/>
                  </a:lnTo>
                  <a:lnTo>
                    <a:pt x="1274" y="1463"/>
                  </a:lnTo>
                  <a:lnTo>
                    <a:pt x="1274" y="1460"/>
                  </a:lnTo>
                  <a:lnTo>
                    <a:pt x="1274" y="1460"/>
                  </a:lnTo>
                  <a:lnTo>
                    <a:pt x="1274" y="1460"/>
                  </a:lnTo>
                  <a:lnTo>
                    <a:pt x="1274" y="1460"/>
                  </a:lnTo>
                  <a:lnTo>
                    <a:pt x="1271" y="1460"/>
                  </a:lnTo>
                  <a:lnTo>
                    <a:pt x="1271" y="1460"/>
                  </a:lnTo>
                  <a:lnTo>
                    <a:pt x="1269" y="1460"/>
                  </a:lnTo>
                  <a:lnTo>
                    <a:pt x="1269" y="1460"/>
                  </a:lnTo>
                  <a:lnTo>
                    <a:pt x="1269" y="1460"/>
                  </a:lnTo>
                  <a:lnTo>
                    <a:pt x="1269" y="1463"/>
                  </a:lnTo>
                  <a:lnTo>
                    <a:pt x="1269" y="1463"/>
                  </a:lnTo>
                  <a:lnTo>
                    <a:pt x="1266" y="1460"/>
                  </a:lnTo>
                  <a:lnTo>
                    <a:pt x="1266" y="1460"/>
                  </a:lnTo>
                  <a:lnTo>
                    <a:pt x="1266" y="1460"/>
                  </a:lnTo>
                  <a:lnTo>
                    <a:pt x="1264" y="1460"/>
                  </a:lnTo>
                  <a:lnTo>
                    <a:pt x="1262" y="1460"/>
                  </a:lnTo>
                  <a:lnTo>
                    <a:pt x="1264" y="1458"/>
                  </a:lnTo>
                  <a:lnTo>
                    <a:pt x="1264" y="1456"/>
                  </a:lnTo>
                  <a:lnTo>
                    <a:pt x="1266" y="1453"/>
                  </a:lnTo>
                  <a:lnTo>
                    <a:pt x="1264" y="1453"/>
                  </a:lnTo>
                  <a:lnTo>
                    <a:pt x="1262" y="1453"/>
                  </a:lnTo>
                  <a:lnTo>
                    <a:pt x="1262" y="1453"/>
                  </a:lnTo>
                  <a:lnTo>
                    <a:pt x="1259" y="1451"/>
                  </a:lnTo>
                  <a:lnTo>
                    <a:pt x="1257" y="1451"/>
                  </a:lnTo>
                  <a:lnTo>
                    <a:pt x="1252" y="1451"/>
                  </a:lnTo>
                  <a:lnTo>
                    <a:pt x="1252" y="1451"/>
                  </a:lnTo>
                  <a:lnTo>
                    <a:pt x="1252" y="1449"/>
                  </a:lnTo>
                  <a:lnTo>
                    <a:pt x="1257" y="1451"/>
                  </a:lnTo>
                  <a:lnTo>
                    <a:pt x="1259" y="1451"/>
                  </a:lnTo>
                  <a:lnTo>
                    <a:pt x="1257" y="1449"/>
                  </a:lnTo>
                  <a:lnTo>
                    <a:pt x="1252" y="1446"/>
                  </a:lnTo>
                  <a:lnTo>
                    <a:pt x="1250" y="1446"/>
                  </a:lnTo>
                  <a:lnTo>
                    <a:pt x="1248" y="1446"/>
                  </a:lnTo>
                  <a:lnTo>
                    <a:pt x="1255" y="1444"/>
                  </a:lnTo>
                  <a:lnTo>
                    <a:pt x="1252" y="1444"/>
                  </a:lnTo>
                  <a:lnTo>
                    <a:pt x="1252" y="1444"/>
                  </a:lnTo>
                  <a:lnTo>
                    <a:pt x="1252" y="1442"/>
                  </a:lnTo>
                  <a:lnTo>
                    <a:pt x="1248" y="1444"/>
                  </a:lnTo>
                  <a:lnTo>
                    <a:pt x="1248" y="1444"/>
                  </a:lnTo>
                  <a:lnTo>
                    <a:pt x="1248" y="1442"/>
                  </a:lnTo>
                  <a:lnTo>
                    <a:pt x="1248" y="1442"/>
                  </a:lnTo>
                  <a:lnTo>
                    <a:pt x="1245" y="1442"/>
                  </a:lnTo>
                  <a:lnTo>
                    <a:pt x="1243" y="1444"/>
                  </a:lnTo>
                  <a:lnTo>
                    <a:pt x="1243" y="1444"/>
                  </a:lnTo>
                  <a:lnTo>
                    <a:pt x="1243" y="1444"/>
                  </a:lnTo>
                  <a:lnTo>
                    <a:pt x="1243" y="1444"/>
                  </a:lnTo>
                  <a:lnTo>
                    <a:pt x="1243" y="1446"/>
                  </a:lnTo>
                  <a:lnTo>
                    <a:pt x="1243" y="1446"/>
                  </a:lnTo>
                  <a:lnTo>
                    <a:pt x="1240" y="1446"/>
                  </a:lnTo>
                  <a:lnTo>
                    <a:pt x="1238" y="1446"/>
                  </a:lnTo>
                  <a:lnTo>
                    <a:pt x="1240" y="1446"/>
                  </a:lnTo>
                  <a:lnTo>
                    <a:pt x="1243" y="1446"/>
                  </a:lnTo>
                  <a:lnTo>
                    <a:pt x="1243" y="1446"/>
                  </a:lnTo>
                  <a:lnTo>
                    <a:pt x="1243" y="1446"/>
                  </a:lnTo>
                  <a:lnTo>
                    <a:pt x="1243" y="1449"/>
                  </a:lnTo>
                  <a:lnTo>
                    <a:pt x="1243" y="1451"/>
                  </a:lnTo>
                  <a:lnTo>
                    <a:pt x="1240" y="1451"/>
                  </a:lnTo>
                  <a:lnTo>
                    <a:pt x="1240" y="1451"/>
                  </a:lnTo>
                  <a:lnTo>
                    <a:pt x="1238" y="1451"/>
                  </a:lnTo>
                  <a:lnTo>
                    <a:pt x="1238" y="1453"/>
                  </a:lnTo>
                  <a:lnTo>
                    <a:pt x="1238" y="1453"/>
                  </a:lnTo>
                  <a:lnTo>
                    <a:pt x="1238" y="1453"/>
                  </a:lnTo>
                  <a:lnTo>
                    <a:pt x="1236" y="1453"/>
                  </a:lnTo>
                  <a:lnTo>
                    <a:pt x="1236" y="1453"/>
                  </a:lnTo>
                  <a:lnTo>
                    <a:pt x="1233" y="1453"/>
                  </a:lnTo>
                  <a:lnTo>
                    <a:pt x="1233" y="1453"/>
                  </a:lnTo>
                  <a:lnTo>
                    <a:pt x="1231" y="1451"/>
                  </a:lnTo>
                  <a:lnTo>
                    <a:pt x="1233" y="1451"/>
                  </a:lnTo>
                  <a:lnTo>
                    <a:pt x="1233" y="1451"/>
                  </a:lnTo>
                  <a:lnTo>
                    <a:pt x="1233" y="1449"/>
                  </a:lnTo>
                  <a:lnTo>
                    <a:pt x="1233" y="1449"/>
                  </a:lnTo>
                  <a:lnTo>
                    <a:pt x="1233" y="1449"/>
                  </a:lnTo>
                  <a:lnTo>
                    <a:pt x="1231" y="1449"/>
                  </a:lnTo>
                  <a:lnTo>
                    <a:pt x="1231" y="1449"/>
                  </a:lnTo>
                  <a:lnTo>
                    <a:pt x="1238" y="1442"/>
                  </a:lnTo>
                  <a:lnTo>
                    <a:pt x="1250" y="1439"/>
                  </a:lnTo>
                  <a:lnTo>
                    <a:pt x="1250" y="1437"/>
                  </a:lnTo>
                  <a:lnTo>
                    <a:pt x="1248" y="1437"/>
                  </a:lnTo>
                  <a:lnTo>
                    <a:pt x="1245" y="1437"/>
                  </a:lnTo>
                  <a:lnTo>
                    <a:pt x="1245" y="1437"/>
                  </a:lnTo>
                  <a:lnTo>
                    <a:pt x="1245" y="1437"/>
                  </a:lnTo>
                  <a:lnTo>
                    <a:pt x="1243" y="1439"/>
                  </a:lnTo>
                  <a:lnTo>
                    <a:pt x="1243" y="1439"/>
                  </a:lnTo>
                  <a:lnTo>
                    <a:pt x="1240" y="1439"/>
                  </a:lnTo>
                  <a:lnTo>
                    <a:pt x="1243" y="1439"/>
                  </a:lnTo>
                  <a:lnTo>
                    <a:pt x="1243" y="1437"/>
                  </a:lnTo>
                  <a:lnTo>
                    <a:pt x="1243" y="1437"/>
                  </a:lnTo>
                  <a:lnTo>
                    <a:pt x="1240" y="1437"/>
                  </a:lnTo>
                  <a:lnTo>
                    <a:pt x="1238" y="1437"/>
                  </a:lnTo>
                  <a:lnTo>
                    <a:pt x="1238" y="1437"/>
                  </a:lnTo>
                  <a:lnTo>
                    <a:pt x="1238" y="1434"/>
                  </a:lnTo>
                  <a:lnTo>
                    <a:pt x="1240" y="1434"/>
                  </a:lnTo>
                  <a:lnTo>
                    <a:pt x="1238" y="1434"/>
                  </a:lnTo>
                  <a:lnTo>
                    <a:pt x="1238" y="1434"/>
                  </a:lnTo>
                  <a:lnTo>
                    <a:pt x="1238" y="1434"/>
                  </a:lnTo>
                  <a:lnTo>
                    <a:pt x="1243" y="1434"/>
                  </a:lnTo>
                  <a:lnTo>
                    <a:pt x="1243" y="1434"/>
                  </a:lnTo>
                  <a:lnTo>
                    <a:pt x="1259" y="1437"/>
                  </a:lnTo>
                  <a:lnTo>
                    <a:pt x="1259" y="1439"/>
                  </a:lnTo>
                  <a:lnTo>
                    <a:pt x="1255" y="1437"/>
                  </a:lnTo>
                  <a:lnTo>
                    <a:pt x="1252" y="1437"/>
                  </a:lnTo>
                  <a:lnTo>
                    <a:pt x="1252" y="1439"/>
                  </a:lnTo>
                  <a:lnTo>
                    <a:pt x="1255" y="1442"/>
                  </a:lnTo>
                  <a:lnTo>
                    <a:pt x="1257" y="1442"/>
                  </a:lnTo>
                  <a:lnTo>
                    <a:pt x="1257" y="1439"/>
                  </a:lnTo>
                  <a:lnTo>
                    <a:pt x="1259" y="1442"/>
                  </a:lnTo>
                  <a:lnTo>
                    <a:pt x="1259" y="1442"/>
                  </a:lnTo>
                  <a:lnTo>
                    <a:pt x="1259" y="1442"/>
                  </a:lnTo>
                  <a:lnTo>
                    <a:pt x="1259" y="1444"/>
                  </a:lnTo>
                  <a:lnTo>
                    <a:pt x="1259" y="1444"/>
                  </a:lnTo>
                  <a:lnTo>
                    <a:pt x="1262" y="1446"/>
                  </a:lnTo>
                  <a:lnTo>
                    <a:pt x="1266" y="1449"/>
                  </a:lnTo>
                  <a:lnTo>
                    <a:pt x="1266" y="1449"/>
                  </a:lnTo>
                  <a:lnTo>
                    <a:pt x="1262" y="1449"/>
                  </a:lnTo>
                  <a:lnTo>
                    <a:pt x="1259" y="1451"/>
                  </a:lnTo>
                  <a:lnTo>
                    <a:pt x="1262" y="1451"/>
                  </a:lnTo>
                  <a:lnTo>
                    <a:pt x="1266" y="1451"/>
                  </a:lnTo>
                  <a:lnTo>
                    <a:pt x="1266" y="1453"/>
                  </a:lnTo>
                  <a:lnTo>
                    <a:pt x="1266" y="1456"/>
                  </a:lnTo>
                  <a:lnTo>
                    <a:pt x="1266" y="1456"/>
                  </a:lnTo>
                  <a:lnTo>
                    <a:pt x="1269" y="1458"/>
                  </a:lnTo>
                  <a:lnTo>
                    <a:pt x="1274" y="1458"/>
                  </a:lnTo>
                  <a:lnTo>
                    <a:pt x="1276" y="1456"/>
                  </a:lnTo>
                  <a:lnTo>
                    <a:pt x="1274" y="1453"/>
                  </a:lnTo>
                  <a:lnTo>
                    <a:pt x="1276" y="1451"/>
                  </a:lnTo>
                  <a:lnTo>
                    <a:pt x="1276" y="1451"/>
                  </a:lnTo>
                  <a:lnTo>
                    <a:pt x="1276" y="1451"/>
                  </a:lnTo>
                  <a:lnTo>
                    <a:pt x="1276" y="1449"/>
                  </a:lnTo>
                  <a:lnTo>
                    <a:pt x="1278" y="1449"/>
                  </a:lnTo>
                  <a:lnTo>
                    <a:pt x="1278" y="1446"/>
                  </a:lnTo>
                  <a:lnTo>
                    <a:pt x="1278" y="1446"/>
                  </a:lnTo>
                  <a:lnTo>
                    <a:pt x="1278" y="1442"/>
                  </a:lnTo>
                  <a:lnTo>
                    <a:pt x="1278" y="1442"/>
                  </a:lnTo>
                  <a:lnTo>
                    <a:pt x="1278" y="1442"/>
                  </a:lnTo>
                  <a:lnTo>
                    <a:pt x="1278" y="1444"/>
                  </a:lnTo>
                  <a:lnTo>
                    <a:pt x="1281" y="1444"/>
                  </a:lnTo>
                  <a:lnTo>
                    <a:pt x="1281" y="1446"/>
                  </a:lnTo>
                  <a:lnTo>
                    <a:pt x="1281" y="1449"/>
                  </a:lnTo>
                  <a:lnTo>
                    <a:pt x="1278" y="1451"/>
                  </a:lnTo>
                  <a:lnTo>
                    <a:pt x="1278" y="1453"/>
                  </a:lnTo>
                  <a:lnTo>
                    <a:pt x="1281" y="1453"/>
                  </a:lnTo>
                  <a:lnTo>
                    <a:pt x="1281" y="1453"/>
                  </a:lnTo>
                  <a:lnTo>
                    <a:pt x="1281" y="1453"/>
                  </a:lnTo>
                  <a:lnTo>
                    <a:pt x="1281" y="1456"/>
                  </a:lnTo>
                  <a:lnTo>
                    <a:pt x="1281" y="1456"/>
                  </a:lnTo>
                  <a:lnTo>
                    <a:pt x="1281" y="1456"/>
                  </a:lnTo>
                  <a:lnTo>
                    <a:pt x="1283" y="1456"/>
                  </a:lnTo>
                  <a:lnTo>
                    <a:pt x="1283" y="1456"/>
                  </a:lnTo>
                  <a:lnTo>
                    <a:pt x="1285" y="1458"/>
                  </a:lnTo>
                  <a:lnTo>
                    <a:pt x="1283" y="1458"/>
                  </a:lnTo>
                  <a:lnTo>
                    <a:pt x="1283" y="1460"/>
                  </a:lnTo>
                  <a:lnTo>
                    <a:pt x="1283" y="1460"/>
                  </a:lnTo>
                  <a:lnTo>
                    <a:pt x="1283" y="1460"/>
                  </a:lnTo>
                  <a:lnTo>
                    <a:pt x="1283" y="1460"/>
                  </a:lnTo>
                  <a:lnTo>
                    <a:pt x="1283" y="1458"/>
                  </a:lnTo>
                  <a:lnTo>
                    <a:pt x="1283" y="1458"/>
                  </a:lnTo>
                  <a:lnTo>
                    <a:pt x="1281" y="1456"/>
                  </a:lnTo>
                  <a:lnTo>
                    <a:pt x="1281" y="1456"/>
                  </a:lnTo>
                  <a:lnTo>
                    <a:pt x="1278" y="1458"/>
                  </a:lnTo>
                  <a:lnTo>
                    <a:pt x="1278" y="1458"/>
                  </a:lnTo>
                  <a:lnTo>
                    <a:pt x="1278" y="1460"/>
                  </a:lnTo>
                  <a:lnTo>
                    <a:pt x="1278" y="1460"/>
                  </a:lnTo>
                  <a:lnTo>
                    <a:pt x="1281" y="1460"/>
                  </a:lnTo>
                  <a:lnTo>
                    <a:pt x="1281" y="1463"/>
                  </a:lnTo>
                  <a:lnTo>
                    <a:pt x="1281" y="1463"/>
                  </a:lnTo>
                  <a:lnTo>
                    <a:pt x="1281" y="1465"/>
                  </a:lnTo>
                  <a:lnTo>
                    <a:pt x="1281" y="1465"/>
                  </a:lnTo>
                  <a:lnTo>
                    <a:pt x="1283" y="1468"/>
                  </a:lnTo>
                  <a:lnTo>
                    <a:pt x="1283" y="1468"/>
                  </a:lnTo>
                  <a:lnTo>
                    <a:pt x="1283" y="1468"/>
                  </a:lnTo>
                  <a:lnTo>
                    <a:pt x="1283" y="1465"/>
                  </a:lnTo>
                  <a:lnTo>
                    <a:pt x="1285" y="1465"/>
                  </a:lnTo>
                  <a:lnTo>
                    <a:pt x="1285" y="1468"/>
                  </a:lnTo>
                  <a:lnTo>
                    <a:pt x="1288" y="1470"/>
                  </a:lnTo>
                  <a:lnTo>
                    <a:pt x="1293" y="1470"/>
                  </a:lnTo>
                  <a:lnTo>
                    <a:pt x="1295" y="1470"/>
                  </a:lnTo>
                  <a:lnTo>
                    <a:pt x="1295" y="1470"/>
                  </a:lnTo>
                  <a:lnTo>
                    <a:pt x="1295" y="1472"/>
                  </a:lnTo>
                  <a:lnTo>
                    <a:pt x="1297" y="1475"/>
                  </a:lnTo>
                  <a:lnTo>
                    <a:pt x="1300" y="1477"/>
                  </a:lnTo>
                  <a:lnTo>
                    <a:pt x="1300" y="1477"/>
                  </a:lnTo>
                  <a:lnTo>
                    <a:pt x="1302" y="1479"/>
                  </a:lnTo>
                  <a:lnTo>
                    <a:pt x="1302" y="1479"/>
                  </a:lnTo>
                  <a:lnTo>
                    <a:pt x="1302" y="1482"/>
                  </a:lnTo>
                  <a:lnTo>
                    <a:pt x="1302" y="1482"/>
                  </a:lnTo>
                  <a:lnTo>
                    <a:pt x="1300" y="1479"/>
                  </a:lnTo>
                  <a:lnTo>
                    <a:pt x="1300" y="1479"/>
                  </a:lnTo>
                  <a:lnTo>
                    <a:pt x="1300" y="1477"/>
                  </a:lnTo>
                  <a:lnTo>
                    <a:pt x="1300" y="1477"/>
                  </a:lnTo>
                  <a:lnTo>
                    <a:pt x="1297" y="1477"/>
                  </a:lnTo>
                  <a:lnTo>
                    <a:pt x="1297" y="1477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302" y="1482"/>
                  </a:lnTo>
                  <a:lnTo>
                    <a:pt x="1302" y="1484"/>
                  </a:lnTo>
                  <a:lnTo>
                    <a:pt x="1302" y="1484"/>
                  </a:lnTo>
                  <a:lnTo>
                    <a:pt x="1302" y="1484"/>
                  </a:lnTo>
                  <a:lnTo>
                    <a:pt x="1304" y="1482"/>
                  </a:lnTo>
                  <a:lnTo>
                    <a:pt x="1307" y="1484"/>
                  </a:lnTo>
                  <a:lnTo>
                    <a:pt x="1309" y="1482"/>
                  </a:lnTo>
                  <a:lnTo>
                    <a:pt x="1309" y="1484"/>
                  </a:lnTo>
                  <a:lnTo>
                    <a:pt x="1309" y="1479"/>
                  </a:lnTo>
                  <a:lnTo>
                    <a:pt x="1311" y="1479"/>
                  </a:lnTo>
                  <a:lnTo>
                    <a:pt x="1311" y="1479"/>
                  </a:lnTo>
                  <a:lnTo>
                    <a:pt x="1311" y="1477"/>
                  </a:lnTo>
                  <a:lnTo>
                    <a:pt x="1316" y="1472"/>
                  </a:lnTo>
                  <a:lnTo>
                    <a:pt x="1316" y="1472"/>
                  </a:lnTo>
                  <a:lnTo>
                    <a:pt x="1316" y="1472"/>
                  </a:lnTo>
                  <a:lnTo>
                    <a:pt x="1316" y="1470"/>
                  </a:lnTo>
                  <a:lnTo>
                    <a:pt x="1319" y="1468"/>
                  </a:lnTo>
                  <a:lnTo>
                    <a:pt x="1319" y="1465"/>
                  </a:lnTo>
                  <a:lnTo>
                    <a:pt x="1319" y="1463"/>
                  </a:lnTo>
                  <a:lnTo>
                    <a:pt x="1316" y="1463"/>
                  </a:lnTo>
                  <a:lnTo>
                    <a:pt x="1319" y="1463"/>
                  </a:lnTo>
                  <a:lnTo>
                    <a:pt x="1321" y="1460"/>
                  </a:lnTo>
                  <a:lnTo>
                    <a:pt x="1323" y="1460"/>
                  </a:lnTo>
                  <a:lnTo>
                    <a:pt x="1330" y="1458"/>
                  </a:lnTo>
                  <a:lnTo>
                    <a:pt x="1333" y="1458"/>
                  </a:lnTo>
                  <a:lnTo>
                    <a:pt x="1330" y="1456"/>
                  </a:lnTo>
                  <a:lnTo>
                    <a:pt x="1330" y="1453"/>
                  </a:lnTo>
                  <a:lnTo>
                    <a:pt x="1333" y="1453"/>
                  </a:lnTo>
                  <a:lnTo>
                    <a:pt x="1333" y="1451"/>
                  </a:lnTo>
                  <a:lnTo>
                    <a:pt x="1333" y="1449"/>
                  </a:lnTo>
                  <a:lnTo>
                    <a:pt x="1333" y="1449"/>
                  </a:lnTo>
                  <a:lnTo>
                    <a:pt x="1333" y="1446"/>
                  </a:lnTo>
                  <a:lnTo>
                    <a:pt x="1335" y="1444"/>
                  </a:lnTo>
                  <a:lnTo>
                    <a:pt x="1335" y="1444"/>
                  </a:lnTo>
                  <a:lnTo>
                    <a:pt x="1335" y="1444"/>
                  </a:lnTo>
                  <a:lnTo>
                    <a:pt x="1335" y="1442"/>
                  </a:lnTo>
                  <a:lnTo>
                    <a:pt x="1335" y="1442"/>
                  </a:lnTo>
                  <a:lnTo>
                    <a:pt x="1342" y="1442"/>
                  </a:lnTo>
                  <a:lnTo>
                    <a:pt x="1342" y="1439"/>
                  </a:lnTo>
                  <a:lnTo>
                    <a:pt x="1342" y="1439"/>
                  </a:lnTo>
                  <a:lnTo>
                    <a:pt x="1342" y="1439"/>
                  </a:lnTo>
                  <a:lnTo>
                    <a:pt x="1340" y="1437"/>
                  </a:lnTo>
                  <a:lnTo>
                    <a:pt x="1340" y="1437"/>
                  </a:lnTo>
                  <a:lnTo>
                    <a:pt x="1342" y="1434"/>
                  </a:lnTo>
                  <a:lnTo>
                    <a:pt x="1342" y="1432"/>
                  </a:lnTo>
                  <a:lnTo>
                    <a:pt x="1342" y="1430"/>
                  </a:lnTo>
                  <a:lnTo>
                    <a:pt x="1342" y="1430"/>
                  </a:lnTo>
                  <a:lnTo>
                    <a:pt x="1342" y="1430"/>
                  </a:lnTo>
                  <a:lnTo>
                    <a:pt x="1342" y="1430"/>
                  </a:lnTo>
                  <a:lnTo>
                    <a:pt x="1342" y="1427"/>
                  </a:lnTo>
                  <a:lnTo>
                    <a:pt x="1345" y="1423"/>
                  </a:lnTo>
                  <a:lnTo>
                    <a:pt x="1342" y="1423"/>
                  </a:lnTo>
                  <a:lnTo>
                    <a:pt x="1342" y="1423"/>
                  </a:lnTo>
                  <a:lnTo>
                    <a:pt x="1342" y="1423"/>
                  </a:lnTo>
                  <a:lnTo>
                    <a:pt x="1342" y="1420"/>
                  </a:lnTo>
                  <a:lnTo>
                    <a:pt x="1342" y="1420"/>
                  </a:lnTo>
                  <a:lnTo>
                    <a:pt x="1342" y="1420"/>
                  </a:lnTo>
                  <a:lnTo>
                    <a:pt x="1342" y="1420"/>
                  </a:lnTo>
                  <a:lnTo>
                    <a:pt x="1342" y="1418"/>
                  </a:lnTo>
                  <a:lnTo>
                    <a:pt x="1342" y="1418"/>
                  </a:lnTo>
                  <a:lnTo>
                    <a:pt x="1345" y="1418"/>
                  </a:lnTo>
                  <a:lnTo>
                    <a:pt x="1345" y="1416"/>
                  </a:lnTo>
                  <a:lnTo>
                    <a:pt x="1347" y="1416"/>
                  </a:lnTo>
                  <a:lnTo>
                    <a:pt x="1347" y="1413"/>
                  </a:lnTo>
                  <a:lnTo>
                    <a:pt x="1352" y="1416"/>
                  </a:lnTo>
                  <a:lnTo>
                    <a:pt x="1354" y="1413"/>
                  </a:lnTo>
                  <a:lnTo>
                    <a:pt x="1354" y="1413"/>
                  </a:lnTo>
                  <a:lnTo>
                    <a:pt x="1354" y="1411"/>
                  </a:lnTo>
                  <a:lnTo>
                    <a:pt x="1354" y="1411"/>
                  </a:lnTo>
                  <a:lnTo>
                    <a:pt x="1359" y="1411"/>
                  </a:lnTo>
                  <a:lnTo>
                    <a:pt x="1359" y="1411"/>
                  </a:lnTo>
                  <a:lnTo>
                    <a:pt x="1359" y="1408"/>
                  </a:lnTo>
                  <a:lnTo>
                    <a:pt x="1359" y="1406"/>
                  </a:lnTo>
                  <a:lnTo>
                    <a:pt x="1359" y="1406"/>
                  </a:lnTo>
                  <a:lnTo>
                    <a:pt x="1359" y="1406"/>
                  </a:lnTo>
                  <a:lnTo>
                    <a:pt x="1359" y="1406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1"/>
                  </a:lnTo>
                  <a:lnTo>
                    <a:pt x="1359" y="1401"/>
                  </a:lnTo>
                  <a:lnTo>
                    <a:pt x="1359" y="1401"/>
                  </a:lnTo>
                  <a:lnTo>
                    <a:pt x="1359" y="1399"/>
                  </a:lnTo>
                  <a:lnTo>
                    <a:pt x="1359" y="1399"/>
                  </a:lnTo>
                  <a:lnTo>
                    <a:pt x="1359" y="1399"/>
                  </a:lnTo>
                  <a:lnTo>
                    <a:pt x="1359" y="1394"/>
                  </a:lnTo>
                  <a:lnTo>
                    <a:pt x="1359" y="1392"/>
                  </a:lnTo>
                  <a:lnTo>
                    <a:pt x="1356" y="1387"/>
                  </a:lnTo>
                  <a:lnTo>
                    <a:pt x="1356" y="1385"/>
                  </a:lnTo>
                  <a:lnTo>
                    <a:pt x="1356" y="1380"/>
                  </a:lnTo>
                  <a:lnTo>
                    <a:pt x="1356" y="1378"/>
                  </a:lnTo>
                  <a:lnTo>
                    <a:pt x="1356" y="1378"/>
                  </a:lnTo>
                  <a:lnTo>
                    <a:pt x="1356" y="1375"/>
                  </a:lnTo>
                  <a:lnTo>
                    <a:pt x="1356" y="1373"/>
                  </a:lnTo>
                  <a:lnTo>
                    <a:pt x="1356" y="1368"/>
                  </a:lnTo>
                  <a:lnTo>
                    <a:pt x="1354" y="1366"/>
                  </a:lnTo>
                  <a:lnTo>
                    <a:pt x="1352" y="1366"/>
                  </a:lnTo>
                  <a:lnTo>
                    <a:pt x="1352" y="1366"/>
                  </a:lnTo>
                  <a:lnTo>
                    <a:pt x="1352" y="1363"/>
                  </a:lnTo>
                  <a:lnTo>
                    <a:pt x="1349" y="1363"/>
                  </a:lnTo>
                  <a:lnTo>
                    <a:pt x="1347" y="1361"/>
                  </a:lnTo>
                  <a:lnTo>
                    <a:pt x="1347" y="1359"/>
                  </a:lnTo>
                  <a:lnTo>
                    <a:pt x="1345" y="1356"/>
                  </a:lnTo>
                  <a:lnTo>
                    <a:pt x="1340" y="1354"/>
                  </a:lnTo>
                  <a:lnTo>
                    <a:pt x="1335" y="1354"/>
                  </a:lnTo>
                  <a:lnTo>
                    <a:pt x="1333" y="1349"/>
                  </a:lnTo>
                  <a:lnTo>
                    <a:pt x="1333" y="1349"/>
                  </a:lnTo>
                  <a:lnTo>
                    <a:pt x="1330" y="1349"/>
                  </a:lnTo>
                  <a:lnTo>
                    <a:pt x="1330" y="1349"/>
                  </a:lnTo>
                  <a:lnTo>
                    <a:pt x="1328" y="1347"/>
                  </a:lnTo>
                  <a:lnTo>
                    <a:pt x="1328" y="1347"/>
                  </a:lnTo>
                  <a:lnTo>
                    <a:pt x="1328" y="1347"/>
                  </a:lnTo>
                  <a:lnTo>
                    <a:pt x="1328" y="1345"/>
                  </a:lnTo>
                  <a:lnTo>
                    <a:pt x="1328" y="1345"/>
                  </a:lnTo>
                  <a:lnTo>
                    <a:pt x="1328" y="1345"/>
                  </a:lnTo>
                  <a:lnTo>
                    <a:pt x="1326" y="1345"/>
                  </a:lnTo>
                  <a:lnTo>
                    <a:pt x="1323" y="1345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19" y="1340"/>
                  </a:lnTo>
                  <a:lnTo>
                    <a:pt x="1316" y="1340"/>
                  </a:lnTo>
                  <a:lnTo>
                    <a:pt x="1316" y="1340"/>
                  </a:lnTo>
                  <a:lnTo>
                    <a:pt x="1316" y="1337"/>
                  </a:lnTo>
                  <a:lnTo>
                    <a:pt x="1314" y="1337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1" y="1333"/>
                  </a:lnTo>
                  <a:lnTo>
                    <a:pt x="1311" y="1330"/>
                  </a:lnTo>
                  <a:lnTo>
                    <a:pt x="1309" y="1330"/>
                  </a:lnTo>
                  <a:lnTo>
                    <a:pt x="1311" y="1330"/>
                  </a:lnTo>
                  <a:lnTo>
                    <a:pt x="1311" y="1328"/>
                  </a:lnTo>
                  <a:lnTo>
                    <a:pt x="1311" y="1328"/>
                  </a:lnTo>
                  <a:lnTo>
                    <a:pt x="1311" y="1328"/>
                  </a:lnTo>
                  <a:lnTo>
                    <a:pt x="1311" y="1328"/>
                  </a:lnTo>
                  <a:lnTo>
                    <a:pt x="1311" y="1326"/>
                  </a:lnTo>
                  <a:lnTo>
                    <a:pt x="1311" y="1326"/>
                  </a:lnTo>
                  <a:lnTo>
                    <a:pt x="1311" y="1323"/>
                  </a:lnTo>
                  <a:lnTo>
                    <a:pt x="1311" y="1323"/>
                  </a:lnTo>
                  <a:lnTo>
                    <a:pt x="1311" y="1323"/>
                  </a:lnTo>
                  <a:lnTo>
                    <a:pt x="1309" y="1321"/>
                  </a:lnTo>
                  <a:lnTo>
                    <a:pt x="1309" y="1321"/>
                  </a:lnTo>
                  <a:lnTo>
                    <a:pt x="1311" y="1318"/>
                  </a:lnTo>
                  <a:lnTo>
                    <a:pt x="1311" y="1318"/>
                  </a:lnTo>
                  <a:lnTo>
                    <a:pt x="1311" y="1311"/>
                  </a:lnTo>
                  <a:lnTo>
                    <a:pt x="1311" y="1311"/>
                  </a:lnTo>
                  <a:lnTo>
                    <a:pt x="1309" y="1311"/>
                  </a:lnTo>
                  <a:lnTo>
                    <a:pt x="1309" y="1311"/>
                  </a:lnTo>
                  <a:lnTo>
                    <a:pt x="1309" y="1311"/>
                  </a:lnTo>
                  <a:lnTo>
                    <a:pt x="1309" y="1314"/>
                  </a:lnTo>
                  <a:lnTo>
                    <a:pt x="1309" y="1314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8"/>
                  </a:lnTo>
                  <a:lnTo>
                    <a:pt x="1309" y="1318"/>
                  </a:lnTo>
                  <a:lnTo>
                    <a:pt x="1307" y="1321"/>
                  </a:lnTo>
                  <a:lnTo>
                    <a:pt x="1307" y="1321"/>
                  </a:lnTo>
                  <a:lnTo>
                    <a:pt x="1302" y="1318"/>
                  </a:lnTo>
                  <a:lnTo>
                    <a:pt x="1302" y="1318"/>
                  </a:lnTo>
                  <a:lnTo>
                    <a:pt x="1300" y="1318"/>
                  </a:lnTo>
                  <a:lnTo>
                    <a:pt x="1300" y="1318"/>
                  </a:lnTo>
                  <a:lnTo>
                    <a:pt x="1302" y="1314"/>
                  </a:lnTo>
                  <a:lnTo>
                    <a:pt x="1302" y="1311"/>
                  </a:lnTo>
                  <a:lnTo>
                    <a:pt x="1302" y="1309"/>
                  </a:lnTo>
                  <a:lnTo>
                    <a:pt x="1300" y="1307"/>
                  </a:lnTo>
                  <a:lnTo>
                    <a:pt x="1300" y="1307"/>
                  </a:lnTo>
                  <a:lnTo>
                    <a:pt x="1297" y="1309"/>
                  </a:lnTo>
                  <a:lnTo>
                    <a:pt x="1295" y="1309"/>
                  </a:lnTo>
                  <a:lnTo>
                    <a:pt x="1295" y="1309"/>
                  </a:lnTo>
                  <a:lnTo>
                    <a:pt x="1293" y="1307"/>
                  </a:lnTo>
                  <a:lnTo>
                    <a:pt x="1293" y="1307"/>
                  </a:lnTo>
                  <a:lnTo>
                    <a:pt x="1293" y="1307"/>
                  </a:lnTo>
                  <a:lnTo>
                    <a:pt x="1295" y="1304"/>
                  </a:lnTo>
                  <a:lnTo>
                    <a:pt x="1297" y="1304"/>
                  </a:lnTo>
                  <a:lnTo>
                    <a:pt x="1295" y="1302"/>
                  </a:lnTo>
                  <a:lnTo>
                    <a:pt x="1290" y="1300"/>
                  </a:lnTo>
                  <a:lnTo>
                    <a:pt x="1290" y="1300"/>
                  </a:lnTo>
                  <a:lnTo>
                    <a:pt x="1290" y="1300"/>
                  </a:lnTo>
                  <a:lnTo>
                    <a:pt x="1290" y="1300"/>
                  </a:lnTo>
                  <a:lnTo>
                    <a:pt x="1288" y="1297"/>
                  </a:lnTo>
                  <a:lnTo>
                    <a:pt x="1285" y="1300"/>
                  </a:lnTo>
                  <a:lnTo>
                    <a:pt x="1285" y="1300"/>
                  </a:lnTo>
                  <a:lnTo>
                    <a:pt x="1285" y="1300"/>
                  </a:lnTo>
                  <a:lnTo>
                    <a:pt x="1285" y="1300"/>
                  </a:lnTo>
                  <a:lnTo>
                    <a:pt x="1283" y="1297"/>
                  </a:lnTo>
                  <a:lnTo>
                    <a:pt x="1283" y="1297"/>
                  </a:lnTo>
                  <a:lnTo>
                    <a:pt x="1283" y="1297"/>
                  </a:lnTo>
                  <a:lnTo>
                    <a:pt x="1285" y="1297"/>
                  </a:lnTo>
                  <a:lnTo>
                    <a:pt x="1288" y="1297"/>
                  </a:lnTo>
                  <a:lnTo>
                    <a:pt x="1288" y="1295"/>
                  </a:lnTo>
                  <a:lnTo>
                    <a:pt x="1288" y="1295"/>
                  </a:lnTo>
                  <a:lnTo>
                    <a:pt x="1285" y="1292"/>
                  </a:lnTo>
                  <a:lnTo>
                    <a:pt x="1285" y="1292"/>
                  </a:lnTo>
                  <a:lnTo>
                    <a:pt x="1285" y="1292"/>
                  </a:lnTo>
                  <a:lnTo>
                    <a:pt x="1285" y="1292"/>
                  </a:lnTo>
                  <a:lnTo>
                    <a:pt x="1283" y="1292"/>
                  </a:lnTo>
                  <a:lnTo>
                    <a:pt x="1283" y="1292"/>
                  </a:lnTo>
                  <a:lnTo>
                    <a:pt x="1283" y="1290"/>
                  </a:lnTo>
                  <a:lnTo>
                    <a:pt x="1283" y="1290"/>
                  </a:lnTo>
                  <a:lnTo>
                    <a:pt x="1283" y="1290"/>
                  </a:lnTo>
                  <a:lnTo>
                    <a:pt x="1288" y="1292"/>
                  </a:lnTo>
                  <a:lnTo>
                    <a:pt x="1290" y="1292"/>
                  </a:lnTo>
                  <a:lnTo>
                    <a:pt x="1295" y="1292"/>
                  </a:lnTo>
                  <a:lnTo>
                    <a:pt x="1297" y="1292"/>
                  </a:lnTo>
                  <a:lnTo>
                    <a:pt x="1297" y="1290"/>
                  </a:lnTo>
                  <a:lnTo>
                    <a:pt x="1297" y="1290"/>
                  </a:lnTo>
                  <a:lnTo>
                    <a:pt x="1297" y="1288"/>
                  </a:lnTo>
                  <a:lnTo>
                    <a:pt x="1297" y="1288"/>
                  </a:lnTo>
                  <a:lnTo>
                    <a:pt x="1295" y="1288"/>
                  </a:lnTo>
                  <a:lnTo>
                    <a:pt x="1295" y="1285"/>
                  </a:lnTo>
                  <a:lnTo>
                    <a:pt x="1293" y="1285"/>
                  </a:lnTo>
                  <a:lnTo>
                    <a:pt x="1295" y="1285"/>
                  </a:lnTo>
                  <a:lnTo>
                    <a:pt x="1300" y="1288"/>
                  </a:lnTo>
                  <a:lnTo>
                    <a:pt x="1300" y="1288"/>
                  </a:lnTo>
                  <a:lnTo>
                    <a:pt x="1302" y="1288"/>
                  </a:lnTo>
                  <a:lnTo>
                    <a:pt x="1304" y="1292"/>
                  </a:lnTo>
                  <a:lnTo>
                    <a:pt x="1304" y="1292"/>
                  </a:lnTo>
                  <a:lnTo>
                    <a:pt x="1307" y="1292"/>
                  </a:lnTo>
                  <a:lnTo>
                    <a:pt x="1307" y="1292"/>
                  </a:lnTo>
                  <a:lnTo>
                    <a:pt x="1307" y="1290"/>
                  </a:lnTo>
                  <a:lnTo>
                    <a:pt x="1309" y="1288"/>
                  </a:lnTo>
                  <a:lnTo>
                    <a:pt x="1309" y="1288"/>
                  </a:lnTo>
                  <a:lnTo>
                    <a:pt x="1309" y="1288"/>
                  </a:lnTo>
                  <a:lnTo>
                    <a:pt x="1309" y="1285"/>
                  </a:lnTo>
                  <a:lnTo>
                    <a:pt x="1309" y="1285"/>
                  </a:lnTo>
                  <a:lnTo>
                    <a:pt x="1309" y="1283"/>
                  </a:lnTo>
                  <a:lnTo>
                    <a:pt x="1309" y="1283"/>
                  </a:lnTo>
                  <a:lnTo>
                    <a:pt x="1311" y="1283"/>
                  </a:lnTo>
                  <a:lnTo>
                    <a:pt x="1314" y="1283"/>
                  </a:lnTo>
                  <a:lnTo>
                    <a:pt x="1314" y="1283"/>
                  </a:lnTo>
                  <a:lnTo>
                    <a:pt x="1316" y="1283"/>
                  </a:lnTo>
                  <a:lnTo>
                    <a:pt x="1319" y="1276"/>
                  </a:lnTo>
                  <a:lnTo>
                    <a:pt x="1319" y="1276"/>
                  </a:lnTo>
                  <a:lnTo>
                    <a:pt x="1321" y="1273"/>
                  </a:lnTo>
                  <a:lnTo>
                    <a:pt x="1321" y="1273"/>
                  </a:lnTo>
                  <a:lnTo>
                    <a:pt x="1321" y="1271"/>
                  </a:lnTo>
                  <a:lnTo>
                    <a:pt x="1323" y="1269"/>
                  </a:lnTo>
                  <a:lnTo>
                    <a:pt x="1323" y="1269"/>
                  </a:lnTo>
                  <a:lnTo>
                    <a:pt x="1323" y="1266"/>
                  </a:lnTo>
                  <a:lnTo>
                    <a:pt x="1323" y="1266"/>
                  </a:lnTo>
                  <a:lnTo>
                    <a:pt x="1323" y="1266"/>
                  </a:lnTo>
                  <a:lnTo>
                    <a:pt x="1323" y="1264"/>
                  </a:lnTo>
                  <a:lnTo>
                    <a:pt x="1321" y="1262"/>
                  </a:lnTo>
                  <a:lnTo>
                    <a:pt x="1321" y="1259"/>
                  </a:lnTo>
                  <a:lnTo>
                    <a:pt x="1321" y="1259"/>
                  </a:lnTo>
                  <a:lnTo>
                    <a:pt x="1321" y="1257"/>
                  </a:lnTo>
                  <a:lnTo>
                    <a:pt x="1321" y="1257"/>
                  </a:lnTo>
                  <a:lnTo>
                    <a:pt x="1321" y="1257"/>
                  </a:lnTo>
                  <a:lnTo>
                    <a:pt x="1321" y="1257"/>
                  </a:lnTo>
                  <a:lnTo>
                    <a:pt x="1319" y="1255"/>
                  </a:lnTo>
                  <a:lnTo>
                    <a:pt x="1319" y="1255"/>
                  </a:lnTo>
                  <a:lnTo>
                    <a:pt x="1319" y="1255"/>
                  </a:lnTo>
                  <a:lnTo>
                    <a:pt x="1319" y="1255"/>
                  </a:lnTo>
                  <a:lnTo>
                    <a:pt x="1314" y="1250"/>
                  </a:lnTo>
                  <a:lnTo>
                    <a:pt x="1314" y="1250"/>
                  </a:lnTo>
                  <a:lnTo>
                    <a:pt x="1314" y="1250"/>
                  </a:lnTo>
                  <a:lnTo>
                    <a:pt x="1311" y="1250"/>
                  </a:lnTo>
                  <a:lnTo>
                    <a:pt x="1311" y="1250"/>
                  </a:lnTo>
                  <a:lnTo>
                    <a:pt x="1311" y="1250"/>
                  </a:lnTo>
                  <a:lnTo>
                    <a:pt x="1311" y="1252"/>
                  </a:lnTo>
                  <a:lnTo>
                    <a:pt x="1309" y="1252"/>
                  </a:lnTo>
                  <a:lnTo>
                    <a:pt x="1309" y="1252"/>
                  </a:lnTo>
                  <a:lnTo>
                    <a:pt x="1309" y="1255"/>
                  </a:lnTo>
                  <a:lnTo>
                    <a:pt x="1309" y="1255"/>
                  </a:lnTo>
                  <a:lnTo>
                    <a:pt x="1309" y="1255"/>
                  </a:lnTo>
                  <a:lnTo>
                    <a:pt x="1309" y="1255"/>
                  </a:lnTo>
                  <a:lnTo>
                    <a:pt x="1307" y="1255"/>
                  </a:lnTo>
                  <a:lnTo>
                    <a:pt x="1307" y="1255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4" y="1250"/>
                  </a:lnTo>
                  <a:lnTo>
                    <a:pt x="1304" y="1250"/>
                  </a:lnTo>
                  <a:lnTo>
                    <a:pt x="1302" y="1250"/>
                  </a:lnTo>
                  <a:lnTo>
                    <a:pt x="1302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297" y="1250"/>
                  </a:lnTo>
                  <a:lnTo>
                    <a:pt x="1297" y="1252"/>
                  </a:lnTo>
                  <a:lnTo>
                    <a:pt x="1293" y="1255"/>
                  </a:lnTo>
                  <a:lnTo>
                    <a:pt x="1293" y="1252"/>
                  </a:lnTo>
                  <a:lnTo>
                    <a:pt x="1295" y="1250"/>
                  </a:lnTo>
                  <a:lnTo>
                    <a:pt x="1300" y="1247"/>
                  </a:lnTo>
                  <a:lnTo>
                    <a:pt x="1302" y="1245"/>
                  </a:lnTo>
                  <a:lnTo>
                    <a:pt x="1302" y="1245"/>
                  </a:lnTo>
                  <a:lnTo>
                    <a:pt x="1302" y="1245"/>
                  </a:lnTo>
                  <a:lnTo>
                    <a:pt x="1302" y="1243"/>
                  </a:lnTo>
                  <a:lnTo>
                    <a:pt x="1300" y="1243"/>
                  </a:lnTo>
                  <a:lnTo>
                    <a:pt x="1300" y="1243"/>
                  </a:lnTo>
                  <a:lnTo>
                    <a:pt x="1302" y="1243"/>
                  </a:lnTo>
                  <a:lnTo>
                    <a:pt x="1302" y="1243"/>
                  </a:lnTo>
                  <a:lnTo>
                    <a:pt x="1304" y="1243"/>
                  </a:lnTo>
                  <a:lnTo>
                    <a:pt x="1304" y="1240"/>
                  </a:lnTo>
                  <a:lnTo>
                    <a:pt x="1304" y="1240"/>
                  </a:lnTo>
                  <a:lnTo>
                    <a:pt x="1304" y="1236"/>
                  </a:lnTo>
                  <a:lnTo>
                    <a:pt x="1304" y="1233"/>
                  </a:lnTo>
                  <a:lnTo>
                    <a:pt x="1307" y="1231"/>
                  </a:lnTo>
                  <a:lnTo>
                    <a:pt x="1307" y="1231"/>
                  </a:lnTo>
                  <a:lnTo>
                    <a:pt x="1309" y="1231"/>
                  </a:lnTo>
                  <a:lnTo>
                    <a:pt x="1311" y="1231"/>
                  </a:lnTo>
                  <a:lnTo>
                    <a:pt x="1311" y="1229"/>
                  </a:lnTo>
                  <a:lnTo>
                    <a:pt x="1311" y="1229"/>
                  </a:lnTo>
                  <a:lnTo>
                    <a:pt x="1309" y="1229"/>
                  </a:lnTo>
                  <a:lnTo>
                    <a:pt x="1309" y="1226"/>
                  </a:lnTo>
                  <a:lnTo>
                    <a:pt x="1307" y="1221"/>
                  </a:lnTo>
                  <a:lnTo>
                    <a:pt x="1307" y="1221"/>
                  </a:lnTo>
                  <a:lnTo>
                    <a:pt x="1307" y="1221"/>
                  </a:lnTo>
                  <a:lnTo>
                    <a:pt x="1304" y="1221"/>
                  </a:lnTo>
                  <a:lnTo>
                    <a:pt x="1304" y="1221"/>
                  </a:lnTo>
                  <a:lnTo>
                    <a:pt x="1302" y="1221"/>
                  </a:lnTo>
                  <a:lnTo>
                    <a:pt x="1302" y="1221"/>
                  </a:lnTo>
                  <a:lnTo>
                    <a:pt x="1295" y="1219"/>
                  </a:lnTo>
                  <a:lnTo>
                    <a:pt x="1293" y="1219"/>
                  </a:lnTo>
                  <a:lnTo>
                    <a:pt x="1283" y="1219"/>
                  </a:lnTo>
                  <a:lnTo>
                    <a:pt x="1283" y="1221"/>
                  </a:lnTo>
                  <a:lnTo>
                    <a:pt x="1283" y="1221"/>
                  </a:lnTo>
                  <a:lnTo>
                    <a:pt x="1283" y="1221"/>
                  </a:lnTo>
                  <a:lnTo>
                    <a:pt x="1283" y="1224"/>
                  </a:lnTo>
                  <a:lnTo>
                    <a:pt x="1276" y="1226"/>
                  </a:lnTo>
                  <a:lnTo>
                    <a:pt x="1276" y="1226"/>
                  </a:lnTo>
                  <a:lnTo>
                    <a:pt x="1274" y="1224"/>
                  </a:lnTo>
                  <a:lnTo>
                    <a:pt x="1276" y="1224"/>
                  </a:lnTo>
                  <a:lnTo>
                    <a:pt x="1276" y="1221"/>
                  </a:lnTo>
                  <a:lnTo>
                    <a:pt x="1276" y="1221"/>
                  </a:lnTo>
                  <a:lnTo>
                    <a:pt x="1276" y="1219"/>
                  </a:lnTo>
                  <a:lnTo>
                    <a:pt x="1278" y="1219"/>
                  </a:lnTo>
                  <a:lnTo>
                    <a:pt x="1278" y="1219"/>
                  </a:lnTo>
                  <a:lnTo>
                    <a:pt x="1278" y="1219"/>
                  </a:lnTo>
                  <a:lnTo>
                    <a:pt x="1276" y="1217"/>
                  </a:lnTo>
                  <a:lnTo>
                    <a:pt x="1274" y="1217"/>
                  </a:lnTo>
                  <a:lnTo>
                    <a:pt x="1271" y="1214"/>
                  </a:lnTo>
                  <a:lnTo>
                    <a:pt x="1269" y="1212"/>
                  </a:lnTo>
                  <a:lnTo>
                    <a:pt x="1269" y="1212"/>
                  </a:lnTo>
                  <a:lnTo>
                    <a:pt x="1269" y="1212"/>
                  </a:lnTo>
                  <a:lnTo>
                    <a:pt x="1271" y="1212"/>
                  </a:lnTo>
                  <a:lnTo>
                    <a:pt x="1274" y="1212"/>
                  </a:lnTo>
                  <a:lnTo>
                    <a:pt x="1271" y="1212"/>
                  </a:lnTo>
                  <a:lnTo>
                    <a:pt x="1271" y="1210"/>
                  </a:lnTo>
                  <a:lnTo>
                    <a:pt x="1240" y="1207"/>
                  </a:lnTo>
                  <a:lnTo>
                    <a:pt x="1238" y="1207"/>
                  </a:lnTo>
                  <a:lnTo>
                    <a:pt x="1236" y="1207"/>
                  </a:lnTo>
                  <a:lnTo>
                    <a:pt x="1236" y="1207"/>
                  </a:lnTo>
                  <a:lnTo>
                    <a:pt x="1236" y="1207"/>
                  </a:lnTo>
                  <a:lnTo>
                    <a:pt x="1238" y="1205"/>
                  </a:lnTo>
                  <a:lnTo>
                    <a:pt x="1262" y="1205"/>
                  </a:lnTo>
                  <a:lnTo>
                    <a:pt x="1262" y="1205"/>
                  </a:lnTo>
                  <a:lnTo>
                    <a:pt x="1259" y="1202"/>
                  </a:lnTo>
                  <a:lnTo>
                    <a:pt x="1257" y="1200"/>
                  </a:lnTo>
                  <a:lnTo>
                    <a:pt x="1257" y="1200"/>
                  </a:lnTo>
                  <a:lnTo>
                    <a:pt x="1252" y="1200"/>
                  </a:lnTo>
                  <a:lnTo>
                    <a:pt x="1257" y="1198"/>
                  </a:lnTo>
                  <a:lnTo>
                    <a:pt x="1257" y="1198"/>
                  </a:lnTo>
                  <a:lnTo>
                    <a:pt x="1255" y="1195"/>
                  </a:lnTo>
                  <a:lnTo>
                    <a:pt x="1255" y="1195"/>
                  </a:lnTo>
                  <a:lnTo>
                    <a:pt x="1255" y="1195"/>
                  </a:lnTo>
                  <a:lnTo>
                    <a:pt x="1257" y="1195"/>
                  </a:lnTo>
                  <a:lnTo>
                    <a:pt x="1255" y="1195"/>
                  </a:lnTo>
                  <a:lnTo>
                    <a:pt x="1255" y="1193"/>
                  </a:lnTo>
                  <a:lnTo>
                    <a:pt x="1255" y="1193"/>
                  </a:lnTo>
                  <a:lnTo>
                    <a:pt x="1255" y="1193"/>
                  </a:lnTo>
                  <a:lnTo>
                    <a:pt x="1259" y="1193"/>
                  </a:lnTo>
                  <a:lnTo>
                    <a:pt x="1262" y="1193"/>
                  </a:lnTo>
                  <a:lnTo>
                    <a:pt x="1262" y="1193"/>
                  </a:lnTo>
                  <a:lnTo>
                    <a:pt x="1266" y="1191"/>
                  </a:lnTo>
                  <a:lnTo>
                    <a:pt x="1262" y="1191"/>
                  </a:lnTo>
                  <a:lnTo>
                    <a:pt x="1255" y="1191"/>
                  </a:lnTo>
                  <a:lnTo>
                    <a:pt x="1255" y="1191"/>
                  </a:lnTo>
                  <a:lnTo>
                    <a:pt x="1255" y="1188"/>
                  </a:lnTo>
                  <a:lnTo>
                    <a:pt x="1255" y="1188"/>
                  </a:lnTo>
                  <a:lnTo>
                    <a:pt x="1252" y="1188"/>
                  </a:lnTo>
                  <a:lnTo>
                    <a:pt x="1250" y="1188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45" y="1191"/>
                  </a:lnTo>
                  <a:lnTo>
                    <a:pt x="1240" y="1193"/>
                  </a:lnTo>
                  <a:lnTo>
                    <a:pt x="1233" y="1193"/>
                  </a:lnTo>
                  <a:lnTo>
                    <a:pt x="1233" y="1193"/>
                  </a:lnTo>
                  <a:lnTo>
                    <a:pt x="1231" y="1195"/>
                  </a:lnTo>
                  <a:lnTo>
                    <a:pt x="1231" y="1195"/>
                  </a:lnTo>
                  <a:lnTo>
                    <a:pt x="1229" y="1195"/>
                  </a:lnTo>
                  <a:lnTo>
                    <a:pt x="1226" y="1195"/>
                  </a:lnTo>
                  <a:lnTo>
                    <a:pt x="1219" y="1195"/>
                  </a:lnTo>
                  <a:lnTo>
                    <a:pt x="1219" y="1195"/>
                  </a:lnTo>
                  <a:lnTo>
                    <a:pt x="1217" y="1195"/>
                  </a:lnTo>
                  <a:lnTo>
                    <a:pt x="1217" y="1195"/>
                  </a:lnTo>
                  <a:lnTo>
                    <a:pt x="1207" y="1193"/>
                  </a:lnTo>
                  <a:lnTo>
                    <a:pt x="1203" y="1188"/>
                  </a:lnTo>
                  <a:lnTo>
                    <a:pt x="1200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5" y="1188"/>
                  </a:lnTo>
                  <a:lnTo>
                    <a:pt x="1186" y="1191"/>
                  </a:lnTo>
                  <a:lnTo>
                    <a:pt x="1184" y="1191"/>
                  </a:lnTo>
                  <a:lnTo>
                    <a:pt x="1184" y="1193"/>
                  </a:lnTo>
                  <a:lnTo>
                    <a:pt x="1181" y="1191"/>
                  </a:lnTo>
                  <a:lnTo>
                    <a:pt x="1179" y="1191"/>
                  </a:lnTo>
                  <a:lnTo>
                    <a:pt x="1181" y="1193"/>
                  </a:lnTo>
                  <a:lnTo>
                    <a:pt x="1181" y="1193"/>
                  </a:lnTo>
                  <a:lnTo>
                    <a:pt x="1181" y="1195"/>
                  </a:lnTo>
                  <a:lnTo>
                    <a:pt x="1179" y="1195"/>
                  </a:lnTo>
                  <a:lnTo>
                    <a:pt x="1177" y="1198"/>
                  </a:lnTo>
                  <a:lnTo>
                    <a:pt x="1177" y="1198"/>
                  </a:lnTo>
                  <a:lnTo>
                    <a:pt x="1177" y="1200"/>
                  </a:lnTo>
                  <a:lnTo>
                    <a:pt x="1174" y="1200"/>
                  </a:lnTo>
                  <a:lnTo>
                    <a:pt x="1172" y="1198"/>
                  </a:lnTo>
                  <a:lnTo>
                    <a:pt x="1167" y="1195"/>
                  </a:lnTo>
                  <a:lnTo>
                    <a:pt x="1165" y="1195"/>
                  </a:lnTo>
                  <a:lnTo>
                    <a:pt x="1158" y="1195"/>
                  </a:lnTo>
                  <a:lnTo>
                    <a:pt x="1158" y="1195"/>
                  </a:lnTo>
                  <a:lnTo>
                    <a:pt x="1158" y="1198"/>
                  </a:lnTo>
                  <a:lnTo>
                    <a:pt x="1165" y="1198"/>
                  </a:lnTo>
                  <a:lnTo>
                    <a:pt x="1165" y="1198"/>
                  </a:lnTo>
                  <a:lnTo>
                    <a:pt x="1167" y="1198"/>
                  </a:lnTo>
                  <a:lnTo>
                    <a:pt x="1167" y="1200"/>
                  </a:lnTo>
                  <a:lnTo>
                    <a:pt x="1167" y="1200"/>
                  </a:lnTo>
                  <a:lnTo>
                    <a:pt x="1167" y="1202"/>
                  </a:lnTo>
                  <a:lnTo>
                    <a:pt x="1167" y="1202"/>
                  </a:lnTo>
                  <a:lnTo>
                    <a:pt x="1167" y="1202"/>
                  </a:lnTo>
                  <a:lnTo>
                    <a:pt x="1165" y="1202"/>
                  </a:lnTo>
                  <a:lnTo>
                    <a:pt x="1165" y="1200"/>
                  </a:lnTo>
                  <a:lnTo>
                    <a:pt x="1165" y="1200"/>
                  </a:lnTo>
                  <a:lnTo>
                    <a:pt x="1162" y="1202"/>
                  </a:lnTo>
                  <a:lnTo>
                    <a:pt x="1162" y="1205"/>
                  </a:lnTo>
                  <a:lnTo>
                    <a:pt x="1165" y="1205"/>
                  </a:lnTo>
                  <a:lnTo>
                    <a:pt x="1165" y="1205"/>
                  </a:lnTo>
                  <a:lnTo>
                    <a:pt x="1165" y="1207"/>
                  </a:lnTo>
                  <a:lnTo>
                    <a:pt x="1165" y="1210"/>
                  </a:lnTo>
                  <a:lnTo>
                    <a:pt x="1165" y="1210"/>
                  </a:lnTo>
                  <a:lnTo>
                    <a:pt x="1165" y="1210"/>
                  </a:lnTo>
                  <a:lnTo>
                    <a:pt x="1162" y="1212"/>
                  </a:lnTo>
                  <a:lnTo>
                    <a:pt x="1165" y="1217"/>
                  </a:lnTo>
                  <a:lnTo>
                    <a:pt x="1169" y="1219"/>
                  </a:lnTo>
                  <a:lnTo>
                    <a:pt x="1167" y="1219"/>
                  </a:lnTo>
                  <a:lnTo>
                    <a:pt x="1167" y="1221"/>
                  </a:lnTo>
                  <a:lnTo>
                    <a:pt x="1167" y="1221"/>
                  </a:lnTo>
                  <a:lnTo>
                    <a:pt x="1167" y="1224"/>
                  </a:lnTo>
                  <a:lnTo>
                    <a:pt x="1167" y="1224"/>
                  </a:lnTo>
                  <a:lnTo>
                    <a:pt x="1167" y="1226"/>
                  </a:lnTo>
                  <a:lnTo>
                    <a:pt x="1167" y="1229"/>
                  </a:lnTo>
                  <a:lnTo>
                    <a:pt x="1167" y="1229"/>
                  </a:lnTo>
                  <a:lnTo>
                    <a:pt x="1169" y="1231"/>
                  </a:lnTo>
                  <a:lnTo>
                    <a:pt x="1169" y="1231"/>
                  </a:lnTo>
                  <a:lnTo>
                    <a:pt x="1169" y="1231"/>
                  </a:lnTo>
                  <a:lnTo>
                    <a:pt x="1172" y="1229"/>
                  </a:lnTo>
                  <a:lnTo>
                    <a:pt x="1172" y="1229"/>
                  </a:lnTo>
                  <a:lnTo>
                    <a:pt x="1172" y="1229"/>
                  </a:lnTo>
                  <a:lnTo>
                    <a:pt x="1172" y="1229"/>
                  </a:lnTo>
                  <a:lnTo>
                    <a:pt x="1174" y="1229"/>
                  </a:lnTo>
                  <a:lnTo>
                    <a:pt x="1174" y="1231"/>
                  </a:lnTo>
                  <a:lnTo>
                    <a:pt x="1172" y="1231"/>
                  </a:lnTo>
                  <a:lnTo>
                    <a:pt x="1172" y="1231"/>
                  </a:lnTo>
                  <a:lnTo>
                    <a:pt x="1174" y="1231"/>
                  </a:lnTo>
                  <a:lnTo>
                    <a:pt x="1174" y="1233"/>
                  </a:lnTo>
                  <a:lnTo>
                    <a:pt x="1172" y="1233"/>
                  </a:lnTo>
                  <a:lnTo>
                    <a:pt x="1169" y="1233"/>
                  </a:lnTo>
                  <a:lnTo>
                    <a:pt x="1169" y="1233"/>
                  </a:lnTo>
                  <a:lnTo>
                    <a:pt x="1169" y="1236"/>
                  </a:lnTo>
                  <a:lnTo>
                    <a:pt x="1172" y="1236"/>
                  </a:lnTo>
                  <a:lnTo>
                    <a:pt x="1172" y="1236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4" y="1240"/>
                  </a:lnTo>
                  <a:lnTo>
                    <a:pt x="1174" y="1240"/>
                  </a:lnTo>
                  <a:lnTo>
                    <a:pt x="1177" y="1240"/>
                  </a:lnTo>
                  <a:lnTo>
                    <a:pt x="1177" y="1240"/>
                  </a:lnTo>
                  <a:lnTo>
                    <a:pt x="1177" y="1243"/>
                  </a:lnTo>
                  <a:lnTo>
                    <a:pt x="1177" y="1243"/>
                  </a:lnTo>
                  <a:lnTo>
                    <a:pt x="1174" y="1243"/>
                  </a:lnTo>
                  <a:lnTo>
                    <a:pt x="1172" y="1240"/>
                  </a:lnTo>
                  <a:lnTo>
                    <a:pt x="1172" y="1240"/>
                  </a:lnTo>
                  <a:lnTo>
                    <a:pt x="1172" y="1243"/>
                  </a:lnTo>
                  <a:lnTo>
                    <a:pt x="1172" y="1243"/>
                  </a:lnTo>
                  <a:lnTo>
                    <a:pt x="1172" y="1243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7" y="1250"/>
                  </a:lnTo>
                  <a:lnTo>
                    <a:pt x="1177" y="1250"/>
                  </a:lnTo>
                  <a:lnTo>
                    <a:pt x="1179" y="1250"/>
                  </a:lnTo>
                  <a:lnTo>
                    <a:pt x="1181" y="1250"/>
                  </a:lnTo>
                  <a:lnTo>
                    <a:pt x="1184" y="1252"/>
                  </a:lnTo>
                  <a:lnTo>
                    <a:pt x="1184" y="1252"/>
                  </a:lnTo>
                  <a:lnTo>
                    <a:pt x="1181" y="1255"/>
                  </a:lnTo>
                  <a:lnTo>
                    <a:pt x="1181" y="1255"/>
                  </a:lnTo>
                  <a:lnTo>
                    <a:pt x="1181" y="1255"/>
                  </a:lnTo>
                  <a:lnTo>
                    <a:pt x="1184" y="1257"/>
                  </a:lnTo>
                  <a:lnTo>
                    <a:pt x="1184" y="1257"/>
                  </a:lnTo>
                  <a:lnTo>
                    <a:pt x="1186" y="1255"/>
                  </a:lnTo>
                  <a:lnTo>
                    <a:pt x="1186" y="1255"/>
                  </a:lnTo>
                  <a:lnTo>
                    <a:pt x="1186" y="1255"/>
                  </a:lnTo>
                  <a:lnTo>
                    <a:pt x="1184" y="1252"/>
                  </a:lnTo>
                  <a:lnTo>
                    <a:pt x="1186" y="1252"/>
                  </a:lnTo>
                  <a:lnTo>
                    <a:pt x="1191" y="1250"/>
                  </a:lnTo>
                  <a:lnTo>
                    <a:pt x="1191" y="1250"/>
                  </a:lnTo>
                  <a:lnTo>
                    <a:pt x="1191" y="1252"/>
                  </a:lnTo>
                  <a:lnTo>
                    <a:pt x="1188" y="1252"/>
                  </a:lnTo>
                  <a:lnTo>
                    <a:pt x="1188" y="1255"/>
                  </a:lnTo>
                  <a:lnTo>
                    <a:pt x="1188" y="1257"/>
                  </a:lnTo>
                  <a:lnTo>
                    <a:pt x="1188" y="1257"/>
                  </a:lnTo>
                  <a:lnTo>
                    <a:pt x="1191" y="1255"/>
                  </a:lnTo>
                  <a:lnTo>
                    <a:pt x="1193" y="1255"/>
                  </a:lnTo>
                  <a:lnTo>
                    <a:pt x="1193" y="1255"/>
                  </a:lnTo>
                  <a:lnTo>
                    <a:pt x="1191" y="1257"/>
                  </a:lnTo>
                  <a:lnTo>
                    <a:pt x="1193" y="1257"/>
                  </a:lnTo>
                  <a:lnTo>
                    <a:pt x="1193" y="1257"/>
                  </a:lnTo>
                  <a:lnTo>
                    <a:pt x="1193" y="1257"/>
                  </a:lnTo>
                  <a:lnTo>
                    <a:pt x="1195" y="1259"/>
                  </a:lnTo>
                  <a:lnTo>
                    <a:pt x="1195" y="1259"/>
                  </a:lnTo>
                  <a:lnTo>
                    <a:pt x="1200" y="1257"/>
                  </a:lnTo>
                  <a:lnTo>
                    <a:pt x="1200" y="1257"/>
                  </a:lnTo>
                  <a:lnTo>
                    <a:pt x="1200" y="1257"/>
                  </a:lnTo>
                  <a:lnTo>
                    <a:pt x="1200" y="1259"/>
                  </a:lnTo>
                  <a:lnTo>
                    <a:pt x="1200" y="1259"/>
                  </a:lnTo>
                  <a:lnTo>
                    <a:pt x="1200" y="1259"/>
                  </a:lnTo>
                  <a:lnTo>
                    <a:pt x="1203" y="1262"/>
                  </a:lnTo>
                  <a:lnTo>
                    <a:pt x="1203" y="1262"/>
                  </a:lnTo>
                  <a:lnTo>
                    <a:pt x="1203" y="1262"/>
                  </a:lnTo>
                  <a:lnTo>
                    <a:pt x="1203" y="1259"/>
                  </a:lnTo>
                  <a:lnTo>
                    <a:pt x="1205" y="1259"/>
                  </a:lnTo>
                  <a:lnTo>
                    <a:pt x="1205" y="1262"/>
                  </a:lnTo>
                  <a:lnTo>
                    <a:pt x="1205" y="1262"/>
                  </a:lnTo>
                  <a:lnTo>
                    <a:pt x="1207" y="1259"/>
                  </a:lnTo>
                  <a:lnTo>
                    <a:pt x="1210" y="1262"/>
                  </a:lnTo>
                  <a:lnTo>
                    <a:pt x="1210" y="1262"/>
                  </a:lnTo>
                  <a:lnTo>
                    <a:pt x="1210" y="1264"/>
                  </a:lnTo>
                  <a:lnTo>
                    <a:pt x="1207" y="1264"/>
                  </a:lnTo>
                  <a:lnTo>
                    <a:pt x="1207" y="1264"/>
                  </a:lnTo>
                  <a:lnTo>
                    <a:pt x="1207" y="1264"/>
                  </a:lnTo>
                  <a:lnTo>
                    <a:pt x="1205" y="1262"/>
                  </a:lnTo>
                  <a:lnTo>
                    <a:pt x="1203" y="1264"/>
                  </a:lnTo>
                  <a:lnTo>
                    <a:pt x="1200" y="1262"/>
                  </a:lnTo>
                  <a:lnTo>
                    <a:pt x="1200" y="1264"/>
                  </a:lnTo>
                  <a:lnTo>
                    <a:pt x="1200" y="1264"/>
                  </a:lnTo>
                  <a:lnTo>
                    <a:pt x="1200" y="1264"/>
                  </a:lnTo>
                  <a:lnTo>
                    <a:pt x="1195" y="1264"/>
                  </a:lnTo>
                  <a:lnTo>
                    <a:pt x="1195" y="1264"/>
                  </a:lnTo>
                  <a:lnTo>
                    <a:pt x="1195" y="1266"/>
                  </a:lnTo>
                  <a:lnTo>
                    <a:pt x="1195" y="1266"/>
                  </a:lnTo>
                  <a:lnTo>
                    <a:pt x="1195" y="1266"/>
                  </a:lnTo>
                  <a:lnTo>
                    <a:pt x="1195" y="1266"/>
                  </a:lnTo>
                  <a:lnTo>
                    <a:pt x="1198" y="1266"/>
                  </a:lnTo>
                  <a:lnTo>
                    <a:pt x="1198" y="1269"/>
                  </a:lnTo>
                  <a:lnTo>
                    <a:pt x="1200" y="1269"/>
                  </a:lnTo>
                  <a:lnTo>
                    <a:pt x="1203" y="1269"/>
                  </a:lnTo>
                  <a:lnTo>
                    <a:pt x="1203" y="1269"/>
                  </a:lnTo>
                  <a:lnTo>
                    <a:pt x="1203" y="1271"/>
                  </a:lnTo>
                  <a:lnTo>
                    <a:pt x="1203" y="1271"/>
                  </a:lnTo>
                  <a:lnTo>
                    <a:pt x="1200" y="1271"/>
                  </a:lnTo>
                  <a:lnTo>
                    <a:pt x="1198" y="1271"/>
                  </a:lnTo>
                  <a:lnTo>
                    <a:pt x="1198" y="1271"/>
                  </a:lnTo>
                  <a:lnTo>
                    <a:pt x="1198" y="1271"/>
                  </a:lnTo>
                  <a:lnTo>
                    <a:pt x="1193" y="1269"/>
                  </a:lnTo>
                  <a:lnTo>
                    <a:pt x="1191" y="1271"/>
                  </a:lnTo>
                  <a:lnTo>
                    <a:pt x="1191" y="1271"/>
                  </a:lnTo>
                  <a:lnTo>
                    <a:pt x="1195" y="1273"/>
                  </a:lnTo>
                  <a:lnTo>
                    <a:pt x="1195" y="1273"/>
                  </a:lnTo>
                  <a:lnTo>
                    <a:pt x="1193" y="1273"/>
                  </a:lnTo>
                  <a:lnTo>
                    <a:pt x="1193" y="1273"/>
                  </a:lnTo>
                  <a:lnTo>
                    <a:pt x="1195" y="1276"/>
                  </a:lnTo>
                  <a:lnTo>
                    <a:pt x="1195" y="1276"/>
                  </a:lnTo>
                  <a:lnTo>
                    <a:pt x="1198" y="1276"/>
                  </a:lnTo>
                  <a:lnTo>
                    <a:pt x="1198" y="1276"/>
                  </a:lnTo>
                  <a:lnTo>
                    <a:pt x="1195" y="1276"/>
                  </a:lnTo>
                  <a:lnTo>
                    <a:pt x="1195" y="1276"/>
                  </a:lnTo>
                  <a:lnTo>
                    <a:pt x="1195" y="1278"/>
                  </a:lnTo>
                  <a:lnTo>
                    <a:pt x="1195" y="1278"/>
                  </a:lnTo>
                  <a:lnTo>
                    <a:pt x="1195" y="1278"/>
                  </a:lnTo>
                  <a:lnTo>
                    <a:pt x="1191" y="1278"/>
                  </a:lnTo>
                  <a:lnTo>
                    <a:pt x="1191" y="1278"/>
                  </a:lnTo>
                  <a:lnTo>
                    <a:pt x="1193" y="1281"/>
                  </a:lnTo>
                  <a:lnTo>
                    <a:pt x="1193" y="1281"/>
                  </a:lnTo>
                  <a:lnTo>
                    <a:pt x="1198" y="1283"/>
                  </a:lnTo>
                  <a:lnTo>
                    <a:pt x="1200" y="1283"/>
                  </a:lnTo>
                  <a:lnTo>
                    <a:pt x="1200" y="1281"/>
                  </a:lnTo>
                  <a:lnTo>
                    <a:pt x="1200" y="1281"/>
                  </a:lnTo>
                  <a:lnTo>
                    <a:pt x="1203" y="1281"/>
                  </a:lnTo>
                  <a:lnTo>
                    <a:pt x="1205" y="1281"/>
                  </a:lnTo>
                  <a:lnTo>
                    <a:pt x="1205" y="1283"/>
                  </a:lnTo>
                  <a:lnTo>
                    <a:pt x="1205" y="1283"/>
                  </a:lnTo>
                  <a:lnTo>
                    <a:pt x="1207" y="1283"/>
                  </a:lnTo>
                  <a:lnTo>
                    <a:pt x="1207" y="1283"/>
                  </a:lnTo>
                  <a:lnTo>
                    <a:pt x="1207" y="1285"/>
                  </a:lnTo>
                  <a:lnTo>
                    <a:pt x="1207" y="1285"/>
                  </a:lnTo>
                  <a:lnTo>
                    <a:pt x="1207" y="1288"/>
                  </a:lnTo>
                  <a:lnTo>
                    <a:pt x="1207" y="1288"/>
                  </a:lnTo>
                  <a:lnTo>
                    <a:pt x="1207" y="1288"/>
                  </a:lnTo>
                  <a:lnTo>
                    <a:pt x="1203" y="1288"/>
                  </a:lnTo>
                  <a:lnTo>
                    <a:pt x="1203" y="1285"/>
                  </a:lnTo>
                  <a:lnTo>
                    <a:pt x="1200" y="1285"/>
                  </a:lnTo>
                  <a:lnTo>
                    <a:pt x="1195" y="1288"/>
                  </a:lnTo>
                  <a:lnTo>
                    <a:pt x="1193" y="1288"/>
                  </a:lnTo>
                  <a:lnTo>
                    <a:pt x="1191" y="1288"/>
                  </a:lnTo>
                  <a:lnTo>
                    <a:pt x="1191" y="1290"/>
                  </a:lnTo>
                  <a:lnTo>
                    <a:pt x="1193" y="1290"/>
                  </a:lnTo>
                  <a:lnTo>
                    <a:pt x="1193" y="1290"/>
                  </a:lnTo>
                  <a:lnTo>
                    <a:pt x="1193" y="1292"/>
                  </a:lnTo>
                  <a:lnTo>
                    <a:pt x="1188" y="1292"/>
                  </a:lnTo>
                  <a:lnTo>
                    <a:pt x="1188" y="1290"/>
                  </a:lnTo>
                  <a:lnTo>
                    <a:pt x="1188" y="1290"/>
                  </a:lnTo>
                  <a:lnTo>
                    <a:pt x="1188" y="1290"/>
                  </a:lnTo>
                  <a:lnTo>
                    <a:pt x="1188" y="1290"/>
                  </a:lnTo>
                  <a:lnTo>
                    <a:pt x="1186" y="1288"/>
                  </a:lnTo>
                  <a:lnTo>
                    <a:pt x="1181" y="1288"/>
                  </a:lnTo>
                  <a:lnTo>
                    <a:pt x="1184" y="1290"/>
                  </a:lnTo>
                  <a:lnTo>
                    <a:pt x="1184" y="1290"/>
                  </a:lnTo>
                  <a:lnTo>
                    <a:pt x="1184" y="1292"/>
                  </a:lnTo>
                  <a:lnTo>
                    <a:pt x="1184" y="1292"/>
                  </a:lnTo>
                  <a:lnTo>
                    <a:pt x="1181" y="1292"/>
                  </a:lnTo>
                  <a:lnTo>
                    <a:pt x="1179" y="1292"/>
                  </a:lnTo>
                  <a:lnTo>
                    <a:pt x="1179" y="1292"/>
                  </a:lnTo>
                  <a:lnTo>
                    <a:pt x="1179" y="1295"/>
                  </a:lnTo>
                  <a:lnTo>
                    <a:pt x="1179" y="1297"/>
                  </a:lnTo>
                  <a:lnTo>
                    <a:pt x="1179" y="1297"/>
                  </a:lnTo>
                  <a:lnTo>
                    <a:pt x="1179" y="1300"/>
                  </a:lnTo>
                  <a:lnTo>
                    <a:pt x="1179" y="1300"/>
                  </a:lnTo>
                  <a:lnTo>
                    <a:pt x="1179" y="1300"/>
                  </a:lnTo>
                  <a:lnTo>
                    <a:pt x="1179" y="1302"/>
                  </a:lnTo>
                  <a:lnTo>
                    <a:pt x="1179" y="1302"/>
                  </a:lnTo>
                  <a:lnTo>
                    <a:pt x="1179" y="1304"/>
                  </a:lnTo>
                  <a:lnTo>
                    <a:pt x="1179" y="1304"/>
                  </a:lnTo>
                  <a:lnTo>
                    <a:pt x="1179" y="1307"/>
                  </a:lnTo>
                  <a:lnTo>
                    <a:pt x="1179" y="1307"/>
                  </a:lnTo>
                  <a:lnTo>
                    <a:pt x="1179" y="1309"/>
                  </a:lnTo>
                  <a:lnTo>
                    <a:pt x="1179" y="1309"/>
                  </a:lnTo>
                  <a:lnTo>
                    <a:pt x="1181" y="1309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4"/>
                  </a:lnTo>
                  <a:lnTo>
                    <a:pt x="1181" y="1314"/>
                  </a:lnTo>
                  <a:lnTo>
                    <a:pt x="1181" y="1316"/>
                  </a:lnTo>
                  <a:lnTo>
                    <a:pt x="1181" y="1316"/>
                  </a:lnTo>
                  <a:lnTo>
                    <a:pt x="1181" y="1316"/>
                  </a:lnTo>
                  <a:lnTo>
                    <a:pt x="1181" y="1316"/>
                  </a:lnTo>
                  <a:lnTo>
                    <a:pt x="1184" y="1318"/>
                  </a:lnTo>
                  <a:lnTo>
                    <a:pt x="1184" y="1318"/>
                  </a:lnTo>
                  <a:lnTo>
                    <a:pt x="1184" y="1318"/>
                  </a:lnTo>
                  <a:lnTo>
                    <a:pt x="1184" y="1318"/>
                  </a:lnTo>
                  <a:lnTo>
                    <a:pt x="1181" y="1318"/>
                  </a:lnTo>
                  <a:lnTo>
                    <a:pt x="1181" y="1321"/>
                  </a:lnTo>
                  <a:lnTo>
                    <a:pt x="1181" y="1321"/>
                  </a:lnTo>
                  <a:lnTo>
                    <a:pt x="1184" y="1321"/>
                  </a:lnTo>
                  <a:lnTo>
                    <a:pt x="1184" y="1321"/>
                  </a:lnTo>
                  <a:lnTo>
                    <a:pt x="1184" y="1323"/>
                  </a:lnTo>
                  <a:lnTo>
                    <a:pt x="1181" y="1328"/>
                  </a:lnTo>
                  <a:lnTo>
                    <a:pt x="1181" y="1330"/>
                  </a:lnTo>
                  <a:lnTo>
                    <a:pt x="1181" y="1330"/>
                  </a:lnTo>
                  <a:lnTo>
                    <a:pt x="1181" y="1330"/>
                  </a:lnTo>
                  <a:lnTo>
                    <a:pt x="1181" y="1333"/>
                  </a:lnTo>
                  <a:lnTo>
                    <a:pt x="1184" y="1333"/>
                  </a:lnTo>
                  <a:lnTo>
                    <a:pt x="1184" y="1333"/>
                  </a:lnTo>
                  <a:lnTo>
                    <a:pt x="1184" y="1335"/>
                  </a:lnTo>
                  <a:lnTo>
                    <a:pt x="1181" y="1335"/>
                  </a:lnTo>
                  <a:lnTo>
                    <a:pt x="1181" y="1335"/>
                  </a:lnTo>
                  <a:lnTo>
                    <a:pt x="1184" y="1337"/>
                  </a:lnTo>
                  <a:lnTo>
                    <a:pt x="1184" y="1337"/>
                  </a:lnTo>
                  <a:lnTo>
                    <a:pt x="1184" y="1340"/>
                  </a:lnTo>
                  <a:lnTo>
                    <a:pt x="1186" y="1340"/>
                  </a:lnTo>
                  <a:lnTo>
                    <a:pt x="1184" y="1340"/>
                  </a:lnTo>
                  <a:lnTo>
                    <a:pt x="1184" y="1340"/>
                  </a:lnTo>
                  <a:lnTo>
                    <a:pt x="1184" y="1340"/>
                  </a:lnTo>
                  <a:lnTo>
                    <a:pt x="1184" y="1342"/>
                  </a:lnTo>
                  <a:lnTo>
                    <a:pt x="1181" y="1342"/>
                  </a:lnTo>
                  <a:lnTo>
                    <a:pt x="1181" y="1342"/>
                  </a:lnTo>
                  <a:lnTo>
                    <a:pt x="1184" y="1345"/>
                  </a:lnTo>
                  <a:lnTo>
                    <a:pt x="1184" y="1345"/>
                  </a:lnTo>
                  <a:lnTo>
                    <a:pt x="1184" y="1345"/>
                  </a:lnTo>
                  <a:lnTo>
                    <a:pt x="1184" y="1347"/>
                  </a:lnTo>
                  <a:lnTo>
                    <a:pt x="1184" y="1347"/>
                  </a:lnTo>
                  <a:lnTo>
                    <a:pt x="1184" y="1347"/>
                  </a:lnTo>
                  <a:lnTo>
                    <a:pt x="1184" y="1349"/>
                  </a:lnTo>
                  <a:lnTo>
                    <a:pt x="1184" y="1349"/>
                  </a:lnTo>
                  <a:lnTo>
                    <a:pt x="1184" y="1349"/>
                  </a:lnTo>
                  <a:lnTo>
                    <a:pt x="1184" y="1352"/>
                  </a:lnTo>
                  <a:lnTo>
                    <a:pt x="1184" y="1352"/>
                  </a:lnTo>
                  <a:lnTo>
                    <a:pt x="1184" y="1354"/>
                  </a:lnTo>
                  <a:lnTo>
                    <a:pt x="1184" y="1354"/>
                  </a:lnTo>
                  <a:lnTo>
                    <a:pt x="1181" y="1359"/>
                  </a:lnTo>
                  <a:lnTo>
                    <a:pt x="1181" y="1359"/>
                  </a:lnTo>
                  <a:lnTo>
                    <a:pt x="1181" y="1359"/>
                  </a:lnTo>
                  <a:lnTo>
                    <a:pt x="1181" y="1359"/>
                  </a:lnTo>
                  <a:lnTo>
                    <a:pt x="1181" y="1361"/>
                  </a:lnTo>
                  <a:lnTo>
                    <a:pt x="1179" y="1361"/>
                  </a:lnTo>
                  <a:lnTo>
                    <a:pt x="1179" y="1361"/>
                  </a:lnTo>
                  <a:lnTo>
                    <a:pt x="1179" y="1361"/>
                  </a:lnTo>
                  <a:lnTo>
                    <a:pt x="1179" y="1359"/>
                  </a:lnTo>
                  <a:lnTo>
                    <a:pt x="1179" y="1359"/>
                  </a:lnTo>
                  <a:lnTo>
                    <a:pt x="1179" y="1359"/>
                  </a:lnTo>
                  <a:lnTo>
                    <a:pt x="1179" y="1359"/>
                  </a:lnTo>
                  <a:lnTo>
                    <a:pt x="1177" y="1359"/>
                  </a:lnTo>
                  <a:lnTo>
                    <a:pt x="1177" y="1359"/>
                  </a:lnTo>
                  <a:lnTo>
                    <a:pt x="1179" y="1361"/>
                  </a:lnTo>
                  <a:lnTo>
                    <a:pt x="1179" y="1361"/>
                  </a:lnTo>
                  <a:lnTo>
                    <a:pt x="1179" y="1363"/>
                  </a:lnTo>
                  <a:lnTo>
                    <a:pt x="1179" y="1363"/>
                  </a:lnTo>
                  <a:lnTo>
                    <a:pt x="1179" y="1363"/>
                  </a:lnTo>
                  <a:lnTo>
                    <a:pt x="1179" y="1366"/>
                  </a:lnTo>
                  <a:lnTo>
                    <a:pt x="1179" y="1366"/>
                  </a:lnTo>
                  <a:lnTo>
                    <a:pt x="1179" y="1368"/>
                  </a:lnTo>
                  <a:lnTo>
                    <a:pt x="1177" y="1368"/>
                  </a:lnTo>
                  <a:lnTo>
                    <a:pt x="1177" y="1371"/>
                  </a:lnTo>
                  <a:lnTo>
                    <a:pt x="1177" y="1371"/>
                  </a:lnTo>
                  <a:lnTo>
                    <a:pt x="1174" y="1373"/>
                  </a:lnTo>
                  <a:lnTo>
                    <a:pt x="1174" y="1375"/>
                  </a:lnTo>
                  <a:lnTo>
                    <a:pt x="1172" y="1378"/>
                  </a:lnTo>
                  <a:lnTo>
                    <a:pt x="1172" y="1387"/>
                  </a:lnTo>
                  <a:lnTo>
                    <a:pt x="1169" y="1389"/>
                  </a:lnTo>
                  <a:lnTo>
                    <a:pt x="1172" y="1392"/>
                  </a:lnTo>
                  <a:lnTo>
                    <a:pt x="1172" y="1392"/>
                  </a:lnTo>
                  <a:lnTo>
                    <a:pt x="1172" y="1392"/>
                  </a:lnTo>
                  <a:lnTo>
                    <a:pt x="1172" y="1394"/>
                  </a:lnTo>
                  <a:lnTo>
                    <a:pt x="1172" y="1394"/>
                  </a:lnTo>
                  <a:lnTo>
                    <a:pt x="1174" y="1397"/>
                  </a:lnTo>
                  <a:lnTo>
                    <a:pt x="1174" y="1397"/>
                  </a:lnTo>
                  <a:lnTo>
                    <a:pt x="1174" y="1399"/>
                  </a:lnTo>
                  <a:lnTo>
                    <a:pt x="1174" y="1399"/>
                  </a:lnTo>
                  <a:lnTo>
                    <a:pt x="1174" y="1399"/>
                  </a:lnTo>
                  <a:lnTo>
                    <a:pt x="1174" y="1401"/>
                  </a:lnTo>
                  <a:lnTo>
                    <a:pt x="1174" y="1401"/>
                  </a:lnTo>
                  <a:lnTo>
                    <a:pt x="1174" y="1401"/>
                  </a:lnTo>
                  <a:lnTo>
                    <a:pt x="1174" y="1404"/>
                  </a:lnTo>
                  <a:lnTo>
                    <a:pt x="1174" y="1406"/>
                  </a:lnTo>
                  <a:lnTo>
                    <a:pt x="1174" y="1406"/>
                  </a:lnTo>
                  <a:lnTo>
                    <a:pt x="1177" y="1406"/>
                  </a:lnTo>
                  <a:lnTo>
                    <a:pt x="1177" y="1408"/>
                  </a:lnTo>
                  <a:lnTo>
                    <a:pt x="1177" y="1408"/>
                  </a:lnTo>
                  <a:lnTo>
                    <a:pt x="1177" y="1411"/>
                  </a:lnTo>
                  <a:lnTo>
                    <a:pt x="1174" y="1411"/>
                  </a:lnTo>
                  <a:lnTo>
                    <a:pt x="1174" y="1411"/>
                  </a:lnTo>
                  <a:lnTo>
                    <a:pt x="1174" y="1413"/>
                  </a:lnTo>
                  <a:lnTo>
                    <a:pt x="1174" y="1413"/>
                  </a:lnTo>
                  <a:lnTo>
                    <a:pt x="1177" y="1413"/>
                  </a:lnTo>
                  <a:lnTo>
                    <a:pt x="1177" y="1416"/>
                  </a:lnTo>
                  <a:lnTo>
                    <a:pt x="1177" y="1416"/>
                  </a:lnTo>
                  <a:lnTo>
                    <a:pt x="1177" y="1418"/>
                  </a:lnTo>
                  <a:lnTo>
                    <a:pt x="1177" y="1420"/>
                  </a:lnTo>
                  <a:lnTo>
                    <a:pt x="1174" y="1420"/>
                  </a:lnTo>
                  <a:lnTo>
                    <a:pt x="1174" y="1418"/>
                  </a:lnTo>
                  <a:lnTo>
                    <a:pt x="1174" y="1418"/>
                  </a:lnTo>
                  <a:lnTo>
                    <a:pt x="1174" y="1418"/>
                  </a:lnTo>
                  <a:lnTo>
                    <a:pt x="1174" y="1416"/>
                  </a:lnTo>
                  <a:lnTo>
                    <a:pt x="1174" y="1416"/>
                  </a:lnTo>
                  <a:lnTo>
                    <a:pt x="1172" y="1413"/>
                  </a:lnTo>
                  <a:lnTo>
                    <a:pt x="1172" y="1416"/>
                  </a:lnTo>
                  <a:lnTo>
                    <a:pt x="1174" y="1418"/>
                  </a:lnTo>
                  <a:lnTo>
                    <a:pt x="1172" y="1418"/>
                  </a:lnTo>
                  <a:lnTo>
                    <a:pt x="1172" y="1418"/>
                  </a:lnTo>
                  <a:lnTo>
                    <a:pt x="1169" y="1416"/>
                  </a:lnTo>
                  <a:lnTo>
                    <a:pt x="1167" y="1416"/>
                  </a:lnTo>
                  <a:lnTo>
                    <a:pt x="1165" y="1416"/>
                  </a:lnTo>
                  <a:lnTo>
                    <a:pt x="1162" y="1418"/>
                  </a:lnTo>
                  <a:lnTo>
                    <a:pt x="1162" y="1418"/>
                  </a:lnTo>
                  <a:lnTo>
                    <a:pt x="1162" y="1420"/>
                  </a:lnTo>
                  <a:lnTo>
                    <a:pt x="1162" y="1420"/>
                  </a:lnTo>
                  <a:lnTo>
                    <a:pt x="1162" y="1423"/>
                  </a:lnTo>
                  <a:lnTo>
                    <a:pt x="1162" y="1423"/>
                  </a:lnTo>
                  <a:lnTo>
                    <a:pt x="1162" y="1423"/>
                  </a:lnTo>
                  <a:lnTo>
                    <a:pt x="1162" y="1425"/>
                  </a:lnTo>
                  <a:lnTo>
                    <a:pt x="1162" y="1425"/>
                  </a:lnTo>
                  <a:lnTo>
                    <a:pt x="1160" y="1425"/>
                  </a:lnTo>
                  <a:lnTo>
                    <a:pt x="1160" y="1423"/>
                  </a:lnTo>
                  <a:lnTo>
                    <a:pt x="1160" y="1423"/>
                  </a:lnTo>
                  <a:lnTo>
                    <a:pt x="1160" y="1423"/>
                  </a:lnTo>
                  <a:lnTo>
                    <a:pt x="1158" y="1423"/>
                  </a:lnTo>
                  <a:lnTo>
                    <a:pt x="1158" y="1423"/>
                  </a:lnTo>
                  <a:lnTo>
                    <a:pt x="1158" y="1423"/>
                  </a:lnTo>
                  <a:lnTo>
                    <a:pt x="1158" y="1425"/>
                  </a:lnTo>
                  <a:lnTo>
                    <a:pt x="1158" y="1425"/>
                  </a:lnTo>
                  <a:lnTo>
                    <a:pt x="1160" y="1425"/>
                  </a:lnTo>
                  <a:lnTo>
                    <a:pt x="1160" y="1425"/>
                  </a:lnTo>
                  <a:lnTo>
                    <a:pt x="1162" y="1427"/>
                  </a:lnTo>
                  <a:lnTo>
                    <a:pt x="1162" y="1427"/>
                  </a:lnTo>
                  <a:lnTo>
                    <a:pt x="1162" y="1430"/>
                  </a:lnTo>
                  <a:lnTo>
                    <a:pt x="1165" y="1430"/>
                  </a:lnTo>
                  <a:lnTo>
                    <a:pt x="1162" y="1432"/>
                  </a:lnTo>
                  <a:lnTo>
                    <a:pt x="1162" y="1432"/>
                  </a:lnTo>
                  <a:lnTo>
                    <a:pt x="1162" y="1432"/>
                  </a:lnTo>
                  <a:lnTo>
                    <a:pt x="1160" y="1430"/>
                  </a:lnTo>
                  <a:lnTo>
                    <a:pt x="1160" y="1430"/>
                  </a:lnTo>
                  <a:lnTo>
                    <a:pt x="1160" y="1432"/>
                  </a:lnTo>
                  <a:lnTo>
                    <a:pt x="1160" y="1434"/>
                  </a:lnTo>
                  <a:lnTo>
                    <a:pt x="1160" y="1434"/>
                  </a:lnTo>
                  <a:lnTo>
                    <a:pt x="1160" y="1434"/>
                  </a:lnTo>
                  <a:lnTo>
                    <a:pt x="1160" y="1437"/>
                  </a:lnTo>
                  <a:lnTo>
                    <a:pt x="1160" y="1437"/>
                  </a:lnTo>
                  <a:lnTo>
                    <a:pt x="1160" y="1437"/>
                  </a:lnTo>
                  <a:lnTo>
                    <a:pt x="1160" y="1437"/>
                  </a:lnTo>
                  <a:lnTo>
                    <a:pt x="1160" y="1434"/>
                  </a:lnTo>
                  <a:lnTo>
                    <a:pt x="1158" y="1434"/>
                  </a:lnTo>
                  <a:lnTo>
                    <a:pt x="1158" y="1432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9"/>
                  </a:lnTo>
                  <a:lnTo>
                    <a:pt x="1155" y="1439"/>
                  </a:lnTo>
                  <a:lnTo>
                    <a:pt x="1155" y="1446"/>
                  </a:lnTo>
                  <a:lnTo>
                    <a:pt x="1155" y="1446"/>
                  </a:lnTo>
                  <a:lnTo>
                    <a:pt x="1155" y="1446"/>
                  </a:lnTo>
                  <a:lnTo>
                    <a:pt x="1153" y="1444"/>
                  </a:lnTo>
                  <a:lnTo>
                    <a:pt x="1153" y="1444"/>
                  </a:lnTo>
                  <a:lnTo>
                    <a:pt x="1153" y="1442"/>
                  </a:lnTo>
                  <a:lnTo>
                    <a:pt x="1153" y="1439"/>
                  </a:lnTo>
                  <a:lnTo>
                    <a:pt x="1153" y="1439"/>
                  </a:lnTo>
                  <a:lnTo>
                    <a:pt x="1151" y="1439"/>
                  </a:lnTo>
                  <a:lnTo>
                    <a:pt x="1151" y="1439"/>
                  </a:lnTo>
                  <a:lnTo>
                    <a:pt x="1148" y="1439"/>
                  </a:lnTo>
                  <a:lnTo>
                    <a:pt x="1148" y="1442"/>
                  </a:lnTo>
                  <a:lnTo>
                    <a:pt x="1148" y="1444"/>
                  </a:lnTo>
                  <a:lnTo>
                    <a:pt x="1148" y="1444"/>
                  </a:lnTo>
                  <a:lnTo>
                    <a:pt x="1148" y="1446"/>
                  </a:lnTo>
                  <a:lnTo>
                    <a:pt x="1146" y="1446"/>
                  </a:lnTo>
                  <a:lnTo>
                    <a:pt x="1146" y="1444"/>
                  </a:lnTo>
                  <a:lnTo>
                    <a:pt x="1146" y="1444"/>
                  </a:lnTo>
                  <a:lnTo>
                    <a:pt x="1146" y="1442"/>
                  </a:lnTo>
                  <a:lnTo>
                    <a:pt x="1146" y="1442"/>
                  </a:lnTo>
                  <a:lnTo>
                    <a:pt x="1146" y="1442"/>
                  </a:lnTo>
                  <a:lnTo>
                    <a:pt x="1146" y="1442"/>
                  </a:lnTo>
                  <a:lnTo>
                    <a:pt x="1146" y="1439"/>
                  </a:lnTo>
                  <a:lnTo>
                    <a:pt x="1146" y="1439"/>
                  </a:lnTo>
                  <a:lnTo>
                    <a:pt x="1146" y="1439"/>
                  </a:lnTo>
                  <a:lnTo>
                    <a:pt x="1148" y="1437"/>
                  </a:lnTo>
                  <a:lnTo>
                    <a:pt x="1148" y="1434"/>
                  </a:lnTo>
                  <a:lnTo>
                    <a:pt x="1148" y="1434"/>
                  </a:lnTo>
                  <a:lnTo>
                    <a:pt x="1151" y="1434"/>
                  </a:lnTo>
                  <a:lnTo>
                    <a:pt x="1151" y="1432"/>
                  </a:lnTo>
                  <a:lnTo>
                    <a:pt x="1148" y="1432"/>
                  </a:lnTo>
                  <a:lnTo>
                    <a:pt x="1148" y="1432"/>
                  </a:lnTo>
                  <a:lnTo>
                    <a:pt x="1148" y="1432"/>
                  </a:lnTo>
                  <a:lnTo>
                    <a:pt x="1148" y="1432"/>
                  </a:lnTo>
                  <a:lnTo>
                    <a:pt x="1146" y="1432"/>
                  </a:lnTo>
                  <a:lnTo>
                    <a:pt x="1146" y="1432"/>
                  </a:lnTo>
                  <a:lnTo>
                    <a:pt x="1146" y="1427"/>
                  </a:lnTo>
                  <a:lnTo>
                    <a:pt x="1143" y="1425"/>
                  </a:lnTo>
                  <a:lnTo>
                    <a:pt x="1143" y="1425"/>
                  </a:lnTo>
                  <a:lnTo>
                    <a:pt x="1139" y="1423"/>
                  </a:lnTo>
                  <a:lnTo>
                    <a:pt x="1136" y="1420"/>
                  </a:lnTo>
                  <a:lnTo>
                    <a:pt x="1136" y="1420"/>
                  </a:lnTo>
                  <a:lnTo>
                    <a:pt x="1136" y="1418"/>
                  </a:lnTo>
                  <a:lnTo>
                    <a:pt x="1134" y="1416"/>
                  </a:lnTo>
                  <a:lnTo>
                    <a:pt x="1129" y="1413"/>
                  </a:lnTo>
                  <a:lnTo>
                    <a:pt x="1127" y="1411"/>
                  </a:lnTo>
                  <a:lnTo>
                    <a:pt x="1127" y="1411"/>
                  </a:lnTo>
                  <a:lnTo>
                    <a:pt x="1127" y="1408"/>
                  </a:lnTo>
                  <a:lnTo>
                    <a:pt x="1125" y="1408"/>
                  </a:lnTo>
                  <a:lnTo>
                    <a:pt x="1125" y="1406"/>
                  </a:lnTo>
                  <a:lnTo>
                    <a:pt x="1122" y="1404"/>
                  </a:lnTo>
                  <a:lnTo>
                    <a:pt x="1117" y="1404"/>
                  </a:lnTo>
                  <a:lnTo>
                    <a:pt x="1117" y="1404"/>
                  </a:lnTo>
                  <a:lnTo>
                    <a:pt x="1117" y="1401"/>
                  </a:lnTo>
                  <a:lnTo>
                    <a:pt x="1115" y="1401"/>
                  </a:lnTo>
                  <a:lnTo>
                    <a:pt x="1115" y="1401"/>
                  </a:lnTo>
                  <a:lnTo>
                    <a:pt x="1113" y="1399"/>
                  </a:lnTo>
                  <a:lnTo>
                    <a:pt x="1113" y="1397"/>
                  </a:lnTo>
                  <a:lnTo>
                    <a:pt x="1113" y="1394"/>
                  </a:lnTo>
                  <a:lnTo>
                    <a:pt x="1110" y="1392"/>
                  </a:lnTo>
                  <a:lnTo>
                    <a:pt x="1108" y="1392"/>
                  </a:lnTo>
                  <a:lnTo>
                    <a:pt x="1108" y="1389"/>
                  </a:lnTo>
                  <a:lnTo>
                    <a:pt x="1108" y="1387"/>
                  </a:lnTo>
                  <a:lnTo>
                    <a:pt x="1108" y="1387"/>
                  </a:lnTo>
                  <a:lnTo>
                    <a:pt x="1106" y="1385"/>
                  </a:lnTo>
                  <a:lnTo>
                    <a:pt x="1106" y="1382"/>
                  </a:lnTo>
                  <a:lnTo>
                    <a:pt x="1103" y="1378"/>
                  </a:lnTo>
                  <a:lnTo>
                    <a:pt x="1103" y="1378"/>
                  </a:lnTo>
                  <a:lnTo>
                    <a:pt x="1103" y="1375"/>
                  </a:lnTo>
                  <a:lnTo>
                    <a:pt x="1103" y="1373"/>
                  </a:lnTo>
                  <a:lnTo>
                    <a:pt x="1103" y="1373"/>
                  </a:lnTo>
                  <a:lnTo>
                    <a:pt x="1101" y="1373"/>
                  </a:lnTo>
                  <a:lnTo>
                    <a:pt x="1101" y="1373"/>
                  </a:lnTo>
                  <a:lnTo>
                    <a:pt x="1101" y="1371"/>
                  </a:lnTo>
                  <a:lnTo>
                    <a:pt x="1101" y="1371"/>
                  </a:lnTo>
                  <a:lnTo>
                    <a:pt x="1101" y="1371"/>
                  </a:lnTo>
                  <a:lnTo>
                    <a:pt x="1103" y="1371"/>
                  </a:lnTo>
                  <a:lnTo>
                    <a:pt x="1103" y="1368"/>
                  </a:lnTo>
                  <a:lnTo>
                    <a:pt x="1103" y="1368"/>
                  </a:lnTo>
                  <a:lnTo>
                    <a:pt x="1103" y="1368"/>
                  </a:lnTo>
                  <a:lnTo>
                    <a:pt x="1103" y="1368"/>
                  </a:lnTo>
                  <a:lnTo>
                    <a:pt x="1101" y="1368"/>
                  </a:lnTo>
                  <a:lnTo>
                    <a:pt x="1101" y="1366"/>
                  </a:lnTo>
                  <a:lnTo>
                    <a:pt x="1101" y="1366"/>
                  </a:lnTo>
                  <a:lnTo>
                    <a:pt x="1103" y="1366"/>
                  </a:lnTo>
                  <a:lnTo>
                    <a:pt x="1103" y="1363"/>
                  </a:lnTo>
                  <a:lnTo>
                    <a:pt x="1103" y="1363"/>
                  </a:lnTo>
                  <a:lnTo>
                    <a:pt x="1103" y="1361"/>
                  </a:lnTo>
                  <a:lnTo>
                    <a:pt x="1101" y="1359"/>
                  </a:lnTo>
                  <a:lnTo>
                    <a:pt x="1101" y="1356"/>
                  </a:lnTo>
                  <a:lnTo>
                    <a:pt x="1101" y="1356"/>
                  </a:lnTo>
                  <a:lnTo>
                    <a:pt x="1101" y="1356"/>
                  </a:lnTo>
                  <a:lnTo>
                    <a:pt x="1101" y="1354"/>
                  </a:lnTo>
                  <a:lnTo>
                    <a:pt x="1098" y="1354"/>
                  </a:lnTo>
                  <a:lnTo>
                    <a:pt x="1096" y="1352"/>
                  </a:lnTo>
                  <a:lnTo>
                    <a:pt x="1096" y="1349"/>
                  </a:lnTo>
                  <a:lnTo>
                    <a:pt x="1096" y="1349"/>
                  </a:lnTo>
                  <a:lnTo>
                    <a:pt x="1096" y="1349"/>
                  </a:lnTo>
                  <a:lnTo>
                    <a:pt x="1096" y="1349"/>
                  </a:lnTo>
                  <a:lnTo>
                    <a:pt x="1098" y="1347"/>
                  </a:lnTo>
                  <a:lnTo>
                    <a:pt x="1098" y="1345"/>
                  </a:lnTo>
                  <a:lnTo>
                    <a:pt x="1101" y="1345"/>
                  </a:lnTo>
                  <a:lnTo>
                    <a:pt x="1101" y="1342"/>
                  </a:lnTo>
                  <a:lnTo>
                    <a:pt x="1101" y="1342"/>
                  </a:lnTo>
                  <a:lnTo>
                    <a:pt x="1101" y="1342"/>
                  </a:lnTo>
                  <a:lnTo>
                    <a:pt x="1101" y="1340"/>
                  </a:lnTo>
                  <a:lnTo>
                    <a:pt x="1101" y="1340"/>
                  </a:lnTo>
                  <a:lnTo>
                    <a:pt x="1101" y="1340"/>
                  </a:lnTo>
                  <a:lnTo>
                    <a:pt x="1101" y="1340"/>
                  </a:lnTo>
                  <a:lnTo>
                    <a:pt x="1103" y="1340"/>
                  </a:lnTo>
                  <a:lnTo>
                    <a:pt x="1103" y="1342"/>
                  </a:lnTo>
                  <a:lnTo>
                    <a:pt x="1103" y="1349"/>
                  </a:lnTo>
                  <a:lnTo>
                    <a:pt x="1103" y="1349"/>
                  </a:lnTo>
                  <a:lnTo>
                    <a:pt x="1103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8" y="1352"/>
                  </a:lnTo>
                  <a:lnTo>
                    <a:pt x="1108" y="1352"/>
                  </a:lnTo>
                  <a:lnTo>
                    <a:pt x="1110" y="1352"/>
                  </a:lnTo>
                  <a:lnTo>
                    <a:pt x="1110" y="1352"/>
                  </a:lnTo>
                  <a:lnTo>
                    <a:pt x="1113" y="1354"/>
                  </a:lnTo>
                  <a:lnTo>
                    <a:pt x="1113" y="1354"/>
                  </a:lnTo>
                  <a:lnTo>
                    <a:pt x="1113" y="1352"/>
                  </a:lnTo>
                  <a:lnTo>
                    <a:pt x="1115" y="1349"/>
                  </a:lnTo>
                  <a:lnTo>
                    <a:pt x="1115" y="1349"/>
                  </a:lnTo>
                  <a:lnTo>
                    <a:pt x="1115" y="1349"/>
                  </a:lnTo>
                  <a:lnTo>
                    <a:pt x="1115" y="1347"/>
                  </a:lnTo>
                  <a:lnTo>
                    <a:pt x="1115" y="1345"/>
                  </a:lnTo>
                  <a:lnTo>
                    <a:pt x="1115" y="1345"/>
                  </a:lnTo>
                  <a:lnTo>
                    <a:pt x="1115" y="1345"/>
                  </a:lnTo>
                  <a:lnTo>
                    <a:pt x="1115" y="1345"/>
                  </a:lnTo>
                  <a:lnTo>
                    <a:pt x="1115" y="1342"/>
                  </a:lnTo>
                  <a:lnTo>
                    <a:pt x="1115" y="1342"/>
                  </a:lnTo>
                  <a:lnTo>
                    <a:pt x="1115" y="1342"/>
                  </a:lnTo>
                  <a:lnTo>
                    <a:pt x="1115" y="1342"/>
                  </a:lnTo>
                  <a:lnTo>
                    <a:pt x="1115" y="1340"/>
                  </a:lnTo>
                  <a:lnTo>
                    <a:pt x="1115" y="1340"/>
                  </a:lnTo>
                  <a:lnTo>
                    <a:pt x="1115" y="1337"/>
                  </a:lnTo>
                  <a:lnTo>
                    <a:pt x="1115" y="1337"/>
                  </a:lnTo>
                  <a:lnTo>
                    <a:pt x="1115" y="1335"/>
                  </a:lnTo>
                  <a:lnTo>
                    <a:pt x="1113" y="1333"/>
                  </a:lnTo>
                  <a:lnTo>
                    <a:pt x="1113" y="1333"/>
                  </a:lnTo>
                  <a:lnTo>
                    <a:pt x="1113" y="1330"/>
                  </a:lnTo>
                  <a:lnTo>
                    <a:pt x="1113" y="1330"/>
                  </a:lnTo>
                  <a:lnTo>
                    <a:pt x="1110" y="1328"/>
                  </a:lnTo>
                  <a:lnTo>
                    <a:pt x="1110" y="1328"/>
                  </a:lnTo>
                  <a:lnTo>
                    <a:pt x="1110" y="1326"/>
                  </a:lnTo>
                  <a:lnTo>
                    <a:pt x="1108" y="1323"/>
                  </a:lnTo>
                  <a:lnTo>
                    <a:pt x="1108" y="1323"/>
                  </a:lnTo>
                  <a:lnTo>
                    <a:pt x="1108" y="1321"/>
                  </a:lnTo>
                  <a:lnTo>
                    <a:pt x="1106" y="1321"/>
                  </a:lnTo>
                  <a:lnTo>
                    <a:pt x="1106" y="1318"/>
                  </a:lnTo>
                  <a:lnTo>
                    <a:pt x="1106" y="1316"/>
                  </a:lnTo>
                  <a:lnTo>
                    <a:pt x="1106" y="1314"/>
                  </a:lnTo>
                  <a:lnTo>
                    <a:pt x="1106" y="1314"/>
                  </a:lnTo>
                  <a:lnTo>
                    <a:pt x="1106" y="1311"/>
                  </a:lnTo>
                  <a:lnTo>
                    <a:pt x="1103" y="1307"/>
                  </a:lnTo>
                  <a:lnTo>
                    <a:pt x="1101" y="1304"/>
                  </a:lnTo>
                  <a:lnTo>
                    <a:pt x="1101" y="1302"/>
                  </a:lnTo>
                  <a:lnTo>
                    <a:pt x="1091" y="1292"/>
                  </a:lnTo>
                  <a:lnTo>
                    <a:pt x="1082" y="1288"/>
                  </a:lnTo>
                  <a:lnTo>
                    <a:pt x="1080" y="1285"/>
                  </a:lnTo>
                  <a:lnTo>
                    <a:pt x="1080" y="1285"/>
                  </a:lnTo>
                  <a:lnTo>
                    <a:pt x="1072" y="1281"/>
                  </a:lnTo>
                  <a:lnTo>
                    <a:pt x="1068" y="1276"/>
                  </a:lnTo>
                  <a:lnTo>
                    <a:pt x="1068" y="1276"/>
                  </a:lnTo>
                  <a:lnTo>
                    <a:pt x="1065" y="1273"/>
                  </a:lnTo>
                  <a:lnTo>
                    <a:pt x="1065" y="1273"/>
                  </a:lnTo>
                  <a:lnTo>
                    <a:pt x="1065" y="1273"/>
                  </a:lnTo>
                  <a:lnTo>
                    <a:pt x="1065" y="1271"/>
                  </a:lnTo>
                  <a:lnTo>
                    <a:pt x="1063" y="1271"/>
                  </a:lnTo>
                  <a:lnTo>
                    <a:pt x="1063" y="1271"/>
                  </a:lnTo>
                  <a:lnTo>
                    <a:pt x="1063" y="1269"/>
                  </a:lnTo>
                  <a:lnTo>
                    <a:pt x="1063" y="1269"/>
                  </a:lnTo>
                  <a:lnTo>
                    <a:pt x="1061" y="1266"/>
                  </a:lnTo>
                  <a:lnTo>
                    <a:pt x="1054" y="1266"/>
                  </a:lnTo>
                  <a:lnTo>
                    <a:pt x="1051" y="1269"/>
                  </a:lnTo>
                  <a:lnTo>
                    <a:pt x="1051" y="1269"/>
                  </a:lnTo>
                  <a:lnTo>
                    <a:pt x="1051" y="1269"/>
                  </a:lnTo>
                  <a:lnTo>
                    <a:pt x="1049" y="1271"/>
                  </a:lnTo>
                  <a:lnTo>
                    <a:pt x="1049" y="1273"/>
                  </a:lnTo>
                  <a:lnTo>
                    <a:pt x="1049" y="1273"/>
                  </a:lnTo>
                  <a:lnTo>
                    <a:pt x="1049" y="1276"/>
                  </a:lnTo>
                  <a:lnTo>
                    <a:pt x="1049" y="1276"/>
                  </a:lnTo>
                  <a:lnTo>
                    <a:pt x="1049" y="1278"/>
                  </a:lnTo>
                  <a:lnTo>
                    <a:pt x="1049" y="1278"/>
                  </a:lnTo>
                  <a:lnTo>
                    <a:pt x="1046" y="1283"/>
                  </a:lnTo>
                  <a:lnTo>
                    <a:pt x="1042" y="1288"/>
                  </a:lnTo>
                  <a:lnTo>
                    <a:pt x="1042" y="1290"/>
                  </a:lnTo>
                  <a:lnTo>
                    <a:pt x="1042" y="1292"/>
                  </a:lnTo>
                  <a:lnTo>
                    <a:pt x="1042" y="1295"/>
                  </a:lnTo>
                  <a:lnTo>
                    <a:pt x="1042" y="1297"/>
                  </a:lnTo>
                  <a:lnTo>
                    <a:pt x="1042" y="1297"/>
                  </a:lnTo>
                  <a:lnTo>
                    <a:pt x="1042" y="1300"/>
                  </a:lnTo>
                  <a:lnTo>
                    <a:pt x="1042" y="1302"/>
                  </a:lnTo>
                  <a:lnTo>
                    <a:pt x="1044" y="1304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9"/>
                  </a:lnTo>
                  <a:lnTo>
                    <a:pt x="1044" y="1309"/>
                  </a:lnTo>
                  <a:lnTo>
                    <a:pt x="1044" y="1311"/>
                  </a:lnTo>
                  <a:lnTo>
                    <a:pt x="1044" y="1311"/>
                  </a:lnTo>
                  <a:lnTo>
                    <a:pt x="1044" y="1311"/>
                  </a:lnTo>
                  <a:lnTo>
                    <a:pt x="1044" y="1311"/>
                  </a:lnTo>
                  <a:lnTo>
                    <a:pt x="1046" y="1314"/>
                  </a:lnTo>
                  <a:lnTo>
                    <a:pt x="1046" y="1314"/>
                  </a:lnTo>
                  <a:lnTo>
                    <a:pt x="1046" y="1316"/>
                  </a:lnTo>
                  <a:lnTo>
                    <a:pt x="1046" y="1316"/>
                  </a:lnTo>
                  <a:lnTo>
                    <a:pt x="1046" y="1318"/>
                  </a:lnTo>
                  <a:lnTo>
                    <a:pt x="1046" y="1321"/>
                  </a:lnTo>
                  <a:lnTo>
                    <a:pt x="1046" y="1321"/>
                  </a:lnTo>
                  <a:lnTo>
                    <a:pt x="1046" y="1323"/>
                  </a:lnTo>
                  <a:lnTo>
                    <a:pt x="1046" y="1323"/>
                  </a:lnTo>
                  <a:lnTo>
                    <a:pt x="1046" y="1323"/>
                  </a:lnTo>
                  <a:lnTo>
                    <a:pt x="1046" y="1323"/>
                  </a:lnTo>
                  <a:lnTo>
                    <a:pt x="1046" y="1326"/>
                  </a:lnTo>
                  <a:lnTo>
                    <a:pt x="1046" y="1326"/>
                  </a:lnTo>
                  <a:lnTo>
                    <a:pt x="1044" y="1326"/>
                  </a:lnTo>
                  <a:lnTo>
                    <a:pt x="1046" y="1323"/>
                  </a:lnTo>
                  <a:lnTo>
                    <a:pt x="1044" y="1321"/>
                  </a:lnTo>
                  <a:lnTo>
                    <a:pt x="1044" y="1318"/>
                  </a:lnTo>
                  <a:lnTo>
                    <a:pt x="1044" y="1318"/>
                  </a:lnTo>
                  <a:lnTo>
                    <a:pt x="1042" y="1318"/>
                  </a:lnTo>
                  <a:lnTo>
                    <a:pt x="1042" y="1318"/>
                  </a:lnTo>
                  <a:lnTo>
                    <a:pt x="1042" y="1321"/>
                  </a:lnTo>
                  <a:lnTo>
                    <a:pt x="1042" y="1321"/>
                  </a:lnTo>
                  <a:lnTo>
                    <a:pt x="1039" y="1323"/>
                  </a:lnTo>
                  <a:lnTo>
                    <a:pt x="1042" y="1326"/>
                  </a:lnTo>
                  <a:lnTo>
                    <a:pt x="1039" y="1326"/>
                  </a:lnTo>
                  <a:lnTo>
                    <a:pt x="1039" y="1326"/>
                  </a:lnTo>
                  <a:lnTo>
                    <a:pt x="1039" y="1328"/>
                  </a:lnTo>
                  <a:lnTo>
                    <a:pt x="1039" y="1328"/>
                  </a:lnTo>
                  <a:lnTo>
                    <a:pt x="1039" y="1330"/>
                  </a:lnTo>
                  <a:lnTo>
                    <a:pt x="1042" y="1333"/>
                  </a:lnTo>
                  <a:lnTo>
                    <a:pt x="1042" y="1333"/>
                  </a:lnTo>
                  <a:lnTo>
                    <a:pt x="1044" y="1333"/>
                  </a:lnTo>
                  <a:lnTo>
                    <a:pt x="1044" y="1333"/>
                  </a:lnTo>
                  <a:lnTo>
                    <a:pt x="1044" y="1335"/>
                  </a:lnTo>
                  <a:lnTo>
                    <a:pt x="1044" y="1335"/>
                  </a:lnTo>
                  <a:lnTo>
                    <a:pt x="1044" y="1337"/>
                  </a:lnTo>
                  <a:lnTo>
                    <a:pt x="1044" y="1337"/>
                  </a:lnTo>
                  <a:lnTo>
                    <a:pt x="1044" y="1337"/>
                  </a:lnTo>
                  <a:lnTo>
                    <a:pt x="1044" y="1340"/>
                  </a:lnTo>
                  <a:lnTo>
                    <a:pt x="1044" y="1340"/>
                  </a:lnTo>
                  <a:lnTo>
                    <a:pt x="1042" y="1340"/>
                  </a:lnTo>
                  <a:lnTo>
                    <a:pt x="1042" y="1340"/>
                  </a:lnTo>
                  <a:lnTo>
                    <a:pt x="1042" y="1340"/>
                  </a:lnTo>
                  <a:lnTo>
                    <a:pt x="1044" y="1340"/>
                  </a:lnTo>
                  <a:lnTo>
                    <a:pt x="1042" y="1342"/>
                  </a:lnTo>
                  <a:lnTo>
                    <a:pt x="1042" y="1342"/>
                  </a:lnTo>
                  <a:lnTo>
                    <a:pt x="1039" y="1345"/>
                  </a:lnTo>
                  <a:lnTo>
                    <a:pt x="1042" y="1345"/>
                  </a:lnTo>
                  <a:lnTo>
                    <a:pt x="1039" y="1345"/>
                  </a:lnTo>
                  <a:lnTo>
                    <a:pt x="1042" y="1345"/>
                  </a:lnTo>
                  <a:lnTo>
                    <a:pt x="1042" y="1347"/>
                  </a:lnTo>
                  <a:lnTo>
                    <a:pt x="1042" y="1347"/>
                  </a:lnTo>
                  <a:lnTo>
                    <a:pt x="1042" y="1349"/>
                  </a:lnTo>
                  <a:lnTo>
                    <a:pt x="1042" y="1349"/>
                  </a:lnTo>
                  <a:lnTo>
                    <a:pt x="1039" y="1349"/>
                  </a:lnTo>
                  <a:lnTo>
                    <a:pt x="1039" y="1352"/>
                  </a:lnTo>
                  <a:lnTo>
                    <a:pt x="1039" y="1352"/>
                  </a:lnTo>
                  <a:lnTo>
                    <a:pt x="1037" y="1354"/>
                  </a:lnTo>
                  <a:lnTo>
                    <a:pt x="1037" y="1354"/>
                  </a:lnTo>
                  <a:lnTo>
                    <a:pt x="1037" y="1356"/>
                  </a:lnTo>
                  <a:lnTo>
                    <a:pt x="1037" y="1356"/>
                  </a:lnTo>
                  <a:lnTo>
                    <a:pt x="1037" y="1356"/>
                  </a:lnTo>
                  <a:lnTo>
                    <a:pt x="1037" y="1356"/>
                  </a:lnTo>
                  <a:lnTo>
                    <a:pt x="1037" y="1359"/>
                  </a:lnTo>
                  <a:lnTo>
                    <a:pt x="1039" y="1359"/>
                  </a:lnTo>
                  <a:lnTo>
                    <a:pt x="1039" y="1359"/>
                  </a:lnTo>
                  <a:lnTo>
                    <a:pt x="1037" y="1361"/>
                  </a:lnTo>
                  <a:lnTo>
                    <a:pt x="1037" y="1361"/>
                  </a:lnTo>
                  <a:lnTo>
                    <a:pt x="1035" y="1363"/>
                  </a:lnTo>
                  <a:lnTo>
                    <a:pt x="1035" y="1361"/>
                  </a:lnTo>
                  <a:lnTo>
                    <a:pt x="1035" y="1361"/>
                  </a:lnTo>
                  <a:lnTo>
                    <a:pt x="1032" y="1359"/>
                  </a:lnTo>
                  <a:lnTo>
                    <a:pt x="1032" y="1359"/>
                  </a:lnTo>
                  <a:lnTo>
                    <a:pt x="1032" y="1356"/>
                  </a:lnTo>
                  <a:lnTo>
                    <a:pt x="1032" y="1356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0" y="1352"/>
                  </a:lnTo>
                  <a:lnTo>
                    <a:pt x="1027" y="1354"/>
                  </a:lnTo>
                  <a:lnTo>
                    <a:pt x="1025" y="1354"/>
                  </a:lnTo>
                  <a:lnTo>
                    <a:pt x="1030" y="1352"/>
                  </a:lnTo>
                  <a:lnTo>
                    <a:pt x="1030" y="1352"/>
                  </a:lnTo>
                  <a:lnTo>
                    <a:pt x="1030" y="1349"/>
                  </a:lnTo>
                  <a:lnTo>
                    <a:pt x="1023" y="1347"/>
                  </a:lnTo>
                  <a:lnTo>
                    <a:pt x="1020" y="1347"/>
                  </a:lnTo>
                  <a:lnTo>
                    <a:pt x="1020" y="1347"/>
                  </a:lnTo>
                  <a:lnTo>
                    <a:pt x="1020" y="1345"/>
                  </a:lnTo>
                  <a:lnTo>
                    <a:pt x="1020" y="1345"/>
                  </a:lnTo>
                  <a:lnTo>
                    <a:pt x="1020" y="1345"/>
                  </a:lnTo>
                  <a:lnTo>
                    <a:pt x="1020" y="1345"/>
                  </a:lnTo>
                  <a:lnTo>
                    <a:pt x="1023" y="1342"/>
                  </a:lnTo>
                  <a:lnTo>
                    <a:pt x="1023" y="1342"/>
                  </a:lnTo>
                  <a:lnTo>
                    <a:pt x="1023" y="1337"/>
                  </a:lnTo>
                  <a:lnTo>
                    <a:pt x="1023" y="1337"/>
                  </a:lnTo>
                  <a:lnTo>
                    <a:pt x="1023" y="1337"/>
                  </a:lnTo>
                  <a:lnTo>
                    <a:pt x="1023" y="1337"/>
                  </a:lnTo>
                  <a:lnTo>
                    <a:pt x="1023" y="1335"/>
                  </a:lnTo>
                  <a:lnTo>
                    <a:pt x="1020" y="1335"/>
                  </a:lnTo>
                  <a:lnTo>
                    <a:pt x="1020" y="1335"/>
                  </a:lnTo>
                  <a:lnTo>
                    <a:pt x="1020" y="1335"/>
                  </a:lnTo>
                  <a:lnTo>
                    <a:pt x="1020" y="1335"/>
                  </a:lnTo>
                  <a:lnTo>
                    <a:pt x="1020" y="1333"/>
                  </a:lnTo>
                  <a:lnTo>
                    <a:pt x="1020" y="1333"/>
                  </a:lnTo>
                  <a:lnTo>
                    <a:pt x="1020" y="1333"/>
                  </a:lnTo>
                  <a:lnTo>
                    <a:pt x="1023" y="1333"/>
                  </a:lnTo>
                  <a:lnTo>
                    <a:pt x="1020" y="1330"/>
                  </a:lnTo>
                  <a:lnTo>
                    <a:pt x="1020" y="1330"/>
                  </a:lnTo>
                  <a:lnTo>
                    <a:pt x="1020" y="1330"/>
                  </a:lnTo>
                  <a:lnTo>
                    <a:pt x="1018" y="1330"/>
                  </a:lnTo>
                  <a:lnTo>
                    <a:pt x="1020" y="1328"/>
                  </a:lnTo>
                  <a:lnTo>
                    <a:pt x="1020" y="1328"/>
                  </a:lnTo>
                  <a:lnTo>
                    <a:pt x="1020" y="1328"/>
                  </a:lnTo>
                  <a:lnTo>
                    <a:pt x="1020" y="1326"/>
                  </a:lnTo>
                  <a:lnTo>
                    <a:pt x="1020" y="1326"/>
                  </a:lnTo>
                  <a:lnTo>
                    <a:pt x="1020" y="1323"/>
                  </a:lnTo>
                  <a:lnTo>
                    <a:pt x="1020" y="1323"/>
                  </a:lnTo>
                  <a:lnTo>
                    <a:pt x="1020" y="1321"/>
                  </a:lnTo>
                  <a:lnTo>
                    <a:pt x="1020" y="1321"/>
                  </a:lnTo>
                  <a:lnTo>
                    <a:pt x="1018" y="1321"/>
                  </a:lnTo>
                  <a:lnTo>
                    <a:pt x="1018" y="1321"/>
                  </a:lnTo>
                  <a:lnTo>
                    <a:pt x="1018" y="1318"/>
                  </a:lnTo>
                  <a:lnTo>
                    <a:pt x="1018" y="1318"/>
                  </a:lnTo>
                  <a:lnTo>
                    <a:pt x="1018" y="1316"/>
                  </a:lnTo>
                  <a:lnTo>
                    <a:pt x="1018" y="1316"/>
                  </a:lnTo>
                  <a:lnTo>
                    <a:pt x="1018" y="1316"/>
                  </a:lnTo>
                  <a:lnTo>
                    <a:pt x="1018" y="1316"/>
                  </a:lnTo>
                  <a:lnTo>
                    <a:pt x="1020" y="1316"/>
                  </a:lnTo>
                  <a:lnTo>
                    <a:pt x="1020" y="1316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1"/>
                  </a:lnTo>
                  <a:lnTo>
                    <a:pt x="1020" y="1311"/>
                  </a:lnTo>
                  <a:lnTo>
                    <a:pt x="1020" y="1311"/>
                  </a:lnTo>
                  <a:lnTo>
                    <a:pt x="1020" y="1311"/>
                  </a:lnTo>
                  <a:lnTo>
                    <a:pt x="1018" y="1311"/>
                  </a:lnTo>
                  <a:lnTo>
                    <a:pt x="1016" y="1314"/>
                  </a:lnTo>
                  <a:lnTo>
                    <a:pt x="1016" y="1314"/>
                  </a:lnTo>
                  <a:lnTo>
                    <a:pt x="1016" y="1311"/>
                  </a:lnTo>
                  <a:lnTo>
                    <a:pt x="1016" y="1311"/>
                  </a:lnTo>
                  <a:lnTo>
                    <a:pt x="1018" y="1311"/>
                  </a:lnTo>
                  <a:lnTo>
                    <a:pt x="1018" y="1309"/>
                  </a:lnTo>
                  <a:lnTo>
                    <a:pt x="1020" y="1309"/>
                  </a:lnTo>
                  <a:lnTo>
                    <a:pt x="1020" y="1309"/>
                  </a:lnTo>
                  <a:lnTo>
                    <a:pt x="1020" y="1309"/>
                  </a:lnTo>
                  <a:lnTo>
                    <a:pt x="1020" y="1309"/>
                  </a:lnTo>
                  <a:lnTo>
                    <a:pt x="1018" y="1309"/>
                  </a:lnTo>
                  <a:lnTo>
                    <a:pt x="1018" y="1309"/>
                  </a:lnTo>
                  <a:lnTo>
                    <a:pt x="1020" y="1307"/>
                  </a:lnTo>
                  <a:lnTo>
                    <a:pt x="1020" y="1307"/>
                  </a:lnTo>
                  <a:lnTo>
                    <a:pt x="1018" y="1307"/>
                  </a:lnTo>
                  <a:lnTo>
                    <a:pt x="1016" y="1304"/>
                  </a:lnTo>
                  <a:lnTo>
                    <a:pt x="1013" y="1304"/>
                  </a:lnTo>
                  <a:lnTo>
                    <a:pt x="1013" y="1304"/>
                  </a:lnTo>
                  <a:lnTo>
                    <a:pt x="1013" y="1304"/>
                  </a:lnTo>
                  <a:lnTo>
                    <a:pt x="1013" y="1304"/>
                  </a:lnTo>
                  <a:lnTo>
                    <a:pt x="1013" y="1302"/>
                  </a:lnTo>
                  <a:lnTo>
                    <a:pt x="1013" y="1302"/>
                  </a:lnTo>
                  <a:lnTo>
                    <a:pt x="1013" y="1302"/>
                  </a:lnTo>
                  <a:lnTo>
                    <a:pt x="1013" y="1302"/>
                  </a:lnTo>
                  <a:lnTo>
                    <a:pt x="1013" y="1297"/>
                  </a:lnTo>
                  <a:lnTo>
                    <a:pt x="1011" y="1297"/>
                  </a:lnTo>
                  <a:lnTo>
                    <a:pt x="1011" y="1297"/>
                  </a:lnTo>
                  <a:lnTo>
                    <a:pt x="1009" y="1297"/>
                  </a:lnTo>
                  <a:lnTo>
                    <a:pt x="1009" y="1297"/>
                  </a:lnTo>
                  <a:lnTo>
                    <a:pt x="1009" y="1295"/>
                  </a:lnTo>
                  <a:lnTo>
                    <a:pt x="1009" y="1295"/>
                  </a:lnTo>
                  <a:lnTo>
                    <a:pt x="1009" y="1292"/>
                  </a:lnTo>
                  <a:lnTo>
                    <a:pt x="1009" y="1290"/>
                  </a:lnTo>
                  <a:lnTo>
                    <a:pt x="1009" y="1290"/>
                  </a:lnTo>
                  <a:lnTo>
                    <a:pt x="1006" y="1288"/>
                  </a:lnTo>
                  <a:lnTo>
                    <a:pt x="1006" y="1288"/>
                  </a:lnTo>
                  <a:lnTo>
                    <a:pt x="1006" y="1288"/>
                  </a:lnTo>
                  <a:lnTo>
                    <a:pt x="1004" y="1285"/>
                  </a:lnTo>
                  <a:lnTo>
                    <a:pt x="1004" y="1285"/>
                  </a:lnTo>
                  <a:lnTo>
                    <a:pt x="1001" y="1285"/>
                  </a:lnTo>
                  <a:lnTo>
                    <a:pt x="994" y="1278"/>
                  </a:lnTo>
                  <a:lnTo>
                    <a:pt x="992" y="1278"/>
                  </a:lnTo>
                  <a:lnTo>
                    <a:pt x="992" y="1278"/>
                  </a:lnTo>
                  <a:lnTo>
                    <a:pt x="992" y="1276"/>
                  </a:lnTo>
                  <a:lnTo>
                    <a:pt x="990" y="1276"/>
                  </a:lnTo>
                  <a:lnTo>
                    <a:pt x="990" y="1276"/>
                  </a:lnTo>
                  <a:lnTo>
                    <a:pt x="987" y="1273"/>
                  </a:lnTo>
                  <a:lnTo>
                    <a:pt x="983" y="1271"/>
                  </a:lnTo>
                  <a:lnTo>
                    <a:pt x="980" y="1269"/>
                  </a:lnTo>
                  <a:lnTo>
                    <a:pt x="980" y="1269"/>
                  </a:lnTo>
                  <a:lnTo>
                    <a:pt x="987" y="1273"/>
                  </a:lnTo>
                  <a:lnTo>
                    <a:pt x="990" y="1273"/>
                  </a:lnTo>
                  <a:lnTo>
                    <a:pt x="990" y="1273"/>
                  </a:lnTo>
                  <a:lnTo>
                    <a:pt x="992" y="1271"/>
                  </a:lnTo>
                  <a:lnTo>
                    <a:pt x="994" y="1269"/>
                  </a:lnTo>
                  <a:lnTo>
                    <a:pt x="994" y="1266"/>
                  </a:lnTo>
                  <a:lnTo>
                    <a:pt x="997" y="1266"/>
                  </a:lnTo>
                  <a:lnTo>
                    <a:pt x="997" y="1266"/>
                  </a:lnTo>
                  <a:lnTo>
                    <a:pt x="994" y="1269"/>
                  </a:lnTo>
                  <a:lnTo>
                    <a:pt x="994" y="1269"/>
                  </a:lnTo>
                  <a:lnTo>
                    <a:pt x="994" y="1269"/>
                  </a:lnTo>
                  <a:lnTo>
                    <a:pt x="994" y="1271"/>
                  </a:lnTo>
                  <a:lnTo>
                    <a:pt x="994" y="1271"/>
                  </a:lnTo>
                  <a:lnTo>
                    <a:pt x="994" y="1273"/>
                  </a:lnTo>
                  <a:lnTo>
                    <a:pt x="992" y="1273"/>
                  </a:lnTo>
                  <a:lnTo>
                    <a:pt x="992" y="1276"/>
                  </a:lnTo>
                  <a:lnTo>
                    <a:pt x="994" y="1276"/>
                  </a:lnTo>
                  <a:lnTo>
                    <a:pt x="997" y="1271"/>
                  </a:lnTo>
                  <a:lnTo>
                    <a:pt x="999" y="1271"/>
                  </a:lnTo>
                  <a:lnTo>
                    <a:pt x="999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9" y="1273"/>
                  </a:lnTo>
                  <a:lnTo>
                    <a:pt x="999" y="1273"/>
                  </a:lnTo>
                  <a:lnTo>
                    <a:pt x="999" y="1273"/>
                  </a:lnTo>
                  <a:lnTo>
                    <a:pt x="999" y="1276"/>
                  </a:lnTo>
                  <a:lnTo>
                    <a:pt x="999" y="1276"/>
                  </a:lnTo>
                  <a:lnTo>
                    <a:pt x="1001" y="1276"/>
                  </a:lnTo>
                  <a:lnTo>
                    <a:pt x="1001" y="1273"/>
                  </a:lnTo>
                  <a:lnTo>
                    <a:pt x="1001" y="1273"/>
                  </a:lnTo>
                  <a:lnTo>
                    <a:pt x="1001" y="1273"/>
                  </a:lnTo>
                  <a:lnTo>
                    <a:pt x="1001" y="1271"/>
                  </a:lnTo>
                  <a:lnTo>
                    <a:pt x="1001" y="1271"/>
                  </a:lnTo>
                  <a:lnTo>
                    <a:pt x="1001" y="1271"/>
                  </a:lnTo>
                  <a:lnTo>
                    <a:pt x="1001" y="1271"/>
                  </a:lnTo>
                  <a:lnTo>
                    <a:pt x="1001" y="1269"/>
                  </a:lnTo>
                  <a:lnTo>
                    <a:pt x="1001" y="1269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4" y="1264"/>
                  </a:lnTo>
                  <a:lnTo>
                    <a:pt x="1004" y="1262"/>
                  </a:lnTo>
                  <a:lnTo>
                    <a:pt x="1004" y="1262"/>
                  </a:lnTo>
                  <a:lnTo>
                    <a:pt x="1006" y="1262"/>
                  </a:lnTo>
                  <a:lnTo>
                    <a:pt x="1006" y="1262"/>
                  </a:lnTo>
                  <a:lnTo>
                    <a:pt x="1006" y="1262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4" y="1259"/>
                  </a:lnTo>
                  <a:lnTo>
                    <a:pt x="1004" y="1257"/>
                  </a:lnTo>
                  <a:lnTo>
                    <a:pt x="1004" y="1257"/>
                  </a:lnTo>
                  <a:lnTo>
                    <a:pt x="1004" y="1257"/>
                  </a:lnTo>
                  <a:lnTo>
                    <a:pt x="1004" y="1257"/>
                  </a:lnTo>
                  <a:lnTo>
                    <a:pt x="1006" y="1257"/>
                  </a:lnTo>
                  <a:lnTo>
                    <a:pt x="1006" y="1257"/>
                  </a:lnTo>
                  <a:lnTo>
                    <a:pt x="1006" y="1257"/>
                  </a:lnTo>
                  <a:lnTo>
                    <a:pt x="1006" y="1259"/>
                  </a:lnTo>
                  <a:lnTo>
                    <a:pt x="1006" y="1257"/>
                  </a:lnTo>
                  <a:lnTo>
                    <a:pt x="1006" y="1257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9" y="1259"/>
                  </a:lnTo>
                  <a:lnTo>
                    <a:pt x="1009" y="1259"/>
                  </a:lnTo>
                  <a:lnTo>
                    <a:pt x="1009" y="1259"/>
                  </a:lnTo>
                  <a:lnTo>
                    <a:pt x="1011" y="1257"/>
                  </a:lnTo>
                  <a:lnTo>
                    <a:pt x="1011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3" y="1257"/>
                  </a:lnTo>
                  <a:lnTo>
                    <a:pt x="1013" y="1257"/>
                  </a:lnTo>
                  <a:lnTo>
                    <a:pt x="1013" y="1257"/>
                  </a:lnTo>
                  <a:lnTo>
                    <a:pt x="1013" y="1257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1" y="1255"/>
                  </a:lnTo>
                  <a:lnTo>
                    <a:pt x="1011" y="1255"/>
                  </a:lnTo>
                  <a:lnTo>
                    <a:pt x="1011" y="1252"/>
                  </a:lnTo>
                  <a:lnTo>
                    <a:pt x="1011" y="1252"/>
                  </a:lnTo>
                  <a:lnTo>
                    <a:pt x="1009" y="1252"/>
                  </a:lnTo>
                  <a:lnTo>
                    <a:pt x="1004" y="1250"/>
                  </a:lnTo>
                  <a:lnTo>
                    <a:pt x="1001" y="1250"/>
                  </a:lnTo>
                  <a:lnTo>
                    <a:pt x="1001" y="1250"/>
                  </a:lnTo>
                  <a:lnTo>
                    <a:pt x="1001" y="1252"/>
                  </a:lnTo>
                  <a:lnTo>
                    <a:pt x="1001" y="1255"/>
                  </a:lnTo>
                  <a:lnTo>
                    <a:pt x="997" y="1255"/>
                  </a:lnTo>
                  <a:lnTo>
                    <a:pt x="997" y="1255"/>
                  </a:lnTo>
                  <a:lnTo>
                    <a:pt x="997" y="1252"/>
                  </a:lnTo>
                  <a:lnTo>
                    <a:pt x="997" y="1252"/>
                  </a:lnTo>
                  <a:lnTo>
                    <a:pt x="997" y="1250"/>
                  </a:lnTo>
                  <a:lnTo>
                    <a:pt x="994" y="1252"/>
                  </a:lnTo>
                  <a:lnTo>
                    <a:pt x="992" y="1252"/>
                  </a:lnTo>
                  <a:lnTo>
                    <a:pt x="990" y="1255"/>
                  </a:lnTo>
                  <a:lnTo>
                    <a:pt x="990" y="1255"/>
                  </a:lnTo>
                  <a:lnTo>
                    <a:pt x="987" y="1252"/>
                  </a:lnTo>
                  <a:lnTo>
                    <a:pt x="987" y="1250"/>
                  </a:lnTo>
                  <a:lnTo>
                    <a:pt x="987" y="1250"/>
                  </a:lnTo>
                  <a:lnTo>
                    <a:pt x="985" y="1250"/>
                  </a:lnTo>
                  <a:lnTo>
                    <a:pt x="983" y="1252"/>
                  </a:lnTo>
                  <a:lnTo>
                    <a:pt x="983" y="1252"/>
                  </a:lnTo>
                  <a:lnTo>
                    <a:pt x="983" y="1255"/>
                  </a:lnTo>
                  <a:lnTo>
                    <a:pt x="983" y="1255"/>
                  </a:lnTo>
                  <a:lnTo>
                    <a:pt x="975" y="1255"/>
                  </a:lnTo>
                  <a:lnTo>
                    <a:pt x="975" y="1255"/>
                  </a:lnTo>
                  <a:lnTo>
                    <a:pt x="975" y="1255"/>
                  </a:lnTo>
                  <a:lnTo>
                    <a:pt x="975" y="1257"/>
                  </a:lnTo>
                  <a:lnTo>
                    <a:pt x="975" y="1255"/>
                  </a:lnTo>
                  <a:lnTo>
                    <a:pt x="975" y="1255"/>
                  </a:lnTo>
                  <a:lnTo>
                    <a:pt x="980" y="1252"/>
                  </a:lnTo>
                  <a:lnTo>
                    <a:pt x="983" y="1250"/>
                  </a:lnTo>
                  <a:lnTo>
                    <a:pt x="985" y="1245"/>
                  </a:lnTo>
                  <a:lnTo>
                    <a:pt x="985" y="1245"/>
                  </a:lnTo>
                  <a:lnTo>
                    <a:pt x="987" y="1245"/>
                  </a:lnTo>
                  <a:lnTo>
                    <a:pt x="987" y="1245"/>
                  </a:lnTo>
                  <a:lnTo>
                    <a:pt x="987" y="1243"/>
                  </a:lnTo>
                  <a:lnTo>
                    <a:pt x="987" y="1243"/>
                  </a:lnTo>
                  <a:lnTo>
                    <a:pt x="985" y="1243"/>
                  </a:lnTo>
                  <a:lnTo>
                    <a:pt x="985" y="1243"/>
                  </a:lnTo>
                  <a:lnTo>
                    <a:pt x="985" y="1243"/>
                  </a:lnTo>
                  <a:lnTo>
                    <a:pt x="983" y="1243"/>
                  </a:lnTo>
                  <a:lnTo>
                    <a:pt x="983" y="1243"/>
                  </a:lnTo>
                  <a:lnTo>
                    <a:pt x="983" y="1243"/>
                  </a:lnTo>
                  <a:lnTo>
                    <a:pt x="983" y="1243"/>
                  </a:lnTo>
                  <a:lnTo>
                    <a:pt x="980" y="1243"/>
                  </a:lnTo>
                  <a:lnTo>
                    <a:pt x="980" y="1243"/>
                  </a:lnTo>
                  <a:lnTo>
                    <a:pt x="980" y="1243"/>
                  </a:lnTo>
                  <a:lnTo>
                    <a:pt x="980" y="1243"/>
                  </a:lnTo>
                  <a:lnTo>
                    <a:pt x="978" y="1240"/>
                  </a:lnTo>
                  <a:lnTo>
                    <a:pt x="975" y="1243"/>
                  </a:lnTo>
                  <a:lnTo>
                    <a:pt x="975" y="1243"/>
                  </a:lnTo>
                  <a:lnTo>
                    <a:pt x="975" y="1243"/>
                  </a:lnTo>
                  <a:lnTo>
                    <a:pt x="975" y="1245"/>
                  </a:lnTo>
                  <a:lnTo>
                    <a:pt x="975" y="1245"/>
                  </a:lnTo>
                  <a:lnTo>
                    <a:pt x="973" y="1245"/>
                  </a:lnTo>
                  <a:lnTo>
                    <a:pt x="973" y="1245"/>
                  </a:lnTo>
                  <a:lnTo>
                    <a:pt x="973" y="1245"/>
                  </a:lnTo>
                  <a:lnTo>
                    <a:pt x="973" y="1247"/>
                  </a:lnTo>
                  <a:lnTo>
                    <a:pt x="973" y="1247"/>
                  </a:lnTo>
                  <a:lnTo>
                    <a:pt x="973" y="1247"/>
                  </a:lnTo>
                  <a:lnTo>
                    <a:pt x="973" y="1247"/>
                  </a:lnTo>
                  <a:lnTo>
                    <a:pt x="973" y="1250"/>
                  </a:lnTo>
                  <a:lnTo>
                    <a:pt x="973" y="1250"/>
                  </a:lnTo>
                  <a:lnTo>
                    <a:pt x="971" y="1252"/>
                  </a:lnTo>
                  <a:lnTo>
                    <a:pt x="971" y="1252"/>
                  </a:lnTo>
                  <a:lnTo>
                    <a:pt x="968" y="1252"/>
                  </a:lnTo>
                  <a:lnTo>
                    <a:pt x="968" y="1252"/>
                  </a:lnTo>
                  <a:lnTo>
                    <a:pt x="971" y="1255"/>
                  </a:lnTo>
                  <a:lnTo>
                    <a:pt x="968" y="1255"/>
                  </a:lnTo>
                  <a:lnTo>
                    <a:pt x="968" y="1255"/>
                  </a:lnTo>
                  <a:lnTo>
                    <a:pt x="966" y="1257"/>
                  </a:lnTo>
                  <a:lnTo>
                    <a:pt x="968" y="1259"/>
                  </a:lnTo>
                  <a:lnTo>
                    <a:pt x="966" y="1259"/>
                  </a:lnTo>
                  <a:lnTo>
                    <a:pt x="964" y="1257"/>
                  </a:lnTo>
                  <a:lnTo>
                    <a:pt x="964" y="1257"/>
                  </a:lnTo>
                  <a:lnTo>
                    <a:pt x="961" y="1255"/>
                  </a:lnTo>
                  <a:lnTo>
                    <a:pt x="956" y="1255"/>
                  </a:lnTo>
                  <a:lnTo>
                    <a:pt x="956" y="1255"/>
                  </a:lnTo>
                  <a:lnTo>
                    <a:pt x="956" y="1252"/>
                  </a:lnTo>
                  <a:lnTo>
                    <a:pt x="956" y="1252"/>
                  </a:lnTo>
                  <a:lnTo>
                    <a:pt x="956" y="1252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0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0"/>
                  </a:lnTo>
                  <a:lnTo>
                    <a:pt x="952" y="1250"/>
                  </a:lnTo>
                  <a:lnTo>
                    <a:pt x="949" y="1247"/>
                  </a:lnTo>
                  <a:lnTo>
                    <a:pt x="949" y="1247"/>
                  </a:lnTo>
                  <a:lnTo>
                    <a:pt x="949" y="1247"/>
                  </a:lnTo>
                  <a:lnTo>
                    <a:pt x="949" y="1247"/>
                  </a:lnTo>
                  <a:lnTo>
                    <a:pt x="952" y="1247"/>
                  </a:lnTo>
                  <a:lnTo>
                    <a:pt x="952" y="1247"/>
                  </a:lnTo>
                  <a:lnTo>
                    <a:pt x="952" y="1247"/>
                  </a:lnTo>
                  <a:lnTo>
                    <a:pt x="956" y="1247"/>
                  </a:lnTo>
                  <a:lnTo>
                    <a:pt x="956" y="1247"/>
                  </a:lnTo>
                  <a:lnTo>
                    <a:pt x="956" y="1247"/>
                  </a:lnTo>
                  <a:lnTo>
                    <a:pt x="954" y="1247"/>
                  </a:lnTo>
                  <a:lnTo>
                    <a:pt x="952" y="1245"/>
                  </a:lnTo>
                  <a:lnTo>
                    <a:pt x="949" y="1245"/>
                  </a:lnTo>
                  <a:lnTo>
                    <a:pt x="947" y="1245"/>
                  </a:lnTo>
                  <a:lnTo>
                    <a:pt x="949" y="1245"/>
                  </a:lnTo>
                  <a:lnTo>
                    <a:pt x="949" y="1245"/>
                  </a:lnTo>
                  <a:lnTo>
                    <a:pt x="949" y="1245"/>
                  </a:lnTo>
                  <a:lnTo>
                    <a:pt x="947" y="1245"/>
                  </a:lnTo>
                  <a:lnTo>
                    <a:pt x="947" y="1245"/>
                  </a:lnTo>
                  <a:lnTo>
                    <a:pt x="947" y="1245"/>
                  </a:lnTo>
                  <a:lnTo>
                    <a:pt x="947" y="1245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0"/>
                  </a:lnTo>
                  <a:lnTo>
                    <a:pt x="947" y="1240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5" y="1243"/>
                  </a:lnTo>
                  <a:lnTo>
                    <a:pt x="945" y="1243"/>
                  </a:lnTo>
                  <a:lnTo>
                    <a:pt x="945" y="1243"/>
                  </a:lnTo>
                  <a:lnTo>
                    <a:pt x="940" y="1245"/>
                  </a:lnTo>
                  <a:lnTo>
                    <a:pt x="938" y="1247"/>
                  </a:lnTo>
                  <a:lnTo>
                    <a:pt x="938" y="1247"/>
                  </a:lnTo>
                  <a:lnTo>
                    <a:pt x="938" y="1247"/>
                  </a:lnTo>
                  <a:lnTo>
                    <a:pt x="935" y="1245"/>
                  </a:lnTo>
                  <a:lnTo>
                    <a:pt x="933" y="1247"/>
                  </a:lnTo>
                  <a:lnTo>
                    <a:pt x="930" y="1247"/>
                  </a:lnTo>
                  <a:lnTo>
                    <a:pt x="930" y="1245"/>
                  </a:lnTo>
                  <a:lnTo>
                    <a:pt x="928" y="1245"/>
                  </a:lnTo>
                  <a:lnTo>
                    <a:pt x="930" y="1245"/>
                  </a:lnTo>
                  <a:lnTo>
                    <a:pt x="933" y="1245"/>
                  </a:lnTo>
                  <a:lnTo>
                    <a:pt x="935" y="1245"/>
                  </a:lnTo>
                  <a:lnTo>
                    <a:pt x="935" y="1245"/>
                  </a:lnTo>
                  <a:lnTo>
                    <a:pt x="938" y="1243"/>
                  </a:lnTo>
                  <a:lnTo>
                    <a:pt x="938" y="1243"/>
                  </a:lnTo>
                  <a:lnTo>
                    <a:pt x="942" y="1243"/>
                  </a:lnTo>
                  <a:lnTo>
                    <a:pt x="942" y="1240"/>
                  </a:lnTo>
                  <a:lnTo>
                    <a:pt x="930" y="1243"/>
                  </a:lnTo>
                  <a:lnTo>
                    <a:pt x="930" y="1243"/>
                  </a:lnTo>
                  <a:lnTo>
                    <a:pt x="930" y="1243"/>
                  </a:lnTo>
                  <a:lnTo>
                    <a:pt x="935" y="1238"/>
                  </a:lnTo>
                  <a:lnTo>
                    <a:pt x="938" y="1238"/>
                  </a:lnTo>
                  <a:lnTo>
                    <a:pt x="935" y="1236"/>
                  </a:lnTo>
                  <a:lnTo>
                    <a:pt x="935" y="1236"/>
                  </a:lnTo>
                  <a:lnTo>
                    <a:pt x="938" y="1236"/>
                  </a:lnTo>
                  <a:lnTo>
                    <a:pt x="938" y="1236"/>
                  </a:lnTo>
                  <a:lnTo>
                    <a:pt x="938" y="1238"/>
                  </a:lnTo>
                  <a:lnTo>
                    <a:pt x="940" y="1238"/>
                  </a:lnTo>
                  <a:lnTo>
                    <a:pt x="940" y="1238"/>
                  </a:lnTo>
                  <a:lnTo>
                    <a:pt x="940" y="1236"/>
                  </a:lnTo>
                  <a:lnTo>
                    <a:pt x="940" y="1236"/>
                  </a:lnTo>
                  <a:lnTo>
                    <a:pt x="940" y="1236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2" y="1231"/>
                  </a:lnTo>
                  <a:lnTo>
                    <a:pt x="942" y="1231"/>
                  </a:lnTo>
                  <a:lnTo>
                    <a:pt x="942" y="1231"/>
                  </a:lnTo>
                  <a:lnTo>
                    <a:pt x="942" y="1231"/>
                  </a:lnTo>
                  <a:lnTo>
                    <a:pt x="945" y="1231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7" y="1226"/>
                  </a:lnTo>
                  <a:lnTo>
                    <a:pt x="949" y="1224"/>
                  </a:lnTo>
                  <a:lnTo>
                    <a:pt x="947" y="1224"/>
                  </a:lnTo>
                  <a:lnTo>
                    <a:pt x="947" y="1224"/>
                  </a:lnTo>
                  <a:lnTo>
                    <a:pt x="947" y="1224"/>
                  </a:lnTo>
                  <a:lnTo>
                    <a:pt x="949" y="1224"/>
                  </a:lnTo>
                  <a:lnTo>
                    <a:pt x="949" y="1224"/>
                  </a:lnTo>
                  <a:lnTo>
                    <a:pt x="952" y="1217"/>
                  </a:lnTo>
                  <a:lnTo>
                    <a:pt x="952" y="1217"/>
                  </a:lnTo>
                  <a:lnTo>
                    <a:pt x="952" y="1217"/>
                  </a:lnTo>
                  <a:lnTo>
                    <a:pt x="952" y="1214"/>
                  </a:lnTo>
                  <a:lnTo>
                    <a:pt x="954" y="1214"/>
                  </a:lnTo>
                  <a:lnTo>
                    <a:pt x="954" y="1214"/>
                  </a:lnTo>
                  <a:lnTo>
                    <a:pt x="954" y="1214"/>
                  </a:lnTo>
                  <a:lnTo>
                    <a:pt x="956" y="1212"/>
                  </a:lnTo>
                  <a:lnTo>
                    <a:pt x="956" y="1212"/>
                  </a:lnTo>
                  <a:lnTo>
                    <a:pt x="954" y="1210"/>
                  </a:lnTo>
                  <a:lnTo>
                    <a:pt x="952" y="1207"/>
                  </a:lnTo>
                  <a:lnTo>
                    <a:pt x="949" y="1207"/>
                  </a:lnTo>
                  <a:lnTo>
                    <a:pt x="945" y="1207"/>
                  </a:lnTo>
                  <a:lnTo>
                    <a:pt x="940" y="1210"/>
                  </a:lnTo>
                  <a:lnTo>
                    <a:pt x="940" y="1212"/>
                  </a:lnTo>
                  <a:lnTo>
                    <a:pt x="940" y="1212"/>
                  </a:lnTo>
                  <a:lnTo>
                    <a:pt x="940" y="1212"/>
                  </a:lnTo>
                  <a:lnTo>
                    <a:pt x="938" y="1210"/>
                  </a:lnTo>
                  <a:lnTo>
                    <a:pt x="938" y="1210"/>
                  </a:lnTo>
                  <a:lnTo>
                    <a:pt x="935" y="1210"/>
                  </a:lnTo>
                  <a:lnTo>
                    <a:pt x="935" y="1210"/>
                  </a:lnTo>
                  <a:lnTo>
                    <a:pt x="938" y="1207"/>
                  </a:lnTo>
                  <a:lnTo>
                    <a:pt x="940" y="1207"/>
                  </a:lnTo>
                  <a:lnTo>
                    <a:pt x="940" y="1205"/>
                  </a:lnTo>
                  <a:lnTo>
                    <a:pt x="940" y="1205"/>
                  </a:lnTo>
                  <a:lnTo>
                    <a:pt x="940" y="1202"/>
                  </a:lnTo>
                  <a:lnTo>
                    <a:pt x="942" y="1202"/>
                  </a:lnTo>
                  <a:lnTo>
                    <a:pt x="940" y="1202"/>
                  </a:lnTo>
                  <a:lnTo>
                    <a:pt x="940" y="1200"/>
                  </a:lnTo>
                  <a:lnTo>
                    <a:pt x="940" y="1200"/>
                  </a:lnTo>
                  <a:lnTo>
                    <a:pt x="938" y="1200"/>
                  </a:lnTo>
                  <a:lnTo>
                    <a:pt x="938" y="1200"/>
                  </a:lnTo>
                  <a:lnTo>
                    <a:pt x="940" y="1200"/>
                  </a:lnTo>
                  <a:lnTo>
                    <a:pt x="942" y="1200"/>
                  </a:lnTo>
                  <a:lnTo>
                    <a:pt x="942" y="1198"/>
                  </a:lnTo>
                  <a:lnTo>
                    <a:pt x="942" y="1198"/>
                  </a:lnTo>
                  <a:lnTo>
                    <a:pt x="942" y="1200"/>
                  </a:lnTo>
                  <a:lnTo>
                    <a:pt x="945" y="1200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5"/>
                  </a:lnTo>
                  <a:lnTo>
                    <a:pt x="942" y="1195"/>
                  </a:lnTo>
                  <a:lnTo>
                    <a:pt x="940" y="1195"/>
                  </a:lnTo>
                  <a:lnTo>
                    <a:pt x="942" y="1195"/>
                  </a:lnTo>
                  <a:lnTo>
                    <a:pt x="942" y="1195"/>
                  </a:lnTo>
                  <a:lnTo>
                    <a:pt x="942" y="1193"/>
                  </a:lnTo>
                  <a:lnTo>
                    <a:pt x="942" y="1193"/>
                  </a:lnTo>
                  <a:lnTo>
                    <a:pt x="945" y="1195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7" y="1200"/>
                  </a:lnTo>
                  <a:lnTo>
                    <a:pt x="949" y="1200"/>
                  </a:lnTo>
                  <a:lnTo>
                    <a:pt x="949" y="1200"/>
                  </a:lnTo>
                  <a:lnTo>
                    <a:pt x="952" y="1200"/>
                  </a:lnTo>
                  <a:lnTo>
                    <a:pt x="952" y="1202"/>
                  </a:lnTo>
                  <a:lnTo>
                    <a:pt x="952" y="1202"/>
                  </a:lnTo>
                  <a:lnTo>
                    <a:pt x="954" y="1205"/>
                  </a:lnTo>
                  <a:lnTo>
                    <a:pt x="956" y="1202"/>
                  </a:lnTo>
                  <a:lnTo>
                    <a:pt x="959" y="1202"/>
                  </a:lnTo>
                  <a:lnTo>
                    <a:pt x="959" y="1202"/>
                  </a:lnTo>
                  <a:lnTo>
                    <a:pt x="964" y="1202"/>
                  </a:lnTo>
                  <a:lnTo>
                    <a:pt x="968" y="1200"/>
                  </a:lnTo>
                  <a:lnTo>
                    <a:pt x="968" y="1200"/>
                  </a:lnTo>
                  <a:lnTo>
                    <a:pt x="968" y="1200"/>
                  </a:lnTo>
                  <a:lnTo>
                    <a:pt x="968" y="1198"/>
                  </a:lnTo>
                  <a:lnTo>
                    <a:pt x="968" y="1198"/>
                  </a:lnTo>
                  <a:lnTo>
                    <a:pt x="966" y="1195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5"/>
                  </a:lnTo>
                  <a:lnTo>
                    <a:pt x="961" y="1195"/>
                  </a:lnTo>
                  <a:lnTo>
                    <a:pt x="961" y="1195"/>
                  </a:lnTo>
                  <a:lnTo>
                    <a:pt x="961" y="1195"/>
                  </a:lnTo>
                  <a:lnTo>
                    <a:pt x="961" y="1193"/>
                  </a:lnTo>
                  <a:lnTo>
                    <a:pt x="961" y="1191"/>
                  </a:lnTo>
                  <a:lnTo>
                    <a:pt x="959" y="1186"/>
                  </a:lnTo>
                  <a:lnTo>
                    <a:pt x="961" y="1186"/>
                  </a:lnTo>
                  <a:lnTo>
                    <a:pt x="961" y="1186"/>
                  </a:lnTo>
                  <a:lnTo>
                    <a:pt x="961" y="1186"/>
                  </a:lnTo>
                  <a:lnTo>
                    <a:pt x="961" y="1184"/>
                  </a:lnTo>
                  <a:lnTo>
                    <a:pt x="959" y="1184"/>
                  </a:lnTo>
                  <a:lnTo>
                    <a:pt x="959" y="1184"/>
                  </a:lnTo>
                  <a:lnTo>
                    <a:pt x="959" y="1181"/>
                  </a:lnTo>
                  <a:lnTo>
                    <a:pt x="959" y="1181"/>
                  </a:lnTo>
                  <a:lnTo>
                    <a:pt x="959" y="1184"/>
                  </a:lnTo>
                  <a:lnTo>
                    <a:pt x="959" y="1184"/>
                  </a:lnTo>
                  <a:lnTo>
                    <a:pt x="959" y="1184"/>
                  </a:lnTo>
                  <a:lnTo>
                    <a:pt x="956" y="1184"/>
                  </a:lnTo>
                  <a:lnTo>
                    <a:pt x="956" y="1184"/>
                  </a:lnTo>
                  <a:lnTo>
                    <a:pt x="956" y="1184"/>
                  </a:lnTo>
                  <a:lnTo>
                    <a:pt x="956" y="1181"/>
                  </a:lnTo>
                  <a:lnTo>
                    <a:pt x="954" y="1181"/>
                  </a:lnTo>
                  <a:lnTo>
                    <a:pt x="954" y="1181"/>
                  </a:lnTo>
                  <a:lnTo>
                    <a:pt x="954" y="1184"/>
                  </a:lnTo>
                  <a:lnTo>
                    <a:pt x="954" y="1184"/>
                  </a:lnTo>
                  <a:lnTo>
                    <a:pt x="954" y="1186"/>
                  </a:lnTo>
                  <a:lnTo>
                    <a:pt x="956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2" y="1191"/>
                  </a:lnTo>
                  <a:lnTo>
                    <a:pt x="952" y="1188"/>
                  </a:lnTo>
                  <a:lnTo>
                    <a:pt x="952" y="1188"/>
                  </a:lnTo>
                  <a:lnTo>
                    <a:pt x="952" y="1188"/>
                  </a:lnTo>
                  <a:lnTo>
                    <a:pt x="949" y="1188"/>
                  </a:lnTo>
                  <a:lnTo>
                    <a:pt x="949" y="1188"/>
                  </a:lnTo>
                  <a:lnTo>
                    <a:pt x="949" y="1188"/>
                  </a:lnTo>
                  <a:lnTo>
                    <a:pt x="949" y="1188"/>
                  </a:lnTo>
                  <a:lnTo>
                    <a:pt x="952" y="1186"/>
                  </a:lnTo>
                  <a:lnTo>
                    <a:pt x="952" y="1186"/>
                  </a:lnTo>
                  <a:lnTo>
                    <a:pt x="952" y="1186"/>
                  </a:lnTo>
                  <a:lnTo>
                    <a:pt x="952" y="1184"/>
                  </a:lnTo>
                  <a:lnTo>
                    <a:pt x="952" y="1184"/>
                  </a:lnTo>
                  <a:lnTo>
                    <a:pt x="952" y="1181"/>
                  </a:lnTo>
                  <a:lnTo>
                    <a:pt x="952" y="1181"/>
                  </a:lnTo>
                  <a:lnTo>
                    <a:pt x="952" y="1181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79"/>
                  </a:lnTo>
                  <a:lnTo>
                    <a:pt x="949" y="1179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79"/>
                  </a:lnTo>
                  <a:lnTo>
                    <a:pt x="949" y="1179"/>
                  </a:lnTo>
                  <a:lnTo>
                    <a:pt x="949" y="1179"/>
                  </a:lnTo>
                  <a:lnTo>
                    <a:pt x="945" y="1176"/>
                  </a:lnTo>
                  <a:lnTo>
                    <a:pt x="945" y="1176"/>
                  </a:lnTo>
                  <a:lnTo>
                    <a:pt x="945" y="1176"/>
                  </a:lnTo>
                  <a:lnTo>
                    <a:pt x="947" y="1176"/>
                  </a:lnTo>
                  <a:lnTo>
                    <a:pt x="947" y="1176"/>
                  </a:lnTo>
                  <a:lnTo>
                    <a:pt x="947" y="1176"/>
                  </a:lnTo>
                  <a:lnTo>
                    <a:pt x="947" y="1174"/>
                  </a:lnTo>
                  <a:lnTo>
                    <a:pt x="947" y="1174"/>
                  </a:lnTo>
                  <a:lnTo>
                    <a:pt x="947" y="1174"/>
                  </a:lnTo>
                  <a:lnTo>
                    <a:pt x="945" y="1174"/>
                  </a:lnTo>
                  <a:lnTo>
                    <a:pt x="945" y="1174"/>
                  </a:lnTo>
                  <a:lnTo>
                    <a:pt x="945" y="1174"/>
                  </a:lnTo>
                  <a:lnTo>
                    <a:pt x="942" y="1172"/>
                  </a:lnTo>
                  <a:lnTo>
                    <a:pt x="940" y="1172"/>
                  </a:lnTo>
                  <a:lnTo>
                    <a:pt x="942" y="1172"/>
                  </a:lnTo>
                  <a:lnTo>
                    <a:pt x="942" y="1172"/>
                  </a:lnTo>
                  <a:lnTo>
                    <a:pt x="942" y="1172"/>
                  </a:lnTo>
                  <a:lnTo>
                    <a:pt x="942" y="1172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0" y="1169"/>
                  </a:lnTo>
                  <a:lnTo>
                    <a:pt x="940" y="1167"/>
                  </a:lnTo>
                  <a:lnTo>
                    <a:pt x="940" y="1167"/>
                  </a:lnTo>
                  <a:lnTo>
                    <a:pt x="940" y="1165"/>
                  </a:lnTo>
                  <a:lnTo>
                    <a:pt x="940" y="1165"/>
                  </a:lnTo>
                  <a:lnTo>
                    <a:pt x="940" y="1165"/>
                  </a:lnTo>
                  <a:lnTo>
                    <a:pt x="942" y="1165"/>
                  </a:lnTo>
                  <a:lnTo>
                    <a:pt x="942" y="1165"/>
                  </a:lnTo>
                  <a:lnTo>
                    <a:pt x="942" y="1165"/>
                  </a:lnTo>
                  <a:lnTo>
                    <a:pt x="945" y="1165"/>
                  </a:lnTo>
                  <a:lnTo>
                    <a:pt x="942" y="1162"/>
                  </a:lnTo>
                  <a:lnTo>
                    <a:pt x="942" y="1162"/>
                  </a:lnTo>
                  <a:lnTo>
                    <a:pt x="940" y="1160"/>
                  </a:lnTo>
                  <a:lnTo>
                    <a:pt x="940" y="1162"/>
                  </a:lnTo>
                  <a:lnTo>
                    <a:pt x="940" y="1165"/>
                  </a:lnTo>
                  <a:lnTo>
                    <a:pt x="940" y="1165"/>
                  </a:lnTo>
                  <a:lnTo>
                    <a:pt x="938" y="1165"/>
                  </a:lnTo>
                  <a:lnTo>
                    <a:pt x="938" y="1162"/>
                  </a:lnTo>
                  <a:lnTo>
                    <a:pt x="938" y="1162"/>
                  </a:lnTo>
                  <a:lnTo>
                    <a:pt x="938" y="1162"/>
                  </a:lnTo>
                  <a:lnTo>
                    <a:pt x="938" y="1160"/>
                  </a:lnTo>
                  <a:lnTo>
                    <a:pt x="938" y="1160"/>
                  </a:lnTo>
                  <a:lnTo>
                    <a:pt x="938" y="1160"/>
                  </a:lnTo>
                  <a:lnTo>
                    <a:pt x="938" y="1160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28" y="1155"/>
                  </a:lnTo>
                  <a:lnTo>
                    <a:pt x="928" y="1158"/>
                  </a:lnTo>
                  <a:lnTo>
                    <a:pt x="926" y="1158"/>
                  </a:lnTo>
                  <a:lnTo>
                    <a:pt x="928" y="1155"/>
                  </a:lnTo>
                  <a:lnTo>
                    <a:pt x="926" y="1158"/>
                  </a:lnTo>
                  <a:lnTo>
                    <a:pt x="926" y="1155"/>
                  </a:lnTo>
                  <a:lnTo>
                    <a:pt x="926" y="1155"/>
                  </a:lnTo>
                  <a:lnTo>
                    <a:pt x="928" y="1155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0"/>
                  </a:lnTo>
                  <a:lnTo>
                    <a:pt x="926" y="1153"/>
                  </a:lnTo>
                  <a:lnTo>
                    <a:pt x="926" y="1150"/>
                  </a:lnTo>
                  <a:lnTo>
                    <a:pt x="926" y="1150"/>
                  </a:lnTo>
                  <a:lnTo>
                    <a:pt x="926" y="1150"/>
                  </a:lnTo>
                  <a:lnTo>
                    <a:pt x="926" y="1150"/>
                  </a:lnTo>
                  <a:lnTo>
                    <a:pt x="926" y="1148"/>
                  </a:lnTo>
                  <a:lnTo>
                    <a:pt x="923" y="1148"/>
                  </a:lnTo>
                  <a:lnTo>
                    <a:pt x="923" y="1148"/>
                  </a:lnTo>
                  <a:lnTo>
                    <a:pt x="921" y="1146"/>
                  </a:lnTo>
                  <a:lnTo>
                    <a:pt x="916" y="1146"/>
                  </a:lnTo>
                  <a:lnTo>
                    <a:pt x="914" y="1143"/>
                  </a:lnTo>
                  <a:lnTo>
                    <a:pt x="914" y="1143"/>
                  </a:lnTo>
                  <a:lnTo>
                    <a:pt x="914" y="1141"/>
                  </a:lnTo>
                  <a:lnTo>
                    <a:pt x="914" y="1141"/>
                  </a:lnTo>
                  <a:lnTo>
                    <a:pt x="914" y="1141"/>
                  </a:lnTo>
                  <a:lnTo>
                    <a:pt x="916" y="1143"/>
                  </a:lnTo>
                  <a:lnTo>
                    <a:pt x="916" y="1143"/>
                  </a:lnTo>
                  <a:lnTo>
                    <a:pt x="919" y="1143"/>
                  </a:lnTo>
                  <a:lnTo>
                    <a:pt x="919" y="1143"/>
                  </a:lnTo>
                  <a:lnTo>
                    <a:pt x="919" y="1141"/>
                  </a:lnTo>
                  <a:lnTo>
                    <a:pt x="919" y="1141"/>
                  </a:lnTo>
                  <a:lnTo>
                    <a:pt x="919" y="1141"/>
                  </a:lnTo>
                  <a:lnTo>
                    <a:pt x="916" y="1139"/>
                  </a:lnTo>
                  <a:lnTo>
                    <a:pt x="916" y="1136"/>
                  </a:lnTo>
                  <a:lnTo>
                    <a:pt x="916" y="1136"/>
                  </a:lnTo>
                  <a:lnTo>
                    <a:pt x="916" y="1134"/>
                  </a:lnTo>
                  <a:lnTo>
                    <a:pt x="916" y="1131"/>
                  </a:lnTo>
                  <a:lnTo>
                    <a:pt x="916" y="1129"/>
                  </a:lnTo>
                  <a:lnTo>
                    <a:pt x="916" y="1127"/>
                  </a:lnTo>
                  <a:lnTo>
                    <a:pt x="916" y="1127"/>
                  </a:lnTo>
                  <a:lnTo>
                    <a:pt x="916" y="1124"/>
                  </a:lnTo>
                  <a:lnTo>
                    <a:pt x="916" y="1124"/>
                  </a:lnTo>
                  <a:lnTo>
                    <a:pt x="916" y="1122"/>
                  </a:lnTo>
                  <a:lnTo>
                    <a:pt x="916" y="1122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17"/>
                  </a:lnTo>
                  <a:lnTo>
                    <a:pt x="916" y="1117"/>
                  </a:lnTo>
                  <a:lnTo>
                    <a:pt x="916" y="1115"/>
                  </a:lnTo>
                  <a:lnTo>
                    <a:pt x="916" y="1115"/>
                  </a:lnTo>
                  <a:lnTo>
                    <a:pt x="914" y="1113"/>
                  </a:lnTo>
                  <a:lnTo>
                    <a:pt x="914" y="1110"/>
                  </a:lnTo>
                  <a:lnTo>
                    <a:pt x="914" y="1110"/>
                  </a:lnTo>
                  <a:lnTo>
                    <a:pt x="914" y="1108"/>
                  </a:lnTo>
                  <a:lnTo>
                    <a:pt x="912" y="1108"/>
                  </a:lnTo>
                  <a:lnTo>
                    <a:pt x="912" y="1103"/>
                  </a:lnTo>
                  <a:lnTo>
                    <a:pt x="912" y="1103"/>
                  </a:lnTo>
                  <a:lnTo>
                    <a:pt x="909" y="1103"/>
                  </a:lnTo>
                  <a:lnTo>
                    <a:pt x="909" y="1101"/>
                  </a:lnTo>
                  <a:lnTo>
                    <a:pt x="912" y="1101"/>
                  </a:lnTo>
                  <a:lnTo>
                    <a:pt x="909" y="1101"/>
                  </a:lnTo>
                  <a:lnTo>
                    <a:pt x="909" y="1098"/>
                  </a:lnTo>
                  <a:lnTo>
                    <a:pt x="909" y="1098"/>
                  </a:lnTo>
                  <a:lnTo>
                    <a:pt x="909" y="1098"/>
                  </a:lnTo>
                  <a:lnTo>
                    <a:pt x="907" y="1098"/>
                  </a:lnTo>
                  <a:lnTo>
                    <a:pt x="904" y="1096"/>
                  </a:lnTo>
                  <a:lnTo>
                    <a:pt x="904" y="1096"/>
                  </a:lnTo>
                  <a:lnTo>
                    <a:pt x="904" y="1096"/>
                  </a:lnTo>
                  <a:lnTo>
                    <a:pt x="904" y="1094"/>
                  </a:lnTo>
                  <a:lnTo>
                    <a:pt x="904" y="1094"/>
                  </a:lnTo>
                  <a:lnTo>
                    <a:pt x="904" y="1094"/>
                  </a:lnTo>
                  <a:lnTo>
                    <a:pt x="904" y="1094"/>
                  </a:lnTo>
                  <a:lnTo>
                    <a:pt x="902" y="1091"/>
                  </a:lnTo>
                  <a:lnTo>
                    <a:pt x="902" y="1091"/>
                  </a:lnTo>
                  <a:lnTo>
                    <a:pt x="902" y="1091"/>
                  </a:lnTo>
                  <a:lnTo>
                    <a:pt x="902" y="1091"/>
                  </a:lnTo>
                  <a:lnTo>
                    <a:pt x="902" y="1089"/>
                  </a:lnTo>
                  <a:lnTo>
                    <a:pt x="900" y="1089"/>
                  </a:lnTo>
                  <a:lnTo>
                    <a:pt x="897" y="1086"/>
                  </a:lnTo>
                  <a:lnTo>
                    <a:pt x="897" y="1086"/>
                  </a:lnTo>
                  <a:lnTo>
                    <a:pt x="897" y="1086"/>
                  </a:lnTo>
                  <a:lnTo>
                    <a:pt x="897" y="1084"/>
                  </a:lnTo>
                  <a:lnTo>
                    <a:pt x="895" y="1084"/>
                  </a:lnTo>
                  <a:lnTo>
                    <a:pt x="893" y="1084"/>
                  </a:lnTo>
                  <a:lnTo>
                    <a:pt x="888" y="1082"/>
                  </a:lnTo>
                  <a:lnTo>
                    <a:pt x="885" y="1077"/>
                  </a:lnTo>
                  <a:lnTo>
                    <a:pt x="883" y="1075"/>
                  </a:lnTo>
                  <a:lnTo>
                    <a:pt x="883" y="1075"/>
                  </a:lnTo>
                  <a:lnTo>
                    <a:pt x="885" y="1070"/>
                  </a:lnTo>
                  <a:lnTo>
                    <a:pt x="885" y="1070"/>
                  </a:lnTo>
                  <a:lnTo>
                    <a:pt x="885" y="1068"/>
                  </a:lnTo>
                  <a:lnTo>
                    <a:pt x="885" y="1065"/>
                  </a:lnTo>
                  <a:lnTo>
                    <a:pt x="883" y="1063"/>
                  </a:lnTo>
                  <a:lnTo>
                    <a:pt x="881" y="1063"/>
                  </a:lnTo>
                  <a:lnTo>
                    <a:pt x="881" y="1065"/>
                  </a:lnTo>
                  <a:lnTo>
                    <a:pt x="881" y="1065"/>
                  </a:lnTo>
                  <a:lnTo>
                    <a:pt x="881" y="1068"/>
                  </a:lnTo>
                  <a:lnTo>
                    <a:pt x="878" y="1068"/>
                  </a:lnTo>
                  <a:lnTo>
                    <a:pt x="878" y="1068"/>
                  </a:lnTo>
                  <a:lnTo>
                    <a:pt x="876" y="1065"/>
                  </a:lnTo>
                  <a:lnTo>
                    <a:pt x="876" y="1065"/>
                  </a:lnTo>
                  <a:lnTo>
                    <a:pt x="874" y="1063"/>
                  </a:lnTo>
                  <a:lnTo>
                    <a:pt x="874" y="1065"/>
                  </a:lnTo>
                  <a:lnTo>
                    <a:pt x="871" y="1065"/>
                  </a:lnTo>
                  <a:lnTo>
                    <a:pt x="871" y="1065"/>
                  </a:lnTo>
                  <a:lnTo>
                    <a:pt x="871" y="1063"/>
                  </a:lnTo>
                  <a:lnTo>
                    <a:pt x="871" y="1063"/>
                  </a:lnTo>
                  <a:lnTo>
                    <a:pt x="869" y="1065"/>
                  </a:lnTo>
                  <a:lnTo>
                    <a:pt x="869" y="1068"/>
                  </a:lnTo>
                  <a:lnTo>
                    <a:pt x="869" y="1070"/>
                  </a:lnTo>
                  <a:lnTo>
                    <a:pt x="867" y="1075"/>
                  </a:lnTo>
                  <a:lnTo>
                    <a:pt x="864" y="1075"/>
                  </a:lnTo>
                  <a:lnTo>
                    <a:pt x="864" y="1075"/>
                  </a:lnTo>
                  <a:lnTo>
                    <a:pt x="867" y="1070"/>
                  </a:lnTo>
                  <a:lnTo>
                    <a:pt x="864" y="1070"/>
                  </a:lnTo>
                  <a:lnTo>
                    <a:pt x="864" y="1068"/>
                  </a:lnTo>
                  <a:lnTo>
                    <a:pt x="864" y="1068"/>
                  </a:lnTo>
                  <a:lnTo>
                    <a:pt x="864" y="1065"/>
                  </a:lnTo>
                  <a:lnTo>
                    <a:pt x="864" y="1065"/>
                  </a:lnTo>
                  <a:lnTo>
                    <a:pt x="864" y="1065"/>
                  </a:lnTo>
                  <a:lnTo>
                    <a:pt x="864" y="1065"/>
                  </a:lnTo>
                  <a:lnTo>
                    <a:pt x="867" y="1065"/>
                  </a:lnTo>
                  <a:lnTo>
                    <a:pt x="867" y="1065"/>
                  </a:lnTo>
                  <a:lnTo>
                    <a:pt x="867" y="1065"/>
                  </a:lnTo>
                  <a:lnTo>
                    <a:pt x="867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5"/>
                  </a:lnTo>
                  <a:lnTo>
                    <a:pt x="862" y="1063"/>
                  </a:lnTo>
                  <a:lnTo>
                    <a:pt x="862" y="1063"/>
                  </a:lnTo>
                  <a:lnTo>
                    <a:pt x="862" y="1063"/>
                  </a:lnTo>
                  <a:lnTo>
                    <a:pt x="862" y="1060"/>
                  </a:lnTo>
                  <a:lnTo>
                    <a:pt x="862" y="1060"/>
                  </a:lnTo>
                  <a:lnTo>
                    <a:pt x="862" y="1063"/>
                  </a:lnTo>
                  <a:lnTo>
                    <a:pt x="862" y="1063"/>
                  </a:lnTo>
                  <a:lnTo>
                    <a:pt x="862" y="1065"/>
                  </a:lnTo>
                  <a:lnTo>
                    <a:pt x="859" y="1068"/>
                  </a:lnTo>
                  <a:lnTo>
                    <a:pt x="859" y="1070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5"/>
                  </a:lnTo>
                  <a:lnTo>
                    <a:pt x="859" y="1065"/>
                  </a:lnTo>
                  <a:lnTo>
                    <a:pt x="857" y="1063"/>
                  </a:lnTo>
                  <a:lnTo>
                    <a:pt x="859" y="1060"/>
                  </a:lnTo>
                  <a:lnTo>
                    <a:pt x="859" y="1060"/>
                  </a:lnTo>
                  <a:lnTo>
                    <a:pt x="862" y="1058"/>
                  </a:lnTo>
                  <a:lnTo>
                    <a:pt x="862" y="1058"/>
                  </a:lnTo>
                  <a:lnTo>
                    <a:pt x="862" y="1058"/>
                  </a:lnTo>
                  <a:lnTo>
                    <a:pt x="862" y="1056"/>
                  </a:lnTo>
                  <a:lnTo>
                    <a:pt x="862" y="1056"/>
                  </a:lnTo>
                  <a:lnTo>
                    <a:pt x="862" y="1056"/>
                  </a:lnTo>
                  <a:lnTo>
                    <a:pt x="862" y="1056"/>
                  </a:lnTo>
                  <a:lnTo>
                    <a:pt x="862" y="1053"/>
                  </a:lnTo>
                  <a:lnTo>
                    <a:pt x="862" y="1053"/>
                  </a:lnTo>
                  <a:lnTo>
                    <a:pt x="864" y="1053"/>
                  </a:lnTo>
                  <a:lnTo>
                    <a:pt x="864" y="1053"/>
                  </a:lnTo>
                  <a:lnTo>
                    <a:pt x="864" y="1051"/>
                  </a:lnTo>
                  <a:lnTo>
                    <a:pt x="864" y="1051"/>
                  </a:lnTo>
                  <a:lnTo>
                    <a:pt x="862" y="1051"/>
                  </a:lnTo>
                  <a:lnTo>
                    <a:pt x="862" y="1049"/>
                  </a:lnTo>
                  <a:lnTo>
                    <a:pt x="862" y="1049"/>
                  </a:lnTo>
                  <a:lnTo>
                    <a:pt x="859" y="1049"/>
                  </a:lnTo>
                  <a:lnTo>
                    <a:pt x="859" y="1046"/>
                  </a:lnTo>
                  <a:lnTo>
                    <a:pt x="859" y="1046"/>
                  </a:lnTo>
                  <a:lnTo>
                    <a:pt x="841" y="1051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6"/>
                  </a:lnTo>
                  <a:lnTo>
                    <a:pt x="838" y="1056"/>
                  </a:lnTo>
                  <a:lnTo>
                    <a:pt x="841" y="1056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60"/>
                  </a:lnTo>
                  <a:lnTo>
                    <a:pt x="841" y="1060"/>
                  </a:lnTo>
                  <a:lnTo>
                    <a:pt x="843" y="1060"/>
                  </a:lnTo>
                  <a:lnTo>
                    <a:pt x="843" y="1060"/>
                  </a:lnTo>
                  <a:lnTo>
                    <a:pt x="843" y="1060"/>
                  </a:lnTo>
                  <a:lnTo>
                    <a:pt x="852" y="1060"/>
                  </a:lnTo>
                  <a:lnTo>
                    <a:pt x="852" y="1060"/>
                  </a:lnTo>
                  <a:lnTo>
                    <a:pt x="855" y="1060"/>
                  </a:lnTo>
                  <a:lnTo>
                    <a:pt x="857" y="1058"/>
                  </a:lnTo>
                  <a:lnTo>
                    <a:pt x="857" y="1058"/>
                  </a:lnTo>
                  <a:lnTo>
                    <a:pt x="857" y="1060"/>
                  </a:lnTo>
                  <a:lnTo>
                    <a:pt x="855" y="1060"/>
                  </a:lnTo>
                  <a:lnTo>
                    <a:pt x="855" y="1063"/>
                  </a:lnTo>
                  <a:lnTo>
                    <a:pt x="852" y="1060"/>
                  </a:lnTo>
                  <a:lnTo>
                    <a:pt x="852" y="1060"/>
                  </a:lnTo>
                  <a:lnTo>
                    <a:pt x="848" y="1060"/>
                  </a:lnTo>
                  <a:lnTo>
                    <a:pt x="848" y="1060"/>
                  </a:lnTo>
                  <a:lnTo>
                    <a:pt x="845" y="1060"/>
                  </a:lnTo>
                  <a:lnTo>
                    <a:pt x="845" y="1060"/>
                  </a:lnTo>
                  <a:lnTo>
                    <a:pt x="845" y="1060"/>
                  </a:lnTo>
                  <a:lnTo>
                    <a:pt x="843" y="1063"/>
                  </a:lnTo>
                  <a:lnTo>
                    <a:pt x="841" y="1063"/>
                  </a:lnTo>
                  <a:lnTo>
                    <a:pt x="841" y="1063"/>
                  </a:lnTo>
                  <a:lnTo>
                    <a:pt x="841" y="1065"/>
                  </a:lnTo>
                  <a:lnTo>
                    <a:pt x="841" y="1065"/>
                  </a:lnTo>
                  <a:lnTo>
                    <a:pt x="841" y="1068"/>
                  </a:lnTo>
                  <a:lnTo>
                    <a:pt x="838" y="1068"/>
                  </a:lnTo>
                  <a:lnTo>
                    <a:pt x="838" y="1068"/>
                  </a:lnTo>
                  <a:lnTo>
                    <a:pt x="838" y="1070"/>
                  </a:lnTo>
                  <a:lnTo>
                    <a:pt x="841" y="1070"/>
                  </a:lnTo>
                  <a:lnTo>
                    <a:pt x="841" y="1070"/>
                  </a:lnTo>
                  <a:lnTo>
                    <a:pt x="841" y="1072"/>
                  </a:lnTo>
                  <a:lnTo>
                    <a:pt x="838" y="1072"/>
                  </a:lnTo>
                  <a:lnTo>
                    <a:pt x="833" y="1072"/>
                  </a:lnTo>
                  <a:lnTo>
                    <a:pt x="833" y="1072"/>
                  </a:lnTo>
                  <a:lnTo>
                    <a:pt x="831" y="1075"/>
                  </a:lnTo>
                  <a:lnTo>
                    <a:pt x="831" y="1075"/>
                  </a:lnTo>
                  <a:lnTo>
                    <a:pt x="831" y="1075"/>
                  </a:lnTo>
                  <a:lnTo>
                    <a:pt x="831" y="1077"/>
                  </a:lnTo>
                  <a:lnTo>
                    <a:pt x="831" y="1077"/>
                  </a:lnTo>
                  <a:lnTo>
                    <a:pt x="829" y="1077"/>
                  </a:lnTo>
                  <a:lnTo>
                    <a:pt x="829" y="1077"/>
                  </a:lnTo>
                  <a:lnTo>
                    <a:pt x="829" y="1077"/>
                  </a:lnTo>
                  <a:lnTo>
                    <a:pt x="829" y="1079"/>
                  </a:lnTo>
                  <a:lnTo>
                    <a:pt x="829" y="1079"/>
                  </a:lnTo>
                  <a:lnTo>
                    <a:pt x="826" y="1082"/>
                  </a:lnTo>
                  <a:lnTo>
                    <a:pt x="826" y="1082"/>
                  </a:lnTo>
                  <a:lnTo>
                    <a:pt x="826" y="1082"/>
                  </a:lnTo>
                  <a:lnTo>
                    <a:pt x="824" y="1082"/>
                  </a:lnTo>
                  <a:lnTo>
                    <a:pt x="824" y="1082"/>
                  </a:lnTo>
                  <a:lnTo>
                    <a:pt x="822" y="1084"/>
                  </a:lnTo>
                  <a:lnTo>
                    <a:pt x="822" y="1084"/>
                  </a:lnTo>
                  <a:lnTo>
                    <a:pt x="822" y="1084"/>
                  </a:lnTo>
                  <a:lnTo>
                    <a:pt x="824" y="1084"/>
                  </a:lnTo>
                  <a:lnTo>
                    <a:pt x="824" y="1084"/>
                  </a:lnTo>
                  <a:lnTo>
                    <a:pt x="824" y="1086"/>
                  </a:lnTo>
                  <a:lnTo>
                    <a:pt x="822" y="1086"/>
                  </a:lnTo>
                  <a:lnTo>
                    <a:pt x="822" y="1089"/>
                  </a:lnTo>
                  <a:lnTo>
                    <a:pt x="822" y="1089"/>
                  </a:lnTo>
                  <a:lnTo>
                    <a:pt x="824" y="1089"/>
                  </a:lnTo>
                  <a:lnTo>
                    <a:pt x="824" y="1089"/>
                  </a:lnTo>
                  <a:lnTo>
                    <a:pt x="826" y="1091"/>
                  </a:lnTo>
                  <a:lnTo>
                    <a:pt x="826" y="1091"/>
                  </a:lnTo>
                  <a:lnTo>
                    <a:pt x="829" y="1091"/>
                  </a:lnTo>
                  <a:lnTo>
                    <a:pt x="831" y="1091"/>
                  </a:lnTo>
                  <a:lnTo>
                    <a:pt x="831" y="1094"/>
                  </a:lnTo>
                  <a:lnTo>
                    <a:pt x="836" y="1094"/>
                  </a:lnTo>
                  <a:lnTo>
                    <a:pt x="836" y="1091"/>
                  </a:lnTo>
                  <a:lnTo>
                    <a:pt x="836" y="1091"/>
                  </a:lnTo>
                  <a:lnTo>
                    <a:pt x="838" y="1091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6"/>
                  </a:lnTo>
                  <a:lnTo>
                    <a:pt x="836" y="1096"/>
                  </a:lnTo>
                  <a:lnTo>
                    <a:pt x="836" y="1096"/>
                  </a:lnTo>
                  <a:lnTo>
                    <a:pt x="833" y="1096"/>
                  </a:lnTo>
                  <a:lnTo>
                    <a:pt x="833" y="1098"/>
                  </a:lnTo>
                  <a:lnTo>
                    <a:pt x="833" y="1098"/>
                  </a:lnTo>
                  <a:lnTo>
                    <a:pt x="833" y="1098"/>
                  </a:lnTo>
                  <a:lnTo>
                    <a:pt x="836" y="1101"/>
                  </a:lnTo>
                  <a:lnTo>
                    <a:pt x="836" y="1101"/>
                  </a:lnTo>
                  <a:lnTo>
                    <a:pt x="836" y="1101"/>
                  </a:lnTo>
                  <a:lnTo>
                    <a:pt x="836" y="1103"/>
                  </a:lnTo>
                  <a:lnTo>
                    <a:pt x="838" y="1103"/>
                  </a:lnTo>
                  <a:lnTo>
                    <a:pt x="838" y="1103"/>
                  </a:lnTo>
                  <a:lnTo>
                    <a:pt x="836" y="1103"/>
                  </a:lnTo>
                  <a:lnTo>
                    <a:pt x="836" y="1103"/>
                  </a:lnTo>
                  <a:lnTo>
                    <a:pt x="836" y="1105"/>
                  </a:lnTo>
                  <a:lnTo>
                    <a:pt x="833" y="1105"/>
                  </a:lnTo>
                  <a:lnTo>
                    <a:pt x="833" y="1105"/>
                  </a:lnTo>
                  <a:lnTo>
                    <a:pt x="836" y="1105"/>
                  </a:lnTo>
                  <a:lnTo>
                    <a:pt x="836" y="1108"/>
                  </a:lnTo>
                  <a:lnTo>
                    <a:pt x="836" y="1108"/>
                  </a:lnTo>
                  <a:lnTo>
                    <a:pt x="836" y="1108"/>
                  </a:lnTo>
                  <a:lnTo>
                    <a:pt x="836" y="1108"/>
                  </a:lnTo>
                  <a:lnTo>
                    <a:pt x="836" y="1110"/>
                  </a:lnTo>
                  <a:lnTo>
                    <a:pt x="833" y="1110"/>
                  </a:lnTo>
                  <a:lnTo>
                    <a:pt x="833" y="1110"/>
                  </a:lnTo>
                  <a:lnTo>
                    <a:pt x="833" y="1110"/>
                  </a:lnTo>
                  <a:lnTo>
                    <a:pt x="833" y="1110"/>
                  </a:lnTo>
                  <a:lnTo>
                    <a:pt x="831" y="1110"/>
                  </a:lnTo>
                  <a:lnTo>
                    <a:pt x="826" y="1105"/>
                  </a:lnTo>
                  <a:lnTo>
                    <a:pt x="824" y="1103"/>
                  </a:lnTo>
                  <a:lnTo>
                    <a:pt x="824" y="1103"/>
                  </a:lnTo>
                  <a:lnTo>
                    <a:pt x="824" y="1103"/>
                  </a:lnTo>
                  <a:lnTo>
                    <a:pt x="824" y="1101"/>
                  </a:lnTo>
                  <a:lnTo>
                    <a:pt x="822" y="1101"/>
                  </a:lnTo>
                  <a:lnTo>
                    <a:pt x="817" y="1101"/>
                  </a:lnTo>
                  <a:lnTo>
                    <a:pt x="815" y="1103"/>
                  </a:lnTo>
                  <a:lnTo>
                    <a:pt x="815" y="1103"/>
                  </a:lnTo>
                  <a:lnTo>
                    <a:pt x="815" y="1105"/>
                  </a:lnTo>
                  <a:lnTo>
                    <a:pt x="812" y="1108"/>
                  </a:lnTo>
                  <a:lnTo>
                    <a:pt x="812" y="1110"/>
                  </a:lnTo>
                  <a:lnTo>
                    <a:pt x="812" y="1110"/>
                  </a:lnTo>
                  <a:lnTo>
                    <a:pt x="812" y="1110"/>
                  </a:lnTo>
                  <a:lnTo>
                    <a:pt x="812" y="1110"/>
                  </a:lnTo>
                  <a:lnTo>
                    <a:pt x="807" y="1110"/>
                  </a:lnTo>
                  <a:lnTo>
                    <a:pt x="807" y="1113"/>
                  </a:lnTo>
                  <a:lnTo>
                    <a:pt x="807" y="1113"/>
                  </a:lnTo>
                  <a:lnTo>
                    <a:pt x="807" y="1113"/>
                  </a:lnTo>
                  <a:lnTo>
                    <a:pt x="807" y="1113"/>
                  </a:lnTo>
                  <a:lnTo>
                    <a:pt x="807" y="1115"/>
                  </a:lnTo>
                  <a:lnTo>
                    <a:pt x="807" y="1115"/>
                  </a:lnTo>
                  <a:lnTo>
                    <a:pt x="807" y="1115"/>
                  </a:lnTo>
                  <a:lnTo>
                    <a:pt x="807" y="1115"/>
                  </a:lnTo>
                  <a:lnTo>
                    <a:pt x="810" y="1115"/>
                  </a:lnTo>
                  <a:lnTo>
                    <a:pt x="807" y="1117"/>
                  </a:lnTo>
                  <a:lnTo>
                    <a:pt x="807" y="1120"/>
                  </a:lnTo>
                  <a:lnTo>
                    <a:pt x="807" y="1120"/>
                  </a:lnTo>
                  <a:lnTo>
                    <a:pt x="810" y="1122"/>
                  </a:lnTo>
                  <a:lnTo>
                    <a:pt x="810" y="1124"/>
                  </a:lnTo>
                  <a:lnTo>
                    <a:pt x="810" y="1124"/>
                  </a:lnTo>
                  <a:lnTo>
                    <a:pt x="810" y="1124"/>
                  </a:lnTo>
                  <a:lnTo>
                    <a:pt x="810" y="1122"/>
                  </a:lnTo>
                  <a:lnTo>
                    <a:pt x="807" y="1122"/>
                  </a:lnTo>
                  <a:lnTo>
                    <a:pt x="807" y="1124"/>
                  </a:lnTo>
                  <a:lnTo>
                    <a:pt x="805" y="1124"/>
                  </a:lnTo>
                  <a:lnTo>
                    <a:pt x="805" y="1124"/>
                  </a:lnTo>
                  <a:lnTo>
                    <a:pt x="805" y="1127"/>
                  </a:lnTo>
                  <a:lnTo>
                    <a:pt x="807" y="1127"/>
                  </a:lnTo>
                  <a:lnTo>
                    <a:pt x="807" y="1129"/>
                  </a:lnTo>
                  <a:lnTo>
                    <a:pt x="810" y="1129"/>
                  </a:lnTo>
                  <a:lnTo>
                    <a:pt x="810" y="1129"/>
                  </a:lnTo>
                  <a:lnTo>
                    <a:pt x="810" y="1129"/>
                  </a:lnTo>
                  <a:lnTo>
                    <a:pt x="810" y="1129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2" y="1129"/>
                  </a:lnTo>
                  <a:lnTo>
                    <a:pt x="812" y="1129"/>
                  </a:lnTo>
                  <a:lnTo>
                    <a:pt x="812" y="1129"/>
                  </a:lnTo>
                  <a:lnTo>
                    <a:pt x="812" y="1129"/>
                  </a:lnTo>
                  <a:lnTo>
                    <a:pt x="810" y="1131"/>
                  </a:lnTo>
                  <a:lnTo>
                    <a:pt x="810" y="1134"/>
                  </a:lnTo>
                  <a:lnTo>
                    <a:pt x="810" y="1134"/>
                  </a:lnTo>
                  <a:lnTo>
                    <a:pt x="807" y="1134"/>
                  </a:lnTo>
                  <a:lnTo>
                    <a:pt x="807" y="1134"/>
                  </a:lnTo>
                  <a:lnTo>
                    <a:pt x="807" y="1136"/>
                  </a:lnTo>
                  <a:lnTo>
                    <a:pt x="807" y="1136"/>
                  </a:lnTo>
                  <a:lnTo>
                    <a:pt x="807" y="1136"/>
                  </a:lnTo>
                  <a:lnTo>
                    <a:pt x="807" y="1136"/>
                  </a:lnTo>
                  <a:lnTo>
                    <a:pt x="807" y="1139"/>
                  </a:lnTo>
                  <a:lnTo>
                    <a:pt x="807" y="1139"/>
                  </a:lnTo>
                  <a:lnTo>
                    <a:pt x="807" y="1139"/>
                  </a:lnTo>
                  <a:lnTo>
                    <a:pt x="807" y="1143"/>
                  </a:lnTo>
                  <a:lnTo>
                    <a:pt x="807" y="1146"/>
                  </a:lnTo>
                  <a:lnTo>
                    <a:pt x="805" y="1150"/>
                  </a:lnTo>
                  <a:lnTo>
                    <a:pt x="805" y="1153"/>
                  </a:lnTo>
                  <a:lnTo>
                    <a:pt x="805" y="1155"/>
                  </a:lnTo>
                  <a:lnTo>
                    <a:pt x="807" y="1158"/>
                  </a:lnTo>
                  <a:lnTo>
                    <a:pt x="810" y="1160"/>
                  </a:lnTo>
                  <a:lnTo>
                    <a:pt x="812" y="1160"/>
                  </a:lnTo>
                  <a:lnTo>
                    <a:pt x="812" y="1162"/>
                  </a:lnTo>
                  <a:lnTo>
                    <a:pt x="812" y="1162"/>
                  </a:lnTo>
                  <a:lnTo>
                    <a:pt x="812" y="1165"/>
                  </a:lnTo>
                  <a:lnTo>
                    <a:pt x="815" y="1167"/>
                  </a:lnTo>
                  <a:lnTo>
                    <a:pt x="817" y="1169"/>
                  </a:lnTo>
                  <a:lnTo>
                    <a:pt x="819" y="1169"/>
                  </a:lnTo>
                  <a:lnTo>
                    <a:pt x="822" y="1169"/>
                  </a:lnTo>
                  <a:lnTo>
                    <a:pt x="819" y="1169"/>
                  </a:lnTo>
                  <a:lnTo>
                    <a:pt x="822" y="1169"/>
                  </a:lnTo>
                  <a:lnTo>
                    <a:pt x="822" y="1167"/>
                  </a:lnTo>
                  <a:lnTo>
                    <a:pt x="829" y="1162"/>
                  </a:lnTo>
                  <a:lnTo>
                    <a:pt x="831" y="1162"/>
                  </a:lnTo>
                  <a:lnTo>
                    <a:pt x="831" y="1162"/>
                  </a:lnTo>
                  <a:lnTo>
                    <a:pt x="829" y="1162"/>
                  </a:lnTo>
                  <a:lnTo>
                    <a:pt x="829" y="1165"/>
                  </a:lnTo>
                  <a:lnTo>
                    <a:pt x="826" y="1165"/>
                  </a:lnTo>
                  <a:lnTo>
                    <a:pt x="826" y="1165"/>
                  </a:lnTo>
                  <a:lnTo>
                    <a:pt x="824" y="1169"/>
                  </a:lnTo>
                  <a:lnTo>
                    <a:pt x="824" y="1169"/>
                  </a:lnTo>
                  <a:lnTo>
                    <a:pt x="824" y="1172"/>
                  </a:lnTo>
                  <a:lnTo>
                    <a:pt x="824" y="1172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9" y="1174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9"/>
                  </a:lnTo>
                  <a:lnTo>
                    <a:pt x="831" y="1179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26" y="1174"/>
                  </a:lnTo>
                  <a:lnTo>
                    <a:pt x="824" y="1174"/>
                  </a:lnTo>
                  <a:lnTo>
                    <a:pt x="824" y="1172"/>
                  </a:lnTo>
                  <a:lnTo>
                    <a:pt x="822" y="1174"/>
                  </a:lnTo>
                  <a:lnTo>
                    <a:pt x="822" y="1174"/>
                  </a:lnTo>
                  <a:lnTo>
                    <a:pt x="822" y="1176"/>
                  </a:lnTo>
                  <a:lnTo>
                    <a:pt x="822" y="1176"/>
                  </a:lnTo>
                  <a:lnTo>
                    <a:pt x="822" y="1179"/>
                  </a:lnTo>
                  <a:lnTo>
                    <a:pt x="819" y="1179"/>
                  </a:lnTo>
                  <a:lnTo>
                    <a:pt x="819" y="1179"/>
                  </a:lnTo>
                  <a:lnTo>
                    <a:pt x="819" y="1176"/>
                  </a:lnTo>
                  <a:lnTo>
                    <a:pt x="819" y="1176"/>
                  </a:lnTo>
                  <a:lnTo>
                    <a:pt x="819" y="1174"/>
                  </a:lnTo>
                  <a:lnTo>
                    <a:pt x="819" y="1174"/>
                  </a:lnTo>
                  <a:lnTo>
                    <a:pt x="817" y="1176"/>
                  </a:lnTo>
                  <a:lnTo>
                    <a:pt x="817" y="1179"/>
                  </a:lnTo>
                  <a:lnTo>
                    <a:pt x="817" y="1184"/>
                  </a:lnTo>
                  <a:lnTo>
                    <a:pt x="817" y="1186"/>
                  </a:lnTo>
                  <a:lnTo>
                    <a:pt x="817" y="1188"/>
                  </a:lnTo>
                  <a:lnTo>
                    <a:pt x="817" y="1188"/>
                  </a:lnTo>
                  <a:lnTo>
                    <a:pt x="815" y="1191"/>
                  </a:lnTo>
                  <a:lnTo>
                    <a:pt x="815" y="1191"/>
                  </a:lnTo>
                  <a:lnTo>
                    <a:pt x="815" y="1188"/>
                  </a:lnTo>
                  <a:lnTo>
                    <a:pt x="815" y="1188"/>
                  </a:lnTo>
                  <a:lnTo>
                    <a:pt x="812" y="1191"/>
                  </a:lnTo>
                  <a:lnTo>
                    <a:pt x="810" y="1193"/>
                  </a:lnTo>
                  <a:lnTo>
                    <a:pt x="810" y="1195"/>
                  </a:lnTo>
                  <a:lnTo>
                    <a:pt x="810" y="1198"/>
                  </a:lnTo>
                  <a:lnTo>
                    <a:pt x="810" y="1205"/>
                  </a:lnTo>
                  <a:lnTo>
                    <a:pt x="810" y="1207"/>
                  </a:lnTo>
                  <a:lnTo>
                    <a:pt x="812" y="1210"/>
                  </a:lnTo>
                  <a:lnTo>
                    <a:pt x="812" y="1212"/>
                  </a:lnTo>
                  <a:lnTo>
                    <a:pt x="812" y="1212"/>
                  </a:lnTo>
                  <a:lnTo>
                    <a:pt x="812" y="1214"/>
                  </a:lnTo>
                  <a:lnTo>
                    <a:pt x="812" y="1214"/>
                  </a:lnTo>
                  <a:lnTo>
                    <a:pt x="812" y="1214"/>
                  </a:lnTo>
                  <a:lnTo>
                    <a:pt x="812" y="1217"/>
                  </a:lnTo>
                  <a:lnTo>
                    <a:pt x="822" y="1229"/>
                  </a:lnTo>
                  <a:lnTo>
                    <a:pt x="822" y="1229"/>
                  </a:lnTo>
                  <a:lnTo>
                    <a:pt x="822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6" y="1229"/>
                  </a:lnTo>
                  <a:lnTo>
                    <a:pt x="826" y="1231"/>
                  </a:lnTo>
                  <a:lnTo>
                    <a:pt x="826" y="1231"/>
                  </a:lnTo>
                  <a:lnTo>
                    <a:pt x="826" y="1231"/>
                  </a:lnTo>
                  <a:lnTo>
                    <a:pt x="826" y="1233"/>
                  </a:lnTo>
                  <a:lnTo>
                    <a:pt x="826" y="1233"/>
                  </a:lnTo>
                  <a:lnTo>
                    <a:pt x="826" y="1233"/>
                  </a:lnTo>
                  <a:lnTo>
                    <a:pt x="826" y="1233"/>
                  </a:lnTo>
                  <a:lnTo>
                    <a:pt x="826" y="1236"/>
                  </a:lnTo>
                  <a:lnTo>
                    <a:pt x="826" y="1236"/>
                  </a:lnTo>
                  <a:lnTo>
                    <a:pt x="826" y="1238"/>
                  </a:lnTo>
                  <a:lnTo>
                    <a:pt x="826" y="1238"/>
                  </a:lnTo>
                  <a:lnTo>
                    <a:pt x="824" y="1236"/>
                  </a:lnTo>
                  <a:lnTo>
                    <a:pt x="824" y="1236"/>
                  </a:lnTo>
                  <a:lnTo>
                    <a:pt x="824" y="1238"/>
                  </a:lnTo>
                  <a:lnTo>
                    <a:pt x="824" y="1238"/>
                  </a:lnTo>
                  <a:lnTo>
                    <a:pt x="826" y="1238"/>
                  </a:lnTo>
                  <a:lnTo>
                    <a:pt x="829" y="1240"/>
                  </a:lnTo>
                  <a:lnTo>
                    <a:pt x="831" y="1243"/>
                  </a:lnTo>
                  <a:lnTo>
                    <a:pt x="831" y="1243"/>
                  </a:lnTo>
                  <a:lnTo>
                    <a:pt x="831" y="1243"/>
                  </a:lnTo>
                  <a:lnTo>
                    <a:pt x="831" y="1243"/>
                  </a:lnTo>
                  <a:lnTo>
                    <a:pt x="833" y="1243"/>
                  </a:lnTo>
                  <a:lnTo>
                    <a:pt x="833" y="1245"/>
                  </a:lnTo>
                  <a:lnTo>
                    <a:pt x="836" y="1245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5"/>
                  </a:lnTo>
                  <a:lnTo>
                    <a:pt x="836" y="1245"/>
                  </a:lnTo>
                  <a:lnTo>
                    <a:pt x="836" y="1247"/>
                  </a:lnTo>
                  <a:lnTo>
                    <a:pt x="838" y="1247"/>
                  </a:lnTo>
                  <a:lnTo>
                    <a:pt x="838" y="1245"/>
                  </a:lnTo>
                  <a:lnTo>
                    <a:pt x="838" y="1245"/>
                  </a:lnTo>
                  <a:lnTo>
                    <a:pt x="838" y="1243"/>
                  </a:lnTo>
                  <a:lnTo>
                    <a:pt x="838" y="1243"/>
                  </a:lnTo>
                  <a:lnTo>
                    <a:pt x="841" y="1243"/>
                  </a:lnTo>
                  <a:lnTo>
                    <a:pt x="841" y="1243"/>
                  </a:lnTo>
                  <a:lnTo>
                    <a:pt x="843" y="1247"/>
                  </a:lnTo>
                  <a:lnTo>
                    <a:pt x="845" y="1247"/>
                  </a:lnTo>
                  <a:lnTo>
                    <a:pt x="845" y="1247"/>
                  </a:lnTo>
                  <a:lnTo>
                    <a:pt x="848" y="1250"/>
                  </a:lnTo>
                  <a:lnTo>
                    <a:pt x="848" y="1250"/>
                  </a:lnTo>
                  <a:lnTo>
                    <a:pt x="850" y="1252"/>
                  </a:lnTo>
                  <a:lnTo>
                    <a:pt x="855" y="1255"/>
                  </a:lnTo>
                  <a:lnTo>
                    <a:pt x="857" y="1255"/>
                  </a:lnTo>
                  <a:lnTo>
                    <a:pt x="857" y="1255"/>
                  </a:lnTo>
                  <a:lnTo>
                    <a:pt x="857" y="1257"/>
                  </a:lnTo>
                  <a:lnTo>
                    <a:pt x="859" y="1257"/>
                  </a:lnTo>
                  <a:lnTo>
                    <a:pt x="859" y="1257"/>
                  </a:lnTo>
                  <a:lnTo>
                    <a:pt x="862" y="1257"/>
                  </a:lnTo>
                  <a:lnTo>
                    <a:pt x="864" y="1257"/>
                  </a:lnTo>
                  <a:lnTo>
                    <a:pt x="862" y="1257"/>
                  </a:lnTo>
                  <a:lnTo>
                    <a:pt x="864" y="1257"/>
                  </a:lnTo>
                  <a:lnTo>
                    <a:pt x="864" y="1257"/>
                  </a:lnTo>
                  <a:lnTo>
                    <a:pt x="864" y="1257"/>
                  </a:lnTo>
                  <a:lnTo>
                    <a:pt x="864" y="1259"/>
                  </a:lnTo>
                  <a:lnTo>
                    <a:pt x="864" y="1259"/>
                  </a:lnTo>
                  <a:lnTo>
                    <a:pt x="867" y="1259"/>
                  </a:lnTo>
                  <a:lnTo>
                    <a:pt x="869" y="1259"/>
                  </a:lnTo>
                  <a:lnTo>
                    <a:pt x="871" y="1259"/>
                  </a:lnTo>
                  <a:lnTo>
                    <a:pt x="871" y="1259"/>
                  </a:lnTo>
                  <a:lnTo>
                    <a:pt x="871" y="1257"/>
                  </a:lnTo>
                  <a:lnTo>
                    <a:pt x="871" y="1255"/>
                  </a:lnTo>
                  <a:lnTo>
                    <a:pt x="871" y="1255"/>
                  </a:lnTo>
                  <a:lnTo>
                    <a:pt x="871" y="1252"/>
                  </a:lnTo>
                  <a:lnTo>
                    <a:pt x="871" y="1252"/>
                  </a:lnTo>
                  <a:lnTo>
                    <a:pt x="874" y="1250"/>
                  </a:lnTo>
                  <a:lnTo>
                    <a:pt x="874" y="1252"/>
                  </a:lnTo>
                  <a:lnTo>
                    <a:pt x="874" y="1252"/>
                  </a:lnTo>
                  <a:lnTo>
                    <a:pt x="874" y="1252"/>
                  </a:lnTo>
                  <a:lnTo>
                    <a:pt x="876" y="1252"/>
                  </a:lnTo>
                  <a:lnTo>
                    <a:pt x="876" y="1255"/>
                  </a:lnTo>
                  <a:lnTo>
                    <a:pt x="876" y="1255"/>
                  </a:lnTo>
                  <a:lnTo>
                    <a:pt x="876" y="1255"/>
                  </a:lnTo>
                  <a:lnTo>
                    <a:pt x="876" y="1252"/>
                  </a:lnTo>
                  <a:lnTo>
                    <a:pt x="876" y="1252"/>
                  </a:lnTo>
                  <a:lnTo>
                    <a:pt x="876" y="1252"/>
                  </a:lnTo>
                  <a:lnTo>
                    <a:pt x="876" y="1255"/>
                  </a:lnTo>
                  <a:lnTo>
                    <a:pt x="878" y="1255"/>
                  </a:lnTo>
                  <a:lnTo>
                    <a:pt x="878" y="1255"/>
                  </a:lnTo>
                  <a:lnTo>
                    <a:pt x="878" y="1257"/>
                  </a:lnTo>
                  <a:lnTo>
                    <a:pt x="878" y="1257"/>
                  </a:lnTo>
                  <a:lnTo>
                    <a:pt x="878" y="1257"/>
                  </a:lnTo>
                  <a:lnTo>
                    <a:pt x="878" y="1259"/>
                  </a:lnTo>
                  <a:lnTo>
                    <a:pt x="881" y="1264"/>
                  </a:lnTo>
                  <a:lnTo>
                    <a:pt x="883" y="1264"/>
                  </a:lnTo>
                  <a:lnTo>
                    <a:pt x="883" y="1266"/>
                  </a:lnTo>
                  <a:lnTo>
                    <a:pt x="883" y="1266"/>
                  </a:lnTo>
                  <a:lnTo>
                    <a:pt x="885" y="1269"/>
                  </a:lnTo>
                  <a:lnTo>
                    <a:pt x="885" y="1269"/>
                  </a:lnTo>
                  <a:lnTo>
                    <a:pt x="893" y="1271"/>
                  </a:lnTo>
                  <a:lnTo>
                    <a:pt x="897" y="1269"/>
                  </a:lnTo>
                  <a:lnTo>
                    <a:pt x="900" y="1271"/>
                  </a:lnTo>
                  <a:lnTo>
                    <a:pt x="900" y="1269"/>
                  </a:lnTo>
                  <a:lnTo>
                    <a:pt x="902" y="1269"/>
                  </a:lnTo>
                  <a:lnTo>
                    <a:pt x="900" y="1266"/>
                  </a:lnTo>
                  <a:lnTo>
                    <a:pt x="900" y="1266"/>
                  </a:lnTo>
                  <a:lnTo>
                    <a:pt x="900" y="1266"/>
                  </a:lnTo>
                  <a:lnTo>
                    <a:pt x="902" y="1264"/>
                  </a:lnTo>
                  <a:lnTo>
                    <a:pt x="902" y="1264"/>
                  </a:lnTo>
                  <a:lnTo>
                    <a:pt x="902" y="1264"/>
                  </a:lnTo>
                  <a:lnTo>
                    <a:pt x="902" y="1266"/>
                  </a:lnTo>
                  <a:lnTo>
                    <a:pt x="902" y="1266"/>
                  </a:lnTo>
                  <a:lnTo>
                    <a:pt x="904" y="1266"/>
                  </a:lnTo>
                  <a:lnTo>
                    <a:pt x="904" y="1264"/>
                  </a:lnTo>
                  <a:lnTo>
                    <a:pt x="907" y="1262"/>
                  </a:lnTo>
                  <a:lnTo>
                    <a:pt x="907" y="1262"/>
                  </a:lnTo>
                  <a:lnTo>
                    <a:pt x="912" y="1262"/>
                  </a:lnTo>
                  <a:lnTo>
                    <a:pt x="912" y="1262"/>
                  </a:lnTo>
                  <a:lnTo>
                    <a:pt x="912" y="1262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9"/>
                  </a:lnTo>
                  <a:lnTo>
                    <a:pt x="912" y="1271"/>
                  </a:lnTo>
                  <a:lnTo>
                    <a:pt x="912" y="1273"/>
                  </a:lnTo>
                  <a:lnTo>
                    <a:pt x="912" y="1276"/>
                  </a:lnTo>
                  <a:lnTo>
                    <a:pt x="912" y="1276"/>
                  </a:lnTo>
                  <a:lnTo>
                    <a:pt x="914" y="1276"/>
                  </a:lnTo>
                  <a:lnTo>
                    <a:pt x="914" y="1276"/>
                  </a:lnTo>
                  <a:lnTo>
                    <a:pt x="916" y="1273"/>
                  </a:lnTo>
                  <a:lnTo>
                    <a:pt x="919" y="1273"/>
                  </a:lnTo>
                  <a:lnTo>
                    <a:pt x="916" y="1276"/>
                  </a:lnTo>
                  <a:lnTo>
                    <a:pt x="916" y="1276"/>
                  </a:lnTo>
                  <a:lnTo>
                    <a:pt x="916" y="1278"/>
                  </a:lnTo>
                  <a:lnTo>
                    <a:pt x="914" y="1278"/>
                  </a:lnTo>
                  <a:lnTo>
                    <a:pt x="912" y="1281"/>
                  </a:lnTo>
                  <a:lnTo>
                    <a:pt x="912" y="1283"/>
                  </a:lnTo>
                  <a:lnTo>
                    <a:pt x="909" y="1283"/>
                  </a:lnTo>
                  <a:lnTo>
                    <a:pt x="909" y="1285"/>
                  </a:lnTo>
                  <a:lnTo>
                    <a:pt x="909" y="1283"/>
                  </a:lnTo>
                  <a:lnTo>
                    <a:pt x="912" y="1283"/>
                  </a:lnTo>
                  <a:lnTo>
                    <a:pt x="912" y="1283"/>
                  </a:lnTo>
                  <a:lnTo>
                    <a:pt x="912" y="1283"/>
                  </a:lnTo>
                  <a:lnTo>
                    <a:pt x="909" y="1285"/>
                  </a:lnTo>
                  <a:lnTo>
                    <a:pt x="909" y="1288"/>
                  </a:lnTo>
                  <a:lnTo>
                    <a:pt x="907" y="1290"/>
                  </a:lnTo>
                  <a:lnTo>
                    <a:pt x="907" y="1290"/>
                  </a:lnTo>
                  <a:lnTo>
                    <a:pt x="907" y="1292"/>
                  </a:lnTo>
                  <a:lnTo>
                    <a:pt x="904" y="1292"/>
                  </a:lnTo>
                  <a:lnTo>
                    <a:pt x="904" y="1292"/>
                  </a:lnTo>
                  <a:lnTo>
                    <a:pt x="904" y="1292"/>
                  </a:lnTo>
                  <a:lnTo>
                    <a:pt x="904" y="1292"/>
                  </a:lnTo>
                  <a:lnTo>
                    <a:pt x="904" y="1290"/>
                  </a:lnTo>
                  <a:lnTo>
                    <a:pt x="904" y="1290"/>
                  </a:lnTo>
                  <a:lnTo>
                    <a:pt x="904" y="1288"/>
                  </a:lnTo>
                  <a:lnTo>
                    <a:pt x="904" y="1288"/>
                  </a:lnTo>
                  <a:lnTo>
                    <a:pt x="904" y="1290"/>
                  </a:lnTo>
                  <a:lnTo>
                    <a:pt x="902" y="1290"/>
                  </a:lnTo>
                  <a:lnTo>
                    <a:pt x="902" y="1288"/>
                  </a:lnTo>
                  <a:lnTo>
                    <a:pt x="902" y="1288"/>
                  </a:lnTo>
                  <a:lnTo>
                    <a:pt x="904" y="1288"/>
                  </a:lnTo>
                  <a:lnTo>
                    <a:pt x="904" y="1285"/>
                  </a:lnTo>
                  <a:lnTo>
                    <a:pt x="904" y="1285"/>
                  </a:lnTo>
                  <a:lnTo>
                    <a:pt x="902" y="1285"/>
                  </a:lnTo>
                  <a:lnTo>
                    <a:pt x="902" y="1285"/>
                  </a:lnTo>
                  <a:lnTo>
                    <a:pt x="904" y="1281"/>
                  </a:lnTo>
                  <a:lnTo>
                    <a:pt x="904" y="1281"/>
                  </a:lnTo>
                  <a:lnTo>
                    <a:pt x="907" y="1278"/>
                  </a:lnTo>
                  <a:lnTo>
                    <a:pt x="907" y="1278"/>
                  </a:lnTo>
                  <a:lnTo>
                    <a:pt x="907" y="1276"/>
                  </a:lnTo>
                  <a:lnTo>
                    <a:pt x="909" y="1276"/>
                  </a:lnTo>
                  <a:lnTo>
                    <a:pt x="909" y="1276"/>
                  </a:lnTo>
                  <a:lnTo>
                    <a:pt x="909" y="1273"/>
                  </a:lnTo>
                  <a:lnTo>
                    <a:pt x="909" y="1273"/>
                  </a:lnTo>
                  <a:lnTo>
                    <a:pt x="912" y="1273"/>
                  </a:lnTo>
                  <a:lnTo>
                    <a:pt x="912" y="1269"/>
                  </a:lnTo>
                  <a:lnTo>
                    <a:pt x="912" y="1269"/>
                  </a:lnTo>
                  <a:lnTo>
                    <a:pt x="909" y="1269"/>
                  </a:lnTo>
                  <a:lnTo>
                    <a:pt x="907" y="1271"/>
                  </a:lnTo>
                  <a:lnTo>
                    <a:pt x="904" y="1273"/>
                  </a:lnTo>
                  <a:lnTo>
                    <a:pt x="904" y="1276"/>
                  </a:lnTo>
                  <a:lnTo>
                    <a:pt x="904" y="1276"/>
                  </a:lnTo>
                  <a:lnTo>
                    <a:pt x="902" y="1278"/>
                  </a:lnTo>
                  <a:lnTo>
                    <a:pt x="902" y="1278"/>
                  </a:lnTo>
                  <a:lnTo>
                    <a:pt x="902" y="1278"/>
                  </a:lnTo>
                  <a:lnTo>
                    <a:pt x="900" y="1276"/>
                  </a:lnTo>
                  <a:lnTo>
                    <a:pt x="900" y="1276"/>
                  </a:lnTo>
                  <a:lnTo>
                    <a:pt x="897" y="1276"/>
                  </a:lnTo>
                  <a:lnTo>
                    <a:pt x="895" y="1278"/>
                  </a:lnTo>
                  <a:lnTo>
                    <a:pt x="890" y="1281"/>
                  </a:lnTo>
                  <a:lnTo>
                    <a:pt x="888" y="1281"/>
                  </a:lnTo>
                  <a:lnTo>
                    <a:pt x="888" y="1283"/>
                  </a:lnTo>
                  <a:lnTo>
                    <a:pt x="888" y="1283"/>
                  </a:lnTo>
                  <a:lnTo>
                    <a:pt x="890" y="1285"/>
                  </a:lnTo>
                  <a:lnTo>
                    <a:pt x="890" y="1285"/>
                  </a:lnTo>
                  <a:lnTo>
                    <a:pt x="888" y="1288"/>
                  </a:lnTo>
                  <a:lnTo>
                    <a:pt x="888" y="1288"/>
                  </a:lnTo>
                  <a:lnTo>
                    <a:pt x="890" y="1288"/>
                  </a:lnTo>
                  <a:lnTo>
                    <a:pt x="890" y="1290"/>
                  </a:lnTo>
                  <a:lnTo>
                    <a:pt x="890" y="1290"/>
                  </a:lnTo>
                  <a:lnTo>
                    <a:pt x="888" y="1292"/>
                  </a:lnTo>
                  <a:lnTo>
                    <a:pt x="888" y="1295"/>
                  </a:lnTo>
                  <a:lnTo>
                    <a:pt x="888" y="1295"/>
                  </a:lnTo>
                  <a:lnTo>
                    <a:pt x="890" y="1297"/>
                  </a:lnTo>
                  <a:lnTo>
                    <a:pt x="890" y="1297"/>
                  </a:lnTo>
                  <a:lnTo>
                    <a:pt x="895" y="1297"/>
                  </a:lnTo>
                  <a:lnTo>
                    <a:pt x="897" y="1295"/>
                  </a:lnTo>
                  <a:lnTo>
                    <a:pt x="900" y="1295"/>
                  </a:lnTo>
                  <a:lnTo>
                    <a:pt x="897" y="1297"/>
                  </a:lnTo>
                  <a:lnTo>
                    <a:pt x="897" y="1297"/>
                  </a:lnTo>
                  <a:lnTo>
                    <a:pt x="895" y="1297"/>
                  </a:lnTo>
                  <a:lnTo>
                    <a:pt x="895" y="1300"/>
                  </a:lnTo>
                  <a:lnTo>
                    <a:pt x="895" y="1300"/>
                  </a:lnTo>
                  <a:lnTo>
                    <a:pt x="895" y="1302"/>
                  </a:lnTo>
                  <a:lnTo>
                    <a:pt x="895" y="1302"/>
                  </a:lnTo>
                  <a:lnTo>
                    <a:pt x="895" y="1304"/>
                  </a:lnTo>
                  <a:lnTo>
                    <a:pt x="895" y="1304"/>
                  </a:lnTo>
                  <a:lnTo>
                    <a:pt x="893" y="1307"/>
                  </a:lnTo>
                  <a:lnTo>
                    <a:pt x="893" y="1307"/>
                  </a:lnTo>
                  <a:lnTo>
                    <a:pt x="890" y="1307"/>
                  </a:lnTo>
                  <a:lnTo>
                    <a:pt x="890" y="1307"/>
                  </a:lnTo>
                  <a:lnTo>
                    <a:pt x="890" y="1307"/>
                  </a:lnTo>
                  <a:lnTo>
                    <a:pt x="888" y="1309"/>
                  </a:lnTo>
                  <a:lnTo>
                    <a:pt x="888" y="1311"/>
                  </a:lnTo>
                  <a:lnTo>
                    <a:pt x="888" y="1314"/>
                  </a:lnTo>
                  <a:lnTo>
                    <a:pt x="888" y="1314"/>
                  </a:lnTo>
                  <a:lnTo>
                    <a:pt x="885" y="1314"/>
                  </a:lnTo>
                  <a:lnTo>
                    <a:pt x="885" y="1316"/>
                  </a:lnTo>
                  <a:lnTo>
                    <a:pt x="885" y="1314"/>
                  </a:lnTo>
                  <a:lnTo>
                    <a:pt x="883" y="1311"/>
                  </a:lnTo>
                  <a:lnTo>
                    <a:pt x="883" y="1311"/>
                  </a:lnTo>
                  <a:lnTo>
                    <a:pt x="881" y="1314"/>
                  </a:lnTo>
                  <a:lnTo>
                    <a:pt x="881" y="1314"/>
                  </a:lnTo>
                  <a:lnTo>
                    <a:pt x="881" y="1314"/>
                  </a:lnTo>
                  <a:lnTo>
                    <a:pt x="881" y="1316"/>
                  </a:lnTo>
                  <a:lnTo>
                    <a:pt x="883" y="1316"/>
                  </a:lnTo>
                  <a:lnTo>
                    <a:pt x="883" y="1316"/>
                  </a:lnTo>
                  <a:lnTo>
                    <a:pt x="883" y="1318"/>
                  </a:lnTo>
                  <a:lnTo>
                    <a:pt x="883" y="1318"/>
                  </a:lnTo>
                  <a:lnTo>
                    <a:pt x="883" y="1318"/>
                  </a:lnTo>
                  <a:lnTo>
                    <a:pt x="883" y="1318"/>
                  </a:lnTo>
                  <a:lnTo>
                    <a:pt x="883" y="1321"/>
                  </a:lnTo>
                  <a:lnTo>
                    <a:pt x="883" y="1321"/>
                  </a:lnTo>
                  <a:lnTo>
                    <a:pt x="883" y="1323"/>
                  </a:lnTo>
                  <a:lnTo>
                    <a:pt x="883" y="1323"/>
                  </a:lnTo>
                  <a:lnTo>
                    <a:pt x="883" y="1326"/>
                  </a:lnTo>
                  <a:lnTo>
                    <a:pt x="881" y="1330"/>
                  </a:lnTo>
                  <a:lnTo>
                    <a:pt x="881" y="1333"/>
                  </a:lnTo>
                  <a:lnTo>
                    <a:pt x="883" y="1330"/>
                  </a:lnTo>
                  <a:lnTo>
                    <a:pt x="885" y="1330"/>
                  </a:lnTo>
                  <a:lnTo>
                    <a:pt x="885" y="1333"/>
                  </a:lnTo>
                  <a:lnTo>
                    <a:pt x="885" y="1333"/>
                  </a:lnTo>
                  <a:lnTo>
                    <a:pt x="885" y="1333"/>
                  </a:lnTo>
                  <a:lnTo>
                    <a:pt x="885" y="1335"/>
                  </a:lnTo>
                  <a:lnTo>
                    <a:pt x="885" y="1335"/>
                  </a:lnTo>
                  <a:lnTo>
                    <a:pt x="888" y="1333"/>
                  </a:lnTo>
                  <a:lnTo>
                    <a:pt x="888" y="1333"/>
                  </a:lnTo>
                  <a:lnTo>
                    <a:pt x="888" y="1333"/>
                  </a:lnTo>
                  <a:lnTo>
                    <a:pt x="888" y="1333"/>
                  </a:lnTo>
                  <a:lnTo>
                    <a:pt x="890" y="1335"/>
                  </a:lnTo>
                  <a:lnTo>
                    <a:pt x="893" y="1330"/>
                  </a:lnTo>
                  <a:lnTo>
                    <a:pt x="900" y="1330"/>
                  </a:lnTo>
                  <a:lnTo>
                    <a:pt x="900" y="1330"/>
                  </a:lnTo>
                  <a:lnTo>
                    <a:pt x="900" y="1330"/>
                  </a:lnTo>
                  <a:lnTo>
                    <a:pt x="900" y="1328"/>
                  </a:lnTo>
                  <a:lnTo>
                    <a:pt x="902" y="1326"/>
                  </a:lnTo>
                  <a:lnTo>
                    <a:pt x="902" y="1326"/>
                  </a:lnTo>
                  <a:lnTo>
                    <a:pt x="904" y="1323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7" y="1321"/>
                  </a:lnTo>
                  <a:lnTo>
                    <a:pt x="907" y="1318"/>
                  </a:lnTo>
                  <a:lnTo>
                    <a:pt x="907" y="1316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4" y="1318"/>
                  </a:lnTo>
                  <a:lnTo>
                    <a:pt x="904" y="1318"/>
                  </a:lnTo>
                  <a:lnTo>
                    <a:pt x="904" y="1318"/>
                  </a:lnTo>
                  <a:lnTo>
                    <a:pt x="904" y="1318"/>
                  </a:lnTo>
                  <a:lnTo>
                    <a:pt x="902" y="1321"/>
                  </a:lnTo>
                  <a:lnTo>
                    <a:pt x="902" y="1321"/>
                  </a:lnTo>
                  <a:lnTo>
                    <a:pt x="902" y="1323"/>
                  </a:lnTo>
                  <a:lnTo>
                    <a:pt x="902" y="1323"/>
                  </a:lnTo>
                  <a:lnTo>
                    <a:pt x="900" y="1323"/>
                  </a:lnTo>
                  <a:lnTo>
                    <a:pt x="900" y="1323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18"/>
                  </a:lnTo>
                  <a:lnTo>
                    <a:pt x="900" y="1318"/>
                  </a:lnTo>
                  <a:lnTo>
                    <a:pt x="900" y="1318"/>
                  </a:lnTo>
                  <a:lnTo>
                    <a:pt x="900" y="1316"/>
                  </a:lnTo>
                  <a:lnTo>
                    <a:pt x="902" y="1314"/>
                  </a:lnTo>
                  <a:lnTo>
                    <a:pt x="902" y="1314"/>
                  </a:lnTo>
                  <a:lnTo>
                    <a:pt x="902" y="1314"/>
                  </a:lnTo>
                  <a:lnTo>
                    <a:pt x="902" y="1311"/>
                  </a:lnTo>
                  <a:lnTo>
                    <a:pt x="902" y="1311"/>
                  </a:lnTo>
                  <a:lnTo>
                    <a:pt x="902" y="1311"/>
                  </a:lnTo>
                  <a:lnTo>
                    <a:pt x="904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4" y="1307"/>
                  </a:lnTo>
                  <a:lnTo>
                    <a:pt x="904" y="1307"/>
                  </a:lnTo>
                  <a:lnTo>
                    <a:pt x="902" y="1307"/>
                  </a:lnTo>
                  <a:lnTo>
                    <a:pt x="902" y="1307"/>
                  </a:lnTo>
                  <a:lnTo>
                    <a:pt x="904" y="1304"/>
                  </a:lnTo>
                  <a:lnTo>
                    <a:pt x="904" y="1302"/>
                  </a:lnTo>
                  <a:lnTo>
                    <a:pt x="907" y="1302"/>
                  </a:lnTo>
                  <a:lnTo>
                    <a:pt x="907" y="1302"/>
                  </a:lnTo>
                  <a:lnTo>
                    <a:pt x="904" y="1304"/>
                  </a:lnTo>
                  <a:lnTo>
                    <a:pt x="904" y="1307"/>
                  </a:lnTo>
                  <a:lnTo>
                    <a:pt x="904" y="1309"/>
                  </a:lnTo>
                  <a:lnTo>
                    <a:pt x="904" y="1307"/>
                  </a:lnTo>
                  <a:lnTo>
                    <a:pt x="904" y="1307"/>
                  </a:lnTo>
                  <a:lnTo>
                    <a:pt x="907" y="1307"/>
                  </a:lnTo>
                  <a:lnTo>
                    <a:pt x="907" y="1309"/>
                  </a:lnTo>
                  <a:lnTo>
                    <a:pt x="907" y="1309"/>
                  </a:lnTo>
                  <a:lnTo>
                    <a:pt x="904" y="1309"/>
                  </a:lnTo>
                  <a:lnTo>
                    <a:pt x="904" y="1309"/>
                  </a:lnTo>
                  <a:lnTo>
                    <a:pt x="904" y="1311"/>
                  </a:lnTo>
                  <a:lnTo>
                    <a:pt x="907" y="1311"/>
                  </a:lnTo>
                  <a:lnTo>
                    <a:pt x="907" y="1311"/>
                  </a:lnTo>
                  <a:lnTo>
                    <a:pt x="907" y="1311"/>
                  </a:lnTo>
                  <a:lnTo>
                    <a:pt x="909" y="1309"/>
                  </a:lnTo>
                  <a:lnTo>
                    <a:pt x="909" y="1311"/>
                  </a:lnTo>
                  <a:lnTo>
                    <a:pt x="909" y="1309"/>
                  </a:lnTo>
                  <a:lnTo>
                    <a:pt x="909" y="1309"/>
                  </a:lnTo>
                  <a:lnTo>
                    <a:pt x="909" y="1311"/>
                  </a:lnTo>
                  <a:lnTo>
                    <a:pt x="909" y="1311"/>
                  </a:lnTo>
                  <a:lnTo>
                    <a:pt x="912" y="1311"/>
                  </a:lnTo>
                  <a:lnTo>
                    <a:pt x="912" y="1311"/>
                  </a:lnTo>
                  <a:lnTo>
                    <a:pt x="912" y="1309"/>
                  </a:lnTo>
                  <a:lnTo>
                    <a:pt x="914" y="1311"/>
                  </a:lnTo>
                  <a:lnTo>
                    <a:pt x="914" y="1311"/>
                  </a:lnTo>
                  <a:lnTo>
                    <a:pt x="914" y="1311"/>
                  </a:lnTo>
                  <a:lnTo>
                    <a:pt x="912" y="1314"/>
                  </a:lnTo>
                  <a:lnTo>
                    <a:pt x="914" y="1314"/>
                  </a:lnTo>
                  <a:lnTo>
                    <a:pt x="914" y="1314"/>
                  </a:lnTo>
                  <a:lnTo>
                    <a:pt x="914" y="1316"/>
                  </a:lnTo>
                  <a:lnTo>
                    <a:pt x="914" y="1316"/>
                  </a:lnTo>
                  <a:lnTo>
                    <a:pt x="914" y="1318"/>
                  </a:lnTo>
                  <a:lnTo>
                    <a:pt x="916" y="1318"/>
                  </a:lnTo>
                  <a:lnTo>
                    <a:pt x="916" y="1318"/>
                  </a:lnTo>
                  <a:lnTo>
                    <a:pt x="916" y="1321"/>
                  </a:lnTo>
                  <a:lnTo>
                    <a:pt x="916" y="1323"/>
                  </a:lnTo>
                  <a:lnTo>
                    <a:pt x="914" y="1323"/>
                  </a:lnTo>
                  <a:lnTo>
                    <a:pt x="914" y="1326"/>
                  </a:lnTo>
                  <a:lnTo>
                    <a:pt x="914" y="1326"/>
                  </a:lnTo>
                  <a:lnTo>
                    <a:pt x="914" y="1328"/>
                  </a:lnTo>
                  <a:lnTo>
                    <a:pt x="914" y="1328"/>
                  </a:lnTo>
                  <a:lnTo>
                    <a:pt x="914" y="1328"/>
                  </a:lnTo>
                  <a:lnTo>
                    <a:pt x="914" y="1328"/>
                  </a:lnTo>
                  <a:lnTo>
                    <a:pt x="914" y="1330"/>
                  </a:lnTo>
                  <a:lnTo>
                    <a:pt x="914" y="1330"/>
                  </a:lnTo>
                  <a:lnTo>
                    <a:pt x="914" y="1330"/>
                  </a:lnTo>
                  <a:lnTo>
                    <a:pt x="914" y="1330"/>
                  </a:lnTo>
                  <a:lnTo>
                    <a:pt x="914" y="1333"/>
                  </a:lnTo>
                  <a:lnTo>
                    <a:pt x="914" y="1335"/>
                  </a:lnTo>
                  <a:lnTo>
                    <a:pt x="914" y="1337"/>
                  </a:lnTo>
                  <a:lnTo>
                    <a:pt x="914" y="1337"/>
                  </a:lnTo>
                  <a:lnTo>
                    <a:pt x="914" y="1340"/>
                  </a:lnTo>
                  <a:lnTo>
                    <a:pt x="914" y="1340"/>
                  </a:lnTo>
                  <a:lnTo>
                    <a:pt x="914" y="1340"/>
                  </a:lnTo>
                  <a:lnTo>
                    <a:pt x="914" y="1340"/>
                  </a:lnTo>
                  <a:lnTo>
                    <a:pt x="912" y="1342"/>
                  </a:lnTo>
                  <a:lnTo>
                    <a:pt x="912" y="1342"/>
                  </a:lnTo>
                  <a:lnTo>
                    <a:pt x="914" y="1342"/>
                  </a:lnTo>
                  <a:lnTo>
                    <a:pt x="914" y="1340"/>
                  </a:lnTo>
                  <a:lnTo>
                    <a:pt x="916" y="1340"/>
                  </a:lnTo>
                  <a:lnTo>
                    <a:pt x="919" y="1342"/>
                  </a:lnTo>
                  <a:lnTo>
                    <a:pt x="923" y="1340"/>
                  </a:lnTo>
                  <a:lnTo>
                    <a:pt x="926" y="1340"/>
                  </a:lnTo>
                  <a:lnTo>
                    <a:pt x="923" y="1342"/>
                  </a:lnTo>
                  <a:lnTo>
                    <a:pt x="921" y="1342"/>
                  </a:lnTo>
                  <a:lnTo>
                    <a:pt x="919" y="1342"/>
                  </a:lnTo>
                  <a:lnTo>
                    <a:pt x="919" y="1345"/>
                  </a:lnTo>
                  <a:lnTo>
                    <a:pt x="919" y="1345"/>
                  </a:lnTo>
                  <a:lnTo>
                    <a:pt x="919" y="1345"/>
                  </a:lnTo>
                  <a:lnTo>
                    <a:pt x="919" y="1345"/>
                  </a:lnTo>
                  <a:lnTo>
                    <a:pt x="919" y="1347"/>
                  </a:lnTo>
                  <a:lnTo>
                    <a:pt x="919" y="1347"/>
                  </a:lnTo>
                  <a:lnTo>
                    <a:pt x="919" y="1347"/>
                  </a:lnTo>
                  <a:lnTo>
                    <a:pt x="916" y="1347"/>
                  </a:lnTo>
                  <a:lnTo>
                    <a:pt x="916" y="1349"/>
                  </a:lnTo>
                  <a:lnTo>
                    <a:pt x="916" y="1349"/>
                  </a:lnTo>
                  <a:lnTo>
                    <a:pt x="914" y="1349"/>
                  </a:lnTo>
                  <a:lnTo>
                    <a:pt x="914" y="1352"/>
                  </a:lnTo>
                  <a:lnTo>
                    <a:pt x="907" y="1354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63"/>
                  </a:lnTo>
                  <a:lnTo>
                    <a:pt x="900" y="1363"/>
                  </a:lnTo>
                  <a:lnTo>
                    <a:pt x="900" y="1363"/>
                  </a:lnTo>
                  <a:lnTo>
                    <a:pt x="900" y="1363"/>
                  </a:lnTo>
                  <a:lnTo>
                    <a:pt x="900" y="1366"/>
                  </a:lnTo>
                  <a:lnTo>
                    <a:pt x="900" y="1366"/>
                  </a:lnTo>
                  <a:lnTo>
                    <a:pt x="900" y="1368"/>
                  </a:lnTo>
                  <a:lnTo>
                    <a:pt x="900" y="1371"/>
                  </a:lnTo>
                  <a:lnTo>
                    <a:pt x="900" y="1373"/>
                  </a:lnTo>
                  <a:lnTo>
                    <a:pt x="900" y="1373"/>
                  </a:lnTo>
                  <a:lnTo>
                    <a:pt x="900" y="1375"/>
                  </a:lnTo>
                  <a:lnTo>
                    <a:pt x="895" y="1375"/>
                  </a:lnTo>
                  <a:lnTo>
                    <a:pt x="895" y="1378"/>
                  </a:lnTo>
                  <a:lnTo>
                    <a:pt x="895" y="1378"/>
                  </a:lnTo>
                  <a:lnTo>
                    <a:pt x="895" y="1378"/>
                  </a:lnTo>
                  <a:lnTo>
                    <a:pt x="893" y="1380"/>
                  </a:lnTo>
                  <a:lnTo>
                    <a:pt x="893" y="1380"/>
                  </a:lnTo>
                  <a:lnTo>
                    <a:pt x="893" y="1380"/>
                  </a:lnTo>
                  <a:lnTo>
                    <a:pt x="893" y="1382"/>
                  </a:lnTo>
                  <a:lnTo>
                    <a:pt x="893" y="1382"/>
                  </a:lnTo>
                  <a:lnTo>
                    <a:pt x="888" y="1385"/>
                  </a:lnTo>
                  <a:lnTo>
                    <a:pt x="885" y="1387"/>
                  </a:lnTo>
                  <a:lnTo>
                    <a:pt x="885" y="1389"/>
                  </a:lnTo>
                  <a:lnTo>
                    <a:pt x="885" y="1389"/>
                  </a:lnTo>
                  <a:lnTo>
                    <a:pt x="885" y="1389"/>
                  </a:lnTo>
                  <a:lnTo>
                    <a:pt x="885" y="1392"/>
                  </a:lnTo>
                  <a:lnTo>
                    <a:pt x="885" y="1392"/>
                  </a:lnTo>
                  <a:lnTo>
                    <a:pt x="883" y="1394"/>
                  </a:lnTo>
                  <a:lnTo>
                    <a:pt x="881" y="1397"/>
                  </a:lnTo>
                  <a:lnTo>
                    <a:pt x="878" y="1397"/>
                  </a:lnTo>
                  <a:lnTo>
                    <a:pt x="878" y="1394"/>
                  </a:lnTo>
                  <a:lnTo>
                    <a:pt x="876" y="1394"/>
                  </a:lnTo>
                  <a:lnTo>
                    <a:pt x="876" y="1394"/>
                  </a:lnTo>
                  <a:lnTo>
                    <a:pt x="874" y="1394"/>
                  </a:lnTo>
                  <a:lnTo>
                    <a:pt x="874" y="1394"/>
                  </a:lnTo>
                  <a:lnTo>
                    <a:pt x="871" y="1392"/>
                  </a:lnTo>
                  <a:lnTo>
                    <a:pt x="871" y="1392"/>
                  </a:lnTo>
                  <a:lnTo>
                    <a:pt x="869" y="1392"/>
                  </a:lnTo>
                  <a:lnTo>
                    <a:pt x="867" y="1397"/>
                  </a:lnTo>
                  <a:lnTo>
                    <a:pt x="864" y="1397"/>
                  </a:lnTo>
                  <a:lnTo>
                    <a:pt x="864" y="1397"/>
                  </a:lnTo>
                  <a:lnTo>
                    <a:pt x="867" y="1397"/>
                  </a:lnTo>
                  <a:lnTo>
                    <a:pt x="867" y="1394"/>
                  </a:lnTo>
                  <a:lnTo>
                    <a:pt x="867" y="1394"/>
                  </a:lnTo>
                  <a:lnTo>
                    <a:pt x="867" y="1394"/>
                  </a:lnTo>
                  <a:lnTo>
                    <a:pt x="867" y="1392"/>
                  </a:lnTo>
                  <a:lnTo>
                    <a:pt x="867" y="1392"/>
                  </a:lnTo>
                  <a:lnTo>
                    <a:pt x="864" y="1394"/>
                  </a:lnTo>
                  <a:lnTo>
                    <a:pt x="859" y="1394"/>
                  </a:lnTo>
                  <a:lnTo>
                    <a:pt x="857" y="1394"/>
                  </a:lnTo>
                  <a:lnTo>
                    <a:pt x="859" y="1394"/>
                  </a:lnTo>
                  <a:lnTo>
                    <a:pt x="859" y="1397"/>
                  </a:lnTo>
                  <a:lnTo>
                    <a:pt x="859" y="1394"/>
                  </a:lnTo>
                  <a:lnTo>
                    <a:pt x="859" y="1397"/>
                  </a:lnTo>
                  <a:lnTo>
                    <a:pt x="859" y="1397"/>
                  </a:lnTo>
                  <a:lnTo>
                    <a:pt x="859" y="1399"/>
                  </a:lnTo>
                  <a:lnTo>
                    <a:pt x="859" y="1399"/>
                  </a:lnTo>
                  <a:lnTo>
                    <a:pt x="859" y="1399"/>
                  </a:lnTo>
                  <a:lnTo>
                    <a:pt x="859" y="1401"/>
                  </a:lnTo>
                  <a:lnTo>
                    <a:pt x="859" y="1404"/>
                  </a:lnTo>
                  <a:lnTo>
                    <a:pt x="857" y="1406"/>
                  </a:lnTo>
                  <a:lnTo>
                    <a:pt x="857" y="1406"/>
                  </a:lnTo>
                  <a:lnTo>
                    <a:pt x="855" y="1408"/>
                  </a:lnTo>
                  <a:lnTo>
                    <a:pt x="857" y="1411"/>
                  </a:lnTo>
                  <a:lnTo>
                    <a:pt x="857" y="1413"/>
                  </a:lnTo>
                  <a:lnTo>
                    <a:pt x="857" y="1418"/>
                  </a:lnTo>
                  <a:lnTo>
                    <a:pt x="857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2" y="1423"/>
                  </a:lnTo>
                  <a:lnTo>
                    <a:pt x="852" y="1423"/>
                  </a:lnTo>
                  <a:lnTo>
                    <a:pt x="852" y="1425"/>
                  </a:lnTo>
                  <a:lnTo>
                    <a:pt x="852" y="1425"/>
                  </a:lnTo>
                  <a:lnTo>
                    <a:pt x="852" y="1425"/>
                  </a:lnTo>
                  <a:lnTo>
                    <a:pt x="852" y="1427"/>
                  </a:lnTo>
                  <a:lnTo>
                    <a:pt x="852" y="1427"/>
                  </a:lnTo>
                  <a:lnTo>
                    <a:pt x="855" y="1427"/>
                  </a:lnTo>
                  <a:lnTo>
                    <a:pt x="855" y="1427"/>
                  </a:lnTo>
                  <a:lnTo>
                    <a:pt x="857" y="1430"/>
                  </a:lnTo>
                  <a:lnTo>
                    <a:pt x="857" y="1430"/>
                  </a:lnTo>
                  <a:lnTo>
                    <a:pt x="857" y="1432"/>
                  </a:lnTo>
                  <a:lnTo>
                    <a:pt x="859" y="1432"/>
                  </a:lnTo>
                  <a:lnTo>
                    <a:pt x="859" y="1432"/>
                  </a:lnTo>
                  <a:lnTo>
                    <a:pt x="862" y="1432"/>
                  </a:lnTo>
                  <a:lnTo>
                    <a:pt x="862" y="1434"/>
                  </a:lnTo>
                  <a:lnTo>
                    <a:pt x="862" y="1434"/>
                  </a:lnTo>
                  <a:lnTo>
                    <a:pt x="867" y="1439"/>
                  </a:lnTo>
                  <a:lnTo>
                    <a:pt x="867" y="1439"/>
                  </a:lnTo>
                  <a:lnTo>
                    <a:pt x="867" y="1442"/>
                  </a:lnTo>
                  <a:lnTo>
                    <a:pt x="867" y="1444"/>
                  </a:lnTo>
                  <a:lnTo>
                    <a:pt x="867" y="1444"/>
                  </a:lnTo>
                  <a:lnTo>
                    <a:pt x="867" y="1444"/>
                  </a:lnTo>
                  <a:lnTo>
                    <a:pt x="864" y="1446"/>
                  </a:lnTo>
                  <a:lnTo>
                    <a:pt x="864" y="1446"/>
                  </a:lnTo>
                  <a:lnTo>
                    <a:pt x="864" y="1446"/>
                  </a:lnTo>
                  <a:lnTo>
                    <a:pt x="864" y="1449"/>
                  </a:lnTo>
                  <a:lnTo>
                    <a:pt x="864" y="1449"/>
                  </a:lnTo>
                  <a:lnTo>
                    <a:pt x="864" y="1449"/>
                  </a:lnTo>
                  <a:lnTo>
                    <a:pt x="867" y="1449"/>
                  </a:lnTo>
                  <a:lnTo>
                    <a:pt x="867" y="1451"/>
                  </a:lnTo>
                  <a:lnTo>
                    <a:pt x="867" y="1453"/>
                  </a:lnTo>
                  <a:lnTo>
                    <a:pt x="867" y="1453"/>
                  </a:lnTo>
                  <a:lnTo>
                    <a:pt x="867" y="1453"/>
                  </a:lnTo>
                  <a:lnTo>
                    <a:pt x="867" y="1456"/>
                  </a:lnTo>
                  <a:lnTo>
                    <a:pt x="867" y="1456"/>
                  </a:lnTo>
                  <a:lnTo>
                    <a:pt x="869" y="1458"/>
                  </a:lnTo>
                  <a:lnTo>
                    <a:pt x="869" y="1460"/>
                  </a:lnTo>
                  <a:lnTo>
                    <a:pt x="874" y="1463"/>
                  </a:lnTo>
                  <a:lnTo>
                    <a:pt x="874" y="1463"/>
                  </a:lnTo>
                  <a:lnTo>
                    <a:pt x="874" y="1465"/>
                  </a:lnTo>
                  <a:lnTo>
                    <a:pt x="871" y="1465"/>
                  </a:lnTo>
                  <a:lnTo>
                    <a:pt x="871" y="1465"/>
                  </a:lnTo>
                  <a:lnTo>
                    <a:pt x="871" y="1468"/>
                  </a:lnTo>
                  <a:lnTo>
                    <a:pt x="871" y="1468"/>
                  </a:lnTo>
                  <a:lnTo>
                    <a:pt x="871" y="1470"/>
                  </a:lnTo>
                  <a:lnTo>
                    <a:pt x="871" y="1470"/>
                  </a:lnTo>
                  <a:lnTo>
                    <a:pt x="871" y="1470"/>
                  </a:lnTo>
                  <a:lnTo>
                    <a:pt x="871" y="1470"/>
                  </a:lnTo>
                  <a:lnTo>
                    <a:pt x="869" y="1475"/>
                  </a:lnTo>
                  <a:lnTo>
                    <a:pt x="869" y="1475"/>
                  </a:lnTo>
                  <a:lnTo>
                    <a:pt x="869" y="1475"/>
                  </a:lnTo>
                  <a:lnTo>
                    <a:pt x="869" y="1477"/>
                  </a:lnTo>
                  <a:lnTo>
                    <a:pt x="869" y="1477"/>
                  </a:lnTo>
                  <a:lnTo>
                    <a:pt x="869" y="1479"/>
                  </a:lnTo>
                  <a:lnTo>
                    <a:pt x="869" y="1479"/>
                  </a:lnTo>
                  <a:lnTo>
                    <a:pt x="869" y="1479"/>
                  </a:lnTo>
                  <a:lnTo>
                    <a:pt x="869" y="1482"/>
                  </a:lnTo>
                  <a:lnTo>
                    <a:pt x="869" y="1482"/>
                  </a:lnTo>
                  <a:lnTo>
                    <a:pt x="871" y="1484"/>
                  </a:lnTo>
                  <a:lnTo>
                    <a:pt x="871" y="1487"/>
                  </a:lnTo>
                  <a:lnTo>
                    <a:pt x="871" y="1489"/>
                  </a:lnTo>
                  <a:lnTo>
                    <a:pt x="871" y="1489"/>
                  </a:lnTo>
                  <a:lnTo>
                    <a:pt x="874" y="1489"/>
                  </a:lnTo>
                  <a:lnTo>
                    <a:pt x="874" y="1489"/>
                  </a:lnTo>
                  <a:lnTo>
                    <a:pt x="874" y="1491"/>
                  </a:lnTo>
                  <a:lnTo>
                    <a:pt x="874" y="1491"/>
                  </a:lnTo>
                  <a:lnTo>
                    <a:pt x="874" y="1494"/>
                  </a:lnTo>
                  <a:lnTo>
                    <a:pt x="874" y="1494"/>
                  </a:lnTo>
                  <a:lnTo>
                    <a:pt x="874" y="1496"/>
                  </a:lnTo>
                  <a:lnTo>
                    <a:pt x="871" y="1496"/>
                  </a:lnTo>
                  <a:lnTo>
                    <a:pt x="871" y="1498"/>
                  </a:lnTo>
                  <a:lnTo>
                    <a:pt x="871" y="1498"/>
                  </a:lnTo>
                  <a:lnTo>
                    <a:pt x="869" y="1498"/>
                  </a:lnTo>
                  <a:lnTo>
                    <a:pt x="869" y="1496"/>
                  </a:lnTo>
                  <a:lnTo>
                    <a:pt x="869" y="1496"/>
                  </a:lnTo>
                  <a:lnTo>
                    <a:pt x="869" y="1494"/>
                  </a:lnTo>
                  <a:lnTo>
                    <a:pt x="867" y="1496"/>
                  </a:lnTo>
                  <a:lnTo>
                    <a:pt x="867" y="1496"/>
                  </a:lnTo>
                  <a:lnTo>
                    <a:pt x="867" y="1496"/>
                  </a:lnTo>
                  <a:lnTo>
                    <a:pt x="864" y="1496"/>
                  </a:lnTo>
                  <a:lnTo>
                    <a:pt x="864" y="1498"/>
                  </a:lnTo>
                  <a:lnTo>
                    <a:pt x="862" y="1496"/>
                  </a:lnTo>
                  <a:lnTo>
                    <a:pt x="859" y="1496"/>
                  </a:lnTo>
                  <a:lnTo>
                    <a:pt x="857" y="1498"/>
                  </a:lnTo>
                  <a:lnTo>
                    <a:pt x="855" y="1498"/>
                  </a:lnTo>
                  <a:lnTo>
                    <a:pt x="855" y="1498"/>
                  </a:lnTo>
                  <a:lnTo>
                    <a:pt x="855" y="1496"/>
                  </a:lnTo>
                  <a:lnTo>
                    <a:pt x="855" y="1496"/>
                  </a:lnTo>
                  <a:lnTo>
                    <a:pt x="855" y="1496"/>
                  </a:lnTo>
                  <a:lnTo>
                    <a:pt x="855" y="1496"/>
                  </a:lnTo>
                  <a:lnTo>
                    <a:pt x="852" y="1494"/>
                  </a:lnTo>
                  <a:lnTo>
                    <a:pt x="852" y="1494"/>
                  </a:lnTo>
                  <a:lnTo>
                    <a:pt x="852" y="1496"/>
                  </a:lnTo>
                  <a:lnTo>
                    <a:pt x="850" y="1496"/>
                  </a:lnTo>
                  <a:lnTo>
                    <a:pt x="850" y="1494"/>
                  </a:lnTo>
                  <a:lnTo>
                    <a:pt x="848" y="1494"/>
                  </a:lnTo>
                  <a:lnTo>
                    <a:pt x="845" y="1494"/>
                  </a:lnTo>
                  <a:lnTo>
                    <a:pt x="843" y="1496"/>
                  </a:lnTo>
                  <a:lnTo>
                    <a:pt x="843" y="1496"/>
                  </a:lnTo>
                  <a:lnTo>
                    <a:pt x="843" y="1498"/>
                  </a:lnTo>
                  <a:lnTo>
                    <a:pt x="843" y="1498"/>
                  </a:lnTo>
                  <a:lnTo>
                    <a:pt x="843" y="1498"/>
                  </a:lnTo>
                  <a:lnTo>
                    <a:pt x="845" y="1501"/>
                  </a:lnTo>
                  <a:lnTo>
                    <a:pt x="845" y="1501"/>
                  </a:lnTo>
                  <a:lnTo>
                    <a:pt x="845" y="1501"/>
                  </a:lnTo>
                  <a:lnTo>
                    <a:pt x="848" y="1503"/>
                  </a:lnTo>
                  <a:lnTo>
                    <a:pt x="848" y="1503"/>
                  </a:lnTo>
                  <a:lnTo>
                    <a:pt x="850" y="1505"/>
                  </a:lnTo>
                  <a:lnTo>
                    <a:pt x="850" y="1505"/>
                  </a:lnTo>
                  <a:lnTo>
                    <a:pt x="850" y="1508"/>
                  </a:lnTo>
                  <a:lnTo>
                    <a:pt x="852" y="1510"/>
                  </a:lnTo>
                  <a:lnTo>
                    <a:pt x="852" y="1510"/>
                  </a:lnTo>
                  <a:lnTo>
                    <a:pt x="855" y="1513"/>
                  </a:lnTo>
                  <a:lnTo>
                    <a:pt x="855" y="1513"/>
                  </a:lnTo>
                  <a:lnTo>
                    <a:pt x="857" y="1515"/>
                  </a:lnTo>
                  <a:lnTo>
                    <a:pt x="857" y="1517"/>
                  </a:lnTo>
                  <a:lnTo>
                    <a:pt x="857" y="1517"/>
                  </a:lnTo>
                  <a:lnTo>
                    <a:pt x="857" y="1517"/>
                  </a:lnTo>
                  <a:lnTo>
                    <a:pt x="859" y="1517"/>
                  </a:lnTo>
                  <a:lnTo>
                    <a:pt x="859" y="1517"/>
                  </a:lnTo>
                  <a:lnTo>
                    <a:pt x="859" y="1517"/>
                  </a:lnTo>
                  <a:lnTo>
                    <a:pt x="859" y="1517"/>
                  </a:lnTo>
                  <a:lnTo>
                    <a:pt x="859" y="1515"/>
                  </a:lnTo>
                  <a:lnTo>
                    <a:pt x="859" y="1513"/>
                  </a:lnTo>
                  <a:lnTo>
                    <a:pt x="859" y="1513"/>
                  </a:lnTo>
                  <a:lnTo>
                    <a:pt x="859" y="1513"/>
                  </a:lnTo>
                  <a:lnTo>
                    <a:pt x="859" y="1513"/>
                  </a:lnTo>
                  <a:lnTo>
                    <a:pt x="862" y="1515"/>
                  </a:lnTo>
                  <a:lnTo>
                    <a:pt x="862" y="1517"/>
                  </a:lnTo>
                  <a:lnTo>
                    <a:pt x="862" y="1517"/>
                  </a:lnTo>
                  <a:lnTo>
                    <a:pt x="862" y="1520"/>
                  </a:lnTo>
                  <a:lnTo>
                    <a:pt x="859" y="1520"/>
                  </a:lnTo>
                  <a:lnTo>
                    <a:pt x="859" y="1520"/>
                  </a:lnTo>
                  <a:lnTo>
                    <a:pt x="859" y="1520"/>
                  </a:lnTo>
                  <a:lnTo>
                    <a:pt x="857" y="1520"/>
                  </a:lnTo>
                  <a:lnTo>
                    <a:pt x="857" y="1524"/>
                  </a:lnTo>
                  <a:lnTo>
                    <a:pt x="855" y="1527"/>
                  </a:lnTo>
                  <a:lnTo>
                    <a:pt x="855" y="1522"/>
                  </a:lnTo>
                  <a:lnTo>
                    <a:pt x="857" y="1522"/>
                  </a:lnTo>
                  <a:lnTo>
                    <a:pt x="857" y="1520"/>
                  </a:lnTo>
                  <a:lnTo>
                    <a:pt x="855" y="1517"/>
                  </a:lnTo>
                  <a:lnTo>
                    <a:pt x="855" y="1517"/>
                  </a:lnTo>
                  <a:lnTo>
                    <a:pt x="855" y="1515"/>
                  </a:lnTo>
                  <a:lnTo>
                    <a:pt x="852" y="1513"/>
                  </a:lnTo>
                  <a:lnTo>
                    <a:pt x="852" y="1513"/>
                  </a:lnTo>
                  <a:lnTo>
                    <a:pt x="852" y="1510"/>
                  </a:lnTo>
                  <a:lnTo>
                    <a:pt x="852" y="1510"/>
                  </a:lnTo>
                  <a:lnTo>
                    <a:pt x="845" y="1505"/>
                  </a:lnTo>
                  <a:lnTo>
                    <a:pt x="845" y="1505"/>
                  </a:lnTo>
                  <a:lnTo>
                    <a:pt x="843" y="1505"/>
                  </a:lnTo>
                  <a:lnTo>
                    <a:pt x="843" y="1505"/>
                  </a:lnTo>
                  <a:lnTo>
                    <a:pt x="843" y="1503"/>
                  </a:lnTo>
                  <a:lnTo>
                    <a:pt x="843" y="1501"/>
                  </a:lnTo>
                  <a:lnTo>
                    <a:pt x="843" y="1501"/>
                  </a:lnTo>
                  <a:lnTo>
                    <a:pt x="841" y="1498"/>
                  </a:lnTo>
                  <a:lnTo>
                    <a:pt x="838" y="1498"/>
                  </a:lnTo>
                  <a:lnTo>
                    <a:pt x="838" y="1496"/>
                  </a:lnTo>
                  <a:lnTo>
                    <a:pt x="836" y="1496"/>
                  </a:lnTo>
                  <a:lnTo>
                    <a:pt x="836" y="1494"/>
                  </a:lnTo>
                  <a:lnTo>
                    <a:pt x="836" y="1494"/>
                  </a:lnTo>
                  <a:lnTo>
                    <a:pt x="831" y="1491"/>
                  </a:lnTo>
                  <a:lnTo>
                    <a:pt x="831" y="1491"/>
                  </a:lnTo>
                  <a:lnTo>
                    <a:pt x="831" y="1489"/>
                  </a:lnTo>
                  <a:lnTo>
                    <a:pt x="829" y="1487"/>
                  </a:lnTo>
                  <a:lnTo>
                    <a:pt x="829" y="1484"/>
                  </a:lnTo>
                  <a:lnTo>
                    <a:pt x="831" y="1482"/>
                  </a:lnTo>
                  <a:lnTo>
                    <a:pt x="831" y="1484"/>
                  </a:lnTo>
                  <a:lnTo>
                    <a:pt x="833" y="1484"/>
                  </a:lnTo>
                  <a:lnTo>
                    <a:pt x="833" y="1484"/>
                  </a:lnTo>
                  <a:lnTo>
                    <a:pt x="833" y="1484"/>
                  </a:lnTo>
                  <a:lnTo>
                    <a:pt x="836" y="1484"/>
                  </a:lnTo>
                  <a:lnTo>
                    <a:pt x="836" y="1484"/>
                  </a:lnTo>
                  <a:lnTo>
                    <a:pt x="836" y="1487"/>
                  </a:lnTo>
                  <a:lnTo>
                    <a:pt x="836" y="1489"/>
                  </a:lnTo>
                  <a:lnTo>
                    <a:pt x="836" y="1491"/>
                  </a:lnTo>
                  <a:lnTo>
                    <a:pt x="838" y="1491"/>
                  </a:lnTo>
                  <a:lnTo>
                    <a:pt x="841" y="1491"/>
                  </a:lnTo>
                  <a:lnTo>
                    <a:pt x="843" y="1491"/>
                  </a:lnTo>
                  <a:lnTo>
                    <a:pt x="843" y="1491"/>
                  </a:lnTo>
                  <a:lnTo>
                    <a:pt x="841" y="1494"/>
                  </a:lnTo>
                  <a:lnTo>
                    <a:pt x="841" y="1494"/>
                  </a:lnTo>
                  <a:lnTo>
                    <a:pt x="841" y="1494"/>
                  </a:lnTo>
                  <a:lnTo>
                    <a:pt x="843" y="1494"/>
                  </a:lnTo>
                  <a:lnTo>
                    <a:pt x="843" y="1494"/>
                  </a:lnTo>
                  <a:lnTo>
                    <a:pt x="845" y="1494"/>
                  </a:lnTo>
                  <a:lnTo>
                    <a:pt x="845" y="1491"/>
                  </a:lnTo>
                  <a:lnTo>
                    <a:pt x="845" y="1491"/>
                  </a:lnTo>
                  <a:lnTo>
                    <a:pt x="845" y="1489"/>
                  </a:lnTo>
                  <a:lnTo>
                    <a:pt x="845" y="1489"/>
                  </a:lnTo>
                  <a:lnTo>
                    <a:pt x="848" y="1484"/>
                  </a:lnTo>
                  <a:lnTo>
                    <a:pt x="848" y="1484"/>
                  </a:lnTo>
                  <a:lnTo>
                    <a:pt x="848" y="1484"/>
                  </a:lnTo>
                  <a:lnTo>
                    <a:pt x="848" y="1484"/>
                  </a:lnTo>
                  <a:lnTo>
                    <a:pt x="848" y="1487"/>
                  </a:lnTo>
                  <a:lnTo>
                    <a:pt x="848" y="1487"/>
                  </a:lnTo>
                  <a:lnTo>
                    <a:pt x="845" y="1489"/>
                  </a:lnTo>
                  <a:lnTo>
                    <a:pt x="848" y="1489"/>
                  </a:lnTo>
                  <a:lnTo>
                    <a:pt x="848" y="1491"/>
                  </a:lnTo>
                  <a:lnTo>
                    <a:pt x="848" y="1491"/>
                  </a:lnTo>
                  <a:lnTo>
                    <a:pt x="848" y="1494"/>
                  </a:lnTo>
                  <a:lnTo>
                    <a:pt x="850" y="1494"/>
                  </a:lnTo>
                  <a:lnTo>
                    <a:pt x="850" y="1494"/>
                  </a:lnTo>
                  <a:lnTo>
                    <a:pt x="855" y="1494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62" y="1494"/>
                  </a:lnTo>
                  <a:lnTo>
                    <a:pt x="864" y="1494"/>
                  </a:lnTo>
                  <a:lnTo>
                    <a:pt x="867" y="1494"/>
                  </a:lnTo>
                  <a:lnTo>
                    <a:pt x="867" y="1494"/>
                  </a:lnTo>
                  <a:lnTo>
                    <a:pt x="867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71" y="1489"/>
                  </a:lnTo>
                  <a:lnTo>
                    <a:pt x="871" y="1487"/>
                  </a:lnTo>
                  <a:lnTo>
                    <a:pt x="869" y="1484"/>
                  </a:lnTo>
                  <a:lnTo>
                    <a:pt x="869" y="1484"/>
                  </a:lnTo>
                  <a:lnTo>
                    <a:pt x="869" y="1484"/>
                  </a:lnTo>
                  <a:lnTo>
                    <a:pt x="867" y="1484"/>
                  </a:lnTo>
                  <a:lnTo>
                    <a:pt x="867" y="1482"/>
                  </a:lnTo>
                  <a:lnTo>
                    <a:pt x="867" y="1482"/>
                  </a:lnTo>
                  <a:lnTo>
                    <a:pt x="867" y="1479"/>
                  </a:lnTo>
                  <a:lnTo>
                    <a:pt x="867" y="1479"/>
                  </a:lnTo>
                  <a:lnTo>
                    <a:pt x="867" y="1477"/>
                  </a:lnTo>
                  <a:lnTo>
                    <a:pt x="867" y="1477"/>
                  </a:lnTo>
                  <a:lnTo>
                    <a:pt x="867" y="1477"/>
                  </a:lnTo>
                  <a:lnTo>
                    <a:pt x="867" y="1475"/>
                  </a:lnTo>
                  <a:lnTo>
                    <a:pt x="867" y="1475"/>
                  </a:lnTo>
                  <a:lnTo>
                    <a:pt x="867" y="1475"/>
                  </a:lnTo>
                  <a:lnTo>
                    <a:pt x="867" y="1472"/>
                  </a:lnTo>
                  <a:lnTo>
                    <a:pt x="867" y="1472"/>
                  </a:lnTo>
                  <a:lnTo>
                    <a:pt x="864" y="1470"/>
                  </a:lnTo>
                  <a:lnTo>
                    <a:pt x="864" y="1472"/>
                  </a:lnTo>
                  <a:lnTo>
                    <a:pt x="864" y="1475"/>
                  </a:lnTo>
                  <a:lnTo>
                    <a:pt x="864" y="1475"/>
                  </a:lnTo>
                  <a:lnTo>
                    <a:pt x="864" y="1477"/>
                  </a:lnTo>
                  <a:lnTo>
                    <a:pt x="864" y="1477"/>
                  </a:lnTo>
                  <a:lnTo>
                    <a:pt x="864" y="1477"/>
                  </a:lnTo>
                  <a:lnTo>
                    <a:pt x="864" y="1477"/>
                  </a:lnTo>
                  <a:lnTo>
                    <a:pt x="864" y="1475"/>
                  </a:lnTo>
                  <a:lnTo>
                    <a:pt x="864" y="1475"/>
                  </a:lnTo>
                  <a:lnTo>
                    <a:pt x="864" y="1475"/>
                  </a:lnTo>
                  <a:lnTo>
                    <a:pt x="864" y="1472"/>
                  </a:lnTo>
                  <a:lnTo>
                    <a:pt x="864" y="1472"/>
                  </a:lnTo>
                  <a:lnTo>
                    <a:pt x="864" y="1472"/>
                  </a:lnTo>
                  <a:lnTo>
                    <a:pt x="862" y="1472"/>
                  </a:lnTo>
                  <a:lnTo>
                    <a:pt x="864" y="1472"/>
                  </a:lnTo>
                  <a:lnTo>
                    <a:pt x="864" y="1472"/>
                  </a:lnTo>
                  <a:lnTo>
                    <a:pt x="862" y="1470"/>
                  </a:lnTo>
                  <a:lnTo>
                    <a:pt x="859" y="1472"/>
                  </a:lnTo>
                  <a:lnTo>
                    <a:pt x="857" y="1470"/>
                  </a:lnTo>
                  <a:lnTo>
                    <a:pt x="857" y="1470"/>
                  </a:lnTo>
                  <a:lnTo>
                    <a:pt x="857" y="1470"/>
                  </a:lnTo>
                  <a:lnTo>
                    <a:pt x="857" y="1470"/>
                  </a:lnTo>
                  <a:lnTo>
                    <a:pt x="855" y="1472"/>
                  </a:lnTo>
                  <a:lnTo>
                    <a:pt x="855" y="1472"/>
                  </a:lnTo>
                  <a:lnTo>
                    <a:pt x="855" y="1472"/>
                  </a:lnTo>
                  <a:lnTo>
                    <a:pt x="852" y="1475"/>
                  </a:lnTo>
                  <a:lnTo>
                    <a:pt x="850" y="1475"/>
                  </a:lnTo>
                  <a:lnTo>
                    <a:pt x="852" y="1472"/>
                  </a:lnTo>
                  <a:lnTo>
                    <a:pt x="859" y="1463"/>
                  </a:lnTo>
                  <a:lnTo>
                    <a:pt x="859" y="1460"/>
                  </a:lnTo>
                  <a:lnTo>
                    <a:pt x="859" y="1458"/>
                  </a:lnTo>
                  <a:lnTo>
                    <a:pt x="859" y="1458"/>
                  </a:lnTo>
                  <a:lnTo>
                    <a:pt x="859" y="1458"/>
                  </a:lnTo>
                  <a:lnTo>
                    <a:pt x="859" y="1458"/>
                  </a:lnTo>
                  <a:lnTo>
                    <a:pt x="859" y="1456"/>
                  </a:lnTo>
                  <a:lnTo>
                    <a:pt x="859" y="1456"/>
                  </a:lnTo>
                  <a:lnTo>
                    <a:pt x="857" y="1456"/>
                  </a:lnTo>
                  <a:lnTo>
                    <a:pt x="857" y="1456"/>
                  </a:lnTo>
                  <a:lnTo>
                    <a:pt x="857" y="1456"/>
                  </a:lnTo>
                  <a:lnTo>
                    <a:pt x="857" y="1458"/>
                  </a:lnTo>
                  <a:lnTo>
                    <a:pt x="857" y="1458"/>
                  </a:lnTo>
                  <a:lnTo>
                    <a:pt x="857" y="1460"/>
                  </a:lnTo>
                  <a:lnTo>
                    <a:pt x="855" y="1460"/>
                  </a:lnTo>
                  <a:lnTo>
                    <a:pt x="855" y="1458"/>
                  </a:lnTo>
                  <a:lnTo>
                    <a:pt x="855" y="1458"/>
                  </a:lnTo>
                  <a:lnTo>
                    <a:pt x="855" y="1458"/>
                  </a:lnTo>
                  <a:lnTo>
                    <a:pt x="855" y="1456"/>
                  </a:lnTo>
                  <a:lnTo>
                    <a:pt x="852" y="1456"/>
                  </a:lnTo>
                  <a:lnTo>
                    <a:pt x="852" y="1456"/>
                  </a:lnTo>
                  <a:lnTo>
                    <a:pt x="852" y="1458"/>
                  </a:lnTo>
                  <a:lnTo>
                    <a:pt x="852" y="1458"/>
                  </a:lnTo>
                  <a:lnTo>
                    <a:pt x="848" y="1465"/>
                  </a:lnTo>
                  <a:lnTo>
                    <a:pt x="848" y="1465"/>
                  </a:lnTo>
                  <a:lnTo>
                    <a:pt x="848" y="1465"/>
                  </a:lnTo>
                  <a:lnTo>
                    <a:pt x="848" y="1465"/>
                  </a:lnTo>
                  <a:lnTo>
                    <a:pt x="848" y="1463"/>
                  </a:lnTo>
                  <a:lnTo>
                    <a:pt x="845" y="1463"/>
                  </a:lnTo>
                  <a:lnTo>
                    <a:pt x="845" y="1465"/>
                  </a:lnTo>
                  <a:lnTo>
                    <a:pt x="845" y="1468"/>
                  </a:lnTo>
                  <a:lnTo>
                    <a:pt x="843" y="1470"/>
                  </a:lnTo>
                  <a:lnTo>
                    <a:pt x="843" y="1470"/>
                  </a:lnTo>
                  <a:lnTo>
                    <a:pt x="841" y="1470"/>
                  </a:lnTo>
                  <a:lnTo>
                    <a:pt x="841" y="1470"/>
                  </a:lnTo>
                  <a:lnTo>
                    <a:pt x="841" y="1468"/>
                  </a:lnTo>
                  <a:lnTo>
                    <a:pt x="841" y="1468"/>
                  </a:lnTo>
                  <a:lnTo>
                    <a:pt x="841" y="1468"/>
                  </a:lnTo>
                  <a:lnTo>
                    <a:pt x="841" y="1468"/>
                  </a:lnTo>
                  <a:lnTo>
                    <a:pt x="838" y="1468"/>
                  </a:lnTo>
                  <a:lnTo>
                    <a:pt x="838" y="1468"/>
                  </a:lnTo>
                  <a:lnTo>
                    <a:pt x="838" y="1468"/>
                  </a:lnTo>
                  <a:lnTo>
                    <a:pt x="836" y="1468"/>
                  </a:lnTo>
                  <a:lnTo>
                    <a:pt x="836" y="1468"/>
                  </a:lnTo>
                  <a:lnTo>
                    <a:pt x="836" y="1465"/>
                  </a:lnTo>
                  <a:lnTo>
                    <a:pt x="836" y="1463"/>
                  </a:lnTo>
                  <a:lnTo>
                    <a:pt x="836" y="1463"/>
                  </a:lnTo>
                  <a:lnTo>
                    <a:pt x="836" y="1460"/>
                  </a:lnTo>
                  <a:lnTo>
                    <a:pt x="838" y="1460"/>
                  </a:lnTo>
                  <a:lnTo>
                    <a:pt x="838" y="1458"/>
                  </a:lnTo>
                  <a:lnTo>
                    <a:pt x="841" y="1456"/>
                  </a:lnTo>
                  <a:lnTo>
                    <a:pt x="841" y="1456"/>
                  </a:lnTo>
                  <a:lnTo>
                    <a:pt x="841" y="1453"/>
                  </a:lnTo>
                  <a:lnTo>
                    <a:pt x="841" y="1453"/>
                  </a:lnTo>
                  <a:lnTo>
                    <a:pt x="841" y="1453"/>
                  </a:lnTo>
                  <a:lnTo>
                    <a:pt x="841" y="1451"/>
                  </a:lnTo>
                  <a:lnTo>
                    <a:pt x="841" y="1451"/>
                  </a:lnTo>
                  <a:lnTo>
                    <a:pt x="841" y="1451"/>
                  </a:lnTo>
                  <a:lnTo>
                    <a:pt x="841" y="1451"/>
                  </a:lnTo>
                  <a:lnTo>
                    <a:pt x="841" y="1449"/>
                  </a:lnTo>
                  <a:lnTo>
                    <a:pt x="838" y="1449"/>
                  </a:lnTo>
                  <a:lnTo>
                    <a:pt x="838" y="1449"/>
                  </a:lnTo>
                  <a:lnTo>
                    <a:pt x="838" y="1451"/>
                  </a:lnTo>
                  <a:lnTo>
                    <a:pt x="838" y="1451"/>
                  </a:lnTo>
                  <a:lnTo>
                    <a:pt x="838" y="1451"/>
                  </a:lnTo>
                  <a:lnTo>
                    <a:pt x="836" y="1453"/>
                  </a:lnTo>
                  <a:lnTo>
                    <a:pt x="836" y="1453"/>
                  </a:lnTo>
                  <a:lnTo>
                    <a:pt x="836" y="1453"/>
                  </a:lnTo>
                  <a:lnTo>
                    <a:pt x="833" y="1451"/>
                  </a:lnTo>
                  <a:lnTo>
                    <a:pt x="833" y="1451"/>
                  </a:lnTo>
                  <a:lnTo>
                    <a:pt x="831" y="1451"/>
                  </a:lnTo>
                  <a:lnTo>
                    <a:pt x="831" y="1451"/>
                  </a:lnTo>
                  <a:lnTo>
                    <a:pt x="831" y="1451"/>
                  </a:lnTo>
                  <a:lnTo>
                    <a:pt x="831" y="1451"/>
                  </a:lnTo>
                  <a:lnTo>
                    <a:pt x="831" y="1449"/>
                  </a:lnTo>
                  <a:lnTo>
                    <a:pt x="831" y="1449"/>
                  </a:lnTo>
                  <a:lnTo>
                    <a:pt x="831" y="1446"/>
                  </a:lnTo>
                  <a:lnTo>
                    <a:pt x="829" y="1446"/>
                  </a:lnTo>
                  <a:lnTo>
                    <a:pt x="829" y="1446"/>
                  </a:lnTo>
                  <a:lnTo>
                    <a:pt x="829" y="1446"/>
                  </a:lnTo>
                  <a:lnTo>
                    <a:pt x="829" y="1449"/>
                  </a:lnTo>
                  <a:lnTo>
                    <a:pt x="826" y="1449"/>
                  </a:lnTo>
                  <a:lnTo>
                    <a:pt x="826" y="1449"/>
                  </a:lnTo>
                  <a:lnTo>
                    <a:pt x="826" y="1446"/>
                  </a:lnTo>
                  <a:lnTo>
                    <a:pt x="826" y="1444"/>
                  </a:lnTo>
                  <a:lnTo>
                    <a:pt x="829" y="1444"/>
                  </a:lnTo>
                  <a:lnTo>
                    <a:pt x="829" y="1442"/>
                  </a:lnTo>
                  <a:lnTo>
                    <a:pt x="829" y="1442"/>
                  </a:lnTo>
                  <a:lnTo>
                    <a:pt x="826" y="1442"/>
                  </a:lnTo>
                  <a:lnTo>
                    <a:pt x="829" y="1442"/>
                  </a:lnTo>
                  <a:lnTo>
                    <a:pt x="831" y="1439"/>
                  </a:lnTo>
                  <a:lnTo>
                    <a:pt x="831" y="1437"/>
                  </a:lnTo>
                  <a:lnTo>
                    <a:pt x="831" y="1434"/>
                  </a:lnTo>
                  <a:lnTo>
                    <a:pt x="831" y="1432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2"/>
                  </a:lnTo>
                  <a:lnTo>
                    <a:pt x="833" y="1432"/>
                  </a:lnTo>
                  <a:lnTo>
                    <a:pt x="833" y="1434"/>
                  </a:lnTo>
                  <a:lnTo>
                    <a:pt x="833" y="1434"/>
                  </a:lnTo>
                  <a:lnTo>
                    <a:pt x="833" y="1434"/>
                  </a:lnTo>
                  <a:lnTo>
                    <a:pt x="836" y="1434"/>
                  </a:lnTo>
                  <a:lnTo>
                    <a:pt x="836" y="1434"/>
                  </a:lnTo>
                  <a:lnTo>
                    <a:pt x="836" y="1427"/>
                  </a:lnTo>
                  <a:lnTo>
                    <a:pt x="836" y="1430"/>
                  </a:lnTo>
                  <a:lnTo>
                    <a:pt x="836" y="1430"/>
                  </a:lnTo>
                  <a:lnTo>
                    <a:pt x="833" y="1430"/>
                  </a:lnTo>
                  <a:lnTo>
                    <a:pt x="833" y="1430"/>
                  </a:lnTo>
                  <a:lnTo>
                    <a:pt x="833" y="1427"/>
                  </a:lnTo>
                  <a:lnTo>
                    <a:pt x="836" y="1427"/>
                  </a:lnTo>
                  <a:lnTo>
                    <a:pt x="836" y="1425"/>
                  </a:lnTo>
                  <a:lnTo>
                    <a:pt x="836" y="1425"/>
                  </a:lnTo>
                  <a:lnTo>
                    <a:pt x="833" y="1423"/>
                  </a:lnTo>
                  <a:lnTo>
                    <a:pt x="833" y="1420"/>
                  </a:lnTo>
                  <a:lnTo>
                    <a:pt x="833" y="1418"/>
                  </a:lnTo>
                  <a:lnTo>
                    <a:pt x="833" y="1418"/>
                  </a:lnTo>
                  <a:lnTo>
                    <a:pt x="833" y="1416"/>
                  </a:lnTo>
                  <a:lnTo>
                    <a:pt x="836" y="1416"/>
                  </a:lnTo>
                  <a:lnTo>
                    <a:pt x="836" y="1413"/>
                  </a:lnTo>
                  <a:lnTo>
                    <a:pt x="836" y="1411"/>
                  </a:lnTo>
                  <a:lnTo>
                    <a:pt x="836" y="1411"/>
                  </a:lnTo>
                  <a:lnTo>
                    <a:pt x="836" y="1408"/>
                  </a:lnTo>
                  <a:lnTo>
                    <a:pt x="836" y="1408"/>
                  </a:lnTo>
                  <a:lnTo>
                    <a:pt x="836" y="1408"/>
                  </a:lnTo>
                  <a:lnTo>
                    <a:pt x="836" y="1406"/>
                  </a:lnTo>
                  <a:lnTo>
                    <a:pt x="836" y="1404"/>
                  </a:lnTo>
                  <a:lnTo>
                    <a:pt x="838" y="1401"/>
                  </a:lnTo>
                  <a:lnTo>
                    <a:pt x="838" y="1401"/>
                  </a:lnTo>
                  <a:lnTo>
                    <a:pt x="838" y="1399"/>
                  </a:lnTo>
                  <a:lnTo>
                    <a:pt x="838" y="1394"/>
                  </a:lnTo>
                  <a:lnTo>
                    <a:pt x="838" y="1392"/>
                  </a:lnTo>
                  <a:lnTo>
                    <a:pt x="836" y="1389"/>
                  </a:lnTo>
                  <a:lnTo>
                    <a:pt x="838" y="1387"/>
                  </a:lnTo>
                  <a:lnTo>
                    <a:pt x="838" y="1385"/>
                  </a:lnTo>
                  <a:lnTo>
                    <a:pt x="841" y="1380"/>
                  </a:lnTo>
                  <a:lnTo>
                    <a:pt x="843" y="1378"/>
                  </a:lnTo>
                  <a:lnTo>
                    <a:pt x="843" y="1375"/>
                  </a:lnTo>
                  <a:lnTo>
                    <a:pt x="843" y="1375"/>
                  </a:lnTo>
                  <a:lnTo>
                    <a:pt x="841" y="1375"/>
                  </a:lnTo>
                  <a:lnTo>
                    <a:pt x="841" y="1375"/>
                  </a:lnTo>
                  <a:lnTo>
                    <a:pt x="841" y="1378"/>
                  </a:lnTo>
                  <a:lnTo>
                    <a:pt x="838" y="1378"/>
                  </a:lnTo>
                  <a:lnTo>
                    <a:pt x="838" y="1380"/>
                  </a:lnTo>
                  <a:lnTo>
                    <a:pt x="833" y="1382"/>
                  </a:lnTo>
                  <a:lnTo>
                    <a:pt x="831" y="1382"/>
                  </a:lnTo>
                  <a:lnTo>
                    <a:pt x="829" y="1385"/>
                  </a:lnTo>
                  <a:lnTo>
                    <a:pt x="829" y="1385"/>
                  </a:lnTo>
                  <a:lnTo>
                    <a:pt x="829" y="1385"/>
                  </a:lnTo>
                  <a:lnTo>
                    <a:pt x="829" y="1385"/>
                  </a:lnTo>
                  <a:lnTo>
                    <a:pt x="826" y="1387"/>
                  </a:lnTo>
                  <a:lnTo>
                    <a:pt x="824" y="1389"/>
                  </a:lnTo>
                  <a:lnTo>
                    <a:pt x="822" y="1392"/>
                  </a:lnTo>
                  <a:lnTo>
                    <a:pt x="822" y="1394"/>
                  </a:lnTo>
                  <a:lnTo>
                    <a:pt x="822" y="1394"/>
                  </a:lnTo>
                  <a:lnTo>
                    <a:pt x="824" y="1394"/>
                  </a:lnTo>
                  <a:lnTo>
                    <a:pt x="824" y="1397"/>
                  </a:lnTo>
                  <a:lnTo>
                    <a:pt x="824" y="1397"/>
                  </a:lnTo>
                  <a:lnTo>
                    <a:pt x="824" y="1399"/>
                  </a:lnTo>
                  <a:lnTo>
                    <a:pt x="824" y="1399"/>
                  </a:lnTo>
                  <a:lnTo>
                    <a:pt x="822" y="1399"/>
                  </a:lnTo>
                  <a:lnTo>
                    <a:pt x="822" y="1399"/>
                  </a:lnTo>
                  <a:lnTo>
                    <a:pt x="819" y="1397"/>
                  </a:lnTo>
                  <a:lnTo>
                    <a:pt x="819" y="1397"/>
                  </a:lnTo>
                  <a:lnTo>
                    <a:pt x="819" y="1397"/>
                  </a:lnTo>
                  <a:lnTo>
                    <a:pt x="817" y="1397"/>
                  </a:lnTo>
                  <a:lnTo>
                    <a:pt x="817" y="1397"/>
                  </a:lnTo>
                  <a:lnTo>
                    <a:pt x="817" y="1399"/>
                  </a:lnTo>
                  <a:lnTo>
                    <a:pt x="817" y="1399"/>
                  </a:lnTo>
                  <a:lnTo>
                    <a:pt x="817" y="1401"/>
                  </a:lnTo>
                  <a:lnTo>
                    <a:pt x="817" y="1401"/>
                  </a:lnTo>
                  <a:lnTo>
                    <a:pt x="815" y="1401"/>
                  </a:lnTo>
                  <a:lnTo>
                    <a:pt x="812" y="1401"/>
                  </a:lnTo>
                  <a:lnTo>
                    <a:pt x="812" y="1399"/>
                  </a:lnTo>
                  <a:lnTo>
                    <a:pt x="812" y="1397"/>
                  </a:lnTo>
                  <a:lnTo>
                    <a:pt x="815" y="1397"/>
                  </a:lnTo>
                  <a:lnTo>
                    <a:pt x="815" y="1394"/>
                  </a:lnTo>
                  <a:lnTo>
                    <a:pt x="817" y="1394"/>
                  </a:lnTo>
                  <a:lnTo>
                    <a:pt x="817" y="1394"/>
                  </a:lnTo>
                  <a:lnTo>
                    <a:pt x="817" y="1394"/>
                  </a:lnTo>
                  <a:lnTo>
                    <a:pt x="817" y="1394"/>
                  </a:lnTo>
                  <a:lnTo>
                    <a:pt x="817" y="1392"/>
                  </a:lnTo>
                  <a:lnTo>
                    <a:pt x="819" y="1392"/>
                  </a:lnTo>
                  <a:lnTo>
                    <a:pt x="817" y="1389"/>
                  </a:lnTo>
                  <a:lnTo>
                    <a:pt x="822" y="1385"/>
                  </a:lnTo>
                  <a:lnTo>
                    <a:pt x="822" y="1382"/>
                  </a:lnTo>
                  <a:lnTo>
                    <a:pt x="822" y="1382"/>
                  </a:lnTo>
                  <a:lnTo>
                    <a:pt x="822" y="1380"/>
                  </a:lnTo>
                  <a:lnTo>
                    <a:pt x="822" y="1378"/>
                  </a:lnTo>
                  <a:lnTo>
                    <a:pt x="824" y="1378"/>
                  </a:lnTo>
                  <a:lnTo>
                    <a:pt x="824" y="1375"/>
                  </a:lnTo>
                  <a:lnTo>
                    <a:pt x="824" y="1375"/>
                  </a:lnTo>
                  <a:lnTo>
                    <a:pt x="822" y="1375"/>
                  </a:lnTo>
                  <a:lnTo>
                    <a:pt x="819" y="1380"/>
                  </a:lnTo>
                  <a:lnTo>
                    <a:pt x="817" y="1382"/>
                  </a:lnTo>
                  <a:lnTo>
                    <a:pt x="817" y="1385"/>
                  </a:lnTo>
                  <a:lnTo>
                    <a:pt x="819" y="1385"/>
                  </a:lnTo>
                  <a:lnTo>
                    <a:pt x="819" y="1387"/>
                  </a:lnTo>
                  <a:lnTo>
                    <a:pt x="817" y="1385"/>
                  </a:lnTo>
                  <a:lnTo>
                    <a:pt x="817" y="1385"/>
                  </a:lnTo>
                  <a:lnTo>
                    <a:pt x="817" y="1385"/>
                  </a:lnTo>
                  <a:lnTo>
                    <a:pt x="815" y="1382"/>
                  </a:lnTo>
                  <a:lnTo>
                    <a:pt x="817" y="1382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78"/>
                  </a:lnTo>
                  <a:lnTo>
                    <a:pt x="815" y="1378"/>
                  </a:lnTo>
                  <a:lnTo>
                    <a:pt x="807" y="1382"/>
                  </a:lnTo>
                  <a:lnTo>
                    <a:pt x="807" y="1382"/>
                  </a:lnTo>
                  <a:lnTo>
                    <a:pt x="807" y="1382"/>
                  </a:lnTo>
                  <a:lnTo>
                    <a:pt x="805" y="1380"/>
                  </a:lnTo>
                  <a:lnTo>
                    <a:pt x="803" y="1380"/>
                  </a:lnTo>
                  <a:lnTo>
                    <a:pt x="803" y="1380"/>
                  </a:lnTo>
                  <a:lnTo>
                    <a:pt x="803" y="1378"/>
                  </a:lnTo>
                  <a:lnTo>
                    <a:pt x="803" y="1378"/>
                  </a:lnTo>
                  <a:lnTo>
                    <a:pt x="803" y="1375"/>
                  </a:lnTo>
                  <a:lnTo>
                    <a:pt x="805" y="1378"/>
                  </a:lnTo>
                  <a:lnTo>
                    <a:pt x="805" y="1378"/>
                  </a:lnTo>
                  <a:lnTo>
                    <a:pt x="805" y="1375"/>
                  </a:lnTo>
                  <a:lnTo>
                    <a:pt x="805" y="1375"/>
                  </a:lnTo>
                  <a:lnTo>
                    <a:pt x="805" y="1375"/>
                  </a:lnTo>
                  <a:lnTo>
                    <a:pt x="805" y="1373"/>
                  </a:lnTo>
                  <a:lnTo>
                    <a:pt x="805" y="1373"/>
                  </a:lnTo>
                  <a:lnTo>
                    <a:pt x="800" y="1371"/>
                  </a:lnTo>
                  <a:lnTo>
                    <a:pt x="798" y="1371"/>
                  </a:lnTo>
                  <a:lnTo>
                    <a:pt x="798" y="1368"/>
                  </a:lnTo>
                  <a:lnTo>
                    <a:pt x="798" y="1368"/>
                  </a:lnTo>
                  <a:lnTo>
                    <a:pt x="800" y="1368"/>
                  </a:lnTo>
                  <a:lnTo>
                    <a:pt x="800" y="1368"/>
                  </a:lnTo>
                  <a:lnTo>
                    <a:pt x="800" y="1368"/>
                  </a:lnTo>
                  <a:lnTo>
                    <a:pt x="796" y="1363"/>
                  </a:lnTo>
                  <a:lnTo>
                    <a:pt x="796" y="1361"/>
                  </a:lnTo>
                  <a:lnTo>
                    <a:pt x="788" y="1359"/>
                  </a:lnTo>
                  <a:lnTo>
                    <a:pt x="784" y="1359"/>
                  </a:lnTo>
                  <a:lnTo>
                    <a:pt x="784" y="1359"/>
                  </a:lnTo>
                  <a:lnTo>
                    <a:pt x="784" y="1361"/>
                  </a:lnTo>
                  <a:lnTo>
                    <a:pt x="784" y="1361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6" y="1363"/>
                  </a:lnTo>
                  <a:lnTo>
                    <a:pt x="786" y="1363"/>
                  </a:lnTo>
                  <a:lnTo>
                    <a:pt x="786" y="1363"/>
                  </a:lnTo>
                  <a:lnTo>
                    <a:pt x="786" y="1363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4" y="1366"/>
                  </a:lnTo>
                  <a:lnTo>
                    <a:pt x="784" y="1366"/>
                  </a:lnTo>
                  <a:lnTo>
                    <a:pt x="781" y="1363"/>
                  </a:lnTo>
                  <a:lnTo>
                    <a:pt x="781" y="1361"/>
                  </a:lnTo>
                  <a:lnTo>
                    <a:pt x="781" y="1361"/>
                  </a:lnTo>
                  <a:lnTo>
                    <a:pt x="781" y="1361"/>
                  </a:lnTo>
                  <a:lnTo>
                    <a:pt x="781" y="1361"/>
                  </a:lnTo>
                  <a:lnTo>
                    <a:pt x="781" y="1359"/>
                  </a:lnTo>
                  <a:lnTo>
                    <a:pt x="781" y="1359"/>
                  </a:lnTo>
                  <a:lnTo>
                    <a:pt x="781" y="1359"/>
                  </a:lnTo>
                  <a:lnTo>
                    <a:pt x="781" y="1359"/>
                  </a:lnTo>
                  <a:lnTo>
                    <a:pt x="779" y="1356"/>
                  </a:lnTo>
                  <a:lnTo>
                    <a:pt x="777" y="1356"/>
                  </a:lnTo>
                  <a:lnTo>
                    <a:pt x="774" y="1356"/>
                  </a:lnTo>
                  <a:lnTo>
                    <a:pt x="774" y="1356"/>
                  </a:lnTo>
                  <a:lnTo>
                    <a:pt x="772" y="1356"/>
                  </a:lnTo>
                  <a:lnTo>
                    <a:pt x="772" y="1356"/>
                  </a:lnTo>
                  <a:lnTo>
                    <a:pt x="772" y="1356"/>
                  </a:lnTo>
                  <a:lnTo>
                    <a:pt x="770" y="1356"/>
                  </a:lnTo>
                  <a:lnTo>
                    <a:pt x="770" y="1356"/>
                  </a:lnTo>
                  <a:lnTo>
                    <a:pt x="770" y="1356"/>
                  </a:lnTo>
                  <a:lnTo>
                    <a:pt x="770" y="1359"/>
                  </a:lnTo>
                  <a:lnTo>
                    <a:pt x="770" y="1359"/>
                  </a:lnTo>
                  <a:lnTo>
                    <a:pt x="770" y="1361"/>
                  </a:lnTo>
                  <a:lnTo>
                    <a:pt x="770" y="1361"/>
                  </a:lnTo>
                  <a:lnTo>
                    <a:pt x="774" y="1363"/>
                  </a:lnTo>
                  <a:lnTo>
                    <a:pt x="774" y="1366"/>
                  </a:lnTo>
                  <a:lnTo>
                    <a:pt x="774" y="1366"/>
                  </a:lnTo>
                  <a:lnTo>
                    <a:pt x="774" y="1366"/>
                  </a:lnTo>
                  <a:lnTo>
                    <a:pt x="774" y="1368"/>
                  </a:lnTo>
                  <a:lnTo>
                    <a:pt x="774" y="1368"/>
                  </a:lnTo>
                  <a:lnTo>
                    <a:pt x="777" y="1368"/>
                  </a:lnTo>
                  <a:lnTo>
                    <a:pt x="779" y="1368"/>
                  </a:lnTo>
                  <a:lnTo>
                    <a:pt x="779" y="1371"/>
                  </a:lnTo>
                  <a:lnTo>
                    <a:pt x="779" y="1371"/>
                  </a:lnTo>
                  <a:lnTo>
                    <a:pt x="777" y="1371"/>
                  </a:lnTo>
                  <a:lnTo>
                    <a:pt x="774" y="1371"/>
                  </a:lnTo>
                  <a:lnTo>
                    <a:pt x="774" y="1371"/>
                  </a:lnTo>
                  <a:lnTo>
                    <a:pt x="774" y="1373"/>
                  </a:lnTo>
                  <a:lnTo>
                    <a:pt x="767" y="1373"/>
                  </a:lnTo>
                  <a:lnTo>
                    <a:pt x="767" y="1373"/>
                  </a:lnTo>
                  <a:lnTo>
                    <a:pt x="767" y="1373"/>
                  </a:lnTo>
                  <a:lnTo>
                    <a:pt x="767" y="1373"/>
                  </a:lnTo>
                  <a:lnTo>
                    <a:pt x="767" y="1375"/>
                  </a:lnTo>
                  <a:lnTo>
                    <a:pt x="767" y="1375"/>
                  </a:lnTo>
                  <a:lnTo>
                    <a:pt x="767" y="1375"/>
                  </a:lnTo>
                  <a:lnTo>
                    <a:pt x="767" y="1375"/>
                  </a:lnTo>
                  <a:lnTo>
                    <a:pt x="765" y="1375"/>
                  </a:lnTo>
                  <a:lnTo>
                    <a:pt x="765" y="1375"/>
                  </a:lnTo>
                  <a:lnTo>
                    <a:pt x="765" y="1375"/>
                  </a:lnTo>
                  <a:lnTo>
                    <a:pt x="765" y="1378"/>
                  </a:lnTo>
                  <a:lnTo>
                    <a:pt x="762" y="1378"/>
                  </a:lnTo>
                  <a:lnTo>
                    <a:pt x="762" y="1375"/>
                  </a:lnTo>
                  <a:lnTo>
                    <a:pt x="760" y="1373"/>
                  </a:lnTo>
                  <a:lnTo>
                    <a:pt x="755" y="1371"/>
                  </a:lnTo>
                  <a:lnTo>
                    <a:pt x="755" y="1371"/>
                  </a:lnTo>
                  <a:lnTo>
                    <a:pt x="755" y="1371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5" y="1373"/>
                  </a:lnTo>
                  <a:lnTo>
                    <a:pt x="755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5"/>
                  </a:lnTo>
                  <a:lnTo>
                    <a:pt x="753" y="1375"/>
                  </a:lnTo>
                  <a:lnTo>
                    <a:pt x="753" y="1375"/>
                  </a:lnTo>
                  <a:lnTo>
                    <a:pt x="748" y="1371"/>
                  </a:lnTo>
                  <a:lnTo>
                    <a:pt x="748" y="1371"/>
                  </a:lnTo>
                  <a:lnTo>
                    <a:pt x="748" y="1371"/>
                  </a:lnTo>
                  <a:lnTo>
                    <a:pt x="746" y="1371"/>
                  </a:lnTo>
                  <a:lnTo>
                    <a:pt x="746" y="1371"/>
                  </a:lnTo>
                  <a:lnTo>
                    <a:pt x="746" y="1373"/>
                  </a:lnTo>
                  <a:lnTo>
                    <a:pt x="746" y="1373"/>
                  </a:lnTo>
                  <a:lnTo>
                    <a:pt x="748" y="1373"/>
                  </a:lnTo>
                  <a:lnTo>
                    <a:pt x="751" y="1380"/>
                  </a:lnTo>
                  <a:lnTo>
                    <a:pt x="753" y="1380"/>
                  </a:lnTo>
                  <a:lnTo>
                    <a:pt x="753" y="1382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8" y="1387"/>
                  </a:lnTo>
                  <a:lnTo>
                    <a:pt x="760" y="1389"/>
                  </a:lnTo>
                  <a:lnTo>
                    <a:pt x="760" y="1389"/>
                  </a:lnTo>
                  <a:lnTo>
                    <a:pt x="760" y="1389"/>
                  </a:lnTo>
                  <a:lnTo>
                    <a:pt x="760" y="1394"/>
                  </a:lnTo>
                  <a:lnTo>
                    <a:pt x="758" y="1397"/>
                  </a:lnTo>
                  <a:lnTo>
                    <a:pt x="758" y="1397"/>
                  </a:lnTo>
                  <a:lnTo>
                    <a:pt x="755" y="1394"/>
                  </a:lnTo>
                  <a:lnTo>
                    <a:pt x="755" y="1394"/>
                  </a:lnTo>
                  <a:lnTo>
                    <a:pt x="755" y="1392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7"/>
                  </a:lnTo>
                  <a:lnTo>
                    <a:pt x="753" y="1389"/>
                  </a:lnTo>
                  <a:lnTo>
                    <a:pt x="753" y="1389"/>
                  </a:lnTo>
                  <a:lnTo>
                    <a:pt x="753" y="1392"/>
                  </a:lnTo>
                  <a:lnTo>
                    <a:pt x="751" y="1392"/>
                  </a:lnTo>
                  <a:lnTo>
                    <a:pt x="751" y="1392"/>
                  </a:lnTo>
                  <a:lnTo>
                    <a:pt x="751" y="1392"/>
                  </a:lnTo>
                  <a:lnTo>
                    <a:pt x="751" y="1392"/>
                  </a:lnTo>
                  <a:lnTo>
                    <a:pt x="753" y="1394"/>
                  </a:lnTo>
                  <a:lnTo>
                    <a:pt x="753" y="1397"/>
                  </a:lnTo>
                  <a:lnTo>
                    <a:pt x="755" y="1399"/>
                  </a:lnTo>
                  <a:lnTo>
                    <a:pt x="755" y="1399"/>
                  </a:lnTo>
                  <a:lnTo>
                    <a:pt x="758" y="1404"/>
                  </a:lnTo>
                  <a:lnTo>
                    <a:pt x="758" y="1404"/>
                  </a:lnTo>
                  <a:lnTo>
                    <a:pt x="758" y="1404"/>
                  </a:lnTo>
                  <a:lnTo>
                    <a:pt x="760" y="1406"/>
                  </a:lnTo>
                  <a:lnTo>
                    <a:pt x="762" y="1408"/>
                  </a:lnTo>
                  <a:lnTo>
                    <a:pt x="762" y="1411"/>
                  </a:lnTo>
                  <a:lnTo>
                    <a:pt x="765" y="1411"/>
                  </a:lnTo>
                  <a:lnTo>
                    <a:pt x="765" y="1411"/>
                  </a:lnTo>
                  <a:lnTo>
                    <a:pt x="765" y="1413"/>
                  </a:lnTo>
                  <a:lnTo>
                    <a:pt x="765" y="1413"/>
                  </a:lnTo>
                  <a:lnTo>
                    <a:pt x="765" y="1413"/>
                  </a:lnTo>
                  <a:lnTo>
                    <a:pt x="765" y="1416"/>
                  </a:lnTo>
                  <a:lnTo>
                    <a:pt x="765" y="1416"/>
                  </a:lnTo>
                  <a:lnTo>
                    <a:pt x="767" y="1418"/>
                  </a:lnTo>
                  <a:lnTo>
                    <a:pt x="770" y="1418"/>
                  </a:lnTo>
                  <a:lnTo>
                    <a:pt x="770" y="1420"/>
                  </a:lnTo>
                  <a:lnTo>
                    <a:pt x="770" y="1418"/>
                  </a:lnTo>
                  <a:lnTo>
                    <a:pt x="770" y="1418"/>
                  </a:lnTo>
                  <a:lnTo>
                    <a:pt x="770" y="1416"/>
                  </a:lnTo>
                  <a:lnTo>
                    <a:pt x="770" y="1413"/>
                  </a:lnTo>
                  <a:lnTo>
                    <a:pt x="770" y="1411"/>
                  </a:lnTo>
                  <a:lnTo>
                    <a:pt x="772" y="1408"/>
                  </a:lnTo>
                  <a:lnTo>
                    <a:pt x="772" y="1408"/>
                  </a:lnTo>
                  <a:lnTo>
                    <a:pt x="772" y="1408"/>
                  </a:lnTo>
                  <a:lnTo>
                    <a:pt x="772" y="1411"/>
                  </a:lnTo>
                  <a:lnTo>
                    <a:pt x="774" y="1411"/>
                  </a:lnTo>
                  <a:lnTo>
                    <a:pt x="777" y="1406"/>
                  </a:lnTo>
                  <a:lnTo>
                    <a:pt x="777" y="1406"/>
                  </a:lnTo>
                  <a:lnTo>
                    <a:pt x="777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81" y="1406"/>
                  </a:lnTo>
                  <a:lnTo>
                    <a:pt x="781" y="1406"/>
                  </a:lnTo>
                  <a:lnTo>
                    <a:pt x="781" y="1406"/>
                  </a:lnTo>
                  <a:lnTo>
                    <a:pt x="781" y="1406"/>
                  </a:lnTo>
                  <a:lnTo>
                    <a:pt x="781" y="1404"/>
                  </a:lnTo>
                  <a:lnTo>
                    <a:pt x="781" y="1404"/>
                  </a:lnTo>
                  <a:lnTo>
                    <a:pt x="781" y="1401"/>
                  </a:lnTo>
                  <a:lnTo>
                    <a:pt x="784" y="1401"/>
                  </a:lnTo>
                  <a:lnTo>
                    <a:pt x="784" y="1404"/>
                  </a:lnTo>
                  <a:lnTo>
                    <a:pt x="784" y="1404"/>
                  </a:lnTo>
                  <a:lnTo>
                    <a:pt x="786" y="1406"/>
                  </a:lnTo>
                  <a:lnTo>
                    <a:pt x="791" y="1408"/>
                  </a:lnTo>
                  <a:lnTo>
                    <a:pt x="791" y="1411"/>
                  </a:lnTo>
                  <a:lnTo>
                    <a:pt x="793" y="1413"/>
                  </a:lnTo>
                  <a:lnTo>
                    <a:pt x="793" y="1416"/>
                  </a:lnTo>
                  <a:lnTo>
                    <a:pt x="796" y="1416"/>
                  </a:lnTo>
                  <a:lnTo>
                    <a:pt x="796" y="1413"/>
                  </a:lnTo>
                  <a:lnTo>
                    <a:pt x="798" y="1411"/>
                  </a:lnTo>
                  <a:lnTo>
                    <a:pt x="798" y="1411"/>
                  </a:lnTo>
                  <a:lnTo>
                    <a:pt x="798" y="1411"/>
                  </a:lnTo>
                  <a:lnTo>
                    <a:pt x="798" y="1413"/>
                  </a:lnTo>
                  <a:lnTo>
                    <a:pt x="798" y="1413"/>
                  </a:lnTo>
                  <a:lnTo>
                    <a:pt x="800" y="1416"/>
                  </a:lnTo>
                  <a:lnTo>
                    <a:pt x="800" y="1416"/>
                  </a:lnTo>
                  <a:lnTo>
                    <a:pt x="800" y="1416"/>
                  </a:lnTo>
                  <a:lnTo>
                    <a:pt x="800" y="1416"/>
                  </a:lnTo>
                  <a:lnTo>
                    <a:pt x="800" y="1418"/>
                  </a:lnTo>
                  <a:lnTo>
                    <a:pt x="803" y="1420"/>
                  </a:lnTo>
                  <a:lnTo>
                    <a:pt x="803" y="1423"/>
                  </a:lnTo>
                  <a:lnTo>
                    <a:pt x="803" y="1423"/>
                  </a:lnTo>
                  <a:lnTo>
                    <a:pt x="800" y="1427"/>
                  </a:lnTo>
                  <a:lnTo>
                    <a:pt x="800" y="1430"/>
                  </a:lnTo>
                  <a:lnTo>
                    <a:pt x="800" y="1430"/>
                  </a:lnTo>
                  <a:lnTo>
                    <a:pt x="803" y="1427"/>
                  </a:lnTo>
                  <a:lnTo>
                    <a:pt x="803" y="1430"/>
                  </a:lnTo>
                  <a:lnTo>
                    <a:pt x="805" y="1430"/>
                  </a:lnTo>
                  <a:lnTo>
                    <a:pt x="805" y="1430"/>
                  </a:lnTo>
                  <a:lnTo>
                    <a:pt x="805" y="1432"/>
                  </a:lnTo>
                  <a:lnTo>
                    <a:pt x="803" y="1432"/>
                  </a:lnTo>
                  <a:lnTo>
                    <a:pt x="800" y="1432"/>
                  </a:lnTo>
                  <a:lnTo>
                    <a:pt x="800" y="1434"/>
                  </a:lnTo>
                  <a:lnTo>
                    <a:pt x="800" y="1437"/>
                  </a:lnTo>
                  <a:lnTo>
                    <a:pt x="800" y="1437"/>
                  </a:lnTo>
                  <a:lnTo>
                    <a:pt x="798" y="1434"/>
                  </a:lnTo>
                  <a:lnTo>
                    <a:pt x="798" y="1432"/>
                  </a:lnTo>
                  <a:lnTo>
                    <a:pt x="798" y="1434"/>
                  </a:lnTo>
                  <a:lnTo>
                    <a:pt x="796" y="1434"/>
                  </a:lnTo>
                  <a:lnTo>
                    <a:pt x="796" y="1437"/>
                  </a:lnTo>
                  <a:lnTo>
                    <a:pt x="793" y="1437"/>
                  </a:lnTo>
                  <a:lnTo>
                    <a:pt x="793" y="1439"/>
                  </a:lnTo>
                  <a:lnTo>
                    <a:pt x="791" y="1439"/>
                  </a:lnTo>
                  <a:lnTo>
                    <a:pt x="788" y="1439"/>
                  </a:lnTo>
                  <a:lnTo>
                    <a:pt x="786" y="1439"/>
                  </a:lnTo>
                  <a:lnTo>
                    <a:pt x="786" y="1437"/>
                  </a:lnTo>
                  <a:lnTo>
                    <a:pt x="786" y="1437"/>
                  </a:lnTo>
                  <a:lnTo>
                    <a:pt x="784" y="1434"/>
                  </a:lnTo>
                  <a:lnTo>
                    <a:pt x="784" y="1434"/>
                  </a:lnTo>
                  <a:lnTo>
                    <a:pt x="781" y="1434"/>
                  </a:lnTo>
                  <a:lnTo>
                    <a:pt x="781" y="1434"/>
                  </a:lnTo>
                  <a:lnTo>
                    <a:pt x="781" y="1434"/>
                  </a:lnTo>
                  <a:lnTo>
                    <a:pt x="781" y="1434"/>
                  </a:lnTo>
                  <a:lnTo>
                    <a:pt x="779" y="1432"/>
                  </a:lnTo>
                  <a:lnTo>
                    <a:pt x="779" y="1432"/>
                  </a:lnTo>
                  <a:lnTo>
                    <a:pt x="777" y="1432"/>
                  </a:lnTo>
                  <a:lnTo>
                    <a:pt x="774" y="1432"/>
                  </a:lnTo>
                  <a:lnTo>
                    <a:pt x="774" y="1430"/>
                  </a:lnTo>
                  <a:lnTo>
                    <a:pt x="772" y="1427"/>
                  </a:lnTo>
                  <a:lnTo>
                    <a:pt x="772" y="1427"/>
                  </a:lnTo>
                  <a:lnTo>
                    <a:pt x="772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65" y="1418"/>
                  </a:lnTo>
                  <a:lnTo>
                    <a:pt x="765" y="1418"/>
                  </a:lnTo>
                  <a:lnTo>
                    <a:pt x="765" y="1416"/>
                  </a:lnTo>
                  <a:lnTo>
                    <a:pt x="765" y="1416"/>
                  </a:lnTo>
                  <a:lnTo>
                    <a:pt x="765" y="1416"/>
                  </a:lnTo>
                  <a:lnTo>
                    <a:pt x="762" y="1413"/>
                  </a:lnTo>
                  <a:lnTo>
                    <a:pt x="762" y="1413"/>
                  </a:lnTo>
                  <a:lnTo>
                    <a:pt x="762" y="1411"/>
                  </a:lnTo>
                  <a:lnTo>
                    <a:pt x="760" y="1408"/>
                  </a:lnTo>
                  <a:lnTo>
                    <a:pt x="760" y="1408"/>
                  </a:lnTo>
                  <a:lnTo>
                    <a:pt x="753" y="1401"/>
                  </a:lnTo>
                  <a:lnTo>
                    <a:pt x="753" y="1399"/>
                  </a:lnTo>
                  <a:lnTo>
                    <a:pt x="753" y="1399"/>
                  </a:lnTo>
                  <a:lnTo>
                    <a:pt x="753" y="1397"/>
                  </a:lnTo>
                  <a:lnTo>
                    <a:pt x="751" y="1397"/>
                  </a:lnTo>
                  <a:lnTo>
                    <a:pt x="751" y="1397"/>
                  </a:lnTo>
                  <a:lnTo>
                    <a:pt x="751" y="1397"/>
                  </a:lnTo>
                  <a:lnTo>
                    <a:pt x="751" y="1399"/>
                  </a:lnTo>
                  <a:lnTo>
                    <a:pt x="748" y="1399"/>
                  </a:lnTo>
                  <a:lnTo>
                    <a:pt x="746" y="1399"/>
                  </a:lnTo>
                  <a:lnTo>
                    <a:pt x="746" y="1399"/>
                  </a:lnTo>
                  <a:lnTo>
                    <a:pt x="746" y="1399"/>
                  </a:lnTo>
                  <a:lnTo>
                    <a:pt x="746" y="1401"/>
                  </a:lnTo>
                  <a:lnTo>
                    <a:pt x="746" y="1401"/>
                  </a:lnTo>
                  <a:lnTo>
                    <a:pt x="746" y="1408"/>
                  </a:lnTo>
                  <a:lnTo>
                    <a:pt x="746" y="1411"/>
                  </a:lnTo>
                  <a:lnTo>
                    <a:pt x="748" y="1413"/>
                  </a:lnTo>
                  <a:lnTo>
                    <a:pt x="751" y="1413"/>
                  </a:lnTo>
                  <a:lnTo>
                    <a:pt x="753" y="1416"/>
                  </a:lnTo>
                  <a:lnTo>
                    <a:pt x="753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8"/>
                  </a:lnTo>
                  <a:lnTo>
                    <a:pt x="758" y="1418"/>
                  </a:lnTo>
                  <a:lnTo>
                    <a:pt x="758" y="1418"/>
                  </a:lnTo>
                  <a:lnTo>
                    <a:pt x="758" y="1420"/>
                  </a:lnTo>
                  <a:lnTo>
                    <a:pt x="760" y="1420"/>
                  </a:lnTo>
                  <a:lnTo>
                    <a:pt x="760" y="1423"/>
                  </a:lnTo>
                  <a:lnTo>
                    <a:pt x="760" y="1423"/>
                  </a:lnTo>
                  <a:lnTo>
                    <a:pt x="758" y="1423"/>
                  </a:lnTo>
                  <a:lnTo>
                    <a:pt x="758" y="1423"/>
                  </a:lnTo>
                  <a:lnTo>
                    <a:pt x="758" y="1423"/>
                  </a:lnTo>
                  <a:lnTo>
                    <a:pt x="751" y="1425"/>
                  </a:lnTo>
                  <a:lnTo>
                    <a:pt x="751" y="1425"/>
                  </a:lnTo>
                  <a:lnTo>
                    <a:pt x="751" y="1423"/>
                  </a:lnTo>
                  <a:lnTo>
                    <a:pt x="751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6" y="1427"/>
                  </a:lnTo>
                  <a:lnTo>
                    <a:pt x="746" y="1427"/>
                  </a:lnTo>
                  <a:lnTo>
                    <a:pt x="741" y="1427"/>
                  </a:lnTo>
                  <a:lnTo>
                    <a:pt x="741" y="1427"/>
                  </a:lnTo>
                  <a:lnTo>
                    <a:pt x="741" y="1427"/>
                  </a:lnTo>
                  <a:lnTo>
                    <a:pt x="741" y="1427"/>
                  </a:lnTo>
                  <a:lnTo>
                    <a:pt x="741" y="1430"/>
                  </a:lnTo>
                  <a:lnTo>
                    <a:pt x="739" y="1432"/>
                  </a:lnTo>
                  <a:lnTo>
                    <a:pt x="739" y="1432"/>
                  </a:lnTo>
                  <a:lnTo>
                    <a:pt x="739" y="1430"/>
                  </a:lnTo>
                  <a:lnTo>
                    <a:pt x="736" y="1430"/>
                  </a:lnTo>
                  <a:lnTo>
                    <a:pt x="736" y="1430"/>
                  </a:lnTo>
                  <a:lnTo>
                    <a:pt x="734" y="1430"/>
                  </a:lnTo>
                  <a:lnTo>
                    <a:pt x="734" y="1430"/>
                  </a:lnTo>
                  <a:lnTo>
                    <a:pt x="732" y="1430"/>
                  </a:lnTo>
                  <a:lnTo>
                    <a:pt x="732" y="1430"/>
                  </a:lnTo>
                  <a:lnTo>
                    <a:pt x="732" y="1430"/>
                  </a:lnTo>
                  <a:lnTo>
                    <a:pt x="732" y="1430"/>
                  </a:lnTo>
                  <a:lnTo>
                    <a:pt x="729" y="1430"/>
                  </a:lnTo>
                  <a:lnTo>
                    <a:pt x="729" y="1430"/>
                  </a:lnTo>
                  <a:lnTo>
                    <a:pt x="729" y="1430"/>
                  </a:lnTo>
                  <a:lnTo>
                    <a:pt x="729" y="1430"/>
                  </a:lnTo>
                  <a:lnTo>
                    <a:pt x="727" y="1427"/>
                  </a:lnTo>
                  <a:lnTo>
                    <a:pt x="727" y="1427"/>
                  </a:lnTo>
                  <a:lnTo>
                    <a:pt x="725" y="1425"/>
                  </a:lnTo>
                  <a:lnTo>
                    <a:pt x="725" y="1425"/>
                  </a:lnTo>
                  <a:lnTo>
                    <a:pt x="725" y="1425"/>
                  </a:lnTo>
                  <a:lnTo>
                    <a:pt x="722" y="1425"/>
                  </a:lnTo>
                  <a:lnTo>
                    <a:pt x="722" y="1423"/>
                  </a:lnTo>
                  <a:lnTo>
                    <a:pt x="722" y="1423"/>
                  </a:lnTo>
                  <a:lnTo>
                    <a:pt x="722" y="1423"/>
                  </a:lnTo>
                  <a:lnTo>
                    <a:pt x="722" y="1425"/>
                  </a:lnTo>
                  <a:lnTo>
                    <a:pt x="720" y="1425"/>
                  </a:lnTo>
                  <a:lnTo>
                    <a:pt x="720" y="1425"/>
                  </a:lnTo>
                  <a:lnTo>
                    <a:pt x="720" y="1425"/>
                  </a:lnTo>
                  <a:lnTo>
                    <a:pt x="720" y="1425"/>
                  </a:lnTo>
                  <a:lnTo>
                    <a:pt x="720" y="1423"/>
                  </a:lnTo>
                  <a:lnTo>
                    <a:pt x="720" y="1423"/>
                  </a:lnTo>
                  <a:lnTo>
                    <a:pt x="720" y="1423"/>
                  </a:lnTo>
                  <a:lnTo>
                    <a:pt x="717" y="1423"/>
                  </a:lnTo>
                  <a:lnTo>
                    <a:pt x="717" y="1423"/>
                  </a:lnTo>
                  <a:lnTo>
                    <a:pt x="715" y="1423"/>
                  </a:lnTo>
                  <a:lnTo>
                    <a:pt x="715" y="1423"/>
                  </a:lnTo>
                  <a:lnTo>
                    <a:pt x="715" y="1423"/>
                  </a:lnTo>
                  <a:lnTo>
                    <a:pt x="715" y="1423"/>
                  </a:lnTo>
                  <a:lnTo>
                    <a:pt x="713" y="1423"/>
                  </a:lnTo>
                  <a:lnTo>
                    <a:pt x="710" y="1420"/>
                  </a:lnTo>
                  <a:lnTo>
                    <a:pt x="710" y="1420"/>
                  </a:lnTo>
                  <a:lnTo>
                    <a:pt x="710" y="1423"/>
                  </a:lnTo>
                  <a:lnTo>
                    <a:pt x="708" y="1423"/>
                  </a:lnTo>
                  <a:lnTo>
                    <a:pt x="706" y="1423"/>
                  </a:lnTo>
                  <a:lnTo>
                    <a:pt x="706" y="1420"/>
                  </a:lnTo>
                  <a:lnTo>
                    <a:pt x="706" y="1420"/>
                  </a:lnTo>
                  <a:lnTo>
                    <a:pt x="706" y="1420"/>
                  </a:lnTo>
                  <a:lnTo>
                    <a:pt x="703" y="1423"/>
                  </a:lnTo>
                  <a:lnTo>
                    <a:pt x="703" y="1423"/>
                  </a:lnTo>
                  <a:lnTo>
                    <a:pt x="703" y="1423"/>
                  </a:lnTo>
                  <a:lnTo>
                    <a:pt x="701" y="1420"/>
                  </a:lnTo>
                  <a:lnTo>
                    <a:pt x="701" y="1420"/>
                  </a:lnTo>
                  <a:lnTo>
                    <a:pt x="699" y="1423"/>
                  </a:lnTo>
                  <a:lnTo>
                    <a:pt x="699" y="1420"/>
                  </a:lnTo>
                  <a:lnTo>
                    <a:pt x="696" y="1420"/>
                  </a:lnTo>
                  <a:lnTo>
                    <a:pt x="696" y="1418"/>
                  </a:lnTo>
                  <a:lnTo>
                    <a:pt x="689" y="1418"/>
                  </a:lnTo>
                  <a:lnTo>
                    <a:pt x="687" y="1420"/>
                  </a:lnTo>
                  <a:lnTo>
                    <a:pt x="684" y="1423"/>
                  </a:lnTo>
                  <a:lnTo>
                    <a:pt x="682" y="1423"/>
                  </a:lnTo>
                  <a:lnTo>
                    <a:pt x="682" y="1423"/>
                  </a:lnTo>
                  <a:lnTo>
                    <a:pt x="682" y="1423"/>
                  </a:lnTo>
                  <a:lnTo>
                    <a:pt x="682" y="1420"/>
                  </a:lnTo>
                  <a:lnTo>
                    <a:pt x="682" y="1420"/>
                  </a:lnTo>
                  <a:lnTo>
                    <a:pt x="682" y="1418"/>
                  </a:lnTo>
                  <a:lnTo>
                    <a:pt x="682" y="1418"/>
                  </a:lnTo>
                  <a:lnTo>
                    <a:pt x="680" y="1420"/>
                  </a:lnTo>
                  <a:lnTo>
                    <a:pt x="680" y="1420"/>
                  </a:lnTo>
                  <a:lnTo>
                    <a:pt x="677" y="1418"/>
                  </a:lnTo>
                  <a:lnTo>
                    <a:pt x="677" y="1418"/>
                  </a:lnTo>
                  <a:lnTo>
                    <a:pt x="677" y="1418"/>
                  </a:lnTo>
                  <a:lnTo>
                    <a:pt x="677" y="1420"/>
                  </a:lnTo>
                  <a:lnTo>
                    <a:pt x="677" y="1420"/>
                  </a:lnTo>
                  <a:lnTo>
                    <a:pt x="677" y="1420"/>
                  </a:lnTo>
                  <a:lnTo>
                    <a:pt x="675" y="1420"/>
                  </a:lnTo>
                  <a:lnTo>
                    <a:pt x="675" y="1423"/>
                  </a:lnTo>
                  <a:lnTo>
                    <a:pt x="673" y="1423"/>
                  </a:lnTo>
                  <a:lnTo>
                    <a:pt x="673" y="1423"/>
                  </a:lnTo>
                  <a:lnTo>
                    <a:pt x="673" y="1423"/>
                  </a:lnTo>
                  <a:lnTo>
                    <a:pt x="673" y="1420"/>
                  </a:lnTo>
                  <a:lnTo>
                    <a:pt x="670" y="1420"/>
                  </a:lnTo>
                  <a:lnTo>
                    <a:pt x="670" y="1420"/>
                  </a:lnTo>
                  <a:lnTo>
                    <a:pt x="670" y="1420"/>
                  </a:lnTo>
                  <a:lnTo>
                    <a:pt x="670" y="1423"/>
                  </a:lnTo>
                  <a:lnTo>
                    <a:pt x="670" y="1425"/>
                  </a:lnTo>
                  <a:lnTo>
                    <a:pt x="670" y="1425"/>
                  </a:lnTo>
                  <a:lnTo>
                    <a:pt x="670" y="1427"/>
                  </a:lnTo>
                  <a:lnTo>
                    <a:pt x="668" y="1427"/>
                  </a:lnTo>
                  <a:lnTo>
                    <a:pt x="663" y="1427"/>
                  </a:lnTo>
                  <a:lnTo>
                    <a:pt x="663" y="1427"/>
                  </a:lnTo>
                  <a:lnTo>
                    <a:pt x="663" y="1427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7"/>
                  </a:lnTo>
                  <a:lnTo>
                    <a:pt x="661" y="1427"/>
                  </a:lnTo>
                  <a:lnTo>
                    <a:pt x="661" y="1427"/>
                  </a:lnTo>
                  <a:lnTo>
                    <a:pt x="661" y="1425"/>
                  </a:lnTo>
                  <a:lnTo>
                    <a:pt x="658" y="1425"/>
                  </a:lnTo>
                  <a:lnTo>
                    <a:pt x="658" y="1425"/>
                  </a:lnTo>
                  <a:lnTo>
                    <a:pt x="658" y="1427"/>
                  </a:lnTo>
                  <a:lnTo>
                    <a:pt x="658" y="1427"/>
                  </a:lnTo>
                  <a:lnTo>
                    <a:pt x="658" y="1430"/>
                  </a:lnTo>
                  <a:lnTo>
                    <a:pt x="658" y="1430"/>
                  </a:lnTo>
                  <a:lnTo>
                    <a:pt x="656" y="1430"/>
                  </a:lnTo>
                  <a:lnTo>
                    <a:pt x="656" y="1430"/>
                  </a:lnTo>
                  <a:lnTo>
                    <a:pt x="654" y="1430"/>
                  </a:lnTo>
                  <a:lnTo>
                    <a:pt x="654" y="1430"/>
                  </a:lnTo>
                  <a:lnTo>
                    <a:pt x="654" y="1430"/>
                  </a:lnTo>
                  <a:lnTo>
                    <a:pt x="651" y="1427"/>
                  </a:lnTo>
                  <a:lnTo>
                    <a:pt x="651" y="1427"/>
                  </a:lnTo>
                  <a:lnTo>
                    <a:pt x="651" y="1430"/>
                  </a:lnTo>
                  <a:lnTo>
                    <a:pt x="651" y="1430"/>
                  </a:lnTo>
                  <a:lnTo>
                    <a:pt x="654" y="1432"/>
                  </a:lnTo>
                  <a:lnTo>
                    <a:pt x="654" y="1432"/>
                  </a:lnTo>
                  <a:lnTo>
                    <a:pt x="654" y="1432"/>
                  </a:lnTo>
                  <a:lnTo>
                    <a:pt x="651" y="1432"/>
                  </a:lnTo>
                  <a:lnTo>
                    <a:pt x="651" y="1432"/>
                  </a:lnTo>
                  <a:lnTo>
                    <a:pt x="651" y="1432"/>
                  </a:lnTo>
                  <a:lnTo>
                    <a:pt x="651" y="1432"/>
                  </a:lnTo>
                  <a:lnTo>
                    <a:pt x="649" y="1432"/>
                  </a:lnTo>
                  <a:lnTo>
                    <a:pt x="649" y="1432"/>
                  </a:lnTo>
                  <a:lnTo>
                    <a:pt x="646" y="1432"/>
                  </a:lnTo>
                  <a:lnTo>
                    <a:pt x="646" y="1432"/>
                  </a:lnTo>
                  <a:lnTo>
                    <a:pt x="646" y="1432"/>
                  </a:lnTo>
                  <a:lnTo>
                    <a:pt x="644" y="1432"/>
                  </a:lnTo>
                  <a:lnTo>
                    <a:pt x="644" y="1432"/>
                  </a:lnTo>
                  <a:lnTo>
                    <a:pt x="642" y="1432"/>
                  </a:lnTo>
                  <a:lnTo>
                    <a:pt x="642" y="1430"/>
                  </a:lnTo>
                  <a:lnTo>
                    <a:pt x="642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7" y="1427"/>
                  </a:lnTo>
                  <a:lnTo>
                    <a:pt x="637" y="1427"/>
                  </a:lnTo>
                  <a:lnTo>
                    <a:pt x="637" y="1427"/>
                  </a:lnTo>
                  <a:lnTo>
                    <a:pt x="637" y="1427"/>
                  </a:lnTo>
                  <a:lnTo>
                    <a:pt x="635" y="1425"/>
                  </a:lnTo>
                  <a:lnTo>
                    <a:pt x="635" y="1425"/>
                  </a:lnTo>
                  <a:lnTo>
                    <a:pt x="635" y="1423"/>
                  </a:lnTo>
                  <a:lnTo>
                    <a:pt x="635" y="1423"/>
                  </a:lnTo>
                  <a:lnTo>
                    <a:pt x="632" y="1423"/>
                  </a:lnTo>
                  <a:lnTo>
                    <a:pt x="632" y="1423"/>
                  </a:lnTo>
                  <a:lnTo>
                    <a:pt x="632" y="1423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7"/>
                  </a:lnTo>
                  <a:lnTo>
                    <a:pt x="630" y="1427"/>
                  </a:lnTo>
                  <a:lnTo>
                    <a:pt x="630" y="1427"/>
                  </a:lnTo>
                  <a:lnTo>
                    <a:pt x="630" y="1425"/>
                  </a:lnTo>
                  <a:lnTo>
                    <a:pt x="628" y="1425"/>
                  </a:lnTo>
                  <a:lnTo>
                    <a:pt x="628" y="1425"/>
                  </a:lnTo>
                  <a:lnTo>
                    <a:pt x="628" y="1425"/>
                  </a:lnTo>
                  <a:lnTo>
                    <a:pt x="625" y="1427"/>
                  </a:lnTo>
                  <a:lnTo>
                    <a:pt x="625" y="1427"/>
                  </a:lnTo>
                  <a:lnTo>
                    <a:pt x="625" y="1427"/>
                  </a:lnTo>
                  <a:lnTo>
                    <a:pt x="625" y="1430"/>
                  </a:lnTo>
                  <a:lnTo>
                    <a:pt x="625" y="1430"/>
                  </a:lnTo>
                  <a:lnTo>
                    <a:pt x="625" y="1430"/>
                  </a:lnTo>
                  <a:lnTo>
                    <a:pt x="625" y="1432"/>
                  </a:lnTo>
                  <a:lnTo>
                    <a:pt x="625" y="1432"/>
                  </a:lnTo>
                  <a:lnTo>
                    <a:pt x="625" y="1430"/>
                  </a:lnTo>
                  <a:lnTo>
                    <a:pt x="623" y="1427"/>
                  </a:lnTo>
                  <a:lnTo>
                    <a:pt x="623" y="1427"/>
                  </a:lnTo>
                  <a:lnTo>
                    <a:pt x="623" y="1430"/>
                  </a:lnTo>
                  <a:lnTo>
                    <a:pt x="620" y="1425"/>
                  </a:lnTo>
                  <a:lnTo>
                    <a:pt x="616" y="1423"/>
                  </a:lnTo>
                  <a:lnTo>
                    <a:pt x="613" y="1423"/>
                  </a:lnTo>
                  <a:lnTo>
                    <a:pt x="606" y="1420"/>
                  </a:lnTo>
                  <a:lnTo>
                    <a:pt x="604" y="1418"/>
                  </a:lnTo>
                  <a:lnTo>
                    <a:pt x="602" y="1413"/>
                  </a:lnTo>
                  <a:lnTo>
                    <a:pt x="602" y="1413"/>
                  </a:lnTo>
                  <a:lnTo>
                    <a:pt x="602" y="1411"/>
                  </a:lnTo>
                  <a:lnTo>
                    <a:pt x="599" y="1411"/>
                  </a:lnTo>
                  <a:lnTo>
                    <a:pt x="599" y="1408"/>
                  </a:lnTo>
                  <a:lnTo>
                    <a:pt x="597" y="1411"/>
                  </a:lnTo>
                  <a:lnTo>
                    <a:pt x="597" y="1411"/>
                  </a:lnTo>
                  <a:lnTo>
                    <a:pt x="594" y="1408"/>
                  </a:lnTo>
                  <a:lnTo>
                    <a:pt x="594" y="1408"/>
                  </a:lnTo>
                  <a:lnTo>
                    <a:pt x="594" y="1406"/>
                  </a:lnTo>
                  <a:lnTo>
                    <a:pt x="592" y="1406"/>
                  </a:lnTo>
                  <a:lnTo>
                    <a:pt x="592" y="1406"/>
                  </a:lnTo>
                  <a:lnTo>
                    <a:pt x="592" y="1406"/>
                  </a:lnTo>
                  <a:lnTo>
                    <a:pt x="590" y="1406"/>
                  </a:lnTo>
                  <a:lnTo>
                    <a:pt x="590" y="1406"/>
                  </a:lnTo>
                  <a:lnTo>
                    <a:pt x="590" y="1404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399"/>
                  </a:lnTo>
                  <a:lnTo>
                    <a:pt x="587" y="1399"/>
                  </a:lnTo>
                  <a:lnTo>
                    <a:pt x="585" y="1397"/>
                  </a:lnTo>
                  <a:lnTo>
                    <a:pt x="585" y="1397"/>
                  </a:lnTo>
                  <a:lnTo>
                    <a:pt x="587" y="1394"/>
                  </a:lnTo>
                  <a:lnTo>
                    <a:pt x="587" y="1394"/>
                  </a:lnTo>
                  <a:lnTo>
                    <a:pt x="587" y="1394"/>
                  </a:lnTo>
                  <a:lnTo>
                    <a:pt x="587" y="1392"/>
                  </a:lnTo>
                  <a:lnTo>
                    <a:pt x="587" y="1389"/>
                  </a:lnTo>
                  <a:lnTo>
                    <a:pt x="587" y="1389"/>
                  </a:lnTo>
                  <a:lnTo>
                    <a:pt x="585" y="1389"/>
                  </a:lnTo>
                  <a:lnTo>
                    <a:pt x="585" y="1387"/>
                  </a:lnTo>
                  <a:lnTo>
                    <a:pt x="585" y="1387"/>
                  </a:lnTo>
                  <a:lnTo>
                    <a:pt x="580" y="1389"/>
                  </a:lnTo>
                  <a:lnTo>
                    <a:pt x="580" y="1392"/>
                  </a:lnTo>
                  <a:lnTo>
                    <a:pt x="580" y="1392"/>
                  </a:lnTo>
                  <a:lnTo>
                    <a:pt x="580" y="1392"/>
                  </a:lnTo>
                  <a:lnTo>
                    <a:pt x="580" y="1394"/>
                  </a:lnTo>
                  <a:lnTo>
                    <a:pt x="580" y="1394"/>
                  </a:lnTo>
                  <a:lnTo>
                    <a:pt x="580" y="1397"/>
                  </a:lnTo>
                  <a:lnTo>
                    <a:pt x="580" y="1397"/>
                  </a:lnTo>
                  <a:lnTo>
                    <a:pt x="580" y="1397"/>
                  </a:lnTo>
                  <a:lnTo>
                    <a:pt x="580" y="1397"/>
                  </a:lnTo>
                  <a:lnTo>
                    <a:pt x="578" y="1397"/>
                  </a:lnTo>
                  <a:lnTo>
                    <a:pt x="578" y="1397"/>
                  </a:lnTo>
                  <a:lnTo>
                    <a:pt x="576" y="1397"/>
                  </a:lnTo>
                  <a:lnTo>
                    <a:pt x="576" y="1397"/>
                  </a:lnTo>
                  <a:lnTo>
                    <a:pt x="573" y="1397"/>
                  </a:lnTo>
                  <a:lnTo>
                    <a:pt x="573" y="1399"/>
                  </a:lnTo>
                  <a:lnTo>
                    <a:pt x="573" y="1399"/>
                  </a:lnTo>
                  <a:lnTo>
                    <a:pt x="571" y="1399"/>
                  </a:lnTo>
                  <a:lnTo>
                    <a:pt x="571" y="1399"/>
                  </a:lnTo>
                  <a:lnTo>
                    <a:pt x="568" y="1399"/>
                  </a:lnTo>
                  <a:lnTo>
                    <a:pt x="564" y="1397"/>
                  </a:lnTo>
                  <a:lnTo>
                    <a:pt x="559" y="1399"/>
                  </a:lnTo>
                  <a:lnTo>
                    <a:pt x="557" y="1399"/>
                  </a:lnTo>
                  <a:lnTo>
                    <a:pt x="554" y="1397"/>
                  </a:lnTo>
                  <a:lnTo>
                    <a:pt x="554" y="1397"/>
                  </a:lnTo>
                  <a:lnTo>
                    <a:pt x="554" y="1397"/>
                  </a:lnTo>
                  <a:lnTo>
                    <a:pt x="552" y="1397"/>
                  </a:lnTo>
                  <a:lnTo>
                    <a:pt x="552" y="1397"/>
                  </a:lnTo>
                  <a:lnTo>
                    <a:pt x="547" y="1397"/>
                  </a:lnTo>
                  <a:lnTo>
                    <a:pt x="547" y="1397"/>
                  </a:lnTo>
                  <a:lnTo>
                    <a:pt x="547" y="1397"/>
                  </a:lnTo>
                  <a:lnTo>
                    <a:pt x="547" y="1394"/>
                  </a:lnTo>
                  <a:lnTo>
                    <a:pt x="547" y="1394"/>
                  </a:lnTo>
                  <a:lnTo>
                    <a:pt x="547" y="1394"/>
                  </a:lnTo>
                  <a:lnTo>
                    <a:pt x="547" y="1394"/>
                  </a:lnTo>
                  <a:lnTo>
                    <a:pt x="545" y="1394"/>
                  </a:lnTo>
                  <a:lnTo>
                    <a:pt x="545" y="1392"/>
                  </a:lnTo>
                  <a:lnTo>
                    <a:pt x="545" y="1392"/>
                  </a:lnTo>
                  <a:lnTo>
                    <a:pt x="545" y="1389"/>
                  </a:lnTo>
                  <a:lnTo>
                    <a:pt x="545" y="1387"/>
                  </a:lnTo>
                  <a:lnTo>
                    <a:pt x="542" y="1387"/>
                  </a:lnTo>
                  <a:lnTo>
                    <a:pt x="545" y="1382"/>
                  </a:lnTo>
                  <a:lnTo>
                    <a:pt x="545" y="1380"/>
                  </a:lnTo>
                  <a:lnTo>
                    <a:pt x="545" y="1378"/>
                  </a:lnTo>
                  <a:lnTo>
                    <a:pt x="540" y="1378"/>
                  </a:lnTo>
                  <a:lnTo>
                    <a:pt x="538" y="1378"/>
                  </a:lnTo>
                  <a:lnTo>
                    <a:pt x="538" y="1375"/>
                  </a:lnTo>
                  <a:lnTo>
                    <a:pt x="538" y="1378"/>
                  </a:lnTo>
                  <a:lnTo>
                    <a:pt x="538" y="1378"/>
                  </a:lnTo>
                  <a:lnTo>
                    <a:pt x="535" y="1380"/>
                  </a:lnTo>
                  <a:lnTo>
                    <a:pt x="535" y="1380"/>
                  </a:lnTo>
                  <a:lnTo>
                    <a:pt x="533" y="1378"/>
                  </a:lnTo>
                  <a:lnTo>
                    <a:pt x="533" y="1378"/>
                  </a:lnTo>
                  <a:lnTo>
                    <a:pt x="533" y="1378"/>
                  </a:lnTo>
                  <a:lnTo>
                    <a:pt x="538" y="1375"/>
                  </a:lnTo>
                  <a:lnTo>
                    <a:pt x="538" y="1373"/>
                  </a:lnTo>
                  <a:lnTo>
                    <a:pt x="538" y="1373"/>
                  </a:lnTo>
                  <a:lnTo>
                    <a:pt x="538" y="1371"/>
                  </a:lnTo>
                  <a:lnTo>
                    <a:pt x="538" y="1371"/>
                  </a:lnTo>
                  <a:lnTo>
                    <a:pt x="535" y="1371"/>
                  </a:lnTo>
                  <a:lnTo>
                    <a:pt x="535" y="1368"/>
                  </a:lnTo>
                  <a:lnTo>
                    <a:pt x="535" y="1371"/>
                  </a:lnTo>
                  <a:lnTo>
                    <a:pt x="535" y="1373"/>
                  </a:lnTo>
                  <a:lnTo>
                    <a:pt x="533" y="1373"/>
                  </a:lnTo>
                  <a:lnTo>
                    <a:pt x="533" y="1373"/>
                  </a:lnTo>
                  <a:lnTo>
                    <a:pt x="533" y="1371"/>
                  </a:lnTo>
                  <a:lnTo>
                    <a:pt x="533" y="1371"/>
                  </a:lnTo>
                  <a:lnTo>
                    <a:pt x="533" y="1371"/>
                  </a:lnTo>
                  <a:lnTo>
                    <a:pt x="531" y="1371"/>
                  </a:lnTo>
                  <a:lnTo>
                    <a:pt x="531" y="1373"/>
                  </a:lnTo>
                  <a:lnTo>
                    <a:pt x="528" y="1373"/>
                  </a:lnTo>
                  <a:lnTo>
                    <a:pt x="531" y="1373"/>
                  </a:lnTo>
                  <a:lnTo>
                    <a:pt x="533" y="1375"/>
                  </a:lnTo>
                  <a:lnTo>
                    <a:pt x="531" y="1375"/>
                  </a:lnTo>
                  <a:lnTo>
                    <a:pt x="528" y="1375"/>
                  </a:lnTo>
                  <a:lnTo>
                    <a:pt x="521" y="1368"/>
                  </a:lnTo>
                  <a:lnTo>
                    <a:pt x="521" y="1366"/>
                  </a:lnTo>
                  <a:lnTo>
                    <a:pt x="521" y="1363"/>
                  </a:lnTo>
                  <a:lnTo>
                    <a:pt x="521" y="1363"/>
                  </a:lnTo>
                  <a:lnTo>
                    <a:pt x="521" y="1363"/>
                  </a:lnTo>
                  <a:lnTo>
                    <a:pt x="521" y="1361"/>
                  </a:lnTo>
                  <a:lnTo>
                    <a:pt x="521" y="1361"/>
                  </a:lnTo>
                  <a:lnTo>
                    <a:pt x="514" y="1361"/>
                  </a:lnTo>
                  <a:lnTo>
                    <a:pt x="514" y="1361"/>
                  </a:lnTo>
                  <a:lnTo>
                    <a:pt x="514" y="1361"/>
                  </a:lnTo>
                  <a:lnTo>
                    <a:pt x="514" y="1359"/>
                  </a:lnTo>
                  <a:lnTo>
                    <a:pt x="514" y="1359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9" y="1356"/>
                  </a:lnTo>
                  <a:lnTo>
                    <a:pt x="519" y="1354"/>
                  </a:lnTo>
                  <a:lnTo>
                    <a:pt x="519" y="1354"/>
                  </a:lnTo>
                  <a:lnTo>
                    <a:pt x="519" y="1354"/>
                  </a:lnTo>
                  <a:lnTo>
                    <a:pt x="521" y="1356"/>
                  </a:lnTo>
                  <a:lnTo>
                    <a:pt x="521" y="1356"/>
                  </a:lnTo>
                  <a:lnTo>
                    <a:pt x="521" y="1356"/>
                  </a:lnTo>
                  <a:lnTo>
                    <a:pt x="521" y="1356"/>
                  </a:lnTo>
                  <a:lnTo>
                    <a:pt x="523" y="1356"/>
                  </a:lnTo>
                  <a:lnTo>
                    <a:pt x="523" y="1354"/>
                  </a:lnTo>
                  <a:lnTo>
                    <a:pt x="523" y="1354"/>
                  </a:lnTo>
                  <a:lnTo>
                    <a:pt x="521" y="1354"/>
                  </a:lnTo>
                  <a:lnTo>
                    <a:pt x="521" y="1352"/>
                  </a:lnTo>
                  <a:lnTo>
                    <a:pt x="519" y="1352"/>
                  </a:lnTo>
                  <a:lnTo>
                    <a:pt x="519" y="1345"/>
                  </a:lnTo>
                  <a:lnTo>
                    <a:pt x="519" y="1345"/>
                  </a:lnTo>
                  <a:lnTo>
                    <a:pt x="516" y="1342"/>
                  </a:lnTo>
                  <a:lnTo>
                    <a:pt x="516" y="1340"/>
                  </a:lnTo>
                  <a:lnTo>
                    <a:pt x="516" y="1340"/>
                  </a:lnTo>
                  <a:lnTo>
                    <a:pt x="516" y="1337"/>
                  </a:lnTo>
                  <a:lnTo>
                    <a:pt x="516" y="1337"/>
                  </a:lnTo>
                  <a:lnTo>
                    <a:pt x="519" y="1337"/>
                  </a:lnTo>
                  <a:lnTo>
                    <a:pt x="519" y="1337"/>
                  </a:lnTo>
                  <a:lnTo>
                    <a:pt x="519" y="1337"/>
                  </a:lnTo>
                  <a:lnTo>
                    <a:pt x="519" y="1337"/>
                  </a:lnTo>
                  <a:lnTo>
                    <a:pt x="519" y="1335"/>
                  </a:lnTo>
                  <a:lnTo>
                    <a:pt x="519" y="1333"/>
                  </a:lnTo>
                  <a:lnTo>
                    <a:pt x="519" y="1333"/>
                  </a:lnTo>
                  <a:lnTo>
                    <a:pt x="516" y="1328"/>
                  </a:lnTo>
                  <a:lnTo>
                    <a:pt x="514" y="1323"/>
                  </a:lnTo>
                  <a:lnTo>
                    <a:pt x="512" y="1323"/>
                  </a:lnTo>
                  <a:lnTo>
                    <a:pt x="512" y="1321"/>
                  </a:lnTo>
                  <a:lnTo>
                    <a:pt x="509" y="1318"/>
                  </a:lnTo>
                  <a:lnTo>
                    <a:pt x="509" y="1318"/>
                  </a:lnTo>
                  <a:lnTo>
                    <a:pt x="502" y="1318"/>
                  </a:lnTo>
                  <a:lnTo>
                    <a:pt x="497" y="1314"/>
                  </a:lnTo>
                  <a:lnTo>
                    <a:pt x="495" y="1314"/>
                  </a:lnTo>
                  <a:lnTo>
                    <a:pt x="495" y="1314"/>
                  </a:lnTo>
                  <a:lnTo>
                    <a:pt x="495" y="1316"/>
                  </a:lnTo>
                  <a:lnTo>
                    <a:pt x="495" y="1316"/>
                  </a:lnTo>
                  <a:lnTo>
                    <a:pt x="493" y="1316"/>
                  </a:lnTo>
                  <a:lnTo>
                    <a:pt x="490" y="1318"/>
                  </a:lnTo>
                  <a:lnTo>
                    <a:pt x="488" y="1318"/>
                  </a:lnTo>
                  <a:lnTo>
                    <a:pt x="483" y="1321"/>
                  </a:lnTo>
                  <a:lnTo>
                    <a:pt x="481" y="1323"/>
                  </a:lnTo>
                  <a:lnTo>
                    <a:pt x="478" y="1323"/>
                  </a:lnTo>
                  <a:lnTo>
                    <a:pt x="476" y="1323"/>
                  </a:lnTo>
                  <a:lnTo>
                    <a:pt x="476" y="1323"/>
                  </a:lnTo>
                  <a:lnTo>
                    <a:pt x="474" y="1323"/>
                  </a:lnTo>
                  <a:lnTo>
                    <a:pt x="471" y="1323"/>
                  </a:lnTo>
                  <a:lnTo>
                    <a:pt x="467" y="1328"/>
                  </a:lnTo>
                  <a:lnTo>
                    <a:pt x="464" y="1328"/>
                  </a:lnTo>
                  <a:lnTo>
                    <a:pt x="462" y="1328"/>
                  </a:lnTo>
                  <a:lnTo>
                    <a:pt x="462" y="1328"/>
                  </a:lnTo>
                  <a:lnTo>
                    <a:pt x="457" y="1330"/>
                  </a:lnTo>
                  <a:lnTo>
                    <a:pt x="455" y="1330"/>
                  </a:lnTo>
                  <a:lnTo>
                    <a:pt x="452" y="1333"/>
                  </a:lnTo>
                  <a:lnTo>
                    <a:pt x="448" y="1333"/>
                  </a:lnTo>
                  <a:lnTo>
                    <a:pt x="443" y="1335"/>
                  </a:lnTo>
                  <a:lnTo>
                    <a:pt x="441" y="1333"/>
                  </a:lnTo>
                  <a:lnTo>
                    <a:pt x="424" y="1335"/>
                  </a:lnTo>
                  <a:lnTo>
                    <a:pt x="422" y="1335"/>
                  </a:lnTo>
                  <a:lnTo>
                    <a:pt x="419" y="1340"/>
                  </a:lnTo>
                  <a:lnTo>
                    <a:pt x="412" y="1354"/>
                  </a:lnTo>
                  <a:lnTo>
                    <a:pt x="405" y="1356"/>
                  </a:lnTo>
                  <a:lnTo>
                    <a:pt x="405" y="1356"/>
                  </a:lnTo>
                  <a:lnTo>
                    <a:pt x="405" y="1356"/>
                  </a:lnTo>
                  <a:lnTo>
                    <a:pt x="405" y="1359"/>
                  </a:lnTo>
                  <a:lnTo>
                    <a:pt x="405" y="1359"/>
                  </a:lnTo>
                  <a:lnTo>
                    <a:pt x="405" y="1361"/>
                  </a:lnTo>
                  <a:lnTo>
                    <a:pt x="405" y="1361"/>
                  </a:lnTo>
                  <a:lnTo>
                    <a:pt x="405" y="1361"/>
                  </a:lnTo>
                  <a:lnTo>
                    <a:pt x="403" y="1363"/>
                  </a:lnTo>
                  <a:lnTo>
                    <a:pt x="403" y="1363"/>
                  </a:lnTo>
                  <a:lnTo>
                    <a:pt x="403" y="1363"/>
                  </a:lnTo>
                  <a:lnTo>
                    <a:pt x="403" y="1363"/>
                  </a:lnTo>
                  <a:lnTo>
                    <a:pt x="403" y="1366"/>
                  </a:lnTo>
                  <a:lnTo>
                    <a:pt x="403" y="1366"/>
                  </a:lnTo>
                  <a:lnTo>
                    <a:pt x="405" y="1366"/>
                  </a:lnTo>
                  <a:lnTo>
                    <a:pt x="405" y="1366"/>
                  </a:lnTo>
                  <a:lnTo>
                    <a:pt x="405" y="1366"/>
                  </a:lnTo>
                  <a:lnTo>
                    <a:pt x="405" y="1366"/>
                  </a:lnTo>
                  <a:lnTo>
                    <a:pt x="410" y="1366"/>
                  </a:lnTo>
                  <a:lnTo>
                    <a:pt x="410" y="1366"/>
                  </a:lnTo>
                  <a:lnTo>
                    <a:pt x="410" y="1363"/>
                  </a:lnTo>
                  <a:lnTo>
                    <a:pt x="412" y="1363"/>
                  </a:lnTo>
                  <a:lnTo>
                    <a:pt x="415" y="1361"/>
                  </a:lnTo>
                  <a:lnTo>
                    <a:pt x="415" y="1361"/>
                  </a:lnTo>
                  <a:lnTo>
                    <a:pt x="417" y="1361"/>
                  </a:lnTo>
                  <a:lnTo>
                    <a:pt x="417" y="1363"/>
                  </a:lnTo>
                  <a:lnTo>
                    <a:pt x="417" y="1366"/>
                  </a:lnTo>
                  <a:lnTo>
                    <a:pt x="415" y="1366"/>
                  </a:lnTo>
                  <a:lnTo>
                    <a:pt x="415" y="1368"/>
                  </a:lnTo>
                  <a:lnTo>
                    <a:pt x="415" y="1371"/>
                  </a:lnTo>
                  <a:lnTo>
                    <a:pt x="412" y="1371"/>
                  </a:lnTo>
                  <a:lnTo>
                    <a:pt x="412" y="1373"/>
                  </a:lnTo>
                  <a:lnTo>
                    <a:pt x="415" y="1373"/>
                  </a:lnTo>
                  <a:lnTo>
                    <a:pt x="415" y="1373"/>
                  </a:lnTo>
                  <a:lnTo>
                    <a:pt x="415" y="1373"/>
                  </a:lnTo>
                  <a:lnTo>
                    <a:pt x="415" y="1373"/>
                  </a:lnTo>
                  <a:lnTo>
                    <a:pt x="415" y="1371"/>
                  </a:lnTo>
                  <a:lnTo>
                    <a:pt x="415" y="1371"/>
                  </a:lnTo>
                  <a:lnTo>
                    <a:pt x="415" y="1371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71"/>
                  </a:lnTo>
                  <a:lnTo>
                    <a:pt x="417" y="1371"/>
                  </a:lnTo>
                  <a:lnTo>
                    <a:pt x="417" y="1373"/>
                  </a:lnTo>
                  <a:lnTo>
                    <a:pt x="417" y="1375"/>
                  </a:lnTo>
                  <a:lnTo>
                    <a:pt x="417" y="1378"/>
                  </a:lnTo>
                  <a:lnTo>
                    <a:pt x="415" y="1378"/>
                  </a:lnTo>
                  <a:lnTo>
                    <a:pt x="415" y="1375"/>
                  </a:lnTo>
                  <a:lnTo>
                    <a:pt x="415" y="1375"/>
                  </a:lnTo>
                  <a:lnTo>
                    <a:pt x="417" y="1375"/>
                  </a:lnTo>
                  <a:lnTo>
                    <a:pt x="415" y="1375"/>
                  </a:lnTo>
                  <a:lnTo>
                    <a:pt x="415" y="1373"/>
                  </a:lnTo>
                  <a:lnTo>
                    <a:pt x="415" y="1375"/>
                  </a:lnTo>
                  <a:lnTo>
                    <a:pt x="415" y="1375"/>
                  </a:lnTo>
                  <a:lnTo>
                    <a:pt x="412" y="1375"/>
                  </a:lnTo>
                  <a:lnTo>
                    <a:pt x="412" y="1378"/>
                  </a:lnTo>
                  <a:lnTo>
                    <a:pt x="415" y="1378"/>
                  </a:lnTo>
                  <a:lnTo>
                    <a:pt x="415" y="1380"/>
                  </a:lnTo>
                  <a:lnTo>
                    <a:pt x="419" y="1378"/>
                  </a:lnTo>
                  <a:lnTo>
                    <a:pt x="422" y="1375"/>
                  </a:lnTo>
                  <a:lnTo>
                    <a:pt x="424" y="1375"/>
                  </a:lnTo>
                  <a:lnTo>
                    <a:pt x="429" y="1375"/>
                  </a:lnTo>
                  <a:lnTo>
                    <a:pt x="429" y="1378"/>
                  </a:lnTo>
                  <a:lnTo>
                    <a:pt x="431" y="1378"/>
                  </a:lnTo>
                  <a:lnTo>
                    <a:pt x="431" y="1378"/>
                  </a:lnTo>
                  <a:lnTo>
                    <a:pt x="431" y="1378"/>
                  </a:lnTo>
                  <a:lnTo>
                    <a:pt x="434" y="1375"/>
                  </a:lnTo>
                  <a:lnTo>
                    <a:pt x="434" y="1375"/>
                  </a:lnTo>
                  <a:lnTo>
                    <a:pt x="434" y="1375"/>
                  </a:lnTo>
                  <a:lnTo>
                    <a:pt x="438" y="1375"/>
                  </a:lnTo>
                  <a:lnTo>
                    <a:pt x="441" y="1378"/>
                  </a:lnTo>
                  <a:lnTo>
                    <a:pt x="441" y="1378"/>
                  </a:lnTo>
                  <a:lnTo>
                    <a:pt x="443" y="1375"/>
                  </a:lnTo>
                  <a:lnTo>
                    <a:pt x="441" y="1375"/>
                  </a:lnTo>
                  <a:lnTo>
                    <a:pt x="438" y="1373"/>
                  </a:lnTo>
                  <a:lnTo>
                    <a:pt x="438" y="1373"/>
                  </a:lnTo>
                  <a:lnTo>
                    <a:pt x="438" y="1373"/>
                  </a:lnTo>
                  <a:lnTo>
                    <a:pt x="438" y="1371"/>
                  </a:lnTo>
                  <a:lnTo>
                    <a:pt x="438" y="1371"/>
                  </a:lnTo>
                  <a:lnTo>
                    <a:pt x="436" y="1371"/>
                  </a:lnTo>
                  <a:lnTo>
                    <a:pt x="436" y="1371"/>
                  </a:lnTo>
                  <a:lnTo>
                    <a:pt x="436" y="1371"/>
                  </a:lnTo>
                  <a:lnTo>
                    <a:pt x="436" y="1368"/>
                  </a:lnTo>
                  <a:lnTo>
                    <a:pt x="434" y="1368"/>
                  </a:lnTo>
                  <a:lnTo>
                    <a:pt x="434" y="1368"/>
                  </a:lnTo>
                  <a:lnTo>
                    <a:pt x="434" y="1366"/>
                  </a:lnTo>
                  <a:lnTo>
                    <a:pt x="434" y="1366"/>
                  </a:lnTo>
                  <a:lnTo>
                    <a:pt x="436" y="1363"/>
                  </a:lnTo>
                  <a:lnTo>
                    <a:pt x="436" y="1361"/>
                  </a:lnTo>
                  <a:lnTo>
                    <a:pt x="436" y="1361"/>
                  </a:lnTo>
                  <a:lnTo>
                    <a:pt x="438" y="1361"/>
                  </a:lnTo>
                  <a:lnTo>
                    <a:pt x="438" y="1361"/>
                  </a:lnTo>
                  <a:lnTo>
                    <a:pt x="438" y="1361"/>
                  </a:lnTo>
                  <a:lnTo>
                    <a:pt x="441" y="1361"/>
                  </a:lnTo>
                  <a:lnTo>
                    <a:pt x="441" y="1361"/>
                  </a:lnTo>
                  <a:lnTo>
                    <a:pt x="445" y="1361"/>
                  </a:lnTo>
                  <a:lnTo>
                    <a:pt x="448" y="1361"/>
                  </a:lnTo>
                  <a:lnTo>
                    <a:pt x="448" y="1363"/>
                  </a:lnTo>
                  <a:lnTo>
                    <a:pt x="448" y="1363"/>
                  </a:lnTo>
                  <a:lnTo>
                    <a:pt x="452" y="1363"/>
                  </a:lnTo>
                  <a:lnTo>
                    <a:pt x="452" y="1363"/>
                  </a:lnTo>
                  <a:lnTo>
                    <a:pt x="455" y="1366"/>
                  </a:lnTo>
                  <a:lnTo>
                    <a:pt x="455" y="1368"/>
                  </a:lnTo>
                  <a:lnTo>
                    <a:pt x="455" y="1371"/>
                  </a:lnTo>
                  <a:lnTo>
                    <a:pt x="457" y="1368"/>
                  </a:lnTo>
                  <a:lnTo>
                    <a:pt x="460" y="1371"/>
                  </a:lnTo>
                  <a:lnTo>
                    <a:pt x="460" y="1368"/>
                  </a:lnTo>
                  <a:lnTo>
                    <a:pt x="460" y="1368"/>
                  </a:lnTo>
                  <a:lnTo>
                    <a:pt x="460" y="1366"/>
                  </a:lnTo>
                  <a:lnTo>
                    <a:pt x="460" y="1366"/>
                  </a:lnTo>
                  <a:lnTo>
                    <a:pt x="460" y="1366"/>
                  </a:lnTo>
                  <a:lnTo>
                    <a:pt x="462" y="1366"/>
                  </a:lnTo>
                  <a:lnTo>
                    <a:pt x="462" y="1363"/>
                  </a:lnTo>
                  <a:lnTo>
                    <a:pt x="464" y="1363"/>
                  </a:lnTo>
                  <a:lnTo>
                    <a:pt x="464" y="1361"/>
                  </a:lnTo>
                  <a:lnTo>
                    <a:pt x="464" y="1361"/>
                  </a:lnTo>
                  <a:lnTo>
                    <a:pt x="467" y="1361"/>
                  </a:lnTo>
                  <a:lnTo>
                    <a:pt x="467" y="1361"/>
                  </a:lnTo>
                  <a:lnTo>
                    <a:pt x="469" y="1361"/>
                  </a:lnTo>
                  <a:lnTo>
                    <a:pt x="469" y="1361"/>
                  </a:lnTo>
                  <a:lnTo>
                    <a:pt x="471" y="1361"/>
                  </a:lnTo>
                  <a:lnTo>
                    <a:pt x="471" y="1361"/>
                  </a:lnTo>
                  <a:lnTo>
                    <a:pt x="471" y="1359"/>
                  </a:lnTo>
                  <a:lnTo>
                    <a:pt x="471" y="1359"/>
                  </a:lnTo>
                  <a:lnTo>
                    <a:pt x="471" y="1359"/>
                  </a:lnTo>
                  <a:lnTo>
                    <a:pt x="474" y="1361"/>
                  </a:lnTo>
                  <a:lnTo>
                    <a:pt x="474" y="1363"/>
                  </a:lnTo>
                  <a:lnTo>
                    <a:pt x="474" y="1363"/>
                  </a:lnTo>
                  <a:lnTo>
                    <a:pt x="474" y="1363"/>
                  </a:lnTo>
                  <a:lnTo>
                    <a:pt x="476" y="1363"/>
                  </a:lnTo>
                  <a:lnTo>
                    <a:pt x="476" y="1363"/>
                  </a:lnTo>
                  <a:lnTo>
                    <a:pt x="476" y="1366"/>
                  </a:lnTo>
                  <a:lnTo>
                    <a:pt x="476" y="1366"/>
                  </a:lnTo>
                  <a:lnTo>
                    <a:pt x="476" y="1366"/>
                  </a:lnTo>
                  <a:lnTo>
                    <a:pt x="478" y="1368"/>
                  </a:lnTo>
                  <a:lnTo>
                    <a:pt x="478" y="1368"/>
                  </a:lnTo>
                  <a:lnTo>
                    <a:pt x="478" y="1368"/>
                  </a:lnTo>
                  <a:lnTo>
                    <a:pt x="478" y="1368"/>
                  </a:lnTo>
                  <a:lnTo>
                    <a:pt x="481" y="1368"/>
                  </a:lnTo>
                  <a:lnTo>
                    <a:pt x="481" y="1368"/>
                  </a:lnTo>
                  <a:lnTo>
                    <a:pt x="478" y="1366"/>
                  </a:lnTo>
                  <a:lnTo>
                    <a:pt x="478" y="1366"/>
                  </a:lnTo>
                  <a:lnTo>
                    <a:pt x="478" y="1363"/>
                  </a:lnTo>
                  <a:lnTo>
                    <a:pt x="481" y="1363"/>
                  </a:lnTo>
                  <a:lnTo>
                    <a:pt x="481" y="1361"/>
                  </a:lnTo>
                  <a:lnTo>
                    <a:pt x="483" y="1361"/>
                  </a:lnTo>
                  <a:lnTo>
                    <a:pt x="483" y="1359"/>
                  </a:lnTo>
                  <a:lnTo>
                    <a:pt x="481" y="1359"/>
                  </a:lnTo>
                  <a:lnTo>
                    <a:pt x="478" y="1359"/>
                  </a:lnTo>
                  <a:lnTo>
                    <a:pt x="478" y="1356"/>
                  </a:lnTo>
                  <a:lnTo>
                    <a:pt x="478" y="1356"/>
                  </a:lnTo>
                  <a:lnTo>
                    <a:pt x="478" y="1354"/>
                  </a:lnTo>
                  <a:lnTo>
                    <a:pt x="478" y="1354"/>
                  </a:lnTo>
                  <a:lnTo>
                    <a:pt x="478" y="1354"/>
                  </a:lnTo>
                  <a:lnTo>
                    <a:pt x="481" y="1354"/>
                  </a:lnTo>
                  <a:lnTo>
                    <a:pt x="481" y="1354"/>
                  </a:lnTo>
                  <a:lnTo>
                    <a:pt x="481" y="1354"/>
                  </a:lnTo>
                  <a:lnTo>
                    <a:pt x="481" y="1356"/>
                  </a:lnTo>
                  <a:lnTo>
                    <a:pt x="481" y="1356"/>
                  </a:lnTo>
                  <a:lnTo>
                    <a:pt x="483" y="1354"/>
                  </a:lnTo>
                  <a:lnTo>
                    <a:pt x="483" y="1354"/>
                  </a:lnTo>
                  <a:lnTo>
                    <a:pt x="481" y="1352"/>
                  </a:lnTo>
                  <a:lnTo>
                    <a:pt x="481" y="1352"/>
                  </a:lnTo>
                  <a:lnTo>
                    <a:pt x="481" y="1352"/>
                  </a:lnTo>
                  <a:lnTo>
                    <a:pt x="483" y="1352"/>
                  </a:lnTo>
                  <a:lnTo>
                    <a:pt x="486" y="1349"/>
                  </a:lnTo>
                  <a:lnTo>
                    <a:pt x="481" y="1349"/>
                  </a:lnTo>
                  <a:lnTo>
                    <a:pt x="483" y="1349"/>
                  </a:lnTo>
                  <a:lnTo>
                    <a:pt x="497" y="1345"/>
                  </a:lnTo>
                  <a:lnTo>
                    <a:pt x="497" y="1345"/>
                  </a:lnTo>
                  <a:lnTo>
                    <a:pt x="500" y="1342"/>
                  </a:lnTo>
                  <a:lnTo>
                    <a:pt x="500" y="1342"/>
                  </a:lnTo>
                  <a:lnTo>
                    <a:pt x="502" y="1340"/>
                  </a:lnTo>
                  <a:lnTo>
                    <a:pt x="505" y="1340"/>
                  </a:lnTo>
                  <a:lnTo>
                    <a:pt x="507" y="1342"/>
                  </a:lnTo>
                  <a:lnTo>
                    <a:pt x="507" y="1345"/>
                  </a:lnTo>
                  <a:lnTo>
                    <a:pt x="509" y="1342"/>
                  </a:lnTo>
                  <a:lnTo>
                    <a:pt x="509" y="1342"/>
                  </a:lnTo>
                  <a:lnTo>
                    <a:pt x="509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5"/>
                  </a:lnTo>
                  <a:lnTo>
                    <a:pt x="512" y="1345"/>
                  </a:lnTo>
                  <a:lnTo>
                    <a:pt x="509" y="1345"/>
                  </a:lnTo>
                  <a:lnTo>
                    <a:pt x="509" y="1347"/>
                  </a:lnTo>
                  <a:lnTo>
                    <a:pt x="509" y="1347"/>
                  </a:lnTo>
                  <a:lnTo>
                    <a:pt x="507" y="1349"/>
                  </a:lnTo>
                  <a:lnTo>
                    <a:pt x="507" y="1352"/>
                  </a:lnTo>
                  <a:lnTo>
                    <a:pt x="507" y="1352"/>
                  </a:lnTo>
                  <a:lnTo>
                    <a:pt x="509" y="1352"/>
                  </a:lnTo>
                  <a:lnTo>
                    <a:pt x="509" y="1352"/>
                  </a:lnTo>
                  <a:lnTo>
                    <a:pt x="509" y="1354"/>
                  </a:lnTo>
                  <a:lnTo>
                    <a:pt x="509" y="1354"/>
                  </a:lnTo>
                  <a:lnTo>
                    <a:pt x="509" y="1356"/>
                  </a:lnTo>
                  <a:lnTo>
                    <a:pt x="509" y="1356"/>
                  </a:lnTo>
                  <a:lnTo>
                    <a:pt x="509" y="1359"/>
                  </a:lnTo>
                  <a:lnTo>
                    <a:pt x="509" y="1361"/>
                  </a:lnTo>
                  <a:lnTo>
                    <a:pt x="507" y="1361"/>
                  </a:lnTo>
                  <a:lnTo>
                    <a:pt x="507" y="1361"/>
                  </a:lnTo>
                  <a:lnTo>
                    <a:pt x="507" y="1359"/>
                  </a:lnTo>
                  <a:lnTo>
                    <a:pt x="505" y="1359"/>
                  </a:lnTo>
                  <a:lnTo>
                    <a:pt x="505" y="1356"/>
                  </a:lnTo>
                  <a:lnTo>
                    <a:pt x="505" y="1356"/>
                  </a:lnTo>
                  <a:lnTo>
                    <a:pt x="505" y="1359"/>
                  </a:lnTo>
                  <a:lnTo>
                    <a:pt x="505" y="1359"/>
                  </a:lnTo>
                  <a:lnTo>
                    <a:pt x="505" y="1359"/>
                  </a:lnTo>
                  <a:lnTo>
                    <a:pt x="502" y="1361"/>
                  </a:lnTo>
                  <a:lnTo>
                    <a:pt x="502" y="1361"/>
                  </a:lnTo>
                  <a:lnTo>
                    <a:pt x="500" y="1359"/>
                  </a:lnTo>
                  <a:lnTo>
                    <a:pt x="500" y="1359"/>
                  </a:lnTo>
                  <a:lnTo>
                    <a:pt x="500" y="1359"/>
                  </a:lnTo>
                  <a:lnTo>
                    <a:pt x="500" y="1361"/>
                  </a:lnTo>
                  <a:lnTo>
                    <a:pt x="500" y="1361"/>
                  </a:lnTo>
                  <a:lnTo>
                    <a:pt x="500" y="1361"/>
                  </a:lnTo>
                  <a:lnTo>
                    <a:pt x="497" y="1361"/>
                  </a:lnTo>
                  <a:lnTo>
                    <a:pt x="497" y="1361"/>
                  </a:lnTo>
                  <a:lnTo>
                    <a:pt x="497" y="1361"/>
                  </a:lnTo>
                  <a:lnTo>
                    <a:pt x="497" y="1361"/>
                  </a:lnTo>
                  <a:lnTo>
                    <a:pt x="495" y="1361"/>
                  </a:lnTo>
                  <a:lnTo>
                    <a:pt x="495" y="1363"/>
                  </a:lnTo>
                  <a:lnTo>
                    <a:pt x="493" y="1363"/>
                  </a:lnTo>
                  <a:lnTo>
                    <a:pt x="493" y="1363"/>
                  </a:lnTo>
                  <a:lnTo>
                    <a:pt x="493" y="1363"/>
                  </a:lnTo>
                  <a:lnTo>
                    <a:pt x="493" y="1361"/>
                  </a:lnTo>
                  <a:lnTo>
                    <a:pt x="493" y="1361"/>
                  </a:lnTo>
                  <a:lnTo>
                    <a:pt x="490" y="1361"/>
                  </a:lnTo>
                  <a:lnTo>
                    <a:pt x="490" y="1361"/>
                  </a:lnTo>
                  <a:lnTo>
                    <a:pt x="488" y="1363"/>
                  </a:lnTo>
                  <a:lnTo>
                    <a:pt x="486" y="1366"/>
                  </a:lnTo>
                  <a:lnTo>
                    <a:pt x="483" y="1363"/>
                  </a:lnTo>
                  <a:lnTo>
                    <a:pt x="483" y="1363"/>
                  </a:lnTo>
                  <a:lnTo>
                    <a:pt x="483" y="1366"/>
                  </a:lnTo>
                  <a:lnTo>
                    <a:pt x="483" y="1368"/>
                  </a:lnTo>
                  <a:lnTo>
                    <a:pt x="483" y="1368"/>
                  </a:lnTo>
                  <a:lnTo>
                    <a:pt x="483" y="1371"/>
                  </a:lnTo>
                  <a:lnTo>
                    <a:pt x="483" y="1371"/>
                  </a:lnTo>
                  <a:lnTo>
                    <a:pt x="481" y="1373"/>
                  </a:lnTo>
                  <a:lnTo>
                    <a:pt x="481" y="1373"/>
                  </a:lnTo>
                  <a:lnTo>
                    <a:pt x="481" y="1375"/>
                  </a:lnTo>
                  <a:lnTo>
                    <a:pt x="486" y="1380"/>
                  </a:lnTo>
                  <a:lnTo>
                    <a:pt x="486" y="1380"/>
                  </a:lnTo>
                  <a:lnTo>
                    <a:pt x="483" y="1380"/>
                  </a:lnTo>
                  <a:lnTo>
                    <a:pt x="483" y="1380"/>
                  </a:lnTo>
                  <a:lnTo>
                    <a:pt x="483" y="1380"/>
                  </a:lnTo>
                  <a:lnTo>
                    <a:pt x="481" y="1382"/>
                  </a:lnTo>
                  <a:lnTo>
                    <a:pt x="481" y="1382"/>
                  </a:lnTo>
                  <a:lnTo>
                    <a:pt x="481" y="1380"/>
                  </a:lnTo>
                  <a:lnTo>
                    <a:pt x="481" y="1378"/>
                  </a:lnTo>
                  <a:lnTo>
                    <a:pt x="481" y="1378"/>
                  </a:lnTo>
                  <a:lnTo>
                    <a:pt x="476" y="1373"/>
                  </a:lnTo>
                  <a:lnTo>
                    <a:pt x="476" y="1373"/>
                  </a:lnTo>
                  <a:lnTo>
                    <a:pt x="476" y="1373"/>
                  </a:lnTo>
                  <a:lnTo>
                    <a:pt x="476" y="1375"/>
                  </a:lnTo>
                  <a:lnTo>
                    <a:pt x="476" y="1378"/>
                  </a:lnTo>
                  <a:lnTo>
                    <a:pt x="474" y="1380"/>
                  </a:lnTo>
                  <a:lnTo>
                    <a:pt x="474" y="1380"/>
                  </a:lnTo>
                  <a:lnTo>
                    <a:pt x="474" y="1378"/>
                  </a:lnTo>
                  <a:lnTo>
                    <a:pt x="474" y="1378"/>
                  </a:lnTo>
                  <a:lnTo>
                    <a:pt x="474" y="1375"/>
                  </a:lnTo>
                  <a:lnTo>
                    <a:pt x="474" y="1375"/>
                  </a:lnTo>
                  <a:lnTo>
                    <a:pt x="471" y="1375"/>
                  </a:lnTo>
                  <a:lnTo>
                    <a:pt x="471" y="1375"/>
                  </a:lnTo>
                  <a:lnTo>
                    <a:pt x="469" y="1375"/>
                  </a:lnTo>
                  <a:lnTo>
                    <a:pt x="469" y="1378"/>
                  </a:lnTo>
                  <a:lnTo>
                    <a:pt x="471" y="1380"/>
                  </a:lnTo>
                  <a:lnTo>
                    <a:pt x="471" y="1382"/>
                  </a:lnTo>
                  <a:lnTo>
                    <a:pt x="471" y="1385"/>
                  </a:lnTo>
                  <a:lnTo>
                    <a:pt x="471" y="1385"/>
                  </a:lnTo>
                  <a:lnTo>
                    <a:pt x="467" y="1382"/>
                  </a:lnTo>
                  <a:lnTo>
                    <a:pt x="464" y="1382"/>
                  </a:lnTo>
                  <a:lnTo>
                    <a:pt x="462" y="1385"/>
                  </a:lnTo>
                  <a:lnTo>
                    <a:pt x="464" y="1385"/>
                  </a:lnTo>
                  <a:lnTo>
                    <a:pt x="462" y="1385"/>
                  </a:lnTo>
                  <a:lnTo>
                    <a:pt x="462" y="1385"/>
                  </a:lnTo>
                  <a:lnTo>
                    <a:pt x="457" y="1385"/>
                  </a:lnTo>
                  <a:lnTo>
                    <a:pt x="457" y="1385"/>
                  </a:lnTo>
                  <a:lnTo>
                    <a:pt x="457" y="1385"/>
                  </a:lnTo>
                  <a:lnTo>
                    <a:pt x="460" y="1382"/>
                  </a:lnTo>
                  <a:lnTo>
                    <a:pt x="457" y="1382"/>
                  </a:lnTo>
                  <a:lnTo>
                    <a:pt x="455" y="1382"/>
                  </a:lnTo>
                  <a:lnTo>
                    <a:pt x="452" y="1387"/>
                  </a:lnTo>
                  <a:lnTo>
                    <a:pt x="448" y="1389"/>
                  </a:lnTo>
                  <a:lnTo>
                    <a:pt x="448" y="1389"/>
                  </a:lnTo>
                  <a:lnTo>
                    <a:pt x="445" y="1387"/>
                  </a:lnTo>
                  <a:lnTo>
                    <a:pt x="441" y="1385"/>
                  </a:lnTo>
                  <a:lnTo>
                    <a:pt x="441" y="1387"/>
                  </a:lnTo>
                  <a:lnTo>
                    <a:pt x="438" y="1387"/>
                  </a:lnTo>
                  <a:lnTo>
                    <a:pt x="438" y="1387"/>
                  </a:lnTo>
                  <a:lnTo>
                    <a:pt x="438" y="1387"/>
                  </a:lnTo>
                  <a:lnTo>
                    <a:pt x="436" y="1389"/>
                  </a:lnTo>
                  <a:lnTo>
                    <a:pt x="436" y="1389"/>
                  </a:lnTo>
                  <a:lnTo>
                    <a:pt x="436" y="1389"/>
                  </a:lnTo>
                  <a:lnTo>
                    <a:pt x="436" y="1392"/>
                  </a:lnTo>
                  <a:lnTo>
                    <a:pt x="436" y="1392"/>
                  </a:lnTo>
                  <a:lnTo>
                    <a:pt x="434" y="1392"/>
                  </a:lnTo>
                  <a:lnTo>
                    <a:pt x="434" y="1392"/>
                  </a:lnTo>
                  <a:lnTo>
                    <a:pt x="434" y="1389"/>
                  </a:lnTo>
                  <a:lnTo>
                    <a:pt x="434" y="1389"/>
                  </a:lnTo>
                  <a:lnTo>
                    <a:pt x="434" y="1387"/>
                  </a:lnTo>
                  <a:lnTo>
                    <a:pt x="436" y="1387"/>
                  </a:lnTo>
                  <a:lnTo>
                    <a:pt x="436" y="1387"/>
                  </a:lnTo>
                  <a:lnTo>
                    <a:pt x="434" y="1387"/>
                  </a:lnTo>
                  <a:lnTo>
                    <a:pt x="434" y="1387"/>
                  </a:lnTo>
                  <a:lnTo>
                    <a:pt x="434" y="1385"/>
                  </a:lnTo>
                  <a:lnTo>
                    <a:pt x="436" y="1387"/>
                  </a:lnTo>
                  <a:lnTo>
                    <a:pt x="436" y="1385"/>
                  </a:lnTo>
                  <a:lnTo>
                    <a:pt x="438" y="1385"/>
                  </a:lnTo>
                  <a:lnTo>
                    <a:pt x="436" y="1382"/>
                  </a:lnTo>
                  <a:lnTo>
                    <a:pt x="436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1" y="1382"/>
                  </a:lnTo>
                  <a:lnTo>
                    <a:pt x="431" y="1385"/>
                  </a:lnTo>
                  <a:lnTo>
                    <a:pt x="431" y="1387"/>
                  </a:lnTo>
                  <a:lnTo>
                    <a:pt x="431" y="1389"/>
                  </a:lnTo>
                  <a:lnTo>
                    <a:pt x="431" y="1389"/>
                  </a:lnTo>
                  <a:lnTo>
                    <a:pt x="429" y="1389"/>
                  </a:lnTo>
                  <a:lnTo>
                    <a:pt x="429" y="1389"/>
                  </a:lnTo>
                  <a:lnTo>
                    <a:pt x="429" y="1392"/>
                  </a:lnTo>
                  <a:lnTo>
                    <a:pt x="431" y="1392"/>
                  </a:lnTo>
                  <a:lnTo>
                    <a:pt x="431" y="1392"/>
                  </a:lnTo>
                  <a:lnTo>
                    <a:pt x="431" y="1392"/>
                  </a:lnTo>
                  <a:lnTo>
                    <a:pt x="431" y="1394"/>
                  </a:lnTo>
                  <a:lnTo>
                    <a:pt x="434" y="1394"/>
                  </a:lnTo>
                  <a:lnTo>
                    <a:pt x="434" y="1394"/>
                  </a:lnTo>
                  <a:lnTo>
                    <a:pt x="434" y="1394"/>
                  </a:lnTo>
                  <a:lnTo>
                    <a:pt x="434" y="1394"/>
                  </a:lnTo>
                  <a:lnTo>
                    <a:pt x="436" y="1394"/>
                  </a:lnTo>
                  <a:lnTo>
                    <a:pt x="438" y="1397"/>
                  </a:lnTo>
                  <a:lnTo>
                    <a:pt x="438" y="1397"/>
                  </a:lnTo>
                  <a:lnTo>
                    <a:pt x="438" y="1397"/>
                  </a:lnTo>
                  <a:lnTo>
                    <a:pt x="436" y="1399"/>
                  </a:lnTo>
                  <a:lnTo>
                    <a:pt x="436" y="1399"/>
                  </a:lnTo>
                  <a:lnTo>
                    <a:pt x="436" y="1401"/>
                  </a:lnTo>
                  <a:lnTo>
                    <a:pt x="434" y="1401"/>
                  </a:lnTo>
                  <a:lnTo>
                    <a:pt x="429" y="1404"/>
                  </a:lnTo>
                  <a:lnTo>
                    <a:pt x="426" y="1404"/>
                  </a:lnTo>
                  <a:lnTo>
                    <a:pt x="426" y="1404"/>
                  </a:lnTo>
                  <a:lnTo>
                    <a:pt x="426" y="1404"/>
                  </a:lnTo>
                  <a:lnTo>
                    <a:pt x="426" y="1406"/>
                  </a:lnTo>
                  <a:lnTo>
                    <a:pt x="426" y="1406"/>
                  </a:lnTo>
                  <a:lnTo>
                    <a:pt x="424" y="1411"/>
                  </a:lnTo>
                  <a:lnTo>
                    <a:pt x="424" y="1411"/>
                  </a:lnTo>
                  <a:lnTo>
                    <a:pt x="424" y="1413"/>
                  </a:lnTo>
                  <a:lnTo>
                    <a:pt x="424" y="1416"/>
                  </a:lnTo>
                  <a:lnTo>
                    <a:pt x="424" y="1416"/>
                  </a:lnTo>
                  <a:lnTo>
                    <a:pt x="424" y="1418"/>
                  </a:lnTo>
                  <a:lnTo>
                    <a:pt x="424" y="1418"/>
                  </a:lnTo>
                  <a:lnTo>
                    <a:pt x="424" y="1420"/>
                  </a:lnTo>
                  <a:lnTo>
                    <a:pt x="426" y="1423"/>
                  </a:lnTo>
                  <a:lnTo>
                    <a:pt x="429" y="1425"/>
                  </a:lnTo>
                  <a:lnTo>
                    <a:pt x="431" y="1427"/>
                  </a:lnTo>
                  <a:lnTo>
                    <a:pt x="431" y="1430"/>
                  </a:lnTo>
                  <a:lnTo>
                    <a:pt x="434" y="1432"/>
                  </a:lnTo>
                  <a:lnTo>
                    <a:pt x="434" y="1432"/>
                  </a:lnTo>
                  <a:lnTo>
                    <a:pt x="434" y="1432"/>
                  </a:lnTo>
                  <a:lnTo>
                    <a:pt x="434" y="1434"/>
                  </a:lnTo>
                  <a:lnTo>
                    <a:pt x="434" y="1434"/>
                  </a:lnTo>
                  <a:lnTo>
                    <a:pt x="436" y="1434"/>
                  </a:lnTo>
                  <a:lnTo>
                    <a:pt x="436" y="1437"/>
                  </a:lnTo>
                  <a:lnTo>
                    <a:pt x="436" y="1437"/>
                  </a:lnTo>
                  <a:lnTo>
                    <a:pt x="436" y="1437"/>
                  </a:lnTo>
                  <a:lnTo>
                    <a:pt x="434" y="1439"/>
                  </a:lnTo>
                  <a:lnTo>
                    <a:pt x="434" y="1444"/>
                  </a:lnTo>
                  <a:lnTo>
                    <a:pt x="431" y="1444"/>
                  </a:lnTo>
                  <a:lnTo>
                    <a:pt x="431" y="1444"/>
                  </a:lnTo>
                  <a:lnTo>
                    <a:pt x="431" y="1442"/>
                  </a:lnTo>
                  <a:lnTo>
                    <a:pt x="431" y="1442"/>
                  </a:lnTo>
                  <a:lnTo>
                    <a:pt x="429" y="1442"/>
                  </a:lnTo>
                  <a:lnTo>
                    <a:pt x="429" y="1444"/>
                  </a:lnTo>
                  <a:lnTo>
                    <a:pt x="431" y="1446"/>
                  </a:lnTo>
                  <a:lnTo>
                    <a:pt x="431" y="1446"/>
                  </a:lnTo>
                  <a:lnTo>
                    <a:pt x="434" y="1453"/>
                  </a:lnTo>
                  <a:lnTo>
                    <a:pt x="434" y="1456"/>
                  </a:lnTo>
                  <a:lnTo>
                    <a:pt x="434" y="1460"/>
                  </a:lnTo>
                  <a:lnTo>
                    <a:pt x="434" y="1460"/>
                  </a:lnTo>
                  <a:lnTo>
                    <a:pt x="438" y="1468"/>
                  </a:lnTo>
                  <a:lnTo>
                    <a:pt x="438" y="1468"/>
                  </a:lnTo>
                  <a:lnTo>
                    <a:pt x="441" y="1468"/>
                  </a:lnTo>
                  <a:lnTo>
                    <a:pt x="441" y="1470"/>
                  </a:lnTo>
                  <a:lnTo>
                    <a:pt x="443" y="1470"/>
                  </a:lnTo>
                  <a:lnTo>
                    <a:pt x="443" y="1470"/>
                  </a:lnTo>
                  <a:lnTo>
                    <a:pt x="443" y="1470"/>
                  </a:lnTo>
                  <a:lnTo>
                    <a:pt x="445" y="1470"/>
                  </a:lnTo>
                  <a:lnTo>
                    <a:pt x="445" y="1470"/>
                  </a:lnTo>
                  <a:lnTo>
                    <a:pt x="443" y="1472"/>
                  </a:lnTo>
                  <a:lnTo>
                    <a:pt x="443" y="1472"/>
                  </a:lnTo>
                  <a:lnTo>
                    <a:pt x="443" y="1475"/>
                  </a:lnTo>
                  <a:lnTo>
                    <a:pt x="438" y="1475"/>
                  </a:lnTo>
                  <a:lnTo>
                    <a:pt x="438" y="1477"/>
                  </a:lnTo>
                  <a:lnTo>
                    <a:pt x="436" y="1477"/>
                  </a:lnTo>
                  <a:lnTo>
                    <a:pt x="438" y="1477"/>
                  </a:lnTo>
                  <a:lnTo>
                    <a:pt x="441" y="1479"/>
                  </a:lnTo>
                  <a:lnTo>
                    <a:pt x="441" y="1482"/>
                  </a:lnTo>
                  <a:lnTo>
                    <a:pt x="445" y="1491"/>
                  </a:lnTo>
                  <a:lnTo>
                    <a:pt x="443" y="1491"/>
                  </a:lnTo>
                  <a:lnTo>
                    <a:pt x="445" y="1496"/>
                  </a:lnTo>
                  <a:lnTo>
                    <a:pt x="445" y="1498"/>
                  </a:lnTo>
                  <a:lnTo>
                    <a:pt x="445" y="1496"/>
                  </a:lnTo>
                  <a:lnTo>
                    <a:pt x="445" y="1496"/>
                  </a:lnTo>
                  <a:lnTo>
                    <a:pt x="443" y="1496"/>
                  </a:lnTo>
                  <a:lnTo>
                    <a:pt x="443" y="1494"/>
                  </a:lnTo>
                  <a:lnTo>
                    <a:pt x="443" y="1491"/>
                  </a:lnTo>
                  <a:lnTo>
                    <a:pt x="443" y="1491"/>
                  </a:lnTo>
                  <a:lnTo>
                    <a:pt x="443" y="1489"/>
                  </a:lnTo>
                  <a:lnTo>
                    <a:pt x="438" y="1487"/>
                  </a:lnTo>
                  <a:lnTo>
                    <a:pt x="438" y="1484"/>
                  </a:lnTo>
                  <a:lnTo>
                    <a:pt x="438" y="1484"/>
                  </a:lnTo>
                  <a:lnTo>
                    <a:pt x="438" y="1484"/>
                  </a:lnTo>
                  <a:lnTo>
                    <a:pt x="436" y="1482"/>
                  </a:lnTo>
                  <a:lnTo>
                    <a:pt x="436" y="1482"/>
                  </a:lnTo>
                  <a:lnTo>
                    <a:pt x="436" y="1484"/>
                  </a:lnTo>
                  <a:lnTo>
                    <a:pt x="436" y="1484"/>
                  </a:lnTo>
                  <a:lnTo>
                    <a:pt x="436" y="1489"/>
                  </a:lnTo>
                  <a:lnTo>
                    <a:pt x="436" y="1489"/>
                  </a:lnTo>
                  <a:lnTo>
                    <a:pt x="436" y="1491"/>
                  </a:lnTo>
                  <a:lnTo>
                    <a:pt x="436" y="1491"/>
                  </a:lnTo>
                  <a:lnTo>
                    <a:pt x="434" y="1491"/>
                  </a:lnTo>
                  <a:lnTo>
                    <a:pt x="434" y="1491"/>
                  </a:lnTo>
                  <a:lnTo>
                    <a:pt x="434" y="1491"/>
                  </a:lnTo>
                  <a:lnTo>
                    <a:pt x="434" y="1491"/>
                  </a:lnTo>
                  <a:lnTo>
                    <a:pt x="434" y="1494"/>
                  </a:lnTo>
                  <a:lnTo>
                    <a:pt x="434" y="1496"/>
                  </a:lnTo>
                  <a:lnTo>
                    <a:pt x="434" y="1498"/>
                  </a:lnTo>
                  <a:lnTo>
                    <a:pt x="434" y="1496"/>
                  </a:lnTo>
                  <a:lnTo>
                    <a:pt x="434" y="1496"/>
                  </a:lnTo>
                  <a:lnTo>
                    <a:pt x="431" y="1494"/>
                  </a:lnTo>
                  <a:lnTo>
                    <a:pt x="431" y="1494"/>
                  </a:lnTo>
                  <a:lnTo>
                    <a:pt x="431" y="1496"/>
                  </a:lnTo>
                  <a:lnTo>
                    <a:pt x="431" y="1496"/>
                  </a:lnTo>
                  <a:lnTo>
                    <a:pt x="431" y="1496"/>
                  </a:lnTo>
                  <a:lnTo>
                    <a:pt x="429" y="1494"/>
                  </a:lnTo>
                  <a:lnTo>
                    <a:pt x="429" y="1494"/>
                  </a:lnTo>
                  <a:lnTo>
                    <a:pt x="429" y="1494"/>
                  </a:lnTo>
                  <a:lnTo>
                    <a:pt x="431" y="1491"/>
                  </a:lnTo>
                  <a:lnTo>
                    <a:pt x="431" y="1491"/>
                  </a:lnTo>
                  <a:lnTo>
                    <a:pt x="431" y="1491"/>
                  </a:lnTo>
                  <a:lnTo>
                    <a:pt x="429" y="1489"/>
                  </a:lnTo>
                  <a:lnTo>
                    <a:pt x="429" y="1489"/>
                  </a:lnTo>
                  <a:lnTo>
                    <a:pt x="429" y="1489"/>
                  </a:lnTo>
                  <a:lnTo>
                    <a:pt x="429" y="1491"/>
                  </a:lnTo>
                  <a:lnTo>
                    <a:pt x="429" y="1489"/>
                  </a:lnTo>
                  <a:lnTo>
                    <a:pt x="426" y="1489"/>
                  </a:lnTo>
                  <a:lnTo>
                    <a:pt x="426" y="1487"/>
                  </a:lnTo>
                  <a:lnTo>
                    <a:pt x="426" y="1484"/>
                  </a:lnTo>
                  <a:lnTo>
                    <a:pt x="426" y="1484"/>
                  </a:lnTo>
                  <a:lnTo>
                    <a:pt x="426" y="1484"/>
                  </a:lnTo>
                  <a:lnTo>
                    <a:pt x="426" y="1484"/>
                  </a:lnTo>
                  <a:lnTo>
                    <a:pt x="429" y="1484"/>
                  </a:lnTo>
                  <a:lnTo>
                    <a:pt x="429" y="1487"/>
                  </a:lnTo>
                  <a:lnTo>
                    <a:pt x="429" y="1487"/>
                  </a:lnTo>
                  <a:lnTo>
                    <a:pt x="429" y="1487"/>
                  </a:lnTo>
                  <a:lnTo>
                    <a:pt x="431" y="1487"/>
                  </a:lnTo>
                  <a:lnTo>
                    <a:pt x="431" y="1487"/>
                  </a:lnTo>
                  <a:lnTo>
                    <a:pt x="431" y="1487"/>
                  </a:lnTo>
                  <a:lnTo>
                    <a:pt x="431" y="1487"/>
                  </a:lnTo>
                  <a:lnTo>
                    <a:pt x="434" y="1487"/>
                  </a:lnTo>
                  <a:lnTo>
                    <a:pt x="434" y="1479"/>
                  </a:lnTo>
                  <a:lnTo>
                    <a:pt x="434" y="1479"/>
                  </a:lnTo>
                  <a:lnTo>
                    <a:pt x="434" y="1479"/>
                  </a:lnTo>
                  <a:lnTo>
                    <a:pt x="431" y="1477"/>
                  </a:lnTo>
                  <a:lnTo>
                    <a:pt x="431" y="1477"/>
                  </a:lnTo>
                  <a:lnTo>
                    <a:pt x="429" y="1472"/>
                  </a:lnTo>
                  <a:lnTo>
                    <a:pt x="429" y="1472"/>
                  </a:lnTo>
                  <a:lnTo>
                    <a:pt x="429" y="1472"/>
                  </a:lnTo>
                  <a:lnTo>
                    <a:pt x="429" y="1472"/>
                  </a:lnTo>
                  <a:lnTo>
                    <a:pt x="429" y="1475"/>
                  </a:lnTo>
                  <a:lnTo>
                    <a:pt x="429" y="1475"/>
                  </a:lnTo>
                  <a:lnTo>
                    <a:pt x="429" y="1475"/>
                  </a:lnTo>
                  <a:lnTo>
                    <a:pt x="429" y="1479"/>
                  </a:lnTo>
                  <a:lnTo>
                    <a:pt x="429" y="1479"/>
                  </a:lnTo>
                  <a:lnTo>
                    <a:pt x="429" y="1479"/>
                  </a:lnTo>
                  <a:lnTo>
                    <a:pt x="429" y="1479"/>
                  </a:lnTo>
                  <a:lnTo>
                    <a:pt x="429" y="1482"/>
                  </a:lnTo>
                  <a:lnTo>
                    <a:pt x="429" y="1482"/>
                  </a:lnTo>
                  <a:lnTo>
                    <a:pt x="429" y="1482"/>
                  </a:lnTo>
                  <a:lnTo>
                    <a:pt x="429" y="1482"/>
                  </a:lnTo>
                  <a:lnTo>
                    <a:pt x="426" y="1482"/>
                  </a:lnTo>
                  <a:lnTo>
                    <a:pt x="424" y="1479"/>
                  </a:lnTo>
                  <a:lnTo>
                    <a:pt x="424" y="1479"/>
                  </a:lnTo>
                  <a:lnTo>
                    <a:pt x="424" y="1479"/>
                  </a:lnTo>
                  <a:lnTo>
                    <a:pt x="424" y="1482"/>
                  </a:lnTo>
                  <a:lnTo>
                    <a:pt x="424" y="1482"/>
                  </a:lnTo>
                  <a:lnTo>
                    <a:pt x="424" y="1484"/>
                  </a:lnTo>
                  <a:lnTo>
                    <a:pt x="424" y="1487"/>
                  </a:lnTo>
                  <a:lnTo>
                    <a:pt x="424" y="1491"/>
                  </a:lnTo>
                  <a:lnTo>
                    <a:pt x="424" y="1494"/>
                  </a:lnTo>
                  <a:lnTo>
                    <a:pt x="424" y="1496"/>
                  </a:lnTo>
                  <a:lnTo>
                    <a:pt x="424" y="1498"/>
                  </a:lnTo>
                  <a:lnTo>
                    <a:pt x="424" y="1498"/>
                  </a:lnTo>
                  <a:lnTo>
                    <a:pt x="424" y="1498"/>
                  </a:lnTo>
                  <a:lnTo>
                    <a:pt x="424" y="1501"/>
                  </a:lnTo>
                  <a:lnTo>
                    <a:pt x="422" y="1501"/>
                  </a:lnTo>
                  <a:lnTo>
                    <a:pt x="422" y="1501"/>
                  </a:lnTo>
                  <a:lnTo>
                    <a:pt x="419" y="1501"/>
                  </a:lnTo>
                  <a:lnTo>
                    <a:pt x="422" y="1503"/>
                  </a:lnTo>
                  <a:lnTo>
                    <a:pt x="424" y="1505"/>
                  </a:lnTo>
                  <a:lnTo>
                    <a:pt x="424" y="1510"/>
                  </a:lnTo>
                  <a:lnTo>
                    <a:pt x="426" y="1513"/>
                  </a:lnTo>
                  <a:lnTo>
                    <a:pt x="426" y="1513"/>
                  </a:lnTo>
                  <a:lnTo>
                    <a:pt x="426" y="1515"/>
                  </a:lnTo>
                  <a:lnTo>
                    <a:pt x="426" y="1515"/>
                  </a:lnTo>
                  <a:lnTo>
                    <a:pt x="426" y="1517"/>
                  </a:lnTo>
                  <a:lnTo>
                    <a:pt x="429" y="1517"/>
                  </a:lnTo>
                  <a:lnTo>
                    <a:pt x="429" y="1520"/>
                  </a:lnTo>
                  <a:lnTo>
                    <a:pt x="429" y="1520"/>
                  </a:lnTo>
                  <a:lnTo>
                    <a:pt x="431" y="1520"/>
                  </a:lnTo>
                  <a:lnTo>
                    <a:pt x="431" y="1522"/>
                  </a:lnTo>
                  <a:lnTo>
                    <a:pt x="431" y="1524"/>
                  </a:lnTo>
                  <a:lnTo>
                    <a:pt x="431" y="1524"/>
                  </a:lnTo>
                  <a:lnTo>
                    <a:pt x="436" y="1532"/>
                  </a:lnTo>
                  <a:lnTo>
                    <a:pt x="436" y="1534"/>
                  </a:lnTo>
                  <a:lnTo>
                    <a:pt x="436" y="1534"/>
                  </a:lnTo>
                  <a:lnTo>
                    <a:pt x="438" y="1536"/>
                  </a:lnTo>
                  <a:lnTo>
                    <a:pt x="436" y="1539"/>
                  </a:lnTo>
                  <a:lnTo>
                    <a:pt x="436" y="1539"/>
                  </a:lnTo>
                  <a:lnTo>
                    <a:pt x="434" y="1539"/>
                  </a:lnTo>
                  <a:lnTo>
                    <a:pt x="431" y="1532"/>
                  </a:lnTo>
                  <a:lnTo>
                    <a:pt x="431" y="1529"/>
                  </a:lnTo>
                  <a:lnTo>
                    <a:pt x="429" y="1529"/>
                  </a:lnTo>
                  <a:lnTo>
                    <a:pt x="429" y="1527"/>
                  </a:lnTo>
                  <a:lnTo>
                    <a:pt x="429" y="1522"/>
                  </a:lnTo>
                  <a:lnTo>
                    <a:pt x="426" y="1520"/>
                  </a:lnTo>
                  <a:lnTo>
                    <a:pt x="426" y="1520"/>
                  </a:lnTo>
                  <a:lnTo>
                    <a:pt x="426" y="1520"/>
                  </a:lnTo>
                  <a:lnTo>
                    <a:pt x="426" y="1522"/>
                  </a:lnTo>
                  <a:lnTo>
                    <a:pt x="426" y="1522"/>
                  </a:lnTo>
                  <a:lnTo>
                    <a:pt x="424" y="1520"/>
                  </a:lnTo>
                  <a:lnTo>
                    <a:pt x="424" y="1520"/>
                  </a:lnTo>
                  <a:lnTo>
                    <a:pt x="424" y="1517"/>
                  </a:lnTo>
                  <a:lnTo>
                    <a:pt x="422" y="1513"/>
                  </a:lnTo>
                  <a:lnTo>
                    <a:pt x="422" y="1513"/>
                  </a:lnTo>
                  <a:lnTo>
                    <a:pt x="422" y="1510"/>
                  </a:lnTo>
                  <a:lnTo>
                    <a:pt x="422" y="1510"/>
                  </a:lnTo>
                  <a:lnTo>
                    <a:pt x="422" y="1510"/>
                  </a:lnTo>
                  <a:lnTo>
                    <a:pt x="422" y="1510"/>
                  </a:lnTo>
                  <a:lnTo>
                    <a:pt x="419" y="1505"/>
                  </a:lnTo>
                  <a:lnTo>
                    <a:pt x="419" y="1501"/>
                  </a:lnTo>
                  <a:lnTo>
                    <a:pt x="417" y="1501"/>
                  </a:lnTo>
                  <a:lnTo>
                    <a:pt x="417" y="1501"/>
                  </a:lnTo>
                  <a:lnTo>
                    <a:pt x="417" y="1501"/>
                  </a:lnTo>
                  <a:lnTo>
                    <a:pt x="417" y="1503"/>
                  </a:lnTo>
                  <a:lnTo>
                    <a:pt x="417" y="1503"/>
                  </a:lnTo>
                  <a:lnTo>
                    <a:pt x="417" y="1505"/>
                  </a:lnTo>
                  <a:lnTo>
                    <a:pt x="417" y="1505"/>
                  </a:lnTo>
                  <a:lnTo>
                    <a:pt x="417" y="1508"/>
                  </a:lnTo>
                  <a:lnTo>
                    <a:pt x="417" y="1508"/>
                  </a:lnTo>
                  <a:lnTo>
                    <a:pt x="417" y="1508"/>
                  </a:lnTo>
                  <a:lnTo>
                    <a:pt x="415" y="1508"/>
                  </a:lnTo>
                  <a:lnTo>
                    <a:pt x="415" y="1508"/>
                  </a:lnTo>
                  <a:lnTo>
                    <a:pt x="415" y="1505"/>
                  </a:lnTo>
                  <a:lnTo>
                    <a:pt x="415" y="1505"/>
                  </a:lnTo>
                  <a:lnTo>
                    <a:pt x="415" y="1503"/>
                  </a:lnTo>
                  <a:lnTo>
                    <a:pt x="415" y="1503"/>
                  </a:lnTo>
                  <a:lnTo>
                    <a:pt x="415" y="1501"/>
                  </a:lnTo>
                  <a:lnTo>
                    <a:pt x="415" y="1498"/>
                  </a:lnTo>
                  <a:lnTo>
                    <a:pt x="415" y="1498"/>
                  </a:lnTo>
                  <a:lnTo>
                    <a:pt x="415" y="1496"/>
                  </a:lnTo>
                  <a:lnTo>
                    <a:pt x="415" y="1496"/>
                  </a:lnTo>
                  <a:lnTo>
                    <a:pt x="415" y="1496"/>
                  </a:lnTo>
                  <a:lnTo>
                    <a:pt x="415" y="1494"/>
                  </a:lnTo>
                  <a:lnTo>
                    <a:pt x="415" y="1494"/>
                  </a:lnTo>
                  <a:lnTo>
                    <a:pt x="412" y="1491"/>
                  </a:lnTo>
                  <a:lnTo>
                    <a:pt x="407" y="1491"/>
                  </a:lnTo>
                  <a:lnTo>
                    <a:pt x="405" y="1491"/>
                  </a:lnTo>
                  <a:lnTo>
                    <a:pt x="407" y="1491"/>
                  </a:lnTo>
                  <a:lnTo>
                    <a:pt x="407" y="1491"/>
                  </a:lnTo>
                  <a:lnTo>
                    <a:pt x="410" y="1491"/>
                  </a:lnTo>
                  <a:lnTo>
                    <a:pt x="410" y="1489"/>
                  </a:lnTo>
                  <a:lnTo>
                    <a:pt x="410" y="1489"/>
                  </a:lnTo>
                  <a:lnTo>
                    <a:pt x="410" y="1487"/>
                  </a:lnTo>
                  <a:lnTo>
                    <a:pt x="410" y="1484"/>
                  </a:lnTo>
                  <a:lnTo>
                    <a:pt x="410" y="1484"/>
                  </a:lnTo>
                  <a:lnTo>
                    <a:pt x="410" y="1482"/>
                  </a:lnTo>
                  <a:lnTo>
                    <a:pt x="410" y="1482"/>
                  </a:lnTo>
                  <a:lnTo>
                    <a:pt x="410" y="1479"/>
                  </a:lnTo>
                  <a:lnTo>
                    <a:pt x="407" y="1479"/>
                  </a:lnTo>
                  <a:lnTo>
                    <a:pt x="407" y="1479"/>
                  </a:lnTo>
                  <a:lnTo>
                    <a:pt x="405" y="1479"/>
                  </a:lnTo>
                  <a:lnTo>
                    <a:pt x="403" y="1477"/>
                  </a:lnTo>
                  <a:lnTo>
                    <a:pt x="403" y="1477"/>
                  </a:lnTo>
                  <a:lnTo>
                    <a:pt x="403" y="1475"/>
                  </a:lnTo>
                  <a:lnTo>
                    <a:pt x="400" y="1472"/>
                  </a:lnTo>
                  <a:lnTo>
                    <a:pt x="400" y="1472"/>
                  </a:lnTo>
                  <a:lnTo>
                    <a:pt x="400" y="1472"/>
                  </a:lnTo>
                  <a:lnTo>
                    <a:pt x="400" y="1472"/>
                  </a:lnTo>
                  <a:lnTo>
                    <a:pt x="400" y="1470"/>
                  </a:lnTo>
                  <a:lnTo>
                    <a:pt x="400" y="1470"/>
                  </a:lnTo>
                  <a:lnTo>
                    <a:pt x="400" y="1470"/>
                  </a:lnTo>
                  <a:lnTo>
                    <a:pt x="398" y="1470"/>
                  </a:lnTo>
                  <a:lnTo>
                    <a:pt x="398" y="1470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6" y="1472"/>
                  </a:lnTo>
                  <a:lnTo>
                    <a:pt x="396" y="1470"/>
                  </a:lnTo>
                  <a:lnTo>
                    <a:pt x="396" y="1465"/>
                  </a:lnTo>
                  <a:lnTo>
                    <a:pt x="396" y="1465"/>
                  </a:lnTo>
                  <a:lnTo>
                    <a:pt x="396" y="1465"/>
                  </a:lnTo>
                  <a:lnTo>
                    <a:pt x="396" y="1463"/>
                  </a:lnTo>
                  <a:lnTo>
                    <a:pt x="396" y="1463"/>
                  </a:lnTo>
                  <a:lnTo>
                    <a:pt x="396" y="1463"/>
                  </a:lnTo>
                  <a:lnTo>
                    <a:pt x="398" y="1463"/>
                  </a:lnTo>
                  <a:lnTo>
                    <a:pt x="398" y="1468"/>
                  </a:lnTo>
                  <a:lnTo>
                    <a:pt x="398" y="1468"/>
                  </a:lnTo>
                  <a:lnTo>
                    <a:pt x="400" y="1470"/>
                  </a:lnTo>
                  <a:lnTo>
                    <a:pt x="403" y="1472"/>
                  </a:lnTo>
                  <a:lnTo>
                    <a:pt x="405" y="1475"/>
                  </a:lnTo>
                  <a:lnTo>
                    <a:pt x="407" y="1475"/>
                  </a:lnTo>
                  <a:lnTo>
                    <a:pt x="410" y="1475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0"/>
                  </a:lnTo>
                  <a:lnTo>
                    <a:pt x="410" y="1470"/>
                  </a:lnTo>
                  <a:lnTo>
                    <a:pt x="412" y="1470"/>
                  </a:lnTo>
                  <a:lnTo>
                    <a:pt x="412" y="1472"/>
                  </a:lnTo>
                  <a:lnTo>
                    <a:pt x="412" y="1472"/>
                  </a:lnTo>
                  <a:lnTo>
                    <a:pt x="415" y="1472"/>
                  </a:lnTo>
                  <a:lnTo>
                    <a:pt x="415" y="1472"/>
                  </a:lnTo>
                  <a:lnTo>
                    <a:pt x="415" y="1470"/>
                  </a:lnTo>
                  <a:lnTo>
                    <a:pt x="415" y="1470"/>
                  </a:lnTo>
                  <a:lnTo>
                    <a:pt x="417" y="1472"/>
                  </a:lnTo>
                  <a:lnTo>
                    <a:pt x="417" y="1472"/>
                  </a:lnTo>
                  <a:lnTo>
                    <a:pt x="419" y="1472"/>
                  </a:lnTo>
                  <a:lnTo>
                    <a:pt x="419" y="1475"/>
                  </a:lnTo>
                  <a:lnTo>
                    <a:pt x="419" y="1475"/>
                  </a:lnTo>
                  <a:lnTo>
                    <a:pt x="419" y="1475"/>
                  </a:lnTo>
                  <a:lnTo>
                    <a:pt x="419" y="1472"/>
                  </a:lnTo>
                  <a:lnTo>
                    <a:pt x="419" y="1470"/>
                  </a:lnTo>
                  <a:lnTo>
                    <a:pt x="419" y="1468"/>
                  </a:lnTo>
                  <a:lnTo>
                    <a:pt x="422" y="1468"/>
                  </a:lnTo>
                  <a:lnTo>
                    <a:pt x="422" y="1465"/>
                  </a:lnTo>
                  <a:lnTo>
                    <a:pt x="422" y="1463"/>
                  </a:lnTo>
                  <a:lnTo>
                    <a:pt x="419" y="1460"/>
                  </a:lnTo>
                  <a:lnTo>
                    <a:pt x="419" y="1458"/>
                  </a:lnTo>
                  <a:lnTo>
                    <a:pt x="419" y="1458"/>
                  </a:lnTo>
                  <a:lnTo>
                    <a:pt x="419" y="1456"/>
                  </a:lnTo>
                  <a:lnTo>
                    <a:pt x="419" y="1453"/>
                  </a:lnTo>
                  <a:lnTo>
                    <a:pt x="410" y="1444"/>
                  </a:lnTo>
                  <a:lnTo>
                    <a:pt x="410" y="1442"/>
                  </a:lnTo>
                  <a:lnTo>
                    <a:pt x="410" y="1442"/>
                  </a:lnTo>
                  <a:lnTo>
                    <a:pt x="410" y="1439"/>
                  </a:lnTo>
                  <a:lnTo>
                    <a:pt x="410" y="1439"/>
                  </a:lnTo>
                  <a:lnTo>
                    <a:pt x="407" y="1437"/>
                  </a:lnTo>
                  <a:lnTo>
                    <a:pt x="407" y="1437"/>
                  </a:lnTo>
                  <a:lnTo>
                    <a:pt x="405" y="1437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4"/>
                  </a:lnTo>
                  <a:lnTo>
                    <a:pt x="405" y="1446"/>
                  </a:lnTo>
                  <a:lnTo>
                    <a:pt x="403" y="1446"/>
                  </a:lnTo>
                  <a:lnTo>
                    <a:pt x="403" y="1446"/>
                  </a:lnTo>
                  <a:lnTo>
                    <a:pt x="403" y="1444"/>
                  </a:lnTo>
                  <a:lnTo>
                    <a:pt x="403" y="1442"/>
                  </a:lnTo>
                  <a:lnTo>
                    <a:pt x="403" y="1439"/>
                  </a:lnTo>
                  <a:lnTo>
                    <a:pt x="403" y="1437"/>
                  </a:lnTo>
                  <a:lnTo>
                    <a:pt x="403" y="1434"/>
                  </a:lnTo>
                  <a:lnTo>
                    <a:pt x="403" y="1434"/>
                  </a:lnTo>
                  <a:lnTo>
                    <a:pt x="403" y="1434"/>
                  </a:lnTo>
                  <a:lnTo>
                    <a:pt x="403" y="1432"/>
                  </a:lnTo>
                  <a:lnTo>
                    <a:pt x="403" y="1432"/>
                  </a:lnTo>
                  <a:lnTo>
                    <a:pt x="400" y="1425"/>
                  </a:lnTo>
                  <a:lnTo>
                    <a:pt x="400" y="1425"/>
                  </a:lnTo>
                  <a:lnTo>
                    <a:pt x="403" y="1423"/>
                  </a:lnTo>
                  <a:lnTo>
                    <a:pt x="403" y="1423"/>
                  </a:lnTo>
                  <a:lnTo>
                    <a:pt x="400" y="1420"/>
                  </a:lnTo>
                  <a:lnTo>
                    <a:pt x="400" y="1420"/>
                  </a:lnTo>
                  <a:lnTo>
                    <a:pt x="398" y="1420"/>
                  </a:lnTo>
                  <a:lnTo>
                    <a:pt x="396" y="1420"/>
                  </a:lnTo>
                  <a:lnTo>
                    <a:pt x="396" y="1423"/>
                  </a:lnTo>
                  <a:lnTo>
                    <a:pt x="393" y="1434"/>
                  </a:lnTo>
                  <a:lnTo>
                    <a:pt x="393" y="1439"/>
                  </a:lnTo>
                  <a:lnTo>
                    <a:pt x="393" y="1442"/>
                  </a:lnTo>
                  <a:lnTo>
                    <a:pt x="391" y="1444"/>
                  </a:lnTo>
                  <a:lnTo>
                    <a:pt x="391" y="1444"/>
                  </a:lnTo>
                  <a:lnTo>
                    <a:pt x="391" y="1442"/>
                  </a:lnTo>
                  <a:lnTo>
                    <a:pt x="391" y="1439"/>
                  </a:lnTo>
                  <a:lnTo>
                    <a:pt x="389" y="1439"/>
                  </a:lnTo>
                  <a:lnTo>
                    <a:pt x="386" y="1437"/>
                  </a:lnTo>
                  <a:lnTo>
                    <a:pt x="389" y="1437"/>
                  </a:lnTo>
                  <a:lnTo>
                    <a:pt x="386" y="1434"/>
                  </a:lnTo>
                  <a:lnTo>
                    <a:pt x="386" y="1434"/>
                  </a:lnTo>
                  <a:lnTo>
                    <a:pt x="384" y="1434"/>
                  </a:lnTo>
                  <a:lnTo>
                    <a:pt x="384" y="1432"/>
                  </a:lnTo>
                  <a:lnTo>
                    <a:pt x="384" y="1432"/>
                  </a:lnTo>
                  <a:lnTo>
                    <a:pt x="386" y="1430"/>
                  </a:lnTo>
                  <a:lnTo>
                    <a:pt x="386" y="1430"/>
                  </a:lnTo>
                  <a:lnTo>
                    <a:pt x="389" y="1430"/>
                  </a:lnTo>
                  <a:lnTo>
                    <a:pt x="389" y="1427"/>
                  </a:lnTo>
                  <a:lnTo>
                    <a:pt x="389" y="1427"/>
                  </a:lnTo>
                  <a:lnTo>
                    <a:pt x="389" y="1423"/>
                  </a:lnTo>
                  <a:lnTo>
                    <a:pt x="389" y="1423"/>
                  </a:lnTo>
                  <a:lnTo>
                    <a:pt x="389" y="1423"/>
                  </a:lnTo>
                  <a:lnTo>
                    <a:pt x="389" y="1416"/>
                  </a:lnTo>
                  <a:lnTo>
                    <a:pt x="389" y="1416"/>
                  </a:lnTo>
                  <a:lnTo>
                    <a:pt x="389" y="1416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7" y="1408"/>
                  </a:lnTo>
                  <a:lnTo>
                    <a:pt x="377" y="1408"/>
                  </a:lnTo>
                  <a:lnTo>
                    <a:pt x="377" y="1408"/>
                  </a:lnTo>
                  <a:lnTo>
                    <a:pt x="374" y="1406"/>
                  </a:lnTo>
                  <a:lnTo>
                    <a:pt x="377" y="1406"/>
                  </a:lnTo>
                  <a:lnTo>
                    <a:pt x="377" y="1406"/>
                  </a:lnTo>
                  <a:lnTo>
                    <a:pt x="377" y="1406"/>
                  </a:lnTo>
                  <a:lnTo>
                    <a:pt x="374" y="1404"/>
                  </a:lnTo>
                  <a:lnTo>
                    <a:pt x="374" y="1406"/>
                  </a:lnTo>
                  <a:lnTo>
                    <a:pt x="374" y="1406"/>
                  </a:lnTo>
                  <a:lnTo>
                    <a:pt x="374" y="1406"/>
                  </a:lnTo>
                  <a:lnTo>
                    <a:pt x="372" y="1406"/>
                  </a:lnTo>
                  <a:lnTo>
                    <a:pt x="372" y="1408"/>
                  </a:lnTo>
                  <a:lnTo>
                    <a:pt x="372" y="1408"/>
                  </a:lnTo>
                  <a:lnTo>
                    <a:pt x="372" y="1411"/>
                  </a:lnTo>
                  <a:lnTo>
                    <a:pt x="370" y="1411"/>
                  </a:lnTo>
                  <a:lnTo>
                    <a:pt x="370" y="1411"/>
                  </a:lnTo>
                  <a:lnTo>
                    <a:pt x="365" y="1408"/>
                  </a:lnTo>
                  <a:lnTo>
                    <a:pt x="363" y="1406"/>
                  </a:lnTo>
                  <a:lnTo>
                    <a:pt x="363" y="1406"/>
                  </a:lnTo>
                  <a:lnTo>
                    <a:pt x="365" y="1406"/>
                  </a:lnTo>
                  <a:lnTo>
                    <a:pt x="367" y="1406"/>
                  </a:lnTo>
                  <a:lnTo>
                    <a:pt x="367" y="1406"/>
                  </a:lnTo>
                  <a:lnTo>
                    <a:pt x="367" y="1406"/>
                  </a:lnTo>
                  <a:lnTo>
                    <a:pt x="365" y="1404"/>
                  </a:lnTo>
                  <a:lnTo>
                    <a:pt x="365" y="1401"/>
                  </a:lnTo>
                  <a:lnTo>
                    <a:pt x="365" y="1401"/>
                  </a:lnTo>
                  <a:lnTo>
                    <a:pt x="365" y="1399"/>
                  </a:lnTo>
                  <a:lnTo>
                    <a:pt x="365" y="1399"/>
                  </a:lnTo>
                  <a:lnTo>
                    <a:pt x="363" y="1397"/>
                  </a:lnTo>
                  <a:lnTo>
                    <a:pt x="363" y="1394"/>
                  </a:lnTo>
                  <a:lnTo>
                    <a:pt x="360" y="1392"/>
                  </a:lnTo>
                  <a:lnTo>
                    <a:pt x="358" y="1392"/>
                  </a:lnTo>
                  <a:lnTo>
                    <a:pt x="358" y="1392"/>
                  </a:lnTo>
                  <a:lnTo>
                    <a:pt x="358" y="1394"/>
                  </a:lnTo>
                  <a:lnTo>
                    <a:pt x="360" y="1394"/>
                  </a:lnTo>
                  <a:lnTo>
                    <a:pt x="358" y="1397"/>
                  </a:lnTo>
                  <a:lnTo>
                    <a:pt x="358" y="1397"/>
                  </a:lnTo>
                  <a:lnTo>
                    <a:pt x="355" y="1394"/>
                  </a:lnTo>
                  <a:lnTo>
                    <a:pt x="355" y="1392"/>
                  </a:lnTo>
                  <a:lnTo>
                    <a:pt x="358" y="1387"/>
                  </a:lnTo>
                  <a:lnTo>
                    <a:pt x="358" y="1385"/>
                  </a:lnTo>
                  <a:lnTo>
                    <a:pt x="358" y="1382"/>
                  </a:lnTo>
                  <a:lnTo>
                    <a:pt x="358" y="1382"/>
                  </a:lnTo>
                  <a:lnTo>
                    <a:pt x="355" y="1380"/>
                  </a:lnTo>
                  <a:lnTo>
                    <a:pt x="355" y="1380"/>
                  </a:lnTo>
                  <a:lnTo>
                    <a:pt x="353" y="1380"/>
                  </a:lnTo>
                  <a:lnTo>
                    <a:pt x="353" y="1380"/>
                  </a:lnTo>
                  <a:lnTo>
                    <a:pt x="353" y="1380"/>
                  </a:lnTo>
                  <a:lnTo>
                    <a:pt x="351" y="1382"/>
                  </a:lnTo>
                  <a:lnTo>
                    <a:pt x="351" y="1385"/>
                  </a:lnTo>
                  <a:lnTo>
                    <a:pt x="353" y="1387"/>
                  </a:lnTo>
                  <a:lnTo>
                    <a:pt x="351" y="1387"/>
                  </a:lnTo>
                  <a:lnTo>
                    <a:pt x="351" y="1387"/>
                  </a:lnTo>
                  <a:lnTo>
                    <a:pt x="351" y="1385"/>
                  </a:lnTo>
                  <a:lnTo>
                    <a:pt x="348" y="1385"/>
                  </a:lnTo>
                  <a:lnTo>
                    <a:pt x="346" y="1382"/>
                  </a:lnTo>
                  <a:lnTo>
                    <a:pt x="346" y="1382"/>
                  </a:lnTo>
                  <a:lnTo>
                    <a:pt x="346" y="1385"/>
                  </a:lnTo>
                  <a:lnTo>
                    <a:pt x="346" y="1385"/>
                  </a:lnTo>
                  <a:lnTo>
                    <a:pt x="344" y="1385"/>
                  </a:lnTo>
                  <a:lnTo>
                    <a:pt x="339" y="1387"/>
                  </a:lnTo>
                  <a:lnTo>
                    <a:pt x="336" y="1389"/>
                  </a:lnTo>
                  <a:lnTo>
                    <a:pt x="334" y="1389"/>
                  </a:lnTo>
                  <a:lnTo>
                    <a:pt x="332" y="1389"/>
                  </a:lnTo>
                  <a:lnTo>
                    <a:pt x="332" y="1389"/>
                  </a:lnTo>
                  <a:lnTo>
                    <a:pt x="329" y="1389"/>
                  </a:lnTo>
                  <a:lnTo>
                    <a:pt x="329" y="1392"/>
                  </a:lnTo>
                  <a:lnTo>
                    <a:pt x="329" y="1392"/>
                  </a:lnTo>
                  <a:lnTo>
                    <a:pt x="329" y="1392"/>
                  </a:lnTo>
                  <a:lnTo>
                    <a:pt x="327" y="1394"/>
                  </a:lnTo>
                  <a:lnTo>
                    <a:pt x="327" y="1394"/>
                  </a:lnTo>
                  <a:lnTo>
                    <a:pt x="325" y="1394"/>
                  </a:lnTo>
                  <a:lnTo>
                    <a:pt x="320" y="1397"/>
                  </a:lnTo>
                  <a:lnTo>
                    <a:pt x="320" y="1397"/>
                  </a:lnTo>
                  <a:lnTo>
                    <a:pt x="318" y="1397"/>
                  </a:lnTo>
                  <a:lnTo>
                    <a:pt x="318" y="1397"/>
                  </a:lnTo>
                  <a:lnTo>
                    <a:pt x="318" y="1394"/>
                  </a:lnTo>
                  <a:lnTo>
                    <a:pt x="318" y="1394"/>
                  </a:lnTo>
                  <a:lnTo>
                    <a:pt x="315" y="1397"/>
                  </a:lnTo>
                  <a:lnTo>
                    <a:pt x="313" y="1397"/>
                  </a:lnTo>
                  <a:lnTo>
                    <a:pt x="313" y="1397"/>
                  </a:lnTo>
                  <a:lnTo>
                    <a:pt x="313" y="1397"/>
                  </a:lnTo>
                  <a:lnTo>
                    <a:pt x="315" y="1397"/>
                  </a:lnTo>
                  <a:lnTo>
                    <a:pt x="315" y="1394"/>
                  </a:lnTo>
                  <a:lnTo>
                    <a:pt x="315" y="1394"/>
                  </a:lnTo>
                  <a:lnTo>
                    <a:pt x="315" y="1394"/>
                  </a:lnTo>
                  <a:lnTo>
                    <a:pt x="313" y="1394"/>
                  </a:lnTo>
                  <a:lnTo>
                    <a:pt x="313" y="1394"/>
                  </a:lnTo>
                  <a:lnTo>
                    <a:pt x="315" y="1394"/>
                  </a:lnTo>
                  <a:lnTo>
                    <a:pt x="315" y="1392"/>
                  </a:lnTo>
                  <a:lnTo>
                    <a:pt x="315" y="1392"/>
                  </a:lnTo>
                  <a:lnTo>
                    <a:pt x="315" y="1392"/>
                  </a:lnTo>
                  <a:lnTo>
                    <a:pt x="315" y="1389"/>
                  </a:lnTo>
                  <a:lnTo>
                    <a:pt x="315" y="1389"/>
                  </a:lnTo>
                  <a:lnTo>
                    <a:pt x="315" y="1389"/>
                  </a:lnTo>
                  <a:lnTo>
                    <a:pt x="310" y="1389"/>
                  </a:lnTo>
                  <a:lnTo>
                    <a:pt x="310" y="1392"/>
                  </a:lnTo>
                  <a:lnTo>
                    <a:pt x="310" y="1392"/>
                  </a:lnTo>
                  <a:lnTo>
                    <a:pt x="308" y="1394"/>
                  </a:lnTo>
                  <a:lnTo>
                    <a:pt x="308" y="1394"/>
                  </a:lnTo>
                  <a:lnTo>
                    <a:pt x="306" y="1397"/>
                  </a:lnTo>
                  <a:lnTo>
                    <a:pt x="306" y="1397"/>
                  </a:lnTo>
                  <a:lnTo>
                    <a:pt x="303" y="1397"/>
                  </a:lnTo>
                  <a:lnTo>
                    <a:pt x="303" y="1397"/>
                  </a:lnTo>
                  <a:lnTo>
                    <a:pt x="306" y="1394"/>
                  </a:lnTo>
                  <a:lnTo>
                    <a:pt x="303" y="1394"/>
                  </a:lnTo>
                  <a:lnTo>
                    <a:pt x="301" y="1394"/>
                  </a:lnTo>
                  <a:lnTo>
                    <a:pt x="301" y="1394"/>
                  </a:lnTo>
                  <a:lnTo>
                    <a:pt x="301" y="1394"/>
                  </a:lnTo>
                  <a:lnTo>
                    <a:pt x="301" y="1397"/>
                  </a:lnTo>
                  <a:lnTo>
                    <a:pt x="301" y="1397"/>
                  </a:lnTo>
                  <a:lnTo>
                    <a:pt x="301" y="1399"/>
                  </a:lnTo>
                  <a:lnTo>
                    <a:pt x="301" y="1399"/>
                  </a:lnTo>
                  <a:lnTo>
                    <a:pt x="289" y="1392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7" y="1397"/>
                  </a:lnTo>
                  <a:lnTo>
                    <a:pt x="287" y="1397"/>
                  </a:lnTo>
                  <a:lnTo>
                    <a:pt x="289" y="1397"/>
                  </a:lnTo>
                  <a:lnTo>
                    <a:pt x="289" y="1397"/>
                  </a:lnTo>
                  <a:lnTo>
                    <a:pt x="289" y="1399"/>
                  </a:lnTo>
                  <a:lnTo>
                    <a:pt x="289" y="1399"/>
                  </a:lnTo>
                  <a:lnTo>
                    <a:pt x="289" y="1399"/>
                  </a:lnTo>
                  <a:lnTo>
                    <a:pt x="289" y="1399"/>
                  </a:lnTo>
                  <a:lnTo>
                    <a:pt x="287" y="1399"/>
                  </a:lnTo>
                  <a:lnTo>
                    <a:pt x="287" y="1399"/>
                  </a:lnTo>
                  <a:lnTo>
                    <a:pt x="284" y="1399"/>
                  </a:lnTo>
                  <a:lnTo>
                    <a:pt x="284" y="1397"/>
                  </a:lnTo>
                  <a:lnTo>
                    <a:pt x="287" y="1397"/>
                  </a:lnTo>
                  <a:lnTo>
                    <a:pt x="287" y="1394"/>
                  </a:lnTo>
                  <a:lnTo>
                    <a:pt x="284" y="1394"/>
                  </a:lnTo>
                  <a:lnTo>
                    <a:pt x="280" y="1394"/>
                  </a:lnTo>
                  <a:lnTo>
                    <a:pt x="275" y="1392"/>
                  </a:lnTo>
                  <a:lnTo>
                    <a:pt x="273" y="1392"/>
                  </a:lnTo>
                  <a:lnTo>
                    <a:pt x="273" y="1394"/>
                  </a:lnTo>
                  <a:lnTo>
                    <a:pt x="273" y="1397"/>
                  </a:lnTo>
                  <a:lnTo>
                    <a:pt x="273" y="1397"/>
                  </a:lnTo>
                  <a:lnTo>
                    <a:pt x="270" y="1397"/>
                  </a:lnTo>
                  <a:lnTo>
                    <a:pt x="258" y="1394"/>
                  </a:lnTo>
                  <a:lnTo>
                    <a:pt x="256" y="1394"/>
                  </a:lnTo>
                  <a:lnTo>
                    <a:pt x="249" y="1394"/>
                  </a:lnTo>
                  <a:lnTo>
                    <a:pt x="247" y="1394"/>
                  </a:lnTo>
                  <a:lnTo>
                    <a:pt x="244" y="1389"/>
                  </a:lnTo>
                  <a:lnTo>
                    <a:pt x="239" y="1389"/>
                  </a:lnTo>
                  <a:lnTo>
                    <a:pt x="228" y="1387"/>
                  </a:lnTo>
                  <a:lnTo>
                    <a:pt x="221" y="1387"/>
                  </a:lnTo>
                  <a:lnTo>
                    <a:pt x="218" y="1385"/>
                  </a:lnTo>
                  <a:lnTo>
                    <a:pt x="218" y="1382"/>
                  </a:lnTo>
                  <a:lnTo>
                    <a:pt x="211" y="1380"/>
                  </a:lnTo>
                  <a:lnTo>
                    <a:pt x="211" y="1380"/>
                  </a:lnTo>
                  <a:lnTo>
                    <a:pt x="209" y="1382"/>
                  </a:lnTo>
                  <a:lnTo>
                    <a:pt x="206" y="1380"/>
                  </a:lnTo>
                  <a:lnTo>
                    <a:pt x="204" y="1380"/>
                  </a:lnTo>
                  <a:lnTo>
                    <a:pt x="199" y="1373"/>
                  </a:lnTo>
                  <a:lnTo>
                    <a:pt x="199" y="1373"/>
                  </a:lnTo>
                  <a:lnTo>
                    <a:pt x="199" y="1375"/>
                  </a:lnTo>
                  <a:lnTo>
                    <a:pt x="199" y="1375"/>
                  </a:lnTo>
                  <a:lnTo>
                    <a:pt x="199" y="1375"/>
                  </a:lnTo>
                  <a:lnTo>
                    <a:pt x="197" y="1375"/>
                  </a:lnTo>
                  <a:lnTo>
                    <a:pt x="197" y="1375"/>
                  </a:lnTo>
                  <a:lnTo>
                    <a:pt x="197" y="1373"/>
                  </a:lnTo>
                  <a:lnTo>
                    <a:pt x="195" y="1373"/>
                  </a:lnTo>
                  <a:lnTo>
                    <a:pt x="195" y="1371"/>
                  </a:lnTo>
                  <a:lnTo>
                    <a:pt x="192" y="1371"/>
                  </a:lnTo>
                  <a:lnTo>
                    <a:pt x="185" y="1371"/>
                  </a:lnTo>
                  <a:lnTo>
                    <a:pt x="180" y="1368"/>
                  </a:lnTo>
                  <a:lnTo>
                    <a:pt x="180" y="1368"/>
                  </a:lnTo>
                  <a:lnTo>
                    <a:pt x="178" y="1366"/>
                  </a:lnTo>
                  <a:lnTo>
                    <a:pt x="178" y="1366"/>
                  </a:lnTo>
                  <a:lnTo>
                    <a:pt x="178" y="1363"/>
                  </a:lnTo>
                  <a:lnTo>
                    <a:pt x="178" y="1363"/>
                  </a:lnTo>
                  <a:lnTo>
                    <a:pt x="176" y="1361"/>
                  </a:lnTo>
                  <a:lnTo>
                    <a:pt x="176" y="1361"/>
                  </a:lnTo>
                  <a:lnTo>
                    <a:pt x="178" y="1361"/>
                  </a:lnTo>
                  <a:lnTo>
                    <a:pt x="178" y="1361"/>
                  </a:lnTo>
                  <a:lnTo>
                    <a:pt x="178" y="1361"/>
                  </a:lnTo>
                  <a:lnTo>
                    <a:pt x="173" y="1361"/>
                  </a:lnTo>
                  <a:lnTo>
                    <a:pt x="171" y="1359"/>
                  </a:lnTo>
                  <a:lnTo>
                    <a:pt x="168" y="1359"/>
                  </a:lnTo>
                  <a:lnTo>
                    <a:pt x="168" y="1356"/>
                  </a:lnTo>
                  <a:lnTo>
                    <a:pt x="168" y="1356"/>
                  </a:lnTo>
                  <a:lnTo>
                    <a:pt x="168" y="1354"/>
                  </a:lnTo>
                  <a:lnTo>
                    <a:pt x="171" y="1354"/>
                  </a:lnTo>
                  <a:lnTo>
                    <a:pt x="171" y="1354"/>
                  </a:lnTo>
                  <a:lnTo>
                    <a:pt x="178" y="1352"/>
                  </a:lnTo>
                  <a:lnTo>
                    <a:pt x="180" y="1354"/>
                  </a:lnTo>
                  <a:lnTo>
                    <a:pt x="183" y="1352"/>
                  </a:lnTo>
                  <a:lnTo>
                    <a:pt x="183" y="1352"/>
                  </a:lnTo>
                  <a:lnTo>
                    <a:pt x="185" y="1352"/>
                  </a:lnTo>
                  <a:lnTo>
                    <a:pt x="185" y="1349"/>
                  </a:lnTo>
                  <a:lnTo>
                    <a:pt x="185" y="1349"/>
                  </a:lnTo>
                  <a:lnTo>
                    <a:pt x="183" y="1349"/>
                  </a:lnTo>
                  <a:lnTo>
                    <a:pt x="183" y="1349"/>
                  </a:lnTo>
                  <a:lnTo>
                    <a:pt x="183" y="1349"/>
                  </a:lnTo>
                  <a:lnTo>
                    <a:pt x="180" y="1347"/>
                  </a:lnTo>
                  <a:lnTo>
                    <a:pt x="183" y="1347"/>
                  </a:lnTo>
                  <a:lnTo>
                    <a:pt x="183" y="1345"/>
                  </a:lnTo>
                  <a:lnTo>
                    <a:pt x="183" y="1342"/>
                  </a:lnTo>
                  <a:lnTo>
                    <a:pt x="183" y="1342"/>
                  </a:lnTo>
                  <a:lnTo>
                    <a:pt x="185" y="1342"/>
                  </a:lnTo>
                  <a:lnTo>
                    <a:pt x="185" y="1340"/>
                  </a:lnTo>
                  <a:lnTo>
                    <a:pt x="185" y="1340"/>
                  </a:lnTo>
                  <a:lnTo>
                    <a:pt x="185" y="1337"/>
                  </a:lnTo>
                  <a:lnTo>
                    <a:pt x="185" y="1337"/>
                  </a:lnTo>
                  <a:lnTo>
                    <a:pt x="185" y="1335"/>
                  </a:lnTo>
                  <a:lnTo>
                    <a:pt x="195" y="1340"/>
                  </a:lnTo>
                  <a:lnTo>
                    <a:pt x="197" y="1340"/>
                  </a:lnTo>
                  <a:lnTo>
                    <a:pt x="197" y="1340"/>
                  </a:lnTo>
                  <a:lnTo>
                    <a:pt x="199" y="1337"/>
                  </a:lnTo>
                  <a:lnTo>
                    <a:pt x="199" y="1337"/>
                  </a:lnTo>
                  <a:lnTo>
                    <a:pt x="199" y="1337"/>
                  </a:lnTo>
                  <a:lnTo>
                    <a:pt x="202" y="1337"/>
                  </a:lnTo>
                  <a:lnTo>
                    <a:pt x="199" y="1333"/>
                  </a:lnTo>
                  <a:lnTo>
                    <a:pt x="197" y="1333"/>
                  </a:lnTo>
                  <a:lnTo>
                    <a:pt x="197" y="1330"/>
                  </a:lnTo>
                  <a:lnTo>
                    <a:pt x="197" y="1328"/>
                  </a:lnTo>
                  <a:lnTo>
                    <a:pt x="197" y="1328"/>
                  </a:lnTo>
                  <a:lnTo>
                    <a:pt x="197" y="1328"/>
                  </a:lnTo>
                  <a:lnTo>
                    <a:pt x="199" y="1330"/>
                  </a:lnTo>
                  <a:lnTo>
                    <a:pt x="206" y="1333"/>
                  </a:lnTo>
                  <a:lnTo>
                    <a:pt x="213" y="1333"/>
                  </a:lnTo>
                  <a:lnTo>
                    <a:pt x="213" y="1333"/>
                  </a:lnTo>
                  <a:lnTo>
                    <a:pt x="213" y="1335"/>
                  </a:lnTo>
                  <a:lnTo>
                    <a:pt x="213" y="1335"/>
                  </a:lnTo>
                  <a:lnTo>
                    <a:pt x="216" y="1335"/>
                  </a:lnTo>
                  <a:lnTo>
                    <a:pt x="216" y="1337"/>
                  </a:lnTo>
                  <a:lnTo>
                    <a:pt x="216" y="1337"/>
                  </a:lnTo>
                  <a:lnTo>
                    <a:pt x="218" y="1337"/>
                  </a:lnTo>
                  <a:lnTo>
                    <a:pt x="218" y="1337"/>
                  </a:lnTo>
                  <a:lnTo>
                    <a:pt x="221" y="1335"/>
                  </a:lnTo>
                  <a:lnTo>
                    <a:pt x="221" y="1335"/>
                  </a:lnTo>
                  <a:lnTo>
                    <a:pt x="221" y="1335"/>
                  </a:lnTo>
                  <a:lnTo>
                    <a:pt x="225" y="1337"/>
                  </a:lnTo>
                  <a:lnTo>
                    <a:pt x="225" y="1337"/>
                  </a:lnTo>
                  <a:lnTo>
                    <a:pt x="228" y="1337"/>
                  </a:lnTo>
                  <a:lnTo>
                    <a:pt x="228" y="1335"/>
                  </a:lnTo>
                  <a:lnTo>
                    <a:pt x="228" y="1335"/>
                  </a:lnTo>
                  <a:lnTo>
                    <a:pt x="228" y="1333"/>
                  </a:lnTo>
                  <a:lnTo>
                    <a:pt x="228" y="1330"/>
                  </a:lnTo>
                  <a:lnTo>
                    <a:pt x="230" y="1328"/>
                  </a:lnTo>
                  <a:lnTo>
                    <a:pt x="232" y="1328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1"/>
                  </a:lnTo>
                  <a:lnTo>
                    <a:pt x="232" y="1321"/>
                  </a:lnTo>
                  <a:lnTo>
                    <a:pt x="232" y="1321"/>
                  </a:lnTo>
                  <a:lnTo>
                    <a:pt x="230" y="1323"/>
                  </a:lnTo>
                  <a:lnTo>
                    <a:pt x="230" y="1323"/>
                  </a:lnTo>
                  <a:lnTo>
                    <a:pt x="230" y="1326"/>
                  </a:lnTo>
                  <a:lnTo>
                    <a:pt x="228" y="1326"/>
                  </a:lnTo>
                  <a:lnTo>
                    <a:pt x="228" y="1323"/>
                  </a:lnTo>
                  <a:lnTo>
                    <a:pt x="228" y="1323"/>
                  </a:lnTo>
                  <a:lnTo>
                    <a:pt x="228" y="1321"/>
                  </a:lnTo>
                  <a:lnTo>
                    <a:pt x="228" y="1321"/>
                  </a:lnTo>
                  <a:lnTo>
                    <a:pt x="230" y="1321"/>
                  </a:lnTo>
                  <a:lnTo>
                    <a:pt x="230" y="1318"/>
                  </a:lnTo>
                  <a:lnTo>
                    <a:pt x="230" y="1318"/>
                  </a:lnTo>
                  <a:lnTo>
                    <a:pt x="230" y="1316"/>
                  </a:lnTo>
                  <a:lnTo>
                    <a:pt x="230" y="1316"/>
                  </a:lnTo>
                  <a:lnTo>
                    <a:pt x="230" y="1314"/>
                  </a:lnTo>
                  <a:lnTo>
                    <a:pt x="228" y="1314"/>
                  </a:lnTo>
                  <a:lnTo>
                    <a:pt x="228" y="1314"/>
                  </a:lnTo>
                  <a:lnTo>
                    <a:pt x="228" y="1314"/>
                  </a:lnTo>
                  <a:lnTo>
                    <a:pt x="228" y="1311"/>
                  </a:lnTo>
                  <a:lnTo>
                    <a:pt x="228" y="1311"/>
                  </a:lnTo>
                  <a:lnTo>
                    <a:pt x="228" y="1311"/>
                  </a:lnTo>
                  <a:lnTo>
                    <a:pt x="228" y="1309"/>
                  </a:lnTo>
                  <a:lnTo>
                    <a:pt x="228" y="1309"/>
                  </a:lnTo>
                  <a:lnTo>
                    <a:pt x="223" y="1304"/>
                  </a:lnTo>
                  <a:lnTo>
                    <a:pt x="221" y="1304"/>
                  </a:lnTo>
                  <a:lnTo>
                    <a:pt x="221" y="1302"/>
                  </a:lnTo>
                  <a:lnTo>
                    <a:pt x="221" y="1302"/>
                  </a:lnTo>
                  <a:lnTo>
                    <a:pt x="221" y="1300"/>
                  </a:lnTo>
                  <a:lnTo>
                    <a:pt x="221" y="1300"/>
                  </a:lnTo>
                  <a:lnTo>
                    <a:pt x="221" y="1297"/>
                  </a:lnTo>
                  <a:lnTo>
                    <a:pt x="221" y="1297"/>
                  </a:lnTo>
                  <a:lnTo>
                    <a:pt x="221" y="1297"/>
                  </a:lnTo>
                  <a:lnTo>
                    <a:pt x="221" y="1295"/>
                  </a:lnTo>
                  <a:lnTo>
                    <a:pt x="213" y="1290"/>
                  </a:lnTo>
                  <a:lnTo>
                    <a:pt x="213" y="1288"/>
                  </a:lnTo>
                  <a:lnTo>
                    <a:pt x="213" y="1285"/>
                  </a:lnTo>
                  <a:lnTo>
                    <a:pt x="211" y="1283"/>
                  </a:lnTo>
                  <a:lnTo>
                    <a:pt x="209" y="1278"/>
                  </a:lnTo>
                  <a:lnTo>
                    <a:pt x="206" y="1276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2" y="1273"/>
                  </a:lnTo>
                  <a:lnTo>
                    <a:pt x="197" y="1271"/>
                  </a:lnTo>
                  <a:lnTo>
                    <a:pt x="195" y="1269"/>
                  </a:lnTo>
                  <a:lnTo>
                    <a:pt x="195" y="1269"/>
                  </a:lnTo>
                  <a:lnTo>
                    <a:pt x="195" y="1269"/>
                  </a:lnTo>
                  <a:lnTo>
                    <a:pt x="195" y="1269"/>
                  </a:lnTo>
                  <a:lnTo>
                    <a:pt x="192" y="1266"/>
                  </a:lnTo>
                  <a:lnTo>
                    <a:pt x="192" y="1264"/>
                  </a:lnTo>
                  <a:lnTo>
                    <a:pt x="190" y="1264"/>
                  </a:lnTo>
                  <a:lnTo>
                    <a:pt x="187" y="1264"/>
                  </a:lnTo>
                  <a:lnTo>
                    <a:pt x="185" y="1264"/>
                  </a:lnTo>
                  <a:lnTo>
                    <a:pt x="185" y="1262"/>
                  </a:lnTo>
                  <a:lnTo>
                    <a:pt x="180" y="1259"/>
                  </a:lnTo>
                  <a:lnTo>
                    <a:pt x="180" y="1259"/>
                  </a:lnTo>
                  <a:lnTo>
                    <a:pt x="180" y="1259"/>
                  </a:lnTo>
                  <a:lnTo>
                    <a:pt x="180" y="1262"/>
                  </a:lnTo>
                  <a:lnTo>
                    <a:pt x="183" y="1262"/>
                  </a:lnTo>
                  <a:lnTo>
                    <a:pt x="183" y="1264"/>
                  </a:lnTo>
                  <a:lnTo>
                    <a:pt x="185" y="1266"/>
                  </a:lnTo>
                  <a:lnTo>
                    <a:pt x="183" y="1266"/>
                  </a:lnTo>
                  <a:lnTo>
                    <a:pt x="180" y="1266"/>
                  </a:lnTo>
                  <a:lnTo>
                    <a:pt x="180" y="1266"/>
                  </a:lnTo>
                  <a:lnTo>
                    <a:pt x="180" y="1266"/>
                  </a:lnTo>
                  <a:lnTo>
                    <a:pt x="180" y="1266"/>
                  </a:lnTo>
                  <a:lnTo>
                    <a:pt x="173" y="1259"/>
                  </a:lnTo>
                  <a:lnTo>
                    <a:pt x="171" y="1259"/>
                  </a:lnTo>
                  <a:lnTo>
                    <a:pt x="168" y="1259"/>
                  </a:lnTo>
                  <a:lnTo>
                    <a:pt x="168" y="1259"/>
                  </a:lnTo>
                  <a:lnTo>
                    <a:pt x="166" y="1259"/>
                  </a:lnTo>
                  <a:lnTo>
                    <a:pt x="166" y="1262"/>
                  </a:lnTo>
                  <a:lnTo>
                    <a:pt x="166" y="1262"/>
                  </a:lnTo>
                  <a:lnTo>
                    <a:pt x="173" y="1269"/>
                  </a:lnTo>
                  <a:lnTo>
                    <a:pt x="173" y="1269"/>
                  </a:lnTo>
                  <a:lnTo>
                    <a:pt x="171" y="1269"/>
                  </a:lnTo>
                  <a:lnTo>
                    <a:pt x="171" y="1271"/>
                  </a:lnTo>
                  <a:lnTo>
                    <a:pt x="176" y="1276"/>
                  </a:lnTo>
                  <a:lnTo>
                    <a:pt x="176" y="1276"/>
                  </a:lnTo>
                  <a:lnTo>
                    <a:pt x="168" y="1271"/>
                  </a:lnTo>
                  <a:lnTo>
                    <a:pt x="166" y="1271"/>
                  </a:lnTo>
                  <a:lnTo>
                    <a:pt x="166" y="1271"/>
                  </a:lnTo>
                  <a:lnTo>
                    <a:pt x="164" y="1266"/>
                  </a:lnTo>
                  <a:lnTo>
                    <a:pt x="164" y="1266"/>
                  </a:lnTo>
                  <a:lnTo>
                    <a:pt x="161" y="1266"/>
                  </a:lnTo>
                  <a:lnTo>
                    <a:pt x="161" y="1266"/>
                  </a:lnTo>
                  <a:lnTo>
                    <a:pt x="159" y="1266"/>
                  </a:lnTo>
                  <a:lnTo>
                    <a:pt x="152" y="1264"/>
                  </a:lnTo>
                  <a:lnTo>
                    <a:pt x="152" y="1264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47" y="1262"/>
                  </a:lnTo>
                  <a:lnTo>
                    <a:pt x="147" y="1262"/>
                  </a:lnTo>
                  <a:lnTo>
                    <a:pt x="147" y="1257"/>
                  </a:lnTo>
                  <a:lnTo>
                    <a:pt x="145" y="1257"/>
                  </a:lnTo>
                  <a:lnTo>
                    <a:pt x="145" y="1257"/>
                  </a:lnTo>
                  <a:lnTo>
                    <a:pt x="145" y="1257"/>
                  </a:lnTo>
                  <a:lnTo>
                    <a:pt x="145" y="1259"/>
                  </a:lnTo>
                  <a:lnTo>
                    <a:pt x="145" y="1259"/>
                  </a:lnTo>
                  <a:lnTo>
                    <a:pt x="145" y="1259"/>
                  </a:lnTo>
                  <a:lnTo>
                    <a:pt x="142" y="1259"/>
                  </a:lnTo>
                  <a:lnTo>
                    <a:pt x="142" y="1259"/>
                  </a:lnTo>
                  <a:lnTo>
                    <a:pt x="142" y="1259"/>
                  </a:lnTo>
                  <a:lnTo>
                    <a:pt x="140" y="1259"/>
                  </a:lnTo>
                  <a:lnTo>
                    <a:pt x="138" y="1259"/>
                  </a:lnTo>
                  <a:lnTo>
                    <a:pt x="135" y="1257"/>
                  </a:lnTo>
                  <a:lnTo>
                    <a:pt x="133" y="1252"/>
                  </a:lnTo>
                  <a:lnTo>
                    <a:pt x="124" y="1247"/>
                  </a:lnTo>
                  <a:lnTo>
                    <a:pt x="119" y="1245"/>
                  </a:lnTo>
                  <a:lnTo>
                    <a:pt x="114" y="1240"/>
                  </a:lnTo>
                  <a:lnTo>
                    <a:pt x="109" y="1236"/>
                  </a:lnTo>
                  <a:lnTo>
                    <a:pt x="102" y="1229"/>
                  </a:lnTo>
                  <a:lnTo>
                    <a:pt x="100" y="1221"/>
                  </a:lnTo>
                  <a:lnTo>
                    <a:pt x="100" y="1219"/>
                  </a:lnTo>
                  <a:lnTo>
                    <a:pt x="100" y="1219"/>
                  </a:lnTo>
                  <a:lnTo>
                    <a:pt x="93" y="1214"/>
                  </a:lnTo>
                  <a:lnTo>
                    <a:pt x="83" y="1207"/>
                  </a:lnTo>
                  <a:lnTo>
                    <a:pt x="76" y="1205"/>
                  </a:lnTo>
                  <a:lnTo>
                    <a:pt x="69" y="1200"/>
                  </a:lnTo>
                  <a:lnTo>
                    <a:pt x="67" y="1200"/>
                  </a:lnTo>
                  <a:lnTo>
                    <a:pt x="60" y="1198"/>
                  </a:lnTo>
                  <a:lnTo>
                    <a:pt x="60" y="1195"/>
                  </a:lnTo>
                  <a:lnTo>
                    <a:pt x="57" y="1193"/>
                  </a:lnTo>
                  <a:lnTo>
                    <a:pt x="55" y="1191"/>
                  </a:lnTo>
                  <a:lnTo>
                    <a:pt x="45" y="1176"/>
                  </a:lnTo>
                  <a:lnTo>
                    <a:pt x="45" y="1174"/>
                  </a:lnTo>
                  <a:lnTo>
                    <a:pt x="45" y="1174"/>
                  </a:lnTo>
                  <a:lnTo>
                    <a:pt x="38" y="1193"/>
                  </a:lnTo>
                  <a:lnTo>
                    <a:pt x="34" y="1210"/>
                  </a:lnTo>
                  <a:lnTo>
                    <a:pt x="26" y="1229"/>
                  </a:lnTo>
                  <a:lnTo>
                    <a:pt x="19" y="1247"/>
                  </a:lnTo>
                  <a:lnTo>
                    <a:pt x="17" y="1259"/>
                  </a:lnTo>
                  <a:lnTo>
                    <a:pt x="12" y="1269"/>
                  </a:lnTo>
                  <a:lnTo>
                    <a:pt x="8" y="1281"/>
                  </a:lnTo>
                  <a:lnTo>
                    <a:pt x="5" y="1292"/>
                  </a:lnTo>
                  <a:lnTo>
                    <a:pt x="3" y="1295"/>
                  </a:lnTo>
                  <a:lnTo>
                    <a:pt x="3" y="1297"/>
                  </a:lnTo>
                  <a:lnTo>
                    <a:pt x="0" y="1302"/>
                  </a:lnTo>
                  <a:lnTo>
                    <a:pt x="0" y="1304"/>
                  </a:lnTo>
                  <a:lnTo>
                    <a:pt x="0" y="1304"/>
                  </a:lnTo>
                  <a:lnTo>
                    <a:pt x="0" y="1307"/>
                  </a:lnTo>
                  <a:lnTo>
                    <a:pt x="0" y="1307"/>
                  </a:lnTo>
                  <a:lnTo>
                    <a:pt x="0" y="1307"/>
                  </a:lnTo>
                  <a:lnTo>
                    <a:pt x="8" y="1314"/>
                  </a:lnTo>
                  <a:lnTo>
                    <a:pt x="12" y="1323"/>
                  </a:lnTo>
                  <a:lnTo>
                    <a:pt x="17" y="1330"/>
                  </a:lnTo>
                  <a:lnTo>
                    <a:pt x="22" y="1337"/>
                  </a:lnTo>
                  <a:lnTo>
                    <a:pt x="36" y="1356"/>
                  </a:lnTo>
                  <a:lnTo>
                    <a:pt x="48" y="1373"/>
                  </a:lnTo>
                  <a:lnTo>
                    <a:pt x="60" y="1389"/>
                  </a:lnTo>
                  <a:lnTo>
                    <a:pt x="74" y="1408"/>
                  </a:lnTo>
                  <a:lnTo>
                    <a:pt x="90" y="1427"/>
                  </a:lnTo>
                  <a:lnTo>
                    <a:pt x="107" y="1449"/>
                  </a:lnTo>
                  <a:lnTo>
                    <a:pt x="124" y="1468"/>
                  </a:lnTo>
                  <a:lnTo>
                    <a:pt x="140" y="1489"/>
                  </a:lnTo>
                  <a:lnTo>
                    <a:pt x="154" y="1505"/>
                  </a:lnTo>
                  <a:lnTo>
                    <a:pt x="168" y="1522"/>
                  </a:lnTo>
                  <a:lnTo>
                    <a:pt x="185" y="1541"/>
                  </a:lnTo>
                  <a:lnTo>
                    <a:pt x="199" y="1558"/>
                  </a:lnTo>
                  <a:lnTo>
                    <a:pt x="206" y="1565"/>
                  </a:lnTo>
                  <a:lnTo>
                    <a:pt x="213" y="1572"/>
                  </a:lnTo>
                  <a:lnTo>
                    <a:pt x="221" y="1579"/>
                  </a:lnTo>
                  <a:lnTo>
                    <a:pt x="230" y="1588"/>
                  </a:lnTo>
                  <a:lnTo>
                    <a:pt x="230" y="1588"/>
                  </a:lnTo>
                  <a:lnTo>
                    <a:pt x="232" y="1588"/>
                  </a:lnTo>
                  <a:lnTo>
                    <a:pt x="232" y="1588"/>
                  </a:lnTo>
                  <a:lnTo>
                    <a:pt x="235" y="1588"/>
                  </a:lnTo>
                  <a:lnTo>
                    <a:pt x="239" y="1588"/>
                  </a:lnTo>
                  <a:lnTo>
                    <a:pt x="244" y="1591"/>
                  </a:lnTo>
                  <a:lnTo>
                    <a:pt x="249" y="1591"/>
                  </a:lnTo>
                  <a:lnTo>
                    <a:pt x="254" y="1591"/>
                  </a:lnTo>
                  <a:lnTo>
                    <a:pt x="263" y="1593"/>
                  </a:lnTo>
                  <a:lnTo>
                    <a:pt x="273" y="1595"/>
                  </a:lnTo>
                  <a:lnTo>
                    <a:pt x="282" y="1595"/>
                  </a:lnTo>
                  <a:lnTo>
                    <a:pt x="294" y="1598"/>
                  </a:lnTo>
                  <a:lnTo>
                    <a:pt x="294" y="1598"/>
                  </a:lnTo>
                  <a:lnTo>
                    <a:pt x="296" y="1598"/>
                  </a:lnTo>
                  <a:lnTo>
                    <a:pt x="299" y="1598"/>
                  </a:lnTo>
                  <a:lnTo>
                    <a:pt x="299" y="1600"/>
                  </a:lnTo>
                  <a:lnTo>
                    <a:pt x="301" y="1605"/>
                  </a:lnTo>
                  <a:lnTo>
                    <a:pt x="306" y="1610"/>
                  </a:lnTo>
                  <a:lnTo>
                    <a:pt x="308" y="1614"/>
                  </a:lnTo>
                  <a:lnTo>
                    <a:pt x="310" y="1621"/>
                  </a:lnTo>
                  <a:lnTo>
                    <a:pt x="315" y="1626"/>
                  </a:lnTo>
                  <a:lnTo>
                    <a:pt x="320" y="1633"/>
                  </a:lnTo>
                  <a:lnTo>
                    <a:pt x="322" y="1640"/>
                  </a:lnTo>
                  <a:lnTo>
                    <a:pt x="327" y="1647"/>
                  </a:lnTo>
                  <a:lnTo>
                    <a:pt x="329" y="1650"/>
                  </a:lnTo>
                  <a:lnTo>
                    <a:pt x="332" y="1655"/>
                  </a:lnTo>
                  <a:lnTo>
                    <a:pt x="334" y="1657"/>
                  </a:lnTo>
                  <a:lnTo>
                    <a:pt x="336" y="1659"/>
                  </a:lnTo>
                  <a:lnTo>
                    <a:pt x="344" y="1666"/>
                  </a:lnTo>
                  <a:lnTo>
                    <a:pt x="353" y="1671"/>
                  </a:lnTo>
                  <a:lnTo>
                    <a:pt x="363" y="1674"/>
                  </a:lnTo>
                  <a:lnTo>
                    <a:pt x="372" y="1676"/>
                  </a:lnTo>
                  <a:lnTo>
                    <a:pt x="391" y="1681"/>
                  </a:lnTo>
                  <a:lnTo>
                    <a:pt x="410" y="1688"/>
                  </a:lnTo>
                  <a:lnTo>
                    <a:pt x="431" y="1692"/>
                  </a:lnTo>
                  <a:lnTo>
                    <a:pt x="450" y="1697"/>
                  </a:lnTo>
                  <a:lnTo>
                    <a:pt x="474" y="1704"/>
                  </a:lnTo>
                  <a:lnTo>
                    <a:pt x="497" y="1711"/>
                  </a:lnTo>
                  <a:lnTo>
                    <a:pt x="521" y="1716"/>
                  </a:lnTo>
                  <a:lnTo>
                    <a:pt x="545" y="1721"/>
                  </a:lnTo>
                  <a:lnTo>
                    <a:pt x="561" y="1726"/>
                  </a:lnTo>
                  <a:lnTo>
                    <a:pt x="578" y="1730"/>
                  </a:lnTo>
                  <a:lnTo>
                    <a:pt x="594" y="1733"/>
                  </a:lnTo>
                  <a:lnTo>
                    <a:pt x="613" y="1737"/>
                  </a:lnTo>
                  <a:lnTo>
                    <a:pt x="613" y="1737"/>
                  </a:lnTo>
                  <a:lnTo>
                    <a:pt x="618" y="1737"/>
                  </a:lnTo>
                  <a:lnTo>
                    <a:pt x="620" y="1737"/>
                  </a:lnTo>
                  <a:lnTo>
                    <a:pt x="623" y="1740"/>
                  </a:lnTo>
                  <a:lnTo>
                    <a:pt x="623" y="1745"/>
                  </a:lnTo>
                  <a:lnTo>
                    <a:pt x="623" y="1749"/>
                  </a:lnTo>
                  <a:lnTo>
                    <a:pt x="623" y="1752"/>
                  </a:lnTo>
                  <a:lnTo>
                    <a:pt x="623" y="1756"/>
                  </a:lnTo>
                  <a:lnTo>
                    <a:pt x="623" y="1761"/>
                  </a:lnTo>
                  <a:lnTo>
                    <a:pt x="623" y="1766"/>
                  </a:lnTo>
                  <a:lnTo>
                    <a:pt x="620" y="1768"/>
                  </a:lnTo>
                  <a:lnTo>
                    <a:pt x="620" y="1773"/>
                  </a:lnTo>
                  <a:lnTo>
                    <a:pt x="620" y="1778"/>
                  </a:lnTo>
                  <a:lnTo>
                    <a:pt x="620" y="1780"/>
                  </a:lnTo>
                  <a:lnTo>
                    <a:pt x="620" y="1782"/>
                  </a:lnTo>
                  <a:lnTo>
                    <a:pt x="620" y="1787"/>
                  </a:lnTo>
                  <a:lnTo>
                    <a:pt x="620" y="1832"/>
                  </a:lnTo>
                  <a:lnTo>
                    <a:pt x="618" y="1879"/>
                  </a:lnTo>
                  <a:lnTo>
                    <a:pt x="616" y="1924"/>
                  </a:lnTo>
                  <a:lnTo>
                    <a:pt x="616" y="1972"/>
                  </a:lnTo>
                  <a:lnTo>
                    <a:pt x="613" y="2007"/>
                  </a:lnTo>
                  <a:lnTo>
                    <a:pt x="613" y="2045"/>
                  </a:lnTo>
                  <a:lnTo>
                    <a:pt x="611" y="2081"/>
                  </a:lnTo>
                  <a:lnTo>
                    <a:pt x="611" y="2116"/>
                  </a:lnTo>
                  <a:lnTo>
                    <a:pt x="611" y="2116"/>
                  </a:lnTo>
                  <a:lnTo>
                    <a:pt x="632" y="2119"/>
                  </a:lnTo>
                  <a:lnTo>
                    <a:pt x="651" y="2119"/>
                  </a:lnTo>
                  <a:lnTo>
                    <a:pt x="673" y="2119"/>
                  </a:lnTo>
                  <a:lnTo>
                    <a:pt x="694" y="2119"/>
                  </a:lnTo>
                  <a:lnTo>
                    <a:pt x="713" y="2119"/>
                  </a:lnTo>
                  <a:lnTo>
                    <a:pt x="734" y="2119"/>
                  </a:lnTo>
                  <a:lnTo>
                    <a:pt x="755" y="2119"/>
                  </a:lnTo>
                  <a:lnTo>
                    <a:pt x="774" y="2119"/>
                  </a:lnTo>
                  <a:lnTo>
                    <a:pt x="796" y="2116"/>
                  </a:lnTo>
                  <a:lnTo>
                    <a:pt x="817" y="2116"/>
                  </a:lnTo>
                  <a:lnTo>
                    <a:pt x="836" y="2116"/>
                  </a:lnTo>
                  <a:lnTo>
                    <a:pt x="857" y="2116"/>
                  </a:lnTo>
                  <a:lnTo>
                    <a:pt x="878" y="2114"/>
                  </a:lnTo>
                  <a:lnTo>
                    <a:pt x="897" y="2114"/>
                  </a:lnTo>
                  <a:lnTo>
                    <a:pt x="919" y="2111"/>
                  </a:lnTo>
                  <a:lnTo>
                    <a:pt x="940" y="2111"/>
                  </a:lnTo>
                  <a:lnTo>
                    <a:pt x="940" y="2111"/>
                  </a:lnTo>
                  <a:lnTo>
                    <a:pt x="940" y="2109"/>
                  </a:lnTo>
                  <a:lnTo>
                    <a:pt x="940" y="2109"/>
                  </a:lnTo>
                  <a:lnTo>
                    <a:pt x="940" y="2109"/>
                  </a:lnTo>
                  <a:lnTo>
                    <a:pt x="940" y="2109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4"/>
                  </a:lnTo>
                  <a:lnTo>
                    <a:pt x="942" y="2102"/>
                  </a:lnTo>
                  <a:lnTo>
                    <a:pt x="942" y="2102"/>
                  </a:lnTo>
                  <a:lnTo>
                    <a:pt x="942" y="2100"/>
                  </a:lnTo>
                  <a:lnTo>
                    <a:pt x="942" y="2100"/>
                  </a:lnTo>
                  <a:lnTo>
                    <a:pt x="942" y="2100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5"/>
                  </a:lnTo>
                  <a:lnTo>
                    <a:pt x="942" y="2095"/>
                  </a:lnTo>
                  <a:lnTo>
                    <a:pt x="942" y="2095"/>
                  </a:lnTo>
                  <a:lnTo>
                    <a:pt x="942" y="2093"/>
                  </a:lnTo>
                  <a:lnTo>
                    <a:pt x="942" y="2090"/>
                  </a:lnTo>
                  <a:lnTo>
                    <a:pt x="942" y="2088"/>
                  </a:lnTo>
                  <a:lnTo>
                    <a:pt x="942" y="2088"/>
                  </a:lnTo>
                  <a:lnTo>
                    <a:pt x="942" y="2088"/>
                  </a:lnTo>
                  <a:lnTo>
                    <a:pt x="942" y="2088"/>
                  </a:lnTo>
                  <a:lnTo>
                    <a:pt x="942" y="2085"/>
                  </a:lnTo>
                  <a:lnTo>
                    <a:pt x="942" y="2085"/>
                  </a:lnTo>
                  <a:lnTo>
                    <a:pt x="942" y="2083"/>
                  </a:lnTo>
                  <a:lnTo>
                    <a:pt x="945" y="2081"/>
                  </a:lnTo>
                  <a:lnTo>
                    <a:pt x="945" y="2078"/>
                  </a:lnTo>
                  <a:lnTo>
                    <a:pt x="945" y="2078"/>
                  </a:lnTo>
                  <a:lnTo>
                    <a:pt x="945" y="2076"/>
                  </a:lnTo>
                  <a:lnTo>
                    <a:pt x="945" y="2076"/>
                  </a:lnTo>
                  <a:lnTo>
                    <a:pt x="945" y="2074"/>
                  </a:lnTo>
                  <a:lnTo>
                    <a:pt x="945" y="2074"/>
                  </a:lnTo>
                  <a:lnTo>
                    <a:pt x="945" y="2071"/>
                  </a:lnTo>
                  <a:lnTo>
                    <a:pt x="942" y="2066"/>
                  </a:lnTo>
                  <a:lnTo>
                    <a:pt x="940" y="2066"/>
                  </a:lnTo>
                  <a:lnTo>
                    <a:pt x="935" y="2066"/>
                  </a:lnTo>
                  <a:lnTo>
                    <a:pt x="938" y="2064"/>
                  </a:lnTo>
                  <a:lnTo>
                    <a:pt x="942" y="2066"/>
                  </a:lnTo>
                  <a:lnTo>
                    <a:pt x="942" y="2064"/>
                  </a:lnTo>
                  <a:lnTo>
                    <a:pt x="942" y="2064"/>
                  </a:lnTo>
                  <a:lnTo>
                    <a:pt x="940" y="2062"/>
                  </a:lnTo>
                  <a:lnTo>
                    <a:pt x="938" y="2062"/>
                  </a:lnTo>
                  <a:lnTo>
                    <a:pt x="940" y="2062"/>
                  </a:lnTo>
                  <a:lnTo>
                    <a:pt x="945" y="2062"/>
                  </a:lnTo>
                  <a:lnTo>
                    <a:pt x="947" y="2062"/>
                  </a:lnTo>
                  <a:lnTo>
                    <a:pt x="947" y="2059"/>
                  </a:lnTo>
                  <a:lnTo>
                    <a:pt x="949" y="2059"/>
                  </a:lnTo>
                  <a:lnTo>
                    <a:pt x="949" y="2057"/>
                  </a:lnTo>
                  <a:lnTo>
                    <a:pt x="947" y="2057"/>
                  </a:lnTo>
                  <a:lnTo>
                    <a:pt x="947" y="2057"/>
                  </a:lnTo>
                  <a:lnTo>
                    <a:pt x="947" y="2057"/>
                  </a:lnTo>
                  <a:lnTo>
                    <a:pt x="949" y="2055"/>
                  </a:lnTo>
                  <a:lnTo>
                    <a:pt x="949" y="2055"/>
                  </a:lnTo>
                  <a:lnTo>
                    <a:pt x="949" y="2052"/>
                  </a:lnTo>
                  <a:lnTo>
                    <a:pt x="949" y="2052"/>
                  </a:lnTo>
                  <a:lnTo>
                    <a:pt x="949" y="2052"/>
                  </a:lnTo>
                  <a:lnTo>
                    <a:pt x="949" y="2050"/>
                  </a:lnTo>
                  <a:lnTo>
                    <a:pt x="949" y="2050"/>
                  </a:lnTo>
                  <a:lnTo>
                    <a:pt x="952" y="2045"/>
                  </a:lnTo>
                  <a:lnTo>
                    <a:pt x="952" y="2045"/>
                  </a:lnTo>
                  <a:lnTo>
                    <a:pt x="952" y="2043"/>
                  </a:lnTo>
                  <a:lnTo>
                    <a:pt x="952" y="2040"/>
                  </a:lnTo>
                  <a:lnTo>
                    <a:pt x="952" y="2038"/>
                  </a:lnTo>
                  <a:lnTo>
                    <a:pt x="952" y="2036"/>
                  </a:lnTo>
                  <a:lnTo>
                    <a:pt x="952" y="2036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1"/>
                  </a:lnTo>
                  <a:lnTo>
                    <a:pt x="954" y="2031"/>
                  </a:lnTo>
                  <a:lnTo>
                    <a:pt x="956" y="2029"/>
                  </a:lnTo>
                  <a:lnTo>
                    <a:pt x="956" y="2029"/>
                  </a:lnTo>
                  <a:lnTo>
                    <a:pt x="956" y="2029"/>
                  </a:lnTo>
                  <a:lnTo>
                    <a:pt x="956" y="2029"/>
                  </a:lnTo>
                  <a:lnTo>
                    <a:pt x="956" y="2026"/>
                  </a:lnTo>
                  <a:lnTo>
                    <a:pt x="959" y="2026"/>
                  </a:lnTo>
                  <a:lnTo>
                    <a:pt x="959" y="2026"/>
                  </a:lnTo>
                  <a:lnTo>
                    <a:pt x="959" y="2024"/>
                  </a:lnTo>
                  <a:lnTo>
                    <a:pt x="959" y="2022"/>
                  </a:lnTo>
                  <a:lnTo>
                    <a:pt x="959" y="2019"/>
                  </a:lnTo>
                  <a:lnTo>
                    <a:pt x="959" y="2017"/>
                  </a:lnTo>
                  <a:lnTo>
                    <a:pt x="961" y="2017"/>
                  </a:lnTo>
                  <a:lnTo>
                    <a:pt x="961" y="2014"/>
                  </a:lnTo>
                  <a:lnTo>
                    <a:pt x="961" y="2014"/>
                  </a:lnTo>
                  <a:lnTo>
                    <a:pt x="961" y="2012"/>
                  </a:lnTo>
                  <a:lnTo>
                    <a:pt x="961" y="2012"/>
                  </a:lnTo>
                  <a:lnTo>
                    <a:pt x="961" y="2012"/>
                  </a:lnTo>
                  <a:lnTo>
                    <a:pt x="964" y="2012"/>
                  </a:lnTo>
                  <a:lnTo>
                    <a:pt x="964" y="2012"/>
                  </a:lnTo>
                  <a:lnTo>
                    <a:pt x="966" y="2012"/>
                  </a:lnTo>
                  <a:lnTo>
                    <a:pt x="966" y="2012"/>
                  </a:lnTo>
                  <a:lnTo>
                    <a:pt x="966" y="2010"/>
                  </a:lnTo>
                  <a:lnTo>
                    <a:pt x="968" y="2010"/>
                  </a:lnTo>
                  <a:lnTo>
                    <a:pt x="966" y="2007"/>
                  </a:lnTo>
                  <a:lnTo>
                    <a:pt x="966" y="2007"/>
                  </a:lnTo>
                  <a:lnTo>
                    <a:pt x="966" y="2010"/>
                  </a:lnTo>
                  <a:lnTo>
                    <a:pt x="964" y="2010"/>
                  </a:lnTo>
                  <a:lnTo>
                    <a:pt x="964" y="2007"/>
                  </a:lnTo>
                  <a:lnTo>
                    <a:pt x="964" y="2007"/>
                  </a:lnTo>
                  <a:lnTo>
                    <a:pt x="964" y="2005"/>
                  </a:lnTo>
                  <a:lnTo>
                    <a:pt x="964" y="2005"/>
                  </a:lnTo>
                  <a:lnTo>
                    <a:pt x="961" y="2005"/>
                  </a:lnTo>
                  <a:lnTo>
                    <a:pt x="964" y="2003"/>
                  </a:lnTo>
                  <a:lnTo>
                    <a:pt x="964" y="2003"/>
                  </a:lnTo>
                  <a:lnTo>
                    <a:pt x="966" y="2000"/>
                  </a:lnTo>
                  <a:lnTo>
                    <a:pt x="964" y="2000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4" y="1995"/>
                  </a:lnTo>
                  <a:lnTo>
                    <a:pt x="964" y="1995"/>
                  </a:lnTo>
                  <a:lnTo>
                    <a:pt x="964" y="1995"/>
                  </a:lnTo>
                  <a:lnTo>
                    <a:pt x="964" y="1993"/>
                  </a:lnTo>
                  <a:lnTo>
                    <a:pt x="964" y="1993"/>
                  </a:lnTo>
                  <a:lnTo>
                    <a:pt x="961" y="1991"/>
                  </a:lnTo>
                  <a:lnTo>
                    <a:pt x="959" y="1991"/>
                  </a:lnTo>
                  <a:lnTo>
                    <a:pt x="961" y="1991"/>
                  </a:lnTo>
                  <a:lnTo>
                    <a:pt x="966" y="1991"/>
                  </a:lnTo>
                  <a:lnTo>
                    <a:pt x="968" y="1991"/>
                  </a:lnTo>
                  <a:lnTo>
                    <a:pt x="968" y="1991"/>
                  </a:lnTo>
                  <a:lnTo>
                    <a:pt x="971" y="1991"/>
                  </a:lnTo>
                  <a:lnTo>
                    <a:pt x="973" y="1988"/>
                  </a:lnTo>
                  <a:lnTo>
                    <a:pt x="973" y="1988"/>
                  </a:lnTo>
                  <a:lnTo>
                    <a:pt x="971" y="1988"/>
                  </a:lnTo>
                  <a:lnTo>
                    <a:pt x="973" y="1986"/>
                  </a:lnTo>
                  <a:lnTo>
                    <a:pt x="973" y="1986"/>
                  </a:lnTo>
                  <a:lnTo>
                    <a:pt x="971" y="1984"/>
                  </a:lnTo>
                  <a:lnTo>
                    <a:pt x="971" y="1984"/>
                  </a:lnTo>
                  <a:lnTo>
                    <a:pt x="968" y="1984"/>
                  </a:lnTo>
                  <a:lnTo>
                    <a:pt x="968" y="1984"/>
                  </a:lnTo>
                  <a:lnTo>
                    <a:pt x="968" y="1984"/>
                  </a:lnTo>
                  <a:lnTo>
                    <a:pt x="968" y="1984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79"/>
                  </a:lnTo>
                  <a:lnTo>
                    <a:pt x="966" y="1979"/>
                  </a:lnTo>
                  <a:lnTo>
                    <a:pt x="966" y="1979"/>
                  </a:lnTo>
                  <a:lnTo>
                    <a:pt x="966" y="1979"/>
                  </a:lnTo>
                  <a:lnTo>
                    <a:pt x="964" y="1977"/>
                  </a:lnTo>
                  <a:lnTo>
                    <a:pt x="966" y="1974"/>
                  </a:lnTo>
                  <a:lnTo>
                    <a:pt x="966" y="1974"/>
                  </a:lnTo>
                  <a:lnTo>
                    <a:pt x="968" y="1974"/>
                  </a:lnTo>
                  <a:lnTo>
                    <a:pt x="968" y="1972"/>
                  </a:lnTo>
                  <a:lnTo>
                    <a:pt x="968" y="1972"/>
                  </a:lnTo>
                  <a:lnTo>
                    <a:pt x="971" y="1967"/>
                  </a:lnTo>
                  <a:lnTo>
                    <a:pt x="971" y="1967"/>
                  </a:lnTo>
                  <a:lnTo>
                    <a:pt x="971" y="1967"/>
                  </a:lnTo>
                  <a:lnTo>
                    <a:pt x="971" y="1967"/>
                  </a:lnTo>
                  <a:lnTo>
                    <a:pt x="973" y="1967"/>
                  </a:lnTo>
                  <a:lnTo>
                    <a:pt x="973" y="1969"/>
                  </a:lnTo>
                  <a:lnTo>
                    <a:pt x="973" y="1967"/>
                  </a:lnTo>
                  <a:lnTo>
                    <a:pt x="975" y="1965"/>
                  </a:lnTo>
                  <a:lnTo>
                    <a:pt x="975" y="1962"/>
                  </a:lnTo>
                  <a:lnTo>
                    <a:pt x="983" y="1955"/>
                  </a:lnTo>
                  <a:lnTo>
                    <a:pt x="983" y="1955"/>
                  </a:lnTo>
                  <a:lnTo>
                    <a:pt x="985" y="1955"/>
                  </a:lnTo>
                  <a:lnTo>
                    <a:pt x="985" y="1955"/>
                  </a:lnTo>
                  <a:lnTo>
                    <a:pt x="992" y="1950"/>
                  </a:lnTo>
                  <a:lnTo>
                    <a:pt x="990" y="1950"/>
                  </a:lnTo>
                  <a:lnTo>
                    <a:pt x="987" y="1950"/>
                  </a:lnTo>
                  <a:lnTo>
                    <a:pt x="987" y="1950"/>
                  </a:lnTo>
                  <a:lnTo>
                    <a:pt x="985" y="1950"/>
                  </a:lnTo>
                  <a:lnTo>
                    <a:pt x="985" y="1948"/>
                  </a:lnTo>
                  <a:lnTo>
                    <a:pt x="985" y="1948"/>
                  </a:lnTo>
                  <a:lnTo>
                    <a:pt x="985" y="1948"/>
                  </a:lnTo>
                  <a:lnTo>
                    <a:pt x="985" y="1948"/>
                  </a:lnTo>
                  <a:lnTo>
                    <a:pt x="987" y="1948"/>
                  </a:lnTo>
                  <a:lnTo>
                    <a:pt x="990" y="1948"/>
                  </a:lnTo>
                  <a:lnTo>
                    <a:pt x="992" y="1948"/>
                  </a:lnTo>
                  <a:lnTo>
                    <a:pt x="992" y="1948"/>
                  </a:lnTo>
                  <a:lnTo>
                    <a:pt x="992" y="1950"/>
                  </a:lnTo>
                  <a:lnTo>
                    <a:pt x="992" y="1950"/>
                  </a:lnTo>
                  <a:lnTo>
                    <a:pt x="992" y="1950"/>
                  </a:lnTo>
                  <a:lnTo>
                    <a:pt x="994" y="1948"/>
                  </a:lnTo>
                  <a:lnTo>
                    <a:pt x="994" y="1946"/>
                  </a:lnTo>
                  <a:lnTo>
                    <a:pt x="994" y="1946"/>
                  </a:lnTo>
                  <a:lnTo>
                    <a:pt x="992" y="1946"/>
                  </a:lnTo>
                  <a:lnTo>
                    <a:pt x="992" y="1946"/>
                  </a:lnTo>
                  <a:lnTo>
                    <a:pt x="990" y="1946"/>
                  </a:lnTo>
                  <a:lnTo>
                    <a:pt x="987" y="1946"/>
                  </a:lnTo>
                  <a:lnTo>
                    <a:pt x="987" y="1946"/>
                  </a:lnTo>
                  <a:lnTo>
                    <a:pt x="985" y="1946"/>
                  </a:lnTo>
                  <a:lnTo>
                    <a:pt x="985" y="1943"/>
                  </a:lnTo>
                  <a:lnTo>
                    <a:pt x="985" y="1943"/>
                  </a:lnTo>
                  <a:lnTo>
                    <a:pt x="987" y="1943"/>
                  </a:lnTo>
                  <a:lnTo>
                    <a:pt x="987" y="1943"/>
                  </a:lnTo>
                  <a:lnTo>
                    <a:pt x="990" y="1943"/>
                  </a:lnTo>
                  <a:lnTo>
                    <a:pt x="983" y="1941"/>
                  </a:lnTo>
                  <a:lnTo>
                    <a:pt x="983" y="1941"/>
                  </a:lnTo>
                  <a:lnTo>
                    <a:pt x="983" y="1941"/>
                  </a:lnTo>
                  <a:lnTo>
                    <a:pt x="983" y="1941"/>
                  </a:lnTo>
                  <a:lnTo>
                    <a:pt x="978" y="1941"/>
                  </a:lnTo>
                  <a:lnTo>
                    <a:pt x="978" y="1941"/>
                  </a:lnTo>
                  <a:lnTo>
                    <a:pt x="978" y="1939"/>
                  </a:lnTo>
                  <a:lnTo>
                    <a:pt x="978" y="1939"/>
                  </a:lnTo>
                  <a:lnTo>
                    <a:pt x="983" y="1936"/>
                  </a:lnTo>
                  <a:lnTo>
                    <a:pt x="980" y="1936"/>
                  </a:lnTo>
                  <a:lnTo>
                    <a:pt x="978" y="1934"/>
                  </a:lnTo>
                  <a:lnTo>
                    <a:pt x="975" y="1932"/>
                  </a:lnTo>
                  <a:lnTo>
                    <a:pt x="978" y="1932"/>
                  </a:lnTo>
                  <a:lnTo>
                    <a:pt x="983" y="1934"/>
                  </a:lnTo>
                  <a:lnTo>
                    <a:pt x="990" y="1936"/>
                  </a:lnTo>
                  <a:lnTo>
                    <a:pt x="990" y="1936"/>
                  </a:lnTo>
                  <a:lnTo>
                    <a:pt x="992" y="1936"/>
                  </a:lnTo>
                  <a:lnTo>
                    <a:pt x="990" y="1936"/>
                  </a:lnTo>
                  <a:lnTo>
                    <a:pt x="990" y="1934"/>
                  </a:lnTo>
                  <a:lnTo>
                    <a:pt x="990" y="1934"/>
                  </a:lnTo>
                  <a:lnTo>
                    <a:pt x="990" y="1934"/>
                  </a:lnTo>
                  <a:lnTo>
                    <a:pt x="987" y="1934"/>
                  </a:lnTo>
                  <a:lnTo>
                    <a:pt x="985" y="1932"/>
                  </a:lnTo>
                  <a:lnTo>
                    <a:pt x="987" y="1932"/>
                  </a:lnTo>
                  <a:lnTo>
                    <a:pt x="994" y="1932"/>
                  </a:lnTo>
                  <a:lnTo>
                    <a:pt x="994" y="1929"/>
                  </a:lnTo>
                  <a:lnTo>
                    <a:pt x="985" y="1924"/>
                  </a:lnTo>
                  <a:lnTo>
                    <a:pt x="985" y="1924"/>
                  </a:lnTo>
                  <a:lnTo>
                    <a:pt x="990" y="1924"/>
                  </a:lnTo>
                  <a:lnTo>
                    <a:pt x="990" y="1924"/>
                  </a:lnTo>
                  <a:lnTo>
                    <a:pt x="990" y="1924"/>
                  </a:lnTo>
                  <a:lnTo>
                    <a:pt x="987" y="1922"/>
                  </a:lnTo>
                  <a:lnTo>
                    <a:pt x="987" y="1922"/>
                  </a:lnTo>
                  <a:lnTo>
                    <a:pt x="987" y="1922"/>
                  </a:lnTo>
                  <a:lnTo>
                    <a:pt x="990" y="1922"/>
                  </a:lnTo>
                  <a:lnTo>
                    <a:pt x="990" y="1922"/>
                  </a:lnTo>
                  <a:lnTo>
                    <a:pt x="992" y="1924"/>
                  </a:lnTo>
                  <a:lnTo>
                    <a:pt x="994" y="1927"/>
                  </a:lnTo>
                  <a:lnTo>
                    <a:pt x="994" y="1927"/>
                  </a:lnTo>
                  <a:lnTo>
                    <a:pt x="994" y="1927"/>
                  </a:lnTo>
                  <a:lnTo>
                    <a:pt x="994" y="1927"/>
                  </a:lnTo>
                  <a:lnTo>
                    <a:pt x="997" y="1924"/>
                  </a:lnTo>
                  <a:lnTo>
                    <a:pt x="997" y="1924"/>
                  </a:lnTo>
                  <a:lnTo>
                    <a:pt x="994" y="1922"/>
                  </a:lnTo>
                  <a:lnTo>
                    <a:pt x="994" y="1922"/>
                  </a:lnTo>
                  <a:lnTo>
                    <a:pt x="994" y="1922"/>
                  </a:lnTo>
                  <a:lnTo>
                    <a:pt x="994" y="1922"/>
                  </a:lnTo>
                  <a:lnTo>
                    <a:pt x="997" y="1922"/>
                  </a:lnTo>
                  <a:lnTo>
                    <a:pt x="997" y="1922"/>
                  </a:lnTo>
                  <a:lnTo>
                    <a:pt x="997" y="1922"/>
                  </a:lnTo>
                  <a:lnTo>
                    <a:pt x="997" y="1922"/>
                  </a:lnTo>
                  <a:lnTo>
                    <a:pt x="999" y="1922"/>
                  </a:lnTo>
                  <a:lnTo>
                    <a:pt x="999" y="1922"/>
                  </a:lnTo>
                  <a:lnTo>
                    <a:pt x="999" y="1922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1001" y="1920"/>
                  </a:lnTo>
                  <a:lnTo>
                    <a:pt x="1001" y="1920"/>
                  </a:lnTo>
                  <a:lnTo>
                    <a:pt x="1004" y="1917"/>
                  </a:lnTo>
                  <a:lnTo>
                    <a:pt x="1004" y="1917"/>
                  </a:lnTo>
                  <a:lnTo>
                    <a:pt x="1004" y="1915"/>
                  </a:lnTo>
                  <a:lnTo>
                    <a:pt x="1004" y="1915"/>
                  </a:lnTo>
                  <a:lnTo>
                    <a:pt x="1001" y="1915"/>
                  </a:lnTo>
                  <a:lnTo>
                    <a:pt x="1001" y="1915"/>
                  </a:lnTo>
                  <a:lnTo>
                    <a:pt x="999" y="1915"/>
                  </a:lnTo>
                  <a:lnTo>
                    <a:pt x="997" y="1915"/>
                  </a:lnTo>
                  <a:lnTo>
                    <a:pt x="994" y="1915"/>
                  </a:lnTo>
                  <a:lnTo>
                    <a:pt x="997" y="1913"/>
                  </a:lnTo>
                  <a:lnTo>
                    <a:pt x="997" y="1913"/>
                  </a:lnTo>
                  <a:lnTo>
                    <a:pt x="997" y="1910"/>
                  </a:lnTo>
                  <a:lnTo>
                    <a:pt x="997" y="1910"/>
                  </a:lnTo>
                  <a:lnTo>
                    <a:pt x="997" y="1910"/>
                  </a:lnTo>
                  <a:lnTo>
                    <a:pt x="997" y="1910"/>
                  </a:lnTo>
                  <a:lnTo>
                    <a:pt x="999" y="1910"/>
                  </a:lnTo>
                  <a:lnTo>
                    <a:pt x="1001" y="1910"/>
                  </a:lnTo>
                  <a:lnTo>
                    <a:pt x="1001" y="1908"/>
                  </a:lnTo>
                  <a:lnTo>
                    <a:pt x="999" y="1908"/>
                  </a:lnTo>
                  <a:lnTo>
                    <a:pt x="1001" y="1908"/>
                  </a:lnTo>
                  <a:lnTo>
                    <a:pt x="1001" y="1908"/>
                  </a:lnTo>
                  <a:lnTo>
                    <a:pt x="1004" y="1908"/>
                  </a:lnTo>
                  <a:lnTo>
                    <a:pt x="1004" y="1908"/>
                  </a:lnTo>
                  <a:lnTo>
                    <a:pt x="1004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9" y="1908"/>
                  </a:lnTo>
                  <a:lnTo>
                    <a:pt x="1009" y="1908"/>
                  </a:lnTo>
                  <a:lnTo>
                    <a:pt x="1009" y="1908"/>
                  </a:lnTo>
                  <a:lnTo>
                    <a:pt x="1009" y="1906"/>
                  </a:lnTo>
                  <a:lnTo>
                    <a:pt x="1009" y="1906"/>
                  </a:lnTo>
                  <a:lnTo>
                    <a:pt x="1011" y="1906"/>
                  </a:lnTo>
                  <a:lnTo>
                    <a:pt x="1009" y="1903"/>
                  </a:lnTo>
                  <a:lnTo>
                    <a:pt x="1009" y="1903"/>
                  </a:lnTo>
                  <a:lnTo>
                    <a:pt x="1006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1" y="1901"/>
                  </a:lnTo>
                  <a:lnTo>
                    <a:pt x="999" y="1898"/>
                  </a:lnTo>
                  <a:lnTo>
                    <a:pt x="997" y="1896"/>
                  </a:lnTo>
                  <a:lnTo>
                    <a:pt x="992" y="1896"/>
                  </a:lnTo>
                  <a:lnTo>
                    <a:pt x="992" y="1896"/>
                  </a:lnTo>
                  <a:lnTo>
                    <a:pt x="987" y="1894"/>
                  </a:lnTo>
                  <a:lnTo>
                    <a:pt x="994" y="1896"/>
                  </a:lnTo>
                  <a:lnTo>
                    <a:pt x="1001" y="1896"/>
                  </a:lnTo>
                  <a:lnTo>
                    <a:pt x="1004" y="1898"/>
                  </a:lnTo>
                  <a:lnTo>
                    <a:pt x="1004" y="1896"/>
                  </a:lnTo>
                  <a:lnTo>
                    <a:pt x="1006" y="1896"/>
                  </a:lnTo>
                  <a:lnTo>
                    <a:pt x="1006" y="1898"/>
                  </a:lnTo>
                  <a:lnTo>
                    <a:pt x="1006" y="1898"/>
                  </a:lnTo>
                  <a:lnTo>
                    <a:pt x="1009" y="1898"/>
                  </a:lnTo>
                  <a:lnTo>
                    <a:pt x="1009" y="1898"/>
                  </a:lnTo>
                  <a:lnTo>
                    <a:pt x="1009" y="1898"/>
                  </a:lnTo>
                  <a:lnTo>
                    <a:pt x="1011" y="1898"/>
                  </a:lnTo>
                  <a:lnTo>
                    <a:pt x="1011" y="1898"/>
                  </a:lnTo>
                  <a:lnTo>
                    <a:pt x="1011" y="1898"/>
                  </a:lnTo>
                  <a:lnTo>
                    <a:pt x="1011" y="1898"/>
                  </a:lnTo>
                  <a:lnTo>
                    <a:pt x="1011" y="1901"/>
                  </a:lnTo>
                  <a:lnTo>
                    <a:pt x="1013" y="1901"/>
                  </a:lnTo>
                  <a:lnTo>
                    <a:pt x="1013" y="1901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6" y="1906"/>
                  </a:lnTo>
                  <a:lnTo>
                    <a:pt x="1016" y="1908"/>
                  </a:lnTo>
                  <a:lnTo>
                    <a:pt x="1018" y="1908"/>
                  </a:lnTo>
                  <a:lnTo>
                    <a:pt x="1018" y="1910"/>
                  </a:lnTo>
                  <a:lnTo>
                    <a:pt x="1020" y="1908"/>
                  </a:lnTo>
                  <a:lnTo>
                    <a:pt x="1023" y="1910"/>
                  </a:lnTo>
                  <a:lnTo>
                    <a:pt x="1023" y="1910"/>
                  </a:lnTo>
                  <a:lnTo>
                    <a:pt x="1023" y="1910"/>
                  </a:lnTo>
                  <a:lnTo>
                    <a:pt x="1023" y="1908"/>
                  </a:lnTo>
                  <a:lnTo>
                    <a:pt x="1020" y="1908"/>
                  </a:lnTo>
                  <a:lnTo>
                    <a:pt x="1018" y="1906"/>
                  </a:lnTo>
                  <a:lnTo>
                    <a:pt x="1018" y="1906"/>
                  </a:lnTo>
                  <a:lnTo>
                    <a:pt x="1018" y="1903"/>
                  </a:lnTo>
                  <a:lnTo>
                    <a:pt x="1018" y="1903"/>
                  </a:lnTo>
                  <a:lnTo>
                    <a:pt x="1016" y="1903"/>
                  </a:lnTo>
                  <a:lnTo>
                    <a:pt x="1016" y="1901"/>
                  </a:lnTo>
                  <a:lnTo>
                    <a:pt x="1016" y="1901"/>
                  </a:lnTo>
                  <a:lnTo>
                    <a:pt x="1016" y="1901"/>
                  </a:lnTo>
                  <a:lnTo>
                    <a:pt x="1016" y="1898"/>
                  </a:lnTo>
                  <a:lnTo>
                    <a:pt x="1016" y="1898"/>
                  </a:lnTo>
                  <a:lnTo>
                    <a:pt x="1016" y="1898"/>
                  </a:lnTo>
                  <a:lnTo>
                    <a:pt x="1016" y="1898"/>
                  </a:lnTo>
                  <a:lnTo>
                    <a:pt x="1016" y="1896"/>
                  </a:lnTo>
                  <a:lnTo>
                    <a:pt x="1016" y="1896"/>
                  </a:lnTo>
                  <a:lnTo>
                    <a:pt x="1016" y="1896"/>
                  </a:lnTo>
                  <a:lnTo>
                    <a:pt x="1013" y="1894"/>
                  </a:lnTo>
                  <a:lnTo>
                    <a:pt x="1013" y="1894"/>
                  </a:lnTo>
                  <a:lnTo>
                    <a:pt x="1011" y="1894"/>
                  </a:lnTo>
                  <a:lnTo>
                    <a:pt x="1006" y="1894"/>
                  </a:lnTo>
                  <a:lnTo>
                    <a:pt x="1006" y="1894"/>
                  </a:lnTo>
                  <a:lnTo>
                    <a:pt x="1006" y="1894"/>
                  </a:lnTo>
                  <a:lnTo>
                    <a:pt x="1009" y="1891"/>
                  </a:lnTo>
                  <a:lnTo>
                    <a:pt x="1009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89"/>
                  </a:lnTo>
                  <a:lnTo>
                    <a:pt x="1011" y="1889"/>
                  </a:lnTo>
                  <a:lnTo>
                    <a:pt x="1011" y="1889"/>
                  </a:lnTo>
                  <a:lnTo>
                    <a:pt x="1011" y="1887"/>
                  </a:lnTo>
                  <a:lnTo>
                    <a:pt x="1009" y="1887"/>
                  </a:lnTo>
                  <a:lnTo>
                    <a:pt x="1009" y="1884"/>
                  </a:lnTo>
                  <a:lnTo>
                    <a:pt x="1009" y="1884"/>
                  </a:lnTo>
                  <a:lnTo>
                    <a:pt x="1011" y="1882"/>
                  </a:lnTo>
                  <a:lnTo>
                    <a:pt x="1011" y="1882"/>
                  </a:lnTo>
                  <a:lnTo>
                    <a:pt x="1013" y="1882"/>
                  </a:lnTo>
                  <a:lnTo>
                    <a:pt x="1016" y="1882"/>
                  </a:lnTo>
                  <a:lnTo>
                    <a:pt x="1016" y="1884"/>
                  </a:lnTo>
                  <a:lnTo>
                    <a:pt x="1018" y="1884"/>
                  </a:lnTo>
                  <a:lnTo>
                    <a:pt x="1018" y="1884"/>
                  </a:lnTo>
                  <a:lnTo>
                    <a:pt x="1018" y="1884"/>
                  </a:lnTo>
                  <a:lnTo>
                    <a:pt x="1018" y="1882"/>
                  </a:lnTo>
                  <a:lnTo>
                    <a:pt x="1018" y="1882"/>
                  </a:lnTo>
                  <a:lnTo>
                    <a:pt x="1018" y="1882"/>
                  </a:lnTo>
                  <a:lnTo>
                    <a:pt x="1018" y="1882"/>
                  </a:lnTo>
                  <a:lnTo>
                    <a:pt x="1016" y="1882"/>
                  </a:lnTo>
                  <a:lnTo>
                    <a:pt x="1018" y="1879"/>
                  </a:lnTo>
                  <a:lnTo>
                    <a:pt x="1018" y="1879"/>
                  </a:lnTo>
                  <a:lnTo>
                    <a:pt x="1018" y="1879"/>
                  </a:lnTo>
                  <a:lnTo>
                    <a:pt x="1018" y="1879"/>
                  </a:lnTo>
                  <a:lnTo>
                    <a:pt x="1018" y="1877"/>
                  </a:lnTo>
                  <a:lnTo>
                    <a:pt x="1018" y="1877"/>
                  </a:lnTo>
                  <a:lnTo>
                    <a:pt x="1018" y="1877"/>
                  </a:lnTo>
                  <a:lnTo>
                    <a:pt x="1018" y="1879"/>
                  </a:lnTo>
                  <a:lnTo>
                    <a:pt x="1016" y="1879"/>
                  </a:lnTo>
                  <a:lnTo>
                    <a:pt x="1016" y="1879"/>
                  </a:lnTo>
                  <a:lnTo>
                    <a:pt x="1016" y="1879"/>
                  </a:lnTo>
                  <a:lnTo>
                    <a:pt x="1016" y="1877"/>
                  </a:lnTo>
                  <a:lnTo>
                    <a:pt x="1016" y="1877"/>
                  </a:lnTo>
                  <a:lnTo>
                    <a:pt x="1016" y="1877"/>
                  </a:lnTo>
                  <a:lnTo>
                    <a:pt x="1016" y="1877"/>
                  </a:lnTo>
                  <a:lnTo>
                    <a:pt x="1016" y="1875"/>
                  </a:lnTo>
                  <a:lnTo>
                    <a:pt x="1016" y="1875"/>
                  </a:lnTo>
                  <a:lnTo>
                    <a:pt x="1016" y="1875"/>
                  </a:lnTo>
                  <a:lnTo>
                    <a:pt x="1013" y="1875"/>
                  </a:lnTo>
                  <a:lnTo>
                    <a:pt x="1016" y="1872"/>
                  </a:lnTo>
                  <a:lnTo>
                    <a:pt x="1013" y="1872"/>
                  </a:lnTo>
                  <a:lnTo>
                    <a:pt x="1013" y="1870"/>
                  </a:lnTo>
                  <a:lnTo>
                    <a:pt x="1013" y="1870"/>
                  </a:lnTo>
                  <a:lnTo>
                    <a:pt x="1013" y="1868"/>
                  </a:lnTo>
                  <a:lnTo>
                    <a:pt x="1013" y="1868"/>
                  </a:lnTo>
                  <a:lnTo>
                    <a:pt x="1013" y="1870"/>
                  </a:lnTo>
                  <a:lnTo>
                    <a:pt x="1013" y="1870"/>
                  </a:lnTo>
                  <a:lnTo>
                    <a:pt x="1016" y="1872"/>
                  </a:lnTo>
                  <a:lnTo>
                    <a:pt x="1016" y="1872"/>
                  </a:lnTo>
                  <a:lnTo>
                    <a:pt x="1018" y="1872"/>
                  </a:lnTo>
                  <a:lnTo>
                    <a:pt x="1018" y="1872"/>
                  </a:lnTo>
                  <a:lnTo>
                    <a:pt x="1018" y="1872"/>
                  </a:lnTo>
                  <a:lnTo>
                    <a:pt x="1018" y="1870"/>
                  </a:lnTo>
                  <a:lnTo>
                    <a:pt x="1018" y="1870"/>
                  </a:lnTo>
                  <a:lnTo>
                    <a:pt x="1020" y="1870"/>
                  </a:lnTo>
                  <a:lnTo>
                    <a:pt x="1018" y="1872"/>
                  </a:lnTo>
                  <a:lnTo>
                    <a:pt x="1018" y="1875"/>
                  </a:lnTo>
                  <a:lnTo>
                    <a:pt x="1020" y="1875"/>
                  </a:lnTo>
                  <a:lnTo>
                    <a:pt x="1020" y="1875"/>
                  </a:lnTo>
                  <a:lnTo>
                    <a:pt x="1023" y="1875"/>
                  </a:lnTo>
                  <a:lnTo>
                    <a:pt x="1025" y="1875"/>
                  </a:lnTo>
                  <a:lnTo>
                    <a:pt x="1025" y="1875"/>
                  </a:lnTo>
                  <a:lnTo>
                    <a:pt x="1025" y="1872"/>
                  </a:lnTo>
                  <a:lnTo>
                    <a:pt x="1025" y="1872"/>
                  </a:lnTo>
                  <a:lnTo>
                    <a:pt x="1025" y="1872"/>
                  </a:lnTo>
                  <a:lnTo>
                    <a:pt x="1027" y="1872"/>
                  </a:lnTo>
                  <a:lnTo>
                    <a:pt x="1027" y="1872"/>
                  </a:lnTo>
                  <a:lnTo>
                    <a:pt x="1027" y="1872"/>
                  </a:lnTo>
                  <a:lnTo>
                    <a:pt x="1027" y="1870"/>
                  </a:lnTo>
                  <a:lnTo>
                    <a:pt x="1027" y="1870"/>
                  </a:lnTo>
                  <a:lnTo>
                    <a:pt x="1030" y="1870"/>
                  </a:lnTo>
                  <a:lnTo>
                    <a:pt x="1030" y="1868"/>
                  </a:lnTo>
                  <a:lnTo>
                    <a:pt x="1032" y="1868"/>
                  </a:lnTo>
                  <a:lnTo>
                    <a:pt x="1032" y="1870"/>
                  </a:lnTo>
                  <a:lnTo>
                    <a:pt x="1032" y="1870"/>
                  </a:lnTo>
                  <a:lnTo>
                    <a:pt x="1032" y="1872"/>
                  </a:lnTo>
                  <a:lnTo>
                    <a:pt x="1030" y="1872"/>
                  </a:lnTo>
                  <a:lnTo>
                    <a:pt x="1032" y="1872"/>
                  </a:lnTo>
                  <a:lnTo>
                    <a:pt x="1032" y="1875"/>
                  </a:lnTo>
                  <a:lnTo>
                    <a:pt x="1035" y="1872"/>
                  </a:lnTo>
                  <a:lnTo>
                    <a:pt x="1037" y="1875"/>
                  </a:lnTo>
                  <a:lnTo>
                    <a:pt x="1039" y="1875"/>
                  </a:lnTo>
                  <a:lnTo>
                    <a:pt x="1042" y="1875"/>
                  </a:lnTo>
                  <a:lnTo>
                    <a:pt x="1042" y="1872"/>
                  </a:lnTo>
                  <a:lnTo>
                    <a:pt x="1042" y="1872"/>
                  </a:lnTo>
                  <a:lnTo>
                    <a:pt x="1042" y="1872"/>
                  </a:lnTo>
                  <a:lnTo>
                    <a:pt x="1042" y="1870"/>
                  </a:lnTo>
                  <a:lnTo>
                    <a:pt x="1042" y="1870"/>
                  </a:lnTo>
                  <a:lnTo>
                    <a:pt x="1042" y="1868"/>
                  </a:lnTo>
                  <a:lnTo>
                    <a:pt x="1042" y="1868"/>
                  </a:lnTo>
                  <a:lnTo>
                    <a:pt x="1042" y="1865"/>
                  </a:lnTo>
                  <a:lnTo>
                    <a:pt x="1042" y="1865"/>
                  </a:lnTo>
                  <a:lnTo>
                    <a:pt x="1042" y="1863"/>
                  </a:lnTo>
                  <a:lnTo>
                    <a:pt x="1039" y="1863"/>
                  </a:lnTo>
                  <a:lnTo>
                    <a:pt x="1030" y="1863"/>
                  </a:lnTo>
                  <a:lnTo>
                    <a:pt x="1025" y="1863"/>
                  </a:lnTo>
                  <a:lnTo>
                    <a:pt x="1025" y="1863"/>
                  </a:lnTo>
                  <a:lnTo>
                    <a:pt x="1025" y="1861"/>
                  </a:lnTo>
                  <a:lnTo>
                    <a:pt x="1027" y="1861"/>
                  </a:lnTo>
                  <a:lnTo>
                    <a:pt x="1027" y="1861"/>
                  </a:lnTo>
                  <a:lnTo>
                    <a:pt x="1027" y="1861"/>
                  </a:lnTo>
                  <a:lnTo>
                    <a:pt x="1027" y="1861"/>
                  </a:lnTo>
                  <a:lnTo>
                    <a:pt x="1023" y="1858"/>
                  </a:lnTo>
                  <a:lnTo>
                    <a:pt x="1023" y="1858"/>
                  </a:lnTo>
                  <a:lnTo>
                    <a:pt x="1020" y="1856"/>
                  </a:lnTo>
                  <a:lnTo>
                    <a:pt x="1020" y="1853"/>
                  </a:lnTo>
                  <a:lnTo>
                    <a:pt x="1018" y="1853"/>
                  </a:lnTo>
                  <a:lnTo>
                    <a:pt x="1018" y="1853"/>
                  </a:lnTo>
                  <a:lnTo>
                    <a:pt x="1016" y="1851"/>
                  </a:lnTo>
                  <a:lnTo>
                    <a:pt x="1018" y="1851"/>
                  </a:lnTo>
                  <a:lnTo>
                    <a:pt x="1018" y="1849"/>
                  </a:lnTo>
                  <a:lnTo>
                    <a:pt x="1023" y="1849"/>
                  </a:lnTo>
                  <a:lnTo>
                    <a:pt x="1025" y="1849"/>
                  </a:lnTo>
                  <a:lnTo>
                    <a:pt x="1025" y="1849"/>
                  </a:lnTo>
                  <a:lnTo>
                    <a:pt x="1030" y="1851"/>
                  </a:lnTo>
                  <a:lnTo>
                    <a:pt x="1030" y="1851"/>
                  </a:lnTo>
                  <a:lnTo>
                    <a:pt x="1032" y="1851"/>
                  </a:lnTo>
                  <a:lnTo>
                    <a:pt x="1032" y="1849"/>
                  </a:lnTo>
                  <a:lnTo>
                    <a:pt x="1032" y="1849"/>
                  </a:lnTo>
                  <a:lnTo>
                    <a:pt x="1030" y="1846"/>
                  </a:lnTo>
                  <a:lnTo>
                    <a:pt x="1030" y="1846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2" y="1844"/>
                  </a:lnTo>
                  <a:lnTo>
                    <a:pt x="1037" y="1846"/>
                  </a:lnTo>
                  <a:lnTo>
                    <a:pt x="1042" y="1846"/>
                  </a:lnTo>
                  <a:lnTo>
                    <a:pt x="1046" y="1846"/>
                  </a:lnTo>
                  <a:lnTo>
                    <a:pt x="1049" y="1846"/>
                  </a:lnTo>
                  <a:lnTo>
                    <a:pt x="1051" y="1849"/>
                  </a:lnTo>
                  <a:lnTo>
                    <a:pt x="1058" y="1849"/>
                  </a:lnTo>
                  <a:lnTo>
                    <a:pt x="1061" y="1849"/>
                  </a:lnTo>
                  <a:lnTo>
                    <a:pt x="1063" y="1846"/>
                  </a:lnTo>
                  <a:lnTo>
                    <a:pt x="1063" y="1846"/>
                  </a:lnTo>
                  <a:lnTo>
                    <a:pt x="1061" y="1846"/>
                  </a:lnTo>
                  <a:lnTo>
                    <a:pt x="1061" y="1846"/>
                  </a:lnTo>
                  <a:lnTo>
                    <a:pt x="1061" y="1844"/>
                  </a:lnTo>
                  <a:lnTo>
                    <a:pt x="1063" y="1844"/>
                  </a:lnTo>
                  <a:lnTo>
                    <a:pt x="1065" y="1844"/>
                  </a:lnTo>
                  <a:lnTo>
                    <a:pt x="1068" y="1842"/>
                  </a:lnTo>
                  <a:lnTo>
                    <a:pt x="1068" y="1839"/>
                  </a:lnTo>
                  <a:lnTo>
                    <a:pt x="1068" y="1837"/>
                  </a:lnTo>
                  <a:lnTo>
                    <a:pt x="1070" y="1837"/>
                  </a:lnTo>
                  <a:lnTo>
                    <a:pt x="1070" y="1837"/>
                  </a:lnTo>
                  <a:lnTo>
                    <a:pt x="1072" y="1834"/>
                  </a:lnTo>
                  <a:lnTo>
                    <a:pt x="1072" y="1834"/>
                  </a:lnTo>
                  <a:lnTo>
                    <a:pt x="1072" y="1832"/>
                  </a:lnTo>
                  <a:lnTo>
                    <a:pt x="1075" y="1832"/>
                  </a:lnTo>
                  <a:lnTo>
                    <a:pt x="1082" y="1832"/>
                  </a:lnTo>
                  <a:lnTo>
                    <a:pt x="1084" y="1832"/>
                  </a:lnTo>
                  <a:lnTo>
                    <a:pt x="1084" y="1830"/>
                  </a:lnTo>
                  <a:lnTo>
                    <a:pt x="1084" y="1830"/>
                  </a:lnTo>
                  <a:lnTo>
                    <a:pt x="1087" y="1830"/>
                  </a:lnTo>
                  <a:lnTo>
                    <a:pt x="1087" y="1830"/>
                  </a:lnTo>
                  <a:lnTo>
                    <a:pt x="1087" y="1830"/>
                  </a:lnTo>
                  <a:lnTo>
                    <a:pt x="1087" y="1827"/>
                  </a:lnTo>
                  <a:lnTo>
                    <a:pt x="1087" y="1827"/>
                  </a:lnTo>
                  <a:lnTo>
                    <a:pt x="1084" y="1827"/>
                  </a:lnTo>
                  <a:lnTo>
                    <a:pt x="1084" y="1827"/>
                  </a:lnTo>
                  <a:lnTo>
                    <a:pt x="1087" y="1827"/>
                  </a:lnTo>
                  <a:lnTo>
                    <a:pt x="1087" y="1825"/>
                  </a:lnTo>
                  <a:lnTo>
                    <a:pt x="1087" y="1825"/>
                  </a:lnTo>
                  <a:lnTo>
                    <a:pt x="1087" y="1825"/>
                  </a:lnTo>
                  <a:lnTo>
                    <a:pt x="1087" y="1825"/>
                  </a:lnTo>
                  <a:lnTo>
                    <a:pt x="1087" y="1823"/>
                  </a:lnTo>
                  <a:lnTo>
                    <a:pt x="1087" y="1823"/>
                  </a:lnTo>
                  <a:lnTo>
                    <a:pt x="1089" y="1823"/>
                  </a:lnTo>
                  <a:lnTo>
                    <a:pt x="1089" y="1820"/>
                  </a:lnTo>
                  <a:lnTo>
                    <a:pt x="1089" y="1820"/>
                  </a:lnTo>
                  <a:lnTo>
                    <a:pt x="1089" y="1820"/>
                  </a:lnTo>
                  <a:lnTo>
                    <a:pt x="1087" y="1820"/>
                  </a:lnTo>
                  <a:lnTo>
                    <a:pt x="1087" y="1818"/>
                  </a:lnTo>
                  <a:lnTo>
                    <a:pt x="1087" y="1818"/>
                  </a:lnTo>
                  <a:lnTo>
                    <a:pt x="1089" y="1818"/>
                  </a:lnTo>
                  <a:lnTo>
                    <a:pt x="1087" y="1816"/>
                  </a:lnTo>
                  <a:lnTo>
                    <a:pt x="1087" y="1813"/>
                  </a:lnTo>
                  <a:lnTo>
                    <a:pt x="1087" y="1813"/>
                  </a:lnTo>
                  <a:lnTo>
                    <a:pt x="1087" y="1813"/>
                  </a:lnTo>
                  <a:lnTo>
                    <a:pt x="1087" y="1813"/>
                  </a:lnTo>
                  <a:lnTo>
                    <a:pt x="1087" y="1811"/>
                  </a:lnTo>
                  <a:lnTo>
                    <a:pt x="1087" y="1811"/>
                  </a:lnTo>
                  <a:lnTo>
                    <a:pt x="1084" y="1811"/>
                  </a:lnTo>
                  <a:lnTo>
                    <a:pt x="1084" y="1811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11"/>
                  </a:lnTo>
                  <a:lnTo>
                    <a:pt x="1084" y="1811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06"/>
                  </a:lnTo>
                  <a:lnTo>
                    <a:pt x="1084" y="1806"/>
                  </a:lnTo>
                  <a:lnTo>
                    <a:pt x="1084" y="1806"/>
                  </a:lnTo>
                  <a:lnTo>
                    <a:pt x="1084" y="1804"/>
                  </a:lnTo>
                  <a:lnTo>
                    <a:pt x="1084" y="1804"/>
                  </a:lnTo>
                  <a:lnTo>
                    <a:pt x="1084" y="1804"/>
                  </a:lnTo>
                  <a:lnTo>
                    <a:pt x="1084" y="1801"/>
                  </a:lnTo>
                  <a:lnTo>
                    <a:pt x="1084" y="1801"/>
                  </a:lnTo>
                  <a:lnTo>
                    <a:pt x="1082" y="1801"/>
                  </a:lnTo>
                  <a:lnTo>
                    <a:pt x="1082" y="1801"/>
                  </a:lnTo>
                  <a:lnTo>
                    <a:pt x="1082" y="1799"/>
                  </a:lnTo>
                  <a:lnTo>
                    <a:pt x="1082" y="1799"/>
                  </a:lnTo>
                  <a:lnTo>
                    <a:pt x="1082" y="1797"/>
                  </a:lnTo>
                  <a:lnTo>
                    <a:pt x="1084" y="1797"/>
                  </a:lnTo>
                  <a:lnTo>
                    <a:pt x="1084" y="1797"/>
                  </a:lnTo>
                  <a:lnTo>
                    <a:pt x="1084" y="1794"/>
                  </a:lnTo>
                  <a:lnTo>
                    <a:pt x="1082" y="1794"/>
                  </a:lnTo>
                  <a:lnTo>
                    <a:pt x="1080" y="1794"/>
                  </a:lnTo>
                  <a:lnTo>
                    <a:pt x="1077" y="1794"/>
                  </a:lnTo>
                  <a:lnTo>
                    <a:pt x="1075" y="1792"/>
                  </a:lnTo>
                  <a:lnTo>
                    <a:pt x="1072" y="1792"/>
                  </a:lnTo>
                  <a:lnTo>
                    <a:pt x="1072" y="1792"/>
                  </a:lnTo>
                  <a:lnTo>
                    <a:pt x="1072" y="1792"/>
                  </a:lnTo>
                  <a:lnTo>
                    <a:pt x="1070" y="1790"/>
                  </a:lnTo>
                  <a:lnTo>
                    <a:pt x="1072" y="1790"/>
                  </a:lnTo>
                  <a:lnTo>
                    <a:pt x="1077" y="1792"/>
                  </a:lnTo>
                  <a:lnTo>
                    <a:pt x="1077" y="1792"/>
                  </a:lnTo>
                  <a:lnTo>
                    <a:pt x="1080" y="1792"/>
                  </a:lnTo>
                  <a:lnTo>
                    <a:pt x="1072" y="1790"/>
                  </a:lnTo>
                  <a:lnTo>
                    <a:pt x="1070" y="1787"/>
                  </a:lnTo>
                  <a:lnTo>
                    <a:pt x="1070" y="1787"/>
                  </a:lnTo>
                  <a:lnTo>
                    <a:pt x="1068" y="1787"/>
                  </a:lnTo>
                  <a:lnTo>
                    <a:pt x="1068" y="1787"/>
                  </a:lnTo>
                  <a:lnTo>
                    <a:pt x="1068" y="1787"/>
                  </a:lnTo>
                  <a:lnTo>
                    <a:pt x="1068" y="1787"/>
                  </a:lnTo>
                  <a:lnTo>
                    <a:pt x="1065" y="1787"/>
                  </a:lnTo>
                  <a:lnTo>
                    <a:pt x="1065" y="1787"/>
                  </a:lnTo>
                  <a:lnTo>
                    <a:pt x="1063" y="1785"/>
                  </a:lnTo>
                  <a:lnTo>
                    <a:pt x="1063" y="1785"/>
                  </a:lnTo>
                  <a:lnTo>
                    <a:pt x="1056" y="1785"/>
                  </a:lnTo>
                  <a:lnTo>
                    <a:pt x="1056" y="1785"/>
                  </a:lnTo>
                  <a:lnTo>
                    <a:pt x="1056" y="1787"/>
                  </a:lnTo>
                  <a:lnTo>
                    <a:pt x="1054" y="1787"/>
                  </a:lnTo>
                  <a:lnTo>
                    <a:pt x="1054" y="1787"/>
                  </a:lnTo>
                  <a:lnTo>
                    <a:pt x="1054" y="1785"/>
                  </a:lnTo>
                  <a:lnTo>
                    <a:pt x="1054" y="1785"/>
                  </a:lnTo>
                  <a:lnTo>
                    <a:pt x="1054" y="1785"/>
                  </a:lnTo>
                  <a:lnTo>
                    <a:pt x="1054" y="1782"/>
                  </a:lnTo>
                  <a:lnTo>
                    <a:pt x="1049" y="1780"/>
                  </a:lnTo>
                  <a:lnTo>
                    <a:pt x="1046" y="1780"/>
                  </a:lnTo>
                  <a:lnTo>
                    <a:pt x="1046" y="1780"/>
                  </a:lnTo>
                  <a:lnTo>
                    <a:pt x="1044" y="1780"/>
                  </a:lnTo>
                  <a:lnTo>
                    <a:pt x="1044" y="1778"/>
                  </a:lnTo>
                  <a:lnTo>
                    <a:pt x="1044" y="1778"/>
                  </a:lnTo>
                  <a:lnTo>
                    <a:pt x="1042" y="1778"/>
                  </a:lnTo>
                  <a:lnTo>
                    <a:pt x="1042" y="1775"/>
                  </a:lnTo>
                  <a:lnTo>
                    <a:pt x="1042" y="1775"/>
                  </a:lnTo>
                  <a:lnTo>
                    <a:pt x="1042" y="1775"/>
                  </a:lnTo>
                  <a:lnTo>
                    <a:pt x="1042" y="1773"/>
                  </a:lnTo>
                  <a:lnTo>
                    <a:pt x="1042" y="1773"/>
                  </a:lnTo>
                  <a:lnTo>
                    <a:pt x="1042" y="1773"/>
                  </a:lnTo>
                  <a:lnTo>
                    <a:pt x="1039" y="1771"/>
                  </a:lnTo>
                  <a:lnTo>
                    <a:pt x="1035" y="1768"/>
                  </a:lnTo>
                  <a:lnTo>
                    <a:pt x="1035" y="1768"/>
                  </a:lnTo>
                  <a:lnTo>
                    <a:pt x="1032" y="1768"/>
                  </a:lnTo>
                  <a:lnTo>
                    <a:pt x="1030" y="1771"/>
                  </a:lnTo>
                  <a:lnTo>
                    <a:pt x="1027" y="1771"/>
                  </a:lnTo>
                  <a:lnTo>
                    <a:pt x="1027" y="1773"/>
                  </a:lnTo>
                  <a:lnTo>
                    <a:pt x="1025" y="1775"/>
                  </a:lnTo>
                  <a:lnTo>
                    <a:pt x="1025" y="1775"/>
                  </a:lnTo>
                  <a:lnTo>
                    <a:pt x="1025" y="1775"/>
                  </a:lnTo>
                  <a:lnTo>
                    <a:pt x="1023" y="1775"/>
                  </a:lnTo>
                  <a:lnTo>
                    <a:pt x="1023" y="1778"/>
                  </a:lnTo>
                  <a:lnTo>
                    <a:pt x="1023" y="1778"/>
                  </a:lnTo>
                  <a:lnTo>
                    <a:pt x="1020" y="1778"/>
                  </a:lnTo>
                  <a:lnTo>
                    <a:pt x="1018" y="1780"/>
                  </a:lnTo>
                  <a:lnTo>
                    <a:pt x="1018" y="1780"/>
                  </a:lnTo>
                  <a:lnTo>
                    <a:pt x="1020" y="1782"/>
                  </a:lnTo>
                  <a:lnTo>
                    <a:pt x="1018" y="1785"/>
                  </a:lnTo>
                  <a:lnTo>
                    <a:pt x="1018" y="1785"/>
                  </a:lnTo>
                  <a:lnTo>
                    <a:pt x="1018" y="1785"/>
                  </a:lnTo>
                  <a:lnTo>
                    <a:pt x="1016" y="1782"/>
                  </a:lnTo>
                  <a:lnTo>
                    <a:pt x="1013" y="1782"/>
                  </a:lnTo>
                  <a:lnTo>
                    <a:pt x="1013" y="1782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1" y="1785"/>
                  </a:lnTo>
                  <a:lnTo>
                    <a:pt x="1011" y="1785"/>
                  </a:lnTo>
                  <a:lnTo>
                    <a:pt x="1011" y="1787"/>
                  </a:lnTo>
                  <a:lnTo>
                    <a:pt x="1009" y="1787"/>
                  </a:lnTo>
                  <a:lnTo>
                    <a:pt x="1009" y="1787"/>
                  </a:lnTo>
                  <a:lnTo>
                    <a:pt x="1006" y="1785"/>
                  </a:lnTo>
                  <a:lnTo>
                    <a:pt x="1006" y="1785"/>
                  </a:lnTo>
                  <a:lnTo>
                    <a:pt x="1011" y="1782"/>
                  </a:lnTo>
                  <a:lnTo>
                    <a:pt x="1011" y="1780"/>
                  </a:lnTo>
                  <a:lnTo>
                    <a:pt x="1013" y="1780"/>
                  </a:lnTo>
                  <a:lnTo>
                    <a:pt x="1013" y="1778"/>
                  </a:lnTo>
                  <a:lnTo>
                    <a:pt x="1013" y="1778"/>
                  </a:lnTo>
                  <a:lnTo>
                    <a:pt x="1013" y="1775"/>
                  </a:lnTo>
                  <a:lnTo>
                    <a:pt x="1013" y="1775"/>
                  </a:lnTo>
                  <a:lnTo>
                    <a:pt x="1016" y="1778"/>
                  </a:lnTo>
                  <a:lnTo>
                    <a:pt x="1016" y="1778"/>
                  </a:lnTo>
                  <a:lnTo>
                    <a:pt x="1016" y="1778"/>
                  </a:lnTo>
                  <a:lnTo>
                    <a:pt x="1018" y="1775"/>
                  </a:lnTo>
                  <a:lnTo>
                    <a:pt x="1020" y="1775"/>
                  </a:lnTo>
                  <a:lnTo>
                    <a:pt x="1020" y="1775"/>
                  </a:lnTo>
                  <a:lnTo>
                    <a:pt x="1018" y="1775"/>
                  </a:lnTo>
                  <a:lnTo>
                    <a:pt x="1018" y="1775"/>
                  </a:lnTo>
                  <a:lnTo>
                    <a:pt x="1018" y="1773"/>
                  </a:lnTo>
                  <a:lnTo>
                    <a:pt x="1020" y="1771"/>
                  </a:lnTo>
                  <a:lnTo>
                    <a:pt x="1020" y="1771"/>
                  </a:lnTo>
                  <a:lnTo>
                    <a:pt x="1023" y="1771"/>
                  </a:lnTo>
                  <a:lnTo>
                    <a:pt x="1020" y="1771"/>
                  </a:lnTo>
                  <a:lnTo>
                    <a:pt x="1018" y="1768"/>
                  </a:lnTo>
                  <a:lnTo>
                    <a:pt x="1018" y="1768"/>
                  </a:lnTo>
                  <a:lnTo>
                    <a:pt x="1016" y="1768"/>
                  </a:lnTo>
                  <a:lnTo>
                    <a:pt x="1016" y="1768"/>
                  </a:lnTo>
                  <a:lnTo>
                    <a:pt x="1016" y="1768"/>
                  </a:lnTo>
                  <a:lnTo>
                    <a:pt x="1013" y="1768"/>
                  </a:lnTo>
                  <a:lnTo>
                    <a:pt x="1009" y="1768"/>
                  </a:lnTo>
                  <a:lnTo>
                    <a:pt x="1009" y="1768"/>
                  </a:lnTo>
                  <a:lnTo>
                    <a:pt x="1009" y="1763"/>
                  </a:lnTo>
                  <a:lnTo>
                    <a:pt x="1006" y="1763"/>
                  </a:lnTo>
                  <a:lnTo>
                    <a:pt x="1004" y="1761"/>
                  </a:lnTo>
                  <a:lnTo>
                    <a:pt x="1004" y="1761"/>
                  </a:lnTo>
                  <a:lnTo>
                    <a:pt x="1001" y="1763"/>
                  </a:lnTo>
                  <a:lnTo>
                    <a:pt x="1001" y="1766"/>
                  </a:lnTo>
                  <a:lnTo>
                    <a:pt x="1001" y="1766"/>
                  </a:lnTo>
                  <a:lnTo>
                    <a:pt x="999" y="1766"/>
                  </a:lnTo>
                  <a:lnTo>
                    <a:pt x="994" y="1761"/>
                  </a:lnTo>
                  <a:lnTo>
                    <a:pt x="987" y="1761"/>
                  </a:lnTo>
                  <a:lnTo>
                    <a:pt x="985" y="1759"/>
                  </a:lnTo>
                  <a:lnTo>
                    <a:pt x="980" y="1759"/>
                  </a:lnTo>
                  <a:lnTo>
                    <a:pt x="980" y="1759"/>
                  </a:lnTo>
                  <a:lnTo>
                    <a:pt x="978" y="1756"/>
                  </a:lnTo>
                  <a:lnTo>
                    <a:pt x="978" y="1756"/>
                  </a:lnTo>
                  <a:lnTo>
                    <a:pt x="975" y="1756"/>
                  </a:lnTo>
                  <a:lnTo>
                    <a:pt x="971" y="1752"/>
                  </a:lnTo>
                  <a:lnTo>
                    <a:pt x="968" y="1752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6"/>
                  </a:lnTo>
                  <a:lnTo>
                    <a:pt x="968" y="1759"/>
                  </a:lnTo>
                  <a:lnTo>
                    <a:pt x="971" y="1761"/>
                  </a:lnTo>
                  <a:lnTo>
                    <a:pt x="971" y="1761"/>
                  </a:lnTo>
                  <a:lnTo>
                    <a:pt x="971" y="1761"/>
                  </a:lnTo>
                  <a:lnTo>
                    <a:pt x="973" y="1761"/>
                  </a:lnTo>
                  <a:lnTo>
                    <a:pt x="973" y="1761"/>
                  </a:lnTo>
                  <a:lnTo>
                    <a:pt x="975" y="1761"/>
                  </a:lnTo>
                  <a:lnTo>
                    <a:pt x="975" y="1763"/>
                  </a:lnTo>
                  <a:lnTo>
                    <a:pt x="973" y="1763"/>
                  </a:lnTo>
                  <a:lnTo>
                    <a:pt x="973" y="1763"/>
                  </a:lnTo>
                  <a:lnTo>
                    <a:pt x="971" y="1763"/>
                  </a:lnTo>
                  <a:lnTo>
                    <a:pt x="968" y="1763"/>
                  </a:lnTo>
                  <a:lnTo>
                    <a:pt x="968" y="1763"/>
                  </a:lnTo>
                  <a:lnTo>
                    <a:pt x="971" y="1763"/>
                  </a:lnTo>
                  <a:lnTo>
                    <a:pt x="971" y="1766"/>
                  </a:lnTo>
                  <a:lnTo>
                    <a:pt x="971" y="1766"/>
                  </a:lnTo>
                  <a:lnTo>
                    <a:pt x="971" y="1766"/>
                  </a:lnTo>
                  <a:lnTo>
                    <a:pt x="968" y="1763"/>
                  </a:lnTo>
                  <a:lnTo>
                    <a:pt x="966" y="1763"/>
                  </a:lnTo>
                  <a:lnTo>
                    <a:pt x="964" y="1763"/>
                  </a:lnTo>
                  <a:lnTo>
                    <a:pt x="964" y="1763"/>
                  </a:lnTo>
                  <a:lnTo>
                    <a:pt x="959" y="1761"/>
                  </a:lnTo>
                  <a:lnTo>
                    <a:pt x="959" y="1761"/>
                  </a:lnTo>
                  <a:lnTo>
                    <a:pt x="956" y="1759"/>
                  </a:lnTo>
                  <a:lnTo>
                    <a:pt x="956" y="1759"/>
                  </a:lnTo>
                  <a:lnTo>
                    <a:pt x="956" y="1756"/>
                  </a:lnTo>
                  <a:lnTo>
                    <a:pt x="956" y="1756"/>
                  </a:lnTo>
                  <a:lnTo>
                    <a:pt x="956" y="1754"/>
                  </a:lnTo>
                  <a:lnTo>
                    <a:pt x="954" y="1754"/>
                  </a:lnTo>
                  <a:lnTo>
                    <a:pt x="954" y="1754"/>
                  </a:lnTo>
                  <a:lnTo>
                    <a:pt x="954" y="1754"/>
                  </a:lnTo>
                  <a:lnTo>
                    <a:pt x="952" y="1754"/>
                  </a:lnTo>
                  <a:lnTo>
                    <a:pt x="952" y="1754"/>
                  </a:lnTo>
                  <a:lnTo>
                    <a:pt x="952" y="1752"/>
                  </a:lnTo>
                  <a:lnTo>
                    <a:pt x="952" y="1752"/>
                  </a:lnTo>
                  <a:lnTo>
                    <a:pt x="952" y="1752"/>
                  </a:lnTo>
                  <a:lnTo>
                    <a:pt x="959" y="1752"/>
                  </a:lnTo>
                  <a:lnTo>
                    <a:pt x="961" y="1749"/>
                  </a:lnTo>
                  <a:lnTo>
                    <a:pt x="961" y="1749"/>
                  </a:lnTo>
                  <a:lnTo>
                    <a:pt x="959" y="1749"/>
                  </a:lnTo>
                  <a:lnTo>
                    <a:pt x="959" y="1749"/>
                  </a:lnTo>
                  <a:lnTo>
                    <a:pt x="959" y="1749"/>
                  </a:lnTo>
                  <a:lnTo>
                    <a:pt x="961" y="1747"/>
                  </a:lnTo>
                  <a:lnTo>
                    <a:pt x="961" y="1747"/>
                  </a:lnTo>
                  <a:lnTo>
                    <a:pt x="961" y="1747"/>
                  </a:lnTo>
                  <a:lnTo>
                    <a:pt x="959" y="1747"/>
                  </a:lnTo>
                  <a:lnTo>
                    <a:pt x="959" y="1747"/>
                  </a:lnTo>
                  <a:lnTo>
                    <a:pt x="959" y="1745"/>
                  </a:lnTo>
                  <a:lnTo>
                    <a:pt x="956" y="1742"/>
                  </a:lnTo>
                  <a:lnTo>
                    <a:pt x="956" y="1742"/>
                  </a:lnTo>
                  <a:lnTo>
                    <a:pt x="956" y="1742"/>
                  </a:lnTo>
                  <a:lnTo>
                    <a:pt x="954" y="1740"/>
                  </a:lnTo>
                  <a:lnTo>
                    <a:pt x="954" y="1740"/>
                  </a:lnTo>
                  <a:lnTo>
                    <a:pt x="954" y="1737"/>
                  </a:lnTo>
                  <a:lnTo>
                    <a:pt x="954" y="1737"/>
                  </a:lnTo>
                  <a:lnTo>
                    <a:pt x="954" y="1737"/>
                  </a:lnTo>
                  <a:lnTo>
                    <a:pt x="954" y="1737"/>
                  </a:lnTo>
                  <a:lnTo>
                    <a:pt x="949" y="1733"/>
                  </a:lnTo>
                  <a:lnTo>
                    <a:pt x="952" y="1733"/>
                  </a:lnTo>
                  <a:lnTo>
                    <a:pt x="952" y="1733"/>
                  </a:lnTo>
                  <a:lnTo>
                    <a:pt x="952" y="1735"/>
                  </a:lnTo>
                  <a:lnTo>
                    <a:pt x="954" y="1735"/>
                  </a:lnTo>
                  <a:lnTo>
                    <a:pt x="956" y="1735"/>
                  </a:lnTo>
                  <a:lnTo>
                    <a:pt x="956" y="1735"/>
                  </a:lnTo>
                  <a:lnTo>
                    <a:pt x="956" y="1735"/>
                  </a:lnTo>
                  <a:lnTo>
                    <a:pt x="956" y="1740"/>
                  </a:lnTo>
                  <a:lnTo>
                    <a:pt x="956" y="1740"/>
                  </a:lnTo>
                  <a:lnTo>
                    <a:pt x="959" y="1742"/>
                  </a:lnTo>
                  <a:lnTo>
                    <a:pt x="959" y="1742"/>
                  </a:lnTo>
                  <a:lnTo>
                    <a:pt x="961" y="1742"/>
                  </a:lnTo>
                  <a:lnTo>
                    <a:pt x="961" y="1745"/>
                  </a:lnTo>
                  <a:lnTo>
                    <a:pt x="964" y="1747"/>
                  </a:lnTo>
                  <a:lnTo>
                    <a:pt x="966" y="1747"/>
                  </a:lnTo>
                  <a:lnTo>
                    <a:pt x="966" y="1747"/>
                  </a:lnTo>
                  <a:lnTo>
                    <a:pt x="968" y="1747"/>
                  </a:lnTo>
                  <a:lnTo>
                    <a:pt x="971" y="1749"/>
                  </a:lnTo>
                  <a:lnTo>
                    <a:pt x="978" y="1752"/>
                  </a:lnTo>
                  <a:lnTo>
                    <a:pt x="978" y="1752"/>
                  </a:lnTo>
                  <a:lnTo>
                    <a:pt x="980" y="1754"/>
                  </a:lnTo>
                  <a:lnTo>
                    <a:pt x="980" y="1754"/>
                  </a:lnTo>
                  <a:lnTo>
                    <a:pt x="985" y="1754"/>
                  </a:lnTo>
                  <a:lnTo>
                    <a:pt x="985" y="1754"/>
                  </a:lnTo>
                  <a:lnTo>
                    <a:pt x="985" y="1754"/>
                  </a:lnTo>
                  <a:lnTo>
                    <a:pt x="987" y="1754"/>
                  </a:lnTo>
                  <a:lnTo>
                    <a:pt x="987" y="1756"/>
                  </a:lnTo>
                  <a:lnTo>
                    <a:pt x="987" y="1756"/>
                  </a:lnTo>
                  <a:lnTo>
                    <a:pt x="990" y="1756"/>
                  </a:lnTo>
                  <a:lnTo>
                    <a:pt x="990" y="1756"/>
                  </a:lnTo>
                  <a:lnTo>
                    <a:pt x="990" y="1756"/>
                  </a:lnTo>
                  <a:lnTo>
                    <a:pt x="992" y="1756"/>
                  </a:lnTo>
                  <a:lnTo>
                    <a:pt x="994" y="1756"/>
                  </a:lnTo>
                  <a:lnTo>
                    <a:pt x="994" y="1759"/>
                  </a:lnTo>
                  <a:lnTo>
                    <a:pt x="1004" y="1761"/>
                  </a:lnTo>
                  <a:lnTo>
                    <a:pt x="1006" y="1761"/>
                  </a:lnTo>
                  <a:lnTo>
                    <a:pt x="1009" y="1763"/>
                  </a:lnTo>
                  <a:lnTo>
                    <a:pt x="1011" y="1766"/>
                  </a:lnTo>
                  <a:lnTo>
                    <a:pt x="1013" y="1763"/>
                  </a:lnTo>
                  <a:lnTo>
                    <a:pt x="1018" y="1766"/>
                  </a:lnTo>
                  <a:lnTo>
                    <a:pt x="1018" y="1766"/>
                  </a:lnTo>
                  <a:lnTo>
                    <a:pt x="1020" y="1766"/>
                  </a:lnTo>
                  <a:lnTo>
                    <a:pt x="1020" y="1766"/>
                  </a:lnTo>
                  <a:lnTo>
                    <a:pt x="1023" y="1766"/>
                  </a:lnTo>
                  <a:lnTo>
                    <a:pt x="1023" y="1766"/>
                  </a:lnTo>
                  <a:lnTo>
                    <a:pt x="1023" y="1766"/>
                  </a:lnTo>
                  <a:lnTo>
                    <a:pt x="1023" y="1763"/>
                  </a:lnTo>
                  <a:lnTo>
                    <a:pt x="1023" y="1763"/>
                  </a:lnTo>
                  <a:lnTo>
                    <a:pt x="1025" y="1763"/>
                  </a:lnTo>
                  <a:lnTo>
                    <a:pt x="1025" y="1763"/>
                  </a:lnTo>
                  <a:lnTo>
                    <a:pt x="1025" y="1763"/>
                  </a:lnTo>
                  <a:lnTo>
                    <a:pt x="1025" y="1761"/>
                  </a:lnTo>
                  <a:lnTo>
                    <a:pt x="1025" y="1761"/>
                  </a:lnTo>
                  <a:lnTo>
                    <a:pt x="1025" y="1761"/>
                  </a:lnTo>
                  <a:lnTo>
                    <a:pt x="1025" y="1759"/>
                  </a:lnTo>
                  <a:lnTo>
                    <a:pt x="1025" y="1759"/>
                  </a:lnTo>
                  <a:lnTo>
                    <a:pt x="1030" y="1761"/>
                  </a:lnTo>
                  <a:lnTo>
                    <a:pt x="1030" y="1761"/>
                  </a:lnTo>
                  <a:lnTo>
                    <a:pt x="1027" y="1761"/>
                  </a:lnTo>
                  <a:lnTo>
                    <a:pt x="1025" y="1763"/>
                  </a:lnTo>
                  <a:lnTo>
                    <a:pt x="1027" y="1766"/>
                  </a:lnTo>
                  <a:lnTo>
                    <a:pt x="1030" y="1766"/>
                  </a:lnTo>
                  <a:lnTo>
                    <a:pt x="1037" y="1766"/>
                  </a:lnTo>
                  <a:lnTo>
                    <a:pt x="1037" y="1763"/>
                  </a:lnTo>
                  <a:lnTo>
                    <a:pt x="1037" y="1763"/>
                  </a:lnTo>
                  <a:lnTo>
                    <a:pt x="1037" y="1761"/>
                  </a:lnTo>
                  <a:lnTo>
                    <a:pt x="1039" y="1761"/>
                  </a:lnTo>
                  <a:lnTo>
                    <a:pt x="1039" y="1763"/>
                  </a:lnTo>
                  <a:lnTo>
                    <a:pt x="1039" y="1763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42" y="1766"/>
                  </a:lnTo>
                  <a:lnTo>
                    <a:pt x="1044" y="1766"/>
                  </a:lnTo>
                  <a:lnTo>
                    <a:pt x="1044" y="1766"/>
                  </a:lnTo>
                  <a:lnTo>
                    <a:pt x="1044" y="1766"/>
                  </a:lnTo>
                  <a:lnTo>
                    <a:pt x="1046" y="1766"/>
                  </a:lnTo>
                  <a:lnTo>
                    <a:pt x="1051" y="1768"/>
                  </a:lnTo>
                  <a:lnTo>
                    <a:pt x="1054" y="1768"/>
                  </a:lnTo>
                  <a:lnTo>
                    <a:pt x="1054" y="1768"/>
                  </a:lnTo>
                  <a:lnTo>
                    <a:pt x="1054" y="1768"/>
                  </a:lnTo>
                  <a:lnTo>
                    <a:pt x="1051" y="1768"/>
                  </a:lnTo>
                  <a:lnTo>
                    <a:pt x="1051" y="1768"/>
                  </a:lnTo>
                  <a:lnTo>
                    <a:pt x="1051" y="1771"/>
                  </a:lnTo>
                  <a:lnTo>
                    <a:pt x="1051" y="1771"/>
                  </a:lnTo>
                  <a:lnTo>
                    <a:pt x="1051" y="1771"/>
                  </a:lnTo>
                  <a:lnTo>
                    <a:pt x="1054" y="1771"/>
                  </a:lnTo>
                  <a:lnTo>
                    <a:pt x="1054" y="1771"/>
                  </a:lnTo>
                  <a:lnTo>
                    <a:pt x="1056" y="1773"/>
                  </a:lnTo>
                  <a:lnTo>
                    <a:pt x="1058" y="1773"/>
                  </a:lnTo>
                  <a:lnTo>
                    <a:pt x="1061" y="1773"/>
                  </a:lnTo>
                  <a:lnTo>
                    <a:pt x="1061" y="1773"/>
                  </a:lnTo>
                  <a:lnTo>
                    <a:pt x="1063" y="1773"/>
                  </a:lnTo>
                  <a:lnTo>
                    <a:pt x="1063" y="1773"/>
                  </a:lnTo>
                  <a:lnTo>
                    <a:pt x="1065" y="1773"/>
                  </a:lnTo>
                  <a:lnTo>
                    <a:pt x="1065" y="1773"/>
                  </a:lnTo>
                  <a:lnTo>
                    <a:pt x="1065" y="1775"/>
                  </a:lnTo>
                  <a:lnTo>
                    <a:pt x="1070" y="1775"/>
                  </a:lnTo>
                  <a:lnTo>
                    <a:pt x="1072" y="1778"/>
                  </a:lnTo>
                  <a:lnTo>
                    <a:pt x="1080" y="1775"/>
                  </a:lnTo>
                  <a:lnTo>
                    <a:pt x="1080" y="1775"/>
                  </a:lnTo>
                  <a:lnTo>
                    <a:pt x="1080" y="1775"/>
                  </a:lnTo>
                  <a:lnTo>
                    <a:pt x="1082" y="1773"/>
                  </a:lnTo>
                  <a:lnTo>
                    <a:pt x="1084" y="1771"/>
                  </a:lnTo>
                  <a:lnTo>
                    <a:pt x="1084" y="1773"/>
                  </a:lnTo>
                  <a:lnTo>
                    <a:pt x="1087" y="1773"/>
                  </a:lnTo>
                  <a:lnTo>
                    <a:pt x="1087" y="1771"/>
                  </a:lnTo>
                  <a:lnTo>
                    <a:pt x="1087" y="1771"/>
                  </a:lnTo>
                  <a:lnTo>
                    <a:pt x="1084" y="1768"/>
                  </a:lnTo>
                  <a:lnTo>
                    <a:pt x="1084" y="1766"/>
                  </a:lnTo>
                  <a:lnTo>
                    <a:pt x="1084" y="1766"/>
                  </a:lnTo>
                  <a:lnTo>
                    <a:pt x="1082" y="1766"/>
                  </a:lnTo>
                  <a:lnTo>
                    <a:pt x="1082" y="1766"/>
                  </a:lnTo>
                  <a:lnTo>
                    <a:pt x="1082" y="1766"/>
                  </a:lnTo>
                  <a:lnTo>
                    <a:pt x="1082" y="1768"/>
                  </a:lnTo>
                  <a:lnTo>
                    <a:pt x="1082" y="1768"/>
                  </a:lnTo>
                  <a:lnTo>
                    <a:pt x="1080" y="1768"/>
                  </a:lnTo>
                  <a:lnTo>
                    <a:pt x="1080" y="1768"/>
                  </a:lnTo>
                  <a:lnTo>
                    <a:pt x="1080" y="1768"/>
                  </a:lnTo>
                  <a:lnTo>
                    <a:pt x="1080" y="1766"/>
                  </a:lnTo>
                  <a:lnTo>
                    <a:pt x="1080" y="1766"/>
                  </a:lnTo>
                  <a:lnTo>
                    <a:pt x="1082" y="1766"/>
                  </a:lnTo>
                  <a:lnTo>
                    <a:pt x="1080" y="1763"/>
                  </a:lnTo>
                  <a:lnTo>
                    <a:pt x="1082" y="1763"/>
                  </a:lnTo>
                  <a:lnTo>
                    <a:pt x="1087" y="1763"/>
                  </a:lnTo>
                  <a:lnTo>
                    <a:pt x="1087" y="1766"/>
                  </a:lnTo>
                  <a:lnTo>
                    <a:pt x="1087" y="1766"/>
                  </a:lnTo>
                  <a:lnTo>
                    <a:pt x="1087" y="1766"/>
                  </a:lnTo>
                  <a:lnTo>
                    <a:pt x="1084" y="1766"/>
                  </a:lnTo>
                  <a:lnTo>
                    <a:pt x="1087" y="1768"/>
                  </a:lnTo>
                  <a:lnTo>
                    <a:pt x="1089" y="1768"/>
                  </a:lnTo>
                  <a:lnTo>
                    <a:pt x="1087" y="1768"/>
                  </a:lnTo>
                  <a:lnTo>
                    <a:pt x="1089" y="1771"/>
                  </a:lnTo>
                  <a:lnTo>
                    <a:pt x="1091" y="1771"/>
                  </a:lnTo>
                  <a:lnTo>
                    <a:pt x="1094" y="1768"/>
                  </a:lnTo>
                  <a:lnTo>
                    <a:pt x="1096" y="1768"/>
                  </a:lnTo>
                  <a:lnTo>
                    <a:pt x="1094" y="1768"/>
                  </a:lnTo>
                  <a:lnTo>
                    <a:pt x="1094" y="1768"/>
                  </a:lnTo>
                  <a:lnTo>
                    <a:pt x="1096" y="1766"/>
                  </a:lnTo>
                  <a:lnTo>
                    <a:pt x="1096" y="1766"/>
                  </a:lnTo>
                  <a:lnTo>
                    <a:pt x="1098" y="1766"/>
                  </a:lnTo>
                  <a:lnTo>
                    <a:pt x="1098" y="1768"/>
                  </a:lnTo>
                  <a:lnTo>
                    <a:pt x="1098" y="1768"/>
                  </a:lnTo>
                  <a:lnTo>
                    <a:pt x="1096" y="1768"/>
                  </a:lnTo>
                  <a:lnTo>
                    <a:pt x="1096" y="1768"/>
                  </a:lnTo>
                  <a:lnTo>
                    <a:pt x="1098" y="1771"/>
                  </a:lnTo>
                  <a:lnTo>
                    <a:pt x="1098" y="1771"/>
                  </a:lnTo>
                  <a:lnTo>
                    <a:pt x="1101" y="1768"/>
                  </a:lnTo>
                  <a:lnTo>
                    <a:pt x="1101" y="1768"/>
                  </a:lnTo>
                  <a:lnTo>
                    <a:pt x="1101" y="1766"/>
                  </a:lnTo>
                  <a:lnTo>
                    <a:pt x="1101" y="1766"/>
                  </a:lnTo>
                  <a:lnTo>
                    <a:pt x="1101" y="1761"/>
                  </a:lnTo>
                  <a:lnTo>
                    <a:pt x="1101" y="1761"/>
                  </a:lnTo>
                  <a:lnTo>
                    <a:pt x="1103" y="1761"/>
                  </a:lnTo>
                  <a:lnTo>
                    <a:pt x="1103" y="1761"/>
                  </a:lnTo>
                  <a:lnTo>
                    <a:pt x="1103" y="1759"/>
                  </a:lnTo>
                  <a:lnTo>
                    <a:pt x="1103" y="1759"/>
                  </a:lnTo>
                  <a:lnTo>
                    <a:pt x="1103" y="1759"/>
                  </a:lnTo>
                  <a:lnTo>
                    <a:pt x="1103" y="1756"/>
                  </a:lnTo>
                  <a:lnTo>
                    <a:pt x="1103" y="1756"/>
                  </a:lnTo>
                  <a:lnTo>
                    <a:pt x="1103" y="1756"/>
                  </a:lnTo>
                  <a:lnTo>
                    <a:pt x="1101" y="1754"/>
                  </a:lnTo>
                  <a:lnTo>
                    <a:pt x="1101" y="1754"/>
                  </a:lnTo>
                  <a:lnTo>
                    <a:pt x="1106" y="1754"/>
                  </a:lnTo>
                  <a:lnTo>
                    <a:pt x="1106" y="1754"/>
                  </a:lnTo>
                  <a:lnTo>
                    <a:pt x="1106" y="1754"/>
                  </a:lnTo>
                  <a:lnTo>
                    <a:pt x="1106" y="1752"/>
                  </a:lnTo>
                  <a:lnTo>
                    <a:pt x="1106" y="1752"/>
                  </a:lnTo>
                  <a:lnTo>
                    <a:pt x="1106" y="1752"/>
                  </a:lnTo>
                  <a:lnTo>
                    <a:pt x="1106" y="1749"/>
                  </a:lnTo>
                  <a:lnTo>
                    <a:pt x="1106" y="1749"/>
                  </a:lnTo>
                  <a:lnTo>
                    <a:pt x="1106" y="1749"/>
                  </a:lnTo>
                  <a:lnTo>
                    <a:pt x="1101" y="1745"/>
                  </a:lnTo>
                  <a:lnTo>
                    <a:pt x="1101" y="1742"/>
                  </a:lnTo>
                  <a:lnTo>
                    <a:pt x="1098" y="1742"/>
                  </a:lnTo>
                  <a:lnTo>
                    <a:pt x="1098" y="1742"/>
                  </a:lnTo>
                  <a:lnTo>
                    <a:pt x="1098" y="1742"/>
                  </a:lnTo>
                  <a:lnTo>
                    <a:pt x="1101" y="1742"/>
                  </a:lnTo>
                  <a:lnTo>
                    <a:pt x="1101" y="1742"/>
                  </a:lnTo>
                  <a:lnTo>
                    <a:pt x="1098" y="1740"/>
                  </a:lnTo>
                  <a:lnTo>
                    <a:pt x="1094" y="1735"/>
                  </a:lnTo>
                  <a:lnTo>
                    <a:pt x="1091" y="1735"/>
                  </a:lnTo>
                  <a:lnTo>
                    <a:pt x="1091" y="1735"/>
                  </a:lnTo>
                  <a:lnTo>
                    <a:pt x="1091" y="1735"/>
                  </a:lnTo>
                  <a:lnTo>
                    <a:pt x="1094" y="1735"/>
                  </a:lnTo>
                  <a:lnTo>
                    <a:pt x="1094" y="1735"/>
                  </a:lnTo>
                  <a:lnTo>
                    <a:pt x="1096" y="1735"/>
                  </a:lnTo>
                  <a:lnTo>
                    <a:pt x="1096" y="1735"/>
                  </a:lnTo>
                  <a:lnTo>
                    <a:pt x="1098" y="1737"/>
                  </a:lnTo>
                  <a:lnTo>
                    <a:pt x="1098" y="1740"/>
                  </a:lnTo>
                  <a:lnTo>
                    <a:pt x="1098" y="1737"/>
                  </a:lnTo>
                  <a:lnTo>
                    <a:pt x="1101" y="1737"/>
                  </a:lnTo>
                  <a:lnTo>
                    <a:pt x="1101" y="1737"/>
                  </a:lnTo>
                  <a:lnTo>
                    <a:pt x="1103" y="1737"/>
                  </a:lnTo>
                  <a:lnTo>
                    <a:pt x="1101" y="1735"/>
                  </a:lnTo>
                  <a:lnTo>
                    <a:pt x="1101" y="1735"/>
                  </a:lnTo>
                  <a:lnTo>
                    <a:pt x="1103" y="1735"/>
                  </a:lnTo>
                  <a:lnTo>
                    <a:pt x="1103" y="1735"/>
                  </a:lnTo>
                  <a:lnTo>
                    <a:pt x="1106" y="1737"/>
                  </a:lnTo>
                  <a:lnTo>
                    <a:pt x="1106" y="1737"/>
                  </a:lnTo>
                  <a:lnTo>
                    <a:pt x="1106" y="1740"/>
                  </a:lnTo>
                  <a:lnTo>
                    <a:pt x="1103" y="1740"/>
                  </a:lnTo>
                  <a:lnTo>
                    <a:pt x="1106" y="1740"/>
                  </a:lnTo>
                  <a:lnTo>
                    <a:pt x="1106" y="1742"/>
                  </a:lnTo>
                  <a:lnTo>
                    <a:pt x="1106" y="1740"/>
                  </a:lnTo>
                  <a:lnTo>
                    <a:pt x="1106" y="1740"/>
                  </a:lnTo>
                  <a:lnTo>
                    <a:pt x="1108" y="1740"/>
                  </a:lnTo>
                  <a:lnTo>
                    <a:pt x="1110" y="1740"/>
                  </a:lnTo>
                  <a:lnTo>
                    <a:pt x="1110" y="1740"/>
                  </a:lnTo>
                  <a:lnTo>
                    <a:pt x="1110" y="1740"/>
                  </a:lnTo>
                  <a:lnTo>
                    <a:pt x="1110" y="1737"/>
                  </a:lnTo>
                  <a:lnTo>
                    <a:pt x="1110" y="1737"/>
                  </a:lnTo>
                  <a:lnTo>
                    <a:pt x="1110" y="1735"/>
                  </a:lnTo>
                  <a:lnTo>
                    <a:pt x="1108" y="1735"/>
                  </a:lnTo>
                  <a:lnTo>
                    <a:pt x="1108" y="1735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0"/>
                  </a:lnTo>
                  <a:lnTo>
                    <a:pt x="1108" y="1730"/>
                  </a:lnTo>
                  <a:lnTo>
                    <a:pt x="1108" y="1730"/>
                  </a:lnTo>
                  <a:lnTo>
                    <a:pt x="1108" y="1730"/>
                  </a:lnTo>
                  <a:lnTo>
                    <a:pt x="1106" y="1730"/>
                  </a:lnTo>
                  <a:lnTo>
                    <a:pt x="1106" y="1730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3" y="1728"/>
                  </a:lnTo>
                  <a:lnTo>
                    <a:pt x="1103" y="1726"/>
                  </a:lnTo>
                  <a:lnTo>
                    <a:pt x="1103" y="1726"/>
                  </a:lnTo>
                  <a:lnTo>
                    <a:pt x="1106" y="1726"/>
                  </a:lnTo>
                  <a:lnTo>
                    <a:pt x="1103" y="1723"/>
                  </a:lnTo>
                  <a:lnTo>
                    <a:pt x="1103" y="1723"/>
                  </a:lnTo>
                  <a:lnTo>
                    <a:pt x="1101" y="1723"/>
                  </a:lnTo>
                  <a:lnTo>
                    <a:pt x="1101" y="1726"/>
                  </a:lnTo>
                  <a:lnTo>
                    <a:pt x="1101" y="1726"/>
                  </a:lnTo>
                  <a:lnTo>
                    <a:pt x="1098" y="1726"/>
                  </a:lnTo>
                  <a:lnTo>
                    <a:pt x="1098" y="1726"/>
                  </a:lnTo>
                  <a:lnTo>
                    <a:pt x="1098" y="1723"/>
                  </a:lnTo>
                  <a:lnTo>
                    <a:pt x="1096" y="1723"/>
                  </a:lnTo>
                  <a:lnTo>
                    <a:pt x="1098" y="1721"/>
                  </a:lnTo>
                  <a:lnTo>
                    <a:pt x="1101" y="1719"/>
                  </a:lnTo>
                  <a:lnTo>
                    <a:pt x="1101" y="1719"/>
                  </a:lnTo>
                  <a:lnTo>
                    <a:pt x="1103" y="1719"/>
                  </a:lnTo>
                  <a:lnTo>
                    <a:pt x="1103" y="1719"/>
                  </a:lnTo>
                  <a:lnTo>
                    <a:pt x="1106" y="1721"/>
                  </a:lnTo>
                  <a:lnTo>
                    <a:pt x="1108" y="1721"/>
                  </a:lnTo>
                  <a:lnTo>
                    <a:pt x="1108" y="1719"/>
                  </a:lnTo>
                  <a:lnTo>
                    <a:pt x="1108" y="1719"/>
                  </a:lnTo>
                  <a:lnTo>
                    <a:pt x="1106" y="1716"/>
                  </a:lnTo>
                  <a:lnTo>
                    <a:pt x="1106" y="1716"/>
                  </a:lnTo>
                  <a:lnTo>
                    <a:pt x="1103" y="1716"/>
                  </a:lnTo>
                  <a:lnTo>
                    <a:pt x="1106" y="1716"/>
                  </a:lnTo>
                  <a:lnTo>
                    <a:pt x="1108" y="1716"/>
                  </a:lnTo>
                  <a:lnTo>
                    <a:pt x="1108" y="1716"/>
                  </a:lnTo>
                  <a:lnTo>
                    <a:pt x="1108" y="1714"/>
                  </a:lnTo>
                  <a:lnTo>
                    <a:pt x="1108" y="1714"/>
                  </a:lnTo>
                  <a:lnTo>
                    <a:pt x="1108" y="1714"/>
                  </a:lnTo>
                  <a:lnTo>
                    <a:pt x="1108" y="1711"/>
                  </a:lnTo>
                  <a:lnTo>
                    <a:pt x="1108" y="1711"/>
                  </a:lnTo>
                  <a:lnTo>
                    <a:pt x="1108" y="1711"/>
                  </a:lnTo>
                  <a:lnTo>
                    <a:pt x="1108" y="1711"/>
                  </a:lnTo>
                  <a:lnTo>
                    <a:pt x="1110" y="1714"/>
                  </a:lnTo>
                  <a:lnTo>
                    <a:pt x="1110" y="1714"/>
                  </a:lnTo>
                  <a:lnTo>
                    <a:pt x="1110" y="1716"/>
                  </a:lnTo>
                  <a:lnTo>
                    <a:pt x="1110" y="1716"/>
                  </a:lnTo>
                  <a:lnTo>
                    <a:pt x="1110" y="1719"/>
                  </a:lnTo>
                  <a:lnTo>
                    <a:pt x="1110" y="1719"/>
                  </a:lnTo>
                  <a:lnTo>
                    <a:pt x="1110" y="1719"/>
                  </a:lnTo>
                  <a:lnTo>
                    <a:pt x="1110" y="1721"/>
                  </a:lnTo>
                  <a:lnTo>
                    <a:pt x="1110" y="1721"/>
                  </a:lnTo>
                  <a:lnTo>
                    <a:pt x="1108" y="1721"/>
                  </a:lnTo>
                  <a:lnTo>
                    <a:pt x="1108" y="1721"/>
                  </a:lnTo>
                  <a:lnTo>
                    <a:pt x="1108" y="1721"/>
                  </a:lnTo>
                  <a:lnTo>
                    <a:pt x="1108" y="1723"/>
                  </a:lnTo>
                  <a:lnTo>
                    <a:pt x="1108" y="1723"/>
                  </a:lnTo>
                  <a:lnTo>
                    <a:pt x="1110" y="1726"/>
                  </a:lnTo>
                  <a:lnTo>
                    <a:pt x="1113" y="1728"/>
                  </a:lnTo>
                  <a:lnTo>
                    <a:pt x="1113" y="1728"/>
                  </a:lnTo>
                  <a:lnTo>
                    <a:pt x="1113" y="1730"/>
                  </a:lnTo>
                  <a:lnTo>
                    <a:pt x="1113" y="1728"/>
                  </a:lnTo>
                  <a:lnTo>
                    <a:pt x="1113" y="1728"/>
                  </a:lnTo>
                  <a:lnTo>
                    <a:pt x="1113" y="1728"/>
                  </a:lnTo>
                  <a:lnTo>
                    <a:pt x="1113" y="1726"/>
                  </a:lnTo>
                  <a:lnTo>
                    <a:pt x="1113" y="1726"/>
                  </a:lnTo>
                  <a:lnTo>
                    <a:pt x="1113" y="1726"/>
                  </a:lnTo>
                  <a:lnTo>
                    <a:pt x="1115" y="1726"/>
                  </a:lnTo>
                  <a:lnTo>
                    <a:pt x="1117" y="1730"/>
                  </a:lnTo>
                  <a:lnTo>
                    <a:pt x="1122" y="1735"/>
                  </a:lnTo>
                  <a:lnTo>
                    <a:pt x="1122" y="1735"/>
                  </a:lnTo>
                  <a:lnTo>
                    <a:pt x="1125" y="1735"/>
                  </a:lnTo>
                  <a:lnTo>
                    <a:pt x="1120" y="1733"/>
                  </a:lnTo>
                  <a:lnTo>
                    <a:pt x="1120" y="1730"/>
                  </a:lnTo>
                  <a:lnTo>
                    <a:pt x="1120" y="1730"/>
                  </a:lnTo>
                  <a:lnTo>
                    <a:pt x="1120" y="1726"/>
                  </a:lnTo>
                  <a:lnTo>
                    <a:pt x="1120" y="1726"/>
                  </a:lnTo>
                  <a:lnTo>
                    <a:pt x="1120" y="1726"/>
                  </a:lnTo>
                  <a:lnTo>
                    <a:pt x="1120" y="1726"/>
                  </a:lnTo>
                  <a:lnTo>
                    <a:pt x="1122" y="1726"/>
                  </a:lnTo>
                  <a:lnTo>
                    <a:pt x="1125" y="1728"/>
                  </a:lnTo>
                  <a:lnTo>
                    <a:pt x="1125" y="1728"/>
                  </a:lnTo>
                  <a:lnTo>
                    <a:pt x="1127" y="1728"/>
                  </a:lnTo>
                  <a:lnTo>
                    <a:pt x="1129" y="1728"/>
                  </a:lnTo>
                  <a:lnTo>
                    <a:pt x="1132" y="1730"/>
                  </a:lnTo>
                  <a:lnTo>
                    <a:pt x="1134" y="1733"/>
                  </a:lnTo>
                  <a:lnTo>
                    <a:pt x="1132" y="1733"/>
                  </a:lnTo>
                  <a:lnTo>
                    <a:pt x="1132" y="1733"/>
                  </a:lnTo>
                  <a:lnTo>
                    <a:pt x="1132" y="1733"/>
                  </a:lnTo>
                  <a:lnTo>
                    <a:pt x="1132" y="1730"/>
                  </a:lnTo>
                  <a:lnTo>
                    <a:pt x="1132" y="1730"/>
                  </a:lnTo>
                  <a:lnTo>
                    <a:pt x="1132" y="1730"/>
                  </a:lnTo>
                  <a:lnTo>
                    <a:pt x="1132" y="1728"/>
                  </a:lnTo>
                  <a:lnTo>
                    <a:pt x="1132" y="1728"/>
                  </a:lnTo>
                  <a:lnTo>
                    <a:pt x="1132" y="1728"/>
                  </a:lnTo>
                  <a:lnTo>
                    <a:pt x="1132" y="1728"/>
                  </a:lnTo>
                  <a:lnTo>
                    <a:pt x="1132" y="1730"/>
                  </a:lnTo>
                  <a:lnTo>
                    <a:pt x="1134" y="1730"/>
                  </a:lnTo>
                  <a:lnTo>
                    <a:pt x="1134" y="1733"/>
                  </a:lnTo>
                  <a:lnTo>
                    <a:pt x="1136" y="1733"/>
                  </a:lnTo>
                  <a:lnTo>
                    <a:pt x="1136" y="1733"/>
                  </a:lnTo>
                  <a:lnTo>
                    <a:pt x="1139" y="1733"/>
                  </a:lnTo>
                  <a:lnTo>
                    <a:pt x="1136" y="1733"/>
                  </a:lnTo>
                  <a:lnTo>
                    <a:pt x="1136" y="1733"/>
                  </a:lnTo>
                  <a:lnTo>
                    <a:pt x="1141" y="1733"/>
                  </a:lnTo>
                  <a:lnTo>
                    <a:pt x="1141" y="1733"/>
                  </a:lnTo>
                  <a:lnTo>
                    <a:pt x="1141" y="1733"/>
                  </a:lnTo>
                  <a:lnTo>
                    <a:pt x="1141" y="1733"/>
                  </a:lnTo>
                  <a:lnTo>
                    <a:pt x="1139" y="1733"/>
                  </a:lnTo>
                  <a:lnTo>
                    <a:pt x="1139" y="1733"/>
                  </a:lnTo>
                  <a:lnTo>
                    <a:pt x="1139" y="1733"/>
                  </a:lnTo>
                  <a:lnTo>
                    <a:pt x="1139" y="1730"/>
                  </a:lnTo>
                  <a:lnTo>
                    <a:pt x="1139" y="1730"/>
                  </a:lnTo>
                  <a:lnTo>
                    <a:pt x="1136" y="1728"/>
                  </a:lnTo>
                  <a:lnTo>
                    <a:pt x="1134" y="1726"/>
                  </a:lnTo>
                  <a:lnTo>
                    <a:pt x="1132" y="1721"/>
                  </a:lnTo>
                  <a:lnTo>
                    <a:pt x="1132" y="1721"/>
                  </a:lnTo>
                  <a:lnTo>
                    <a:pt x="1129" y="1719"/>
                  </a:lnTo>
                  <a:lnTo>
                    <a:pt x="1129" y="1719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32" y="1719"/>
                  </a:lnTo>
                  <a:lnTo>
                    <a:pt x="1132" y="1719"/>
                  </a:lnTo>
                  <a:lnTo>
                    <a:pt x="1132" y="1719"/>
                  </a:lnTo>
                  <a:lnTo>
                    <a:pt x="1134" y="1721"/>
                  </a:lnTo>
                  <a:lnTo>
                    <a:pt x="1134" y="1723"/>
                  </a:lnTo>
                  <a:lnTo>
                    <a:pt x="1136" y="1723"/>
                  </a:lnTo>
                  <a:lnTo>
                    <a:pt x="1136" y="1726"/>
                  </a:lnTo>
                  <a:lnTo>
                    <a:pt x="1139" y="1726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3" y="1730"/>
                  </a:lnTo>
                  <a:lnTo>
                    <a:pt x="1146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51" y="1728"/>
                  </a:lnTo>
                  <a:lnTo>
                    <a:pt x="1153" y="1730"/>
                  </a:lnTo>
                  <a:lnTo>
                    <a:pt x="1155" y="1728"/>
                  </a:lnTo>
                  <a:lnTo>
                    <a:pt x="1155" y="1728"/>
                  </a:lnTo>
                  <a:lnTo>
                    <a:pt x="1155" y="1728"/>
                  </a:lnTo>
                  <a:lnTo>
                    <a:pt x="1155" y="1726"/>
                  </a:lnTo>
                  <a:lnTo>
                    <a:pt x="1155" y="1726"/>
                  </a:lnTo>
                  <a:lnTo>
                    <a:pt x="1158" y="1723"/>
                  </a:lnTo>
                  <a:lnTo>
                    <a:pt x="1160" y="1723"/>
                  </a:lnTo>
                  <a:lnTo>
                    <a:pt x="1158" y="1723"/>
                  </a:lnTo>
                  <a:lnTo>
                    <a:pt x="1160" y="1721"/>
                  </a:lnTo>
                  <a:lnTo>
                    <a:pt x="1160" y="1721"/>
                  </a:lnTo>
                  <a:lnTo>
                    <a:pt x="1162" y="1721"/>
                  </a:lnTo>
                  <a:lnTo>
                    <a:pt x="1167" y="1714"/>
                  </a:lnTo>
                  <a:lnTo>
                    <a:pt x="1169" y="1714"/>
                  </a:lnTo>
                  <a:lnTo>
                    <a:pt x="1169" y="1714"/>
                  </a:lnTo>
                  <a:lnTo>
                    <a:pt x="1169" y="1711"/>
                  </a:lnTo>
                  <a:lnTo>
                    <a:pt x="1172" y="1711"/>
                  </a:lnTo>
                  <a:lnTo>
                    <a:pt x="1174" y="1711"/>
                  </a:lnTo>
                  <a:lnTo>
                    <a:pt x="1174" y="1711"/>
                  </a:lnTo>
                  <a:lnTo>
                    <a:pt x="1177" y="1709"/>
                  </a:lnTo>
                  <a:lnTo>
                    <a:pt x="1177" y="1709"/>
                  </a:lnTo>
                  <a:lnTo>
                    <a:pt x="1177" y="1707"/>
                  </a:lnTo>
                  <a:lnTo>
                    <a:pt x="1177" y="1707"/>
                  </a:lnTo>
                  <a:lnTo>
                    <a:pt x="1179" y="1704"/>
                  </a:lnTo>
                  <a:lnTo>
                    <a:pt x="1179" y="1704"/>
                  </a:lnTo>
                  <a:lnTo>
                    <a:pt x="1177" y="1702"/>
                  </a:lnTo>
                  <a:lnTo>
                    <a:pt x="1177" y="1700"/>
                  </a:lnTo>
                  <a:lnTo>
                    <a:pt x="1177" y="1697"/>
                  </a:lnTo>
                  <a:lnTo>
                    <a:pt x="1181" y="1692"/>
                  </a:lnTo>
                  <a:lnTo>
                    <a:pt x="1181" y="1690"/>
                  </a:lnTo>
                  <a:lnTo>
                    <a:pt x="1181" y="1685"/>
                  </a:lnTo>
                  <a:lnTo>
                    <a:pt x="1179" y="1685"/>
                  </a:lnTo>
                  <a:lnTo>
                    <a:pt x="1179" y="1683"/>
                  </a:lnTo>
                  <a:lnTo>
                    <a:pt x="1179" y="1681"/>
                  </a:lnTo>
                  <a:lnTo>
                    <a:pt x="1181" y="1681"/>
                  </a:lnTo>
                  <a:lnTo>
                    <a:pt x="1181" y="1678"/>
                  </a:lnTo>
                  <a:lnTo>
                    <a:pt x="1181" y="1678"/>
                  </a:lnTo>
                  <a:lnTo>
                    <a:pt x="1181" y="1678"/>
                  </a:lnTo>
                  <a:lnTo>
                    <a:pt x="1181" y="1676"/>
                  </a:lnTo>
                  <a:lnTo>
                    <a:pt x="1181" y="1676"/>
                  </a:lnTo>
                  <a:lnTo>
                    <a:pt x="1181" y="1676"/>
                  </a:lnTo>
                  <a:lnTo>
                    <a:pt x="1181" y="1676"/>
                  </a:lnTo>
                  <a:lnTo>
                    <a:pt x="1188" y="1671"/>
                  </a:lnTo>
                  <a:lnTo>
                    <a:pt x="1188" y="1669"/>
                  </a:lnTo>
                  <a:lnTo>
                    <a:pt x="1188" y="1669"/>
                  </a:lnTo>
                  <a:lnTo>
                    <a:pt x="1188" y="1666"/>
                  </a:lnTo>
                  <a:lnTo>
                    <a:pt x="1188" y="1666"/>
                  </a:lnTo>
                  <a:lnTo>
                    <a:pt x="1191" y="1664"/>
                  </a:lnTo>
                  <a:lnTo>
                    <a:pt x="1191" y="1664"/>
                  </a:lnTo>
                  <a:lnTo>
                    <a:pt x="1191" y="1662"/>
                  </a:lnTo>
                  <a:lnTo>
                    <a:pt x="1188" y="1662"/>
                  </a:lnTo>
                  <a:lnTo>
                    <a:pt x="1188" y="1657"/>
                  </a:lnTo>
                  <a:lnTo>
                    <a:pt x="1188" y="1657"/>
                  </a:lnTo>
                  <a:lnTo>
                    <a:pt x="1188" y="1655"/>
                  </a:lnTo>
                  <a:lnTo>
                    <a:pt x="1188" y="1655"/>
                  </a:lnTo>
                  <a:lnTo>
                    <a:pt x="1188" y="1655"/>
                  </a:lnTo>
                  <a:lnTo>
                    <a:pt x="1188" y="1652"/>
                  </a:lnTo>
                  <a:lnTo>
                    <a:pt x="1191" y="1652"/>
                  </a:lnTo>
                  <a:lnTo>
                    <a:pt x="1191" y="1655"/>
                  </a:lnTo>
                  <a:lnTo>
                    <a:pt x="1191" y="1655"/>
                  </a:lnTo>
                  <a:lnTo>
                    <a:pt x="1191" y="1657"/>
                  </a:lnTo>
                  <a:lnTo>
                    <a:pt x="1191" y="1657"/>
                  </a:lnTo>
                  <a:lnTo>
                    <a:pt x="1193" y="1655"/>
                  </a:lnTo>
                  <a:lnTo>
                    <a:pt x="1193" y="1652"/>
                  </a:lnTo>
                  <a:lnTo>
                    <a:pt x="1193" y="1652"/>
                  </a:lnTo>
                  <a:lnTo>
                    <a:pt x="1195" y="1652"/>
                  </a:lnTo>
                  <a:lnTo>
                    <a:pt x="1195" y="1650"/>
                  </a:lnTo>
                  <a:lnTo>
                    <a:pt x="1195" y="1650"/>
                  </a:lnTo>
                  <a:lnTo>
                    <a:pt x="1195" y="1647"/>
                  </a:lnTo>
                  <a:lnTo>
                    <a:pt x="1195" y="1647"/>
                  </a:lnTo>
                  <a:lnTo>
                    <a:pt x="1195" y="1645"/>
                  </a:lnTo>
                  <a:lnTo>
                    <a:pt x="1195" y="1643"/>
                  </a:lnTo>
                  <a:lnTo>
                    <a:pt x="1195" y="1640"/>
                  </a:lnTo>
                  <a:lnTo>
                    <a:pt x="1198" y="1638"/>
                  </a:lnTo>
                  <a:lnTo>
                    <a:pt x="1198" y="1636"/>
                  </a:lnTo>
                  <a:lnTo>
                    <a:pt x="1198" y="1633"/>
                  </a:lnTo>
                  <a:lnTo>
                    <a:pt x="1198" y="1633"/>
                  </a:lnTo>
                  <a:lnTo>
                    <a:pt x="1200" y="1633"/>
                  </a:lnTo>
                  <a:lnTo>
                    <a:pt x="1200" y="1633"/>
                  </a:lnTo>
                  <a:lnTo>
                    <a:pt x="1200" y="1633"/>
                  </a:lnTo>
                  <a:lnTo>
                    <a:pt x="1200" y="1631"/>
                  </a:lnTo>
                  <a:lnTo>
                    <a:pt x="1200" y="1631"/>
                  </a:lnTo>
                  <a:lnTo>
                    <a:pt x="1200" y="1629"/>
                  </a:lnTo>
                  <a:lnTo>
                    <a:pt x="1200" y="1629"/>
                  </a:lnTo>
                  <a:lnTo>
                    <a:pt x="1198" y="1629"/>
                  </a:lnTo>
                  <a:lnTo>
                    <a:pt x="1200" y="1626"/>
                  </a:lnTo>
                  <a:lnTo>
                    <a:pt x="1203" y="1624"/>
                  </a:lnTo>
                  <a:lnTo>
                    <a:pt x="1203" y="1621"/>
                  </a:lnTo>
                  <a:lnTo>
                    <a:pt x="1203" y="1621"/>
                  </a:lnTo>
                  <a:lnTo>
                    <a:pt x="1203" y="1621"/>
                  </a:lnTo>
                  <a:lnTo>
                    <a:pt x="1203" y="1619"/>
                  </a:lnTo>
                  <a:lnTo>
                    <a:pt x="1203" y="1617"/>
                  </a:lnTo>
                  <a:lnTo>
                    <a:pt x="1203" y="1617"/>
                  </a:lnTo>
                  <a:lnTo>
                    <a:pt x="1203" y="1614"/>
                  </a:lnTo>
                  <a:lnTo>
                    <a:pt x="1203" y="1612"/>
                  </a:lnTo>
                  <a:lnTo>
                    <a:pt x="1200" y="1612"/>
                  </a:lnTo>
                  <a:lnTo>
                    <a:pt x="1198" y="1612"/>
                  </a:lnTo>
                  <a:lnTo>
                    <a:pt x="1198" y="1610"/>
                  </a:lnTo>
                  <a:lnTo>
                    <a:pt x="1198" y="1610"/>
                  </a:lnTo>
                  <a:lnTo>
                    <a:pt x="1198" y="1607"/>
                  </a:lnTo>
                  <a:lnTo>
                    <a:pt x="1198" y="1607"/>
                  </a:lnTo>
                  <a:lnTo>
                    <a:pt x="1184" y="1607"/>
                  </a:lnTo>
                  <a:lnTo>
                    <a:pt x="1179" y="1607"/>
                  </a:lnTo>
                  <a:lnTo>
                    <a:pt x="1174" y="1607"/>
                  </a:lnTo>
                  <a:lnTo>
                    <a:pt x="1172" y="1605"/>
                  </a:lnTo>
                  <a:lnTo>
                    <a:pt x="1172" y="1607"/>
                  </a:lnTo>
                  <a:lnTo>
                    <a:pt x="1169" y="1607"/>
                  </a:lnTo>
                  <a:lnTo>
                    <a:pt x="1169" y="1607"/>
                  </a:lnTo>
                  <a:lnTo>
                    <a:pt x="1169" y="1610"/>
                  </a:lnTo>
                  <a:lnTo>
                    <a:pt x="1169" y="1610"/>
                  </a:lnTo>
                  <a:lnTo>
                    <a:pt x="1167" y="1610"/>
                  </a:lnTo>
                  <a:lnTo>
                    <a:pt x="1162" y="1610"/>
                  </a:lnTo>
                  <a:lnTo>
                    <a:pt x="1162" y="1610"/>
                  </a:lnTo>
                  <a:lnTo>
                    <a:pt x="1160" y="1612"/>
                  </a:lnTo>
                  <a:lnTo>
                    <a:pt x="1158" y="1612"/>
                  </a:lnTo>
                  <a:lnTo>
                    <a:pt x="1155" y="1610"/>
                  </a:lnTo>
                  <a:lnTo>
                    <a:pt x="1139" y="1612"/>
                  </a:lnTo>
                  <a:lnTo>
                    <a:pt x="1136" y="1610"/>
                  </a:lnTo>
                  <a:lnTo>
                    <a:pt x="1127" y="1612"/>
                  </a:lnTo>
                  <a:lnTo>
                    <a:pt x="1127" y="1612"/>
                  </a:lnTo>
                  <a:lnTo>
                    <a:pt x="1125" y="1610"/>
                  </a:lnTo>
                  <a:lnTo>
                    <a:pt x="1122" y="1610"/>
                  </a:lnTo>
                  <a:lnTo>
                    <a:pt x="1120" y="1612"/>
                  </a:lnTo>
                  <a:lnTo>
                    <a:pt x="1120" y="1610"/>
                  </a:lnTo>
                  <a:lnTo>
                    <a:pt x="1117" y="1610"/>
                  </a:lnTo>
                  <a:lnTo>
                    <a:pt x="1117" y="1607"/>
                  </a:lnTo>
                  <a:lnTo>
                    <a:pt x="1115" y="1607"/>
                  </a:lnTo>
                  <a:lnTo>
                    <a:pt x="1115" y="1607"/>
                  </a:lnTo>
                  <a:lnTo>
                    <a:pt x="1115" y="1605"/>
                  </a:lnTo>
                  <a:lnTo>
                    <a:pt x="1115" y="1605"/>
                  </a:lnTo>
                  <a:lnTo>
                    <a:pt x="1115" y="1605"/>
                  </a:lnTo>
                  <a:lnTo>
                    <a:pt x="1115" y="1605"/>
                  </a:lnTo>
                  <a:lnTo>
                    <a:pt x="1113" y="1603"/>
                  </a:lnTo>
                  <a:lnTo>
                    <a:pt x="1113" y="1603"/>
                  </a:lnTo>
                  <a:lnTo>
                    <a:pt x="1113" y="1603"/>
                  </a:lnTo>
                  <a:lnTo>
                    <a:pt x="1110" y="1603"/>
                  </a:lnTo>
                  <a:lnTo>
                    <a:pt x="1106" y="1598"/>
                  </a:lnTo>
                  <a:lnTo>
                    <a:pt x="1103" y="1598"/>
                  </a:lnTo>
                  <a:lnTo>
                    <a:pt x="1103" y="1595"/>
                  </a:lnTo>
                  <a:lnTo>
                    <a:pt x="1103" y="1595"/>
                  </a:lnTo>
                  <a:lnTo>
                    <a:pt x="1101" y="1593"/>
                  </a:lnTo>
                  <a:lnTo>
                    <a:pt x="1101" y="1591"/>
                  </a:lnTo>
                  <a:lnTo>
                    <a:pt x="1101" y="1591"/>
                  </a:lnTo>
                  <a:lnTo>
                    <a:pt x="1098" y="1588"/>
                  </a:lnTo>
                  <a:lnTo>
                    <a:pt x="1096" y="1586"/>
                  </a:lnTo>
                  <a:lnTo>
                    <a:pt x="1094" y="1586"/>
                  </a:lnTo>
                  <a:lnTo>
                    <a:pt x="1094" y="1586"/>
                  </a:lnTo>
                  <a:lnTo>
                    <a:pt x="1094" y="1586"/>
                  </a:lnTo>
                  <a:lnTo>
                    <a:pt x="1094" y="1584"/>
                  </a:lnTo>
                  <a:lnTo>
                    <a:pt x="1089" y="1581"/>
                  </a:lnTo>
                  <a:lnTo>
                    <a:pt x="1087" y="1579"/>
                  </a:lnTo>
                  <a:lnTo>
                    <a:pt x="1084" y="1579"/>
                  </a:lnTo>
                  <a:lnTo>
                    <a:pt x="1080" y="1576"/>
                  </a:lnTo>
                  <a:lnTo>
                    <a:pt x="1075" y="1574"/>
                  </a:lnTo>
                  <a:lnTo>
                    <a:pt x="1065" y="1574"/>
                  </a:lnTo>
                  <a:lnTo>
                    <a:pt x="1056" y="1572"/>
                  </a:lnTo>
                  <a:lnTo>
                    <a:pt x="1051" y="1572"/>
                  </a:lnTo>
                  <a:lnTo>
                    <a:pt x="1044" y="1569"/>
                  </a:lnTo>
                  <a:lnTo>
                    <a:pt x="1039" y="1569"/>
                  </a:lnTo>
                  <a:lnTo>
                    <a:pt x="1037" y="1569"/>
                  </a:lnTo>
                  <a:lnTo>
                    <a:pt x="1035" y="1569"/>
                  </a:lnTo>
                  <a:lnTo>
                    <a:pt x="1035" y="1572"/>
                  </a:lnTo>
                  <a:lnTo>
                    <a:pt x="1035" y="1572"/>
                  </a:lnTo>
                  <a:lnTo>
                    <a:pt x="1037" y="1574"/>
                  </a:lnTo>
                  <a:lnTo>
                    <a:pt x="1037" y="1576"/>
                  </a:lnTo>
                  <a:lnTo>
                    <a:pt x="1039" y="1579"/>
                  </a:lnTo>
                  <a:lnTo>
                    <a:pt x="1039" y="1579"/>
                  </a:lnTo>
                  <a:lnTo>
                    <a:pt x="1037" y="1579"/>
                  </a:lnTo>
                  <a:lnTo>
                    <a:pt x="1035" y="1576"/>
                  </a:lnTo>
                  <a:lnTo>
                    <a:pt x="1020" y="1569"/>
                  </a:lnTo>
                  <a:lnTo>
                    <a:pt x="1020" y="1567"/>
                  </a:lnTo>
                  <a:lnTo>
                    <a:pt x="1025" y="1567"/>
                  </a:lnTo>
                  <a:lnTo>
                    <a:pt x="1025" y="1567"/>
                  </a:lnTo>
                  <a:lnTo>
                    <a:pt x="1027" y="1567"/>
                  </a:lnTo>
                  <a:lnTo>
                    <a:pt x="1032" y="1567"/>
                  </a:lnTo>
                  <a:lnTo>
                    <a:pt x="1035" y="1567"/>
                  </a:lnTo>
                  <a:lnTo>
                    <a:pt x="1035" y="1567"/>
                  </a:lnTo>
                  <a:lnTo>
                    <a:pt x="1037" y="1567"/>
                  </a:lnTo>
                  <a:lnTo>
                    <a:pt x="1061" y="1567"/>
                  </a:lnTo>
                  <a:lnTo>
                    <a:pt x="1068" y="1565"/>
                  </a:lnTo>
                  <a:lnTo>
                    <a:pt x="1068" y="1565"/>
                  </a:lnTo>
                  <a:lnTo>
                    <a:pt x="1068" y="1565"/>
                  </a:lnTo>
                  <a:lnTo>
                    <a:pt x="1068" y="1567"/>
                  </a:lnTo>
                  <a:lnTo>
                    <a:pt x="1068" y="1567"/>
                  </a:lnTo>
                  <a:lnTo>
                    <a:pt x="1068" y="1567"/>
                  </a:lnTo>
                  <a:lnTo>
                    <a:pt x="1068" y="1567"/>
                  </a:lnTo>
                  <a:lnTo>
                    <a:pt x="1065" y="1567"/>
                  </a:lnTo>
                  <a:lnTo>
                    <a:pt x="1063" y="1569"/>
                  </a:lnTo>
                  <a:lnTo>
                    <a:pt x="1061" y="1569"/>
                  </a:lnTo>
                  <a:lnTo>
                    <a:pt x="1061" y="1569"/>
                  </a:lnTo>
                  <a:lnTo>
                    <a:pt x="1065" y="1572"/>
                  </a:lnTo>
                  <a:lnTo>
                    <a:pt x="1068" y="1572"/>
                  </a:lnTo>
                  <a:lnTo>
                    <a:pt x="1070" y="1569"/>
                  </a:lnTo>
                  <a:lnTo>
                    <a:pt x="1070" y="1569"/>
                  </a:lnTo>
                  <a:lnTo>
                    <a:pt x="1072" y="1567"/>
                  </a:lnTo>
                  <a:lnTo>
                    <a:pt x="1075" y="1567"/>
                  </a:lnTo>
                  <a:lnTo>
                    <a:pt x="1075" y="1567"/>
                  </a:lnTo>
                  <a:lnTo>
                    <a:pt x="1077" y="1569"/>
                  </a:lnTo>
                  <a:lnTo>
                    <a:pt x="1080" y="1569"/>
                  </a:lnTo>
                  <a:lnTo>
                    <a:pt x="1080" y="1569"/>
                  </a:lnTo>
                  <a:lnTo>
                    <a:pt x="1082" y="1572"/>
                  </a:lnTo>
                  <a:lnTo>
                    <a:pt x="1084" y="1572"/>
                  </a:lnTo>
                  <a:lnTo>
                    <a:pt x="1084" y="1572"/>
                  </a:lnTo>
                  <a:lnTo>
                    <a:pt x="1087" y="1572"/>
                  </a:lnTo>
                  <a:lnTo>
                    <a:pt x="1087" y="1572"/>
                  </a:lnTo>
                  <a:lnTo>
                    <a:pt x="1087" y="1569"/>
                  </a:lnTo>
                  <a:lnTo>
                    <a:pt x="1087" y="1569"/>
                  </a:lnTo>
                  <a:lnTo>
                    <a:pt x="1087" y="1567"/>
                  </a:lnTo>
                  <a:lnTo>
                    <a:pt x="1084" y="1567"/>
                  </a:lnTo>
                  <a:lnTo>
                    <a:pt x="1075" y="1562"/>
                  </a:lnTo>
                  <a:lnTo>
                    <a:pt x="1077" y="1562"/>
                  </a:lnTo>
                  <a:lnTo>
                    <a:pt x="1084" y="1562"/>
                  </a:lnTo>
                  <a:lnTo>
                    <a:pt x="1084" y="1562"/>
                  </a:lnTo>
                  <a:lnTo>
                    <a:pt x="1087" y="1560"/>
                  </a:lnTo>
                  <a:lnTo>
                    <a:pt x="1087" y="1560"/>
                  </a:lnTo>
                  <a:lnTo>
                    <a:pt x="1087" y="1562"/>
                  </a:lnTo>
                  <a:lnTo>
                    <a:pt x="1089" y="1562"/>
                  </a:lnTo>
                  <a:lnTo>
                    <a:pt x="1094" y="1565"/>
                  </a:lnTo>
                  <a:lnTo>
                    <a:pt x="1094" y="1565"/>
                  </a:lnTo>
                  <a:lnTo>
                    <a:pt x="1094" y="1565"/>
                  </a:lnTo>
                  <a:lnTo>
                    <a:pt x="1094" y="1567"/>
                  </a:lnTo>
                  <a:lnTo>
                    <a:pt x="1094" y="1567"/>
                  </a:lnTo>
                  <a:lnTo>
                    <a:pt x="1096" y="1567"/>
                  </a:lnTo>
                  <a:lnTo>
                    <a:pt x="1096" y="1567"/>
                  </a:lnTo>
                  <a:lnTo>
                    <a:pt x="1096" y="1567"/>
                  </a:lnTo>
                  <a:lnTo>
                    <a:pt x="1096" y="1567"/>
                  </a:lnTo>
                  <a:lnTo>
                    <a:pt x="1096" y="1565"/>
                  </a:lnTo>
                  <a:lnTo>
                    <a:pt x="1098" y="1567"/>
                  </a:lnTo>
                  <a:lnTo>
                    <a:pt x="1101" y="1569"/>
                  </a:lnTo>
                  <a:lnTo>
                    <a:pt x="1103" y="1569"/>
                  </a:lnTo>
                  <a:lnTo>
                    <a:pt x="1103" y="1569"/>
                  </a:lnTo>
                  <a:lnTo>
                    <a:pt x="1103" y="1569"/>
                  </a:lnTo>
                  <a:lnTo>
                    <a:pt x="1103" y="1572"/>
                  </a:lnTo>
                  <a:lnTo>
                    <a:pt x="1106" y="1572"/>
                  </a:lnTo>
                  <a:lnTo>
                    <a:pt x="1106" y="1572"/>
                  </a:lnTo>
                  <a:lnTo>
                    <a:pt x="1110" y="1572"/>
                  </a:lnTo>
                  <a:lnTo>
                    <a:pt x="1110" y="1574"/>
                  </a:lnTo>
                  <a:lnTo>
                    <a:pt x="1110" y="1574"/>
                  </a:lnTo>
                  <a:lnTo>
                    <a:pt x="1110" y="1574"/>
                  </a:lnTo>
                  <a:lnTo>
                    <a:pt x="1110" y="1576"/>
                  </a:lnTo>
                  <a:lnTo>
                    <a:pt x="1110" y="1576"/>
                  </a:lnTo>
                  <a:lnTo>
                    <a:pt x="1113" y="1576"/>
                  </a:lnTo>
                  <a:lnTo>
                    <a:pt x="1115" y="1576"/>
                  </a:lnTo>
                  <a:lnTo>
                    <a:pt x="1117" y="1579"/>
                  </a:lnTo>
                  <a:lnTo>
                    <a:pt x="1117" y="1579"/>
                  </a:lnTo>
                  <a:lnTo>
                    <a:pt x="1122" y="1579"/>
                  </a:lnTo>
                  <a:lnTo>
                    <a:pt x="1122" y="1576"/>
                  </a:lnTo>
                  <a:lnTo>
                    <a:pt x="1122" y="1576"/>
                  </a:lnTo>
                  <a:lnTo>
                    <a:pt x="1122" y="1579"/>
                  </a:lnTo>
                  <a:lnTo>
                    <a:pt x="1125" y="1579"/>
                  </a:lnTo>
                  <a:lnTo>
                    <a:pt x="1125" y="1579"/>
                  </a:lnTo>
                  <a:lnTo>
                    <a:pt x="1127" y="1579"/>
                  </a:lnTo>
                  <a:lnTo>
                    <a:pt x="1139" y="1581"/>
                  </a:lnTo>
                  <a:lnTo>
                    <a:pt x="1139" y="1581"/>
                  </a:lnTo>
                  <a:lnTo>
                    <a:pt x="1139" y="1581"/>
                  </a:lnTo>
                  <a:lnTo>
                    <a:pt x="1136" y="1581"/>
                  </a:lnTo>
                  <a:lnTo>
                    <a:pt x="1132" y="1581"/>
                  </a:lnTo>
                  <a:lnTo>
                    <a:pt x="1125" y="1584"/>
                  </a:lnTo>
                  <a:lnTo>
                    <a:pt x="1127" y="1584"/>
                  </a:lnTo>
                  <a:lnTo>
                    <a:pt x="1127" y="1584"/>
                  </a:lnTo>
                  <a:lnTo>
                    <a:pt x="1129" y="1586"/>
                  </a:lnTo>
                  <a:lnTo>
                    <a:pt x="1132" y="1586"/>
                  </a:lnTo>
                  <a:lnTo>
                    <a:pt x="1134" y="1586"/>
                  </a:lnTo>
                  <a:lnTo>
                    <a:pt x="1134" y="1586"/>
                  </a:lnTo>
                  <a:lnTo>
                    <a:pt x="1139" y="1588"/>
                  </a:lnTo>
                  <a:lnTo>
                    <a:pt x="1141" y="1591"/>
                  </a:lnTo>
                  <a:lnTo>
                    <a:pt x="1143" y="1593"/>
                  </a:lnTo>
                  <a:lnTo>
                    <a:pt x="1143" y="1593"/>
                  </a:lnTo>
                  <a:lnTo>
                    <a:pt x="1146" y="1593"/>
                  </a:lnTo>
                  <a:lnTo>
                    <a:pt x="1146" y="1595"/>
                  </a:lnTo>
                  <a:lnTo>
                    <a:pt x="1146" y="1595"/>
                  </a:lnTo>
                  <a:lnTo>
                    <a:pt x="1146" y="1595"/>
                  </a:lnTo>
                  <a:lnTo>
                    <a:pt x="1148" y="1598"/>
                  </a:lnTo>
                  <a:lnTo>
                    <a:pt x="1148" y="1598"/>
                  </a:lnTo>
                  <a:lnTo>
                    <a:pt x="1151" y="1598"/>
                  </a:lnTo>
                  <a:lnTo>
                    <a:pt x="1151" y="1600"/>
                  </a:lnTo>
                  <a:lnTo>
                    <a:pt x="1151" y="1600"/>
                  </a:lnTo>
                  <a:lnTo>
                    <a:pt x="1153" y="1600"/>
                  </a:lnTo>
                  <a:lnTo>
                    <a:pt x="1158" y="1603"/>
                  </a:lnTo>
                  <a:lnTo>
                    <a:pt x="1162" y="1605"/>
                  </a:lnTo>
                  <a:lnTo>
                    <a:pt x="1184" y="1603"/>
                  </a:lnTo>
                  <a:lnTo>
                    <a:pt x="1186" y="1600"/>
                  </a:lnTo>
                  <a:lnTo>
                    <a:pt x="1186" y="1598"/>
                  </a:lnTo>
                  <a:lnTo>
                    <a:pt x="1188" y="1598"/>
                  </a:lnTo>
                  <a:lnTo>
                    <a:pt x="1188" y="1595"/>
                  </a:lnTo>
                  <a:lnTo>
                    <a:pt x="1188" y="1595"/>
                  </a:lnTo>
                  <a:lnTo>
                    <a:pt x="1191" y="1595"/>
                  </a:lnTo>
                  <a:lnTo>
                    <a:pt x="1193" y="1593"/>
                  </a:lnTo>
                  <a:lnTo>
                    <a:pt x="1193" y="1591"/>
                  </a:lnTo>
                  <a:lnTo>
                    <a:pt x="1193" y="1591"/>
                  </a:lnTo>
                  <a:lnTo>
                    <a:pt x="1191" y="1591"/>
                  </a:lnTo>
                  <a:lnTo>
                    <a:pt x="1191" y="1588"/>
                  </a:lnTo>
                  <a:lnTo>
                    <a:pt x="1191" y="1588"/>
                  </a:lnTo>
                  <a:lnTo>
                    <a:pt x="1191" y="1588"/>
                  </a:lnTo>
                  <a:lnTo>
                    <a:pt x="1191" y="1586"/>
                  </a:lnTo>
                  <a:lnTo>
                    <a:pt x="1191" y="1586"/>
                  </a:lnTo>
                  <a:lnTo>
                    <a:pt x="1191" y="1586"/>
                  </a:lnTo>
                  <a:lnTo>
                    <a:pt x="1193" y="1586"/>
                  </a:lnTo>
                  <a:lnTo>
                    <a:pt x="1193" y="1586"/>
                  </a:lnTo>
                  <a:lnTo>
                    <a:pt x="1193" y="1586"/>
                  </a:lnTo>
                  <a:lnTo>
                    <a:pt x="1193" y="1584"/>
                  </a:lnTo>
                  <a:lnTo>
                    <a:pt x="1193" y="1584"/>
                  </a:lnTo>
                  <a:lnTo>
                    <a:pt x="1193" y="1584"/>
                  </a:lnTo>
                  <a:lnTo>
                    <a:pt x="1193" y="1584"/>
                  </a:lnTo>
                  <a:lnTo>
                    <a:pt x="1195" y="1584"/>
                  </a:lnTo>
                  <a:lnTo>
                    <a:pt x="1195" y="1581"/>
                  </a:lnTo>
                  <a:lnTo>
                    <a:pt x="1193" y="1581"/>
                  </a:lnTo>
                  <a:lnTo>
                    <a:pt x="1193" y="1581"/>
                  </a:lnTo>
                  <a:lnTo>
                    <a:pt x="1195" y="1581"/>
                  </a:lnTo>
                  <a:lnTo>
                    <a:pt x="1198" y="1579"/>
                  </a:lnTo>
                  <a:lnTo>
                    <a:pt x="1198" y="1579"/>
                  </a:lnTo>
                  <a:lnTo>
                    <a:pt x="1200" y="1576"/>
                  </a:lnTo>
                  <a:lnTo>
                    <a:pt x="1200" y="1576"/>
                  </a:lnTo>
                  <a:lnTo>
                    <a:pt x="1200" y="1574"/>
                  </a:lnTo>
                  <a:lnTo>
                    <a:pt x="1203" y="1572"/>
                  </a:lnTo>
                  <a:lnTo>
                    <a:pt x="1203" y="1572"/>
                  </a:lnTo>
                  <a:lnTo>
                    <a:pt x="1203" y="1569"/>
                  </a:lnTo>
                  <a:lnTo>
                    <a:pt x="1203" y="1569"/>
                  </a:lnTo>
                  <a:lnTo>
                    <a:pt x="1205" y="1567"/>
                  </a:lnTo>
                  <a:lnTo>
                    <a:pt x="1205" y="1567"/>
                  </a:lnTo>
                  <a:lnTo>
                    <a:pt x="1207" y="1567"/>
                  </a:lnTo>
                  <a:lnTo>
                    <a:pt x="1207" y="1567"/>
                  </a:lnTo>
                  <a:lnTo>
                    <a:pt x="1207" y="1567"/>
                  </a:lnTo>
                  <a:lnTo>
                    <a:pt x="1207" y="1565"/>
                  </a:lnTo>
                  <a:lnTo>
                    <a:pt x="1207" y="1565"/>
                  </a:lnTo>
                  <a:lnTo>
                    <a:pt x="1207" y="1562"/>
                  </a:lnTo>
                  <a:lnTo>
                    <a:pt x="1210" y="1560"/>
                  </a:lnTo>
                  <a:lnTo>
                    <a:pt x="1210" y="1560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5"/>
                  </a:lnTo>
                  <a:lnTo>
                    <a:pt x="1210" y="1555"/>
                  </a:lnTo>
                  <a:lnTo>
                    <a:pt x="1210" y="1555"/>
                  </a:lnTo>
                  <a:lnTo>
                    <a:pt x="1207" y="1555"/>
                  </a:lnTo>
                  <a:lnTo>
                    <a:pt x="1207" y="1553"/>
                  </a:lnTo>
                  <a:lnTo>
                    <a:pt x="1207" y="1553"/>
                  </a:lnTo>
                  <a:lnTo>
                    <a:pt x="1207" y="1553"/>
                  </a:lnTo>
                  <a:lnTo>
                    <a:pt x="1207" y="1553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48"/>
                  </a:lnTo>
                  <a:lnTo>
                    <a:pt x="1210" y="1546"/>
                  </a:lnTo>
                  <a:lnTo>
                    <a:pt x="1207" y="1546"/>
                  </a:lnTo>
                  <a:lnTo>
                    <a:pt x="1210" y="1546"/>
                  </a:lnTo>
                  <a:lnTo>
                    <a:pt x="1210" y="1543"/>
                  </a:lnTo>
                  <a:lnTo>
                    <a:pt x="1210" y="1543"/>
                  </a:lnTo>
                  <a:lnTo>
                    <a:pt x="1210" y="1543"/>
                  </a:lnTo>
                  <a:lnTo>
                    <a:pt x="1212" y="1543"/>
                  </a:lnTo>
                  <a:lnTo>
                    <a:pt x="1212" y="1543"/>
                  </a:lnTo>
                  <a:lnTo>
                    <a:pt x="1212" y="1543"/>
                  </a:lnTo>
                  <a:lnTo>
                    <a:pt x="1212" y="1543"/>
                  </a:lnTo>
                  <a:lnTo>
                    <a:pt x="1212" y="1541"/>
                  </a:lnTo>
                  <a:lnTo>
                    <a:pt x="1212" y="1541"/>
                  </a:lnTo>
                  <a:lnTo>
                    <a:pt x="1214" y="1541"/>
                  </a:lnTo>
                  <a:lnTo>
                    <a:pt x="1214" y="1541"/>
                  </a:lnTo>
                  <a:lnTo>
                    <a:pt x="1214" y="1539"/>
                  </a:lnTo>
                  <a:lnTo>
                    <a:pt x="1214" y="1539"/>
                  </a:lnTo>
                  <a:lnTo>
                    <a:pt x="1214" y="1539"/>
                  </a:lnTo>
                  <a:lnTo>
                    <a:pt x="1214" y="1539"/>
                  </a:lnTo>
                  <a:lnTo>
                    <a:pt x="1214" y="1536"/>
                  </a:lnTo>
                  <a:lnTo>
                    <a:pt x="1217" y="1536"/>
                  </a:lnTo>
                  <a:lnTo>
                    <a:pt x="1219" y="1534"/>
                  </a:lnTo>
                  <a:lnTo>
                    <a:pt x="1219" y="1534"/>
                  </a:lnTo>
                  <a:close/>
                  <a:moveTo>
                    <a:pt x="381" y="1404"/>
                  </a:moveTo>
                  <a:lnTo>
                    <a:pt x="384" y="1406"/>
                  </a:lnTo>
                  <a:lnTo>
                    <a:pt x="384" y="1406"/>
                  </a:lnTo>
                  <a:lnTo>
                    <a:pt x="389" y="1406"/>
                  </a:lnTo>
                  <a:lnTo>
                    <a:pt x="389" y="1406"/>
                  </a:lnTo>
                  <a:lnTo>
                    <a:pt x="389" y="1404"/>
                  </a:lnTo>
                  <a:lnTo>
                    <a:pt x="389" y="1404"/>
                  </a:lnTo>
                  <a:lnTo>
                    <a:pt x="389" y="1404"/>
                  </a:lnTo>
                  <a:lnTo>
                    <a:pt x="389" y="1404"/>
                  </a:lnTo>
                  <a:lnTo>
                    <a:pt x="386" y="1401"/>
                  </a:lnTo>
                  <a:lnTo>
                    <a:pt x="381" y="1404"/>
                  </a:lnTo>
                  <a:close/>
                  <a:moveTo>
                    <a:pt x="646" y="1307"/>
                  </a:moveTo>
                  <a:lnTo>
                    <a:pt x="646" y="1307"/>
                  </a:lnTo>
                  <a:lnTo>
                    <a:pt x="646" y="1309"/>
                  </a:lnTo>
                  <a:lnTo>
                    <a:pt x="646" y="1309"/>
                  </a:lnTo>
                  <a:lnTo>
                    <a:pt x="649" y="1307"/>
                  </a:lnTo>
                  <a:lnTo>
                    <a:pt x="649" y="1307"/>
                  </a:lnTo>
                  <a:lnTo>
                    <a:pt x="649" y="1307"/>
                  </a:lnTo>
                  <a:lnTo>
                    <a:pt x="651" y="1307"/>
                  </a:lnTo>
                  <a:lnTo>
                    <a:pt x="651" y="1307"/>
                  </a:lnTo>
                  <a:lnTo>
                    <a:pt x="651" y="1304"/>
                  </a:lnTo>
                  <a:lnTo>
                    <a:pt x="654" y="1302"/>
                  </a:lnTo>
                  <a:lnTo>
                    <a:pt x="654" y="1302"/>
                  </a:lnTo>
                  <a:lnTo>
                    <a:pt x="651" y="1300"/>
                  </a:lnTo>
                  <a:lnTo>
                    <a:pt x="651" y="1300"/>
                  </a:lnTo>
                  <a:lnTo>
                    <a:pt x="651" y="1300"/>
                  </a:lnTo>
                  <a:lnTo>
                    <a:pt x="651" y="1300"/>
                  </a:lnTo>
                  <a:lnTo>
                    <a:pt x="651" y="1297"/>
                  </a:lnTo>
                  <a:lnTo>
                    <a:pt x="649" y="1297"/>
                  </a:lnTo>
                  <a:lnTo>
                    <a:pt x="646" y="1297"/>
                  </a:lnTo>
                  <a:lnTo>
                    <a:pt x="646" y="1300"/>
                  </a:lnTo>
                  <a:lnTo>
                    <a:pt x="646" y="1302"/>
                  </a:lnTo>
                  <a:lnTo>
                    <a:pt x="649" y="1302"/>
                  </a:lnTo>
                  <a:lnTo>
                    <a:pt x="649" y="1302"/>
                  </a:lnTo>
                  <a:lnTo>
                    <a:pt x="649" y="1304"/>
                  </a:lnTo>
                  <a:lnTo>
                    <a:pt x="646" y="1307"/>
                  </a:lnTo>
                  <a:close/>
                  <a:moveTo>
                    <a:pt x="1072" y="1856"/>
                  </a:moveTo>
                  <a:lnTo>
                    <a:pt x="1068" y="1856"/>
                  </a:lnTo>
                  <a:lnTo>
                    <a:pt x="1068" y="1856"/>
                  </a:lnTo>
                  <a:lnTo>
                    <a:pt x="1068" y="1858"/>
                  </a:lnTo>
                  <a:lnTo>
                    <a:pt x="1068" y="1858"/>
                  </a:lnTo>
                  <a:lnTo>
                    <a:pt x="1070" y="1858"/>
                  </a:lnTo>
                  <a:lnTo>
                    <a:pt x="1070" y="1858"/>
                  </a:lnTo>
                  <a:lnTo>
                    <a:pt x="1072" y="1858"/>
                  </a:lnTo>
                  <a:lnTo>
                    <a:pt x="1080" y="1858"/>
                  </a:lnTo>
                  <a:lnTo>
                    <a:pt x="1080" y="1858"/>
                  </a:lnTo>
                  <a:lnTo>
                    <a:pt x="1080" y="1858"/>
                  </a:lnTo>
                  <a:lnTo>
                    <a:pt x="1080" y="1858"/>
                  </a:lnTo>
                  <a:lnTo>
                    <a:pt x="1077" y="1856"/>
                  </a:lnTo>
                  <a:lnTo>
                    <a:pt x="1072" y="1856"/>
                  </a:lnTo>
                  <a:close/>
                  <a:moveTo>
                    <a:pt x="1148" y="1356"/>
                  </a:moveTo>
                  <a:lnTo>
                    <a:pt x="1148" y="1356"/>
                  </a:lnTo>
                  <a:lnTo>
                    <a:pt x="1148" y="1359"/>
                  </a:lnTo>
                  <a:lnTo>
                    <a:pt x="1148" y="1359"/>
                  </a:lnTo>
                  <a:lnTo>
                    <a:pt x="1148" y="1361"/>
                  </a:lnTo>
                  <a:lnTo>
                    <a:pt x="1151" y="1361"/>
                  </a:lnTo>
                  <a:lnTo>
                    <a:pt x="1153" y="1361"/>
                  </a:lnTo>
                  <a:lnTo>
                    <a:pt x="1153" y="1363"/>
                  </a:lnTo>
                  <a:lnTo>
                    <a:pt x="1155" y="1366"/>
                  </a:lnTo>
                  <a:lnTo>
                    <a:pt x="1155" y="1366"/>
                  </a:lnTo>
                  <a:lnTo>
                    <a:pt x="1155" y="1366"/>
                  </a:lnTo>
                  <a:lnTo>
                    <a:pt x="1155" y="1368"/>
                  </a:lnTo>
                  <a:lnTo>
                    <a:pt x="1155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71"/>
                  </a:lnTo>
                  <a:lnTo>
                    <a:pt x="1153" y="1371"/>
                  </a:lnTo>
                  <a:lnTo>
                    <a:pt x="1153" y="1371"/>
                  </a:lnTo>
                  <a:lnTo>
                    <a:pt x="1153" y="1371"/>
                  </a:lnTo>
                  <a:lnTo>
                    <a:pt x="1151" y="1371"/>
                  </a:lnTo>
                  <a:lnTo>
                    <a:pt x="1151" y="1371"/>
                  </a:lnTo>
                  <a:lnTo>
                    <a:pt x="1151" y="1373"/>
                  </a:lnTo>
                  <a:lnTo>
                    <a:pt x="1151" y="1373"/>
                  </a:lnTo>
                  <a:lnTo>
                    <a:pt x="1151" y="1373"/>
                  </a:lnTo>
                  <a:lnTo>
                    <a:pt x="1153" y="1373"/>
                  </a:lnTo>
                  <a:lnTo>
                    <a:pt x="1153" y="1373"/>
                  </a:lnTo>
                  <a:lnTo>
                    <a:pt x="1153" y="1375"/>
                  </a:lnTo>
                  <a:lnTo>
                    <a:pt x="1153" y="1375"/>
                  </a:lnTo>
                  <a:lnTo>
                    <a:pt x="1153" y="1378"/>
                  </a:lnTo>
                  <a:lnTo>
                    <a:pt x="1155" y="1380"/>
                  </a:lnTo>
                  <a:lnTo>
                    <a:pt x="1155" y="1382"/>
                  </a:lnTo>
                  <a:lnTo>
                    <a:pt x="1158" y="1382"/>
                  </a:lnTo>
                  <a:lnTo>
                    <a:pt x="1160" y="1382"/>
                  </a:lnTo>
                  <a:lnTo>
                    <a:pt x="1162" y="1385"/>
                  </a:lnTo>
                  <a:lnTo>
                    <a:pt x="1162" y="1385"/>
                  </a:lnTo>
                  <a:lnTo>
                    <a:pt x="1165" y="1387"/>
                  </a:lnTo>
                  <a:lnTo>
                    <a:pt x="1165" y="1387"/>
                  </a:lnTo>
                  <a:lnTo>
                    <a:pt x="1165" y="1387"/>
                  </a:lnTo>
                  <a:lnTo>
                    <a:pt x="1167" y="1387"/>
                  </a:lnTo>
                  <a:lnTo>
                    <a:pt x="1167" y="1385"/>
                  </a:lnTo>
                  <a:lnTo>
                    <a:pt x="1169" y="1382"/>
                  </a:lnTo>
                  <a:lnTo>
                    <a:pt x="1169" y="1382"/>
                  </a:lnTo>
                  <a:lnTo>
                    <a:pt x="1169" y="1380"/>
                  </a:lnTo>
                  <a:lnTo>
                    <a:pt x="1172" y="1375"/>
                  </a:lnTo>
                  <a:lnTo>
                    <a:pt x="1172" y="1368"/>
                  </a:lnTo>
                  <a:lnTo>
                    <a:pt x="1172" y="1368"/>
                  </a:lnTo>
                  <a:lnTo>
                    <a:pt x="1169" y="1366"/>
                  </a:lnTo>
                  <a:lnTo>
                    <a:pt x="1169" y="1359"/>
                  </a:lnTo>
                  <a:lnTo>
                    <a:pt x="1167" y="1359"/>
                  </a:lnTo>
                  <a:lnTo>
                    <a:pt x="1167" y="1356"/>
                  </a:lnTo>
                  <a:lnTo>
                    <a:pt x="1167" y="1354"/>
                  </a:lnTo>
                  <a:lnTo>
                    <a:pt x="1165" y="1354"/>
                  </a:lnTo>
                  <a:lnTo>
                    <a:pt x="1165" y="1349"/>
                  </a:lnTo>
                  <a:lnTo>
                    <a:pt x="1165" y="1347"/>
                  </a:lnTo>
                  <a:lnTo>
                    <a:pt x="1165" y="1345"/>
                  </a:lnTo>
                  <a:lnTo>
                    <a:pt x="1165" y="1345"/>
                  </a:lnTo>
                  <a:lnTo>
                    <a:pt x="1165" y="1345"/>
                  </a:lnTo>
                  <a:lnTo>
                    <a:pt x="1162" y="1342"/>
                  </a:lnTo>
                  <a:lnTo>
                    <a:pt x="1160" y="1340"/>
                  </a:lnTo>
                  <a:lnTo>
                    <a:pt x="1158" y="1337"/>
                  </a:lnTo>
                  <a:lnTo>
                    <a:pt x="1153" y="1337"/>
                  </a:lnTo>
                  <a:lnTo>
                    <a:pt x="1153" y="1337"/>
                  </a:lnTo>
                  <a:lnTo>
                    <a:pt x="1153" y="1337"/>
                  </a:lnTo>
                  <a:lnTo>
                    <a:pt x="1151" y="1340"/>
                  </a:lnTo>
                  <a:lnTo>
                    <a:pt x="1151" y="1342"/>
                  </a:lnTo>
                  <a:lnTo>
                    <a:pt x="1151" y="1342"/>
                  </a:lnTo>
                  <a:lnTo>
                    <a:pt x="1151" y="1345"/>
                  </a:lnTo>
                  <a:lnTo>
                    <a:pt x="1148" y="1347"/>
                  </a:lnTo>
                  <a:lnTo>
                    <a:pt x="1148" y="1349"/>
                  </a:lnTo>
                  <a:lnTo>
                    <a:pt x="1148" y="1352"/>
                  </a:lnTo>
                  <a:lnTo>
                    <a:pt x="1151" y="1354"/>
                  </a:lnTo>
                  <a:lnTo>
                    <a:pt x="1148" y="1354"/>
                  </a:lnTo>
                  <a:lnTo>
                    <a:pt x="1148" y="1356"/>
                  </a:lnTo>
                  <a:close/>
                  <a:moveTo>
                    <a:pt x="1307" y="1510"/>
                  </a:moveTo>
                  <a:lnTo>
                    <a:pt x="1307" y="1513"/>
                  </a:lnTo>
                  <a:lnTo>
                    <a:pt x="1309" y="1513"/>
                  </a:lnTo>
                  <a:lnTo>
                    <a:pt x="1309" y="1513"/>
                  </a:lnTo>
                  <a:lnTo>
                    <a:pt x="1309" y="1513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08"/>
                  </a:lnTo>
                  <a:lnTo>
                    <a:pt x="1309" y="1508"/>
                  </a:lnTo>
                  <a:lnTo>
                    <a:pt x="1309" y="1508"/>
                  </a:lnTo>
                  <a:lnTo>
                    <a:pt x="1309" y="1508"/>
                  </a:lnTo>
                  <a:lnTo>
                    <a:pt x="1307" y="1508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10"/>
                  </a:lnTo>
                  <a:close/>
                  <a:moveTo>
                    <a:pt x="1257" y="1541"/>
                  </a:moveTo>
                  <a:lnTo>
                    <a:pt x="1259" y="1546"/>
                  </a:lnTo>
                  <a:lnTo>
                    <a:pt x="1259" y="1548"/>
                  </a:lnTo>
                  <a:lnTo>
                    <a:pt x="1259" y="1548"/>
                  </a:lnTo>
                  <a:lnTo>
                    <a:pt x="1262" y="1550"/>
                  </a:lnTo>
                  <a:lnTo>
                    <a:pt x="1262" y="1550"/>
                  </a:lnTo>
                  <a:lnTo>
                    <a:pt x="1262" y="1550"/>
                  </a:lnTo>
                  <a:lnTo>
                    <a:pt x="1266" y="1553"/>
                  </a:lnTo>
                  <a:lnTo>
                    <a:pt x="1269" y="1553"/>
                  </a:lnTo>
                  <a:lnTo>
                    <a:pt x="1271" y="1555"/>
                  </a:lnTo>
                  <a:lnTo>
                    <a:pt x="1271" y="1555"/>
                  </a:lnTo>
                  <a:lnTo>
                    <a:pt x="1271" y="1558"/>
                  </a:lnTo>
                  <a:lnTo>
                    <a:pt x="1271" y="1558"/>
                  </a:lnTo>
                  <a:lnTo>
                    <a:pt x="1271" y="1558"/>
                  </a:lnTo>
                  <a:lnTo>
                    <a:pt x="1274" y="1560"/>
                  </a:lnTo>
                  <a:lnTo>
                    <a:pt x="1274" y="1562"/>
                  </a:lnTo>
                  <a:lnTo>
                    <a:pt x="1276" y="1562"/>
                  </a:lnTo>
                  <a:lnTo>
                    <a:pt x="1278" y="1562"/>
                  </a:lnTo>
                  <a:lnTo>
                    <a:pt x="1278" y="1562"/>
                  </a:lnTo>
                  <a:lnTo>
                    <a:pt x="1278" y="1562"/>
                  </a:lnTo>
                  <a:lnTo>
                    <a:pt x="1281" y="1560"/>
                  </a:lnTo>
                  <a:lnTo>
                    <a:pt x="1281" y="1555"/>
                  </a:lnTo>
                  <a:lnTo>
                    <a:pt x="1281" y="1555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0"/>
                  </a:lnTo>
                  <a:lnTo>
                    <a:pt x="1281" y="1550"/>
                  </a:lnTo>
                  <a:lnTo>
                    <a:pt x="1281" y="1550"/>
                  </a:lnTo>
                  <a:lnTo>
                    <a:pt x="1278" y="1550"/>
                  </a:lnTo>
                  <a:lnTo>
                    <a:pt x="1278" y="1550"/>
                  </a:lnTo>
                  <a:lnTo>
                    <a:pt x="1278" y="1548"/>
                  </a:lnTo>
                  <a:lnTo>
                    <a:pt x="1278" y="1548"/>
                  </a:lnTo>
                  <a:lnTo>
                    <a:pt x="1278" y="1548"/>
                  </a:lnTo>
                  <a:lnTo>
                    <a:pt x="1276" y="1546"/>
                  </a:lnTo>
                  <a:lnTo>
                    <a:pt x="1276" y="1546"/>
                  </a:lnTo>
                  <a:lnTo>
                    <a:pt x="1274" y="1541"/>
                  </a:lnTo>
                  <a:lnTo>
                    <a:pt x="1274" y="1541"/>
                  </a:lnTo>
                  <a:lnTo>
                    <a:pt x="1271" y="1539"/>
                  </a:lnTo>
                  <a:lnTo>
                    <a:pt x="1271" y="1539"/>
                  </a:lnTo>
                  <a:lnTo>
                    <a:pt x="1271" y="1539"/>
                  </a:lnTo>
                  <a:lnTo>
                    <a:pt x="1269" y="1536"/>
                  </a:lnTo>
                  <a:lnTo>
                    <a:pt x="1269" y="1534"/>
                  </a:lnTo>
                  <a:lnTo>
                    <a:pt x="1269" y="1534"/>
                  </a:lnTo>
                  <a:lnTo>
                    <a:pt x="1269" y="1534"/>
                  </a:lnTo>
                  <a:lnTo>
                    <a:pt x="1266" y="1534"/>
                  </a:lnTo>
                  <a:lnTo>
                    <a:pt x="1266" y="1532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2" y="1527"/>
                  </a:lnTo>
                  <a:lnTo>
                    <a:pt x="1259" y="1524"/>
                  </a:lnTo>
                  <a:lnTo>
                    <a:pt x="1259" y="1524"/>
                  </a:lnTo>
                  <a:lnTo>
                    <a:pt x="1257" y="1524"/>
                  </a:lnTo>
                  <a:lnTo>
                    <a:pt x="1257" y="1527"/>
                  </a:lnTo>
                  <a:lnTo>
                    <a:pt x="1257" y="1524"/>
                  </a:lnTo>
                  <a:lnTo>
                    <a:pt x="1257" y="1524"/>
                  </a:lnTo>
                  <a:lnTo>
                    <a:pt x="1257" y="1524"/>
                  </a:lnTo>
                  <a:lnTo>
                    <a:pt x="1257" y="1524"/>
                  </a:lnTo>
                  <a:lnTo>
                    <a:pt x="1255" y="1524"/>
                  </a:lnTo>
                  <a:lnTo>
                    <a:pt x="1255" y="1524"/>
                  </a:lnTo>
                  <a:lnTo>
                    <a:pt x="1255" y="1524"/>
                  </a:lnTo>
                  <a:lnTo>
                    <a:pt x="1252" y="1524"/>
                  </a:lnTo>
                  <a:lnTo>
                    <a:pt x="1252" y="1527"/>
                  </a:lnTo>
                  <a:lnTo>
                    <a:pt x="1252" y="1529"/>
                  </a:lnTo>
                  <a:lnTo>
                    <a:pt x="1252" y="1529"/>
                  </a:lnTo>
                  <a:lnTo>
                    <a:pt x="1252" y="1532"/>
                  </a:lnTo>
                  <a:lnTo>
                    <a:pt x="1252" y="1532"/>
                  </a:lnTo>
                  <a:lnTo>
                    <a:pt x="1252" y="1532"/>
                  </a:lnTo>
                  <a:lnTo>
                    <a:pt x="1255" y="1534"/>
                  </a:lnTo>
                  <a:lnTo>
                    <a:pt x="1255" y="1536"/>
                  </a:lnTo>
                  <a:lnTo>
                    <a:pt x="1255" y="1539"/>
                  </a:lnTo>
                  <a:lnTo>
                    <a:pt x="1255" y="1541"/>
                  </a:lnTo>
                  <a:lnTo>
                    <a:pt x="1257" y="1541"/>
                  </a:lnTo>
                  <a:close/>
                  <a:moveTo>
                    <a:pt x="1307" y="1505"/>
                  </a:move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4" y="1505"/>
                  </a:lnTo>
                  <a:lnTo>
                    <a:pt x="1304" y="1505"/>
                  </a:lnTo>
                  <a:lnTo>
                    <a:pt x="1304" y="1505"/>
                  </a:lnTo>
                  <a:lnTo>
                    <a:pt x="1304" y="1508"/>
                  </a:lnTo>
                  <a:lnTo>
                    <a:pt x="1304" y="1508"/>
                  </a:lnTo>
                  <a:lnTo>
                    <a:pt x="1307" y="1508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close/>
                  <a:moveTo>
                    <a:pt x="1295" y="1300"/>
                  </a:moveTo>
                  <a:lnTo>
                    <a:pt x="1295" y="1302"/>
                  </a:lnTo>
                  <a:lnTo>
                    <a:pt x="1300" y="1302"/>
                  </a:lnTo>
                  <a:lnTo>
                    <a:pt x="1302" y="1302"/>
                  </a:lnTo>
                  <a:lnTo>
                    <a:pt x="1307" y="1304"/>
                  </a:lnTo>
                  <a:lnTo>
                    <a:pt x="1307" y="1304"/>
                  </a:lnTo>
                  <a:lnTo>
                    <a:pt x="1307" y="1302"/>
                  </a:lnTo>
                  <a:lnTo>
                    <a:pt x="1307" y="1300"/>
                  </a:lnTo>
                  <a:lnTo>
                    <a:pt x="1307" y="1300"/>
                  </a:lnTo>
                  <a:lnTo>
                    <a:pt x="1307" y="1300"/>
                  </a:lnTo>
                  <a:lnTo>
                    <a:pt x="1307" y="1300"/>
                  </a:lnTo>
                  <a:lnTo>
                    <a:pt x="1304" y="1300"/>
                  </a:lnTo>
                  <a:lnTo>
                    <a:pt x="1304" y="1300"/>
                  </a:lnTo>
                  <a:lnTo>
                    <a:pt x="1302" y="1300"/>
                  </a:lnTo>
                  <a:lnTo>
                    <a:pt x="1302" y="1300"/>
                  </a:lnTo>
                  <a:lnTo>
                    <a:pt x="1302" y="1297"/>
                  </a:lnTo>
                  <a:lnTo>
                    <a:pt x="1300" y="1297"/>
                  </a:lnTo>
                  <a:lnTo>
                    <a:pt x="1297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295" y="1300"/>
                  </a:lnTo>
                  <a:close/>
                  <a:moveTo>
                    <a:pt x="1219" y="1191"/>
                  </a:moveTo>
                  <a:lnTo>
                    <a:pt x="1219" y="1191"/>
                  </a:lnTo>
                  <a:lnTo>
                    <a:pt x="1222" y="1188"/>
                  </a:lnTo>
                  <a:lnTo>
                    <a:pt x="1222" y="1188"/>
                  </a:lnTo>
                  <a:lnTo>
                    <a:pt x="1224" y="1188"/>
                  </a:lnTo>
                  <a:lnTo>
                    <a:pt x="1224" y="1188"/>
                  </a:lnTo>
                  <a:lnTo>
                    <a:pt x="1222" y="1186"/>
                  </a:lnTo>
                  <a:lnTo>
                    <a:pt x="1212" y="1186"/>
                  </a:lnTo>
                  <a:lnTo>
                    <a:pt x="1212" y="1188"/>
                  </a:lnTo>
                  <a:lnTo>
                    <a:pt x="1212" y="1191"/>
                  </a:lnTo>
                  <a:lnTo>
                    <a:pt x="1212" y="1191"/>
                  </a:lnTo>
                  <a:lnTo>
                    <a:pt x="1214" y="1193"/>
                  </a:lnTo>
                  <a:lnTo>
                    <a:pt x="1214" y="1193"/>
                  </a:lnTo>
                  <a:lnTo>
                    <a:pt x="1217" y="1195"/>
                  </a:lnTo>
                  <a:lnTo>
                    <a:pt x="1219" y="1195"/>
                  </a:lnTo>
                  <a:lnTo>
                    <a:pt x="1222" y="1193"/>
                  </a:lnTo>
                  <a:lnTo>
                    <a:pt x="1219" y="1193"/>
                  </a:lnTo>
                  <a:lnTo>
                    <a:pt x="1219" y="1193"/>
                  </a:lnTo>
                  <a:lnTo>
                    <a:pt x="1219" y="1193"/>
                  </a:lnTo>
                  <a:lnTo>
                    <a:pt x="1219" y="1191"/>
                  </a:lnTo>
                  <a:lnTo>
                    <a:pt x="1219" y="1191"/>
                  </a:lnTo>
                  <a:close/>
                  <a:moveTo>
                    <a:pt x="1319" y="1487"/>
                  </a:moveTo>
                  <a:lnTo>
                    <a:pt x="1319" y="1484"/>
                  </a:lnTo>
                  <a:lnTo>
                    <a:pt x="1319" y="1484"/>
                  </a:lnTo>
                  <a:lnTo>
                    <a:pt x="1316" y="1484"/>
                  </a:lnTo>
                  <a:lnTo>
                    <a:pt x="1316" y="1484"/>
                  </a:lnTo>
                  <a:lnTo>
                    <a:pt x="1314" y="1482"/>
                  </a:lnTo>
                  <a:lnTo>
                    <a:pt x="1314" y="1482"/>
                  </a:lnTo>
                  <a:lnTo>
                    <a:pt x="1314" y="1482"/>
                  </a:lnTo>
                  <a:lnTo>
                    <a:pt x="1314" y="1482"/>
                  </a:lnTo>
                  <a:lnTo>
                    <a:pt x="1314" y="1484"/>
                  </a:lnTo>
                  <a:lnTo>
                    <a:pt x="1314" y="1484"/>
                  </a:lnTo>
                  <a:lnTo>
                    <a:pt x="1314" y="1487"/>
                  </a:lnTo>
                  <a:lnTo>
                    <a:pt x="1314" y="1487"/>
                  </a:lnTo>
                  <a:lnTo>
                    <a:pt x="1314" y="1487"/>
                  </a:lnTo>
                  <a:lnTo>
                    <a:pt x="1314" y="1489"/>
                  </a:lnTo>
                  <a:lnTo>
                    <a:pt x="1316" y="1491"/>
                  </a:lnTo>
                  <a:lnTo>
                    <a:pt x="1319" y="1491"/>
                  </a:lnTo>
                  <a:lnTo>
                    <a:pt x="1321" y="1491"/>
                  </a:lnTo>
                  <a:lnTo>
                    <a:pt x="1321" y="1494"/>
                  </a:lnTo>
                  <a:lnTo>
                    <a:pt x="1323" y="1494"/>
                  </a:lnTo>
                  <a:lnTo>
                    <a:pt x="1326" y="1494"/>
                  </a:lnTo>
                  <a:lnTo>
                    <a:pt x="1326" y="1494"/>
                  </a:lnTo>
                  <a:lnTo>
                    <a:pt x="1326" y="1491"/>
                  </a:lnTo>
                  <a:lnTo>
                    <a:pt x="1326" y="1489"/>
                  </a:lnTo>
                  <a:lnTo>
                    <a:pt x="1328" y="1487"/>
                  </a:lnTo>
                  <a:lnTo>
                    <a:pt x="1328" y="1487"/>
                  </a:lnTo>
                  <a:lnTo>
                    <a:pt x="1326" y="1484"/>
                  </a:lnTo>
                  <a:lnTo>
                    <a:pt x="1323" y="1489"/>
                  </a:lnTo>
                  <a:lnTo>
                    <a:pt x="1321" y="1489"/>
                  </a:lnTo>
                  <a:lnTo>
                    <a:pt x="1321" y="1487"/>
                  </a:lnTo>
                  <a:lnTo>
                    <a:pt x="1321" y="1487"/>
                  </a:lnTo>
                  <a:lnTo>
                    <a:pt x="1319" y="1487"/>
                  </a:lnTo>
                  <a:lnTo>
                    <a:pt x="1319" y="1487"/>
                  </a:lnTo>
                  <a:lnTo>
                    <a:pt x="1319" y="1487"/>
                  </a:lnTo>
                  <a:lnTo>
                    <a:pt x="1319" y="1487"/>
                  </a:lnTo>
                  <a:close/>
                  <a:moveTo>
                    <a:pt x="1309" y="1174"/>
                  </a:moveTo>
                  <a:lnTo>
                    <a:pt x="1309" y="1174"/>
                  </a:lnTo>
                  <a:lnTo>
                    <a:pt x="1309" y="1176"/>
                  </a:lnTo>
                  <a:lnTo>
                    <a:pt x="1311" y="1176"/>
                  </a:lnTo>
                  <a:lnTo>
                    <a:pt x="1319" y="1174"/>
                  </a:lnTo>
                  <a:lnTo>
                    <a:pt x="1319" y="1174"/>
                  </a:lnTo>
                  <a:lnTo>
                    <a:pt x="1321" y="1176"/>
                  </a:lnTo>
                  <a:lnTo>
                    <a:pt x="1323" y="1176"/>
                  </a:lnTo>
                  <a:lnTo>
                    <a:pt x="1323" y="1176"/>
                  </a:lnTo>
                  <a:lnTo>
                    <a:pt x="1326" y="1176"/>
                  </a:lnTo>
                  <a:lnTo>
                    <a:pt x="1326" y="1179"/>
                  </a:lnTo>
                  <a:lnTo>
                    <a:pt x="1326" y="1179"/>
                  </a:lnTo>
                  <a:lnTo>
                    <a:pt x="1326" y="1179"/>
                  </a:lnTo>
                  <a:lnTo>
                    <a:pt x="1328" y="1181"/>
                  </a:lnTo>
                  <a:lnTo>
                    <a:pt x="1328" y="1184"/>
                  </a:lnTo>
                  <a:lnTo>
                    <a:pt x="1328" y="1181"/>
                  </a:lnTo>
                  <a:lnTo>
                    <a:pt x="1328" y="1176"/>
                  </a:lnTo>
                  <a:lnTo>
                    <a:pt x="1328" y="1176"/>
                  </a:lnTo>
                  <a:lnTo>
                    <a:pt x="1330" y="1176"/>
                  </a:lnTo>
                  <a:lnTo>
                    <a:pt x="1330" y="1179"/>
                  </a:lnTo>
                  <a:lnTo>
                    <a:pt x="1330" y="1179"/>
                  </a:lnTo>
                  <a:lnTo>
                    <a:pt x="1330" y="1181"/>
                  </a:lnTo>
                  <a:lnTo>
                    <a:pt x="1330" y="1184"/>
                  </a:lnTo>
                  <a:lnTo>
                    <a:pt x="1333" y="1184"/>
                  </a:lnTo>
                  <a:lnTo>
                    <a:pt x="1335" y="1184"/>
                  </a:lnTo>
                  <a:lnTo>
                    <a:pt x="1335" y="1184"/>
                  </a:lnTo>
                  <a:lnTo>
                    <a:pt x="1340" y="1184"/>
                  </a:lnTo>
                  <a:lnTo>
                    <a:pt x="1340" y="1184"/>
                  </a:lnTo>
                  <a:lnTo>
                    <a:pt x="1340" y="1181"/>
                  </a:lnTo>
                  <a:lnTo>
                    <a:pt x="1340" y="1179"/>
                  </a:lnTo>
                  <a:lnTo>
                    <a:pt x="1335" y="1174"/>
                  </a:lnTo>
                  <a:lnTo>
                    <a:pt x="1333" y="1174"/>
                  </a:lnTo>
                  <a:lnTo>
                    <a:pt x="1333" y="1172"/>
                  </a:lnTo>
                  <a:lnTo>
                    <a:pt x="1335" y="1172"/>
                  </a:lnTo>
                  <a:lnTo>
                    <a:pt x="1337" y="1174"/>
                  </a:lnTo>
                  <a:lnTo>
                    <a:pt x="1337" y="1174"/>
                  </a:lnTo>
                  <a:lnTo>
                    <a:pt x="1337" y="1174"/>
                  </a:lnTo>
                  <a:lnTo>
                    <a:pt x="1340" y="1174"/>
                  </a:lnTo>
                  <a:lnTo>
                    <a:pt x="1340" y="1174"/>
                  </a:lnTo>
                  <a:lnTo>
                    <a:pt x="1340" y="1174"/>
                  </a:lnTo>
                  <a:lnTo>
                    <a:pt x="1347" y="1172"/>
                  </a:lnTo>
                  <a:lnTo>
                    <a:pt x="1349" y="1169"/>
                  </a:lnTo>
                  <a:lnTo>
                    <a:pt x="1354" y="1162"/>
                  </a:lnTo>
                  <a:lnTo>
                    <a:pt x="1354" y="1160"/>
                  </a:lnTo>
                  <a:lnTo>
                    <a:pt x="1354" y="1160"/>
                  </a:lnTo>
                  <a:lnTo>
                    <a:pt x="1352" y="1160"/>
                  </a:lnTo>
                  <a:lnTo>
                    <a:pt x="1352" y="1158"/>
                  </a:lnTo>
                  <a:lnTo>
                    <a:pt x="1349" y="1160"/>
                  </a:lnTo>
                  <a:lnTo>
                    <a:pt x="1349" y="1155"/>
                  </a:lnTo>
                  <a:lnTo>
                    <a:pt x="1347" y="1155"/>
                  </a:lnTo>
                  <a:lnTo>
                    <a:pt x="1345" y="1155"/>
                  </a:lnTo>
                  <a:lnTo>
                    <a:pt x="1345" y="1155"/>
                  </a:lnTo>
                  <a:lnTo>
                    <a:pt x="1340" y="1155"/>
                  </a:lnTo>
                  <a:lnTo>
                    <a:pt x="1340" y="1155"/>
                  </a:lnTo>
                  <a:lnTo>
                    <a:pt x="1340" y="1155"/>
                  </a:lnTo>
                  <a:lnTo>
                    <a:pt x="1340" y="1155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37" y="1160"/>
                  </a:lnTo>
                  <a:lnTo>
                    <a:pt x="1337" y="1160"/>
                  </a:lnTo>
                  <a:lnTo>
                    <a:pt x="1337" y="1162"/>
                  </a:lnTo>
                  <a:lnTo>
                    <a:pt x="1333" y="1165"/>
                  </a:lnTo>
                  <a:lnTo>
                    <a:pt x="1330" y="1165"/>
                  </a:lnTo>
                  <a:lnTo>
                    <a:pt x="1330" y="1165"/>
                  </a:lnTo>
                  <a:lnTo>
                    <a:pt x="1328" y="1167"/>
                  </a:lnTo>
                  <a:lnTo>
                    <a:pt x="1328" y="1167"/>
                  </a:lnTo>
                  <a:lnTo>
                    <a:pt x="1328" y="1167"/>
                  </a:lnTo>
                  <a:lnTo>
                    <a:pt x="1328" y="1165"/>
                  </a:lnTo>
                  <a:lnTo>
                    <a:pt x="1328" y="1165"/>
                  </a:lnTo>
                  <a:lnTo>
                    <a:pt x="1328" y="1165"/>
                  </a:lnTo>
                  <a:lnTo>
                    <a:pt x="1328" y="1162"/>
                  </a:lnTo>
                  <a:lnTo>
                    <a:pt x="1326" y="1162"/>
                  </a:lnTo>
                  <a:lnTo>
                    <a:pt x="1326" y="1160"/>
                  </a:lnTo>
                  <a:lnTo>
                    <a:pt x="1323" y="1160"/>
                  </a:lnTo>
                  <a:lnTo>
                    <a:pt x="1323" y="1162"/>
                  </a:lnTo>
                  <a:lnTo>
                    <a:pt x="1321" y="1162"/>
                  </a:lnTo>
                  <a:lnTo>
                    <a:pt x="1321" y="1162"/>
                  </a:lnTo>
                  <a:lnTo>
                    <a:pt x="1319" y="1162"/>
                  </a:lnTo>
                  <a:lnTo>
                    <a:pt x="1319" y="1162"/>
                  </a:lnTo>
                  <a:lnTo>
                    <a:pt x="1316" y="1165"/>
                  </a:lnTo>
                  <a:lnTo>
                    <a:pt x="1316" y="1165"/>
                  </a:lnTo>
                  <a:lnTo>
                    <a:pt x="1316" y="1165"/>
                  </a:lnTo>
                  <a:lnTo>
                    <a:pt x="1316" y="1167"/>
                  </a:lnTo>
                  <a:lnTo>
                    <a:pt x="1319" y="1167"/>
                  </a:lnTo>
                  <a:lnTo>
                    <a:pt x="1319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72"/>
                  </a:lnTo>
                  <a:lnTo>
                    <a:pt x="1323" y="1172"/>
                  </a:lnTo>
                  <a:lnTo>
                    <a:pt x="1323" y="1174"/>
                  </a:lnTo>
                  <a:lnTo>
                    <a:pt x="1321" y="1174"/>
                  </a:lnTo>
                  <a:lnTo>
                    <a:pt x="1321" y="1174"/>
                  </a:lnTo>
                  <a:lnTo>
                    <a:pt x="1321" y="1172"/>
                  </a:lnTo>
                  <a:lnTo>
                    <a:pt x="1319" y="1172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6" y="1169"/>
                  </a:lnTo>
                  <a:lnTo>
                    <a:pt x="1316" y="1169"/>
                  </a:lnTo>
                  <a:lnTo>
                    <a:pt x="1311" y="1169"/>
                  </a:lnTo>
                  <a:lnTo>
                    <a:pt x="1311" y="1169"/>
                  </a:lnTo>
                  <a:lnTo>
                    <a:pt x="1309" y="1169"/>
                  </a:lnTo>
                  <a:lnTo>
                    <a:pt x="1311" y="1169"/>
                  </a:lnTo>
                  <a:lnTo>
                    <a:pt x="1311" y="1169"/>
                  </a:lnTo>
                  <a:lnTo>
                    <a:pt x="1311" y="1172"/>
                  </a:lnTo>
                  <a:lnTo>
                    <a:pt x="1309" y="1172"/>
                  </a:lnTo>
                  <a:lnTo>
                    <a:pt x="1309" y="1174"/>
                  </a:lnTo>
                  <a:close/>
                  <a:moveTo>
                    <a:pt x="1330" y="1539"/>
                  </a:moveTo>
                  <a:lnTo>
                    <a:pt x="1330" y="1539"/>
                  </a:lnTo>
                  <a:lnTo>
                    <a:pt x="1328" y="1536"/>
                  </a:lnTo>
                  <a:lnTo>
                    <a:pt x="1326" y="1536"/>
                  </a:lnTo>
                  <a:lnTo>
                    <a:pt x="1321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6"/>
                  </a:lnTo>
                  <a:lnTo>
                    <a:pt x="1319" y="1536"/>
                  </a:lnTo>
                  <a:lnTo>
                    <a:pt x="1316" y="1536"/>
                  </a:lnTo>
                  <a:lnTo>
                    <a:pt x="1316" y="1536"/>
                  </a:lnTo>
                  <a:lnTo>
                    <a:pt x="1314" y="1536"/>
                  </a:lnTo>
                  <a:lnTo>
                    <a:pt x="1311" y="1534"/>
                  </a:lnTo>
                  <a:lnTo>
                    <a:pt x="1311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7" y="1534"/>
                  </a:lnTo>
                  <a:lnTo>
                    <a:pt x="1307" y="1532"/>
                  </a:lnTo>
                  <a:lnTo>
                    <a:pt x="1309" y="1529"/>
                  </a:lnTo>
                  <a:lnTo>
                    <a:pt x="1309" y="1527"/>
                  </a:lnTo>
                  <a:lnTo>
                    <a:pt x="1307" y="1522"/>
                  </a:lnTo>
                  <a:lnTo>
                    <a:pt x="1307" y="1522"/>
                  </a:lnTo>
                  <a:lnTo>
                    <a:pt x="1304" y="1520"/>
                  </a:lnTo>
                  <a:lnTo>
                    <a:pt x="1304" y="1520"/>
                  </a:lnTo>
                  <a:lnTo>
                    <a:pt x="1302" y="1520"/>
                  </a:lnTo>
                  <a:lnTo>
                    <a:pt x="1297" y="1515"/>
                  </a:lnTo>
                  <a:lnTo>
                    <a:pt x="1295" y="1515"/>
                  </a:lnTo>
                  <a:lnTo>
                    <a:pt x="1295" y="1515"/>
                  </a:lnTo>
                  <a:lnTo>
                    <a:pt x="1293" y="1515"/>
                  </a:lnTo>
                  <a:lnTo>
                    <a:pt x="1293" y="1513"/>
                  </a:lnTo>
                  <a:lnTo>
                    <a:pt x="1293" y="1513"/>
                  </a:lnTo>
                  <a:lnTo>
                    <a:pt x="1293" y="1513"/>
                  </a:lnTo>
                  <a:lnTo>
                    <a:pt x="1293" y="1510"/>
                  </a:lnTo>
                  <a:lnTo>
                    <a:pt x="1293" y="1513"/>
                  </a:lnTo>
                  <a:lnTo>
                    <a:pt x="1290" y="1513"/>
                  </a:lnTo>
                  <a:lnTo>
                    <a:pt x="1290" y="1513"/>
                  </a:lnTo>
                  <a:lnTo>
                    <a:pt x="1290" y="1513"/>
                  </a:lnTo>
                  <a:lnTo>
                    <a:pt x="1290" y="1513"/>
                  </a:lnTo>
                  <a:lnTo>
                    <a:pt x="1288" y="1513"/>
                  </a:lnTo>
                  <a:lnTo>
                    <a:pt x="1288" y="1513"/>
                  </a:lnTo>
                  <a:lnTo>
                    <a:pt x="1288" y="1513"/>
                  </a:lnTo>
                  <a:lnTo>
                    <a:pt x="1285" y="1513"/>
                  </a:lnTo>
                  <a:lnTo>
                    <a:pt x="1278" y="1510"/>
                  </a:lnTo>
                  <a:lnTo>
                    <a:pt x="1276" y="1510"/>
                  </a:lnTo>
                  <a:lnTo>
                    <a:pt x="1276" y="1510"/>
                  </a:lnTo>
                  <a:lnTo>
                    <a:pt x="1274" y="1510"/>
                  </a:lnTo>
                  <a:lnTo>
                    <a:pt x="1274" y="1510"/>
                  </a:lnTo>
                  <a:lnTo>
                    <a:pt x="1274" y="1510"/>
                  </a:lnTo>
                  <a:lnTo>
                    <a:pt x="1276" y="1513"/>
                  </a:lnTo>
                  <a:lnTo>
                    <a:pt x="1276" y="1513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7"/>
                  </a:lnTo>
                  <a:lnTo>
                    <a:pt x="1278" y="1520"/>
                  </a:lnTo>
                  <a:lnTo>
                    <a:pt x="1281" y="1520"/>
                  </a:lnTo>
                  <a:lnTo>
                    <a:pt x="1281" y="1520"/>
                  </a:lnTo>
                  <a:lnTo>
                    <a:pt x="1283" y="1520"/>
                  </a:lnTo>
                  <a:lnTo>
                    <a:pt x="1283" y="1520"/>
                  </a:lnTo>
                  <a:lnTo>
                    <a:pt x="1285" y="1522"/>
                  </a:lnTo>
                  <a:lnTo>
                    <a:pt x="1288" y="1522"/>
                  </a:lnTo>
                  <a:lnTo>
                    <a:pt x="1288" y="1522"/>
                  </a:lnTo>
                  <a:lnTo>
                    <a:pt x="1288" y="1524"/>
                  </a:lnTo>
                  <a:lnTo>
                    <a:pt x="1290" y="1524"/>
                  </a:lnTo>
                  <a:lnTo>
                    <a:pt x="1290" y="1524"/>
                  </a:lnTo>
                  <a:lnTo>
                    <a:pt x="1290" y="1527"/>
                  </a:lnTo>
                  <a:lnTo>
                    <a:pt x="1290" y="1527"/>
                  </a:lnTo>
                  <a:lnTo>
                    <a:pt x="1293" y="1527"/>
                  </a:lnTo>
                  <a:lnTo>
                    <a:pt x="1293" y="1527"/>
                  </a:lnTo>
                  <a:lnTo>
                    <a:pt x="1293" y="1529"/>
                  </a:lnTo>
                  <a:lnTo>
                    <a:pt x="1293" y="1532"/>
                  </a:lnTo>
                  <a:lnTo>
                    <a:pt x="1295" y="1534"/>
                  </a:lnTo>
                  <a:lnTo>
                    <a:pt x="1295" y="1536"/>
                  </a:lnTo>
                  <a:lnTo>
                    <a:pt x="1295" y="1536"/>
                  </a:lnTo>
                  <a:lnTo>
                    <a:pt x="1295" y="1536"/>
                  </a:lnTo>
                  <a:lnTo>
                    <a:pt x="1295" y="1539"/>
                  </a:lnTo>
                  <a:lnTo>
                    <a:pt x="1295" y="1539"/>
                  </a:lnTo>
                  <a:lnTo>
                    <a:pt x="1295" y="1541"/>
                  </a:lnTo>
                  <a:lnTo>
                    <a:pt x="1295" y="1541"/>
                  </a:lnTo>
                  <a:lnTo>
                    <a:pt x="1297" y="1541"/>
                  </a:lnTo>
                  <a:lnTo>
                    <a:pt x="1297" y="1539"/>
                  </a:lnTo>
                  <a:lnTo>
                    <a:pt x="1300" y="1539"/>
                  </a:lnTo>
                  <a:lnTo>
                    <a:pt x="1300" y="1541"/>
                  </a:lnTo>
                  <a:lnTo>
                    <a:pt x="1300" y="1541"/>
                  </a:lnTo>
                  <a:lnTo>
                    <a:pt x="1302" y="1541"/>
                  </a:lnTo>
                  <a:lnTo>
                    <a:pt x="1302" y="1541"/>
                  </a:lnTo>
                  <a:lnTo>
                    <a:pt x="1304" y="1536"/>
                  </a:lnTo>
                  <a:lnTo>
                    <a:pt x="1307" y="1534"/>
                  </a:lnTo>
                  <a:lnTo>
                    <a:pt x="1307" y="1534"/>
                  </a:lnTo>
                  <a:lnTo>
                    <a:pt x="1307" y="1536"/>
                  </a:lnTo>
                  <a:lnTo>
                    <a:pt x="1307" y="1536"/>
                  </a:lnTo>
                  <a:lnTo>
                    <a:pt x="1307" y="1539"/>
                  </a:lnTo>
                  <a:lnTo>
                    <a:pt x="1309" y="1536"/>
                  </a:lnTo>
                  <a:lnTo>
                    <a:pt x="1311" y="1536"/>
                  </a:lnTo>
                  <a:lnTo>
                    <a:pt x="1311" y="1539"/>
                  </a:lnTo>
                  <a:lnTo>
                    <a:pt x="1309" y="1539"/>
                  </a:lnTo>
                  <a:lnTo>
                    <a:pt x="1309" y="1541"/>
                  </a:lnTo>
                  <a:lnTo>
                    <a:pt x="1309" y="1541"/>
                  </a:lnTo>
                  <a:lnTo>
                    <a:pt x="1309" y="1541"/>
                  </a:lnTo>
                  <a:lnTo>
                    <a:pt x="1309" y="1543"/>
                  </a:lnTo>
                  <a:lnTo>
                    <a:pt x="1309" y="1543"/>
                  </a:lnTo>
                  <a:lnTo>
                    <a:pt x="1309" y="1543"/>
                  </a:lnTo>
                  <a:lnTo>
                    <a:pt x="1309" y="1543"/>
                  </a:lnTo>
                  <a:lnTo>
                    <a:pt x="1307" y="1543"/>
                  </a:lnTo>
                  <a:lnTo>
                    <a:pt x="1307" y="1546"/>
                  </a:lnTo>
                  <a:lnTo>
                    <a:pt x="1307" y="1546"/>
                  </a:lnTo>
                  <a:lnTo>
                    <a:pt x="1309" y="1548"/>
                  </a:lnTo>
                  <a:lnTo>
                    <a:pt x="1309" y="1548"/>
                  </a:lnTo>
                  <a:lnTo>
                    <a:pt x="1311" y="1546"/>
                  </a:lnTo>
                  <a:lnTo>
                    <a:pt x="1311" y="1546"/>
                  </a:lnTo>
                  <a:lnTo>
                    <a:pt x="1314" y="1546"/>
                  </a:lnTo>
                  <a:lnTo>
                    <a:pt x="1316" y="1546"/>
                  </a:lnTo>
                  <a:lnTo>
                    <a:pt x="1316" y="1546"/>
                  </a:lnTo>
                  <a:lnTo>
                    <a:pt x="1314" y="1543"/>
                  </a:lnTo>
                  <a:lnTo>
                    <a:pt x="1314" y="1543"/>
                  </a:lnTo>
                  <a:lnTo>
                    <a:pt x="1316" y="1541"/>
                  </a:lnTo>
                  <a:lnTo>
                    <a:pt x="1316" y="1541"/>
                  </a:lnTo>
                  <a:lnTo>
                    <a:pt x="1316" y="1543"/>
                  </a:lnTo>
                  <a:lnTo>
                    <a:pt x="1316" y="1543"/>
                  </a:lnTo>
                  <a:lnTo>
                    <a:pt x="1316" y="1546"/>
                  </a:lnTo>
                  <a:lnTo>
                    <a:pt x="1321" y="1543"/>
                  </a:lnTo>
                  <a:lnTo>
                    <a:pt x="1323" y="1543"/>
                  </a:lnTo>
                  <a:lnTo>
                    <a:pt x="1323" y="1543"/>
                  </a:lnTo>
                  <a:lnTo>
                    <a:pt x="1323" y="1546"/>
                  </a:lnTo>
                  <a:lnTo>
                    <a:pt x="1326" y="1546"/>
                  </a:lnTo>
                  <a:lnTo>
                    <a:pt x="1326" y="1546"/>
                  </a:lnTo>
                  <a:lnTo>
                    <a:pt x="1328" y="1546"/>
                  </a:lnTo>
                  <a:lnTo>
                    <a:pt x="1328" y="1543"/>
                  </a:lnTo>
                  <a:lnTo>
                    <a:pt x="1328" y="1543"/>
                  </a:lnTo>
                  <a:lnTo>
                    <a:pt x="1328" y="1543"/>
                  </a:lnTo>
                  <a:lnTo>
                    <a:pt x="1330" y="1543"/>
                  </a:lnTo>
                  <a:lnTo>
                    <a:pt x="1330" y="1541"/>
                  </a:lnTo>
                  <a:lnTo>
                    <a:pt x="1330" y="1541"/>
                  </a:lnTo>
                  <a:lnTo>
                    <a:pt x="1328" y="1541"/>
                  </a:lnTo>
                  <a:lnTo>
                    <a:pt x="1328" y="1539"/>
                  </a:lnTo>
                  <a:lnTo>
                    <a:pt x="1330" y="1539"/>
                  </a:lnTo>
                  <a:close/>
                  <a:moveTo>
                    <a:pt x="1404" y="1288"/>
                  </a:moveTo>
                  <a:lnTo>
                    <a:pt x="1406" y="1288"/>
                  </a:lnTo>
                  <a:lnTo>
                    <a:pt x="1408" y="1288"/>
                  </a:lnTo>
                  <a:lnTo>
                    <a:pt x="1408" y="1288"/>
                  </a:lnTo>
                  <a:lnTo>
                    <a:pt x="1411" y="1285"/>
                  </a:lnTo>
                  <a:lnTo>
                    <a:pt x="1413" y="1281"/>
                  </a:lnTo>
                  <a:lnTo>
                    <a:pt x="1413" y="1278"/>
                  </a:lnTo>
                  <a:lnTo>
                    <a:pt x="1413" y="1276"/>
                  </a:lnTo>
                  <a:lnTo>
                    <a:pt x="1411" y="1276"/>
                  </a:lnTo>
                  <a:lnTo>
                    <a:pt x="1408" y="1273"/>
                  </a:lnTo>
                  <a:lnTo>
                    <a:pt x="1408" y="1273"/>
                  </a:lnTo>
                  <a:lnTo>
                    <a:pt x="1406" y="1271"/>
                  </a:lnTo>
                  <a:lnTo>
                    <a:pt x="1406" y="1271"/>
                  </a:lnTo>
                  <a:lnTo>
                    <a:pt x="1406" y="1271"/>
                  </a:lnTo>
                  <a:lnTo>
                    <a:pt x="1399" y="1273"/>
                  </a:lnTo>
                  <a:lnTo>
                    <a:pt x="1399" y="1273"/>
                  </a:lnTo>
                  <a:lnTo>
                    <a:pt x="1399" y="1276"/>
                  </a:lnTo>
                  <a:lnTo>
                    <a:pt x="1399" y="1276"/>
                  </a:lnTo>
                  <a:lnTo>
                    <a:pt x="1399" y="1278"/>
                  </a:lnTo>
                  <a:lnTo>
                    <a:pt x="1399" y="1278"/>
                  </a:lnTo>
                  <a:lnTo>
                    <a:pt x="1401" y="1281"/>
                  </a:lnTo>
                  <a:lnTo>
                    <a:pt x="1401" y="1281"/>
                  </a:lnTo>
                  <a:lnTo>
                    <a:pt x="1401" y="1283"/>
                  </a:lnTo>
                  <a:lnTo>
                    <a:pt x="1404" y="1285"/>
                  </a:lnTo>
                  <a:lnTo>
                    <a:pt x="1404" y="1285"/>
                  </a:lnTo>
                  <a:lnTo>
                    <a:pt x="1404" y="1288"/>
                  </a:lnTo>
                  <a:close/>
                  <a:moveTo>
                    <a:pt x="1413" y="1245"/>
                  </a:moveTo>
                  <a:lnTo>
                    <a:pt x="1413" y="1245"/>
                  </a:lnTo>
                  <a:lnTo>
                    <a:pt x="1413" y="1245"/>
                  </a:lnTo>
                  <a:lnTo>
                    <a:pt x="1413" y="1245"/>
                  </a:lnTo>
                  <a:lnTo>
                    <a:pt x="1413" y="1245"/>
                  </a:lnTo>
                  <a:lnTo>
                    <a:pt x="1411" y="1245"/>
                  </a:lnTo>
                  <a:lnTo>
                    <a:pt x="1408" y="1245"/>
                  </a:lnTo>
                  <a:lnTo>
                    <a:pt x="1406" y="1243"/>
                  </a:lnTo>
                  <a:lnTo>
                    <a:pt x="1406" y="1243"/>
                  </a:lnTo>
                  <a:lnTo>
                    <a:pt x="1401" y="1245"/>
                  </a:lnTo>
                  <a:lnTo>
                    <a:pt x="1399" y="1245"/>
                  </a:lnTo>
                  <a:lnTo>
                    <a:pt x="1399" y="1245"/>
                  </a:lnTo>
                  <a:lnTo>
                    <a:pt x="1399" y="1245"/>
                  </a:lnTo>
                  <a:lnTo>
                    <a:pt x="1399" y="1245"/>
                  </a:lnTo>
                  <a:lnTo>
                    <a:pt x="1404" y="1247"/>
                  </a:lnTo>
                  <a:lnTo>
                    <a:pt x="1404" y="1247"/>
                  </a:lnTo>
                  <a:lnTo>
                    <a:pt x="1406" y="1247"/>
                  </a:lnTo>
                  <a:lnTo>
                    <a:pt x="1406" y="1247"/>
                  </a:lnTo>
                  <a:lnTo>
                    <a:pt x="1406" y="1247"/>
                  </a:lnTo>
                  <a:lnTo>
                    <a:pt x="1408" y="1250"/>
                  </a:lnTo>
                  <a:lnTo>
                    <a:pt x="1408" y="1252"/>
                  </a:lnTo>
                  <a:lnTo>
                    <a:pt x="1406" y="1252"/>
                  </a:lnTo>
                  <a:lnTo>
                    <a:pt x="1404" y="1255"/>
                  </a:lnTo>
                  <a:lnTo>
                    <a:pt x="1404" y="1255"/>
                  </a:lnTo>
                  <a:lnTo>
                    <a:pt x="1404" y="1257"/>
                  </a:lnTo>
                  <a:lnTo>
                    <a:pt x="1404" y="1257"/>
                  </a:lnTo>
                  <a:lnTo>
                    <a:pt x="1404" y="1257"/>
                  </a:lnTo>
                  <a:lnTo>
                    <a:pt x="1401" y="1257"/>
                  </a:lnTo>
                  <a:lnTo>
                    <a:pt x="1401" y="1257"/>
                  </a:lnTo>
                  <a:lnTo>
                    <a:pt x="1401" y="1259"/>
                  </a:lnTo>
                  <a:lnTo>
                    <a:pt x="1401" y="1259"/>
                  </a:lnTo>
                  <a:lnTo>
                    <a:pt x="1401" y="1259"/>
                  </a:lnTo>
                  <a:lnTo>
                    <a:pt x="1401" y="1262"/>
                  </a:lnTo>
                  <a:lnTo>
                    <a:pt x="1401" y="1262"/>
                  </a:lnTo>
                  <a:lnTo>
                    <a:pt x="1404" y="1262"/>
                  </a:lnTo>
                  <a:lnTo>
                    <a:pt x="1406" y="1262"/>
                  </a:lnTo>
                  <a:lnTo>
                    <a:pt x="1406" y="1262"/>
                  </a:lnTo>
                  <a:lnTo>
                    <a:pt x="1406" y="1262"/>
                  </a:lnTo>
                  <a:lnTo>
                    <a:pt x="1406" y="1262"/>
                  </a:lnTo>
                  <a:lnTo>
                    <a:pt x="1408" y="1262"/>
                  </a:lnTo>
                  <a:lnTo>
                    <a:pt x="1411" y="1262"/>
                  </a:lnTo>
                  <a:lnTo>
                    <a:pt x="1413" y="1257"/>
                  </a:lnTo>
                  <a:lnTo>
                    <a:pt x="1413" y="1257"/>
                  </a:lnTo>
                  <a:lnTo>
                    <a:pt x="1413" y="1257"/>
                  </a:lnTo>
                  <a:lnTo>
                    <a:pt x="1411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2"/>
                  </a:lnTo>
                  <a:lnTo>
                    <a:pt x="1408" y="1252"/>
                  </a:lnTo>
                  <a:lnTo>
                    <a:pt x="1413" y="1252"/>
                  </a:lnTo>
                  <a:lnTo>
                    <a:pt x="1416" y="1252"/>
                  </a:lnTo>
                  <a:lnTo>
                    <a:pt x="1416" y="1250"/>
                  </a:lnTo>
                  <a:lnTo>
                    <a:pt x="1416" y="1250"/>
                  </a:lnTo>
                  <a:lnTo>
                    <a:pt x="1416" y="1247"/>
                  </a:lnTo>
                  <a:lnTo>
                    <a:pt x="1413" y="1247"/>
                  </a:lnTo>
                  <a:lnTo>
                    <a:pt x="1416" y="1247"/>
                  </a:lnTo>
                  <a:lnTo>
                    <a:pt x="1413" y="1245"/>
                  </a:lnTo>
                  <a:close/>
                  <a:moveTo>
                    <a:pt x="1321" y="1524"/>
                  </a:moveTo>
                  <a:lnTo>
                    <a:pt x="1321" y="1524"/>
                  </a:lnTo>
                  <a:lnTo>
                    <a:pt x="1314" y="1527"/>
                  </a:lnTo>
                  <a:lnTo>
                    <a:pt x="1314" y="1527"/>
                  </a:lnTo>
                  <a:lnTo>
                    <a:pt x="1314" y="1529"/>
                  </a:lnTo>
                  <a:lnTo>
                    <a:pt x="1316" y="1532"/>
                  </a:lnTo>
                  <a:lnTo>
                    <a:pt x="1316" y="1532"/>
                  </a:lnTo>
                  <a:lnTo>
                    <a:pt x="1319" y="1532"/>
                  </a:lnTo>
                  <a:lnTo>
                    <a:pt x="1319" y="1529"/>
                  </a:lnTo>
                  <a:lnTo>
                    <a:pt x="1319" y="1529"/>
                  </a:lnTo>
                  <a:lnTo>
                    <a:pt x="1319" y="1529"/>
                  </a:lnTo>
                  <a:lnTo>
                    <a:pt x="1319" y="1527"/>
                  </a:lnTo>
                  <a:lnTo>
                    <a:pt x="1321" y="1527"/>
                  </a:lnTo>
                  <a:lnTo>
                    <a:pt x="1323" y="1527"/>
                  </a:lnTo>
                  <a:lnTo>
                    <a:pt x="1323" y="1527"/>
                  </a:lnTo>
                  <a:lnTo>
                    <a:pt x="1323" y="1527"/>
                  </a:lnTo>
                  <a:lnTo>
                    <a:pt x="1323" y="1524"/>
                  </a:lnTo>
                  <a:lnTo>
                    <a:pt x="1321" y="1524"/>
                  </a:lnTo>
                  <a:close/>
                  <a:moveTo>
                    <a:pt x="1375" y="1229"/>
                  </a:moveTo>
                  <a:lnTo>
                    <a:pt x="1375" y="1229"/>
                  </a:lnTo>
                  <a:lnTo>
                    <a:pt x="1375" y="1229"/>
                  </a:lnTo>
                  <a:lnTo>
                    <a:pt x="1375" y="1231"/>
                  </a:lnTo>
                  <a:lnTo>
                    <a:pt x="1375" y="1231"/>
                  </a:lnTo>
                  <a:lnTo>
                    <a:pt x="1375" y="1231"/>
                  </a:lnTo>
                  <a:lnTo>
                    <a:pt x="1378" y="1233"/>
                  </a:lnTo>
                  <a:lnTo>
                    <a:pt x="1378" y="1233"/>
                  </a:lnTo>
                  <a:lnTo>
                    <a:pt x="1378" y="1233"/>
                  </a:lnTo>
                  <a:lnTo>
                    <a:pt x="1380" y="1233"/>
                  </a:lnTo>
                  <a:lnTo>
                    <a:pt x="1382" y="1233"/>
                  </a:lnTo>
                  <a:lnTo>
                    <a:pt x="1382" y="1233"/>
                  </a:lnTo>
                  <a:lnTo>
                    <a:pt x="1382" y="1233"/>
                  </a:lnTo>
                  <a:lnTo>
                    <a:pt x="1385" y="1231"/>
                  </a:lnTo>
                  <a:lnTo>
                    <a:pt x="1385" y="1231"/>
                  </a:lnTo>
                  <a:lnTo>
                    <a:pt x="1387" y="1229"/>
                  </a:lnTo>
                  <a:lnTo>
                    <a:pt x="1390" y="1226"/>
                  </a:lnTo>
                  <a:lnTo>
                    <a:pt x="1390" y="1226"/>
                  </a:lnTo>
                  <a:lnTo>
                    <a:pt x="1392" y="1224"/>
                  </a:lnTo>
                  <a:lnTo>
                    <a:pt x="1392" y="1224"/>
                  </a:lnTo>
                  <a:lnTo>
                    <a:pt x="1394" y="1224"/>
                  </a:lnTo>
                  <a:lnTo>
                    <a:pt x="1392" y="1221"/>
                  </a:lnTo>
                  <a:lnTo>
                    <a:pt x="1392" y="1221"/>
                  </a:lnTo>
                  <a:lnTo>
                    <a:pt x="1392" y="1221"/>
                  </a:lnTo>
                  <a:lnTo>
                    <a:pt x="1394" y="1219"/>
                  </a:lnTo>
                  <a:lnTo>
                    <a:pt x="1394" y="1219"/>
                  </a:lnTo>
                  <a:lnTo>
                    <a:pt x="1394" y="1217"/>
                  </a:lnTo>
                  <a:lnTo>
                    <a:pt x="1394" y="1217"/>
                  </a:lnTo>
                  <a:lnTo>
                    <a:pt x="1394" y="1214"/>
                  </a:lnTo>
                  <a:lnTo>
                    <a:pt x="1394" y="1214"/>
                  </a:lnTo>
                  <a:lnTo>
                    <a:pt x="1397" y="1207"/>
                  </a:lnTo>
                  <a:lnTo>
                    <a:pt x="1397" y="1205"/>
                  </a:lnTo>
                  <a:lnTo>
                    <a:pt x="1394" y="1202"/>
                  </a:lnTo>
                  <a:lnTo>
                    <a:pt x="1394" y="1202"/>
                  </a:lnTo>
                  <a:lnTo>
                    <a:pt x="1397" y="1200"/>
                  </a:lnTo>
                  <a:lnTo>
                    <a:pt x="1397" y="1198"/>
                  </a:lnTo>
                  <a:lnTo>
                    <a:pt x="1394" y="1195"/>
                  </a:lnTo>
                  <a:lnTo>
                    <a:pt x="1394" y="1193"/>
                  </a:lnTo>
                  <a:lnTo>
                    <a:pt x="1394" y="1193"/>
                  </a:lnTo>
                  <a:lnTo>
                    <a:pt x="1397" y="1193"/>
                  </a:lnTo>
                  <a:lnTo>
                    <a:pt x="1397" y="1193"/>
                  </a:lnTo>
                  <a:lnTo>
                    <a:pt x="1397" y="1193"/>
                  </a:lnTo>
                  <a:lnTo>
                    <a:pt x="1399" y="1195"/>
                  </a:lnTo>
                  <a:lnTo>
                    <a:pt x="1399" y="1195"/>
                  </a:lnTo>
                  <a:lnTo>
                    <a:pt x="1399" y="1195"/>
                  </a:lnTo>
                  <a:lnTo>
                    <a:pt x="1399" y="1193"/>
                  </a:lnTo>
                  <a:lnTo>
                    <a:pt x="1399" y="1193"/>
                  </a:lnTo>
                  <a:lnTo>
                    <a:pt x="1399" y="1191"/>
                  </a:lnTo>
                  <a:lnTo>
                    <a:pt x="1399" y="1188"/>
                  </a:lnTo>
                  <a:lnTo>
                    <a:pt x="1399" y="1186"/>
                  </a:lnTo>
                  <a:lnTo>
                    <a:pt x="1399" y="1186"/>
                  </a:lnTo>
                  <a:lnTo>
                    <a:pt x="1401" y="1186"/>
                  </a:lnTo>
                  <a:lnTo>
                    <a:pt x="1401" y="1184"/>
                  </a:lnTo>
                  <a:lnTo>
                    <a:pt x="1399" y="1184"/>
                  </a:lnTo>
                  <a:lnTo>
                    <a:pt x="1397" y="1179"/>
                  </a:lnTo>
                  <a:lnTo>
                    <a:pt x="1394" y="1179"/>
                  </a:lnTo>
                  <a:lnTo>
                    <a:pt x="1392" y="1179"/>
                  </a:lnTo>
                  <a:lnTo>
                    <a:pt x="1390" y="1179"/>
                  </a:lnTo>
                  <a:lnTo>
                    <a:pt x="1390" y="1179"/>
                  </a:lnTo>
                  <a:lnTo>
                    <a:pt x="1390" y="1181"/>
                  </a:lnTo>
                  <a:lnTo>
                    <a:pt x="1387" y="1181"/>
                  </a:lnTo>
                  <a:lnTo>
                    <a:pt x="1387" y="1184"/>
                  </a:lnTo>
                  <a:lnTo>
                    <a:pt x="1385" y="1186"/>
                  </a:lnTo>
                  <a:lnTo>
                    <a:pt x="1385" y="1186"/>
                  </a:lnTo>
                  <a:lnTo>
                    <a:pt x="1385" y="1186"/>
                  </a:lnTo>
                  <a:lnTo>
                    <a:pt x="1385" y="1186"/>
                  </a:lnTo>
                  <a:lnTo>
                    <a:pt x="1385" y="1188"/>
                  </a:lnTo>
                  <a:lnTo>
                    <a:pt x="1385" y="1188"/>
                  </a:lnTo>
                  <a:lnTo>
                    <a:pt x="1387" y="1191"/>
                  </a:lnTo>
                  <a:lnTo>
                    <a:pt x="1390" y="1193"/>
                  </a:lnTo>
                  <a:lnTo>
                    <a:pt x="1387" y="1193"/>
                  </a:lnTo>
                  <a:lnTo>
                    <a:pt x="1385" y="1193"/>
                  </a:lnTo>
                  <a:lnTo>
                    <a:pt x="1385" y="1193"/>
                  </a:lnTo>
                  <a:lnTo>
                    <a:pt x="1385" y="1198"/>
                  </a:lnTo>
                  <a:lnTo>
                    <a:pt x="1385" y="1200"/>
                  </a:lnTo>
                  <a:lnTo>
                    <a:pt x="1385" y="1200"/>
                  </a:lnTo>
                  <a:lnTo>
                    <a:pt x="1385" y="1202"/>
                  </a:lnTo>
                  <a:lnTo>
                    <a:pt x="1385" y="1202"/>
                  </a:lnTo>
                  <a:lnTo>
                    <a:pt x="1385" y="1205"/>
                  </a:lnTo>
                  <a:lnTo>
                    <a:pt x="1385" y="1205"/>
                  </a:lnTo>
                  <a:lnTo>
                    <a:pt x="1385" y="1205"/>
                  </a:lnTo>
                  <a:lnTo>
                    <a:pt x="1385" y="1205"/>
                  </a:lnTo>
                  <a:lnTo>
                    <a:pt x="1382" y="1207"/>
                  </a:lnTo>
                  <a:lnTo>
                    <a:pt x="1382" y="1210"/>
                  </a:lnTo>
                  <a:lnTo>
                    <a:pt x="1380" y="1210"/>
                  </a:lnTo>
                  <a:lnTo>
                    <a:pt x="1380" y="1210"/>
                  </a:lnTo>
                  <a:lnTo>
                    <a:pt x="1380" y="1210"/>
                  </a:lnTo>
                  <a:lnTo>
                    <a:pt x="1378" y="1212"/>
                  </a:lnTo>
                  <a:lnTo>
                    <a:pt x="1378" y="1212"/>
                  </a:lnTo>
                  <a:lnTo>
                    <a:pt x="1378" y="1212"/>
                  </a:lnTo>
                  <a:lnTo>
                    <a:pt x="1375" y="1212"/>
                  </a:lnTo>
                  <a:lnTo>
                    <a:pt x="1375" y="1214"/>
                  </a:lnTo>
                  <a:lnTo>
                    <a:pt x="1375" y="1214"/>
                  </a:lnTo>
                  <a:lnTo>
                    <a:pt x="1375" y="1224"/>
                  </a:lnTo>
                  <a:lnTo>
                    <a:pt x="1375" y="1226"/>
                  </a:lnTo>
                  <a:lnTo>
                    <a:pt x="1375" y="1229"/>
                  </a:lnTo>
                  <a:lnTo>
                    <a:pt x="1375" y="1229"/>
                  </a:lnTo>
                  <a:close/>
                  <a:moveTo>
                    <a:pt x="1446" y="1165"/>
                  </a:moveTo>
                  <a:lnTo>
                    <a:pt x="1446" y="1165"/>
                  </a:lnTo>
                  <a:lnTo>
                    <a:pt x="1446" y="1165"/>
                  </a:lnTo>
                  <a:lnTo>
                    <a:pt x="1446" y="1162"/>
                  </a:lnTo>
                  <a:lnTo>
                    <a:pt x="1446" y="1162"/>
                  </a:lnTo>
                  <a:lnTo>
                    <a:pt x="1444" y="1160"/>
                  </a:lnTo>
                  <a:lnTo>
                    <a:pt x="1442" y="1160"/>
                  </a:lnTo>
                  <a:lnTo>
                    <a:pt x="1442" y="1160"/>
                  </a:lnTo>
                  <a:lnTo>
                    <a:pt x="1442" y="1162"/>
                  </a:lnTo>
                  <a:lnTo>
                    <a:pt x="1442" y="1162"/>
                  </a:lnTo>
                  <a:lnTo>
                    <a:pt x="1435" y="1165"/>
                  </a:lnTo>
                  <a:lnTo>
                    <a:pt x="1432" y="1165"/>
                  </a:lnTo>
                  <a:lnTo>
                    <a:pt x="1432" y="1162"/>
                  </a:lnTo>
                  <a:lnTo>
                    <a:pt x="1430" y="1162"/>
                  </a:lnTo>
                  <a:lnTo>
                    <a:pt x="1425" y="1165"/>
                  </a:lnTo>
                  <a:lnTo>
                    <a:pt x="1425" y="1167"/>
                  </a:lnTo>
                  <a:lnTo>
                    <a:pt x="1425" y="1169"/>
                  </a:lnTo>
                  <a:lnTo>
                    <a:pt x="1425" y="1169"/>
                  </a:lnTo>
                  <a:lnTo>
                    <a:pt x="1425" y="1172"/>
                  </a:lnTo>
                  <a:lnTo>
                    <a:pt x="1425" y="1172"/>
                  </a:lnTo>
                  <a:lnTo>
                    <a:pt x="1427" y="1174"/>
                  </a:lnTo>
                  <a:lnTo>
                    <a:pt x="1427" y="1176"/>
                  </a:lnTo>
                  <a:lnTo>
                    <a:pt x="1427" y="1179"/>
                  </a:lnTo>
                  <a:lnTo>
                    <a:pt x="1427" y="1179"/>
                  </a:lnTo>
                  <a:lnTo>
                    <a:pt x="1430" y="1184"/>
                  </a:lnTo>
                  <a:lnTo>
                    <a:pt x="1432" y="1186"/>
                  </a:lnTo>
                  <a:lnTo>
                    <a:pt x="1435" y="1188"/>
                  </a:lnTo>
                  <a:lnTo>
                    <a:pt x="1439" y="1191"/>
                  </a:lnTo>
                  <a:lnTo>
                    <a:pt x="1439" y="1188"/>
                  </a:lnTo>
                  <a:lnTo>
                    <a:pt x="1442" y="1188"/>
                  </a:lnTo>
                  <a:lnTo>
                    <a:pt x="1444" y="1186"/>
                  </a:lnTo>
                  <a:lnTo>
                    <a:pt x="1444" y="1186"/>
                  </a:lnTo>
                  <a:lnTo>
                    <a:pt x="1444" y="1186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6"/>
                  </a:lnTo>
                  <a:lnTo>
                    <a:pt x="1446" y="1186"/>
                  </a:lnTo>
                  <a:lnTo>
                    <a:pt x="1446" y="1184"/>
                  </a:lnTo>
                  <a:lnTo>
                    <a:pt x="1446" y="1184"/>
                  </a:lnTo>
                  <a:lnTo>
                    <a:pt x="1446" y="1184"/>
                  </a:lnTo>
                  <a:lnTo>
                    <a:pt x="1446" y="1184"/>
                  </a:lnTo>
                  <a:lnTo>
                    <a:pt x="1444" y="1184"/>
                  </a:lnTo>
                  <a:lnTo>
                    <a:pt x="1444" y="1181"/>
                  </a:lnTo>
                  <a:lnTo>
                    <a:pt x="1442" y="1181"/>
                  </a:lnTo>
                  <a:lnTo>
                    <a:pt x="1442" y="1179"/>
                  </a:lnTo>
                  <a:lnTo>
                    <a:pt x="1444" y="1179"/>
                  </a:lnTo>
                  <a:lnTo>
                    <a:pt x="1444" y="1176"/>
                  </a:lnTo>
                  <a:lnTo>
                    <a:pt x="1444" y="1176"/>
                  </a:lnTo>
                  <a:lnTo>
                    <a:pt x="1444" y="1174"/>
                  </a:lnTo>
                  <a:lnTo>
                    <a:pt x="1444" y="1172"/>
                  </a:lnTo>
                  <a:lnTo>
                    <a:pt x="1446" y="1172"/>
                  </a:lnTo>
                  <a:lnTo>
                    <a:pt x="1446" y="1169"/>
                  </a:lnTo>
                  <a:lnTo>
                    <a:pt x="1446" y="1169"/>
                  </a:lnTo>
                  <a:lnTo>
                    <a:pt x="1446" y="1167"/>
                  </a:lnTo>
                  <a:lnTo>
                    <a:pt x="1446" y="1167"/>
                  </a:lnTo>
                  <a:lnTo>
                    <a:pt x="1446" y="1167"/>
                  </a:lnTo>
                  <a:lnTo>
                    <a:pt x="1446" y="1165"/>
                  </a:lnTo>
                  <a:close/>
                  <a:moveTo>
                    <a:pt x="1382" y="1158"/>
                  </a:moveTo>
                  <a:lnTo>
                    <a:pt x="1380" y="1160"/>
                  </a:lnTo>
                  <a:lnTo>
                    <a:pt x="1380" y="1160"/>
                  </a:lnTo>
                  <a:lnTo>
                    <a:pt x="1380" y="1160"/>
                  </a:lnTo>
                  <a:lnTo>
                    <a:pt x="1378" y="1162"/>
                  </a:lnTo>
                  <a:lnTo>
                    <a:pt x="1378" y="1167"/>
                  </a:lnTo>
                  <a:lnTo>
                    <a:pt x="1378" y="1167"/>
                  </a:lnTo>
                  <a:lnTo>
                    <a:pt x="1375" y="1174"/>
                  </a:lnTo>
                  <a:lnTo>
                    <a:pt x="1375" y="1174"/>
                  </a:lnTo>
                  <a:lnTo>
                    <a:pt x="1375" y="1176"/>
                  </a:lnTo>
                  <a:lnTo>
                    <a:pt x="1375" y="1176"/>
                  </a:lnTo>
                  <a:lnTo>
                    <a:pt x="1375" y="1179"/>
                  </a:lnTo>
                  <a:lnTo>
                    <a:pt x="1378" y="1179"/>
                  </a:lnTo>
                  <a:lnTo>
                    <a:pt x="1378" y="1176"/>
                  </a:lnTo>
                  <a:lnTo>
                    <a:pt x="1380" y="1172"/>
                  </a:lnTo>
                  <a:lnTo>
                    <a:pt x="1382" y="1172"/>
                  </a:lnTo>
                  <a:lnTo>
                    <a:pt x="1382" y="1172"/>
                  </a:lnTo>
                  <a:lnTo>
                    <a:pt x="1385" y="1172"/>
                  </a:lnTo>
                  <a:lnTo>
                    <a:pt x="1385" y="1172"/>
                  </a:lnTo>
                  <a:lnTo>
                    <a:pt x="1387" y="1169"/>
                  </a:lnTo>
                  <a:lnTo>
                    <a:pt x="1390" y="1167"/>
                  </a:lnTo>
                  <a:lnTo>
                    <a:pt x="1390" y="1165"/>
                  </a:lnTo>
                  <a:lnTo>
                    <a:pt x="1394" y="1160"/>
                  </a:lnTo>
                  <a:lnTo>
                    <a:pt x="1394" y="1160"/>
                  </a:lnTo>
                  <a:lnTo>
                    <a:pt x="1397" y="1160"/>
                  </a:lnTo>
                  <a:lnTo>
                    <a:pt x="1397" y="1160"/>
                  </a:lnTo>
                  <a:lnTo>
                    <a:pt x="1397" y="1158"/>
                  </a:lnTo>
                  <a:lnTo>
                    <a:pt x="1397" y="1158"/>
                  </a:lnTo>
                  <a:lnTo>
                    <a:pt x="1397" y="1155"/>
                  </a:lnTo>
                  <a:lnTo>
                    <a:pt x="1397" y="1155"/>
                  </a:lnTo>
                  <a:lnTo>
                    <a:pt x="1399" y="1155"/>
                  </a:lnTo>
                  <a:lnTo>
                    <a:pt x="1399" y="1153"/>
                  </a:lnTo>
                  <a:lnTo>
                    <a:pt x="1397" y="1150"/>
                  </a:lnTo>
                  <a:lnTo>
                    <a:pt x="1394" y="1150"/>
                  </a:lnTo>
                  <a:lnTo>
                    <a:pt x="1394" y="1148"/>
                  </a:lnTo>
                  <a:lnTo>
                    <a:pt x="1392" y="1148"/>
                  </a:lnTo>
                  <a:lnTo>
                    <a:pt x="1390" y="1148"/>
                  </a:lnTo>
                  <a:lnTo>
                    <a:pt x="1390" y="1148"/>
                  </a:lnTo>
                  <a:lnTo>
                    <a:pt x="1390" y="1146"/>
                  </a:lnTo>
                  <a:lnTo>
                    <a:pt x="1387" y="1146"/>
                  </a:lnTo>
                  <a:lnTo>
                    <a:pt x="1387" y="1146"/>
                  </a:lnTo>
                  <a:lnTo>
                    <a:pt x="1387" y="1146"/>
                  </a:lnTo>
                  <a:lnTo>
                    <a:pt x="1387" y="1148"/>
                  </a:lnTo>
                  <a:lnTo>
                    <a:pt x="1385" y="1148"/>
                  </a:lnTo>
                  <a:lnTo>
                    <a:pt x="1387" y="1150"/>
                  </a:lnTo>
                  <a:lnTo>
                    <a:pt x="1387" y="1153"/>
                  </a:lnTo>
                  <a:lnTo>
                    <a:pt x="1390" y="1153"/>
                  </a:lnTo>
                  <a:lnTo>
                    <a:pt x="1387" y="1155"/>
                  </a:lnTo>
                  <a:lnTo>
                    <a:pt x="1387" y="1155"/>
                  </a:lnTo>
                  <a:lnTo>
                    <a:pt x="1385" y="1155"/>
                  </a:lnTo>
                  <a:lnTo>
                    <a:pt x="1385" y="1153"/>
                  </a:lnTo>
                  <a:lnTo>
                    <a:pt x="1385" y="1153"/>
                  </a:lnTo>
                  <a:lnTo>
                    <a:pt x="1382" y="1153"/>
                  </a:lnTo>
                  <a:lnTo>
                    <a:pt x="1382" y="1153"/>
                  </a:lnTo>
                  <a:lnTo>
                    <a:pt x="1382" y="1155"/>
                  </a:lnTo>
                  <a:lnTo>
                    <a:pt x="1385" y="1155"/>
                  </a:lnTo>
                  <a:lnTo>
                    <a:pt x="1385" y="1155"/>
                  </a:lnTo>
                  <a:lnTo>
                    <a:pt x="1385" y="1158"/>
                  </a:lnTo>
                  <a:lnTo>
                    <a:pt x="1385" y="1158"/>
                  </a:lnTo>
                  <a:lnTo>
                    <a:pt x="1382" y="1158"/>
                  </a:lnTo>
                  <a:close/>
                  <a:moveTo>
                    <a:pt x="1432" y="1647"/>
                  </a:moveTo>
                  <a:lnTo>
                    <a:pt x="1430" y="1650"/>
                  </a:lnTo>
                  <a:lnTo>
                    <a:pt x="1430" y="1650"/>
                  </a:lnTo>
                  <a:lnTo>
                    <a:pt x="1430" y="1652"/>
                  </a:lnTo>
                  <a:lnTo>
                    <a:pt x="1430" y="1652"/>
                  </a:lnTo>
                  <a:lnTo>
                    <a:pt x="1432" y="1652"/>
                  </a:lnTo>
                  <a:lnTo>
                    <a:pt x="1435" y="1652"/>
                  </a:lnTo>
                  <a:lnTo>
                    <a:pt x="1435" y="1650"/>
                  </a:lnTo>
                  <a:lnTo>
                    <a:pt x="1435" y="1650"/>
                  </a:lnTo>
                  <a:lnTo>
                    <a:pt x="1435" y="1647"/>
                  </a:lnTo>
                  <a:lnTo>
                    <a:pt x="1432" y="1647"/>
                  </a:lnTo>
                  <a:close/>
                  <a:moveTo>
                    <a:pt x="1491" y="1674"/>
                  </a:moveTo>
                  <a:lnTo>
                    <a:pt x="1491" y="1674"/>
                  </a:lnTo>
                  <a:lnTo>
                    <a:pt x="1491" y="1671"/>
                  </a:lnTo>
                  <a:lnTo>
                    <a:pt x="1489" y="1671"/>
                  </a:lnTo>
                  <a:lnTo>
                    <a:pt x="1489" y="1674"/>
                  </a:lnTo>
                  <a:lnTo>
                    <a:pt x="1489" y="1674"/>
                  </a:lnTo>
                  <a:lnTo>
                    <a:pt x="1482" y="1671"/>
                  </a:lnTo>
                  <a:lnTo>
                    <a:pt x="1472" y="1671"/>
                  </a:lnTo>
                  <a:lnTo>
                    <a:pt x="1470" y="1671"/>
                  </a:lnTo>
                  <a:lnTo>
                    <a:pt x="1468" y="1669"/>
                  </a:lnTo>
                  <a:lnTo>
                    <a:pt x="1472" y="1669"/>
                  </a:lnTo>
                  <a:lnTo>
                    <a:pt x="1475" y="1669"/>
                  </a:lnTo>
                  <a:lnTo>
                    <a:pt x="1475" y="1669"/>
                  </a:lnTo>
                  <a:lnTo>
                    <a:pt x="1477" y="1666"/>
                  </a:lnTo>
                  <a:lnTo>
                    <a:pt x="1475" y="1666"/>
                  </a:lnTo>
                  <a:lnTo>
                    <a:pt x="1475" y="1664"/>
                  </a:lnTo>
                  <a:lnTo>
                    <a:pt x="1475" y="1662"/>
                  </a:lnTo>
                  <a:lnTo>
                    <a:pt x="1472" y="1662"/>
                  </a:lnTo>
                  <a:lnTo>
                    <a:pt x="1470" y="1659"/>
                  </a:lnTo>
                  <a:lnTo>
                    <a:pt x="1465" y="1659"/>
                  </a:lnTo>
                  <a:lnTo>
                    <a:pt x="1465" y="1659"/>
                  </a:lnTo>
                  <a:lnTo>
                    <a:pt x="1465" y="1659"/>
                  </a:lnTo>
                  <a:lnTo>
                    <a:pt x="1465" y="1657"/>
                  </a:lnTo>
                  <a:lnTo>
                    <a:pt x="1463" y="1655"/>
                  </a:lnTo>
                  <a:lnTo>
                    <a:pt x="1458" y="1655"/>
                  </a:lnTo>
                  <a:lnTo>
                    <a:pt x="1456" y="1652"/>
                  </a:lnTo>
                  <a:lnTo>
                    <a:pt x="1453" y="1652"/>
                  </a:lnTo>
                  <a:lnTo>
                    <a:pt x="1453" y="1652"/>
                  </a:lnTo>
                  <a:lnTo>
                    <a:pt x="1456" y="1655"/>
                  </a:lnTo>
                  <a:lnTo>
                    <a:pt x="1456" y="1655"/>
                  </a:lnTo>
                  <a:lnTo>
                    <a:pt x="1456" y="1657"/>
                  </a:lnTo>
                  <a:lnTo>
                    <a:pt x="1453" y="1659"/>
                  </a:lnTo>
                  <a:lnTo>
                    <a:pt x="1456" y="1659"/>
                  </a:lnTo>
                  <a:lnTo>
                    <a:pt x="1458" y="1662"/>
                  </a:lnTo>
                  <a:lnTo>
                    <a:pt x="1458" y="1662"/>
                  </a:lnTo>
                  <a:lnTo>
                    <a:pt x="1458" y="1664"/>
                  </a:lnTo>
                  <a:lnTo>
                    <a:pt x="1456" y="1664"/>
                  </a:lnTo>
                  <a:lnTo>
                    <a:pt x="1451" y="1662"/>
                  </a:lnTo>
                  <a:lnTo>
                    <a:pt x="1444" y="1662"/>
                  </a:lnTo>
                  <a:lnTo>
                    <a:pt x="1442" y="1659"/>
                  </a:lnTo>
                  <a:lnTo>
                    <a:pt x="1439" y="1662"/>
                  </a:lnTo>
                  <a:lnTo>
                    <a:pt x="1437" y="1662"/>
                  </a:lnTo>
                  <a:lnTo>
                    <a:pt x="1437" y="1662"/>
                  </a:lnTo>
                  <a:lnTo>
                    <a:pt x="1437" y="1659"/>
                  </a:lnTo>
                  <a:lnTo>
                    <a:pt x="1437" y="1659"/>
                  </a:lnTo>
                  <a:lnTo>
                    <a:pt x="1437" y="1659"/>
                  </a:lnTo>
                  <a:lnTo>
                    <a:pt x="1437" y="1662"/>
                  </a:lnTo>
                  <a:lnTo>
                    <a:pt x="1435" y="1662"/>
                  </a:lnTo>
                  <a:lnTo>
                    <a:pt x="1437" y="1664"/>
                  </a:lnTo>
                  <a:lnTo>
                    <a:pt x="1437" y="1664"/>
                  </a:lnTo>
                  <a:lnTo>
                    <a:pt x="1437" y="1666"/>
                  </a:lnTo>
                  <a:lnTo>
                    <a:pt x="1435" y="1666"/>
                  </a:lnTo>
                  <a:lnTo>
                    <a:pt x="1432" y="1666"/>
                  </a:lnTo>
                  <a:lnTo>
                    <a:pt x="1430" y="1669"/>
                  </a:lnTo>
                  <a:lnTo>
                    <a:pt x="1425" y="1671"/>
                  </a:lnTo>
                  <a:lnTo>
                    <a:pt x="1420" y="1674"/>
                  </a:lnTo>
                  <a:lnTo>
                    <a:pt x="1418" y="1674"/>
                  </a:lnTo>
                  <a:lnTo>
                    <a:pt x="1418" y="1674"/>
                  </a:lnTo>
                  <a:lnTo>
                    <a:pt x="1416" y="1674"/>
                  </a:lnTo>
                  <a:lnTo>
                    <a:pt x="1416" y="1674"/>
                  </a:lnTo>
                  <a:lnTo>
                    <a:pt x="1416" y="1671"/>
                  </a:lnTo>
                  <a:lnTo>
                    <a:pt x="1416" y="1671"/>
                  </a:lnTo>
                  <a:lnTo>
                    <a:pt x="1416" y="1669"/>
                  </a:lnTo>
                  <a:lnTo>
                    <a:pt x="1416" y="1669"/>
                  </a:lnTo>
                  <a:lnTo>
                    <a:pt x="1416" y="1669"/>
                  </a:lnTo>
                  <a:lnTo>
                    <a:pt x="1416" y="1669"/>
                  </a:lnTo>
                  <a:lnTo>
                    <a:pt x="1418" y="1669"/>
                  </a:lnTo>
                  <a:lnTo>
                    <a:pt x="1418" y="1669"/>
                  </a:lnTo>
                  <a:lnTo>
                    <a:pt x="1418" y="1669"/>
                  </a:lnTo>
                  <a:lnTo>
                    <a:pt x="1418" y="1666"/>
                  </a:lnTo>
                  <a:lnTo>
                    <a:pt x="1418" y="1666"/>
                  </a:lnTo>
                  <a:lnTo>
                    <a:pt x="1420" y="1666"/>
                  </a:lnTo>
                  <a:lnTo>
                    <a:pt x="1423" y="1664"/>
                  </a:lnTo>
                  <a:lnTo>
                    <a:pt x="1425" y="1662"/>
                  </a:lnTo>
                  <a:lnTo>
                    <a:pt x="1427" y="1659"/>
                  </a:lnTo>
                  <a:lnTo>
                    <a:pt x="1427" y="1659"/>
                  </a:lnTo>
                  <a:lnTo>
                    <a:pt x="1427" y="1657"/>
                  </a:lnTo>
                  <a:lnTo>
                    <a:pt x="1427" y="1657"/>
                  </a:lnTo>
                  <a:lnTo>
                    <a:pt x="1427" y="1655"/>
                  </a:lnTo>
                  <a:lnTo>
                    <a:pt x="1427" y="1652"/>
                  </a:lnTo>
                  <a:lnTo>
                    <a:pt x="1425" y="1652"/>
                  </a:lnTo>
                  <a:lnTo>
                    <a:pt x="1423" y="1650"/>
                  </a:lnTo>
                  <a:lnTo>
                    <a:pt x="1423" y="1650"/>
                  </a:lnTo>
                  <a:lnTo>
                    <a:pt x="1420" y="1650"/>
                  </a:lnTo>
                  <a:lnTo>
                    <a:pt x="1418" y="1647"/>
                  </a:lnTo>
                  <a:lnTo>
                    <a:pt x="1418" y="1645"/>
                  </a:lnTo>
                  <a:lnTo>
                    <a:pt x="1418" y="1643"/>
                  </a:lnTo>
                  <a:lnTo>
                    <a:pt x="1416" y="1643"/>
                  </a:lnTo>
                  <a:lnTo>
                    <a:pt x="1418" y="1640"/>
                  </a:lnTo>
                  <a:lnTo>
                    <a:pt x="1418" y="1640"/>
                  </a:lnTo>
                  <a:lnTo>
                    <a:pt x="1416" y="1640"/>
                  </a:lnTo>
                  <a:lnTo>
                    <a:pt x="1416" y="1638"/>
                  </a:lnTo>
                  <a:lnTo>
                    <a:pt x="1416" y="1636"/>
                  </a:lnTo>
                  <a:lnTo>
                    <a:pt x="1413" y="1636"/>
                  </a:lnTo>
                  <a:lnTo>
                    <a:pt x="1413" y="1633"/>
                  </a:lnTo>
                  <a:lnTo>
                    <a:pt x="1413" y="1633"/>
                  </a:lnTo>
                  <a:lnTo>
                    <a:pt x="1413" y="1631"/>
                  </a:lnTo>
                  <a:lnTo>
                    <a:pt x="1413" y="1631"/>
                  </a:lnTo>
                  <a:lnTo>
                    <a:pt x="1413" y="1631"/>
                  </a:lnTo>
                  <a:lnTo>
                    <a:pt x="1413" y="1629"/>
                  </a:lnTo>
                  <a:lnTo>
                    <a:pt x="1413" y="1629"/>
                  </a:lnTo>
                  <a:lnTo>
                    <a:pt x="1413" y="1629"/>
                  </a:lnTo>
                  <a:lnTo>
                    <a:pt x="1413" y="1629"/>
                  </a:lnTo>
                  <a:lnTo>
                    <a:pt x="1411" y="1626"/>
                  </a:lnTo>
                  <a:lnTo>
                    <a:pt x="1411" y="1626"/>
                  </a:lnTo>
                  <a:lnTo>
                    <a:pt x="1408" y="1626"/>
                  </a:lnTo>
                  <a:lnTo>
                    <a:pt x="1399" y="1619"/>
                  </a:lnTo>
                  <a:lnTo>
                    <a:pt x="1397" y="1619"/>
                  </a:lnTo>
                  <a:lnTo>
                    <a:pt x="1397" y="1617"/>
                  </a:lnTo>
                  <a:lnTo>
                    <a:pt x="1397" y="1617"/>
                  </a:lnTo>
                  <a:lnTo>
                    <a:pt x="1397" y="1617"/>
                  </a:lnTo>
                  <a:lnTo>
                    <a:pt x="1394" y="1614"/>
                  </a:lnTo>
                  <a:lnTo>
                    <a:pt x="1392" y="1617"/>
                  </a:lnTo>
                  <a:lnTo>
                    <a:pt x="1392" y="1617"/>
                  </a:lnTo>
                  <a:lnTo>
                    <a:pt x="1392" y="1614"/>
                  </a:lnTo>
                  <a:lnTo>
                    <a:pt x="1390" y="1614"/>
                  </a:lnTo>
                  <a:lnTo>
                    <a:pt x="1390" y="1614"/>
                  </a:lnTo>
                  <a:lnTo>
                    <a:pt x="1387" y="1614"/>
                  </a:lnTo>
                  <a:lnTo>
                    <a:pt x="1387" y="1612"/>
                  </a:lnTo>
                  <a:lnTo>
                    <a:pt x="1385" y="1612"/>
                  </a:lnTo>
                  <a:lnTo>
                    <a:pt x="1385" y="1612"/>
                  </a:lnTo>
                  <a:lnTo>
                    <a:pt x="1382" y="1612"/>
                  </a:lnTo>
                  <a:lnTo>
                    <a:pt x="1382" y="1612"/>
                  </a:lnTo>
                  <a:lnTo>
                    <a:pt x="1380" y="1614"/>
                  </a:lnTo>
                  <a:lnTo>
                    <a:pt x="1378" y="1614"/>
                  </a:lnTo>
                  <a:lnTo>
                    <a:pt x="1378" y="1614"/>
                  </a:lnTo>
                  <a:lnTo>
                    <a:pt x="1378" y="1614"/>
                  </a:lnTo>
                  <a:lnTo>
                    <a:pt x="1375" y="1612"/>
                  </a:lnTo>
                  <a:lnTo>
                    <a:pt x="1373" y="1612"/>
                  </a:lnTo>
                  <a:lnTo>
                    <a:pt x="1371" y="1614"/>
                  </a:lnTo>
                  <a:lnTo>
                    <a:pt x="1368" y="1612"/>
                  </a:lnTo>
                  <a:lnTo>
                    <a:pt x="1368" y="1612"/>
                  </a:lnTo>
                  <a:lnTo>
                    <a:pt x="1366" y="1612"/>
                  </a:lnTo>
                  <a:lnTo>
                    <a:pt x="1364" y="1607"/>
                  </a:lnTo>
                  <a:lnTo>
                    <a:pt x="1364" y="1607"/>
                  </a:lnTo>
                  <a:lnTo>
                    <a:pt x="1361" y="1607"/>
                  </a:lnTo>
                  <a:lnTo>
                    <a:pt x="1359" y="1605"/>
                  </a:lnTo>
                  <a:lnTo>
                    <a:pt x="1359" y="1605"/>
                  </a:lnTo>
                  <a:lnTo>
                    <a:pt x="1359" y="1605"/>
                  </a:lnTo>
                  <a:lnTo>
                    <a:pt x="1356" y="1605"/>
                  </a:lnTo>
                  <a:lnTo>
                    <a:pt x="1356" y="1605"/>
                  </a:lnTo>
                  <a:lnTo>
                    <a:pt x="1356" y="1605"/>
                  </a:lnTo>
                  <a:lnTo>
                    <a:pt x="1354" y="1605"/>
                  </a:lnTo>
                  <a:lnTo>
                    <a:pt x="1352" y="1603"/>
                  </a:lnTo>
                  <a:lnTo>
                    <a:pt x="1347" y="1603"/>
                  </a:lnTo>
                  <a:lnTo>
                    <a:pt x="1347" y="1603"/>
                  </a:lnTo>
                  <a:lnTo>
                    <a:pt x="1347" y="1603"/>
                  </a:lnTo>
                  <a:lnTo>
                    <a:pt x="1347" y="1600"/>
                  </a:lnTo>
                  <a:lnTo>
                    <a:pt x="1342" y="1598"/>
                  </a:lnTo>
                  <a:lnTo>
                    <a:pt x="1340" y="1598"/>
                  </a:lnTo>
                  <a:lnTo>
                    <a:pt x="1340" y="1593"/>
                  </a:lnTo>
                  <a:lnTo>
                    <a:pt x="1340" y="1591"/>
                  </a:lnTo>
                  <a:lnTo>
                    <a:pt x="1337" y="1591"/>
                  </a:lnTo>
                  <a:lnTo>
                    <a:pt x="1335" y="1588"/>
                  </a:lnTo>
                  <a:lnTo>
                    <a:pt x="1335" y="1588"/>
                  </a:lnTo>
                  <a:lnTo>
                    <a:pt x="1333" y="1588"/>
                  </a:lnTo>
                  <a:lnTo>
                    <a:pt x="1330" y="1588"/>
                  </a:lnTo>
                  <a:lnTo>
                    <a:pt x="1323" y="1588"/>
                  </a:lnTo>
                  <a:lnTo>
                    <a:pt x="1321" y="1588"/>
                  </a:lnTo>
                  <a:lnTo>
                    <a:pt x="1319" y="1591"/>
                  </a:lnTo>
                  <a:lnTo>
                    <a:pt x="1319" y="1591"/>
                  </a:lnTo>
                  <a:lnTo>
                    <a:pt x="1316" y="1591"/>
                  </a:lnTo>
                  <a:lnTo>
                    <a:pt x="1316" y="1588"/>
                  </a:lnTo>
                  <a:lnTo>
                    <a:pt x="1316" y="1588"/>
                  </a:lnTo>
                  <a:lnTo>
                    <a:pt x="1314" y="1588"/>
                  </a:lnTo>
                  <a:lnTo>
                    <a:pt x="1311" y="1588"/>
                  </a:lnTo>
                  <a:lnTo>
                    <a:pt x="1309" y="1588"/>
                  </a:lnTo>
                  <a:lnTo>
                    <a:pt x="1309" y="1588"/>
                  </a:lnTo>
                  <a:lnTo>
                    <a:pt x="1304" y="1586"/>
                  </a:lnTo>
                  <a:lnTo>
                    <a:pt x="1302" y="1584"/>
                  </a:lnTo>
                  <a:lnTo>
                    <a:pt x="1302" y="1584"/>
                  </a:lnTo>
                  <a:lnTo>
                    <a:pt x="1302" y="1584"/>
                  </a:lnTo>
                  <a:lnTo>
                    <a:pt x="1302" y="1581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4" y="1579"/>
                  </a:lnTo>
                  <a:lnTo>
                    <a:pt x="1304" y="1579"/>
                  </a:lnTo>
                  <a:lnTo>
                    <a:pt x="1304" y="1576"/>
                  </a:lnTo>
                  <a:lnTo>
                    <a:pt x="1304" y="1576"/>
                  </a:lnTo>
                  <a:lnTo>
                    <a:pt x="1302" y="1576"/>
                  </a:lnTo>
                  <a:lnTo>
                    <a:pt x="1300" y="1576"/>
                  </a:lnTo>
                  <a:lnTo>
                    <a:pt x="1297" y="1574"/>
                  </a:lnTo>
                  <a:lnTo>
                    <a:pt x="1295" y="1574"/>
                  </a:lnTo>
                  <a:lnTo>
                    <a:pt x="1295" y="1574"/>
                  </a:lnTo>
                  <a:lnTo>
                    <a:pt x="1293" y="1574"/>
                  </a:lnTo>
                  <a:lnTo>
                    <a:pt x="1293" y="1572"/>
                  </a:lnTo>
                  <a:lnTo>
                    <a:pt x="1293" y="1572"/>
                  </a:lnTo>
                  <a:lnTo>
                    <a:pt x="1290" y="1572"/>
                  </a:lnTo>
                  <a:lnTo>
                    <a:pt x="1290" y="1572"/>
                  </a:lnTo>
                  <a:lnTo>
                    <a:pt x="1290" y="1572"/>
                  </a:lnTo>
                  <a:lnTo>
                    <a:pt x="1290" y="1569"/>
                  </a:lnTo>
                  <a:lnTo>
                    <a:pt x="1290" y="1569"/>
                  </a:lnTo>
                  <a:lnTo>
                    <a:pt x="1288" y="1569"/>
                  </a:lnTo>
                  <a:lnTo>
                    <a:pt x="1285" y="1567"/>
                  </a:lnTo>
                  <a:lnTo>
                    <a:pt x="1285" y="1567"/>
                  </a:lnTo>
                  <a:lnTo>
                    <a:pt x="1283" y="1567"/>
                  </a:lnTo>
                  <a:lnTo>
                    <a:pt x="1283" y="1569"/>
                  </a:lnTo>
                  <a:lnTo>
                    <a:pt x="1283" y="1572"/>
                  </a:lnTo>
                  <a:lnTo>
                    <a:pt x="1283" y="1572"/>
                  </a:lnTo>
                  <a:lnTo>
                    <a:pt x="1283" y="1576"/>
                  </a:lnTo>
                  <a:lnTo>
                    <a:pt x="1281" y="1579"/>
                  </a:lnTo>
                  <a:lnTo>
                    <a:pt x="1281" y="1581"/>
                  </a:lnTo>
                  <a:lnTo>
                    <a:pt x="1281" y="1581"/>
                  </a:lnTo>
                  <a:lnTo>
                    <a:pt x="1281" y="1584"/>
                  </a:lnTo>
                  <a:lnTo>
                    <a:pt x="1281" y="1584"/>
                  </a:lnTo>
                  <a:lnTo>
                    <a:pt x="1283" y="1584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91"/>
                  </a:lnTo>
                  <a:lnTo>
                    <a:pt x="1283" y="1591"/>
                  </a:lnTo>
                  <a:lnTo>
                    <a:pt x="1281" y="1593"/>
                  </a:lnTo>
                  <a:lnTo>
                    <a:pt x="1281" y="1593"/>
                  </a:lnTo>
                  <a:lnTo>
                    <a:pt x="1278" y="1593"/>
                  </a:lnTo>
                  <a:lnTo>
                    <a:pt x="1276" y="1593"/>
                  </a:lnTo>
                  <a:lnTo>
                    <a:pt x="1276" y="1593"/>
                  </a:lnTo>
                  <a:lnTo>
                    <a:pt x="1276" y="1591"/>
                  </a:lnTo>
                  <a:lnTo>
                    <a:pt x="1276" y="1591"/>
                  </a:lnTo>
                  <a:lnTo>
                    <a:pt x="1276" y="1591"/>
                  </a:lnTo>
                  <a:lnTo>
                    <a:pt x="1271" y="1586"/>
                  </a:lnTo>
                  <a:lnTo>
                    <a:pt x="1271" y="1584"/>
                  </a:lnTo>
                  <a:lnTo>
                    <a:pt x="1271" y="1581"/>
                  </a:lnTo>
                  <a:lnTo>
                    <a:pt x="1271" y="1579"/>
                  </a:lnTo>
                  <a:lnTo>
                    <a:pt x="1271" y="1579"/>
                  </a:lnTo>
                  <a:lnTo>
                    <a:pt x="1271" y="1576"/>
                  </a:lnTo>
                  <a:lnTo>
                    <a:pt x="1269" y="1576"/>
                  </a:lnTo>
                  <a:lnTo>
                    <a:pt x="1266" y="1574"/>
                  </a:lnTo>
                  <a:lnTo>
                    <a:pt x="1264" y="1572"/>
                  </a:lnTo>
                  <a:lnTo>
                    <a:pt x="1259" y="1572"/>
                  </a:lnTo>
                  <a:lnTo>
                    <a:pt x="1259" y="1572"/>
                  </a:lnTo>
                  <a:lnTo>
                    <a:pt x="1257" y="1569"/>
                  </a:lnTo>
                  <a:lnTo>
                    <a:pt x="1257" y="1567"/>
                  </a:lnTo>
                  <a:lnTo>
                    <a:pt x="1257" y="1567"/>
                  </a:lnTo>
                  <a:lnTo>
                    <a:pt x="1259" y="1567"/>
                  </a:lnTo>
                  <a:lnTo>
                    <a:pt x="1262" y="1565"/>
                  </a:lnTo>
                  <a:lnTo>
                    <a:pt x="1264" y="1562"/>
                  </a:lnTo>
                  <a:lnTo>
                    <a:pt x="1264" y="1560"/>
                  </a:lnTo>
                  <a:lnTo>
                    <a:pt x="1264" y="1560"/>
                  </a:lnTo>
                  <a:lnTo>
                    <a:pt x="1262" y="1558"/>
                  </a:lnTo>
                  <a:lnTo>
                    <a:pt x="1257" y="1553"/>
                  </a:lnTo>
                  <a:lnTo>
                    <a:pt x="1257" y="1550"/>
                  </a:lnTo>
                  <a:lnTo>
                    <a:pt x="1257" y="1550"/>
                  </a:lnTo>
                  <a:lnTo>
                    <a:pt x="1257" y="1550"/>
                  </a:lnTo>
                  <a:lnTo>
                    <a:pt x="1257" y="1550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6"/>
                  </a:lnTo>
                  <a:lnTo>
                    <a:pt x="1255" y="1543"/>
                  </a:lnTo>
                  <a:lnTo>
                    <a:pt x="1250" y="1543"/>
                  </a:lnTo>
                  <a:lnTo>
                    <a:pt x="1248" y="1543"/>
                  </a:lnTo>
                  <a:lnTo>
                    <a:pt x="1248" y="1543"/>
                  </a:lnTo>
                  <a:lnTo>
                    <a:pt x="1248" y="1543"/>
                  </a:lnTo>
                  <a:lnTo>
                    <a:pt x="1248" y="1546"/>
                  </a:lnTo>
                  <a:lnTo>
                    <a:pt x="1248" y="1546"/>
                  </a:lnTo>
                  <a:lnTo>
                    <a:pt x="1245" y="1548"/>
                  </a:lnTo>
                  <a:lnTo>
                    <a:pt x="1245" y="1548"/>
                  </a:lnTo>
                  <a:lnTo>
                    <a:pt x="1243" y="1546"/>
                  </a:lnTo>
                  <a:lnTo>
                    <a:pt x="1243" y="1543"/>
                  </a:lnTo>
                  <a:lnTo>
                    <a:pt x="1243" y="1543"/>
                  </a:lnTo>
                  <a:lnTo>
                    <a:pt x="1243" y="1536"/>
                  </a:lnTo>
                  <a:lnTo>
                    <a:pt x="1240" y="1536"/>
                  </a:lnTo>
                  <a:lnTo>
                    <a:pt x="1240" y="1536"/>
                  </a:lnTo>
                  <a:lnTo>
                    <a:pt x="1238" y="1539"/>
                  </a:lnTo>
                  <a:lnTo>
                    <a:pt x="1233" y="1543"/>
                  </a:lnTo>
                  <a:lnTo>
                    <a:pt x="1229" y="1555"/>
                  </a:lnTo>
                  <a:lnTo>
                    <a:pt x="1226" y="1558"/>
                  </a:lnTo>
                  <a:lnTo>
                    <a:pt x="1226" y="1562"/>
                  </a:lnTo>
                  <a:lnTo>
                    <a:pt x="1229" y="1567"/>
                  </a:lnTo>
                  <a:lnTo>
                    <a:pt x="1229" y="1567"/>
                  </a:lnTo>
                  <a:lnTo>
                    <a:pt x="1226" y="1569"/>
                  </a:lnTo>
                  <a:lnTo>
                    <a:pt x="1226" y="1572"/>
                  </a:lnTo>
                  <a:lnTo>
                    <a:pt x="1226" y="1576"/>
                  </a:lnTo>
                  <a:lnTo>
                    <a:pt x="1229" y="1584"/>
                  </a:lnTo>
                  <a:lnTo>
                    <a:pt x="1229" y="1584"/>
                  </a:lnTo>
                  <a:lnTo>
                    <a:pt x="1229" y="1586"/>
                  </a:lnTo>
                  <a:lnTo>
                    <a:pt x="1229" y="1586"/>
                  </a:lnTo>
                  <a:lnTo>
                    <a:pt x="1229" y="1588"/>
                  </a:lnTo>
                  <a:lnTo>
                    <a:pt x="1229" y="1588"/>
                  </a:lnTo>
                  <a:lnTo>
                    <a:pt x="1229" y="1588"/>
                  </a:lnTo>
                  <a:lnTo>
                    <a:pt x="1231" y="1588"/>
                  </a:lnTo>
                  <a:lnTo>
                    <a:pt x="1231" y="1591"/>
                  </a:lnTo>
                  <a:lnTo>
                    <a:pt x="1231" y="1591"/>
                  </a:lnTo>
                  <a:lnTo>
                    <a:pt x="1229" y="1595"/>
                  </a:lnTo>
                  <a:lnTo>
                    <a:pt x="1229" y="1598"/>
                  </a:lnTo>
                  <a:lnTo>
                    <a:pt x="1229" y="1598"/>
                  </a:lnTo>
                  <a:lnTo>
                    <a:pt x="1231" y="1600"/>
                  </a:lnTo>
                  <a:lnTo>
                    <a:pt x="1231" y="1600"/>
                  </a:lnTo>
                  <a:lnTo>
                    <a:pt x="1231" y="1603"/>
                  </a:lnTo>
                  <a:lnTo>
                    <a:pt x="1231" y="1605"/>
                  </a:lnTo>
                  <a:lnTo>
                    <a:pt x="1233" y="1605"/>
                  </a:lnTo>
                  <a:lnTo>
                    <a:pt x="1233" y="1612"/>
                  </a:lnTo>
                  <a:lnTo>
                    <a:pt x="1233" y="1614"/>
                  </a:lnTo>
                  <a:lnTo>
                    <a:pt x="1233" y="1614"/>
                  </a:lnTo>
                  <a:lnTo>
                    <a:pt x="1233" y="1617"/>
                  </a:lnTo>
                  <a:lnTo>
                    <a:pt x="1233" y="1617"/>
                  </a:lnTo>
                  <a:lnTo>
                    <a:pt x="1233" y="1619"/>
                  </a:lnTo>
                  <a:lnTo>
                    <a:pt x="1233" y="1621"/>
                  </a:lnTo>
                  <a:lnTo>
                    <a:pt x="1233" y="1621"/>
                  </a:lnTo>
                  <a:lnTo>
                    <a:pt x="1233" y="1624"/>
                  </a:lnTo>
                  <a:lnTo>
                    <a:pt x="1233" y="1624"/>
                  </a:lnTo>
                  <a:lnTo>
                    <a:pt x="1236" y="1626"/>
                  </a:lnTo>
                  <a:lnTo>
                    <a:pt x="1236" y="1626"/>
                  </a:lnTo>
                  <a:lnTo>
                    <a:pt x="1236" y="1629"/>
                  </a:lnTo>
                  <a:lnTo>
                    <a:pt x="1236" y="1631"/>
                  </a:lnTo>
                  <a:lnTo>
                    <a:pt x="1236" y="1631"/>
                  </a:lnTo>
                  <a:lnTo>
                    <a:pt x="1236" y="1631"/>
                  </a:lnTo>
                  <a:lnTo>
                    <a:pt x="1236" y="1633"/>
                  </a:lnTo>
                  <a:lnTo>
                    <a:pt x="1238" y="1636"/>
                  </a:lnTo>
                  <a:lnTo>
                    <a:pt x="1236" y="1636"/>
                  </a:lnTo>
                  <a:lnTo>
                    <a:pt x="1236" y="1636"/>
                  </a:lnTo>
                  <a:lnTo>
                    <a:pt x="1238" y="1636"/>
                  </a:lnTo>
                  <a:lnTo>
                    <a:pt x="1238" y="1638"/>
                  </a:lnTo>
                  <a:lnTo>
                    <a:pt x="1238" y="1638"/>
                  </a:lnTo>
                  <a:lnTo>
                    <a:pt x="1238" y="1638"/>
                  </a:lnTo>
                  <a:lnTo>
                    <a:pt x="1236" y="1638"/>
                  </a:lnTo>
                  <a:lnTo>
                    <a:pt x="1236" y="1638"/>
                  </a:lnTo>
                  <a:lnTo>
                    <a:pt x="1236" y="1640"/>
                  </a:lnTo>
                  <a:lnTo>
                    <a:pt x="1233" y="1655"/>
                  </a:lnTo>
                  <a:lnTo>
                    <a:pt x="1233" y="1657"/>
                  </a:lnTo>
                  <a:lnTo>
                    <a:pt x="1233" y="1659"/>
                  </a:lnTo>
                  <a:lnTo>
                    <a:pt x="1236" y="1662"/>
                  </a:lnTo>
                  <a:lnTo>
                    <a:pt x="1236" y="1664"/>
                  </a:lnTo>
                  <a:lnTo>
                    <a:pt x="1236" y="1669"/>
                  </a:lnTo>
                  <a:lnTo>
                    <a:pt x="1236" y="1671"/>
                  </a:lnTo>
                  <a:lnTo>
                    <a:pt x="1236" y="1674"/>
                  </a:lnTo>
                  <a:lnTo>
                    <a:pt x="1238" y="1674"/>
                  </a:lnTo>
                  <a:lnTo>
                    <a:pt x="1240" y="1676"/>
                  </a:lnTo>
                  <a:lnTo>
                    <a:pt x="1238" y="1676"/>
                  </a:lnTo>
                  <a:lnTo>
                    <a:pt x="1238" y="1678"/>
                  </a:lnTo>
                  <a:lnTo>
                    <a:pt x="1238" y="1678"/>
                  </a:lnTo>
                  <a:lnTo>
                    <a:pt x="1238" y="1681"/>
                  </a:lnTo>
                  <a:lnTo>
                    <a:pt x="1240" y="1681"/>
                  </a:lnTo>
                  <a:lnTo>
                    <a:pt x="1240" y="1681"/>
                  </a:lnTo>
                  <a:lnTo>
                    <a:pt x="1240" y="1683"/>
                  </a:lnTo>
                  <a:lnTo>
                    <a:pt x="1240" y="1683"/>
                  </a:lnTo>
                  <a:lnTo>
                    <a:pt x="1240" y="1685"/>
                  </a:lnTo>
                  <a:lnTo>
                    <a:pt x="1243" y="1685"/>
                  </a:lnTo>
                  <a:lnTo>
                    <a:pt x="1243" y="1688"/>
                  </a:lnTo>
                  <a:lnTo>
                    <a:pt x="1243" y="1688"/>
                  </a:lnTo>
                  <a:lnTo>
                    <a:pt x="1243" y="1688"/>
                  </a:lnTo>
                  <a:lnTo>
                    <a:pt x="1243" y="1688"/>
                  </a:lnTo>
                  <a:lnTo>
                    <a:pt x="1243" y="1690"/>
                  </a:lnTo>
                  <a:lnTo>
                    <a:pt x="1243" y="1690"/>
                  </a:lnTo>
                  <a:lnTo>
                    <a:pt x="1245" y="1692"/>
                  </a:lnTo>
                  <a:lnTo>
                    <a:pt x="1248" y="1692"/>
                  </a:lnTo>
                  <a:lnTo>
                    <a:pt x="1250" y="1695"/>
                  </a:lnTo>
                  <a:lnTo>
                    <a:pt x="1250" y="1695"/>
                  </a:lnTo>
                  <a:lnTo>
                    <a:pt x="1250" y="1697"/>
                  </a:lnTo>
                  <a:lnTo>
                    <a:pt x="1250" y="1700"/>
                  </a:lnTo>
                  <a:lnTo>
                    <a:pt x="1250" y="1700"/>
                  </a:lnTo>
                  <a:lnTo>
                    <a:pt x="1250" y="1702"/>
                  </a:lnTo>
                  <a:lnTo>
                    <a:pt x="1250" y="1704"/>
                  </a:lnTo>
                  <a:lnTo>
                    <a:pt x="1245" y="1704"/>
                  </a:lnTo>
                  <a:lnTo>
                    <a:pt x="1243" y="1707"/>
                  </a:lnTo>
                  <a:lnTo>
                    <a:pt x="1240" y="1709"/>
                  </a:lnTo>
                  <a:lnTo>
                    <a:pt x="1238" y="1711"/>
                  </a:lnTo>
                  <a:lnTo>
                    <a:pt x="1238" y="1714"/>
                  </a:lnTo>
                  <a:lnTo>
                    <a:pt x="1226" y="1721"/>
                  </a:lnTo>
                  <a:lnTo>
                    <a:pt x="1224" y="1723"/>
                  </a:lnTo>
                  <a:lnTo>
                    <a:pt x="1219" y="1740"/>
                  </a:lnTo>
                  <a:lnTo>
                    <a:pt x="1219" y="1745"/>
                  </a:lnTo>
                  <a:lnTo>
                    <a:pt x="1219" y="1747"/>
                  </a:lnTo>
                  <a:lnTo>
                    <a:pt x="1219" y="1749"/>
                  </a:lnTo>
                  <a:lnTo>
                    <a:pt x="1222" y="1754"/>
                  </a:lnTo>
                  <a:lnTo>
                    <a:pt x="1224" y="1754"/>
                  </a:lnTo>
                  <a:lnTo>
                    <a:pt x="1226" y="1754"/>
                  </a:lnTo>
                  <a:lnTo>
                    <a:pt x="1233" y="1754"/>
                  </a:lnTo>
                  <a:lnTo>
                    <a:pt x="1236" y="1752"/>
                  </a:lnTo>
                  <a:lnTo>
                    <a:pt x="1238" y="1749"/>
                  </a:lnTo>
                  <a:lnTo>
                    <a:pt x="1240" y="1745"/>
                  </a:lnTo>
                  <a:lnTo>
                    <a:pt x="1240" y="1742"/>
                  </a:lnTo>
                  <a:lnTo>
                    <a:pt x="1243" y="1742"/>
                  </a:lnTo>
                  <a:lnTo>
                    <a:pt x="1248" y="1740"/>
                  </a:lnTo>
                  <a:lnTo>
                    <a:pt x="1257" y="1742"/>
                  </a:lnTo>
                  <a:lnTo>
                    <a:pt x="1259" y="1740"/>
                  </a:lnTo>
                  <a:lnTo>
                    <a:pt x="1269" y="1735"/>
                  </a:lnTo>
                  <a:lnTo>
                    <a:pt x="1274" y="1733"/>
                  </a:lnTo>
                  <a:lnTo>
                    <a:pt x="1274" y="1733"/>
                  </a:lnTo>
                  <a:lnTo>
                    <a:pt x="1276" y="1730"/>
                  </a:lnTo>
                  <a:lnTo>
                    <a:pt x="1276" y="1726"/>
                  </a:lnTo>
                  <a:lnTo>
                    <a:pt x="1276" y="1726"/>
                  </a:lnTo>
                  <a:lnTo>
                    <a:pt x="1276" y="1728"/>
                  </a:lnTo>
                  <a:lnTo>
                    <a:pt x="1276" y="1730"/>
                  </a:lnTo>
                  <a:lnTo>
                    <a:pt x="1278" y="1730"/>
                  </a:lnTo>
                  <a:lnTo>
                    <a:pt x="1278" y="1733"/>
                  </a:lnTo>
                  <a:lnTo>
                    <a:pt x="1278" y="1733"/>
                  </a:lnTo>
                  <a:lnTo>
                    <a:pt x="1281" y="1733"/>
                  </a:lnTo>
                  <a:lnTo>
                    <a:pt x="1283" y="1733"/>
                  </a:lnTo>
                  <a:lnTo>
                    <a:pt x="1283" y="1735"/>
                  </a:lnTo>
                  <a:lnTo>
                    <a:pt x="1283" y="1737"/>
                  </a:lnTo>
                  <a:lnTo>
                    <a:pt x="1283" y="1737"/>
                  </a:lnTo>
                  <a:lnTo>
                    <a:pt x="1283" y="1740"/>
                  </a:lnTo>
                  <a:lnTo>
                    <a:pt x="1283" y="1740"/>
                  </a:lnTo>
                  <a:lnTo>
                    <a:pt x="1283" y="1742"/>
                  </a:lnTo>
                  <a:lnTo>
                    <a:pt x="1283" y="1742"/>
                  </a:lnTo>
                  <a:lnTo>
                    <a:pt x="1283" y="1742"/>
                  </a:lnTo>
                  <a:lnTo>
                    <a:pt x="1283" y="1745"/>
                  </a:lnTo>
                  <a:lnTo>
                    <a:pt x="1285" y="1747"/>
                  </a:lnTo>
                  <a:lnTo>
                    <a:pt x="1285" y="1747"/>
                  </a:lnTo>
                  <a:lnTo>
                    <a:pt x="1285" y="1747"/>
                  </a:lnTo>
                  <a:lnTo>
                    <a:pt x="1285" y="1749"/>
                  </a:lnTo>
                  <a:lnTo>
                    <a:pt x="1285" y="1752"/>
                  </a:lnTo>
                  <a:lnTo>
                    <a:pt x="1285" y="1754"/>
                  </a:lnTo>
                  <a:lnTo>
                    <a:pt x="1285" y="1754"/>
                  </a:lnTo>
                  <a:lnTo>
                    <a:pt x="1285" y="1756"/>
                  </a:lnTo>
                  <a:lnTo>
                    <a:pt x="1285" y="1761"/>
                  </a:lnTo>
                  <a:lnTo>
                    <a:pt x="1288" y="1761"/>
                  </a:lnTo>
                  <a:lnTo>
                    <a:pt x="1288" y="1763"/>
                  </a:lnTo>
                  <a:lnTo>
                    <a:pt x="1288" y="1768"/>
                  </a:lnTo>
                  <a:lnTo>
                    <a:pt x="1288" y="1768"/>
                  </a:lnTo>
                  <a:lnTo>
                    <a:pt x="1288" y="1771"/>
                  </a:lnTo>
                  <a:lnTo>
                    <a:pt x="1290" y="1771"/>
                  </a:lnTo>
                  <a:lnTo>
                    <a:pt x="1290" y="1773"/>
                  </a:lnTo>
                  <a:lnTo>
                    <a:pt x="1293" y="1775"/>
                  </a:lnTo>
                  <a:lnTo>
                    <a:pt x="1293" y="1778"/>
                  </a:lnTo>
                  <a:lnTo>
                    <a:pt x="1293" y="1778"/>
                  </a:lnTo>
                  <a:lnTo>
                    <a:pt x="1297" y="1780"/>
                  </a:lnTo>
                  <a:lnTo>
                    <a:pt x="1300" y="1780"/>
                  </a:lnTo>
                  <a:lnTo>
                    <a:pt x="1307" y="1780"/>
                  </a:lnTo>
                  <a:lnTo>
                    <a:pt x="1314" y="1775"/>
                  </a:lnTo>
                  <a:lnTo>
                    <a:pt x="1319" y="1771"/>
                  </a:lnTo>
                  <a:lnTo>
                    <a:pt x="1323" y="1763"/>
                  </a:lnTo>
                  <a:lnTo>
                    <a:pt x="1323" y="1763"/>
                  </a:lnTo>
                  <a:lnTo>
                    <a:pt x="1326" y="1761"/>
                  </a:lnTo>
                  <a:lnTo>
                    <a:pt x="1326" y="1759"/>
                  </a:lnTo>
                  <a:lnTo>
                    <a:pt x="1328" y="1759"/>
                  </a:lnTo>
                  <a:lnTo>
                    <a:pt x="1330" y="1756"/>
                  </a:lnTo>
                  <a:lnTo>
                    <a:pt x="1333" y="1752"/>
                  </a:lnTo>
                  <a:lnTo>
                    <a:pt x="1333" y="1749"/>
                  </a:lnTo>
                  <a:lnTo>
                    <a:pt x="1333" y="1749"/>
                  </a:lnTo>
                  <a:lnTo>
                    <a:pt x="1333" y="1742"/>
                  </a:lnTo>
                  <a:lnTo>
                    <a:pt x="1333" y="1742"/>
                  </a:lnTo>
                  <a:lnTo>
                    <a:pt x="1333" y="1737"/>
                  </a:lnTo>
                  <a:lnTo>
                    <a:pt x="1333" y="1735"/>
                  </a:lnTo>
                  <a:lnTo>
                    <a:pt x="1333" y="1735"/>
                  </a:lnTo>
                  <a:lnTo>
                    <a:pt x="1335" y="1733"/>
                  </a:lnTo>
                  <a:lnTo>
                    <a:pt x="1335" y="1730"/>
                  </a:lnTo>
                  <a:lnTo>
                    <a:pt x="1335" y="1730"/>
                  </a:lnTo>
                  <a:lnTo>
                    <a:pt x="1335" y="1728"/>
                  </a:lnTo>
                  <a:lnTo>
                    <a:pt x="1335" y="1728"/>
                  </a:lnTo>
                  <a:lnTo>
                    <a:pt x="1335" y="1728"/>
                  </a:lnTo>
                  <a:lnTo>
                    <a:pt x="1335" y="1728"/>
                  </a:lnTo>
                  <a:lnTo>
                    <a:pt x="1337" y="1726"/>
                  </a:lnTo>
                  <a:lnTo>
                    <a:pt x="1337" y="1728"/>
                  </a:lnTo>
                  <a:lnTo>
                    <a:pt x="1340" y="1726"/>
                  </a:lnTo>
                  <a:lnTo>
                    <a:pt x="1342" y="1728"/>
                  </a:lnTo>
                  <a:lnTo>
                    <a:pt x="1345" y="1728"/>
                  </a:lnTo>
                  <a:lnTo>
                    <a:pt x="1345" y="1726"/>
                  </a:lnTo>
                  <a:lnTo>
                    <a:pt x="1345" y="1721"/>
                  </a:lnTo>
                  <a:lnTo>
                    <a:pt x="1347" y="1721"/>
                  </a:lnTo>
                  <a:lnTo>
                    <a:pt x="1347" y="1719"/>
                  </a:lnTo>
                  <a:lnTo>
                    <a:pt x="1349" y="1719"/>
                  </a:lnTo>
                  <a:lnTo>
                    <a:pt x="1349" y="1719"/>
                  </a:lnTo>
                  <a:lnTo>
                    <a:pt x="1349" y="1716"/>
                  </a:lnTo>
                  <a:lnTo>
                    <a:pt x="1349" y="1716"/>
                  </a:lnTo>
                  <a:lnTo>
                    <a:pt x="1352" y="1711"/>
                  </a:lnTo>
                  <a:lnTo>
                    <a:pt x="1354" y="1709"/>
                  </a:lnTo>
                  <a:lnTo>
                    <a:pt x="1354" y="1709"/>
                  </a:lnTo>
                  <a:lnTo>
                    <a:pt x="1356" y="1709"/>
                  </a:lnTo>
                  <a:lnTo>
                    <a:pt x="1356" y="1709"/>
                  </a:lnTo>
                  <a:lnTo>
                    <a:pt x="1359" y="1709"/>
                  </a:lnTo>
                  <a:lnTo>
                    <a:pt x="1359" y="1709"/>
                  </a:lnTo>
                  <a:lnTo>
                    <a:pt x="1359" y="1709"/>
                  </a:lnTo>
                  <a:lnTo>
                    <a:pt x="1359" y="1707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6" y="1702"/>
                  </a:lnTo>
                  <a:lnTo>
                    <a:pt x="1356" y="1700"/>
                  </a:lnTo>
                  <a:lnTo>
                    <a:pt x="1356" y="1700"/>
                  </a:lnTo>
                  <a:lnTo>
                    <a:pt x="1356" y="1700"/>
                  </a:lnTo>
                  <a:lnTo>
                    <a:pt x="1356" y="1697"/>
                  </a:lnTo>
                  <a:lnTo>
                    <a:pt x="1356" y="1697"/>
                  </a:lnTo>
                  <a:lnTo>
                    <a:pt x="1356" y="1695"/>
                  </a:lnTo>
                  <a:lnTo>
                    <a:pt x="1356" y="1695"/>
                  </a:lnTo>
                  <a:lnTo>
                    <a:pt x="1356" y="1695"/>
                  </a:lnTo>
                  <a:lnTo>
                    <a:pt x="1356" y="1695"/>
                  </a:lnTo>
                  <a:lnTo>
                    <a:pt x="1354" y="1695"/>
                  </a:lnTo>
                  <a:lnTo>
                    <a:pt x="1354" y="1695"/>
                  </a:lnTo>
                  <a:lnTo>
                    <a:pt x="1354" y="1692"/>
                  </a:lnTo>
                  <a:lnTo>
                    <a:pt x="1354" y="1692"/>
                  </a:lnTo>
                  <a:lnTo>
                    <a:pt x="1352" y="1690"/>
                  </a:lnTo>
                  <a:lnTo>
                    <a:pt x="1352" y="1690"/>
                  </a:lnTo>
                  <a:lnTo>
                    <a:pt x="1352" y="1688"/>
                  </a:lnTo>
                  <a:lnTo>
                    <a:pt x="1352" y="1685"/>
                  </a:lnTo>
                  <a:lnTo>
                    <a:pt x="1352" y="1685"/>
                  </a:lnTo>
                  <a:lnTo>
                    <a:pt x="1352" y="1685"/>
                  </a:lnTo>
                  <a:lnTo>
                    <a:pt x="1354" y="1685"/>
                  </a:lnTo>
                  <a:lnTo>
                    <a:pt x="1354" y="1683"/>
                  </a:lnTo>
                  <a:lnTo>
                    <a:pt x="1354" y="1683"/>
                  </a:lnTo>
                  <a:lnTo>
                    <a:pt x="1354" y="1681"/>
                  </a:lnTo>
                  <a:lnTo>
                    <a:pt x="1354" y="1678"/>
                  </a:lnTo>
                  <a:lnTo>
                    <a:pt x="1354" y="1678"/>
                  </a:lnTo>
                  <a:lnTo>
                    <a:pt x="1356" y="1676"/>
                  </a:lnTo>
                  <a:lnTo>
                    <a:pt x="1356" y="1676"/>
                  </a:lnTo>
                  <a:lnTo>
                    <a:pt x="1359" y="1676"/>
                  </a:lnTo>
                  <a:lnTo>
                    <a:pt x="1359" y="1678"/>
                  </a:lnTo>
                  <a:lnTo>
                    <a:pt x="1359" y="1678"/>
                  </a:lnTo>
                  <a:lnTo>
                    <a:pt x="1359" y="1678"/>
                  </a:lnTo>
                  <a:lnTo>
                    <a:pt x="1361" y="1678"/>
                  </a:lnTo>
                  <a:lnTo>
                    <a:pt x="1361" y="1676"/>
                  </a:lnTo>
                  <a:lnTo>
                    <a:pt x="1361" y="1676"/>
                  </a:lnTo>
                  <a:lnTo>
                    <a:pt x="1364" y="1674"/>
                  </a:lnTo>
                  <a:lnTo>
                    <a:pt x="1364" y="1674"/>
                  </a:lnTo>
                  <a:lnTo>
                    <a:pt x="1366" y="1674"/>
                  </a:lnTo>
                  <a:lnTo>
                    <a:pt x="1366" y="1676"/>
                  </a:lnTo>
                  <a:lnTo>
                    <a:pt x="1368" y="1674"/>
                  </a:lnTo>
                  <a:lnTo>
                    <a:pt x="1368" y="1671"/>
                  </a:lnTo>
                  <a:lnTo>
                    <a:pt x="1368" y="1669"/>
                  </a:lnTo>
                  <a:lnTo>
                    <a:pt x="1368" y="1669"/>
                  </a:lnTo>
                  <a:lnTo>
                    <a:pt x="1371" y="1669"/>
                  </a:lnTo>
                  <a:lnTo>
                    <a:pt x="1373" y="1666"/>
                  </a:lnTo>
                  <a:lnTo>
                    <a:pt x="1373" y="1666"/>
                  </a:lnTo>
                  <a:lnTo>
                    <a:pt x="1375" y="1669"/>
                  </a:lnTo>
                  <a:lnTo>
                    <a:pt x="1375" y="1671"/>
                  </a:lnTo>
                  <a:lnTo>
                    <a:pt x="1375" y="1671"/>
                  </a:lnTo>
                  <a:lnTo>
                    <a:pt x="1375" y="1671"/>
                  </a:lnTo>
                  <a:lnTo>
                    <a:pt x="1375" y="1674"/>
                  </a:lnTo>
                  <a:lnTo>
                    <a:pt x="1375" y="1678"/>
                  </a:lnTo>
                  <a:lnTo>
                    <a:pt x="1373" y="1681"/>
                  </a:lnTo>
                  <a:lnTo>
                    <a:pt x="1373" y="1683"/>
                  </a:lnTo>
                  <a:lnTo>
                    <a:pt x="1373" y="1683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5" y="1688"/>
                  </a:lnTo>
                  <a:lnTo>
                    <a:pt x="1375" y="1688"/>
                  </a:lnTo>
                  <a:lnTo>
                    <a:pt x="1378" y="1688"/>
                  </a:lnTo>
                  <a:lnTo>
                    <a:pt x="1378" y="1685"/>
                  </a:lnTo>
                  <a:lnTo>
                    <a:pt x="1380" y="1685"/>
                  </a:lnTo>
                  <a:lnTo>
                    <a:pt x="1382" y="1683"/>
                  </a:lnTo>
                  <a:lnTo>
                    <a:pt x="1385" y="1683"/>
                  </a:lnTo>
                  <a:lnTo>
                    <a:pt x="1390" y="1683"/>
                  </a:lnTo>
                  <a:lnTo>
                    <a:pt x="1397" y="1681"/>
                  </a:lnTo>
                  <a:lnTo>
                    <a:pt x="1397" y="1681"/>
                  </a:lnTo>
                  <a:lnTo>
                    <a:pt x="1399" y="1683"/>
                  </a:lnTo>
                  <a:lnTo>
                    <a:pt x="1399" y="1683"/>
                  </a:lnTo>
                  <a:lnTo>
                    <a:pt x="1399" y="1683"/>
                  </a:lnTo>
                  <a:lnTo>
                    <a:pt x="1404" y="1685"/>
                  </a:lnTo>
                  <a:lnTo>
                    <a:pt x="1404" y="1685"/>
                  </a:lnTo>
                  <a:lnTo>
                    <a:pt x="1406" y="1685"/>
                  </a:lnTo>
                  <a:lnTo>
                    <a:pt x="1406" y="1688"/>
                  </a:lnTo>
                  <a:lnTo>
                    <a:pt x="1406" y="1688"/>
                  </a:lnTo>
                  <a:lnTo>
                    <a:pt x="1406" y="1690"/>
                  </a:lnTo>
                  <a:lnTo>
                    <a:pt x="1406" y="1690"/>
                  </a:lnTo>
                  <a:lnTo>
                    <a:pt x="1406" y="1690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4" y="1692"/>
                  </a:lnTo>
                  <a:lnTo>
                    <a:pt x="1404" y="1695"/>
                  </a:lnTo>
                  <a:lnTo>
                    <a:pt x="1404" y="1695"/>
                  </a:lnTo>
                  <a:lnTo>
                    <a:pt x="1401" y="1697"/>
                  </a:lnTo>
                  <a:lnTo>
                    <a:pt x="1401" y="1697"/>
                  </a:lnTo>
                  <a:lnTo>
                    <a:pt x="1401" y="1697"/>
                  </a:lnTo>
                  <a:lnTo>
                    <a:pt x="1401" y="1700"/>
                  </a:lnTo>
                  <a:lnTo>
                    <a:pt x="1401" y="1702"/>
                  </a:lnTo>
                  <a:lnTo>
                    <a:pt x="1401" y="1702"/>
                  </a:lnTo>
                  <a:lnTo>
                    <a:pt x="1404" y="1704"/>
                  </a:lnTo>
                  <a:lnTo>
                    <a:pt x="1404" y="1704"/>
                  </a:lnTo>
                  <a:lnTo>
                    <a:pt x="1404" y="1704"/>
                  </a:lnTo>
                  <a:lnTo>
                    <a:pt x="1406" y="1707"/>
                  </a:lnTo>
                  <a:lnTo>
                    <a:pt x="1406" y="1707"/>
                  </a:lnTo>
                  <a:lnTo>
                    <a:pt x="1411" y="1707"/>
                  </a:lnTo>
                  <a:lnTo>
                    <a:pt x="1413" y="1707"/>
                  </a:lnTo>
                  <a:lnTo>
                    <a:pt x="1413" y="1704"/>
                  </a:lnTo>
                  <a:lnTo>
                    <a:pt x="1416" y="1707"/>
                  </a:lnTo>
                  <a:lnTo>
                    <a:pt x="1413" y="1704"/>
                  </a:lnTo>
                  <a:lnTo>
                    <a:pt x="1416" y="1704"/>
                  </a:lnTo>
                  <a:lnTo>
                    <a:pt x="1420" y="1702"/>
                  </a:lnTo>
                  <a:lnTo>
                    <a:pt x="1423" y="1702"/>
                  </a:lnTo>
                  <a:lnTo>
                    <a:pt x="1425" y="1704"/>
                  </a:lnTo>
                  <a:lnTo>
                    <a:pt x="1427" y="1704"/>
                  </a:lnTo>
                  <a:lnTo>
                    <a:pt x="1430" y="1704"/>
                  </a:lnTo>
                  <a:lnTo>
                    <a:pt x="1430" y="1704"/>
                  </a:lnTo>
                  <a:lnTo>
                    <a:pt x="1430" y="1704"/>
                  </a:lnTo>
                  <a:lnTo>
                    <a:pt x="1432" y="1704"/>
                  </a:lnTo>
                  <a:lnTo>
                    <a:pt x="1432" y="1702"/>
                  </a:lnTo>
                  <a:lnTo>
                    <a:pt x="1435" y="1702"/>
                  </a:lnTo>
                  <a:lnTo>
                    <a:pt x="1437" y="1704"/>
                  </a:lnTo>
                  <a:lnTo>
                    <a:pt x="1437" y="1704"/>
                  </a:lnTo>
                  <a:lnTo>
                    <a:pt x="1439" y="1707"/>
                  </a:lnTo>
                  <a:lnTo>
                    <a:pt x="1439" y="1707"/>
                  </a:lnTo>
                  <a:lnTo>
                    <a:pt x="1442" y="1707"/>
                  </a:lnTo>
                  <a:lnTo>
                    <a:pt x="1444" y="1707"/>
                  </a:lnTo>
                  <a:lnTo>
                    <a:pt x="1446" y="1707"/>
                  </a:lnTo>
                  <a:lnTo>
                    <a:pt x="1449" y="1707"/>
                  </a:lnTo>
                  <a:lnTo>
                    <a:pt x="1458" y="1709"/>
                  </a:lnTo>
                  <a:lnTo>
                    <a:pt x="1463" y="1711"/>
                  </a:lnTo>
                  <a:lnTo>
                    <a:pt x="1468" y="1711"/>
                  </a:lnTo>
                  <a:lnTo>
                    <a:pt x="1470" y="1711"/>
                  </a:lnTo>
                  <a:lnTo>
                    <a:pt x="1470" y="1711"/>
                  </a:lnTo>
                  <a:lnTo>
                    <a:pt x="1470" y="1709"/>
                  </a:lnTo>
                  <a:lnTo>
                    <a:pt x="1470" y="1709"/>
                  </a:lnTo>
                  <a:lnTo>
                    <a:pt x="1470" y="1707"/>
                  </a:lnTo>
                  <a:lnTo>
                    <a:pt x="1470" y="1707"/>
                  </a:lnTo>
                  <a:lnTo>
                    <a:pt x="1470" y="1704"/>
                  </a:lnTo>
                  <a:lnTo>
                    <a:pt x="1470" y="1704"/>
                  </a:lnTo>
                  <a:lnTo>
                    <a:pt x="1470" y="1704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5" y="1702"/>
                  </a:lnTo>
                  <a:lnTo>
                    <a:pt x="1475" y="1702"/>
                  </a:lnTo>
                  <a:lnTo>
                    <a:pt x="1475" y="1700"/>
                  </a:lnTo>
                  <a:lnTo>
                    <a:pt x="1475" y="1700"/>
                  </a:lnTo>
                  <a:lnTo>
                    <a:pt x="1477" y="1697"/>
                  </a:lnTo>
                  <a:lnTo>
                    <a:pt x="1479" y="1692"/>
                  </a:lnTo>
                  <a:lnTo>
                    <a:pt x="1479" y="1692"/>
                  </a:lnTo>
                  <a:lnTo>
                    <a:pt x="1479" y="1690"/>
                  </a:lnTo>
                  <a:lnTo>
                    <a:pt x="1482" y="1690"/>
                  </a:lnTo>
                  <a:lnTo>
                    <a:pt x="1482" y="1688"/>
                  </a:lnTo>
                  <a:lnTo>
                    <a:pt x="1482" y="1688"/>
                  </a:lnTo>
                  <a:lnTo>
                    <a:pt x="1482" y="1688"/>
                  </a:lnTo>
                  <a:lnTo>
                    <a:pt x="1482" y="1685"/>
                  </a:lnTo>
                  <a:lnTo>
                    <a:pt x="1482" y="1683"/>
                  </a:lnTo>
                  <a:lnTo>
                    <a:pt x="1482" y="1683"/>
                  </a:lnTo>
                  <a:lnTo>
                    <a:pt x="1482" y="1683"/>
                  </a:lnTo>
                  <a:lnTo>
                    <a:pt x="1489" y="1678"/>
                  </a:lnTo>
                  <a:lnTo>
                    <a:pt x="1491" y="1678"/>
                  </a:lnTo>
                  <a:lnTo>
                    <a:pt x="1494" y="1678"/>
                  </a:lnTo>
                  <a:lnTo>
                    <a:pt x="1494" y="1676"/>
                  </a:lnTo>
                  <a:lnTo>
                    <a:pt x="1494" y="1676"/>
                  </a:lnTo>
                  <a:lnTo>
                    <a:pt x="1494" y="1676"/>
                  </a:lnTo>
                  <a:lnTo>
                    <a:pt x="1491" y="1674"/>
                  </a:lnTo>
                  <a:close/>
                  <a:moveTo>
                    <a:pt x="1025" y="1283"/>
                  </a:moveTo>
                  <a:lnTo>
                    <a:pt x="1025" y="1283"/>
                  </a:lnTo>
                  <a:lnTo>
                    <a:pt x="1025" y="1283"/>
                  </a:lnTo>
                  <a:lnTo>
                    <a:pt x="1025" y="1283"/>
                  </a:lnTo>
                  <a:lnTo>
                    <a:pt x="1023" y="1283"/>
                  </a:lnTo>
                  <a:lnTo>
                    <a:pt x="1023" y="1285"/>
                  </a:lnTo>
                  <a:lnTo>
                    <a:pt x="1023" y="1285"/>
                  </a:lnTo>
                  <a:lnTo>
                    <a:pt x="1023" y="1285"/>
                  </a:lnTo>
                  <a:lnTo>
                    <a:pt x="1023" y="1283"/>
                  </a:lnTo>
                  <a:lnTo>
                    <a:pt x="1023" y="1283"/>
                  </a:lnTo>
                  <a:lnTo>
                    <a:pt x="1020" y="1283"/>
                  </a:lnTo>
                  <a:lnTo>
                    <a:pt x="1020" y="1283"/>
                  </a:lnTo>
                  <a:lnTo>
                    <a:pt x="1020" y="1285"/>
                  </a:lnTo>
                  <a:lnTo>
                    <a:pt x="1023" y="1288"/>
                  </a:lnTo>
                  <a:lnTo>
                    <a:pt x="1023" y="1288"/>
                  </a:lnTo>
                  <a:lnTo>
                    <a:pt x="1023" y="1290"/>
                  </a:lnTo>
                  <a:lnTo>
                    <a:pt x="1025" y="1290"/>
                  </a:lnTo>
                  <a:lnTo>
                    <a:pt x="1025" y="1288"/>
                  </a:lnTo>
                  <a:lnTo>
                    <a:pt x="1025" y="1290"/>
                  </a:lnTo>
                  <a:lnTo>
                    <a:pt x="1027" y="1290"/>
                  </a:lnTo>
                  <a:lnTo>
                    <a:pt x="1027" y="1290"/>
                  </a:lnTo>
                  <a:lnTo>
                    <a:pt x="1027" y="1290"/>
                  </a:lnTo>
                  <a:lnTo>
                    <a:pt x="1027" y="1290"/>
                  </a:lnTo>
                  <a:lnTo>
                    <a:pt x="1025" y="1288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3"/>
                  </a:lnTo>
                  <a:lnTo>
                    <a:pt x="1025" y="1283"/>
                  </a:lnTo>
                  <a:lnTo>
                    <a:pt x="1025" y="1283"/>
                  </a:lnTo>
                  <a:close/>
                  <a:moveTo>
                    <a:pt x="216" y="1368"/>
                  </a:moveTo>
                  <a:lnTo>
                    <a:pt x="213" y="1366"/>
                  </a:lnTo>
                  <a:lnTo>
                    <a:pt x="211" y="1366"/>
                  </a:lnTo>
                  <a:lnTo>
                    <a:pt x="211" y="1366"/>
                  </a:lnTo>
                  <a:lnTo>
                    <a:pt x="211" y="1366"/>
                  </a:lnTo>
                  <a:lnTo>
                    <a:pt x="211" y="1366"/>
                  </a:lnTo>
                  <a:lnTo>
                    <a:pt x="211" y="1368"/>
                  </a:lnTo>
                  <a:lnTo>
                    <a:pt x="211" y="1368"/>
                  </a:lnTo>
                  <a:lnTo>
                    <a:pt x="221" y="1371"/>
                  </a:lnTo>
                  <a:lnTo>
                    <a:pt x="221" y="1371"/>
                  </a:lnTo>
                  <a:lnTo>
                    <a:pt x="221" y="1371"/>
                  </a:lnTo>
                  <a:lnTo>
                    <a:pt x="223" y="1371"/>
                  </a:lnTo>
                  <a:lnTo>
                    <a:pt x="221" y="1368"/>
                  </a:lnTo>
                  <a:lnTo>
                    <a:pt x="218" y="1368"/>
                  </a:lnTo>
                  <a:lnTo>
                    <a:pt x="216" y="1368"/>
                  </a:lnTo>
                  <a:close/>
                  <a:moveTo>
                    <a:pt x="405" y="1430"/>
                  </a:moveTo>
                  <a:lnTo>
                    <a:pt x="405" y="1430"/>
                  </a:lnTo>
                  <a:lnTo>
                    <a:pt x="403" y="1430"/>
                  </a:lnTo>
                  <a:lnTo>
                    <a:pt x="405" y="1432"/>
                  </a:lnTo>
                  <a:lnTo>
                    <a:pt x="405" y="1434"/>
                  </a:lnTo>
                  <a:lnTo>
                    <a:pt x="405" y="1434"/>
                  </a:lnTo>
                  <a:lnTo>
                    <a:pt x="407" y="1437"/>
                  </a:lnTo>
                  <a:lnTo>
                    <a:pt x="410" y="1434"/>
                  </a:lnTo>
                  <a:lnTo>
                    <a:pt x="410" y="1434"/>
                  </a:lnTo>
                  <a:lnTo>
                    <a:pt x="410" y="1432"/>
                  </a:lnTo>
                  <a:lnTo>
                    <a:pt x="410" y="1432"/>
                  </a:lnTo>
                  <a:lnTo>
                    <a:pt x="410" y="1430"/>
                  </a:lnTo>
                  <a:lnTo>
                    <a:pt x="412" y="1430"/>
                  </a:lnTo>
                  <a:lnTo>
                    <a:pt x="412" y="1430"/>
                  </a:lnTo>
                  <a:lnTo>
                    <a:pt x="412" y="1427"/>
                  </a:lnTo>
                  <a:lnTo>
                    <a:pt x="412" y="1427"/>
                  </a:lnTo>
                  <a:lnTo>
                    <a:pt x="410" y="1427"/>
                  </a:lnTo>
                  <a:lnTo>
                    <a:pt x="410" y="1427"/>
                  </a:lnTo>
                  <a:lnTo>
                    <a:pt x="410" y="1427"/>
                  </a:lnTo>
                  <a:lnTo>
                    <a:pt x="410" y="1427"/>
                  </a:lnTo>
                  <a:lnTo>
                    <a:pt x="410" y="1430"/>
                  </a:lnTo>
                  <a:lnTo>
                    <a:pt x="407" y="1427"/>
                  </a:lnTo>
                  <a:lnTo>
                    <a:pt x="407" y="1427"/>
                  </a:lnTo>
                  <a:lnTo>
                    <a:pt x="405" y="1425"/>
                  </a:lnTo>
                  <a:lnTo>
                    <a:pt x="405" y="1427"/>
                  </a:lnTo>
                  <a:lnTo>
                    <a:pt x="405" y="1427"/>
                  </a:lnTo>
                  <a:lnTo>
                    <a:pt x="405" y="1427"/>
                  </a:lnTo>
                  <a:lnTo>
                    <a:pt x="405" y="1430"/>
                  </a:lnTo>
                  <a:lnTo>
                    <a:pt x="405" y="1430"/>
                  </a:lnTo>
                  <a:close/>
                  <a:moveTo>
                    <a:pt x="1018" y="1884"/>
                  </a:moveTo>
                  <a:lnTo>
                    <a:pt x="1018" y="1887"/>
                  </a:lnTo>
                  <a:lnTo>
                    <a:pt x="1018" y="1887"/>
                  </a:lnTo>
                  <a:lnTo>
                    <a:pt x="1016" y="1889"/>
                  </a:lnTo>
                  <a:lnTo>
                    <a:pt x="1016" y="1889"/>
                  </a:lnTo>
                  <a:lnTo>
                    <a:pt x="1016" y="1889"/>
                  </a:lnTo>
                  <a:lnTo>
                    <a:pt x="1016" y="1889"/>
                  </a:lnTo>
                  <a:lnTo>
                    <a:pt x="1018" y="1889"/>
                  </a:lnTo>
                  <a:lnTo>
                    <a:pt x="1023" y="1889"/>
                  </a:lnTo>
                  <a:lnTo>
                    <a:pt x="1023" y="1889"/>
                  </a:lnTo>
                  <a:lnTo>
                    <a:pt x="1023" y="1889"/>
                  </a:lnTo>
                  <a:lnTo>
                    <a:pt x="1023" y="1887"/>
                  </a:lnTo>
                  <a:lnTo>
                    <a:pt x="1023" y="1887"/>
                  </a:lnTo>
                  <a:lnTo>
                    <a:pt x="1023" y="1887"/>
                  </a:lnTo>
                  <a:lnTo>
                    <a:pt x="1020" y="1887"/>
                  </a:lnTo>
                  <a:lnTo>
                    <a:pt x="1018" y="1884"/>
                  </a:lnTo>
                  <a:close/>
                  <a:moveTo>
                    <a:pt x="417" y="1432"/>
                  </a:moveTo>
                  <a:lnTo>
                    <a:pt x="417" y="1432"/>
                  </a:lnTo>
                  <a:lnTo>
                    <a:pt x="417" y="1434"/>
                  </a:lnTo>
                  <a:lnTo>
                    <a:pt x="417" y="1434"/>
                  </a:lnTo>
                  <a:lnTo>
                    <a:pt x="417" y="1437"/>
                  </a:lnTo>
                  <a:lnTo>
                    <a:pt x="417" y="1437"/>
                  </a:lnTo>
                  <a:lnTo>
                    <a:pt x="419" y="1437"/>
                  </a:lnTo>
                  <a:lnTo>
                    <a:pt x="419" y="1434"/>
                  </a:lnTo>
                  <a:lnTo>
                    <a:pt x="419" y="1434"/>
                  </a:lnTo>
                  <a:lnTo>
                    <a:pt x="419" y="1434"/>
                  </a:lnTo>
                  <a:lnTo>
                    <a:pt x="419" y="1432"/>
                  </a:lnTo>
                  <a:lnTo>
                    <a:pt x="419" y="1432"/>
                  </a:lnTo>
                  <a:lnTo>
                    <a:pt x="419" y="1432"/>
                  </a:lnTo>
                  <a:lnTo>
                    <a:pt x="419" y="1430"/>
                  </a:lnTo>
                  <a:lnTo>
                    <a:pt x="419" y="1430"/>
                  </a:lnTo>
                  <a:lnTo>
                    <a:pt x="422" y="1430"/>
                  </a:lnTo>
                  <a:lnTo>
                    <a:pt x="422" y="1430"/>
                  </a:lnTo>
                  <a:lnTo>
                    <a:pt x="422" y="1430"/>
                  </a:lnTo>
                  <a:lnTo>
                    <a:pt x="424" y="1432"/>
                  </a:lnTo>
                  <a:lnTo>
                    <a:pt x="424" y="1432"/>
                  </a:lnTo>
                  <a:lnTo>
                    <a:pt x="424" y="1430"/>
                  </a:lnTo>
                  <a:lnTo>
                    <a:pt x="424" y="1430"/>
                  </a:lnTo>
                  <a:lnTo>
                    <a:pt x="424" y="1427"/>
                  </a:lnTo>
                  <a:lnTo>
                    <a:pt x="424" y="1427"/>
                  </a:lnTo>
                  <a:lnTo>
                    <a:pt x="424" y="1427"/>
                  </a:lnTo>
                  <a:lnTo>
                    <a:pt x="424" y="1425"/>
                  </a:lnTo>
                  <a:lnTo>
                    <a:pt x="424" y="1423"/>
                  </a:lnTo>
                  <a:lnTo>
                    <a:pt x="422" y="1420"/>
                  </a:lnTo>
                  <a:lnTo>
                    <a:pt x="422" y="1420"/>
                  </a:lnTo>
                  <a:lnTo>
                    <a:pt x="419" y="1418"/>
                  </a:lnTo>
                  <a:lnTo>
                    <a:pt x="419" y="1418"/>
                  </a:lnTo>
                  <a:lnTo>
                    <a:pt x="419" y="1420"/>
                  </a:lnTo>
                  <a:lnTo>
                    <a:pt x="417" y="1420"/>
                  </a:lnTo>
                  <a:lnTo>
                    <a:pt x="417" y="1423"/>
                  </a:lnTo>
                  <a:lnTo>
                    <a:pt x="417" y="1425"/>
                  </a:lnTo>
                  <a:lnTo>
                    <a:pt x="417" y="1425"/>
                  </a:lnTo>
                  <a:lnTo>
                    <a:pt x="417" y="1427"/>
                  </a:lnTo>
                  <a:lnTo>
                    <a:pt x="417" y="1427"/>
                  </a:lnTo>
                  <a:lnTo>
                    <a:pt x="419" y="1427"/>
                  </a:lnTo>
                  <a:lnTo>
                    <a:pt x="419" y="1430"/>
                  </a:lnTo>
                  <a:lnTo>
                    <a:pt x="417" y="1430"/>
                  </a:lnTo>
                  <a:lnTo>
                    <a:pt x="417" y="1430"/>
                  </a:lnTo>
                  <a:lnTo>
                    <a:pt x="417" y="1432"/>
                  </a:lnTo>
                  <a:lnTo>
                    <a:pt x="417" y="1432"/>
                  </a:lnTo>
                  <a:close/>
                  <a:moveTo>
                    <a:pt x="985" y="1756"/>
                  </a:moveTo>
                  <a:lnTo>
                    <a:pt x="980" y="1756"/>
                  </a:lnTo>
                  <a:lnTo>
                    <a:pt x="980" y="1756"/>
                  </a:lnTo>
                  <a:lnTo>
                    <a:pt x="983" y="1759"/>
                  </a:lnTo>
                  <a:lnTo>
                    <a:pt x="985" y="1759"/>
                  </a:lnTo>
                  <a:lnTo>
                    <a:pt x="985" y="1759"/>
                  </a:lnTo>
                  <a:lnTo>
                    <a:pt x="985" y="1756"/>
                  </a:lnTo>
                  <a:lnTo>
                    <a:pt x="985" y="1756"/>
                  </a:lnTo>
                  <a:lnTo>
                    <a:pt x="985" y="1756"/>
                  </a:lnTo>
                  <a:close/>
                  <a:moveTo>
                    <a:pt x="417" y="1399"/>
                  </a:moveTo>
                  <a:lnTo>
                    <a:pt x="419" y="1399"/>
                  </a:lnTo>
                  <a:lnTo>
                    <a:pt x="422" y="1401"/>
                  </a:lnTo>
                  <a:lnTo>
                    <a:pt x="422" y="1399"/>
                  </a:lnTo>
                  <a:lnTo>
                    <a:pt x="424" y="1399"/>
                  </a:lnTo>
                  <a:lnTo>
                    <a:pt x="424" y="1397"/>
                  </a:lnTo>
                  <a:lnTo>
                    <a:pt x="424" y="1394"/>
                  </a:lnTo>
                  <a:lnTo>
                    <a:pt x="424" y="1392"/>
                  </a:lnTo>
                  <a:lnTo>
                    <a:pt x="422" y="1392"/>
                  </a:lnTo>
                  <a:lnTo>
                    <a:pt x="419" y="1394"/>
                  </a:lnTo>
                  <a:lnTo>
                    <a:pt x="419" y="1394"/>
                  </a:lnTo>
                  <a:lnTo>
                    <a:pt x="419" y="1394"/>
                  </a:lnTo>
                  <a:lnTo>
                    <a:pt x="417" y="1397"/>
                  </a:lnTo>
                  <a:lnTo>
                    <a:pt x="417" y="1397"/>
                  </a:lnTo>
                  <a:lnTo>
                    <a:pt x="417" y="1397"/>
                  </a:lnTo>
                  <a:lnTo>
                    <a:pt x="417" y="1399"/>
                  </a:lnTo>
                  <a:lnTo>
                    <a:pt x="417" y="1399"/>
                  </a:lnTo>
                  <a:lnTo>
                    <a:pt x="417" y="1399"/>
                  </a:lnTo>
                  <a:lnTo>
                    <a:pt x="417" y="1399"/>
                  </a:lnTo>
                  <a:close/>
                  <a:moveTo>
                    <a:pt x="1082" y="1787"/>
                  </a:moveTo>
                  <a:lnTo>
                    <a:pt x="1082" y="1787"/>
                  </a:lnTo>
                  <a:lnTo>
                    <a:pt x="1084" y="1787"/>
                  </a:lnTo>
                  <a:lnTo>
                    <a:pt x="1084" y="1787"/>
                  </a:lnTo>
                  <a:lnTo>
                    <a:pt x="1087" y="1785"/>
                  </a:lnTo>
                  <a:lnTo>
                    <a:pt x="1084" y="1785"/>
                  </a:lnTo>
                  <a:lnTo>
                    <a:pt x="1084" y="1785"/>
                  </a:lnTo>
                  <a:lnTo>
                    <a:pt x="1084" y="1785"/>
                  </a:lnTo>
                  <a:lnTo>
                    <a:pt x="1084" y="1782"/>
                  </a:lnTo>
                  <a:lnTo>
                    <a:pt x="1084" y="1782"/>
                  </a:lnTo>
                  <a:lnTo>
                    <a:pt x="1080" y="1782"/>
                  </a:lnTo>
                  <a:lnTo>
                    <a:pt x="1080" y="1782"/>
                  </a:lnTo>
                  <a:lnTo>
                    <a:pt x="1080" y="1785"/>
                  </a:lnTo>
                  <a:lnTo>
                    <a:pt x="1082" y="1787"/>
                  </a:lnTo>
                  <a:close/>
                  <a:moveTo>
                    <a:pt x="1054" y="1778"/>
                  </a:moveTo>
                  <a:lnTo>
                    <a:pt x="1051" y="1778"/>
                  </a:lnTo>
                  <a:lnTo>
                    <a:pt x="1049" y="1775"/>
                  </a:lnTo>
                  <a:lnTo>
                    <a:pt x="1049" y="1775"/>
                  </a:lnTo>
                  <a:lnTo>
                    <a:pt x="1046" y="1775"/>
                  </a:lnTo>
                  <a:lnTo>
                    <a:pt x="1046" y="1775"/>
                  </a:lnTo>
                  <a:lnTo>
                    <a:pt x="1046" y="1775"/>
                  </a:lnTo>
                  <a:lnTo>
                    <a:pt x="1046" y="1778"/>
                  </a:lnTo>
                  <a:lnTo>
                    <a:pt x="1046" y="1778"/>
                  </a:lnTo>
                  <a:lnTo>
                    <a:pt x="1049" y="1778"/>
                  </a:lnTo>
                  <a:lnTo>
                    <a:pt x="1049" y="1778"/>
                  </a:lnTo>
                  <a:lnTo>
                    <a:pt x="1049" y="1778"/>
                  </a:lnTo>
                  <a:lnTo>
                    <a:pt x="1049" y="1780"/>
                  </a:lnTo>
                  <a:lnTo>
                    <a:pt x="1049" y="1780"/>
                  </a:lnTo>
                  <a:lnTo>
                    <a:pt x="1049" y="1780"/>
                  </a:lnTo>
                  <a:lnTo>
                    <a:pt x="1051" y="1780"/>
                  </a:lnTo>
                  <a:lnTo>
                    <a:pt x="1051" y="1780"/>
                  </a:lnTo>
                  <a:lnTo>
                    <a:pt x="1051" y="1780"/>
                  </a:lnTo>
                  <a:lnTo>
                    <a:pt x="1051" y="1780"/>
                  </a:lnTo>
                  <a:lnTo>
                    <a:pt x="1056" y="1778"/>
                  </a:lnTo>
                  <a:lnTo>
                    <a:pt x="1054" y="1778"/>
                  </a:lnTo>
                  <a:close/>
                  <a:moveTo>
                    <a:pt x="417" y="1491"/>
                  </a:moveTo>
                  <a:lnTo>
                    <a:pt x="419" y="1489"/>
                  </a:lnTo>
                  <a:lnTo>
                    <a:pt x="419" y="1487"/>
                  </a:lnTo>
                  <a:lnTo>
                    <a:pt x="422" y="1487"/>
                  </a:lnTo>
                  <a:lnTo>
                    <a:pt x="422" y="1482"/>
                  </a:lnTo>
                  <a:lnTo>
                    <a:pt x="422" y="1479"/>
                  </a:lnTo>
                  <a:lnTo>
                    <a:pt x="422" y="1477"/>
                  </a:lnTo>
                  <a:lnTo>
                    <a:pt x="422" y="1479"/>
                  </a:lnTo>
                  <a:lnTo>
                    <a:pt x="419" y="1482"/>
                  </a:lnTo>
                  <a:lnTo>
                    <a:pt x="419" y="1484"/>
                  </a:lnTo>
                  <a:lnTo>
                    <a:pt x="419" y="1487"/>
                  </a:lnTo>
                  <a:lnTo>
                    <a:pt x="417" y="1489"/>
                  </a:lnTo>
                  <a:lnTo>
                    <a:pt x="415" y="1491"/>
                  </a:lnTo>
                  <a:lnTo>
                    <a:pt x="417" y="1491"/>
                  </a:lnTo>
                  <a:lnTo>
                    <a:pt x="417" y="1491"/>
                  </a:lnTo>
                  <a:close/>
                  <a:moveTo>
                    <a:pt x="1018" y="1259"/>
                  </a:moveTo>
                  <a:lnTo>
                    <a:pt x="1018" y="1259"/>
                  </a:lnTo>
                  <a:lnTo>
                    <a:pt x="1018" y="1259"/>
                  </a:lnTo>
                  <a:lnTo>
                    <a:pt x="1018" y="1259"/>
                  </a:lnTo>
                  <a:lnTo>
                    <a:pt x="1018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9"/>
                  </a:lnTo>
                  <a:lnTo>
                    <a:pt x="1016" y="1259"/>
                  </a:lnTo>
                  <a:lnTo>
                    <a:pt x="1013" y="1259"/>
                  </a:lnTo>
                  <a:lnTo>
                    <a:pt x="1013" y="1259"/>
                  </a:lnTo>
                  <a:lnTo>
                    <a:pt x="1013" y="1262"/>
                  </a:lnTo>
                  <a:lnTo>
                    <a:pt x="1011" y="1264"/>
                  </a:lnTo>
                  <a:lnTo>
                    <a:pt x="1011" y="1264"/>
                  </a:lnTo>
                  <a:lnTo>
                    <a:pt x="1011" y="1266"/>
                  </a:lnTo>
                  <a:lnTo>
                    <a:pt x="1011" y="1266"/>
                  </a:lnTo>
                  <a:lnTo>
                    <a:pt x="1011" y="1266"/>
                  </a:lnTo>
                  <a:lnTo>
                    <a:pt x="1011" y="1266"/>
                  </a:lnTo>
                  <a:lnTo>
                    <a:pt x="1013" y="1269"/>
                  </a:lnTo>
                  <a:lnTo>
                    <a:pt x="1013" y="1269"/>
                  </a:lnTo>
                  <a:lnTo>
                    <a:pt x="1013" y="1269"/>
                  </a:lnTo>
                  <a:lnTo>
                    <a:pt x="1016" y="1269"/>
                  </a:lnTo>
                  <a:lnTo>
                    <a:pt x="1016" y="1271"/>
                  </a:lnTo>
                  <a:lnTo>
                    <a:pt x="1016" y="1271"/>
                  </a:lnTo>
                  <a:lnTo>
                    <a:pt x="1016" y="1271"/>
                  </a:lnTo>
                  <a:lnTo>
                    <a:pt x="1018" y="1273"/>
                  </a:lnTo>
                  <a:lnTo>
                    <a:pt x="1018" y="1276"/>
                  </a:lnTo>
                  <a:lnTo>
                    <a:pt x="1018" y="1273"/>
                  </a:lnTo>
                  <a:lnTo>
                    <a:pt x="1018" y="1273"/>
                  </a:lnTo>
                  <a:lnTo>
                    <a:pt x="1018" y="1273"/>
                  </a:lnTo>
                  <a:lnTo>
                    <a:pt x="1020" y="1273"/>
                  </a:lnTo>
                  <a:lnTo>
                    <a:pt x="1020" y="1271"/>
                  </a:lnTo>
                  <a:lnTo>
                    <a:pt x="1020" y="1269"/>
                  </a:lnTo>
                  <a:lnTo>
                    <a:pt x="1020" y="1269"/>
                  </a:lnTo>
                  <a:lnTo>
                    <a:pt x="1020" y="1266"/>
                  </a:lnTo>
                  <a:lnTo>
                    <a:pt x="1020" y="1266"/>
                  </a:lnTo>
                  <a:lnTo>
                    <a:pt x="1023" y="1264"/>
                  </a:lnTo>
                  <a:lnTo>
                    <a:pt x="1023" y="1264"/>
                  </a:lnTo>
                  <a:lnTo>
                    <a:pt x="1023" y="1264"/>
                  </a:lnTo>
                  <a:lnTo>
                    <a:pt x="1023" y="1262"/>
                  </a:lnTo>
                  <a:lnTo>
                    <a:pt x="1023" y="1262"/>
                  </a:lnTo>
                  <a:lnTo>
                    <a:pt x="1020" y="1262"/>
                  </a:lnTo>
                  <a:lnTo>
                    <a:pt x="1020" y="1262"/>
                  </a:lnTo>
                  <a:lnTo>
                    <a:pt x="1020" y="1262"/>
                  </a:lnTo>
                  <a:lnTo>
                    <a:pt x="1020" y="1259"/>
                  </a:lnTo>
                  <a:lnTo>
                    <a:pt x="1020" y="1259"/>
                  </a:lnTo>
                  <a:lnTo>
                    <a:pt x="1020" y="1259"/>
                  </a:lnTo>
                  <a:lnTo>
                    <a:pt x="1020" y="1257"/>
                  </a:lnTo>
                  <a:lnTo>
                    <a:pt x="1020" y="1257"/>
                  </a:lnTo>
                  <a:lnTo>
                    <a:pt x="1020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9"/>
                  </a:lnTo>
                  <a:lnTo>
                    <a:pt x="1018" y="1259"/>
                  </a:lnTo>
                  <a:lnTo>
                    <a:pt x="1018" y="1262"/>
                  </a:lnTo>
                  <a:lnTo>
                    <a:pt x="1018" y="1262"/>
                  </a:lnTo>
                  <a:lnTo>
                    <a:pt x="1018" y="1262"/>
                  </a:lnTo>
                  <a:lnTo>
                    <a:pt x="1018" y="1259"/>
                  </a:lnTo>
                  <a:close/>
                  <a:moveTo>
                    <a:pt x="788" y="1434"/>
                  </a:moveTo>
                  <a:lnTo>
                    <a:pt x="788" y="1434"/>
                  </a:lnTo>
                  <a:lnTo>
                    <a:pt x="788" y="1437"/>
                  </a:lnTo>
                  <a:lnTo>
                    <a:pt x="788" y="1437"/>
                  </a:lnTo>
                  <a:lnTo>
                    <a:pt x="793" y="1437"/>
                  </a:lnTo>
                  <a:lnTo>
                    <a:pt x="796" y="1432"/>
                  </a:lnTo>
                  <a:lnTo>
                    <a:pt x="796" y="1432"/>
                  </a:lnTo>
                  <a:lnTo>
                    <a:pt x="796" y="1432"/>
                  </a:lnTo>
                  <a:lnTo>
                    <a:pt x="796" y="1430"/>
                  </a:lnTo>
                  <a:lnTo>
                    <a:pt x="796" y="1427"/>
                  </a:lnTo>
                  <a:lnTo>
                    <a:pt x="793" y="1427"/>
                  </a:lnTo>
                  <a:lnTo>
                    <a:pt x="793" y="1427"/>
                  </a:lnTo>
                  <a:lnTo>
                    <a:pt x="793" y="1427"/>
                  </a:lnTo>
                  <a:lnTo>
                    <a:pt x="793" y="1430"/>
                  </a:lnTo>
                  <a:lnTo>
                    <a:pt x="791" y="1430"/>
                  </a:lnTo>
                  <a:lnTo>
                    <a:pt x="788" y="1430"/>
                  </a:lnTo>
                  <a:lnTo>
                    <a:pt x="788" y="1432"/>
                  </a:lnTo>
                  <a:lnTo>
                    <a:pt x="788" y="1432"/>
                  </a:lnTo>
                  <a:lnTo>
                    <a:pt x="788" y="1432"/>
                  </a:lnTo>
                  <a:lnTo>
                    <a:pt x="788" y="1434"/>
                  </a:lnTo>
                  <a:lnTo>
                    <a:pt x="788" y="1434"/>
                  </a:lnTo>
                  <a:close/>
                  <a:moveTo>
                    <a:pt x="1070" y="1780"/>
                  </a:moveTo>
                  <a:lnTo>
                    <a:pt x="1072" y="1780"/>
                  </a:lnTo>
                  <a:lnTo>
                    <a:pt x="1075" y="1782"/>
                  </a:lnTo>
                  <a:lnTo>
                    <a:pt x="1077" y="1782"/>
                  </a:lnTo>
                  <a:lnTo>
                    <a:pt x="1077" y="1782"/>
                  </a:lnTo>
                  <a:lnTo>
                    <a:pt x="1080" y="1780"/>
                  </a:lnTo>
                  <a:lnTo>
                    <a:pt x="1080" y="1780"/>
                  </a:lnTo>
                  <a:lnTo>
                    <a:pt x="1082" y="1780"/>
                  </a:lnTo>
                  <a:lnTo>
                    <a:pt x="1082" y="1780"/>
                  </a:lnTo>
                  <a:lnTo>
                    <a:pt x="1082" y="1780"/>
                  </a:lnTo>
                  <a:lnTo>
                    <a:pt x="1082" y="1780"/>
                  </a:lnTo>
                  <a:lnTo>
                    <a:pt x="1080" y="1778"/>
                  </a:lnTo>
                  <a:lnTo>
                    <a:pt x="1077" y="1778"/>
                  </a:lnTo>
                  <a:lnTo>
                    <a:pt x="1077" y="1778"/>
                  </a:lnTo>
                  <a:lnTo>
                    <a:pt x="1077" y="1778"/>
                  </a:lnTo>
                  <a:lnTo>
                    <a:pt x="1077" y="1778"/>
                  </a:lnTo>
                  <a:lnTo>
                    <a:pt x="1077" y="1780"/>
                  </a:lnTo>
                  <a:lnTo>
                    <a:pt x="1077" y="1780"/>
                  </a:lnTo>
                  <a:lnTo>
                    <a:pt x="1070" y="1778"/>
                  </a:lnTo>
                  <a:lnTo>
                    <a:pt x="1070" y="1780"/>
                  </a:lnTo>
                  <a:close/>
                  <a:moveTo>
                    <a:pt x="1009" y="1276"/>
                  </a:moveTo>
                  <a:lnTo>
                    <a:pt x="1009" y="1276"/>
                  </a:lnTo>
                  <a:lnTo>
                    <a:pt x="1009" y="1278"/>
                  </a:lnTo>
                  <a:lnTo>
                    <a:pt x="1009" y="1278"/>
                  </a:lnTo>
                  <a:lnTo>
                    <a:pt x="1009" y="1278"/>
                  </a:lnTo>
                  <a:lnTo>
                    <a:pt x="1011" y="1278"/>
                  </a:lnTo>
                  <a:lnTo>
                    <a:pt x="1011" y="1278"/>
                  </a:lnTo>
                  <a:lnTo>
                    <a:pt x="1011" y="1278"/>
                  </a:lnTo>
                  <a:lnTo>
                    <a:pt x="1013" y="1278"/>
                  </a:lnTo>
                  <a:lnTo>
                    <a:pt x="1013" y="1278"/>
                  </a:lnTo>
                  <a:lnTo>
                    <a:pt x="1013" y="1276"/>
                  </a:lnTo>
                  <a:lnTo>
                    <a:pt x="1013" y="1276"/>
                  </a:lnTo>
                  <a:lnTo>
                    <a:pt x="1013" y="1276"/>
                  </a:lnTo>
                  <a:lnTo>
                    <a:pt x="1013" y="1276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6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1"/>
                  </a:lnTo>
                  <a:lnTo>
                    <a:pt x="1013" y="1271"/>
                  </a:lnTo>
                  <a:lnTo>
                    <a:pt x="1011" y="1271"/>
                  </a:lnTo>
                  <a:lnTo>
                    <a:pt x="1011" y="1271"/>
                  </a:lnTo>
                  <a:lnTo>
                    <a:pt x="1011" y="1269"/>
                  </a:lnTo>
                  <a:lnTo>
                    <a:pt x="1011" y="1266"/>
                  </a:lnTo>
                  <a:lnTo>
                    <a:pt x="1009" y="1266"/>
                  </a:lnTo>
                  <a:lnTo>
                    <a:pt x="1009" y="1264"/>
                  </a:lnTo>
                  <a:lnTo>
                    <a:pt x="1006" y="1264"/>
                  </a:lnTo>
                  <a:lnTo>
                    <a:pt x="1006" y="1264"/>
                  </a:lnTo>
                  <a:lnTo>
                    <a:pt x="1004" y="1266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1" y="1269"/>
                  </a:lnTo>
                  <a:lnTo>
                    <a:pt x="1004" y="1273"/>
                  </a:lnTo>
                  <a:lnTo>
                    <a:pt x="1004" y="1271"/>
                  </a:lnTo>
                  <a:lnTo>
                    <a:pt x="1004" y="1271"/>
                  </a:lnTo>
                  <a:lnTo>
                    <a:pt x="1004" y="1266"/>
                  </a:lnTo>
                  <a:lnTo>
                    <a:pt x="1006" y="1266"/>
                  </a:lnTo>
                  <a:lnTo>
                    <a:pt x="1006" y="1266"/>
                  </a:lnTo>
                  <a:lnTo>
                    <a:pt x="1006" y="1269"/>
                  </a:lnTo>
                  <a:lnTo>
                    <a:pt x="1006" y="1269"/>
                  </a:lnTo>
                  <a:lnTo>
                    <a:pt x="1006" y="1269"/>
                  </a:lnTo>
                  <a:lnTo>
                    <a:pt x="1006" y="1269"/>
                  </a:lnTo>
                  <a:lnTo>
                    <a:pt x="1006" y="1271"/>
                  </a:lnTo>
                  <a:lnTo>
                    <a:pt x="1006" y="1273"/>
                  </a:lnTo>
                  <a:lnTo>
                    <a:pt x="1006" y="1273"/>
                  </a:lnTo>
                  <a:lnTo>
                    <a:pt x="1006" y="1273"/>
                  </a:lnTo>
                  <a:lnTo>
                    <a:pt x="1006" y="1273"/>
                  </a:lnTo>
                  <a:lnTo>
                    <a:pt x="1009" y="1273"/>
                  </a:lnTo>
                  <a:lnTo>
                    <a:pt x="1006" y="1273"/>
                  </a:lnTo>
                  <a:lnTo>
                    <a:pt x="1006" y="1276"/>
                  </a:lnTo>
                  <a:lnTo>
                    <a:pt x="1006" y="1276"/>
                  </a:lnTo>
                  <a:lnTo>
                    <a:pt x="1006" y="1278"/>
                  </a:lnTo>
                  <a:lnTo>
                    <a:pt x="1006" y="1276"/>
                  </a:lnTo>
                  <a:lnTo>
                    <a:pt x="1006" y="1276"/>
                  </a:lnTo>
                  <a:lnTo>
                    <a:pt x="1009" y="1276"/>
                  </a:lnTo>
                  <a:lnTo>
                    <a:pt x="1009" y="1273"/>
                  </a:lnTo>
                  <a:lnTo>
                    <a:pt x="1009" y="1276"/>
                  </a:lnTo>
                  <a:lnTo>
                    <a:pt x="1009" y="1276"/>
                  </a:lnTo>
                  <a:lnTo>
                    <a:pt x="1009" y="1276"/>
                  </a:lnTo>
                  <a:close/>
                  <a:moveTo>
                    <a:pt x="415" y="1442"/>
                  </a:moveTo>
                  <a:lnTo>
                    <a:pt x="415" y="1442"/>
                  </a:lnTo>
                  <a:lnTo>
                    <a:pt x="415" y="1442"/>
                  </a:lnTo>
                  <a:lnTo>
                    <a:pt x="415" y="1444"/>
                  </a:lnTo>
                  <a:lnTo>
                    <a:pt x="417" y="1444"/>
                  </a:lnTo>
                  <a:lnTo>
                    <a:pt x="417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51"/>
                  </a:lnTo>
                  <a:lnTo>
                    <a:pt x="422" y="1451"/>
                  </a:lnTo>
                  <a:lnTo>
                    <a:pt x="422" y="1451"/>
                  </a:lnTo>
                  <a:lnTo>
                    <a:pt x="422" y="1449"/>
                  </a:lnTo>
                  <a:lnTo>
                    <a:pt x="422" y="1449"/>
                  </a:lnTo>
                  <a:lnTo>
                    <a:pt x="422" y="1446"/>
                  </a:lnTo>
                  <a:lnTo>
                    <a:pt x="422" y="1446"/>
                  </a:lnTo>
                  <a:lnTo>
                    <a:pt x="424" y="1444"/>
                  </a:lnTo>
                  <a:lnTo>
                    <a:pt x="424" y="1444"/>
                  </a:lnTo>
                  <a:lnTo>
                    <a:pt x="424" y="1442"/>
                  </a:lnTo>
                  <a:lnTo>
                    <a:pt x="424" y="1439"/>
                  </a:lnTo>
                  <a:lnTo>
                    <a:pt x="424" y="1437"/>
                  </a:lnTo>
                  <a:lnTo>
                    <a:pt x="424" y="1437"/>
                  </a:lnTo>
                  <a:lnTo>
                    <a:pt x="424" y="1437"/>
                  </a:lnTo>
                  <a:lnTo>
                    <a:pt x="422" y="1437"/>
                  </a:lnTo>
                  <a:lnTo>
                    <a:pt x="422" y="1437"/>
                  </a:lnTo>
                  <a:lnTo>
                    <a:pt x="422" y="1437"/>
                  </a:lnTo>
                  <a:lnTo>
                    <a:pt x="422" y="1439"/>
                  </a:lnTo>
                  <a:lnTo>
                    <a:pt x="419" y="1439"/>
                  </a:lnTo>
                  <a:lnTo>
                    <a:pt x="417" y="1442"/>
                  </a:lnTo>
                  <a:lnTo>
                    <a:pt x="419" y="1442"/>
                  </a:lnTo>
                  <a:lnTo>
                    <a:pt x="419" y="1442"/>
                  </a:lnTo>
                  <a:lnTo>
                    <a:pt x="419" y="1444"/>
                  </a:lnTo>
                  <a:lnTo>
                    <a:pt x="419" y="1444"/>
                  </a:lnTo>
                  <a:lnTo>
                    <a:pt x="419" y="1444"/>
                  </a:lnTo>
                  <a:lnTo>
                    <a:pt x="417" y="1442"/>
                  </a:lnTo>
                  <a:lnTo>
                    <a:pt x="417" y="1442"/>
                  </a:lnTo>
                  <a:lnTo>
                    <a:pt x="415" y="1442"/>
                  </a:lnTo>
                  <a:close/>
                  <a:moveTo>
                    <a:pt x="412" y="1487"/>
                  </a:moveTo>
                  <a:lnTo>
                    <a:pt x="415" y="1487"/>
                  </a:lnTo>
                  <a:lnTo>
                    <a:pt x="415" y="1487"/>
                  </a:lnTo>
                  <a:lnTo>
                    <a:pt x="415" y="1487"/>
                  </a:lnTo>
                  <a:lnTo>
                    <a:pt x="415" y="1487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7" y="1482"/>
                  </a:lnTo>
                  <a:lnTo>
                    <a:pt x="417" y="1482"/>
                  </a:lnTo>
                  <a:lnTo>
                    <a:pt x="415" y="1482"/>
                  </a:lnTo>
                  <a:lnTo>
                    <a:pt x="412" y="1479"/>
                  </a:lnTo>
                  <a:lnTo>
                    <a:pt x="412" y="1479"/>
                  </a:lnTo>
                  <a:lnTo>
                    <a:pt x="412" y="1477"/>
                  </a:lnTo>
                  <a:lnTo>
                    <a:pt x="412" y="1477"/>
                  </a:lnTo>
                  <a:lnTo>
                    <a:pt x="412" y="1475"/>
                  </a:lnTo>
                  <a:lnTo>
                    <a:pt x="412" y="1475"/>
                  </a:lnTo>
                  <a:lnTo>
                    <a:pt x="412" y="1477"/>
                  </a:lnTo>
                  <a:lnTo>
                    <a:pt x="412" y="1477"/>
                  </a:lnTo>
                  <a:lnTo>
                    <a:pt x="412" y="1479"/>
                  </a:lnTo>
                  <a:lnTo>
                    <a:pt x="412" y="1479"/>
                  </a:lnTo>
                  <a:lnTo>
                    <a:pt x="412" y="1484"/>
                  </a:lnTo>
                  <a:lnTo>
                    <a:pt x="412" y="1487"/>
                  </a:lnTo>
                  <a:lnTo>
                    <a:pt x="412" y="1487"/>
                  </a:lnTo>
                  <a:close/>
                  <a:moveTo>
                    <a:pt x="1101" y="1184"/>
                  </a:moveTo>
                  <a:lnTo>
                    <a:pt x="1101" y="1184"/>
                  </a:lnTo>
                  <a:lnTo>
                    <a:pt x="1098" y="1184"/>
                  </a:lnTo>
                  <a:lnTo>
                    <a:pt x="1098" y="1184"/>
                  </a:lnTo>
                  <a:lnTo>
                    <a:pt x="1098" y="1184"/>
                  </a:lnTo>
                  <a:lnTo>
                    <a:pt x="1098" y="1186"/>
                  </a:lnTo>
                  <a:lnTo>
                    <a:pt x="1101" y="1186"/>
                  </a:lnTo>
                  <a:lnTo>
                    <a:pt x="1101" y="1188"/>
                  </a:lnTo>
                  <a:lnTo>
                    <a:pt x="1101" y="1188"/>
                  </a:lnTo>
                  <a:lnTo>
                    <a:pt x="1101" y="1191"/>
                  </a:lnTo>
                  <a:lnTo>
                    <a:pt x="1101" y="1191"/>
                  </a:lnTo>
                  <a:lnTo>
                    <a:pt x="1103" y="1191"/>
                  </a:lnTo>
                  <a:lnTo>
                    <a:pt x="1103" y="1191"/>
                  </a:lnTo>
                  <a:lnTo>
                    <a:pt x="1106" y="1191"/>
                  </a:lnTo>
                  <a:lnTo>
                    <a:pt x="1108" y="1193"/>
                  </a:lnTo>
                  <a:lnTo>
                    <a:pt x="1108" y="1193"/>
                  </a:lnTo>
                  <a:lnTo>
                    <a:pt x="1110" y="1193"/>
                  </a:lnTo>
                  <a:lnTo>
                    <a:pt x="1110" y="1191"/>
                  </a:lnTo>
                  <a:lnTo>
                    <a:pt x="1110" y="1191"/>
                  </a:lnTo>
                  <a:lnTo>
                    <a:pt x="1115" y="1193"/>
                  </a:lnTo>
                  <a:lnTo>
                    <a:pt x="1120" y="1193"/>
                  </a:lnTo>
                  <a:lnTo>
                    <a:pt x="1127" y="1191"/>
                  </a:lnTo>
                  <a:lnTo>
                    <a:pt x="1127" y="1188"/>
                  </a:lnTo>
                  <a:lnTo>
                    <a:pt x="1127" y="1188"/>
                  </a:lnTo>
                  <a:lnTo>
                    <a:pt x="1127" y="1186"/>
                  </a:lnTo>
                  <a:lnTo>
                    <a:pt x="1127" y="1186"/>
                  </a:lnTo>
                  <a:lnTo>
                    <a:pt x="1127" y="1186"/>
                  </a:lnTo>
                  <a:lnTo>
                    <a:pt x="1125" y="1184"/>
                  </a:lnTo>
                  <a:lnTo>
                    <a:pt x="1125" y="1184"/>
                  </a:lnTo>
                  <a:lnTo>
                    <a:pt x="1125" y="1184"/>
                  </a:lnTo>
                  <a:lnTo>
                    <a:pt x="1122" y="1181"/>
                  </a:lnTo>
                  <a:lnTo>
                    <a:pt x="1122" y="1179"/>
                  </a:lnTo>
                  <a:lnTo>
                    <a:pt x="1120" y="1179"/>
                  </a:lnTo>
                  <a:lnTo>
                    <a:pt x="1115" y="1184"/>
                  </a:lnTo>
                  <a:lnTo>
                    <a:pt x="1108" y="1181"/>
                  </a:lnTo>
                  <a:lnTo>
                    <a:pt x="1106" y="1179"/>
                  </a:lnTo>
                  <a:lnTo>
                    <a:pt x="1106" y="1179"/>
                  </a:lnTo>
                  <a:lnTo>
                    <a:pt x="1103" y="1181"/>
                  </a:lnTo>
                  <a:lnTo>
                    <a:pt x="1106" y="1181"/>
                  </a:lnTo>
                  <a:lnTo>
                    <a:pt x="1106" y="1181"/>
                  </a:lnTo>
                  <a:lnTo>
                    <a:pt x="1103" y="1184"/>
                  </a:lnTo>
                  <a:lnTo>
                    <a:pt x="1101" y="1184"/>
                  </a:lnTo>
                  <a:close/>
                  <a:moveTo>
                    <a:pt x="434" y="1472"/>
                  </a:moveTo>
                  <a:lnTo>
                    <a:pt x="434" y="1472"/>
                  </a:lnTo>
                  <a:lnTo>
                    <a:pt x="438" y="1472"/>
                  </a:lnTo>
                  <a:lnTo>
                    <a:pt x="441" y="1472"/>
                  </a:lnTo>
                  <a:lnTo>
                    <a:pt x="441" y="1472"/>
                  </a:lnTo>
                  <a:lnTo>
                    <a:pt x="441" y="1470"/>
                  </a:lnTo>
                  <a:lnTo>
                    <a:pt x="438" y="1470"/>
                  </a:lnTo>
                  <a:lnTo>
                    <a:pt x="434" y="1463"/>
                  </a:lnTo>
                  <a:lnTo>
                    <a:pt x="434" y="1463"/>
                  </a:lnTo>
                  <a:lnTo>
                    <a:pt x="431" y="1460"/>
                  </a:lnTo>
                  <a:lnTo>
                    <a:pt x="431" y="1463"/>
                  </a:lnTo>
                  <a:lnTo>
                    <a:pt x="431" y="1463"/>
                  </a:lnTo>
                  <a:lnTo>
                    <a:pt x="431" y="1465"/>
                  </a:lnTo>
                  <a:lnTo>
                    <a:pt x="431" y="1470"/>
                  </a:lnTo>
                  <a:lnTo>
                    <a:pt x="434" y="1472"/>
                  </a:lnTo>
                  <a:close/>
                  <a:moveTo>
                    <a:pt x="1449" y="1780"/>
                  </a:moveTo>
                  <a:lnTo>
                    <a:pt x="1449" y="1780"/>
                  </a:lnTo>
                  <a:lnTo>
                    <a:pt x="1446" y="1778"/>
                  </a:lnTo>
                  <a:lnTo>
                    <a:pt x="1449" y="1775"/>
                  </a:lnTo>
                  <a:lnTo>
                    <a:pt x="1449" y="1775"/>
                  </a:lnTo>
                  <a:lnTo>
                    <a:pt x="1446" y="1775"/>
                  </a:lnTo>
                  <a:lnTo>
                    <a:pt x="1446" y="1773"/>
                  </a:lnTo>
                  <a:lnTo>
                    <a:pt x="1446" y="1773"/>
                  </a:lnTo>
                  <a:lnTo>
                    <a:pt x="1449" y="1773"/>
                  </a:lnTo>
                  <a:lnTo>
                    <a:pt x="1449" y="1771"/>
                  </a:lnTo>
                  <a:lnTo>
                    <a:pt x="1449" y="1768"/>
                  </a:lnTo>
                  <a:lnTo>
                    <a:pt x="1449" y="1768"/>
                  </a:lnTo>
                  <a:lnTo>
                    <a:pt x="1449" y="1766"/>
                  </a:lnTo>
                  <a:lnTo>
                    <a:pt x="1446" y="1763"/>
                  </a:lnTo>
                  <a:lnTo>
                    <a:pt x="1444" y="1763"/>
                  </a:lnTo>
                  <a:lnTo>
                    <a:pt x="1437" y="1763"/>
                  </a:lnTo>
                  <a:lnTo>
                    <a:pt x="1435" y="1763"/>
                  </a:lnTo>
                  <a:lnTo>
                    <a:pt x="1435" y="1763"/>
                  </a:lnTo>
                  <a:lnTo>
                    <a:pt x="1432" y="1763"/>
                  </a:lnTo>
                  <a:lnTo>
                    <a:pt x="1430" y="1763"/>
                  </a:lnTo>
                  <a:lnTo>
                    <a:pt x="1430" y="1763"/>
                  </a:lnTo>
                  <a:lnTo>
                    <a:pt x="1430" y="1766"/>
                  </a:lnTo>
                  <a:lnTo>
                    <a:pt x="1427" y="1766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71"/>
                  </a:lnTo>
                  <a:lnTo>
                    <a:pt x="1425" y="1771"/>
                  </a:lnTo>
                  <a:lnTo>
                    <a:pt x="1418" y="1771"/>
                  </a:lnTo>
                  <a:lnTo>
                    <a:pt x="1413" y="1773"/>
                  </a:lnTo>
                  <a:lnTo>
                    <a:pt x="1413" y="1773"/>
                  </a:lnTo>
                  <a:lnTo>
                    <a:pt x="1404" y="1782"/>
                  </a:lnTo>
                  <a:lnTo>
                    <a:pt x="1401" y="1785"/>
                  </a:lnTo>
                  <a:lnTo>
                    <a:pt x="1399" y="1785"/>
                  </a:lnTo>
                  <a:lnTo>
                    <a:pt x="1397" y="1782"/>
                  </a:lnTo>
                  <a:lnTo>
                    <a:pt x="1397" y="1782"/>
                  </a:lnTo>
                  <a:lnTo>
                    <a:pt x="1394" y="1780"/>
                  </a:lnTo>
                  <a:lnTo>
                    <a:pt x="1394" y="1780"/>
                  </a:lnTo>
                  <a:lnTo>
                    <a:pt x="1392" y="1780"/>
                  </a:lnTo>
                  <a:lnTo>
                    <a:pt x="1392" y="1780"/>
                  </a:lnTo>
                  <a:lnTo>
                    <a:pt x="1392" y="1780"/>
                  </a:lnTo>
                  <a:lnTo>
                    <a:pt x="1392" y="1780"/>
                  </a:lnTo>
                  <a:lnTo>
                    <a:pt x="1390" y="1780"/>
                  </a:lnTo>
                  <a:lnTo>
                    <a:pt x="1387" y="1785"/>
                  </a:lnTo>
                  <a:lnTo>
                    <a:pt x="1385" y="1785"/>
                  </a:lnTo>
                  <a:lnTo>
                    <a:pt x="1385" y="1787"/>
                  </a:lnTo>
                  <a:lnTo>
                    <a:pt x="1385" y="1790"/>
                  </a:lnTo>
                  <a:lnTo>
                    <a:pt x="1385" y="1792"/>
                  </a:lnTo>
                  <a:lnTo>
                    <a:pt x="1385" y="1794"/>
                  </a:lnTo>
                  <a:lnTo>
                    <a:pt x="1385" y="1797"/>
                  </a:lnTo>
                  <a:lnTo>
                    <a:pt x="1385" y="1799"/>
                  </a:lnTo>
                  <a:lnTo>
                    <a:pt x="1385" y="1799"/>
                  </a:lnTo>
                  <a:lnTo>
                    <a:pt x="1385" y="1799"/>
                  </a:lnTo>
                  <a:lnTo>
                    <a:pt x="1385" y="1801"/>
                  </a:lnTo>
                  <a:lnTo>
                    <a:pt x="1385" y="1804"/>
                  </a:lnTo>
                  <a:lnTo>
                    <a:pt x="1385" y="1804"/>
                  </a:lnTo>
                  <a:lnTo>
                    <a:pt x="1382" y="1808"/>
                  </a:lnTo>
                  <a:lnTo>
                    <a:pt x="1382" y="1808"/>
                  </a:lnTo>
                  <a:lnTo>
                    <a:pt x="1382" y="1808"/>
                  </a:lnTo>
                  <a:lnTo>
                    <a:pt x="1382" y="1811"/>
                  </a:lnTo>
                  <a:lnTo>
                    <a:pt x="1382" y="1816"/>
                  </a:lnTo>
                  <a:lnTo>
                    <a:pt x="1375" y="1823"/>
                  </a:lnTo>
                  <a:lnTo>
                    <a:pt x="1375" y="1825"/>
                  </a:lnTo>
                  <a:lnTo>
                    <a:pt x="1375" y="1830"/>
                  </a:lnTo>
                  <a:lnTo>
                    <a:pt x="1378" y="1832"/>
                  </a:lnTo>
                  <a:lnTo>
                    <a:pt x="1385" y="1837"/>
                  </a:lnTo>
                  <a:lnTo>
                    <a:pt x="1387" y="1839"/>
                  </a:lnTo>
                  <a:lnTo>
                    <a:pt x="1390" y="1844"/>
                  </a:lnTo>
                  <a:lnTo>
                    <a:pt x="1390" y="1851"/>
                  </a:lnTo>
                  <a:lnTo>
                    <a:pt x="1392" y="1851"/>
                  </a:lnTo>
                  <a:lnTo>
                    <a:pt x="1392" y="1851"/>
                  </a:lnTo>
                  <a:lnTo>
                    <a:pt x="1401" y="1842"/>
                  </a:lnTo>
                  <a:lnTo>
                    <a:pt x="1406" y="1839"/>
                  </a:lnTo>
                  <a:lnTo>
                    <a:pt x="1408" y="1839"/>
                  </a:lnTo>
                  <a:lnTo>
                    <a:pt x="1411" y="1839"/>
                  </a:lnTo>
                  <a:lnTo>
                    <a:pt x="1411" y="1839"/>
                  </a:lnTo>
                  <a:lnTo>
                    <a:pt x="1413" y="1842"/>
                  </a:lnTo>
                  <a:lnTo>
                    <a:pt x="1413" y="1842"/>
                  </a:lnTo>
                  <a:lnTo>
                    <a:pt x="1413" y="1844"/>
                  </a:lnTo>
                  <a:lnTo>
                    <a:pt x="1413" y="1844"/>
                  </a:lnTo>
                  <a:lnTo>
                    <a:pt x="1418" y="1842"/>
                  </a:lnTo>
                  <a:lnTo>
                    <a:pt x="1423" y="1834"/>
                  </a:lnTo>
                  <a:lnTo>
                    <a:pt x="1427" y="1827"/>
                  </a:lnTo>
                  <a:lnTo>
                    <a:pt x="1430" y="1820"/>
                  </a:lnTo>
                  <a:lnTo>
                    <a:pt x="1437" y="1811"/>
                  </a:lnTo>
                  <a:lnTo>
                    <a:pt x="1437" y="1806"/>
                  </a:lnTo>
                  <a:lnTo>
                    <a:pt x="1437" y="1806"/>
                  </a:lnTo>
                  <a:lnTo>
                    <a:pt x="1437" y="1804"/>
                  </a:lnTo>
                  <a:lnTo>
                    <a:pt x="1437" y="1801"/>
                  </a:lnTo>
                  <a:lnTo>
                    <a:pt x="1439" y="1801"/>
                  </a:lnTo>
                  <a:lnTo>
                    <a:pt x="1439" y="1799"/>
                  </a:lnTo>
                  <a:lnTo>
                    <a:pt x="1444" y="1797"/>
                  </a:lnTo>
                  <a:lnTo>
                    <a:pt x="1444" y="1797"/>
                  </a:lnTo>
                  <a:lnTo>
                    <a:pt x="1446" y="1792"/>
                  </a:lnTo>
                  <a:lnTo>
                    <a:pt x="1449" y="1790"/>
                  </a:lnTo>
                  <a:lnTo>
                    <a:pt x="1449" y="1787"/>
                  </a:lnTo>
                  <a:lnTo>
                    <a:pt x="1451" y="1787"/>
                  </a:lnTo>
                  <a:lnTo>
                    <a:pt x="1451" y="1785"/>
                  </a:lnTo>
                  <a:lnTo>
                    <a:pt x="1451" y="1782"/>
                  </a:lnTo>
                  <a:lnTo>
                    <a:pt x="1451" y="1782"/>
                  </a:lnTo>
                  <a:lnTo>
                    <a:pt x="1449" y="1780"/>
                  </a:lnTo>
                  <a:close/>
                  <a:moveTo>
                    <a:pt x="805" y="1271"/>
                  </a:moveTo>
                  <a:lnTo>
                    <a:pt x="805" y="1271"/>
                  </a:lnTo>
                  <a:lnTo>
                    <a:pt x="803" y="1271"/>
                  </a:lnTo>
                  <a:lnTo>
                    <a:pt x="798" y="1264"/>
                  </a:lnTo>
                  <a:lnTo>
                    <a:pt x="798" y="1264"/>
                  </a:lnTo>
                  <a:lnTo>
                    <a:pt x="796" y="1264"/>
                  </a:lnTo>
                  <a:lnTo>
                    <a:pt x="796" y="1262"/>
                  </a:lnTo>
                  <a:lnTo>
                    <a:pt x="796" y="1262"/>
                  </a:lnTo>
                  <a:lnTo>
                    <a:pt x="796" y="1259"/>
                  </a:lnTo>
                  <a:lnTo>
                    <a:pt x="791" y="1255"/>
                  </a:lnTo>
                  <a:lnTo>
                    <a:pt x="791" y="1255"/>
                  </a:lnTo>
                  <a:lnTo>
                    <a:pt x="788" y="1255"/>
                  </a:lnTo>
                  <a:lnTo>
                    <a:pt x="788" y="1255"/>
                  </a:lnTo>
                  <a:lnTo>
                    <a:pt x="788" y="1255"/>
                  </a:lnTo>
                  <a:lnTo>
                    <a:pt x="788" y="1255"/>
                  </a:lnTo>
                  <a:lnTo>
                    <a:pt x="786" y="1259"/>
                  </a:lnTo>
                  <a:lnTo>
                    <a:pt x="786" y="1262"/>
                  </a:lnTo>
                  <a:lnTo>
                    <a:pt x="786" y="1262"/>
                  </a:lnTo>
                  <a:lnTo>
                    <a:pt x="786" y="1262"/>
                  </a:lnTo>
                  <a:lnTo>
                    <a:pt x="786" y="1262"/>
                  </a:lnTo>
                  <a:lnTo>
                    <a:pt x="784" y="1257"/>
                  </a:lnTo>
                  <a:lnTo>
                    <a:pt x="784" y="1255"/>
                  </a:lnTo>
                  <a:lnTo>
                    <a:pt x="786" y="1255"/>
                  </a:lnTo>
                  <a:lnTo>
                    <a:pt x="788" y="1252"/>
                  </a:lnTo>
                  <a:lnTo>
                    <a:pt x="786" y="1252"/>
                  </a:lnTo>
                  <a:lnTo>
                    <a:pt x="784" y="1250"/>
                  </a:lnTo>
                  <a:lnTo>
                    <a:pt x="784" y="1247"/>
                  </a:lnTo>
                  <a:lnTo>
                    <a:pt x="784" y="1247"/>
                  </a:lnTo>
                  <a:lnTo>
                    <a:pt x="779" y="1245"/>
                  </a:lnTo>
                  <a:lnTo>
                    <a:pt x="779" y="1245"/>
                  </a:lnTo>
                  <a:lnTo>
                    <a:pt x="777" y="1245"/>
                  </a:lnTo>
                  <a:lnTo>
                    <a:pt x="777" y="1243"/>
                  </a:lnTo>
                  <a:lnTo>
                    <a:pt x="777" y="1243"/>
                  </a:lnTo>
                  <a:lnTo>
                    <a:pt x="777" y="1243"/>
                  </a:lnTo>
                  <a:lnTo>
                    <a:pt x="777" y="1240"/>
                  </a:lnTo>
                  <a:lnTo>
                    <a:pt x="774" y="1240"/>
                  </a:lnTo>
                  <a:lnTo>
                    <a:pt x="774" y="1240"/>
                  </a:lnTo>
                  <a:lnTo>
                    <a:pt x="772" y="1238"/>
                  </a:lnTo>
                  <a:lnTo>
                    <a:pt x="770" y="1238"/>
                  </a:lnTo>
                  <a:lnTo>
                    <a:pt x="770" y="1238"/>
                  </a:lnTo>
                  <a:lnTo>
                    <a:pt x="767" y="1236"/>
                  </a:lnTo>
                  <a:lnTo>
                    <a:pt x="767" y="1236"/>
                  </a:lnTo>
                  <a:lnTo>
                    <a:pt x="765" y="1238"/>
                  </a:lnTo>
                  <a:lnTo>
                    <a:pt x="765" y="1240"/>
                  </a:lnTo>
                  <a:lnTo>
                    <a:pt x="762" y="1243"/>
                  </a:lnTo>
                  <a:lnTo>
                    <a:pt x="762" y="1245"/>
                  </a:lnTo>
                  <a:lnTo>
                    <a:pt x="762" y="1245"/>
                  </a:lnTo>
                  <a:lnTo>
                    <a:pt x="760" y="1245"/>
                  </a:lnTo>
                  <a:lnTo>
                    <a:pt x="760" y="1245"/>
                  </a:lnTo>
                  <a:lnTo>
                    <a:pt x="758" y="1250"/>
                  </a:lnTo>
                  <a:lnTo>
                    <a:pt x="755" y="1252"/>
                  </a:lnTo>
                  <a:lnTo>
                    <a:pt x="755" y="1255"/>
                  </a:lnTo>
                  <a:lnTo>
                    <a:pt x="755" y="1255"/>
                  </a:lnTo>
                  <a:lnTo>
                    <a:pt x="755" y="1257"/>
                  </a:lnTo>
                  <a:lnTo>
                    <a:pt x="755" y="1259"/>
                  </a:lnTo>
                  <a:lnTo>
                    <a:pt x="755" y="1259"/>
                  </a:lnTo>
                  <a:lnTo>
                    <a:pt x="755" y="1262"/>
                  </a:lnTo>
                  <a:lnTo>
                    <a:pt x="755" y="1262"/>
                  </a:lnTo>
                  <a:lnTo>
                    <a:pt x="755" y="1264"/>
                  </a:lnTo>
                  <a:lnTo>
                    <a:pt x="755" y="1264"/>
                  </a:lnTo>
                  <a:lnTo>
                    <a:pt x="758" y="1264"/>
                  </a:lnTo>
                  <a:lnTo>
                    <a:pt x="758" y="1264"/>
                  </a:lnTo>
                  <a:lnTo>
                    <a:pt x="758" y="1266"/>
                  </a:lnTo>
                  <a:lnTo>
                    <a:pt x="758" y="1266"/>
                  </a:lnTo>
                  <a:lnTo>
                    <a:pt x="760" y="1266"/>
                  </a:lnTo>
                  <a:lnTo>
                    <a:pt x="760" y="1269"/>
                  </a:lnTo>
                  <a:lnTo>
                    <a:pt x="762" y="1271"/>
                  </a:lnTo>
                  <a:lnTo>
                    <a:pt x="767" y="1276"/>
                  </a:lnTo>
                  <a:lnTo>
                    <a:pt x="767" y="1278"/>
                  </a:lnTo>
                  <a:lnTo>
                    <a:pt x="765" y="1278"/>
                  </a:lnTo>
                  <a:lnTo>
                    <a:pt x="765" y="1278"/>
                  </a:lnTo>
                  <a:lnTo>
                    <a:pt x="765" y="1278"/>
                  </a:lnTo>
                  <a:lnTo>
                    <a:pt x="765" y="1276"/>
                  </a:lnTo>
                  <a:lnTo>
                    <a:pt x="765" y="1276"/>
                  </a:lnTo>
                  <a:lnTo>
                    <a:pt x="762" y="1273"/>
                  </a:lnTo>
                  <a:lnTo>
                    <a:pt x="762" y="1276"/>
                  </a:lnTo>
                  <a:lnTo>
                    <a:pt x="758" y="1271"/>
                  </a:lnTo>
                  <a:lnTo>
                    <a:pt x="758" y="1269"/>
                  </a:lnTo>
                  <a:lnTo>
                    <a:pt x="755" y="1269"/>
                  </a:lnTo>
                  <a:lnTo>
                    <a:pt x="755" y="1266"/>
                  </a:lnTo>
                  <a:lnTo>
                    <a:pt x="755" y="1266"/>
                  </a:lnTo>
                  <a:lnTo>
                    <a:pt x="753" y="1264"/>
                  </a:lnTo>
                  <a:lnTo>
                    <a:pt x="748" y="1264"/>
                  </a:lnTo>
                  <a:lnTo>
                    <a:pt x="748" y="1266"/>
                  </a:lnTo>
                  <a:lnTo>
                    <a:pt x="748" y="1266"/>
                  </a:lnTo>
                  <a:lnTo>
                    <a:pt x="748" y="1271"/>
                  </a:lnTo>
                  <a:lnTo>
                    <a:pt x="751" y="1271"/>
                  </a:lnTo>
                  <a:lnTo>
                    <a:pt x="753" y="1273"/>
                  </a:lnTo>
                  <a:lnTo>
                    <a:pt x="753" y="1276"/>
                  </a:lnTo>
                  <a:lnTo>
                    <a:pt x="751" y="1276"/>
                  </a:lnTo>
                  <a:lnTo>
                    <a:pt x="748" y="1273"/>
                  </a:lnTo>
                  <a:lnTo>
                    <a:pt x="748" y="1273"/>
                  </a:lnTo>
                  <a:lnTo>
                    <a:pt x="748" y="1273"/>
                  </a:lnTo>
                  <a:lnTo>
                    <a:pt x="748" y="1276"/>
                  </a:lnTo>
                  <a:lnTo>
                    <a:pt x="748" y="1276"/>
                  </a:lnTo>
                  <a:lnTo>
                    <a:pt x="748" y="1276"/>
                  </a:lnTo>
                  <a:lnTo>
                    <a:pt x="748" y="1278"/>
                  </a:lnTo>
                  <a:lnTo>
                    <a:pt x="748" y="1281"/>
                  </a:lnTo>
                  <a:lnTo>
                    <a:pt x="753" y="1283"/>
                  </a:lnTo>
                  <a:lnTo>
                    <a:pt x="753" y="1285"/>
                  </a:lnTo>
                  <a:lnTo>
                    <a:pt x="755" y="1288"/>
                  </a:lnTo>
                  <a:lnTo>
                    <a:pt x="755" y="1288"/>
                  </a:lnTo>
                  <a:lnTo>
                    <a:pt x="755" y="1290"/>
                  </a:lnTo>
                  <a:lnTo>
                    <a:pt x="753" y="1290"/>
                  </a:lnTo>
                  <a:lnTo>
                    <a:pt x="751" y="1290"/>
                  </a:lnTo>
                  <a:lnTo>
                    <a:pt x="751" y="1290"/>
                  </a:lnTo>
                  <a:lnTo>
                    <a:pt x="751" y="1290"/>
                  </a:lnTo>
                  <a:lnTo>
                    <a:pt x="751" y="1292"/>
                  </a:lnTo>
                  <a:lnTo>
                    <a:pt x="751" y="1292"/>
                  </a:lnTo>
                  <a:lnTo>
                    <a:pt x="748" y="1292"/>
                  </a:lnTo>
                  <a:lnTo>
                    <a:pt x="748" y="1292"/>
                  </a:lnTo>
                  <a:lnTo>
                    <a:pt x="748" y="1290"/>
                  </a:lnTo>
                  <a:lnTo>
                    <a:pt x="746" y="1290"/>
                  </a:lnTo>
                  <a:lnTo>
                    <a:pt x="746" y="1290"/>
                  </a:lnTo>
                  <a:lnTo>
                    <a:pt x="746" y="1290"/>
                  </a:lnTo>
                  <a:lnTo>
                    <a:pt x="746" y="1292"/>
                  </a:lnTo>
                  <a:lnTo>
                    <a:pt x="744" y="1295"/>
                  </a:lnTo>
                  <a:lnTo>
                    <a:pt x="744" y="1295"/>
                  </a:lnTo>
                  <a:lnTo>
                    <a:pt x="746" y="1297"/>
                  </a:lnTo>
                  <a:lnTo>
                    <a:pt x="746" y="1297"/>
                  </a:lnTo>
                  <a:lnTo>
                    <a:pt x="744" y="1300"/>
                  </a:lnTo>
                  <a:lnTo>
                    <a:pt x="744" y="1300"/>
                  </a:lnTo>
                  <a:lnTo>
                    <a:pt x="741" y="1302"/>
                  </a:lnTo>
                  <a:lnTo>
                    <a:pt x="741" y="1302"/>
                  </a:lnTo>
                  <a:lnTo>
                    <a:pt x="739" y="1300"/>
                  </a:lnTo>
                  <a:lnTo>
                    <a:pt x="739" y="1302"/>
                  </a:lnTo>
                  <a:lnTo>
                    <a:pt x="736" y="1302"/>
                  </a:lnTo>
                  <a:lnTo>
                    <a:pt x="736" y="1304"/>
                  </a:lnTo>
                  <a:lnTo>
                    <a:pt x="734" y="1304"/>
                  </a:lnTo>
                  <a:lnTo>
                    <a:pt x="732" y="1304"/>
                  </a:lnTo>
                  <a:lnTo>
                    <a:pt x="729" y="1304"/>
                  </a:lnTo>
                  <a:lnTo>
                    <a:pt x="729" y="1304"/>
                  </a:lnTo>
                  <a:lnTo>
                    <a:pt x="727" y="1304"/>
                  </a:lnTo>
                  <a:lnTo>
                    <a:pt x="727" y="1304"/>
                  </a:lnTo>
                  <a:lnTo>
                    <a:pt x="727" y="1302"/>
                  </a:lnTo>
                  <a:lnTo>
                    <a:pt x="727" y="1304"/>
                  </a:lnTo>
                  <a:lnTo>
                    <a:pt x="725" y="1302"/>
                  </a:lnTo>
                  <a:lnTo>
                    <a:pt x="725" y="1302"/>
                  </a:lnTo>
                  <a:lnTo>
                    <a:pt x="725" y="1304"/>
                  </a:lnTo>
                  <a:lnTo>
                    <a:pt x="725" y="1304"/>
                  </a:lnTo>
                  <a:lnTo>
                    <a:pt x="725" y="1304"/>
                  </a:lnTo>
                  <a:lnTo>
                    <a:pt x="722" y="1304"/>
                  </a:lnTo>
                  <a:lnTo>
                    <a:pt x="720" y="1304"/>
                  </a:lnTo>
                  <a:lnTo>
                    <a:pt x="720" y="1307"/>
                  </a:lnTo>
                  <a:lnTo>
                    <a:pt x="717" y="1309"/>
                  </a:lnTo>
                  <a:lnTo>
                    <a:pt x="715" y="1311"/>
                  </a:lnTo>
                  <a:lnTo>
                    <a:pt x="715" y="1314"/>
                  </a:lnTo>
                  <a:lnTo>
                    <a:pt x="715" y="1314"/>
                  </a:lnTo>
                  <a:lnTo>
                    <a:pt x="715" y="1316"/>
                  </a:lnTo>
                  <a:lnTo>
                    <a:pt x="717" y="1316"/>
                  </a:lnTo>
                  <a:lnTo>
                    <a:pt x="717" y="1316"/>
                  </a:lnTo>
                  <a:lnTo>
                    <a:pt x="720" y="1318"/>
                  </a:lnTo>
                  <a:lnTo>
                    <a:pt x="720" y="1321"/>
                  </a:lnTo>
                  <a:lnTo>
                    <a:pt x="720" y="1323"/>
                  </a:lnTo>
                  <a:lnTo>
                    <a:pt x="720" y="1326"/>
                  </a:lnTo>
                  <a:lnTo>
                    <a:pt x="720" y="1326"/>
                  </a:lnTo>
                  <a:lnTo>
                    <a:pt x="722" y="1326"/>
                  </a:lnTo>
                  <a:lnTo>
                    <a:pt x="727" y="1328"/>
                  </a:lnTo>
                  <a:lnTo>
                    <a:pt x="727" y="1328"/>
                  </a:lnTo>
                  <a:lnTo>
                    <a:pt x="727" y="1330"/>
                  </a:lnTo>
                  <a:lnTo>
                    <a:pt x="729" y="1330"/>
                  </a:lnTo>
                  <a:lnTo>
                    <a:pt x="729" y="1333"/>
                  </a:lnTo>
                  <a:lnTo>
                    <a:pt x="729" y="1333"/>
                  </a:lnTo>
                  <a:lnTo>
                    <a:pt x="729" y="1330"/>
                  </a:lnTo>
                  <a:lnTo>
                    <a:pt x="732" y="1330"/>
                  </a:lnTo>
                  <a:lnTo>
                    <a:pt x="734" y="1330"/>
                  </a:lnTo>
                  <a:lnTo>
                    <a:pt x="734" y="1328"/>
                  </a:lnTo>
                  <a:lnTo>
                    <a:pt x="734" y="1328"/>
                  </a:lnTo>
                  <a:lnTo>
                    <a:pt x="732" y="1326"/>
                  </a:lnTo>
                  <a:lnTo>
                    <a:pt x="732" y="1323"/>
                  </a:lnTo>
                  <a:lnTo>
                    <a:pt x="732" y="1323"/>
                  </a:lnTo>
                  <a:lnTo>
                    <a:pt x="734" y="1323"/>
                  </a:lnTo>
                  <a:lnTo>
                    <a:pt x="734" y="1323"/>
                  </a:lnTo>
                  <a:lnTo>
                    <a:pt x="734" y="1326"/>
                  </a:lnTo>
                  <a:lnTo>
                    <a:pt x="734" y="1326"/>
                  </a:lnTo>
                  <a:lnTo>
                    <a:pt x="736" y="1323"/>
                  </a:lnTo>
                  <a:lnTo>
                    <a:pt x="736" y="1323"/>
                  </a:lnTo>
                  <a:lnTo>
                    <a:pt x="736" y="1323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9" y="1321"/>
                  </a:lnTo>
                  <a:lnTo>
                    <a:pt x="739" y="1321"/>
                  </a:lnTo>
                  <a:lnTo>
                    <a:pt x="741" y="1323"/>
                  </a:lnTo>
                  <a:lnTo>
                    <a:pt x="741" y="1323"/>
                  </a:lnTo>
                  <a:lnTo>
                    <a:pt x="741" y="1323"/>
                  </a:lnTo>
                  <a:lnTo>
                    <a:pt x="741" y="1323"/>
                  </a:lnTo>
                  <a:lnTo>
                    <a:pt x="741" y="1326"/>
                  </a:lnTo>
                  <a:lnTo>
                    <a:pt x="741" y="1326"/>
                  </a:lnTo>
                  <a:lnTo>
                    <a:pt x="741" y="1326"/>
                  </a:lnTo>
                  <a:lnTo>
                    <a:pt x="741" y="1326"/>
                  </a:lnTo>
                  <a:lnTo>
                    <a:pt x="739" y="1328"/>
                  </a:lnTo>
                  <a:lnTo>
                    <a:pt x="739" y="1328"/>
                  </a:lnTo>
                  <a:lnTo>
                    <a:pt x="739" y="1330"/>
                  </a:lnTo>
                  <a:lnTo>
                    <a:pt x="741" y="1330"/>
                  </a:lnTo>
                  <a:lnTo>
                    <a:pt x="746" y="1335"/>
                  </a:lnTo>
                  <a:lnTo>
                    <a:pt x="746" y="1335"/>
                  </a:lnTo>
                  <a:lnTo>
                    <a:pt x="746" y="1335"/>
                  </a:lnTo>
                  <a:lnTo>
                    <a:pt x="748" y="1335"/>
                  </a:lnTo>
                  <a:lnTo>
                    <a:pt x="748" y="1333"/>
                  </a:lnTo>
                  <a:lnTo>
                    <a:pt x="751" y="1335"/>
                  </a:lnTo>
                  <a:lnTo>
                    <a:pt x="751" y="1335"/>
                  </a:lnTo>
                  <a:lnTo>
                    <a:pt x="751" y="1337"/>
                  </a:lnTo>
                  <a:lnTo>
                    <a:pt x="753" y="1337"/>
                  </a:lnTo>
                  <a:lnTo>
                    <a:pt x="753" y="1340"/>
                  </a:lnTo>
                  <a:lnTo>
                    <a:pt x="755" y="1337"/>
                  </a:lnTo>
                  <a:lnTo>
                    <a:pt x="755" y="1337"/>
                  </a:lnTo>
                  <a:lnTo>
                    <a:pt x="755" y="1335"/>
                  </a:lnTo>
                  <a:lnTo>
                    <a:pt x="755" y="1333"/>
                  </a:lnTo>
                  <a:lnTo>
                    <a:pt x="755" y="1333"/>
                  </a:lnTo>
                  <a:lnTo>
                    <a:pt x="755" y="1330"/>
                  </a:lnTo>
                  <a:lnTo>
                    <a:pt x="755" y="1328"/>
                  </a:lnTo>
                  <a:lnTo>
                    <a:pt x="758" y="1328"/>
                  </a:lnTo>
                  <a:lnTo>
                    <a:pt x="760" y="1330"/>
                  </a:lnTo>
                  <a:lnTo>
                    <a:pt x="760" y="1333"/>
                  </a:lnTo>
                  <a:lnTo>
                    <a:pt x="760" y="1333"/>
                  </a:lnTo>
                  <a:lnTo>
                    <a:pt x="760" y="1335"/>
                  </a:lnTo>
                  <a:lnTo>
                    <a:pt x="760" y="1335"/>
                  </a:lnTo>
                  <a:lnTo>
                    <a:pt x="760" y="1337"/>
                  </a:lnTo>
                  <a:lnTo>
                    <a:pt x="760" y="1340"/>
                  </a:lnTo>
                  <a:lnTo>
                    <a:pt x="762" y="1342"/>
                  </a:lnTo>
                  <a:lnTo>
                    <a:pt x="765" y="1342"/>
                  </a:lnTo>
                  <a:lnTo>
                    <a:pt x="765" y="1342"/>
                  </a:lnTo>
                  <a:lnTo>
                    <a:pt x="765" y="1345"/>
                  </a:lnTo>
                  <a:lnTo>
                    <a:pt x="765" y="1345"/>
                  </a:lnTo>
                  <a:lnTo>
                    <a:pt x="767" y="1345"/>
                  </a:lnTo>
                  <a:lnTo>
                    <a:pt x="767" y="1345"/>
                  </a:lnTo>
                  <a:lnTo>
                    <a:pt x="767" y="1342"/>
                  </a:lnTo>
                  <a:lnTo>
                    <a:pt x="767" y="1342"/>
                  </a:lnTo>
                  <a:lnTo>
                    <a:pt x="770" y="1342"/>
                  </a:lnTo>
                  <a:lnTo>
                    <a:pt x="774" y="1347"/>
                  </a:lnTo>
                  <a:lnTo>
                    <a:pt x="777" y="1345"/>
                  </a:lnTo>
                  <a:lnTo>
                    <a:pt x="777" y="1347"/>
                  </a:lnTo>
                  <a:lnTo>
                    <a:pt x="779" y="1349"/>
                  </a:lnTo>
                  <a:lnTo>
                    <a:pt x="781" y="1349"/>
                  </a:lnTo>
                  <a:lnTo>
                    <a:pt x="781" y="1349"/>
                  </a:lnTo>
                  <a:lnTo>
                    <a:pt x="784" y="1354"/>
                  </a:lnTo>
                  <a:lnTo>
                    <a:pt x="788" y="1356"/>
                  </a:lnTo>
                  <a:lnTo>
                    <a:pt x="788" y="1356"/>
                  </a:lnTo>
                  <a:lnTo>
                    <a:pt x="788" y="1356"/>
                  </a:lnTo>
                  <a:lnTo>
                    <a:pt x="791" y="1354"/>
                  </a:lnTo>
                  <a:lnTo>
                    <a:pt x="791" y="1354"/>
                  </a:lnTo>
                  <a:lnTo>
                    <a:pt x="793" y="1356"/>
                  </a:lnTo>
                  <a:lnTo>
                    <a:pt x="796" y="1356"/>
                  </a:lnTo>
                  <a:lnTo>
                    <a:pt x="798" y="1359"/>
                  </a:lnTo>
                  <a:lnTo>
                    <a:pt x="798" y="1359"/>
                  </a:lnTo>
                  <a:lnTo>
                    <a:pt x="798" y="1359"/>
                  </a:lnTo>
                  <a:lnTo>
                    <a:pt x="800" y="1356"/>
                  </a:lnTo>
                  <a:lnTo>
                    <a:pt x="800" y="1356"/>
                  </a:lnTo>
                  <a:lnTo>
                    <a:pt x="800" y="1356"/>
                  </a:lnTo>
                  <a:lnTo>
                    <a:pt x="800" y="1354"/>
                  </a:lnTo>
                  <a:lnTo>
                    <a:pt x="798" y="1352"/>
                  </a:lnTo>
                  <a:lnTo>
                    <a:pt x="800" y="1352"/>
                  </a:lnTo>
                  <a:lnTo>
                    <a:pt x="800" y="1352"/>
                  </a:lnTo>
                  <a:lnTo>
                    <a:pt x="800" y="1352"/>
                  </a:lnTo>
                  <a:lnTo>
                    <a:pt x="803" y="1354"/>
                  </a:lnTo>
                  <a:lnTo>
                    <a:pt x="803" y="1354"/>
                  </a:lnTo>
                  <a:lnTo>
                    <a:pt x="803" y="1354"/>
                  </a:lnTo>
                  <a:lnTo>
                    <a:pt x="805" y="1356"/>
                  </a:lnTo>
                  <a:lnTo>
                    <a:pt x="805" y="1356"/>
                  </a:lnTo>
                  <a:lnTo>
                    <a:pt x="807" y="1356"/>
                  </a:lnTo>
                  <a:lnTo>
                    <a:pt x="815" y="1361"/>
                  </a:lnTo>
                  <a:lnTo>
                    <a:pt x="817" y="1361"/>
                  </a:lnTo>
                  <a:lnTo>
                    <a:pt x="819" y="1363"/>
                  </a:lnTo>
                  <a:lnTo>
                    <a:pt x="819" y="1363"/>
                  </a:lnTo>
                  <a:lnTo>
                    <a:pt x="826" y="1361"/>
                  </a:lnTo>
                  <a:lnTo>
                    <a:pt x="829" y="1359"/>
                  </a:lnTo>
                  <a:lnTo>
                    <a:pt x="831" y="1352"/>
                  </a:lnTo>
                  <a:lnTo>
                    <a:pt x="833" y="1352"/>
                  </a:lnTo>
                  <a:lnTo>
                    <a:pt x="833" y="1352"/>
                  </a:lnTo>
                  <a:lnTo>
                    <a:pt x="833" y="1352"/>
                  </a:lnTo>
                  <a:lnTo>
                    <a:pt x="836" y="1349"/>
                  </a:lnTo>
                  <a:lnTo>
                    <a:pt x="836" y="1349"/>
                  </a:lnTo>
                  <a:lnTo>
                    <a:pt x="836" y="1347"/>
                  </a:lnTo>
                  <a:lnTo>
                    <a:pt x="836" y="1347"/>
                  </a:lnTo>
                  <a:lnTo>
                    <a:pt x="838" y="1347"/>
                  </a:lnTo>
                  <a:lnTo>
                    <a:pt x="841" y="1347"/>
                  </a:lnTo>
                  <a:lnTo>
                    <a:pt x="843" y="1347"/>
                  </a:lnTo>
                  <a:lnTo>
                    <a:pt x="841" y="1345"/>
                  </a:lnTo>
                  <a:lnTo>
                    <a:pt x="841" y="1342"/>
                  </a:lnTo>
                  <a:lnTo>
                    <a:pt x="843" y="1340"/>
                  </a:lnTo>
                  <a:lnTo>
                    <a:pt x="843" y="1340"/>
                  </a:lnTo>
                  <a:lnTo>
                    <a:pt x="843" y="1340"/>
                  </a:lnTo>
                  <a:lnTo>
                    <a:pt x="843" y="1337"/>
                  </a:lnTo>
                  <a:lnTo>
                    <a:pt x="843" y="1337"/>
                  </a:lnTo>
                  <a:lnTo>
                    <a:pt x="843" y="1335"/>
                  </a:lnTo>
                  <a:lnTo>
                    <a:pt x="843" y="1335"/>
                  </a:lnTo>
                  <a:lnTo>
                    <a:pt x="845" y="1335"/>
                  </a:lnTo>
                  <a:lnTo>
                    <a:pt x="845" y="1337"/>
                  </a:lnTo>
                  <a:lnTo>
                    <a:pt x="845" y="1337"/>
                  </a:lnTo>
                  <a:lnTo>
                    <a:pt x="850" y="1335"/>
                  </a:lnTo>
                  <a:lnTo>
                    <a:pt x="850" y="1335"/>
                  </a:lnTo>
                  <a:lnTo>
                    <a:pt x="852" y="1335"/>
                  </a:lnTo>
                  <a:lnTo>
                    <a:pt x="852" y="1337"/>
                  </a:lnTo>
                  <a:lnTo>
                    <a:pt x="850" y="1340"/>
                  </a:lnTo>
                  <a:lnTo>
                    <a:pt x="852" y="1340"/>
                  </a:lnTo>
                  <a:lnTo>
                    <a:pt x="855" y="1335"/>
                  </a:lnTo>
                  <a:lnTo>
                    <a:pt x="857" y="1333"/>
                  </a:lnTo>
                  <a:lnTo>
                    <a:pt x="857" y="1333"/>
                  </a:lnTo>
                  <a:lnTo>
                    <a:pt x="859" y="1330"/>
                  </a:lnTo>
                  <a:lnTo>
                    <a:pt x="859" y="1328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3"/>
                  </a:lnTo>
                  <a:lnTo>
                    <a:pt x="862" y="1323"/>
                  </a:lnTo>
                  <a:lnTo>
                    <a:pt x="862" y="1323"/>
                  </a:lnTo>
                  <a:lnTo>
                    <a:pt x="859" y="1323"/>
                  </a:lnTo>
                  <a:lnTo>
                    <a:pt x="859" y="1323"/>
                  </a:lnTo>
                  <a:lnTo>
                    <a:pt x="857" y="1321"/>
                  </a:lnTo>
                  <a:lnTo>
                    <a:pt x="857" y="1321"/>
                  </a:lnTo>
                  <a:lnTo>
                    <a:pt x="855" y="1321"/>
                  </a:lnTo>
                  <a:lnTo>
                    <a:pt x="850" y="1328"/>
                  </a:lnTo>
                  <a:lnTo>
                    <a:pt x="848" y="1328"/>
                  </a:lnTo>
                  <a:lnTo>
                    <a:pt x="848" y="1328"/>
                  </a:lnTo>
                  <a:lnTo>
                    <a:pt x="848" y="1328"/>
                  </a:lnTo>
                  <a:lnTo>
                    <a:pt x="848" y="1326"/>
                  </a:lnTo>
                  <a:lnTo>
                    <a:pt x="845" y="1326"/>
                  </a:lnTo>
                  <a:lnTo>
                    <a:pt x="845" y="1326"/>
                  </a:lnTo>
                  <a:lnTo>
                    <a:pt x="845" y="1323"/>
                  </a:lnTo>
                  <a:lnTo>
                    <a:pt x="845" y="1323"/>
                  </a:lnTo>
                  <a:lnTo>
                    <a:pt x="845" y="1323"/>
                  </a:lnTo>
                  <a:lnTo>
                    <a:pt x="843" y="1323"/>
                  </a:lnTo>
                  <a:lnTo>
                    <a:pt x="843" y="1323"/>
                  </a:lnTo>
                  <a:lnTo>
                    <a:pt x="843" y="1323"/>
                  </a:lnTo>
                  <a:lnTo>
                    <a:pt x="841" y="1323"/>
                  </a:lnTo>
                  <a:lnTo>
                    <a:pt x="841" y="1323"/>
                  </a:lnTo>
                  <a:lnTo>
                    <a:pt x="841" y="1323"/>
                  </a:lnTo>
                  <a:lnTo>
                    <a:pt x="841" y="1321"/>
                  </a:lnTo>
                  <a:lnTo>
                    <a:pt x="841" y="1318"/>
                  </a:lnTo>
                  <a:lnTo>
                    <a:pt x="841" y="1316"/>
                  </a:lnTo>
                  <a:lnTo>
                    <a:pt x="841" y="1316"/>
                  </a:lnTo>
                  <a:lnTo>
                    <a:pt x="838" y="1314"/>
                  </a:lnTo>
                  <a:lnTo>
                    <a:pt x="838" y="1314"/>
                  </a:lnTo>
                  <a:lnTo>
                    <a:pt x="838" y="1314"/>
                  </a:lnTo>
                  <a:lnTo>
                    <a:pt x="838" y="1314"/>
                  </a:lnTo>
                  <a:lnTo>
                    <a:pt x="836" y="1314"/>
                  </a:lnTo>
                  <a:lnTo>
                    <a:pt x="836" y="1311"/>
                  </a:lnTo>
                  <a:lnTo>
                    <a:pt x="836" y="1311"/>
                  </a:lnTo>
                  <a:lnTo>
                    <a:pt x="836" y="1309"/>
                  </a:lnTo>
                  <a:lnTo>
                    <a:pt x="836" y="1309"/>
                  </a:lnTo>
                  <a:lnTo>
                    <a:pt x="836" y="1307"/>
                  </a:lnTo>
                  <a:lnTo>
                    <a:pt x="836" y="1307"/>
                  </a:lnTo>
                  <a:lnTo>
                    <a:pt x="836" y="1307"/>
                  </a:lnTo>
                  <a:lnTo>
                    <a:pt x="836" y="1307"/>
                  </a:lnTo>
                  <a:lnTo>
                    <a:pt x="836" y="1302"/>
                  </a:lnTo>
                  <a:lnTo>
                    <a:pt x="836" y="1302"/>
                  </a:lnTo>
                  <a:lnTo>
                    <a:pt x="836" y="1302"/>
                  </a:lnTo>
                  <a:lnTo>
                    <a:pt x="836" y="1302"/>
                  </a:lnTo>
                  <a:lnTo>
                    <a:pt x="836" y="1300"/>
                  </a:lnTo>
                  <a:lnTo>
                    <a:pt x="833" y="1297"/>
                  </a:lnTo>
                  <a:lnTo>
                    <a:pt x="833" y="1297"/>
                  </a:lnTo>
                  <a:lnTo>
                    <a:pt x="833" y="1295"/>
                  </a:lnTo>
                  <a:lnTo>
                    <a:pt x="831" y="1292"/>
                  </a:lnTo>
                  <a:lnTo>
                    <a:pt x="831" y="1292"/>
                  </a:lnTo>
                  <a:lnTo>
                    <a:pt x="831" y="1292"/>
                  </a:lnTo>
                  <a:lnTo>
                    <a:pt x="831" y="1292"/>
                  </a:lnTo>
                  <a:lnTo>
                    <a:pt x="831" y="1295"/>
                  </a:lnTo>
                  <a:lnTo>
                    <a:pt x="831" y="1295"/>
                  </a:lnTo>
                  <a:lnTo>
                    <a:pt x="831" y="1295"/>
                  </a:lnTo>
                  <a:lnTo>
                    <a:pt x="829" y="1297"/>
                  </a:lnTo>
                  <a:lnTo>
                    <a:pt x="829" y="1300"/>
                  </a:lnTo>
                  <a:lnTo>
                    <a:pt x="829" y="1300"/>
                  </a:lnTo>
                  <a:lnTo>
                    <a:pt x="829" y="1300"/>
                  </a:lnTo>
                  <a:lnTo>
                    <a:pt x="829" y="1302"/>
                  </a:lnTo>
                  <a:lnTo>
                    <a:pt x="829" y="1304"/>
                  </a:lnTo>
                  <a:lnTo>
                    <a:pt x="829" y="1304"/>
                  </a:lnTo>
                  <a:lnTo>
                    <a:pt x="829" y="1307"/>
                  </a:lnTo>
                  <a:lnTo>
                    <a:pt x="829" y="1307"/>
                  </a:lnTo>
                  <a:lnTo>
                    <a:pt x="831" y="1309"/>
                  </a:lnTo>
                  <a:lnTo>
                    <a:pt x="831" y="1311"/>
                  </a:lnTo>
                  <a:lnTo>
                    <a:pt x="829" y="1311"/>
                  </a:lnTo>
                  <a:lnTo>
                    <a:pt x="829" y="1311"/>
                  </a:lnTo>
                  <a:lnTo>
                    <a:pt x="829" y="1309"/>
                  </a:lnTo>
                  <a:lnTo>
                    <a:pt x="826" y="1309"/>
                  </a:lnTo>
                  <a:lnTo>
                    <a:pt x="826" y="1307"/>
                  </a:lnTo>
                  <a:lnTo>
                    <a:pt x="826" y="1304"/>
                  </a:lnTo>
                  <a:lnTo>
                    <a:pt x="826" y="1302"/>
                  </a:lnTo>
                  <a:lnTo>
                    <a:pt x="826" y="1302"/>
                  </a:lnTo>
                  <a:lnTo>
                    <a:pt x="826" y="1300"/>
                  </a:lnTo>
                  <a:lnTo>
                    <a:pt x="826" y="1300"/>
                  </a:lnTo>
                  <a:lnTo>
                    <a:pt x="826" y="1297"/>
                  </a:lnTo>
                  <a:lnTo>
                    <a:pt x="826" y="1297"/>
                  </a:lnTo>
                  <a:lnTo>
                    <a:pt x="826" y="1295"/>
                  </a:lnTo>
                  <a:lnTo>
                    <a:pt x="826" y="1292"/>
                  </a:lnTo>
                  <a:lnTo>
                    <a:pt x="826" y="1292"/>
                  </a:lnTo>
                  <a:lnTo>
                    <a:pt x="829" y="1290"/>
                  </a:lnTo>
                  <a:lnTo>
                    <a:pt x="826" y="1288"/>
                  </a:lnTo>
                  <a:lnTo>
                    <a:pt x="826" y="1285"/>
                  </a:lnTo>
                  <a:lnTo>
                    <a:pt x="822" y="1283"/>
                  </a:lnTo>
                  <a:lnTo>
                    <a:pt x="819" y="1281"/>
                  </a:lnTo>
                  <a:lnTo>
                    <a:pt x="817" y="1278"/>
                  </a:lnTo>
                  <a:lnTo>
                    <a:pt x="817" y="1278"/>
                  </a:lnTo>
                  <a:lnTo>
                    <a:pt x="817" y="1278"/>
                  </a:lnTo>
                  <a:lnTo>
                    <a:pt x="815" y="1276"/>
                  </a:lnTo>
                  <a:lnTo>
                    <a:pt x="812" y="1276"/>
                  </a:lnTo>
                  <a:lnTo>
                    <a:pt x="810" y="1276"/>
                  </a:lnTo>
                  <a:lnTo>
                    <a:pt x="810" y="1273"/>
                  </a:lnTo>
                  <a:lnTo>
                    <a:pt x="807" y="1271"/>
                  </a:lnTo>
                  <a:lnTo>
                    <a:pt x="805" y="1271"/>
                  </a:lnTo>
                  <a:close/>
                  <a:moveTo>
                    <a:pt x="829" y="1273"/>
                  </a:moveTo>
                  <a:lnTo>
                    <a:pt x="829" y="1271"/>
                  </a:lnTo>
                  <a:lnTo>
                    <a:pt x="829" y="1271"/>
                  </a:lnTo>
                  <a:lnTo>
                    <a:pt x="829" y="1269"/>
                  </a:lnTo>
                  <a:lnTo>
                    <a:pt x="829" y="1266"/>
                  </a:lnTo>
                  <a:lnTo>
                    <a:pt x="826" y="1266"/>
                  </a:lnTo>
                  <a:lnTo>
                    <a:pt x="826" y="1264"/>
                  </a:lnTo>
                  <a:lnTo>
                    <a:pt x="826" y="1264"/>
                  </a:lnTo>
                  <a:lnTo>
                    <a:pt x="826" y="1264"/>
                  </a:lnTo>
                  <a:lnTo>
                    <a:pt x="826" y="1264"/>
                  </a:lnTo>
                  <a:lnTo>
                    <a:pt x="824" y="1264"/>
                  </a:lnTo>
                  <a:lnTo>
                    <a:pt x="822" y="1266"/>
                  </a:lnTo>
                  <a:lnTo>
                    <a:pt x="822" y="1266"/>
                  </a:lnTo>
                  <a:lnTo>
                    <a:pt x="822" y="1266"/>
                  </a:lnTo>
                  <a:lnTo>
                    <a:pt x="822" y="1266"/>
                  </a:lnTo>
                  <a:lnTo>
                    <a:pt x="819" y="1264"/>
                  </a:lnTo>
                  <a:lnTo>
                    <a:pt x="819" y="1264"/>
                  </a:lnTo>
                  <a:lnTo>
                    <a:pt x="819" y="1264"/>
                  </a:lnTo>
                  <a:lnTo>
                    <a:pt x="815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2"/>
                  </a:lnTo>
                  <a:lnTo>
                    <a:pt x="810" y="1262"/>
                  </a:lnTo>
                  <a:lnTo>
                    <a:pt x="807" y="1262"/>
                  </a:lnTo>
                  <a:lnTo>
                    <a:pt x="807" y="1264"/>
                  </a:lnTo>
                  <a:lnTo>
                    <a:pt x="810" y="1266"/>
                  </a:lnTo>
                  <a:lnTo>
                    <a:pt x="812" y="1269"/>
                  </a:lnTo>
                  <a:lnTo>
                    <a:pt x="815" y="1271"/>
                  </a:lnTo>
                  <a:lnTo>
                    <a:pt x="815" y="1273"/>
                  </a:lnTo>
                  <a:lnTo>
                    <a:pt x="817" y="1273"/>
                  </a:lnTo>
                  <a:lnTo>
                    <a:pt x="819" y="1273"/>
                  </a:lnTo>
                  <a:lnTo>
                    <a:pt x="819" y="1276"/>
                  </a:lnTo>
                  <a:lnTo>
                    <a:pt x="822" y="1278"/>
                  </a:lnTo>
                  <a:lnTo>
                    <a:pt x="824" y="1281"/>
                  </a:lnTo>
                  <a:lnTo>
                    <a:pt x="824" y="1281"/>
                  </a:lnTo>
                  <a:lnTo>
                    <a:pt x="829" y="1283"/>
                  </a:lnTo>
                  <a:lnTo>
                    <a:pt x="829" y="1281"/>
                  </a:lnTo>
                  <a:lnTo>
                    <a:pt x="829" y="1281"/>
                  </a:lnTo>
                  <a:lnTo>
                    <a:pt x="829" y="1281"/>
                  </a:lnTo>
                  <a:lnTo>
                    <a:pt x="829" y="1278"/>
                  </a:lnTo>
                  <a:lnTo>
                    <a:pt x="829" y="1278"/>
                  </a:lnTo>
                  <a:lnTo>
                    <a:pt x="829" y="1276"/>
                  </a:lnTo>
                  <a:lnTo>
                    <a:pt x="826" y="1276"/>
                  </a:lnTo>
                  <a:lnTo>
                    <a:pt x="829" y="1276"/>
                  </a:lnTo>
                  <a:lnTo>
                    <a:pt x="829" y="1273"/>
                  </a:lnTo>
                  <a:close/>
                  <a:moveTo>
                    <a:pt x="831" y="1269"/>
                  </a:moveTo>
                  <a:lnTo>
                    <a:pt x="831" y="1269"/>
                  </a:lnTo>
                  <a:lnTo>
                    <a:pt x="831" y="1271"/>
                  </a:lnTo>
                  <a:lnTo>
                    <a:pt x="831" y="1271"/>
                  </a:lnTo>
                  <a:lnTo>
                    <a:pt x="831" y="1271"/>
                  </a:lnTo>
                  <a:lnTo>
                    <a:pt x="831" y="1271"/>
                  </a:lnTo>
                  <a:lnTo>
                    <a:pt x="831" y="1273"/>
                  </a:lnTo>
                  <a:lnTo>
                    <a:pt x="833" y="1273"/>
                  </a:lnTo>
                  <a:lnTo>
                    <a:pt x="833" y="1276"/>
                  </a:lnTo>
                  <a:lnTo>
                    <a:pt x="833" y="1278"/>
                  </a:lnTo>
                  <a:lnTo>
                    <a:pt x="833" y="1278"/>
                  </a:lnTo>
                  <a:lnTo>
                    <a:pt x="833" y="1278"/>
                  </a:lnTo>
                  <a:lnTo>
                    <a:pt x="833" y="1281"/>
                  </a:lnTo>
                  <a:lnTo>
                    <a:pt x="833" y="1281"/>
                  </a:lnTo>
                  <a:lnTo>
                    <a:pt x="833" y="1283"/>
                  </a:lnTo>
                  <a:lnTo>
                    <a:pt x="836" y="1283"/>
                  </a:lnTo>
                  <a:lnTo>
                    <a:pt x="836" y="1283"/>
                  </a:lnTo>
                  <a:lnTo>
                    <a:pt x="838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8" y="1278"/>
                  </a:lnTo>
                  <a:lnTo>
                    <a:pt x="838" y="1271"/>
                  </a:lnTo>
                  <a:lnTo>
                    <a:pt x="838" y="1269"/>
                  </a:lnTo>
                  <a:lnTo>
                    <a:pt x="838" y="1269"/>
                  </a:lnTo>
                  <a:lnTo>
                    <a:pt x="836" y="1264"/>
                  </a:lnTo>
                  <a:lnTo>
                    <a:pt x="838" y="1264"/>
                  </a:lnTo>
                  <a:lnTo>
                    <a:pt x="838" y="1264"/>
                  </a:lnTo>
                  <a:lnTo>
                    <a:pt x="841" y="1264"/>
                  </a:lnTo>
                  <a:lnTo>
                    <a:pt x="841" y="1264"/>
                  </a:lnTo>
                  <a:lnTo>
                    <a:pt x="843" y="1266"/>
                  </a:lnTo>
                  <a:lnTo>
                    <a:pt x="843" y="1266"/>
                  </a:lnTo>
                  <a:lnTo>
                    <a:pt x="843" y="1269"/>
                  </a:lnTo>
                  <a:lnTo>
                    <a:pt x="843" y="1269"/>
                  </a:lnTo>
                  <a:lnTo>
                    <a:pt x="843" y="1269"/>
                  </a:lnTo>
                  <a:lnTo>
                    <a:pt x="843" y="1271"/>
                  </a:lnTo>
                  <a:lnTo>
                    <a:pt x="843" y="1271"/>
                  </a:lnTo>
                  <a:lnTo>
                    <a:pt x="843" y="1271"/>
                  </a:lnTo>
                  <a:lnTo>
                    <a:pt x="843" y="1276"/>
                  </a:lnTo>
                  <a:lnTo>
                    <a:pt x="843" y="1278"/>
                  </a:lnTo>
                  <a:lnTo>
                    <a:pt x="843" y="1278"/>
                  </a:lnTo>
                  <a:lnTo>
                    <a:pt x="841" y="1278"/>
                  </a:lnTo>
                  <a:lnTo>
                    <a:pt x="841" y="1281"/>
                  </a:lnTo>
                  <a:lnTo>
                    <a:pt x="843" y="1283"/>
                  </a:lnTo>
                  <a:lnTo>
                    <a:pt x="841" y="1283"/>
                  </a:lnTo>
                  <a:lnTo>
                    <a:pt x="841" y="1283"/>
                  </a:lnTo>
                  <a:lnTo>
                    <a:pt x="843" y="1285"/>
                  </a:lnTo>
                  <a:lnTo>
                    <a:pt x="848" y="1283"/>
                  </a:lnTo>
                  <a:lnTo>
                    <a:pt x="848" y="1283"/>
                  </a:lnTo>
                  <a:lnTo>
                    <a:pt x="850" y="1281"/>
                  </a:lnTo>
                  <a:lnTo>
                    <a:pt x="850" y="1281"/>
                  </a:lnTo>
                  <a:lnTo>
                    <a:pt x="850" y="1278"/>
                  </a:lnTo>
                  <a:lnTo>
                    <a:pt x="852" y="1278"/>
                  </a:lnTo>
                  <a:lnTo>
                    <a:pt x="852" y="1276"/>
                  </a:lnTo>
                  <a:lnTo>
                    <a:pt x="852" y="1273"/>
                  </a:lnTo>
                  <a:lnTo>
                    <a:pt x="852" y="1273"/>
                  </a:lnTo>
                  <a:lnTo>
                    <a:pt x="852" y="1271"/>
                  </a:lnTo>
                  <a:lnTo>
                    <a:pt x="852" y="1269"/>
                  </a:lnTo>
                  <a:lnTo>
                    <a:pt x="852" y="1269"/>
                  </a:lnTo>
                  <a:lnTo>
                    <a:pt x="852" y="1266"/>
                  </a:lnTo>
                  <a:lnTo>
                    <a:pt x="852" y="1266"/>
                  </a:lnTo>
                  <a:lnTo>
                    <a:pt x="848" y="1262"/>
                  </a:lnTo>
                  <a:lnTo>
                    <a:pt x="848" y="1262"/>
                  </a:lnTo>
                  <a:lnTo>
                    <a:pt x="843" y="1259"/>
                  </a:lnTo>
                  <a:lnTo>
                    <a:pt x="843" y="1257"/>
                  </a:lnTo>
                  <a:lnTo>
                    <a:pt x="843" y="1257"/>
                  </a:lnTo>
                  <a:lnTo>
                    <a:pt x="843" y="1259"/>
                  </a:lnTo>
                  <a:lnTo>
                    <a:pt x="843" y="1259"/>
                  </a:lnTo>
                  <a:lnTo>
                    <a:pt x="843" y="1259"/>
                  </a:lnTo>
                  <a:lnTo>
                    <a:pt x="841" y="1259"/>
                  </a:lnTo>
                  <a:lnTo>
                    <a:pt x="841" y="1259"/>
                  </a:lnTo>
                  <a:lnTo>
                    <a:pt x="841" y="1257"/>
                  </a:lnTo>
                  <a:lnTo>
                    <a:pt x="841" y="1257"/>
                  </a:lnTo>
                  <a:lnTo>
                    <a:pt x="838" y="1257"/>
                  </a:lnTo>
                  <a:lnTo>
                    <a:pt x="838" y="1257"/>
                  </a:lnTo>
                  <a:lnTo>
                    <a:pt x="836" y="1259"/>
                  </a:lnTo>
                  <a:lnTo>
                    <a:pt x="836" y="1259"/>
                  </a:lnTo>
                  <a:lnTo>
                    <a:pt x="836" y="1259"/>
                  </a:lnTo>
                  <a:lnTo>
                    <a:pt x="836" y="1259"/>
                  </a:lnTo>
                  <a:lnTo>
                    <a:pt x="833" y="1259"/>
                  </a:lnTo>
                  <a:lnTo>
                    <a:pt x="833" y="1262"/>
                  </a:lnTo>
                  <a:lnTo>
                    <a:pt x="833" y="1266"/>
                  </a:lnTo>
                  <a:lnTo>
                    <a:pt x="833" y="1266"/>
                  </a:lnTo>
                  <a:lnTo>
                    <a:pt x="833" y="1266"/>
                  </a:lnTo>
                  <a:lnTo>
                    <a:pt x="833" y="1269"/>
                  </a:lnTo>
                  <a:lnTo>
                    <a:pt x="831" y="1269"/>
                  </a:lnTo>
                  <a:close/>
                  <a:moveTo>
                    <a:pt x="966" y="1224"/>
                  </a:moveTo>
                  <a:lnTo>
                    <a:pt x="964" y="1224"/>
                  </a:lnTo>
                  <a:lnTo>
                    <a:pt x="964" y="1224"/>
                  </a:lnTo>
                  <a:lnTo>
                    <a:pt x="961" y="1226"/>
                  </a:lnTo>
                  <a:lnTo>
                    <a:pt x="961" y="1226"/>
                  </a:lnTo>
                  <a:lnTo>
                    <a:pt x="961" y="1226"/>
                  </a:lnTo>
                  <a:lnTo>
                    <a:pt x="961" y="1229"/>
                  </a:lnTo>
                  <a:lnTo>
                    <a:pt x="961" y="1229"/>
                  </a:lnTo>
                  <a:lnTo>
                    <a:pt x="961" y="1229"/>
                  </a:lnTo>
                  <a:lnTo>
                    <a:pt x="964" y="1229"/>
                  </a:lnTo>
                  <a:lnTo>
                    <a:pt x="964" y="1229"/>
                  </a:lnTo>
                  <a:lnTo>
                    <a:pt x="968" y="1226"/>
                  </a:lnTo>
                  <a:lnTo>
                    <a:pt x="968" y="1226"/>
                  </a:lnTo>
                  <a:lnTo>
                    <a:pt x="966" y="1224"/>
                  </a:lnTo>
                  <a:close/>
                  <a:moveTo>
                    <a:pt x="952" y="871"/>
                  </a:moveTo>
                  <a:lnTo>
                    <a:pt x="952" y="871"/>
                  </a:lnTo>
                  <a:lnTo>
                    <a:pt x="952" y="871"/>
                  </a:lnTo>
                  <a:lnTo>
                    <a:pt x="952" y="871"/>
                  </a:lnTo>
                  <a:lnTo>
                    <a:pt x="952" y="871"/>
                  </a:lnTo>
                  <a:lnTo>
                    <a:pt x="954" y="873"/>
                  </a:lnTo>
                  <a:lnTo>
                    <a:pt x="954" y="873"/>
                  </a:lnTo>
                  <a:lnTo>
                    <a:pt x="954" y="873"/>
                  </a:lnTo>
                  <a:lnTo>
                    <a:pt x="954" y="871"/>
                  </a:lnTo>
                  <a:lnTo>
                    <a:pt x="954" y="869"/>
                  </a:lnTo>
                  <a:lnTo>
                    <a:pt x="954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42" y="864"/>
                  </a:lnTo>
                  <a:lnTo>
                    <a:pt x="933" y="862"/>
                  </a:lnTo>
                  <a:lnTo>
                    <a:pt x="923" y="862"/>
                  </a:lnTo>
                  <a:lnTo>
                    <a:pt x="919" y="862"/>
                  </a:lnTo>
                  <a:lnTo>
                    <a:pt x="914" y="864"/>
                  </a:lnTo>
                  <a:lnTo>
                    <a:pt x="912" y="862"/>
                  </a:lnTo>
                  <a:lnTo>
                    <a:pt x="907" y="864"/>
                  </a:lnTo>
                  <a:lnTo>
                    <a:pt x="907" y="866"/>
                  </a:lnTo>
                  <a:lnTo>
                    <a:pt x="907" y="866"/>
                  </a:lnTo>
                  <a:lnTo>
                    <a:pt x="904" y="866"/>
                  </a:lnTo>
                  <a:lnTo>
                    <a:pt x="904" y="866"/>
                  </a:lnTo>
                  <a:lnTo>
                    <a:pt x="904" y="866"/>
                  </a:lnTo>
                  <a:lnTo>
                    <a:pt x="904" y="869"/>
                  </a:lnTo>
                  <a:lnTo>
                    <a:pt x="904" y="869"/>
                  </a:lnTo>
                  <a:lnTo>
                    <a:pt x="904" y="869"/>
                  </a:lnTo>
                  <a:lnTo>
                    <a:pt x="904" y="871"/>
                  </a:lnTo>
                  <a:lnTo>
                    <a:pt x="900" y="871"/>
                  </a:lnTo>
                  <a:lnTo>
                    <a:pt x="900" y="871"/>
                  </a:lnTo>
                  <a:lnTo>
                    <a:pt x="900" y="871"/>
                  </a:lnTo>
                  <a:lnTo>
                    <a:pt x="900" y="869"/>
                  </a:lnTo>
                  <a:lnTo>
                    <a:pt x="900" y="866"/>
                  </a:lnTo>
                  <a:lnTo>
                    <a:pt x="900" y="864"/>
                  </a:lnTo>
                  <a:lnTo>
                    <a:pt x="897" y="862"/>
                  </a:lnTo>
                  <a:lnTo>
                    <a:pt x="895" y="862"/>
                  </a:lnTo>
                  <a:lnTo>
                    <a:pt x="893" y="862"/>
                  </a:lnTo>
                  <a:lnTo>
                    <a:pt x="890" y="859"/>
                  </a:lnTo>
                  <a:lnTo>
                    <a:pt x="890" y="859"/>
                  </a:lnTo>
                  <a:lnTo>
                    <a:pt x="888" y="859"/>
                  </a:lnTo>
                  <a:lnTo>
                    <a:pt x="888" y="859"/>
                  </a:lnTo>
                  <a:lnTo>
                    <a:pt x="888" y="859"/>
                  </a:lnTo>
                  <a:lnTo>
                    <a:pt x="888" y="859"/>
                  </a:lnTo>
                  <a:lnTo>
                    <a:pt x="888" y="857"/>
                  </a:lnTo>
                  <a:lnTo>
                    <a:pt x="885" y="857"/>
                  </a:lnTo>
                  <a:lnTo>
                    <a:pt x="885" y="857"/>
                  </a:lnTo>
                  <a:lnTo>
                    <a:pt x="881" y="855"/>
                  </a:lnTo>
                  <a:lnTo>
                    <a:pt x="874" y="852"/>
                  </a:lnTo>
                  <a:lnTo>
                    <a:pt x="869" y="855"/>
                  </a:lnTo>
                  <a:lnTo>
                    <a:pt x="864" y="855"/>
                  </a:lnTo>
                  <a:lnTo>
                    <a:pt x="862" y="855"/>
                  </a:lnTo>
                  <a:lnTo>
                    <a:pt x="862" y="857"/>
                  </a:lnTo>
                  <a:lnTo>
                    <a:pt x="862" y="859"/>
                  </a:lnTo>
                  <a:lnTo>
                    <a:pt x="862" y="859"/>
                  </a:lnTo>
                  <a:lnTo>
                    <a:pt x="862" y="862"/>
                  </a:lnTo>
                  <a:lnTo>
                    <a:pt x="862" y="862"/>
                  </a:lnTo>
                  <a:lnTo>
                    <a:pt x="862" y="864"/>
                  </a:lnTo>
                  <a:lnTo>
                    <a:pt x="862" y="864"/>
                  </a:lnTo>
                  <a:lnTo>
                    <a:pt x="859" y="862"/>
                  </a:lnTo>
                  <a:lnTo>
                    <a:pt x="859" y="859"/>
                  </a:lnTo>
                  <a:lnTo>
                    <a:pt x="857" y="857"/>
                  </a:lnTo>
                  <a:lnTo>
                    <a:pt x="845" y="859"/>
                  </a:lnTo>
                  <a:lnTo>
                    <a:pt x="845" y="859"/>
                  </a:lnTo>
                  <a:lnTo>
                    <a:pt x="845" y="862"/>
                  </a:lnTo>
                  <a:lnTo>
                    <a:pt x="845" y="862"/>
                  </a:lnTo>
                  <a:lnTo>
                    <a:pt x="845" y="862"/>
                  </a:lnTo>
                  <a:lnTo>
                    <a:pt x="843" y="862"/>
                  </a:lnTo>
                  <a:lnTo>
                    <a:pt x="838" y="864"/>
                  </a:lnTo>
                  <a:lnTo>
                    <a:pt x="838" y="864"/>
                  </a:lnTo>
                  <a:lnTo>
                    <a:pt x="836" y="864"/>
                  </a:lnTo>
                  <a:lnTo>
                    <a:pt x="836" y="866"/>
                  </a:lnTo>
                  <a:lnTo>
                    <a:pt x="833" y="866"/>
                  </a:lnTo>
                  <a:lnTo>
                    <a:pt x="831" y="869"/>
                  </a:lnTo>
                  <a:lnTo>
                    <a:pt x="829" y="871"/>
                  </a:lnTo>
                  <a:lnTo>
                    <a:pt x="824" y="871"/>
                  </a:lnTo>
                  <a:lnTo>
                    <a:pt x="824" y="873"/>
                  </a:lnTo>
                  <a:lnTo>
                    <a:pt x="824" y="876"/>
                  </a:lnTo>
                  <a:lnTo>
                    <a:pt x="824" y="878"/>
                  </a:lnTo>
                  <a:lnTo>
                    <a:pt x="824" y="881"/>
                  </a:lnTo>
                  <a:lnTo>
                    <a:pt x="824" y="883"/>
                  </a:lnTo>
                  <a:lnTo>
                    <a:pt x="824" y="883"/>
                  </a:lnTo>
                  <a:lnTo>
                    <a:pt x="824" y="885"/>
                  </a:lnTo>
                  <a:lnTo>
                    <a:pt x="826" y="885"/>
                  </a:lnTo>
                  <a:lnTo>
                    <a:pt x="826" y="885"/>
                  </a:lnTo>
                  <a:lnTo>
                    <a:pt x="829" y="888"/>
                  </a:lnTo>
                  <a:lnTo>
                    <a:pt x="829" y="888"/>
                  </a:lnTo>
                  <a:lnTo>
                    <a:pt x="829" y="888"/>
                  </a:lnTo>
                  <a:lnTo>
                    <a:pt x="829" y="885"/>
                  </a:lnTo>
                  <a:lnTo>
                    <a:pt x="829" y="885"/>
                  </a:lnTo>
                  <a:lnTo>
                    <a:pt x="831" y="885"/>
                  </a:lnTo>
                  <a:lnTo>
                    <a:pt x="831" y="885"/>
                  </a:lnTo>
                  <a:lnTo>
                    <a:pt x="831" y="885"/>
                  </a:lnTo>
                  <a:lnTo>
                    <a:pt x="833" y="885"/>
                  </a:lnTo>
                  <a:lnTo>
                    <a:pt x="833" y="885"/>
                  </a:lnTo>
                  <a:lnTo>
                    <a:pt x="833" y="888"/>
                  </a:lnTo>
                  <a:lnTo>
                    <a:pt x="829" y="888"/>
                  </a:lnTo>
                  <a:lnTo>
                    <a:pt x="829" y="890"/>
                  </a:lnTo>
                  <a:lnTo>
                    <a:pt x="831" y="892"/>
                  </a:lnTo>
                  <a:lnTo>
                    <a:pt x="831" y="892"/>
                  </a:lnTo>
                  <a:lnTo>
                    <a:pt x="833" y="895"/>
                  </a:lnTo>
                  <a:lnTo>
                    <a:pt x="833" y="895"/>
                  </a:lnTo>
                  <a:lnTo>
                    <a:pt x="836" y="897"/>
                  </a:lnTo>
                  <a:lnTo>
                    <a:pt x="836" y="897"/>
                  </a:lnTo>
                  <a:lnTo>
                    <a:pt x="838" y="899"/>
                  </a:lnTo>
                  <a:lnTo>
                    <a:pt x="841" y="899"/>
                  </a:lnTo>
                  <a:lnTo>
                    <a:pt x="843" y="902"/>
                  </a:lnTo>
                  <a:lnTo>
                    <a:pt x="838" y="902"/>
                  </a:lnTo>
                  <a:lnTo>
                    <a:pt x="833" y="902"/>
                  </a:lnTo>
                  <a:lnTo>
                    <a:pt x="831" y="899"/>
                  </a:lnTo>
                  <a:lnTo>
                    <a:pt x="826" y="895"/>
                  </a:lnTo>
                  <a:lnTo>
                    <a:pt x="826" y="892"/>
                  </a:lnTo>
                  <a:lnTo>
                    <a:pt x="824" y="892"/>
                  </a:lnTo>
                  <a:lnTo>
                    <a:pt x="824" y="895"/>
                  </a:lnTo>
                  <a:lnTo>
                    <a:pt x="824" y="895"/>
                  </a:lnTo>
                  <a:lnTo>
                    <a:pt x="824" y="895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17" y="897"/>
                  </a:lnTo>
                  <a:lnTo>
                    <a:pt x="817" y="897"/>
                  </a:lnTo>
                  <a:lnTo>
                    <a:pt x="815" y="897"/>
                  </a:lnTo>
                  <a:lnTo>
                    <a:pt x="815" y="897"/>
                  </a:lnTo>
                  <a:lnTo>
                    <a:pt x="817" y="899"/>
                  </a:lnTo>
                  <a:lnTo>
                    <a:pt x="817" y="899"/>
                  </a:lnTo>
                  <a:lnTo>
                    <a:pt x="815" y="899"/>
                  </a:lnTo>
                  <a:lnTo>
                    <a:pt x="815" y="899"/>
                  </a:lnTo>
                  <a:lnTo>
                    <a:pt x="815" y="899"/>
                  </a:lnTo>
                  <a:lnTo>
                    <a:pt x="815" y="902"/>
                  </a:lnTo>
                  <a:lnTo>
                    <a:pt x="815" y="902"/>
                  </a:lnTo>
                  <a:lnTo>
                    <a:pt x="815" y="904"/>
                  </a:lnTo>
                  <a:lnTo>
                    <a:pt x="817" y="907"/>
                  </a:lnTo>
                  <a:lnTo>
                    <a:pt x="817" y="907"/>
                  </a:lnTo>
                  <a:lnTo>
                    <a:pt x="819" y="909"/>
                  </a:lnTo>
                  <a:lnTo>
                    <a:pt x="819" y="909"/>
                  </a:lnTo>
                  <a:lnTo>
                    <a:pt x="819" y="911"/>
                  </a:lnTo>
                  <a:lnTo>
                    <a:pt x="819" y="911"/>
                  </a:lnTo>
                  <a:lnTo>
                    <a:pt x="819" y="909"/>
                  </a:lnTo>
                  <a:lnTo>
                    <a:pt x="819" y="909"/>
                  </a:lnTo>
                  <a:lnTo>
                    <a:pt x="817" y="909"/>
                  </a:lnTo>
                  <a:lnTo>
                    <a:pt x="817" y="909"/>
                  </a:lnTo>
                  <a:lnTo>
                    <a:pt x="817" y="909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5" y="911"/>
                  </a:lnTo>
                  <a:lnTo>
                    <a:pt x="817" y="914"/>
                  </a:lnTo>
                  <a:lnTo>
                    <a:pt x="817" y="914"/>
                  </a:lnTo>
                  <a:lnTo>
                    <a:pt x="817" y="916"/>
                  </a:lnTo>
                  <a:lnTo>
                    <a:pt x="817" y="916"/>
                  </a:lnTo>
                  <a:lnTo>
                    <a:pt x="817" y="916"/>
                  </a:lnTo>
                  <a:lnTo>
                    <a:pt x="817" y="916"/>
                  </a:lnTo>
                  <a:lnTo>
                    <a:pt x="817" y="918"/>
                  </a:lnTo>
                  <a:lnTo>
                    <a:pt x="817" y="918"/>
                  </a:lnTo>
                  <a:lnTo>
                    <a:pt x="817" y="921"/>
                  </a:lnTo>
                  <a:lnTo>
                    <a:pt x="817" y="923"/>
                  </a:lnTo>
                  <a:lnTo>
                    <a:pt x="819" y="926"/>
                  </a:lnTo>
                  <a:lnTo>
                    <a:pt x="819" y="926"/>
                  </a:lnTo>
                  <a:lnTo>
                    <a:pt x="819" y="926"/>
                  </a:lnTo>
                  <a:lnTo>
                    <a:pt x="819" y="928"/>
                  </a:lnTo>
                  <a:lnTo>
                    <a:pt x="819" y="930"/>
                  </a:lnTo>
                  <a:lnTo>
                    <a:pt x="819" y="930"/>
                  </a:lnTo>
                  <a:lnTo>
                    <a:pt x="819" y="930"/>
                  </a:lnTo>
                  <a:lnTo>
                    <a:pt x="819" y="930"/>
                  </a:lnTo>
                  <a:lnTo>
                    <a:pt x="819" y="933"/>
                  </a:lnTo>
                  <a:lnTo>
                    <a:pt x="819" y="933"/>
                  </a:lnTo>
                  <a:lnTo>
                    <a:pt x="819" y="933"/>
                  </a:lnTo>
                  <a:lnTo>
                    <a:pt x="819" y="933"/>
                  </a:lnTo>
                  <a:lnTo>
                    <a:pt x="819" y="935"/>
                  </a:lnTo>
                  <a:lnTo>
                    <a:pt x="819" y="935"/>
                  </a:lnTo>
                  <a:lnTo>
                    <a:pt x="819" y="935"/>
                  </a:lnTo>
                  <a:lnTo>
                    <a:pt x="819" y="937"/>
                  </a:lnTo>
                  <a:lnTo>
                    <a:pt x="822" y="937"/>
                  </a:lnTo>
                  <a:lnTo>
                    <a:pt x="822" y="937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2"/>
                  </a:lnTo>
                  <a:lnTo>
                    <a:pt x="822" y="944"/>
                  </a:lnTo>
                  <a:lnTo>
                    <a:pt x="822" y="947"/>
                  </a:lnTo>
                  <a:lnTo>
                    <a:pt x="822" y="947"/>
                  </a:lnTo>
                  <a:lnTo>
                    <a:pt x="822" y="947"/>
                  </a:lnTo>
                  <a:lnTo>
                    <a:pt x="822" y="947"/>
                  </a:lnTo>
                  <a:lnTo>
                    <a:pt x="824" y="949"/>
                  </a:lnTo>
                  <a:lnTo>
                    <a:pt x="824" y="949"/>
                  </a:lnTo>
                  <a:lnTo>
                    <a:pt x="824" y="949"/>
                  </a:lnTo>
                  <a:lnTo>
                    <a:pt x="824" y="949"/>
                  </a:lnTo>
                  <a:lnTo>
                    <a:pt x="822" y="949"/>
                  </a:lnTo>
                  <a:lnTo>
                    <a:pt x="819" y="949"/>
                  </a:lnTo>
                  <a:lnTo>
                    <a:pt x="819" y="952"/>
                  </a:lnTo>
                  <a:lnTo>
                    <a:pt x="819" y="954"/>
                  </a:lnTo>
                  <a:lnTo>
                    <a:pt x="819" y="954"/>
                  </a:lnTo>
                  <a:lnTo>
                    <a:pt x="819" y="954"/>
                  </a:lnTo>
                  <a:lnTo>
                    <a:pt x="819" y="956"/>
                  </a:lnTo>
                  <a:lnTo>
                    <a:pt x="822" y="956"/>
                  </a:lnTo>
                  <a:lnTo>
                    <a:pt x="819" y="959"/>
                  </a:lnTo>
                  <a:lnTo>
                    <a:pt x="819" y="959"/>
                  </a:lnTo>
                  <a:lnTo>
                    <a:pt x="819" y="959"/>
                  </a:lnTo>
                  <a:lnTo>
                    <a:pt x="819" y="961"/>
                  </a:lnTo>
                  <a:lnTo>
                    <a:pt x="819" y="961"/>
                  </a:lnTo>
                  <a:lnTo>
                    <a:pt x="819" y="961"/>
                  </a:lnTo>
                  <a:lnTo>
                    <a:pt x="819" y="963"/>
                  </a:lnTo>
                  <a:lnTo>
                    <a:pt x="822" y="963"/>
                  </a:lnTo>
                  <a:lnTo>
                    <a:pt x="822" y="963"/>
                  </a:lnTo>
                  <a:lnTo>
                    <a:pt x="822" y="966"/>
                  </a:lnTo>
                  <a:lnTo>
                    <a:pt x="822" y="966"/>
                  </a:lnTo>
                  <a:lnTo>
                    <a:pt x="822" y="966"/>
                  </a:lnTo>
                  <a:lnTo>
                    <a:pt x="822" y="968"/>
                  </a:lnTo>
                  <a:lnTo>
                    <a:pt x="822" y="970"/>
                  </a:lnTo>
                  <a:lnTo>
                    <a:pt x="822" y="973"/>
                  </a:lnTo>
                  <a:lnTo>
                    <a:pt x="822" y="975"/>
                  </a:lnTo>
                  <a:lnTo>
                    <a:pt x="822" y="978"/>
                  </a:lnTo>
                  <a:lnTo>
                    <a:pt x="822" y="980"/>
                  </a:lnTo>
                  <a:lnTo>
                    <a:pt x="824" y="980"/>
                  </a:lnTo>
                  <a:lnTo>
                    <a:pt x="824" y="980"/>
                  </a:lnTo>
                  <a:lnTo>
                    <a:pt x="824" y="980"/>
                  </a:lnTo>
                  <a:lnTo>
                    <a:pt x="824" y="980"/>
                  </a:lnTo>
                  <a:lnTo>
                    <a:pt x="826" y="982"/>
                  </a:lnTo>
                  <a:lnTo>
                    <a:pt x="826" y="985"/>
                  </a:lnTo>
                  <a:lnTo>
                    <a:pt x="824" y="982"/>
                  </a:lnTo>
                  <a:lnTo>
                    <a:pt x="824" y="982"/>
                  </a:lnTo>
                  <a:lnTo>
                    <a:pt x="824" y="985"/>
                  </a:lnTo>
                  <a:lnTo>
                    <a:pt x="824" y="985"/>
                  </a:lnTo>
                  <a:lnTo>
                    <a:pt x="824" y="985"/>
                  </a:lnTo>
                  <a:lnTo>
                    <a:pt x="824" y="987"/>
                  </a:lnTo>
                  <a:lnTo>
                    <a:pt x="826" y="987"/>
                  </a:lnTo>
                  <a:lnTo>
                    <a:pt x="829" y="987"/>
                  </a:lnTo>
                  <a:lnTo>
                    <a:pt x="829" y="989"/>
                  </a:lnTo>
                  <a:lnTo>
                    <a:pt x="829" y="989"/>
                  </a:lnTo>
                  <a:lnTo>
                    <a:pt x="829" y="989"/>
                  </a:lnTo>
                  <a:lnTo>
                    <a:pt x="829" y="989"/>
                  </a:lnTo>
                  <a:lnTo>
                    <a:pt x="831" y="992"/>
                  </a:lnTo>
                  <a:lnTo>
                    <a:pt x="831" y="992"/>
                  </a:lnTo>
                  <a:lnTo>
                    <a:pt x="831" y="994"/>
                  </a:lnTo>
                  <a:lnTo>
                    <a:pt x="833" y="994"/>
                  </a:lnTo>
                  <a:lnTo>
                    <a:pt x="831" y="994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3" y="997"/>
                  </a:lnTo>
                  <a:lnTo>
                    <a:pt x="833" y="999"/>
                  </a:lnTo>
                  <a:lnTo>
                    <a:pt x="833" y="999"/>
                  </a:lnTo>
                  <a:lnTo>
                    <a:pt x="833" y="999"/>
                  </a:lnTo>
                  <a:lnTo>
                    <a:pt x="833" y="1001"/>
                  </a:lnTo>
                  <a:lnTo>
                    <a:pt x="833" y="1001"/>
                  </a:lnTo>
                  <a:lnTo>
                    <a:pt x="836" y="1001"/>
                  </a:lnTo>
                  <a:lnTo>
                    <a:pt x="836" y="1001"/>
                  </a:lnTo>
                  <a:lnTo>
                    <a:pt x="836" y="1001"/>
                  </a:lnTo>
                  <a:lnTo>
                    <a:pt x="838" y="1004"/>
                  </a:lnTo>
                  <a:lnTo>
                    <a:pt x="838" y="1006"/>
                  </a:lnTo>
                  <a:lnTo>
                    <a:pt x="838" y="1006"/>
                  </a:lnTo>
                  <a:lnTo>
                    <a:pt x="838" y="1008"/>
                  </a:lnTo>
                  <a:lnTo>
                    <a:pt x="838" y="1008"/>
                  </a:lnTo>
                  <a:lnTo>
                    <a:pt x="836" y="1008"/>
                  </a:lnTo>
                  <a:lnTo>
                    <a:pt x="838" y="1008"/>
                  </a:lnTo>
                  <a:lnTo>
                    <a:pt x="838" y="1008"/>
                  </a:lnTo>
                  <a:lnTo>
                    <a:pt x="836" y="1008"/>
                  </a:lnTo>
                  <a:lnTo>
                    <a:pt x="836" y="1008"/>
                  </a:lnTo>
                  <a:lnTo>
                    <a:pt x="836" y="1011"/>
                  </a:lnTo>
                  <a:lnTo>
                    <a:pt x="836" y="1011"/>
                  </a:lnTo>
                  <a:lnTo>
                    <a:pt x="836" y="1013"/>
                  </a:lnTo>
                  <a:lnTo>
                    <a:pt x="838" y="1013"/>
                  </a:lnTo>
                  <a:lnTo>
                    <a:pt x="838" y="1015"/>
                  </a:lnTo>
                  <a:lnTo>
                    <a:pt x="838" y="1015"/>
                  </a:lnTo>
                  <a:lnTo>
                    <a:pt x="838" y="1015"/>
                  </a:lnTo>
                  <a:lnTo>
                    <a:pt x="838" y="1018"/>
                  </a:lnTo>
                  <a:lnTo>
                    <a:pt x="838" y="1020"/>
                  </a:lnTo>
                  <a:lnTo>
                    <a:pt x="838" y="1020"/>
                  </a:lnTo>
                  <a:lnTo>
                    <a:pt x="838" y="1023"/>
                  </a:lnTo>
                  <a:lnTo>
                    <a:pt x="838" y="1023"/>
                  </a:lnTo>
                  <a:lnTo>
                    <a:pt x="838" y="1023"/>
                  </a:lnTo>
                  <a:lnTo>
                    <a:pt x="838" y="1023"/>
                  </a:lnTo>
                  <a:lnTo>
                    <a:pt x="838" y="1025"/>
                  </a:lnTo>
                  <a:lnTo>
                    <a:pt x="838" y="1025"/>
                  </a:lnTo>
                  <a:lnTo>
                    <a:pt x="838" y="1027"/>
                  </a:lnTo>
                  <a:lnTo>
                    <a:pt x="838" y="1027"/>
                  </a:lnTo>
                  <a:lnTo>
                    <a:pt x="838" y="1030"/>
                  </a:lnTo>
                  <a:lnTo>
                    <a:pt x="838" y="1030"/>
                  </a:lnTo>
                  <a:lnTo>
                    <a:pt x="838" y="1030"/>
                  </a:lnTo>
                  <a:lnTo>
                    <a:pt x="838" y="1032"/>
                  </a:lnTo>
                  <a:lnTo>
                    <a:pt x="841" y="1032"/>
                  </a:lnTo>
                  <a:lnTo>
                    <a:pt x="841" y="1034"/>
                  </a:lnTo>
                  <a:lnTo>
                    <a:pt x="841" y="1034"/>
                  </a:lnTo>
                  <a:lnTo>
                    <a:pt x="841" y="1034"/>
                  </a:lnTo>
                  <a:lnTo>
                    <a:pt x="850" y="1032"/>
                  </a:lnTo>
                  <a:lnTo>
                    <a:pt x="850" y="1032"/>
                  </a:lnTo>
                  <a:lnTo>
                    <a:pt x="843" y="1037"/>
                  </a:lnTo>
                  <a:lnTo>
                    <a:pt x="843" y="1037"/>
                  </a:lnTo>
                  <a:lnTo>
                    <a:pt x="841" y="1037"/>
                  </a:lnTo>
                  <a:lnTo>
                    <a:pt x="841" y="1037"/>
                  </a:lnTo>
                  <a:lnTo>
                    <a:pt x="838" y="1037"/>
                  </a:lnTo>
                  <a:lnTo>
                    <a:pt x="841" y="1039"/>
                  </a:lnTo>
                  <a:lnTo>
                    <a:pt x="843" y="1039"/>
                  </a:lnTo>
                  <a:lnTo>
                    <a:pt x="841" y="1042"/>
                  </a:lnTo>
                  <a:lnTo>
                    <a:pt x="841" y="1042"/>
                  </a:lnTo>
                  <a:lnTo>
                    <a:pt x="841" y="1042"/>
                  </a:lnTo>
                  <a:lnTo>
                    <a:pt x="841" y="1044"/>
                  </a:lnTo>
                  <a:lnTo>
                    <a:pt x="841" y="1044"/>
                  </a:lnTo>
                  <a:lnTo>
                    <a:pt x="841" y="1046"/>
                  </a:lnTo>
                  <a:lnTo>
                    <a:pt x="841" y="1046"/>
                  </a:lnTo>
                  <a:lnTo>
                    <a:pt x="841" y="1049"/>
                  </a:lnTo>
                  <a:lnTo>
                    <a:pt x="841" y="1049"/>
                  </a:lnTo>
                  <a:lnTo>
                    <a:pt x="843" y="1049"/>
                  </a:lnTo>
                  <a:lnTo>
                    <a:pt x="843" y="1049"/>
                  </a:lnTo>
                  <a:lnTo>
                    <a:pt x="841" y="1049"/>
                  </a:lnTo>
                  <a:lnTo>
                    <a:pt x="841" y="1051"/>
                  </a:lnTo>
                  <a:lnTo>
                    <a:pt x="843" y="1051"/>
                  </a:lnTo>
                  <a:lnTo>
                    <a:pt x="852" y="1046"/>
                  </a:lnTo>
                  <a:lnTo>
                    <a:pt x="857" y="1046"/>
                  </a:lnTo>
                  <a:lnTo>
                    <a:pt x="857" y="1044"/>
                  </a:lnTo>
                  <a:lnTo>
                    <a:pt x="857" y="1046"/>
                  </a:lnTo>
                  <a:lnTo>
                    <a:pt x="857" y="1044"/>
                  </a:lnTo>
                  <a:lnTo>
                    <a:pt x="864" y="1044"/>
                  </a:lnTo>
                  <a:lnTo>
                    <a:pt x="867" y="1046"/>
                  </a:lnTo>
                  <a:lnTo>
                    <a:pt x="869" y="1046"/>
                  </a:lnTo>
                  <a:lnTo>
                    <a:pt x="871" y="1046"/>
                  </a:lnTo>
                  <a:lnTo>
                    <a:pt x="871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4"/>
                  </a:lnTo>
                  <a:lnTo>
                    <a:pt x="871" y="1044"/>
                  </a:lnTo>
                  <a:lnTo>
                    <a:pt x="874" y="1039"/>
                  </a:lnTo>
                  <a:lnTo>
                    <a:pt x="871" y="1039"/>
                  </a:lnTo>
                  <a:lnTo>
                    <a:pt x="871" y="1042"/>
                  </a:lnTo>
                  <a:lnTo>
                    <a:pt x="871" y="1042"/>
                  </a:lnTo>
                  <a:lnTo>
                    <a:pt x="871" y="1044"/>
                  </a:lnTo>
                  <a:lnTo>
                    <a:pt x="869" y="1044"/>
                  </a:lnTo>
                  <a:lnTo>
                    <a:pt x="869" y="1044"/>
                  </a:lnTo>
                  <a:lnTo>
                    <a:pt x="867" y="1044"/>
                  </a:lnTo>
                  <a:lnTo>
                    <a:pt x="867" y="1042"/>
                  </a:lnTo>
                  <a:lnTo>
                    <a:pt x="871" y="1039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4"/>
                  </a:lnTo>
                  <a:lnTo>
                    <a:pt x="871" y="1034"/>
                  </a:lnTo>
                  <a:lnTo>
                    <a:pt x="871" y="1032"/>
                  </a:lnTo>
                  <a:lnTo>
                    <a:pt x="871" y="1032"/>
                  </a:lnTo>
                  <a:lnTo>
                    <a:pt x="871" y="1032"/>
                  </a:lnTo>
                  <a:lnTo>
                    <a:pt x="874" y="1027"/>
                  </a:lnTo>
                  <a:lnTo>
                    <a:pt x="874" y="1025"/>
                  </a:lnTo>
                  <a:lnTo>
                    <a:pt x="874" y="1025"/>
                  </a:lnTo>
                  <a:lnTo>
                    <a:pt x="874" y="1023"/>
                  </a:lnTo>
                  <a:lnTo>
                    <a:pt x="876" y="1023"/>
                  </a:lnTo>
                  <a:lnTo>
                    <a:pt x="876" y="1023"/>
                  </a:lnTo>
                  <a:lnTo>
                    <a:pt x="876" y="1020"/>
                  </a:lnTo>
                  <a:lnTo>
                    <a:pt x="876" y="1020"/>
                  </a:lnTo>
                  <a:lnTo>
                    <a:pt x="876" y="1018"/>
                  </a:lnTo>
                  <a:lnTo>
                    <a:pt x="878" y="1015"/>
                  </a:lnTo>
                  <a:lnTo>
                    <a:pt x="878" y="1015"/>
                  </a:lnTo>
                  <a:lnTo>
                    <a:pt x="881" y="1015"/>
                  </a:lnTo>
                  <a:lnTo>
                    <a:pt x="881" y="1013"/>
                  </a:lnTo>
                  <a:lnTo>
                    <a:pt x="883" y="1011"/>
                  </a:lnTo>
                  <a:lnTo>
                    <a:pt x="883" y="1008"/>
                  </a:lnTo>
                  <a:lnTo>
                    <a:pt x="883" y="1008"/>
                  </a:lnTo>
                  <a:lnTo>
                    <a:pt x="883" y="1006"/>
                  </a:lnTo>
                  <a:lnTo>
                    <a:pt x="883" y="1006"/>
                  </a:lnTo>
                  <a:lnTo>
                    <a:pt x="883" y="1006"/>
                  </a:lnTo>
                  <a:lnTo>
                    <a:pt x="885" y="1006"/>
                  </a:lnTo>
                  <a:lnTo>
                    <a:pt x="885" y="1006"/>
                  </a:lnTo>
                  <a:lnTo>
                    <a:pt x="885" y="1004"/>
                  </a:lnTo>
                  <a:lnTo>
                    <a:pt x="885" y="1004"/>
                  </a:lnTo>
                  <a:lnTo>
                    <a:pt x="885" y="1004"/>
                  </a:lnTo>
                  <a:lnTo>
                    <a:pt x="883" y="999"/>
                  </a:lnTo>
                  <a:lnTo>
                    <a:pt x="881" y="994"/>
                  </a:lnTo>
                  <a:lnTo>
                    <a:pt x="878" y="992"/>
                  </a:lnTo>
                  <a:lnTo>
                    <a:pt x="878" y="989"/>
                  </a:lnTo>
                  <a:lnTo>
                    <a:pt x="874" y="989"/>
                  </a:lnTo>
                  <a:lnTo>
                    <a:pt x="874" y="987"/>
                  </a:lnTo>
                  <a:lnTo>
                    <a:pt x="874" y="987"/>
                  </a:lnTo>
                  <a:lnTo>
                    <a:pt x="874" y="987"/>
                  </a:lnTo>
                  <a:lnTo>
                    <a:pt x="874" y="985"/>
                  </a:lnTo>
                  <a:lnTo>
                    <a:pt x="874" y="985"/>
                  </a:lnTo>
                  <a:lnTo>
                    <a:pt x="874" y="982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1" y="980"/>
                  </a:lnTo>
                  <a:lnTo>
                    <a:pt x="871" y="982"/>
                  </a:lnTo>
                  <a:lnTo>
                    <a:pt x="871" y="982"/>
                  </a:lnTo>
                  <a:lnTo>
                    <a:pt x="871" y="982"/>
                  </a:lnTo>
                  <a:lnTo>
                    <a:pt x="867" y="982"/>
                  </a:lnTo>
                  <a:lnTo>
                    <a:pt x="862" y="980"/>
                  </a:lnTo>
                  <a:lnTo>
                    <a:pt x="862" y="980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0"/>
                  </a:lnTo>
                  <a:lnTo>
                    <a:pt x="859" y="980"/>
                  </a:lnTo>
                  <a:lnTo>
                    <a:pt x="859" y="980"/>
                  </a:lnTo>
                  <a:lnTo>
                    <a:pt x="859" y="978"/>
                  </a:lnTo>
                  <a:lnTo>
                    <a:pt x="862" y="978"/>
                  </a:lnTo>
                  <a:lnTo>
                    <a:pt x="864" y="978"/>
                  </a:lnTo>
                  <a:lnTo>
                    <a:pt x="878" y="975"/>
                  </a:lnTo>
                  <a:lnTo>
                    <a:pt x="881" y="975"/>
                  </a:lnTo>
                  <a:lnTo>
                    <a:pt x="883" y="975"/>
                  </a:lnTo>
                  <a:lnTo>
                    <a:pt x="885" y="973"/>
                  </a:lnTo>
                  <a:lnTo>
                    <a:pt x="885" y="973"/>
                  </a:lnTo>
                  <a:lnTo>
                    <a:pt x="885" y="973"/>
                  </a:lnTo>
                  <a:lnTo>
                    <a:pt x="888" y="973"/>
                  </a:lnTo>
                  <a:lnTo>
                    <a:pt x="888" y="975"/>
                  </a:lnTo>
                  <a:lnTo>
                    <a:pt x="890" y="975"/>
                  </a:lnTo>
                  <a:lnTo>
                    <a:pt x="893" y="975"/>
                  </a:lnTo>
                  <a:lnTo>
                    <a:pt x="893" y="975"/>
                  </a:lnTo>
                  <a:lnTo>
                    <a:pt x="893" y="975"/>
                  </a:lnTo>
                  <a:lnTo>
                    <a:pt x="904" y="978"/>
                  </a:lnTo>
                  <a:lnTo>
                    <a:pt x="907" y="978"/>
                  </a:lnTo>
                  <a:lnTo>
                    <a:pt x="909" y="978"/>
                  </a:lnTo>
                  <a:lnTo>
                    <a:pt x="912" y="978"/>
                  </a:lnTo>
                  <a:lnTo>
                    <a:pt x="919" y="975"/>
                  </a:lnTo>
                  <a:lnTo>
                    <a:pt x="921" y="975"/>
                  </a:lnTo>
                  <a:lnTo>
                    <a:pt x="921" y="973"/>
                  </a:lnTo>
                  <a:lnTo>
                    <a:pt x="921" y="970"/>
                  </a:lnTo>
                  <a:lnTo>
                    <a:pt x="921" y="970"/>
                  </a:lnTo>
                  <a:lnTo>
                    <a:pt x="926" y="966"/>
                  </a:lnTo>
                  <a:lnTo>
                    <a:pt x="926" y="963"/>
                  </a:lnTo>
                  <a:lnTo>
                    <a:pt x="926" y="961"/>
                  </a:lnTo>
                  <a:lnTo>
                    <a:pt x="926" y="959"/>
                  </a:lnTo>
                  <a:lnTo>
                    <a:pt x="928" y="954"/>
                  </a:lnTo>
                  <a:lnTo>
                    <a:pt x="928" y="952"/>
                  </a:lnTo>
                  <a:lnTo>
                    <a:pt x="928" y="952"/>
                  </a:lnTo>
                  <a:lnTo>
                    <a:pt x="928" y="952"/>
                  </a:lnTo>
                  <a:lnTo>
                    <a:pt x="928" y="949"/>
                  </a:lnTo>
                  <a:lnTo>
                    <a:pt x="928" y="949"/>
                  </a:lnTo>
                  <a:lnTo>
                    <a:pt x="930" y="949"/>
                  </a:lnTo>
                  <a:lnTo>
                    <a:pt x="930" y="947"/>
                  </a:lnTo>
                  <a:lnTo>
                    <a:pt x="930" y="944"/>
                  </a:lnTo>
                  <a:lnTo>
                    <a:pt x="933" y="942"/>
                  </a:lnTo>
                  <a:lnTo>
                    <a:pt x="933" y="940"/>
                  </a:lnTo>
                  <a:lnTo>
                    <a:pt x="933" y="940"/>
                  </a:lnTo>
                  <a:lnTo>
                    <a:pt x="933" y="933"/>
                  </a:lnTo>
                  <a:lnTo>
                    <a:pt x="933" y="933"/>
                  </a:lnTo>
                  <a:lnTo>
                    <a:pt x="926" y="930"/>
                  </a:lnTo>
                  <a:lnTo>
                    <a:pt x="928" y="930"/>
                  </a:lnTo>
                  <a:lnTo>
                    <a:pt x="930" y="930"/>
                  </a:lnTo>
                  <a:lnTo>
                    <a:pt x="933" y="928"/>
                  </a:lnTo>
                  <a:lnTo>
                    <a:pt x="935" y="928"/>
                  </a:lnTo>
                  <a:lnTo>
                    <a:pt x="935" y="928"/>
                  </a:lnTo>
                  <a:lnTo>
                    <a:pt x="935" y="928"/>
                  </a:lnTo>
                  <a:lnTo>
                    <a:pt x="935" y="926"/>
                  </a:lnTo>
                  <a:lnTo>
                    <a:pt x="938" y="926"/>
                  </a:lnTo>
                  <a:lnTo>
                    <a:pt x="938" y="921"/>
                  </a:lnTo>
                  <a:lnTo>
                    <a:pt x="938" y="918"/>
                  </a:lnTo>
                  <a:lnTo>
                    <a:pt x="940" y="916"/>
                  </a:lnTo>
                  <a:lnTo>
                    <a:pt x="940" y="916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1"/>
                  </a:lnTo>
                  <a:lnTo>
                    <a:pt x="940" y="911"/>
                  </a:lnTo>
                  <a:lnTo>
                    <a:pt x="940" y="911"/>
                  </a:lnTo>
                  <a:lnTo>
                    <a:pt x="940" y="911"/>
                  </a:lnTo>
                  <a:lnTo>
                    <a:pt x="942" y="907"/>
                  </a:lnTo>
                  <a:lnTo>
                    <a:pt x="942" y="907"/>
                  </a:lnTo>
                  <a:lnTo>
                    <a:pt x="940" y="902"/>
                  </a:lnTo>
                  <a:lnTo>
                    <a:pt x="940" y="902"/>
                  </a:lnTo>
                  <a:lnTo>
                    <a:pt x="940" y="899"/>
                  </a:lnTo>
                  <a:lnTo>
                    <a:pt x="940" y="899"/>
                  </a:lnTo>
                  <a:lnTo>
                    <a:pt x="940" y="902"/>
                  </a:lnTo>
                  <a:lnTo>
                    <a:pt x="940" y="902"/>
                  </a:lnTo>
                  <a:lnTo>
                    <a:pt x="942" y="902"/>
                  </a:lnTo>
                  <a:lnTo>
                    <a:pt x="945" y="899"/>
                  </a:lnTo>
                  <a:lnTo>
                    <a:pt x="947" y="892"/>
                  </a:lnTo>
                  <a:lnTo>
                    <a:pt x="949" y="890"/>
                  </a:lnTo>
                  <a:lnTo>
                    <a:pt x="949" y="888"/>
                  </a:lnTo>
                  <a:lnTo>
                    <a:pt x="949" y="883"/>
                  </a:lnTo>
                  <a:lnTo>
                    <a:pt x="952" y="883"/>
                  </a:lnTo>
                  <a:lnTo>
                    <a:pt x="952" y="878"/>
                  </a:lnTo>
                  <a:lnTo>
                    <a:pt x="952" y="876"/>
                  </a:lnTo>
                  <a:lnTo>
                    <a:pt x="952" y="876"/>
                  </a:lnTo>
                  <a:lnTo>
                    <a:pt x="952" y="873"/>
                  </a:lnTo>
                  <a:lnTo>
                    <a:pt x="952" y="873"/>
                  </a:lnTo>
                  <a:lnTo>
                    <a:pt x="952" y="873"/>
                  </a:lnTo>
                  <a:lnTo>
                    <a:pt x="952" y="871"/>
                  </a:lnTo>
                  <a:close/>
                  <a:moveTo>
                    <a:pt x="841" y="1049"/>
                  </a:moveTo>
                  <a:lnTo>
                    <a:pt x="841" y="1051"/>
                  </a:lnTo>
                  <a:lnTo>
                    <a:pt x="841" y="1051"/>
                  </a:lnTo>
                  <a:lnTo>
                    <a:pt x="841" y="1051"/>
                  </a:lnTo>
                  <a:lnTo>
                    <a:pt x="841" y="1049"/>
                  </a:lnTo>
                  <a:lnTo>
                    <a:pt x="841" y="1049"/>
                  </a:lnTo>
                  <a:close/>
                  <a:moveTo>
                    <a:pt x="841" y="1063"/>
                  </a:moveTo>
                  <a:lnTo>
                    <a:pt x="838" y="1060"/>
                  </a:lnTo>
                  <a:lnTo>
                    <a:pt x="838" y="1060"/>
                  </a:lnTo>
                  <a:lnTo>
                    <a:pt x="838" y="1060"/>
                  </a:lnTo>
                  <a:lnTo>
                    <a:pt x="836" y="1060"/>
                  </a:lnTo>
                  <a:lnTo>
                    <a:pt x="836" y="1063"/>
                  </a:lnTo>
                  <a:lnTo>
                    <a:pt x="833" y="1063"/>
                  </a:lnTo>
                  <a:lnTo>
                    <a:pt x="833" y="1063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6" y="1065"/>
                  </a:lnTo>
                  <a:lnTo>
                    <a:pt x="836" y="1065"/>
                  </a:lnTo>
                  <a:lnTo>
                    <a:pt x="836" y="1065"/>
                  </a:lnTo>
                  <a:lnTo>
                    <a:pt x="836" y="1068"/>
                  </a:lnTo>
                  <a:lnTo>
                    <a:pt x="833" y="1070"/>
                  </a:lnTo>
                  <a:lnTo>
                    <a:pt x="833" y="1070"/>
                  </a:lnTo>
                  <a:lnTo>
                    <a:pt x="836" y="1072"/>
                  </a:lnTo>
                  <a:lnTo>
                    <a:pt x="836" y="1072"/>
                  </a:lnTo>
                  <a:lnTo>
                    <a:pt x="838" y="1070"/>
                  </a:lnTo>
                  <a:lnTo>
                    <a:pt x="838" y="1070"/>
                  </a:lnTo>
                  <a:lnTo>
                    <a:pt x="838" y="1070"/>
                  </a:lnTo>
                  <a:lnTo>
                    <a:pt x="838" y="1070"/>
                  </a:lnTo>
                  <a:lnTo>
                    <a:pt x="838" y="1068"/>
                  </a:lnTo>
                  <a:lnTo>
                    <a:pt x="841" y="1063"/>
                  </a:lnTo>
                  <a:close/>
                  <a:moveTo>
                    <a:pt x="739" y="1401"/>
                  </a:moveTo>
                  <a:lnTo>
                    <a:pt x="739" y="1399"/>
                  </a:lnTo>
                  <a:lnTo>
                    <a:pt x="736" y="1399"/>
                  </a:lnTo>
                  <a:lnTo>
                    <a:pt x="734" y="1401"/>
                  </a:lnTo>
                  <a:lnTo>
                    <a:pt x="734" y="1399"/>
                  </a:lnTo>
                  <a:lnTo>
                    <a:pt x="734" y="1401"/>
                  </a:lnTo>
                  <a:lnTo>
                    <a:pt x="734" y="1401"/>
                  </a:lnTo>
                  <a:lnTo>
                    <a:pt x="736" y="1404"/>
                  </a:lnTo>
                  <a:lnTo>
                    <a:pt x="736" y="1404"/>
                  </a:lnTo>
                  <a:lnTo>
                    <a:pt x="736" y="1404"/>
                  </a:lnTo>
                  <a:lnTo>
                    <a:pt x="736" y="1406"/>
                  </a:lnTo>
                  <a:lnTo>
                    <a:pt x="736" y="1406"/>
                  </a:lnTo>
                  <a:lnTo>
                    <a:pt x="739" y="1406"/>
                  </a:lnTo>
                  <a:lnTo>
                    <a:pt x="739" y="1404"/>
                  </a:lnTo>
                  <a:lnTo>
                    <a:pt x="739" y="1404"/>
                  </a:lnTo>
                  <a:lnTo>
                    <a:pt x="739" y="1404"/>
                  </a:lnTo>
                  <a:lnTo>
                    <a:pt x="739" y="1401"/>
                  </a:lnTo>
                  <a:lnTo>
                    <a:pt x="739" y="1401"/>
                  </a:lnTo>
                  <a:close/>
                  <a:moveTo>
                    <a:pt x="819" y="973"/>
                  </a:moveTo>
                  <a:lnTo>
                    <a:pt x="817" y="970"/>
                  </a:lnTo>
                  <a:lnTo>
                    <a:pt x="817" y="970"/>
                  </a:lnTo>
                  <a:lnTo>
                    <a:pt x="817" y="973"/>
                  </a:lnTo>
                  <a:lnTo>
                    <a:pt x="817" y="978"/>
                  </a:lnTo>
                  <a:lnTo>
                    <a:pt x="819" y="978"/>
                  </a:lnTo>
                  <a:lnTo>
                    <a:pt x="819" y="978"/>
                  </a:lnTo>
                  <a:lnTo>
                    <a:pt x="819" y="978"/>
                  </a:lnTo>
                  <a:lnTo>
                    <a:pt x="819" y="978"/>
                  </a:lnTo>
                  <a:lnTo>
                    <a:pt x="819" y="975"/>
                  </a:lnTo>
                  <a:lnTo>
                    <a:pt x="819" y="975"/>
                  </a:lnTo>
                  <a:lnTo>
                    <a:pt x="819" y="973"/>
                  </a:lnTo>
                  <a:lnTo>
                    <a:pt x="819" y="973"/>
                  </a:lnTo>
                  <a:close/>
                  <a:moveTo>
                    <a:pt x="680" y="1202"/>
                  </a:moveTo>
                  <a:lnTo>
                    <a:pt x="680" y="1200"/>
                  </a:lnTo>
                  <a:lnTo>
                    <a:pt x="680" y="1200"/>
                  </a:lnTo>
                  <a:lnTo>
                    <a:pt x="680" y="1200"/>
                  </a:lnTo>
                  <a:lnTo>
                    <a:pt x="677" y="1200"/>
                  </a:lnTo>
                  <a:lnTo>
                    <a:pt x="677" y="1200"/>
                  </a:lnTo>
                  <a:lnTo>
                    <a:pt x="675" y="1200"/>
                  </a:lnTo>
                  <a:lnTo>
                    <a:pt x="675" y="1200"/>
                  </a:lnTo>
                  <a:lnTo>
                    <a:pt x="675" y="1200"/>
                  </a:lnTo>
                  <a:lnTo>
                    <a:pt x="675" y="1202"/>
                  </a:lnTo>
                  <a:lnTo>
                    <a:pt x="675" y="1202"/>
                  </a:lnTo>
                  <a:lnTo>
                    <a:pt x="677" y="1205"/>
                  </a:lnTo>
                  <a:lnTo>
                    <a:pt x="677" y="1205"/>
                  </a:lnTo>
                  <a:lnTo>
                    <a:pt x="677" y="1205"/>
                  </a:lnTo>
                  <a:lnTo>
                    <a:pt x="680" y="1205"/>
                  </a:lnTo>
                  <a:lnTo>
                    <a:pt x="677" y="1205"/>
                  </a:lnTo>
                  <a:lnTo>
                    <a:pt x="677" y="1205"/>
                  </a:lnTo>
                  <a:lnTo>
                    <a:pt x="677" y="1202"/>
                  </a:lnTo>
                  <a:lnTo>
                    <a:pt x="677" y="1202"/>
                  </a:lnTo>
                  <a:lnTo>
                    <a:pt x="680" y="1202"/>
                  </a:lnTo>
                  <a:close/>
                  <a:moveTo>
                    <a:pt x="805" y="1013"/>
                  </a:moveTo>
                  <a:lnTo>
                    <a:pt x="805" y="1011"/>
                  </a:lnTo>
                  <a:lnTo>
                    <a:pt x="805" y="1011"/>
                  </a:lnTo>
                  <a:lnTo>
                    <a:pt x="805" y="1008"/>
                  </a:lnTo>
                  <a:lnTo>
                    <a:pt x="805" y="1006"/>
                  </a:lnTo>
                  <a:lnTo>
                    <a:pt x="805" y="1006"/>
                  </a:lnTo>
                  <a:lnTo>
                    <a:pt x="805" y="1004"/>
                  </a:lnTo>
                  <a:lnTo>
                    <a:pt x="803" y="1004"/>
                  </a:lnTo>
                  <a:lnTo>
                    <a:pt x="803" y="1004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999"/>
                  </a:lnTo>
                  <a:lnTo>
                    <a:pt x="803" y="999"/>
                  </a:lnTo>
                  <a:lnTo>
                    <a:pt x="800" y="997"/>
                  </a:lnTo>
                  <a:lnTo>
                    <a:pt x="800" y="994"/>
                  </a:lnTo>
                  <a:lnTo>
                    <a:pt x="800" y="994"/>
                  </a:lnTo>
                  <a:lnTo>
                    <a:pt x="798" y="989"/>
                  </a:lnTo>
                  <a:lnTo>
                    <a:pt x="796" y="989"/>
                  </a:lnTo>
                  <a:lnTo>
                    <a:pt x="798" y="987"/>
                  </a:lnTo>
                  <a:lnTo>
                    <a:pt x="798" y="987"/>
                  </a:lnTo>
                  <a:lnTo>
                    <a:pt x="798" y="987"/>
                  </a:lnTo>
                  <a:lnTo>
                    <a:pt x="798" y="985"/>
                  </a:lnTo>
                  <a:lnTo>
                    <a:pt x="798" y="985"/>
                  </a:lnTo>
                  <a:lnTo>
                    <a:pt x="798" y="985"/>
                  </a:lnTo>
                  <a:lnTo>
                    <a:pt x="796" y="985"/>
                  </a:lnTo>
                  <a:lnTo>
                    <a:pt x="796" y="985"/>
                  </a:lnTo>
                  <a:lnTo>
                    <a:pt x="796" y="985"/>
                  </a:lnTo>
                  <a:lnTo>
                    <a:pt x="796" y="987"/>
                  </a:lnTo>
                  <a:lnTo>
                    <a:pt x="796" y="987"/>
                  </a:lnTo>
                  <a:lnTo>
                    <a:pt x="793" y="987"/>
                  </a:lnTo>
                  <a:lnTo>
                    <a:pt x="788" y="992"/>
                  </a:lnTo>
                  <a:lnTo>
                    <a:pt x="784" y="997"/>
                  </a:lnTo>
                  <a:lnTo>
                    <a:pt x="784" y="997"/>
                  </a:lnTo>
                  <a:lnTo>
                    <a:pt x="781" y="997"/>
                  </a:lnTo>
                  <a:lnTo>
                    <a:pt x="781" y="997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2"/>
                  </a:lnTo>
                  <a:lnTo>
                    <a:pt x="781" y="989"/>
                  </a:lnTo>
                  <a:lnTo>
                    <a:pt x="781" y="989"/>
                  </a:lnTo>
                  <a:lnTo>
                    <a:pt x="784" y="987"/>
                  </a:lnTo>
                  <a:lnTo>
                    <a:pt x="784" y="987"/>
                  </a:lnTo>
                  <a:lnTo>
                    <a:pt x="784" y="985"/>
                  </a:lnTo>
                  <a:lnTo>
                    <a:pt x="784" y="982"/>
                  </a:lnTo>
                  <a:lnTo>
                    <a:pt x="781" y="982"/>
                  </a:lnTo>
                  <a:lnTo>
                    <a:pt x="781" y="982"/>
                  </a:lnTo>
                  <a:lnTo>
                    <a:pt x="781" y="982"/>
                  </a:lnTo>
                  <a:lnTo>
                    <a:pt x="781" y="982"/>
                  </a:lnTo>
                  <a:lnTo>
                    <a:pt x="781" y="980"/>
                  </a:lnTo>
                  <a:lnTo>
                    <a:pt x="779" y="980"/>
                  </a:lnTo>
                  <a:lnTo>
                    <a:pt x="779" y="978"/>
                  </a:lnTo>
                  <a:lnTo>
                    <a:pt x="779" y="978"/>
                  </a:lnTo>
                  <a:lnTo>
                    <a:pt x="777" y="975"/>
                  </a:lnTo>
                  <a:lnTo>
                    <a:pt x="774" y="975"/>
                  </a:lnTo>
                  <a:lnTo>
                    <a:pt x="774" y="975"/>
                  </a:lnTo>
                  <a:lnTo>
                    <a:pt x="777" y="973"/>
                  </a:lnTo>
                  <a:lnTo>
                    <a:pt x="777" y="973"/>
                  </a:lnTo>
                  <a:lnTo>
                    <a:pt x="777" y="973"/>
                  </a:lnTo>
                  <a:lnTo>
                    <a:pt x="777" y="970"/>
                  </a:lnTo>
                  <a:lnTo>
                    <a:pt x="777" y="970"/>
                  </a:lnTo>
                  <a:lnTo>
                    <a:pt x="777" y="968"/>
                  </a:lnTo>
                  <a:lnTo>
                    <a:pt x="777" y="968"/>
                  </a:lnTo>
                  <a:lnTo>
                    <a:pt x="779" y="968"/>
                  </a:lnTo>
                  <a:lnTo>
                    <a:pt x="777" y="966"/>
                  </a:lnTo>
                  <a:lnTo>
                    <a:pt x="765" y="961"/>
                  </a:lnTo>
                  <a:lnTo>
                    <a:pt x="760" y="961"/>
                  </a:lnTo>
                  <a:lnTo>
                    <a:pt x="760" y="959"/>
                  </a:lnTo>
                  <a:lnTo>
                    <a:pt x="758" y="959"/>
                  </a:lnTo>
                  <a:lnTo>
                    <a:pt x="755" y="961"/>
                  </a:lnTo>
                  <a:lnTo>
                    <a:pt x="755" y="961"/>
                  </a:lnTo>
                  <a:lnTo>
                    <a:pt x="755" y="961"/>
                  </a:lnTo>
                  <a:lnTo>
                    <a:pt x="755" y="961"/>
                  </a:lnTo>
                  <a:lnTo>
                    <a:pt x="753" y="963"/>
                  </a:lnTo>
                  <a:lnTo>
                    <a:pt x="751" y="963"/>
                  </a:lnTo>
                  <a:lnTo>
                    <a:pt x="751" y="966"/>
                  </a:lnTo>
                  <a:lnTo>
                    <a:pt x="748" y="968"/>
                  </a:lnTo>
                  <a:lnTo>
                    <a:pt x="746" y="970"/>
                  </a:lnTo>
                  <a:lnTo>
                    <a:pt x="746" y="973"/>
                  </a:lnTo>
                  <a:lnTo>
                    <a:pt x="746" y="973"/>
                  </a:lnTo>
                  <a:lnTo>
                    <a:pt x="746" y="973"/>
                  </a:lnTo>
                  <a:lnTo>
                    <a:pt x="746" y="975"/>
                  </a:lnTo>
                  <a:lnTo>
                    <a:pt x="746" y="975"/>
                  </a:lnTo>
                  <a:lnTo>
                    <a:pt x="746" y="975"/>
                  </a:lnTo>
                  <a:lnTo>
                    <a:pt x="746" y="975"/>
                  </a:lnTo>
                  <a:lnTo>
                    <a:pt x="746" y="973"/>
                  </a:lnTo>
                  <a:lnTo>
                    <a:pt x="744" y="970"/>
                  </a:lnTo>
                  <a:lnTo>
                    <a:pt x="746" y="970"/>
                  </a:lnTo>
                  <a:lnTo>
                    <a:pt x="746" y="970"/>
                  </a:lnTo>
                  <a:lnTo>
                    <a:pt x="746" y="968"/>
                  </a:lnTo>
                  <a:lnTo>
                    <a:pt x="746" y="968"/>
                  </a:lnTo>
                  <a:lnTo>
                    <a:pt x="744" y="968"/>
                  </a:lnTo>
                  <a:lnTo>
                    <a:pt x="744" y="966"/>
                  </a:lnTo>
                  <a:lnTo>
                    <a:pt x="746" y="966"/>
                  </a:lnTo>
                  <a:lnTo>
                    <a:pt x="744" y="963"/>
                  </a:lnTo>
                  <a:lnTo>
                    <a:pt x="744" y="963"/>
                  </a:lnTo>
                  <a:lnTo>
                    <a:pt x="744" y="963"/>
                  </a:lnTo>
                  <a:lnTo>
                    <a:pt x="744" y="963"/>
                  </a:lnTo>
                  <a:lnTo>
                    <a:pt x="746" y="961"/>
                  </a:lnTo>
                  <a:lnTo>
                    <a:pt x="748" y="961"/>
                  </a:lnTo>
                  <a:lnTo>
                    <a:pt x="751" y="956"/>
                  </a:lnTo>
                  <a:lnTo>
                    <a:pt x="751" y="954"/>
                  </a:lnTo>
                  <a:lnTo>
                    <a:pt x="760" y="942"/>
                  </a:lnTo>
                  <a:lnTo>
                    <a:pt x="760" y="942"/>
                  </a:lnTo>
                  <a:lnTo>
                    <a:pt x="760" y="942"/>
                  </a:lnTo>
                  <a:lnTo>
                    <a:pt x="760" y="940"/>
                  </a:lnTo>
                  <a:lnTo>
                    <a:pt x="760" y="940"/>
                  </a:lnTo>
                  <a:lnTo>
                    <a:pt x="760" y="940"/>
                  </a:lnTo>
                  <a:lnTo>
                    <a:pt x="762" y="937"/>
                  </a:lnTo>
                  <a:lnTo>
                    <a:pt x="765" y="937"/>
                  </a:lnTo>
                  <a:lnTo>
                    <a:pt x="765" y="935"/>
                  </a:lnTo>
                  <a:lnTo>
                    <a:pt x="765" y="935"/>
                  </a:lnTo>
                  <a:lnTo>
                    <a:pt x="767" y="935"/>
                  </a:lnTo>
                  <a:lnTo>
                    <a:pt x="774" y="930"/>
                  </a:lnTo>
                  <a:lnTo>
                    <a:pt x="774" y="930"/>
                  </a:lnTo>
                  <a:lnTo>
                    <a:pt x="777" y="933"/>
                  </a:lnTo>
                  <a:lnTo>
                    <a:pt x="777" y="933"/>
                  </a:lnTo>
                  <a:lnTo>
                    <a:pt x="777" y="930"/>
                  </a:lnTo>
                  <a:lnTo>
                    <a:pt x="777" y="930"/>
                  </a:lnTo>
                  <a:lnTo>
                    <a:pt x="779" y="928"/>
                  </a:lnTo>
                  <a:lnTo>
                    <a:pt x="779" y="928"/>
                  </a:lnTo>
                  <a:lnTo>
                    <a:pt x="779" y="928"/>
                  </a:lnTo>
                  <a:lnTo>
                    <a:pt x="777" y="928"/>
                  </a:lnTo>
                  <a:lnTo>
                    <a:pt x="777" y="928"/>
                  </a:lnTo>
                  <a:lnTo>
                    <a:pt x="777" y="928"/>
                  </a:lnTo>
                  <a:lnTo>
                    <a:pt x="777" y="926"/>
                  </a:lnTo>
                  <a:lnTo>
                    <a:pt x="777" y="926"/>
                  </a:lnTo>
                  <a:lnTo>
                    <a:pt x="774" y="926"/>
                  </a:lnTo>
                  <a:lnTo>
                    <a:pt x="777" y="923"/>
                  </a:lnTo>
                  <a:lnTo>
                    <a:pt x="777" y="923"/>
                  </a:lnTo>
                  <a:lnTo>
                    <a:pt x="777" y="921"/>
                  </a:lnTo>
                  <a:lnTo>
                    <a:pt x="777" y="921"/>
                  </a:lnTo>
                  <a:lnTo>
                    <a:pt x="772" y="921"/>
                  </a:lnTo>
                  <a:lnTo>
                    <a:pt x="772" y="921"/>
                  </a:lnTo>
                  <a:lnTo>
                    <a:pt x="772" y="921"/>
                  </a:lnTo>
                  <a:lnTo>
                    <a:pt x="772" y="921"/>
                  </a:lnTo>
                  <a:lnTo>
                    <a:pt x="770" y="918"/>
                  </a:lnTo>
                  <a:lnTo>
                    <a:pt x="770" y="921"/>
                  </a:lnTo>
                  <a:lnTo>
                    <a:pt x="767" y="923"/>
                  </a:lnTo>
                  <a:lnTo>
                    <a:pt x="767" y="923"/>
                  </a:lnTo>
                  <a:lnTo>
                    <a:pt x="765" y="923"/>
                  </a:lnTo>
                  <a:lnTo>
                    <a:pt x="765" y="923"/>
                  </a:lnTo>
                  <a:lnTo>
                    <a:pt x="765" y="923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18"/>
                  </a:lnTo>
                  <a:lnTo>
                    <a:pt x="765" y="918"/>
                  </a:lnTo>
                  <a:lnTo>
                    <a:pt x="765" y="916"/>
                  </a:lnTo>
                  <a:lnTo>
                    <a:pt x="765" y="916"/>
                  </a:lnTo>
                  <a:lnTo>
                    <a:pt x="765" y="916"/>
                  </a:lnTo>
                  <a:lnTo>
                    <a:pt x="770" y="918"/>
                  </a:lnTo>
                  <a:lnTo>
                    <a:pt x="770" y="916"/>
                  </a:lnTo>
                  <a:lnTo>
                    <a:pt x="770" y="916"/>
                  </a:lnTo>
                  <a:lnTo>
                    <a:pt x="770" y="914"/>
                  </a:lnTo>
                  <a:lnTo>
                    <a:pt x="770" y="914"/>
                  </a:lnTo>
                  <a:lnTo>
                    <a:pt x="770" y="911"/>
                  </a:lnTo>
                  <a:lnTo>
                    <a:pt x="770" y="911"/>
                  </a:lnTo>
                  <a:lnTo>
                    <a:pt x="774" y="914"/>
                  </a:lnTo>
                  <a:lnTo>
                    <a:pt x="777" y="914"/>
                  </a:lnTo>
                  <a:lnTo>
                    <a:pt x="777" y="914"/>
                  </a:lnTo>
                  <a:lnTo>
                    <a:pt x="777" y="911"/>
                  </a:lnTo>
                  <a:lnTo>
                    <a:pt x="781" y="909"/>
                  </a:lnTo>
                  <a:lnTo>
                    <a:pt x="781" y="907"/>
                  </a:lnTo>
                  <a:lnTo>
                    <a:pt x="781" y="904"/>
                  </a:lnTo>
                  <a:lnTo>
                    <a:pt x="781" y="902"/>
                  </a:lnTo>
                  <a:lnTo>
                    <a:pt x="781" y="902"/>
                  </a:lnTo>
                  <a:lnTo>
                    <a:pt x="781" y="899"/>
                  </a:lnTo>
                  <a:lnTo>
                    <a:pt x="781" y="897"/>
                  </a:lnTo>
                  <a:lnTo>
                    <a:pt x="781" y="897"/>
                  </a:lnTo>
                  <a:lnTo>
                    <a:pt x="779" y="897"/>
                  </a:lnTo>
                  <a:lnTo>
                    <a:pt x="779" y="895"/>
                  </a:lnTo>
                  <a:lnTo>
                    <a:pt x="777" y="890"/>
                  </a:lnTo>
                  <a:lnTo>
                    <a:pt x="774" y="888"/>
                  </a:lnTo>
                  <a:lnTo>
                    <a:pt x="774" y="888"/>
                  </a:lnTo>
                  <a:lnTo>
                    <a:pt x="767" y="888"/>
                  </a:lnTo>
                  <a:lnTo>
                    <a:pt x="765" y="885"/>
                  </a:lnTo>
                  <a:lnTo>
                    <a:pt x="765" y="885"/>
                  </a:lnTo>
                  <a:lnTo>
                    <a:pt x="762" y="885"/>
                  </a:lnTo>
                  <a:lnTo>
                    <a:pt x="760" y="888"/>
                  </a:lnTo>
                  <a:lnTo>
                    <a:pt x="760" y="888"/>
                  </a:lnTo>
                  <a:lnTo>
                    <a:pt x="758" y="888"/>
                  </a:lnTo>
                  <a:lnTo>
                    <a:pt x="760" y="885"/>
                  </a:lnTo>
                  <a:lnTo>
                    <a:pt x="760" y="885"/>
                  </a:lnTo>
                  <a:lnTo>
                    <a:pt x="760" y="883"/>
                  </a:lnTo>
                  <a:lnTo>
                    <a:pt x="760" y="883"/>
                  </a:lnTo>
                  <a:lnTo>
                    <a:pt x="758" y="885"/>
                  </a:lnTo>
                  <a:lnTo>
                    <a:pt x="758" y="885"/>
                  </a:lnTo>
                  <a:lnTo>
                    <a:pt x="755" y="885"/>
                  </a:lnTo>
                  <a:lnTo>
                    <a:pt x="755" y="888"/>
                  </a:lnTo>
                  <a:lnTo>
                    <a:pt x="755" y="890"/>
                  </a:lnTo>
                  <a:lnTo>
                    <a:pt x="753" y="890"/>
                  </a:lnTo>
                  <a:lnTo>
                    <a:pt x="753" y="892"/>
                  </a:lnTo>
                  <a:lnTo>
                    <a:pt x="741" y="895"/>
                  </a:lnTo>
                  <a:lnTo>
                    <a:pt x="739" y="895"/>
                  </a:lnTo>
                  <a:lnTo>
                    <a:pt x="736" y="895"/>
                  </a:lnTo>
                  <a:lnTo>
                    <a:pt x="736" y="897"/>
                  </a:lnTo>
                  <a:lnTo>
                    <a:pt x="736" y="897"/>
                  </a:lnTo>
                  <a:lnTo>
                    <a:pt x="736" y="897"/>
                  </a:lnTo>
                  <a:lnTo>
                    <a:pt x="734" y="897"/>
                  </a:lnTo>
                  <a:lnTo>
                    <a:pt x="734" y="897"/>
                  </a:lnTo>
                  <a:lnTo>
                    <a:pt x="734" y="899"/>
                  </a:lnTo>
                  <a:lnTo>
                    <a:pt x="734" y="899"/>
                  </a:lnTo>
                  <a:lnTo>
                    <a:pt x="732" y="897"/>
                  </a:lnTo>
                  <a:lnTo>
                    <a:pt x="732" y="897"/>
                  </a:lnTo>
                  <a:lnTo>
                    <a:pt x="727" y="899"/>
                  </a:lnTo>
                  <a:lnTo>
                    <a:pt x="725" y="897"/>
                  </a:lnTo>
                  <a:lnTo>
                    <a:pt x="725" y="899"/>
                  </a:lnTo>
                  <a:lnTo>
                    <a:pt x="725" y="899"/>
                  </a:lnTo>
                  <a:lnTo>
                    <a:pt x="725" y="899"/>
                  </a:lnTo>
                  <a:lnTo>
                    <a:pt x="725" y="902"/>
                  </a:lnTo>
                  <a:lnTo>
                    <a:pt x="725" y="904"/>
                  </a:lnTo>
                  <a:lnTo>
                    <a:pt x="725" y="904"/>
                  </a:lnTo>
                  <a:lnTo>
                    <a:pt x="725" y="904"/>
                  </a:lnTo>
                  <a:lnTo>
                    <a:pt x="722" y="904"/>
                  </a:lnTo>
                  <a:lnTo>
                    <a:pt x="722" y="904"/>
                  </a:lnTo>
                  <a:lnTo>
                    <a:pt x="722" y="902"/>
                  </a:lnTo>
                  <a:lnTo>
                    <a:pt x="722" y="902"/>
                  </a:lnTo>
                  <a:lnTo>
                    <a:pt x="722" y="902"/>
                  </a:lnTo>
                  <a:lnTo>
                    <a:pt x="722" y="899"/>
                  </a:lnTo>
                  <a:lnTo>
                    <a:pt x="722" y="899"/>
                  </a:lnTo>
                  <a:lnTo>
                    <a:pt x="720" y="897"/>
                  </a:lnTo>
                  <a:lnTo>
                    <a:pt x="717" y="895"/>
                  </a:lnTo>
                  <a:lnTo>
                    <a:pt x="717" y="895"/>
                  </a:lnTo>
                  <a:lnTo>
                    <a:pt x="717" y="895"/>
                  </a:lnTo>
                  <a:lnTo>
                    <a:pt x="717" y="895"/>
                  </a:lnTo>
                  <a:lnTo>
                    <a:pt x="715" y="892"/>
                  </a:lnTo>
                  <a:lnTo>
                    <a:pt x="715" y="892"/>
                  </a:lnTo>
                  <a:lnTo>
                    <a:pt x="715" y="892"/>
                  </a:lnTo>
                  <a:lnTo>
                    <a:pt x="710" y="890"/>
                  </a:lnTo>
                  <a:lnTo>
                    <a:pt x="710" y="890"/>
                  </a:lnTo>
                  <a:lnTo>
                    <a:pt x="708" y="888"/>
                  </a:lnTo>
                  <a:lnTo>
                    <a:pt x="708" y="888"/>
                  </a:lnTo>
                  <a:lnTo>
                    <a:pt x="708" y="888"/>
                  </a:lnTo>
                  <a:lnTo>
                    <a:pt x="708" y="888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8" y="883"/>
                  </a:lnTo>
                  <a:lnTo>
                    <a:pt x="708" y="883"/>
                  </a:lnTo>
                  <a:lnTo>
                    <a:pt x="708" y="883"/>
                  </a:lnTo>
                  <a:lnTo>
                    <a:pt x="703" y="881"/>
                  </a:lnTo>
                  <a:lnTo>
                    <a:pt x="701" y="881"/>
                  </a:lnTo>
                  <a:lnTo>
                    <a:pt x="701" y="881"/>
                  </a:lnTo>
                  <a:lnTo>
                    <a:pt x="699" y="883"/>
                  </a:lnTo>
                  <a:lnTo>
                    <a:pt x="699" y="883"/>
                  </a:lnTo>
                  <a:lnTo>
                    <a:pt x="696" y="883"/>
                  </a:lnTo>
                  <a:lnTo>
                    <a:pt x="696" y="885"/>
                  </a:lnTo>
                  <a:lnTo>
                    <a:pt x="696" y="885"/>
                  </a:lnTo>
                  <a:lnTo>
                    <a:pt x="694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701" y="892"/>
                  </a:lnTo>
                  <a:lnTo>
                    <a:pt x="701" y="890"/>
                  </a:lnTo>
                  <a:lnTo>
                    <a:pt x="703" y="888"/>
                  </a:lnTo>
                  <a:lnTo>
                    <a:pt x="706" y="888"/>
                  </a:lnTo>
                  <a:lnTo>
                    <a:pt x="706" y="888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6" y="888"/>
                  </a:lnTo>
                  <a:lnTo>
                    <a:pt x="706" y="888"/>
                  </a:lnTo>
                  <a:lnTo>
                    <a:pt x="706" y="890"/>
                  </a:lnTo>
                  <a:lnTo>
                    <a:pt x="706" y="890"/>
                  </a:lnTo>
                  <a:lnTo>
                    <a:pt x="706" y="892"/>
                  </a:lnTo>
                  <a:lnTo>
                    <a:pt x="703" y="892"/>
                  </a:lnTo>
                  <a:lnTo>
                    <a:pt x="703" y="892"/>
                  </a:lnTo>
                  <a:lnTo>
                    <a:pt x="703" y="892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9"/>
                  </a:lnTo>
                  <a:lnTo>
                    <a:pt x="701" y="899"/>
                  </a:lnTo>
                  <a:lnTo>
                    <a:pt x="701" y="899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699" y="895"/>
                  </a:lnTo>
                  <a:lnTo>
                    <a:pt x="694" y="892"/>
                  </a:lnTo>
                  <a:lnTo>
                    <a:pt x="691" y="890"/>
                  </a:lnTo>
                  <a:lnTo>
                    <a:pt x="687" y="890"/>
                  </a:lnTo>
                  <a:lnTo>
                    <a:pt x="684" y="890"/>
                  </a:lnTo>
                  <a:lnTo>
                    <a:pt x="684" y="892"/>
                  </a:lnTo>
                  <a:lnTo>
                    <a:pt x="684" y="892"/>
                  </a:lnTo>
                  <a:lnTo>
                    <a:pt x="682" y="892"/>
                  </a:lnTo>
                  <a:lnTo>
                    <a:pt x="682" y="892"/>
                  </a:lnTo>
                  <a:lnTo>
                    <a:pt x="682" y="892"/>
                  </a:lnTo>
                  <a:lnTo>
                    <a:pt x="680" y="892"/>
                  </a:lnTo>
                  <a:lnTo>
                    <a:pt x="680" y="892"/>
                  </a:lnTo>
                  <a:lnTo>
                    <a:pt x="680" y="892"/>
                  </a:lnTo>
                  <a:lnTo>
                    <a:pt x="677" y="892"/>
                  </a:lnTo>
                  <a:lnTo>
                    <a:pt x="677" y="895"/>
                  </a:lnTo>
                  <a:lnTo>
                    <a:pt x="675" y="895"/>
                  </a:lnTo>
                  <a:lnTo>
                    <a:pt x="675" y="897"/>
                  </a:lnTo>
                  <a:lnTo>
                    <a:pt x="677" y="897"/>
                  </a:lnTo>
                  <a:lnTo>
                    <a:pt x="677" y="897"/>
                  </a:lnTo>
                  <a:lnTo>
                    <a:pt x="675" y="897"/>
                  </a:lnTo>
                  <a:lnTo>
                    <a:pt x="675" y="899"/>
                  </a:lnTo>
                  <a:lnTo>
                    <a:pt x="673" y="902"/>
                  </a:lnTo>
                  <a:lnTo>
                    <a:pt x="673" y="902"/>
                  </a:lnTo>
                  <a:lnTo>
                    <a:pt x="675" y="899"/>
                  </a:lnTo>
                  <a:lnTo>
                    <a:pt x="675" y="899"/>
                  </a:lnTo>
                  <a:lnTo>
                    <a:pt x="675" y="902"/>
                  </a:lnTo>
                  <a:lnTo>
                    <a:pt x="675" y="902"/>
                  </a:lnTo>
                  <a:lnTo>
                    <a:pt x="675" y="902"/>
                  </a:lnTo>
                  <a:lnTo>
                    <a:pt x="675" y="902"/>
                  </a:lnTo>
                  <a:lnTo>
                    <a:pt x="675" y="904"/>
                  </a:lnTo>
                  <a:lnTo>
                    <a:pt x="675" y="904"/>
                  </a:lnTo>
                  <a:lnTo>
                    <a:pt x="675" y="904"/>
                  </a:lnTo>
                  <a:lnTo>
                    <a:pt x="677" y="904"/>
                  </a:lnTo>
                  <a:lnTo>
                    <a:pt x="680" y="907"/>
                  </a:lnTo>
                  <a:lnTo>
                    <a:pt x="680" y="907"/>
                  </a:lnTo>
                  <a:lnTo>
                    <a:pt x="680" y="907"/>
                  </a:lnTo>
                  <a:lnTo>
                    <a:pt x="680" y="909"/>
                  </a:lnTo>
                  <a:lnTo>
                    <a:pt x="680" y="909"/>
                  </a:lnTo>
                  <a:lnTo>
                    <a:pt x="677" y="909"/>
                  </a:lnTo>
                  <a:lnTo>
                    <a:pt x="680" y="909"/>
                  </a:lnTo>
                  <a:lnTo>
                    <a:pt x="680" y="909"/>
                  </a:lnTo>
                  <a:lnTo>
                    <a:pt x="680" y="911"/>
                  </a:lnTo>
                  <a:lnTo>
                    <a:pt x="680" y="911"/>
                  </a:lnTo>
                  <a:lnTo>
                    <a:pt x="682" y="911"/>
                  </a:lnTo>
                  <a:lnTo>
                    <a:pt x="682" y="911"/>
                  </a:lnTo>
                  <a:lnTo>
                    <a:pt x="682" y="911"/>
                  </a:lnTo>
                  <a:lnTo>
                    <a:pt x="682" y="911"/>
                  </a:lnTo>
                  <a:lnTo>
                    <a:pt x="682" y="909"/>
                  </a:lnTo>
                  <a:lnTo>
                    <a:pt x="684" y="909"/>
                  </a:lnTo>
                  <a:lnTo>
                    <a:pt x="684" y="909"/>
                  </a:lnTo>
                  <a:lnTo>
                    <a:pt x="684" y="909"/>
                  </a:lnTo>
                  <a:lnTo>
                    <a:pt x="684" y="911"/>
                  </a:lnTo>
                  <a:lnTo>
                    <a:pt x="687" y="911"/>
                  </a:lnTo>
                  <a:lnTo>
                    <a:pt x="687" y="911"/>
                  </a:lnTo>
                  <a:lnTo>
                    <a:pt x="687" y="914"/>
                  </a:lnTo>
                  <a:lnTo>
                    <a:pt x="687" y="914"/>
                  </a:lnTo>
                  <a:lnTo>
                    <a:pt x="689" y="914"/>
                  </a:lnTo>
                  <a:lnTo>
                    <a:pt x="689" y="914"/>
                  </a:lnTo>
                  <a:lnTo>
                    <a:pt x="687" y="916"/>
                  </a:lnTo>
                  <a:lnTo>
                    <a:pt x="687" y="916"/>
                  </a:lnTo>
                  <a:lnTo>
                    <a:pt x="687" y="918"/>
                  </a:lnTo>
                  <a:lnTo>
                    <a:pt x="687" y="918"/>
                  </a:lnTo>
                  <a:lnTo>
                    <a:pt x="687" y="921"/>
                  </a:lnTo>
                  <a:lnTo>
                    <a:pt x="687" y="921"/>
                  </a:lnTo>
                  <a:lnTo>
                    <a:pt x="689" y="923"/>
                  </a:lnTo>
                  <a:lnTo>
                    <a:pt x="691" y="926"/>
                  </a:lnTo>
                  <a:lnTo>
                    <a:pt x="691" y="928"/>
                  </a:lnTo>
                  <a:lnTo>
                    <a:pt x="691" y="928"/>
                  </a:lnTo>
                  <a:lnTo>
                    <a:pt x="689" y="928"/>
                  </a:lnTo>
                  <a:lnTo>
                    <a:pt x="689" y="928"/>
                  </a:lnTo>
                  <a:lnTo>
                    <a:pt x="689" y="926"/>
                  </a:lnTo>
                  <a:lnTo>
                    <a:pt x="687" y="926"/>
                  </a:lnTo>
                  <a:lnTo>
                    <a:pt x="684" y="923"/>
                  </a:lnTo>
                  <a:lnTo>
                    <a:pt x="684" y="923"/>
                  </a:lnTo>
                  <a:lnTo>
                    <a:pt x="684" y="921"/>
                  </a:lnTo>
                  <a:lnTo>
                    <a:pt x="684" y="921"/>
                  </a:lnTo>
                  <a:lnTo>
                    <a:pt x="684" y="918"/>
                  </a:lnTo>
                  <a:lnTo>
                    <a:pt x="682" y="916"/>
                  </a:lnTo>
                  <a:lnTo>
                    <a:pt x="680" y="916"/>
                  </a:lnTo>
                  <a:lnTo>
                    <a:pt x="680" y="914"/>
                  </a:lnTo>
                  <a:lnTo>
                    <a:pt x="680" y="911"/>
                  </a:lnTo>
                  <a:lnTo>
                    <a:pt x="680" y="911"/>
                  </a:lnTo>
                  <a:lnTo>
                    <a:pt x="677" y="911"/>
                  </a:lnTo>
                  <a:lnTo>
                    <a:pt x="677" y="911"/>
                  </a:lnTo>
                  <a:lnTo>
                    <a:pt x="670" y="911"/>
                  </a:lnTo>
                  <a:lnTo>
                    <a:pt x="670" y="911"/>
                  </a:lnTo>
                  <a:lnTo>
                    <a:pt x="668" y="916"/>
                  </a:lnTo>
                  <a:lnTo>
                    <a:pt x="668" y="916"/>
                  </a:lnTo>
                  <a:lnTo>
                    <a:pt x="665" y="916"/>
                  </a:lnTo>
                  <a:lnTo>
                    <a:pt x="665" y="916"/>
                  </a:lnTo>
                  <a:lnTo>
                    <a:pt x="665" y="916"/>
                  </a:lnTo>
                  <a:lnTo>
                    <a:pt x="663" y="916"/>
                  </a:lnTo>
                  <a:lnTo>
                    <a:pt x="663" y="916"/>
                  </a:lnTo>
                  <a:lnTo>
                    <a:pt x="663" y="918"/>
                  </a:lnTo>
                  <a:lnTo>
                    <a:pt x="663" y="921"/>
                  </a:lnTo>
                  <a:lnTo>
                    <a:pt x="661" y="921"/>
                  </a:lnTo>
                  <a:lnTo>
                    <a:pt x="661" y="921"/>
                  </a:lnTo>
                  <a:lnTo>
                    <a:pt x="661" y="921"/>
                  </a:lnTo>
                  <a:lnTo>
                    <a:pt x="661" y="921"/>
                  </a:lnTo>
                  <a:lnTo>
                    <a:pt x="658" y="921"/>
                  </a:lnTo>
                  <a:lnTo>
                    <a:pt x="661" y="921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6"/>
                  </a:lnTo>
                  <a:lnTo>
                    <a:pt x="663" y="926"/>
                  </a:lnTo>
                  <a:lnTo>
                    <a:pt x="663" y="926"/>
                  </a:lnTo>
                  <a:lnTo>
                    <a:pt x="663" y="928"/>
                  </a:lnTo>
                  <a:lnTo>
                    <a:pt x="665" y="928"/>
                  </a:lnTo>
                  <a:lnTo>
                    <a:pt x="665" y="928"/>
                  </a:lnTo>
                  <a:lnTo>
                    <a:pt x="668" y="928"/>
                  </a:lnTo>
                  <a:lnTo>
                    <a:pt x="668" y="930"/>
                  </a:lnTo>
                  <a:lnTo>
                    <a:pt x="668" y="933"/>
                  </a:lnTo>
                  <a:lnTo>
                    <a:pt x="675" y="935"/>
                  </a:lnTo>
                  <a:lnTo>
                    <a:pt x="675" y="935"/>
                  </a:lnTo>
                  <a:lnTo>
                    <a:pt x="675" y="935"/>
                  </a:lnTo>
                  <a:lnTo>
                    <a:pt x="675" y="937"/>
                  </a:lnTo>
                  <a:lnTo>
                    <a:pt x="675" y="937"/>
                  </a:lnTo>
                  <a:lnTo>
                    <a:pt x="677" y="940"/>
                  </a:lnTo>
                  <a:lnTo>
                    <a:pt x="680" y="942"/>
                  </a:lnTo>
                  <a:lnTo>
                    <a:pt x="684" y="940"/>
                  </a:lnTo>
                  <a:lnTo>
                    <a:pt x="689" y="935"/>
                  </a:lnTo>
                  <a:lnTo>
                    <a:pt x="694" y="935"/>
                  </a:lnTo>
                  <a:lnTo>
                    <a:pt x="694" y="935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3"/>
                  </a:lnTo>
                  <a:lnTo>
                    <a:pt x="691" y="933"/>
                  </a:lnTo>
                  <a:lnTo>
                    <a:pt x="691" y="930"/>
                  </a:lnTo>
                  <a:lnTo>
                    <a:pt x="691" y="930"/>
                  </a:lnTo>
                  <a:lnTo>
                    <a:pt x="691" y="930"/>
                  </a:lnTo>
                  <a:lnTo>
                    <a:pt x="694" y="930"/>
                  </a:lnTo>
                  <a:lnTo>
                    <a:pt x="694" y="930"/>
                  </a:lnTo>
                  <a:lnTo>
                    <a:pt x="694" y="933"/>
                  </a:lnTo>
                  <a:lnTo>
                    <a:pt x="696" y="933"/>
                  </a:lnTo>
                  <a:lnTo>
                    <a:pt x="696" y="935"/>
                  </a:lnTo>
                  <a:lnTo>
                    <a:pt x="696" y="935"/>
                  </a:lnTo>
                  <a:lnTo>
                    <a:pt x="699" y="937"/>
                  </a:lnTo>
                  <a:lnTo>
                    <a:pt x="699" y="940"/>
                  </a:lnTo>
                  <a:lnTo>
                    <a:pt x="701" y="942"/>
                  </a:lnTo>
                  <a:lnTo>
                    <a:pt x="701" y="942"/>
                  </a:lnTo>
                  <a:lnTo>
                    <a:pt x="703" y="944"/>
                  </a:lnTo>
                  <a:lnTo>
                    <a:pt x="703" y="944"/>
                  </a:lnTo>
                  <a:lnTo>
                    <a:pt x="708" y="944"/>
                  </a:lnTo>
                  <a:lnTo>
                    <a:pt x="708" y="947"/>
                  </a:lnTo>
                  <a:lnTo>
                    <a:pt x="708" y="947"/>
                  </a:lnTo>
                  <a:lnTo>
                    <a:pt x="703" y="947"/>
                  </a:lnTo>
                  <a:lnTo>
                    <a:pt x="701" y="947"/>
                  </a:lnTo>
                  <a:lnTo>
                    <a:pt x="699" y="944"/>
                  </a:lnTo>
                  <a:lnTo>
                    <a:pt x="699" y="944"/>
                  </a:lnTo>
                  <a:lnTo>
                    <a:pt x="699" y="942"/>
                  </a:lnTo>
                  <a:lnTo>
                    <a:pt x="699" y="944"/>
                  </a:lnTo>
                  <a:lnTo>
                    <a:pt x="696" y="944"/>
                  </a:lnTo>
                  <a:lnTo>
                    <a:pt x="696" y="942"/>
                  </a:lnTo>
                  <a:lnTo>
                    <a:pt x="696" y="942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1" y="940"/>
                  </a:lnTo>
                  <a:lnTo>
                    <a:pt x="694" y="940"/>
                  </a:lnTo>
                  <a:lnTo>
                    <a:pt x="691" y="940"/>
                  </a:lnTo>
                  <a:lnTo>
                    <a:pt x="691" y="942"/>
                  </a:lnTo>
                  <a:lnTo>
                    <a:pt x="689" y="942"/>
                  </a:lnTo>
                  <a:lnTo>
                    <a:pt x="689" y="942"/>
                  </a:lnTo>
                  <a:lnTo>
                    <a:pt x="691" y="942"/>
                  </a:lnTo>
                  <a:lnTo>
                    <a:pt x="691" y="942"/>
                  </a:lnTo>
                  <a:lnTo>
                    <a:pt x="689" y="944"/>
                  </a:lnTo>
                  <a:lnTo>
                    <a:pt x="687" y="944"/>
                  </a:lnTo>
                  <a:lnTo>
                    <a:pt x="687" y="944"/>
                  </a:lnTo>
                  <a:lnTo>
                    <a:pt x="689" y="944"/>
                  </a:lnTo>
                  <a:lnTo>
                    <a:pt x="689" y="944"/>
                  </a:lnTo>
                  <a:lnTo>
                    <a:pt x="689" y="947"/>
                  </a:lnTo>
                  <a:lnTo>
                    <a:pt x="689" y="947"/>
                  </a:lnTo>
                  <a:lnTo>
                    <a:pt x="689" y="947"/>
                  </a:lnTo>
                  <a:lnTo>
                    <a:pt x="689" y="947"/>
                  </a:lnTo>
                  <a:lnTo>
                    <a:pt x="689" y="949"/>
                  </a:lnTo>
                  <a:lnTo>
                    <a:pt x="687" y="949"/>
                  </a:lnTo>
                  <a:lnTo>
                    <a:pt x="687" y="949"/>
                  </a:lnTo>
                  <a:lnTo>
                    <a:pt x="687" y="949"/>
                  </a:lnTo>
                  <a:lnTo>
                    <a:pt x="687" y="952"/>
                  </a:lnTo>
                  <a:lnTo>
                    <a:pt x="687" y="952"/>
                  </a:lnTo>
                  <a:lnTo>
                    <a:pt x="687" y="954"/>
                  </a:lnTo>
                  <a:lnTo>
                    <a:pt x="689" y="954"/>
                  </a:lnTo>
                  <a:lnTo>
                    <a:pt x="689" y="956"/>
                  </a:lnTo>
                  <a:lnTo>
                    <a:pt x="689" y="956"/>
                  </a:lnTo>
                  <a:lnTo>
                    <a:pt x="689" y="956"/>
                  </a:lnTo>
                  <a:lnTo>
                    <a:pt x="689" y="956"/>
                  </a:lnTo>
                  <a:lnTo>
                    <a:pt x="691" y="956"/>
                  </a:lnTo>
                  <a:lnTo>
                    <a:pt x="691" y="954"/>
                  </a:lnTo>
                  <a:lnTo>
                    <a:pt x="691" y="954"/>
                  </a:lnTo>
                  <a:lnTo>
                    <a:pt x="691" y="952"/>
                  </a:lnTo>
                  <a:lnTo>
                    <a:pt x="694" y="952"/>
                  </a:lnTo>
                  <a:lnTo>
                    <a:pt x="696" y="952"/>
                  </a:lnTo>
                  <a:lnTo>
                    <a:pt x="696" y="952"/>
                  </a:lnTo>
                  <a:lnTo>
                    <a:pt x="696" y="954"/>
                  </a:lnTo>
                  <a:lnTo>
                    <a:pt x="694" y="954"/>
                  </a:lnTo>
                  <a:lnTo>
                    <a:pt x="694" y="954"/>
                  </a:lnTo>
                  <a:lnTo>
                    <a:pt x="696" y="954"/>
                  </a:lnTo>
                  <a:lnTo>
                    <a:pt x="694" y="954"/>
                  </a:lnTo>
                  <a:lnTo>
                    <a:pt x="694" y="954"/>
                  </a:lnTo>
                  <a:lnTo>
                    <a:pt x="694" y="956"/>
                  </a:lnTo>
                  <a:lnTo>
                    <a:pt x="694" y="956"/>
                  </a:lnTo>
                  <a:lnTo>
                    <a:pt x="696" y="956"/>
                  </a:lnTo>
                  <a:lnTo>
                    <a:pt x="699" y="956"/>
                  </a:lnTo>
                  <a:lnTo>
                    <a:pt x="696" y="959"/>
                  </a:lnTo>
                  <a:lnTo>
                    <a:pt x="696" y="959"/>
                  </a:lnTo>
                  <a:lnTo>
                    <a:pt x="696" y="961"/>
                  </a:lnTo>
                  <a:lnTo>
                    <a:pt x="699" y="959"/>
                  </a:lnTo>
                  <a:lnTo>
                    <a:pt x="699" y="961"/>
                  </a:lnTo>
                  <a:lnTo>
                    <a:pt x="699" y="961"/>
                  </a:lnTo>
                  <a:lnTo>
                    <a:pt x="699" y="961"/>
                  </a:lnTo>
                  <a:lnTo>
                    <a:pt x="699" y="961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6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70"/>
                  </a:lnTo>
                  <a:lnTo>
                    <a:pt x="701" y="970"/>
                  </a:lnTo>
                  <a:lnTo>
                    <a:pt x="701" y="970"/>
                  </a:lnTo>
                  <a:lnTo>
                    <a:pt x="701" y="970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5"/>
                  </a:lnTo>
                  <a:lnTo>
                    <a:pt x="701" y="975"/>
                  </a:lnTo>
                  <a:lnTo>
                    <a:pt x="699" y="973"/>
                  </a:lnTo>
                  <a:lnTo>
                    <a:pt x="696" y="975"/>
                  </a:lnTo>
                  <a:lnTo>
                    <a:pt x="694" y="975"/>
                  </a:lnTo>
                  <a:lnTo>
                    <a:pt x="694" y="975"/>
                  </a:lnTo>
                  <a:lnTo>
                    <a:pt x="694" y="975"/>
                  </a:lnTo>
                  <a:lnTo>
                    <a:pt x="694" y="973"/>
                  </a:lnTo>
                  <a:lnTo>
                    <a:pt x="694" y="973"/>
                  </a:lnTo>
                  <a:lnTo>
                    <a:pt x="694" y="970"/>
                  </a:lnTo>
                  <a:lnTo>
                    <a:pt x="696" y="970"/>
                  </a:lnTo>
                  <a:lnTo>
                    <a:pt x="696" y="970"/>
                  </a:lnTo>
                  <a:lnTo>
                    <a:pt x="694" y="968"/>
                  </a:lnTo>
                  <a:lnTo>
                    <a:pt x="694" y="968"/>
                  </a:lnTo>
                  <a:lnTo>
                    <a:pt x="694" y="968"/>
                  </a:lnTo>
                  <a:lnTo>
                    <a:pt x="694" y="970"/>
                  </a:lnTo>
                  <a:lnTo>
                    <a:pt x="694" y="970"/>
                  </a:lnTo>
                  <a:lnTo>
                    <a:pt x="694" y="970"/>
                  </a:lnTo>
                  <a:lnTo>
                    <a:pt x="691" y="968"/>
                  </a:lnTo>
                  <a:lnTo>
                    <a:pt x="691" y="968"/>
                  </a:lnTo>
                  <a:lnTo>
                    <a:pt x="691" y="966"/>
                  </a:lnTo>
                  <a:lnTo>
                    <a:pt x="691" y="966"/>
                  </a:lnTo>
                  <a:lnTo>
                    <a:pt x="691" y="963"/>
                  </a:lnTo>
                  <a:lnTo>
                    <a:pt x="691" y="963"/>
                  </a:lnTo>
                  <a:lnTo>
                    <a:pt x="694" y="963"/>
                  </a:lnTo>
                  <a:lnTo>
                    <a:pt x="694" y="963"/>
                  </a:lnTo>
                  <a:lnTo>
                    <a:pt x="694" y="961"/>
                  </a:lnTo>
                  <a:lnTo>
                    <a:pt x="694" y="961"/>
                  </a:lnTo>
                  <a:lnTo>
                    <a:pt x="694" y="961"/>
                  </a:lnTo>
                  <a:lnTo>
                    <a:pt x="694" y="961"/>
                  </a:lnTo>
                  <a:lnTo>
                    <a:pt x="694" y="959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89" y="963"/>
                  </a:lnTo>
                  <a:lnTo>
                    <a:pt x="689" y="963"/>
                  </a:lnTo>
                  <a:lnTo>
                    <a:pt x="689" y="963"/>
                  </a:lnTo>
                  <a:lnTo>
                    <a:pt x="689" y="963"/>
                  </a:lnTo>
                  <a:lnTo>
                    <a:pt x="689" y="968"/>
                  </a:lnTo>
                  <a:lnTo>
                    <a:pt x="689" y="968"/>
                  </a:lnTo>
                  <a:lnTo>
                    <a:pt x="691" y="968"/>
                  </a:lnTo>
                  <a:lnTo>
                    <a:pt x="691" y="968"/>
                  </a:lnTo>
                  <a:lnTo>
                    <a:pt x="691" y="970"/>
                  </a:lnTo>
                  <a:lnTo>
                    <a:pt x="689" y="970"/>
                  </a:lnTo>
                  <a:lnTo>
                    <a:pt x="691" y="973"/>
                  </a:lnTo>
                  <a:lnTo>
                    <a:pt x="691" y="973"/>
                  </a:lnTo>
                  <a:lnTo>
                    <a:pt x="691" y="975"/>
                  </a:lnTo>
                  <a:lnTo>
                    <a:pt x="691" y="975"/>
                  </a:lnTo>
                  <a:lnTo>
                    <a:pt x="691" y="978"/>
                  </a:lnTo>
                  <a:lnTo>
                    <a:pt x="694" y="978"/>
                  </a:lnTo>
                  <a:lnTo>
                    <a:pt x="694" y="978"/>
                  </a:lnTo>
                  <a:lnTo>
                    <a:pt x="694" y="982"/>
                  </a:lnTo>
                  <a:lnTo>
                    <a:pt x="694" y="982"/>
                  </a:lnTo>
                  <a:lnTo>
                    <a:pt x="694" y="985"/>
                  </a:lnTo>
                  <a:lnTo>
                    <a:pt x="691" y="985"/>
                  </a:lnTo>
                  <a:lnTo>
                    <a:pt x="691" y="987"/>
                  </a:lnTo>
                  <a:lnTo>
                    <a:pt x="691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7" y="985"/>
                  </a:lnTo>
                  <a:lnTo>
                    <a:pt x="682" y="987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7" y="987"/>
                  </a:lnTo>
                  <a:lnTo>
                    <a:pt x="677" y="987"/>
                  </a:lnTo>
                  <a:lnTo>
                    <a:pt x="680" y="987"/>
                  </a:lnTo>
                  <a:lnTo>
                    <a:pt x="680" y="989"/>
                  </a:lnTo>
                  <a:lnTo>
                    <a:pt x="680" y="989"/>
                  </a:lnTo>
                  <a:lnTo>
                    <a:pt x="677" y="992"/>
                  </a:lnTo>
                  <a:lnTo>
                    <a:pt x="677" y="992"/>
                  </a:lnTo>
                  <a:lnTo>
                    <a:pt x="677" y="992"/>
                  </a:lnTo>
                  <a:lnTo>
                    <a:pt x="675" y="992"/>
                  </a:lnTo>
                  <a:lnTo>
                    <a:pt x="675" y="989"/>
                  </a:lnTo>
                  <a:lnTo>
                    <a:pt x="675" y="989"/>
                  </a:lnTo>
                  <a:lnTo>
                    <a:pt x="675" y="989"/>
                  </a:lnTo>
                  <a:lnTo>
                    <a:pt x="673" y="992"/>
                  </a:lnTo>
                  <a:lnTo>
                    <a:pt x="673" y="992"/>
                  </a:lnTo>
                  <a:lnTo>
                    <a:pt x="673" y="992"/>
                  </a:lnTo>
                  <a:lnTo>
                    <a:pt x="670" y="989"/>
                  </a:lnTo>
                  <a:lnTo>
                    <a:pt x="665" y="989"/>
                  </a:lnTo>
                  <a:lnTo>
                    <a:pt x="665" y="987"/>
                  </a:lnTo>
                  <a:lnTo>
                    <a:pt x="663" y="987"/>
                  </a:lnTo>
                  <a:lnTo>
                    <a:pt x="663" y="985"/>
                  </a:lnTo>
                  <a:lnTo>
                    <a:pt x="665" y="985"/>
                  </a:lnTo>
                  <a:lnTo>
                    <a:pt x="665" y="985"/>
                  </a:lnTo>
                  <a:lnTo>
                    <a:pt x="665" y="987"/>
                  </a:lnTo>
                  <a:lnTo>
                    <a:pt x="665" y="987"/>
                  </a:lnTo>
                  <a:lnTo>
                    <a:pt x="665" y="987"/>
                  </a:lnTo>
                  <a:lnTo>
                    <a:pt x="665" y="985"/>
                  </a:lnTo>
                  <a:lnTo>
                    <a:pt x="668" y="985"/>
                  </a:lnTo>
                  <a:lnTo>
                    <a:pt x="668" y="982"/>
                  </a:lnTo>
                  <a:lnTo>
                    <a:pt x="668" y="982"/>
                  </a:lnTo>
                  <a:lnTo>
                    <a:pt x="665" y="982"/>
                  </a:lnTo>
                  <a:lnTo>
                    <a:pt x="665" y="980"/>
                  </a:lnTo>
                  <a:lnTo>
                    <a:pt x="665" y="980"/>
                  </a:lnTo>
                  <a:lnTo>
                    <a:pt x="665" y="982"/>
                  </a:lnTo>
                  <a:lnTo>
                    <a:pt x="665" y="982"/>
                  </a:lnTo>
                  <a:lnTo>
                    <a:pt x="665" y="982"/>
                  </a:lnTo>
                  <a:lnTo>
                    <a:pt x="665" y="982"/>
                  </a:lnTo>
                  <a:lnTo>
                    <a:pt x="663" y="982"/>
                  </a:lnTo>
                  <a:lnTo>
                    <a:pt x="663" y="982"/>
                  </a:lnTo>
                  <a:lnTo>
                    <a:pt x="663" y="980"/>
                  </a:lnTo>
                  <a:lnTo>
                    <a:pt x="663" y="980"/>
                  </a:lnTo>
                  <a:lnTo>
                    <a:pt x="663" y="980"/>
                  </a:lnTo>
                  <a:lnTo>
                    <a:pt x="661" y="978"/>
                  </a:lnTo>
                  <a:lnTo>
                    <a:pt x="661" y="975"/>
                  </a:lnTo>
                  <a:lnTo>
                    <a:pt x="661" y="973"/>
                  </a:lnTo>
                  <a:lnTo>
                    <a:pt x="658" y="973"/>
                  </a:lnTo>
                  <a:lnTo>
                    <a:pt x="658" y="973"/>
                  </a:lnTo>
                  <a:lnTo>
                    <a:pt x="658" y="970"/>
                  </a:lnTo>
                  <a:lnTo>
                    <a:pt x="658" y="970"/>
                  </a:lnTo>
                  <a:lnTo>
                    <a:pt x="661" y="970"/>
                  </a:lnTo>
                  <a:lnTo>
                    <a:pt x="661" y="970"/>
                  </a:lnTo>
                  <a:lnTo>
                    <a:pt x="658" y="970"/>
                  </a:lnTo>
                  <a:lnTo>
                    <a:pt x="658" y="970"/>
                  </a:lnTo>
                  <a:lnTo>
                    <a:pt x="658" y="970"/>
                  </a:lnTo>
                  <a:lnTo>
                    <a:pt x="658" y="973"/>
                  </a:lnTo>
                  <a:lnTo>
                    <a:pt x="658" y="973"/>
                  </a:lnTo>
                  <a:lnTo>
                    <a:pt x="656" y="973"/>
                  </a:lnTo>
                  <a:lnTo>
                    <a:pt x="656" y="970"/>
                  </a:lnTo>
                  <a:lnTo>
                    <a:pt x="656" y="970"/>
                  </a:lnTo>
                  <a:lnTo>
                    <a:pt x="654" y="966"/>
                  </a:lnTo>
                  <a:lnTo>
                    <a:pt x="654" y="966"/>
                  </a:lnTo>
                  <a:lnTo>
                    <a:pt x="656" y="966"/>
                  </a:lnTo>
                  <a:lnTo>
                    <a:pt x="654" y="966"/>
                  </a:lnTo>
                  <a:lnTo>
                    <a:pt x="654" y="966"/>
                  </a:lnTo>
                  <a:lnTo>
                    <a:pt x="654" y="966"/>
                  </a:lnTo>
                  <a:lnTo>
                    <a:pt x="654" y="963"/>
                  </a:lnTo>
                  <a:lnTo>
                    <a:pt x="654" y="963"/>
                  </a:lnTo>
                  <a:lnTo>
                    <a:pt x="654" y="963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1" y="961"/>
                  </a:lnTo>
                  <a:lnTo>
                    <a:pt x="651" y="961"/>
                  </a:lnTo>
                  <a:lnTo>
                    <a:pt x="651" y="961"/>
                  </a:lnTo>
                  <a:lnTo>
                    <a:pt x="651" y="961"/>
                  </a:lnTo>
                  <a:lnTo>
                    <a:pt x="651" y="959"/>
                  </a:lnTo>
                  <a:lnTo>
                    <a:pt x="649" y="959"/>
                  </a:lnTo>
                  <a:lnTo>
                    <a:pt x="649" y="959"/>
                  </a:lnTo>
                  <a:lnTo>
                    <a:pt x="649" y="959"/>
                  </a:lnTo>
                  <a:lnTo>
                    <a:pt x="649" y="956"/>
                  </a:lnTo>
                  <a:lnTo>
                    <a:pt x="649" y="956"/>
                  </a:lnTo>
                  <a:lnTo>
                    <a:pt x="649" y="956"/>
                  </a:lnTo>
                  <a:lnTo>
                    <a:pt x="646" y="956"/>
                  </a:lnTo>
                  <a:lnTo>
                    <a:pt x="646" y="956"/>
                  </a:lnTo>
                  <a:lnTo>
                    <a:pt x="644" y="956"/>
                  </a:lnTo>
                  <a:lnTo>
                    <a:pt x="642" y="956"/>
                  </a:lnTo>
                  <a:lnTo>
                    <a:pt x="639" y="956"/>
                  </a:lnTo>
                  <a:lnTo>
                    <a:pt x="642" y="956"/>
                  </a:lnTo>
                  <a:lnTo>
                    <a:pt x="639" y="959"/>
                  </a:lnTo>
                  <a:lnTo>
                    <a:pt x="639" y="956"/>
                  </a:lnTo>
                  <a:lnTo>
                    <a:pt x="637" y="959"/>
                  </a:lnTo>
                  <a:lnTo>
                    <a:pt x="637" y="959"/>
                  </a:lnTo>
                  <a:lnTo>
                    <a:pt x="639" y="959"/>
                  </a:lnTo>
                  <a:lnTo>
                    <a:pt x="637" y="959"/>
                  </a:lnTo>
                  <a:lnTo>
                    <a:pt x="635" y="959"/>
                  </a:lnTo>
                  <a:lnTo>
                    <a:pt x="635" y="961"/>
                  </a:lnTo>
                  <a:lnTo>
                    <a:pt x="635" y="961"/>
                  </a:lnTo>
                  <a:lnTo>
                    <a:pt x="632" y="963"/>
                  </a:lnTo>
                  <a:lnTo>
                    <a:pt x="632" y="963"/>
                  </a:lnTo>
                  <a:lnTo>
                    <a:pt x="632" y="963"/>
                  </a:lnTo>
                  <a:lnTo>
                    <a:pt x="632" y="966"/>
                  </a:lnTo>
                  <a:lnTo>
                    <a:pt x="632" y="968"/>
                  </a:lnTo>
                  <a:lnTo>
                    <a:pt x="632" y="968"/>
                  </a:lnTo>
                  <a:lnTo>
                    <a:pt x="632" y="968"/>
                  </a:lnTo>
                  <a:lnTo>
                    <a:pt x="632" y="970"/>
                  </a:lnTo>
                  <a:lnTo>
                    <a:pt x="632" y="970"/>
                  </a:lnTo>
                  <a:lnTo>
                    <a:pt x="630" y="975"/>
                  </a:lnTo>
                  <a:lnTo>
                    <a:pt x="628" y="978"/>
                  </a:lnTo>
                  <a:lnTo>
                    <a:pt x="628" y="980"/>
                  </a:lnTo>
                  <a:lnTo>
                    <a:pt x="628" y="980"/>
                  </a:lnTo>
                  <a:lnTo>
                    <a:pt x="628" y="980"/>
                  </a:lnTo>
                  <a:lnTo>
                    <a:pt x="628" y="982"/>
                  </a:lnTo>
                  <a:lnTo>
                    <a:pt x="628" y="982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7"/>
                  </a:lnTo>
                  <a:lnTo>
                    <a:pt x="628" y="987"/>
                  </a:lnTo>
                  <a:lnTo>
                    <a:pt x="628" y="987"/>
                  </a:lnTo>
                  <a:lnTo>
                    <a:pt x="628" y="989"/>
                  </a:lnTo>
                  <a:lnTo>
                    <a:pt x="630" y="992"/>
                  </a:lnTo>
                  <a:lnTo>
                    <a:pt x="630" y="992"/>
                  </a:lnTo>
                  <a:lnTo>
                    <a:pt x="635" y="999"/>
                  </a:lnTo>
                  <a:lnTo>
                    <a:pt x="635" y="999"/>
                  </a:lnTo>
                  <a:lnTo>
                    <a:pt x="635" y="999"/>
                  </a:lnTo>
                  <a:lnTo>
                    <a:pt x="635" y="999"/>
                  </a:lnTo>
                  <a:lnTo>
                    <a:pt x="635" y="1001"/>
                  </a:lnTo>
                  <a:lnTo>
                    <a:pt x="637" y="1001"/>
                  </a:lnTo>
                  <a:lnTo>
                    <a:pt x="637" y="1001"/>
                  </a:lnTo>
                  <a:lnTo>
                    <a:pt x="639" y="1001"/>
                  </a:lnTo>
                  <a:lnTo>
                    <a:pt x="639" y="1004"/>
                  </a:lnTo>
                  <a:lnTo>
                    <a:pt x="639" y="1004"/>
                  </a:lnTo>
                  <a:lnTo>
                    <a:pt x="639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6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4" y="1006"/>
                  </a:lnTo>
                  <a:lnTo>
                    <a:pt x="646" y="1006"/>
                  </a:lnTo>
                  <a:lnTo>
                    <a:pt x="646" y="1008"/>
                  </a:lnTo>
                  <a:lnTo>
                    <a:pt x="646" y="1008"/>
                  </a:lnTo>
                  <a:lnTo>
                    <a:pt x="649" y="1008"/>
                  </a:lnTo>
                  <a:lnTo>
                    <a:pt x="649" y="1011"/>
                  </a:lnTo>
                  <a:lnTo>
                    <a:pt x="646" y="1011"/>
                  </a:lnTo>
                  <a:lnTo>
                    <a:pt x="646" y="1011"/>
                  </a:lnTo>
                  <a:lnTo>
                    <a:pt x="649" y="1013"/>
                  </a:lnTo>
                  <a:lnTo>
                    <a:pt x="649" y="1015"/>
                  </a:lnTo>
                  <a:lnTo>
                    <a:pt x="649" y="1015"/>
                  </a:lnTo>
                  <a:lnTo>
                    <a:pt x="649" y="1015"/>
                  </a:lnTo>
                  <a:lnTo>
                    <a:pt x="649" y="1015"/>
                  </a:lnTo>
                  <a:lnTo>
                    <a:pt x="651" y="1015"/>
                  </a:lnTo>
                  <a:lnTo>
                    <a:pt x="651" y="1015"/>
                  </a:lnTo>
                  <a:lnTo>
                    <a:pt x="651" y="1018"/>
                  </a:lnTo>
                  <a:lnTo>
                    <a:pt x="651" y="1018"/>
                  </a:lnTo>
                  <a:lnTo>
                    <a:pt x="649" y="1015"/>
                  </a:lnTo>
                  <a:lnTo>
                    <a:pt x="649" y="1018"/>
                  </a:lnTo>
                  <a:lnTo>
                    <a:pt x="649" y="1018"/>
                  </a:lnTo>
                  <a:lnTo>
                    <a:pt x="649" y="1018"/>
                  </a:lnTo>
                  <a:lnTo>
                    <a:pt x="649" y="1018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3"/>
                  </a:lnTo>
                  <a:lnTo>
                    <a:pt x="651" y="1023"/>
                  </a:lnTo>
                  <a:lnTo>
                    <a:pt x="651" y="1023"/>
                  </a:lnTo>
                  <a:lnTo>
                    <a:pt x="651" y="1025"/>
                  </a:lnTo>
                  <a:lnTo>
                    <a:pt x="651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6" y="1025"/>
                  </a:lnTo>
                  <a:lnTo>
                    <a:pt x="656" y="1025"/>
                  </a:lnTo>
                  <a:lnTo>
                    <a:pt x="656" y="1025"/>
                  </a:lnTo>
                  <a:lnTo>
                    <a:pt x="656" y="1025"/>
                  </a:lnTo>
                  <a:lnTo>
                    <a:pt x="658" y="1025"/>
                  </a:lnTo>
                  <a:lnTo>
                    <a:pt x="661" y="1027"/>
                  </a:lnTo>
                  <a:lnTo>
                    <a:pt x="661" y="1027"/>
                  </a:lnTo>
                  <a:lnTo>
                    <a:pt x="661" y="1027"/>
                  </a:lnTo>
                  <a:lnTo>
                    <a:pt x="661" y="1027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3" y="1030"/>
                  </a:lnTo>
                  <a:lnTo>
                    <a:pt x="663" y="1030"/>
                  </a:lnTo>
                  <a:lnTo>
                    <a:pt x="663" y="1027"/>
                  </a:lnTo>
                  <a:lnTo>
                    <a:pt x="663" y="1025"/>
                  </a:lnTo>
                  <a:lnTo>
                    <a:pt x="665" y="1023"/>
                  </a:lnTo>
                  <a:lnTo>
                    <a:pt x="668" y="1023"/>
                  </a:lnTo>
                  <a:lnTo>
                    <a:pt x="668" y="1023"/>
                  </a:lnTo>
                  <a:lnTo>
                    <a:pt x="668" y="1023"/>
                  </a:lnTo>
                  <a:lnTo>
                    <a:pt x="670" y="1025"/>
                  </a:lnTo>
                  <a:lnTo>
                    <a:pt x="670" y="1025"/>
                  </a:lnTo>
                  <a:lnTo>
                    <a:pt x="673" y="1027"/>
                  </a:lnTo>
                  <a:lnTo>
                    <a:pt x="673" y="1027"/>
                  </a:lnTo>
                  <a:lnTo>
                    <a:pt x="673" y="1027"/>
                  </a:lnTo>
                  <a:lnTo>
                    <a:pt x="673" y="1027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2"/>
                  </a:lnTo>
                  <a:lnTo>
                    <a:pt x="673" y="1032"/>
                  </a:lnTo>
                  <a:lnTo>
                    <a:pt x="673" y="1032"/>
                  </a:lnTo>
                  <a:lnTo>
                    <a:pt x="673" y="1034"/>
                  </a:lnTo>
                  <a:lnTo>
                    <a:pt x="673" y="1034"/>
                  </a:lnTo>
                  <a:lnTo>
                    <a:pt x="675" y="1037"/>
                  </a:lnTo>
                  <a:lnTo>
                    <a:pt x="675" y="1037"/>
                  </a:lnTo>
                  <a:lnTo>
                    <a:pt x="675" y="1037"/>
                  </a:lnTo>
                  <a:lnTo>
                    <a:pt x="675" y="1037"/>
                  </a:lnTo>
                  <a:lnTo>
                    <a:pt x="675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5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80" y="1034"/>
                  </a:lnTo>
                  <a:lnTo>
                    <a:pt x="680" y="1034"/>
                  </a:lnTo>
                  <a:lnTo>
                    <a:pt x="684" y="1037"/>
                  </a:lnTo>
                  <a:lnTo>
                    <a:pt x="684" y="1037"/>
                  </a:lnTo>
                  <a:lnTo>
                    <a:pt x="684" y="1037"/>
                  </a:lnTo>
                  <a:lnTo>
                    <a:pt x="684" y="1039"/>
                  </a:lnTo>
                  <a:lnTo>
                    <a:pt x="687" y="1039"/>
                  </a:lnTo>
                  <a:lnTo>
                    <a:pt x="687" y="1039"/>
                  </a:lnTo>
                  <a:lnTo>
                    <a:pt x="687" y="1039"/>
                  </a:lnTo>
                  <a:lnTo>
                    <a:pt x="689" y="1042"/>
                  </a:lnTo>
                  <a:lnTo>
                    <a:pt x="687" y="1042"/>
                  </a:lnTo>
                  <a:lnTo>
                    <a:pt x="687" y="1042"/>
                  </a:lnTo>
                  <a:lnTo>
                    <a:pt x="689" y="1044"/>
                  </a:lnTo>
                  <a:lnTo>
                    <a:pt x="689" y="1044"/>
                  </a:lnTo>
                  <a:lnTo>
                    <a:pt x="689" y="1044"/>
                  </a:lnTo>
                  <a:lnTo>
                    <a:pt x="691" y="1044"/>
                  </a:lnTo>
                  <a:lnTo>
                    <a:pt x="689" y="1044"/>
                  </a:lnTo>
                  <a:lnTo>
                    <a:pt x="689" y="1046"/>
                  </a:lnTo>
                  <a:lnTo>
                    <a:pt x="689" y="1046"/>
                  </a:lnTo>
                  <a:lnTo>
                    <a:pt x="689" y="1046"/>
                  </a:lnTo>
                  <a:lnTo>
                    <a:pt x="691" y="1049"/>
                  </a:lnTo>
                  <a:lnTo>
                    <a:pt x="691" y="1049"/>
                  </a:lnTo>
                  <a:lnTo>
                    <a:pt x="691" y="1049"/>
                  </a:lnTo>
                  <a:lnTo>
                    <a:pt x="691" y="1051"/>
                  </a:lnTo>
                  <a:lnTo>
                    <a:pt x="694" y="1053"/>
                  </a:lnTo>
                  <a:lnTo>
                    <a:pt x="694" y="1056"/>
                  </a:lnTo>
                  <a:lnTo>
                    <a:pt x="696" y="1058"/>
                  </a:lnTo>
                  <a:lnTo>
                    <a:pt x="699" y="1058"/>
                  </a:lnTo>
                  <a:lnTo>
                    <a:pt x="699" y="1060"/>
                  </a:lnTo>
                  <a:lnTo>
                    <a:pt x="699" y="1063"/>
                  </a:lnTo>
                  <a:lnTo>
                    <a:pt x="701" y="1063"/>
                  </a:lnTo>
                  <a:lnTo>
                    <a:pt x="701" y="1063"/>
                  </a:lnTo>
                  <a:lnTo>
                    <a:pt x="706" y="1065"/>
                  </a:lnTo>
                  <a:lnTo>
                    <a:pt x="706" y="1065"/>
                  </a:lnTo>
                  <a:lnTo>
                    <a:pt x="708" y="1068"/>
                  </a:lnTo>
                  <a:lnTo>
                    <a:pt x="708" y="1070"/>
                  </a:lnTo>
                  <a:lnTo>
                    <a:pt x="708" y="1070"/>
                  </a:lnTo>
                  <a:lnTo>
                    <a:pt x="708" y="1070"/>
                  </a:lnTo>
                  <a:lnTo>
                    <a:pt x="708" y="1072"/>
                  </a:lnTo>
                  <a:lnTo>
                    <a:pt x="710" y="1072"/>
                  </a:lnTo>
                  <a:lnTo>
                    <a:pt x="710" y="1072"/>
                  </a:lnTo>
                  <a:lnTo>
                    <a:pt x="710" y="1072"/>
                  </a:lnTo>
                  <a:lnTo>
                    <a:pt x="710" y="1075"/>
                  </a:lnTo>
                  <a:lnTo>
                    <a:pt x="713" y="1075"/>
                  </a:lnTo>
                  <a:lnTo>
                    <a:pt x="713" y="1075"/>
                  </a:lnTo>
                  <a:lnTo>
                    <a:pt x="713" y="1075"/>
                  </a:lnTo>
                  <a:lnTo>
                    <a:pt x="713" y="1075"/>
                  </a:lnTo>
                  <a:lnTo>
                    <a:pt x="713" y="1077"/>
                  </a:lnTo>
                  <a:lnTo>
                    <a:pt x="713" y="1077"/>
                  </a:lnTo>
                  <a:lnTo>
                    <a:pt x="713" y="1077"/>
                  </a:lnTo>
                  <a:lnTo>
                    <a:pt x="713" y="1077"/>
                  </a:lnTo>
                  <a:lnTo>
                    <a:pt x="713" y="1079"/>
                  </a:lnTo>
                  <a:lnTo>
                    <a:pt x="713" y="1079"/>
                  </a:lnTo>
                  <a:lnTo>
                    <a:pt x="713" y="1079"/>
                  </a:lnTo>
                  <a:lnTo>
                    <a:pt x="713" y="1082"/>
                  </a:lnTo>
                  <a:lnTo>
                    <a:pt x="715" y="1084"/>
                  </a:lnTo>
                  <a:lnTo>
                    <a:pt x="715" y="1086"/>
                  </a:lnTo>
                  <a:lnTo>
                    <a:pt x="717" y="1086"/>
                  </a:lnTo>
                  <a:lnTo>
                    <a:pt x="720" y="1089"/>
                  </a:lnTo>
                  <a:lnTo>
                    <a:pt x="720" y="1089"/>
                  </a:lnTo>
                  <a:lnTo>
                    <a:pt x="720" y="1091"/>
                  </a:lnTo>
                  <a:lnTo>
                    <a:pt x="720" y="1091"/>
                  </a:lnTo>
                  <a:lnTo>
                    <a:pt x="720" y="1091"/>
                  </a:lnTo>
                  <a:lnTo>
                    <a:pt x="720" y="1091"/>
                  </a:lnTo>
                  <a:lnTo>
                    <a:pt x="720" y="1096"/>
                  </a:lnTo>
                  <a:lnTo>
                    <a:pt x="722" y="1098"/>
                  </a:lnTo>
                  <a:lnTo>
                    <a:pt x="722" y="1101"/>
                  </a:lnTo>
                  <a:lnTo>
                    <a:pt x="722" y="1101"/>
                  </a:lnTo>
                  <a:lnTo>
                    <a:pt x="722" y="1103"/>
                  </a:lnTo>
                  <a:lnTo>
                    <a:pt x="722" y="1103"/>
                  </a:lnTo>
                  <a:lnTo>
                    <a:pt x="725" y="1103"/>
                  </a:lnTo>
                  <a:lnTo>
                    <a:pt x="725" y="1105"/>
                  </a:lnTo>
                  <a:lnTo>
                    <a:pt x="725" y="1105"/>
                  </a:lnTo>
                  <a:lnTo>
                    <a:pt x="725" y="1105"/>
                  </a:lnTo>
                  <a:lnTo>
                    <a:pt x="725" y="1108"/>
                  </a:lnTo>
                  <a:lnTo>
                    <a:pt x="725" y="1108"/>
                  </a:lnTo>
                  <a:lnTo>
                    <a:pt x="725" y="1110"/>
                  </a:lnTo>
                  <a:lnTo>
                    <a:pt x="725" y="1110"/>
                  </a:lnTo>
                  <a:lnTo>
                    <a:pt x="729" y="1110"/>
                  </a:lnTo>
                  <a:lnTo>
                    <a:pt x="729" y="1108"/>
                  </a:lnTo>
                  <a:lnTo>
                    <a:pt x="732" y="1105"/>
                  </a:lnTo>
                  <a:lnTo>
                    <a:pt x="732" y="1105"/>
                  </a:lnTo>
                  <a:lnTo>
                    <a:pt x="734" y="1105"/>
                  </a:lnTo>
                  <a:lnTo>
                    <a:pt x="734" y="1108"/>
                  </a:lnTo>
                  <a:lnTo>
                    <a:pt x="736" y="1113"/>
                  </a:lnTo>
                  <a:lnTo>
                    <a:pt x="739" y="1115"/>
                  </a:lnTo>
                  <a:lnTo>
                    <a:pt x="739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3"/>
                  </a:lnTo>
                  <a:lnTo>
                    <a:pt x="746" y="1115"/>
                  </a:lnTo>
                  <a:lnTo>
                    <a:pt x="746" y="1113"/>
                  </a:lnTo>
                  <a:lnTo>
                    <a:pt x="748" y="1110"/>
                  </a:lnTo>
                  <a:lnTo>
                    <a:pt x="751" y="1110"/>
                  </a:lnTo>
                  <a:lnTo>
                    <a:pt x="751" y="1110"/>
                  </a:lnTo>
                  <a:lnTo>
                    <a:pt x="753" y="1105"/>
                  </a:lnTo>
                  <a:lnTo>
                    <a:pt x="755" y="1103"/>
                  </a:lnTo>
                  <a:lnTo>
                    <a:pt x="755" y="1103"/>
                  </a:lnTo>
                  <a:lnTo>
                    <a:pt x="755" y="1101"/>
                  </a:lnTo>
                  <a:lnTo>
                    <a:pt x="758" y="1098"/>
                  </a:lnTo>
                  <a:lnTo>
                    <a:pt x="758" y="1096"/>
                  </a:lnTo>
                  <a:lnTo>
                    <a:pt x="760" y="1094"/>
                  </a:lnTo>
                  <a:lnTo>
                    <a:pt x="760" y="1094"/>
                  </a:lnTo>
                  <a:lnTo>
                    <a:pt x="760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5" y="1091"/>
                  </a:lnTo>
                  <a:lnTo>
                    <a:pt x="755" y="1089"/>
                  </a:lnTo>
                  <a:lnTo>
                    <a:pt x="755" y="1086"/>
                  </a:lnTo>
                  <a:lnTo>
                    <a:pt x="755" y="1086"/>
                  </a:lnTo>
                  <a:lnTo>
                    <a:pt x="753" y="1086"/>
                  </a:lnTo>
                  <a:lnTo>
                    <a:pt x="753" y="1086"/>
                  </a:lnTo>
                  <a:lnTo>
                    <a:pt x="753" y="1086"/>
                  </a:lnTo>
                  <a:lnTo>
                    <a:pt x="753" y="1086"/>
                  </a:lnTo>
                  <a:lnTo>
                    <a:pt x="753" y="1084"/>
                  </a:lnTo>
                  <a:lnTo>
                    <a:pt x="753" y="1084"/>
                  </a:lnTo>
                  <a:lnTo>
                    <a:pt x="753" y="1084"/>
                  </a:lnTo>
                  <a:lnTo>
                    <a:pt x="751" y="1082"/>
                  </a:lnTo>
                  <a:lnTo>
                    <a:pt x="751" y="1082"/>
                  </a:lnTo>
                  <a:lnTo>
                    <a:pt x="751" y="1082"/>
                  </a:lnTo>
                  <a:lnTo>
                    <a:pt x="751" y="1082"/>
                  </a:lnTo>
                  <a:lnTo>
                    <a:pt x="748" y="1079"/>
                  </a:lnTo>
                  <a:lnTo>
                    <a:pt x="748" y="1079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2"/>
                  </a:lnTo>
                  <a:lnTo>
                    <a:pt x="748" y="1070"/>
                  </a:lnTo>
                  <a:lnTo>
                    <a:pt x="751" y="1063"/>
                  </a:lnTo>
                  <a:lnTo>
                    <a:pt x="751" y="1063"/>
                  </a:lnTo>
                  <a:lnTo>
                    <a:pt x="751" y="1063"/>
                  </a:lnTo>
                  <a:lnTo>
                    <a:pt x="753" y="1063"/>
                  </a:lnTo>
                  <a:lnTo>
                    <a:pt x="753" y="1063"/>
                  </a:lnTo>
                  <a:lnTo>
                    <a:pt x="753" y="1063"/>
                  </a:lnTo>
                  <a:lnTo>
                    <a:pt x="751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3"/>
                  </a:lnTo>
                  <a:lnTo>
                    <a:pt x="753" y="1063"/>
                  </a:lnTo>
                  <a:lnTo>
                    <a:pt x="751" y="1068"/>
                  </a:lnTo>
                  <a:lnTo>
                    <a:pt x="751" y="1070"/>
                  </a:lnTo>
                  <a:lnTo>
                    <a:pt x="751" y="1075"/>
                  </a:lnTo>
                  <a:lnTo>
                    <a:pt x="751" y="1075"/>
                  </a:lnTo>
                  <a:lnTo>
                    <a:pt x="751" y="1075"/>
                  </a:lnTo>
                  <a:lnTo>
                    <a:pt x="751" y="1077"/>
                  </a:lnTo>
                  <a:lnTo>
                    <a:pt x="751" y="1077"/>
                  </a:lnTo>
                  <a:lnTo>
                    <a:pt x="753" y="1082"/>
                  </a:lnTo>
                  <a:lnTo>
                    <a:pt x="755" y="1082"/>
                  </a:lnTo>
                  <a:lnTo>
                    <a:pt x="758" y="1082"/>
                  </a:lnTo>
                  <a:lnTo>
                    <a:pt x="758" y="1082"/>
                  </a:lnTo>
                  <a:lnTo>
                    <a:pt x="762" y="1082"/>
                  </a:lnTo>
                  <a:lnTo>
                    <a:pt x="762" y="1082"/>
                  </a:lnTo>
                  <a:lnTo>
                    <a:pt x="762" y="1082"/>
                  </a:lnTo>
                  <a:lnTo>
                    <a:pt x="767" y="1082"/>
                  </a:lnTo>
                  <a:lnTo>
                    <a:pt x="770" y="1084"/>
                  </a:lnTo>
                  <a:lnTo>
                    <a:pt x="770" y="1084"/>
                  </a:lnTo>
                  <a:lnTo>
                    <a:pt x="770" y="1084"/>
                  </a:lnTo>
                  <a:lnTo>
                    <a:pt x="777" y="1084"/>
                  </a:lnTo>
                  <a:lnTo>
                    <a:pt x="777" y="1084"/>
                  </a:lnTo>
                  <a:lnTo>
                    <a:pt x="781" y="1082"/>
                  </a:lnTo>
                  <a:lnTo>
                    <a:pt x="784" y="1079"/>
                  </a:lnTo>
                  <a:lnTo>
                    <a:pt x="788" y="1077"/>
                  </a:lnTo>
                  <a:lnTo>
                    <a:pt x="788" y="1075"/>
                  </a:lnTo>
                  <a:lnTo>
                    <a:pt x="788" y="1075"/>
                  </a:lnTo>
                  <a:lnTo>
                    <a:pt x="788" y="1072"/>
                  </a:lnTo>
                  <a:lnTo>
                    <a:pt x="791" y="1068"/>
                  </a:lnTo>
                  <a:lnTo>
                    <a:pt x="791" y="1068"/>
                  </a:lnTo>
                  <a:lnTo>
                    <a:pt x="791" y="1068"/>
                  </a:lnTo>
                  <a:lnTo>
                    <a:pt x="793" y="1068"/>
                  </a:lnTo>
                  <a:lnTo>
                    <a:pt x="793" y="1068"/>
                  </a:lnTo>
                  <a:lnTo>
                    <a:pt x="796" y="1065"/>
                  </a:lnTo>
                  <a:lnTo>
                    <a:pt x="796" y="1065"/>
                  </a:lnTo>
                  <a:lnTo>
                    <a:pt x="796" y="1063"/>
                  </a:lnTo>
                  <a:lnTo>
                    <a:pt x="798" y="1063"/>
                  </a:lnTo>
                  <a:lnTo>
                    <a:pt x="798" y="1065"/>
                  </a:lnTo>
                  <a:lnTo>
                    <a:pt x="798" y="1065"/>
                  </a:lnTo>
                  <a:lnTo>
                    <a:pt x="798" y="1065"/>
                  </a:lnTo>
                  <a:lnTo>
                    <a:pt x="796" y="1065"/>
                  </a:lnTo>
                  <a:lnTo>
                    <a:pt x="798" y="1068"/>
                  </a:lnTo>
                  <a:lnTo>
                    <a:pt x="798" y="1068"/>
                  </a:lnTo>
                  <a:lnTo>
                    <a:pt x="800" y="1068"/>
                  </a:lnTo>
                  <a:lnTo>
                    <a:pt x="800" y="1065"/>
                  </a:lnTo>
                  <a:lnTo>
                    <a:pt x="803" y="1063"/>
                  </a:lnTo>
                  <a:lnTo>
                    <a:pt x="803" y="1058"/>
                  </a:lnTo>
                  <a:lnTo>
                    <a:pt x="803" y="1056"/>
                  </a:lnTo>
                  <a:lnTo>
                    <a:pt x="803" y="1056"/>
                  </a:lnTo>
                  <a:lnTo>
                    <a:pt x="800" y="1056"/>
                  </a:lnTo>
                  <a:lnTo>
                    <a:pt x="800" y="1056"/>
                  </a:lnTo>
                  <a:lnTo>
                    <a:pt x="798" y="1058"/>
                  </a:lnTo>
                  <a:lnTo>
                    <a:pt x="798" y="1058"/>
                  </a:lnTo>
                  <a:lnTo>
                    <a:pt x="796" y="1058"/>
                  </a:lnTo>
                  <a:lnTo>
                    <a:pt x="796" y="1058"/>
                  </a:lnTo>
                  <a:lnTo>
                    <a:pt x="798" y="1056"/>
                  </a:lnTo>
                  <a:lnTo>
                    <a:pt x="798" y="1053"/>
                  </a:lnTo>
                  <a:lnTo>
                    <a:pt x="798" y="1053"/>
                  </a:lnTo>
                  <a:lnTo>
                    <a:pt x="800" y="1053"/>
                  </a:lnTo>
                  <a:lnTo>
                    <a:pt x="800" y="1053"/>
                  </a:lnTo>
                  <a:lnTo>
                    <a:pt x="800" y="1053"/>
                  </a:lnTo>
                  <a:lnTo>
                    <a:pt x="800" y="1053"/>
                  </a:lnTo>
                  <a:lnTo>
                    <a:pt x="803" y="1053"/>
                  </a:lnTo>
                  <a:lnTo>
                    <a:pt x="803" y="1053"/>
                  </a:lnTo>
                  <a:lnTo>
                    <a:pt x="803" y="1051"/>
                  </a:lnTo>
                  <a:lnTo>
                    <a:pt x="803" y="1046"/>
                  </a:lnTo>
                  <a:lnTo>
                    <a:pt x="803" y="1046"/>
                  </a:lnTo>
                  <a:lnTo>
                    <a:pt x="798" y="1049"/>
                  </a:lnTo>
                  <a:lnTo>
                    <a:pt x="798" y="1049"/>
                  </a:lnTo>
                  <a:lnTo>
                    <a:pt x="796" y="1046"/>
                  </a:lnTo>
                  <a:lnTo>
                    <a:pt x="796" y="1046"/>
                  </a:lnTo>
                  <a:lnTo>
                    <a:pt x="793" y="1046"/>
                  </a:lnTo>
                  <a:lnTo>
                    <a:pt x="793" y="1046"/>
                  </a:lnTo>
                  <a:lnTo>
                    <a:pt x="791" y="1046"/>
                  </a:lnTo>
                  <a:lnTo>
                    <a:pt x="803" y="1042"/>
                  </a:lnTo>
                  <a:lnTo>
                    <a:pt x="803" y="1042"/>
                  </a:lnTo>
                  <a:lnTo>
                    <a:pt x="803" y="1039"/>
                  </a:lnTo>
                  <a:lnTo>
                    <a:pt x="803" y="1039"/>
                  </a:lnTo>
                  <a:lnTo>
                    <a:pt x="803" y="1037"/>
                  </a:lnTo>
                  <a:lnTo>
                    <a:pt x="803" y="1037"/>
                  </a:lnTo>
                  <a:lnTo>
                    <a:pt x="803" y="1037"/>
                  </a:lnTo>
                  <a:lnTo>
                    <a:pt x="803" y="1034"/>
                  </a:lnTo>
                  <a:lnTo>
                    <a:pt x="800" y="1032"/>
                  </a:lnTo>
                  <a:lnTo>
                    <a:pt x="800" y="1030"/>
                  </a:lnTo>
                  <a:lnTo>
                    <a:pt x="800" y="1027"/>
                  </a:lnTo>
                  <a:lnTo>
                    <a:pt x="800" y="1030"/>
                  </a:lnTo>
                  <a:lnTo>
                    <a:pt x="800" y="1030"/>
                  </a:lnTo>
                  <a:lnTo>
                    <a:pt x="798" y="1030"/>
                  </a:lnTo>
                  <a:lnTo>
                    <a:pt x="798" y="1027"/>
                  </a:lnTo>
                  <a:lnTo>
                    <a:pt x="800" y="1027"/>
                  </a:lnTo>
                  <a:lnTo>
                    <a:pt x="800" y="1027"/>
                  </a:lnTo>
                  <a:lnTo>
                    <a:pt x="800" y="1025"/>
                  </a:lnTo>
                  <a:lnTo>
                    <a:pt x="800" y="1025"/>
                  </a:lnTo>
                  <a:lnTo>
                    <a:pt x="800" y="1025"/>
                  </a:lnTo>
                  <a:lnTo>
                    <a:pt x="798" y="1025"/>
                  </a:lnTo>
                  <a:lnTo>
                    <a:pt x="798" y="1025"/>
                  </a:lnTo>
                  <a:lnTo>
                    <a:pt x="798" y="1025"/>
                  </a:lnTo>
                  <a:lnTo>
                    <a:pt x="796" y="1025"/>
                  </a:lnTo>
                  <a:lnTo>
                    <a:pt x="791" y="1023"/>
                  </a:lnTo>
                  <a:lnTo>
                    <a:pt x="791" y="1023"/>
                  </a:lnTo>
                  <a:lnTo>
                    <a:pt x="793" y="1023"/>
                  </a:lnTo>
                  <a:lnTo>
                    <a:pt x="796" y="1023"/>
                  </a:lnTo>
                  <a:lnTo>
                    <a:pt x="796" y="1023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3" y="1018"/>
                  </a:lnTo>
                  <a:lnTo>
                    <a:pt x="803" y="1018"/>
                  </a:lnTo>
                  <a:lnTo>
                    <a:pt x="803" y="1015"/>
                  </a:lnTo>
                  <a:lnTo>
                    <a:pt x="803" y="1015"/>
                  </a:lnTo>
                  <a:lnTo>
                    <a:pt x="803" y="1015"/>
                  </a:lnTo>
                  <a:lnTo>
                    <a:pt x="803" y="1015"/>
                  </a:lnTo>
                  <a:lnTo>
                    <a:pt x="803" y="1013"/>
                  </a:lnTo>
                  <a:lnTo>
                    <a:pt x="803" y="1013"/>
                  </a:lnTo>
                  <a:lnTo>
                    <a:pt x="805" y="1013"/>
                  </a:lnTo>
                  <a:lnTo>
                    <a:pt x="805" y="1013"/>
                  </a:lnTo>
                  <a:lnTo>
                    <a:pt x="805" y="1013"/>
                  </a:lnTo>
                  <a:lnTo>
                    <a:pt x="805" y="1013"/>
                  </a:lnTo>
                  <a:close/>
                  <a:moveTo>
                    <a:pt x="590" y="762"/>
                  </a:move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87" y="767"/>
                  </a:lnTo>
                  <a:lnTo>
                    <a:pt x="587" y="769"/>
                  </a:lnTo>
                  <a:lnTo>
                    <a:pt x="587" y="769"/>
                  </a:lnTo>
                  <a:lnTo>
                    <a:pt x="585" y="769"/>
                  </a:lnTo>
                  <a:lnTo>
                    <a:pt x="585" y="772"/>
                  </a:lnTo>
                  <a:lnTo>
                    <a:pt x="585" y="774"/>
                  </a:lnTo>
                  <a:lnTo>
                    <a:pt x="585" y="774"/>
                  </a:lnTo>
                  <a:lnTo>
                    <a:pt x="587" y="776"/>
                  </a:lnTo>
                  <a:lnTo>
                    <a:pt x="590" y="779"/>
                  </a:lnTo>
                  <a:lnTo>
                    <a:pt x="592" y="781"/>
                  </a:lnTo>
                  <a:lnTo>
                    <a:pt x="592" y="781"/>
                  </a:lnTo>
                  <a:lnTo>
                    <a:pt x="594" y="783"/>
                  </a:lnTo>
                  <a:lnTo>
                    <a:pt x="597" y="783"/>
                  </a:lnTo>
                  <a:lnTo>
                    <a:pt x="599" y="783"/>
                  </a:lnTo>
                  <a:lnTo>
                    <a:pt x="599" y="783"/>
                  </a:lnTo>
                  <a:lnTo>
                    <a:pt x="602" y="783"/>
                  </a:lnTo>
                  <a:lnTo>
                    <a:pt x="609" y="781"/>
                  </a:lnTo>
                  <a:lnTo>
                    <a:pt x="611" y="779"/>
                  </a:lnTo>
                  <a:lnTo>
                    <a:pt x="616" y="776"/>
                  </a:lnTo>
                  <a:lnTo>
                    <a:pt x="616" y="774"/>
                  </a:lnTo>
                  <a:lnTo>
                    <a:pt x="616" y="772"/>
                  </a:lnTo>
                  <a:lnTo>
                    <a:pt x="616" y="772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7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13" y="762"/>
                  </a:lnTo>
                  <a:lnTo>
                    <a:pt x="611" y="757"/>
                  </a:lnTo>
                  <a:lnTo>
                    <a:pt x="613" y="755"/>
                  </a:lnTo>
                  <a:lnTo>
                    <a:pt x="611" y="755"/>
                  </a:lnTo>
                  <a:lnTo>
                    <a:pt x="611" y="755"/>
                  </a:lnTo>
                  <a:lnTo>
                    <a:pt x="609" y="750"/>
                  </a:lnTo>
                  <a:lnTo>
                    <a:pt x="609" y="750"/>
                  </a:lnTo>
                  <a:lnTo>
                    <a:pt x="606" y="750"/>
                  </a:lnTo>
                  <a:lnTo>
                    <a:pt x="606" y="748"/>
                  </a:lnTo>
                  <a:lnTo>
                    <a:pt x="599" y="748"/>
                  </a:lnTo>
                  <a:lnTo>
                    <a:pt x="597" y="750"/>
                  </a:lnTo>
                  <a:lnTo>
                    <a:pt x="592" y="755"/>
                  </a:lnTo>
                  <a:lnTo>
                    <a:pt x="592" y="757"/>
                  </a:lnTo>
                  <a:lnTo>
                    <a:pt x="590" y="757"/>
                  </a:lnTo>
                  <a:lnTo>
                    <a:pt x="590" y="760"/>
                  </a:lnTo>
                  <a:lnTo>
                    <a:pt x="590" y="760"/>
                  </a:lnTo>
                  <a:lnTo>
                    <a:pt x="590" y="760"/>
                  </a:lnTo>
                  <a:lnTo>
                    <a:pt x="590" y="760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close/>
                  <a:moveTo>
                    <a:pt x="602" y="651"/>
                  </a:moveTo>
                  <a:lnTo>
                    <a:pt x="602" y="651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6" y="658"/>
                  </a:lnTo>
                  <a:lnTo>
                    <a:pt x="606" y="658"/>
                  </a:lnTo>
                  <a:lnTo>
                    <a:pt x="606" y="660"/>
                  </a:lnTo>
                  <a:lnTo>
                    <a:pt x="606" y="663"/>
                  </a:lnTo>
                  <a:lnTo>
                    <a:pt x="604" y="663"/>
                  </a:lnTo>
                  <a:lnTo>
                    <a:pt x="604" y="665"/>
                  </a:lnTo>
                  <a:lnTo>
                    <a:pt x="604" y="665"/>
                  </a:lnTo>
                  <a:lnTo>
                    <a:pt x="606" y="665"/>
                  </a:lnTo>
                  <a:lnTo>
                    <a:pt x="606" y="665"/>
                  </a:lnTo>
                  <a:lnTo>
                    <a:pt x="606" y="665"/>
                  </a:lnTo>
                  <a:lnTo>
                    <a:pt x="606" y="665"/>
                  </a:lnTo>
                  <a:lnTo>
                    <a:pt x="606" y="668"/>
                  </a:lnTo>
                  <a:lnTo>
                    <a:pt x="606" y="668"/>
                  </a:lnTo>
                  <a:lnTo>
                    <a:pt x="606" y="670"/>
                  </a:lnTo>
                  <a:lnTo>
                    <a:pt x="604" y="670"/>
                  </a:lnTo>
                  <a:lnTo>
                    <a:pt x="606" y="670"/>
                  </a:lnTo>
                  <a:lnTo>
                    <a:pt x="616" y="672"/>
                  </a:lnTo>
                  <a:lnTo>
                    <a:pt x="616" y="672"/>
                  </a:lnTo>
                  <a:lnTo>
                    <a:pt x="628" y="672"/>
                  </a:lnTo>
                  <a:lnTo>
                    <a:pt x="635" y="665"/>
                  </a:lnTo>
                  <a:lnTo>
                    <a:pt x="637" y="663"/>
                  </a:lnTo>
                  <a:lnTo>
                    <a:pt x="637" y="660"/>
                  </a:lnTo>
                  <a:lnTo>
                    <a:pt x="635" y="660"/>
                  </a:lnTo>
                  <a:lnTo>
                    <a:pt x="632" y="660"/>
                  </a:lnTo>
                  <a:lnTo>
                    <a:pt x="632" y="660"/>
                  </a:lnTo>
                  <a:lnTo>
                    <a:pt x="632" y="658"/>
                  </a:lnTo>
                  <a:lnTo>
                    <a:pt x="632" y="658"/>
                  </a:lnTo>
                  <a:lnTo>
                    <a:pt x="630" y="658"/>
                  </a:lnTo>
                  <a:lnTo>
                    <a:pt x="632" y="658"/>
                  </a:lnTo>
                  <a:lnTo>
                    <a:pt x="632" y="658"/>
                  </a:lnTo>
                  <a:lnTo>
                    <a:pt x="632" y="656"/>
                  </a:lnTo>
                  <a:lnTo>
                    <a:pt x="632" y="656"/>
                  </a:lnTo>
                  <a:lnTo>
                    <a:pt x="630" y="656"/>
                  </a:lnTo>
                  <a:lnTo>
                    <a:pt x="630" y="658"/>
                  </a:lnTo>
                  <a:lnTo>
                    <a:pt x="628" y="658"/>
                  </a:lnTo>
                  <a:lnTo>
                    <a:pt x="625" y="653"/>
                  </a:lnTo>
                  <a:lnTo>
                    <a:pt x="623" y="653"/>
                  </a:lnTo>
                  <a:lnTo>
                    <a:pt x="623" y="653"/>
                  </a:lnTo>
                  <a:lnTo>
                    <a:pt x="625" y="651"/>
                  </a:lnTo>
                  <a:lnTo>
                    <a:pt x="625" y="651"/>
                  </a:lnTo>
                  <a:lnTo>
                    <a:pt x="623" y="651"/>
                  </a:lnTo>
                  <a:lnTo>
                    <a:pt x="623" y="649"/>
                  </a:lnTo>
                  <a:lnTo>
                    <a:pt x="620" y="646"/>
                  </a:lnTo>
                  <a:lnTo>
                    <a:pt x="620" y="646"/>
                  </a:lnTo>
                  <a:lnTo>
                    <a:pt x="618" y="646"/>
                  </a:lnTo>
                  <a:lnTo>
                    <a:pt x="618" y="646"/>
                  </a:lnTo>
                  <a:lnTo>
                    <a:pt x="618" y="649"/>
                  </a:lnTo>
                  <a:lnTo>
                    <a:pt x="616" y="649"/>
                  </a:lnTo>
                  <a:lnTo>
                    <a:pt x="616" y="651"/>
                  </a:lnTo>
                  <a:lnTo>
                    <a:pt x="613" y="651"/>
                  </a:lnTo>
                  <a:lnTo>
                    <a:pt x="616" y="646"/>
                  </a:lnTo>
                  <a:lnTo>
                    <a:pt x="618" y="644"/>
                  </a:lnTo>
                  <a:lnTo>
                    <a:pt x="616" y="641"/>
                  </a:lnTo>
                  <a:lnTo>
                    <a:pt x="616" y="641"/>
                  </a:lnTo>
                  <a:lnTo>
                    <a:pt x="609" y="641"/>
                  </a:lnTo>
                  <a:lnTo>
                    <a:pt x="602" y="646"/>
                  </a:lnTo>
                  <a:lnTo>
                    <a:pt x="602" y="646"/>
                  </a:lnTo>
                  <a:lnTo>
                    <a:pt x="602" y="646"/>
                  </a:lnTo>
                  <a:lnTo>
                    <a:pt x="602" y="649"/>
                  </a:lnTo>
                  <a:lnTo>
                    <a:pt x="602" y="649"/>
                  </a:lnTo>
                  <a:lnTo>
                    <a:pt x="602" y="651"/>
                  </a:lnTo>
                  <a:lnTo>
                    <a:pt x="602" y="651"/>
                  </a:lnTo>
                  <a:close/>
                  <a:moveTo>
                    <a:pt x="514" y="490"/>
                  </a:moveTo>
                  <a:lnTo>
                    <a:pt x="514" y="490"/>
                  </a:lnTo>
                  <a:lnTo>
                    <a:pt x="521" y="488"/>
                  </a:lnTo>
                  <a:lnTo>
                    <a:pt x="523" y="490"/>
                  </a:lnTo>
                  <a:lnTo>
                    <a:pt x="523" y="490"/>
                  </a:lnTo>
                  <a:lnTo>
                    <a:pt x="523" y="490"/>
                  </a:lnTo>
                  <a:lnTo>
                    <a:pt x="523" y="488"/>
                  </a:lnTo>
                  <a:lnTo>
                    <a:pt x="523" y="488"/>
                  </a:lnTo>
                  <a:lnTo>
                    <a:pt x="526" y="485"/>
                  </a:lnTo>
                  <a:lnTo>
                    <a:pt x="526" y="485"/>
                  </a:lnTo>
                  <a:lnTo>
                    <a:pt x="526" y="483"/>
                  </a:lnTo>
                  <a:lnTo>
                    <a:pt x="526" y="483"/>
                  </a:lnTo>
                  <a:lnTo>
                    <a:pt x="526" y="481"/>
                  </a:lnTo>
                  <a:lnTo>
                    <a:pt x="526" y="481"/>
                  </a:lnTo>
                  <a:lnTo>
                    <a:pt x="526" y="478"/>
                  </a:lnTo>
                  <a:lnTo>
                    <a:pt x="528" y="478"/>
                  </a:lnTo>
                  <a:lnTo>
                    <a:pt x="528" y="476"/>
                  </a:lnTo>
                  <a:lnTo>
                    <a:pt x="528" y="476"/>
                  </a:lnTo>
                  <a:lnTo>
                    <a:pt x="528" y="476"/>
                  </a:lnTo>
                  <a:lnTo>
                    <a:pt x="528" y="476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1"/>
                  </a:lnTo>
                  <a:lnTo>
                    <a:pt x="528" y="471"/>
                  </a:lnTo>
                  <a:lnTo>
                    <a:pt x="528" y="471"/>
                  </a:lnTo>
                  <a:lnTo>
                    <a:pt x="526" y="469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3" y="464"/>
                  </a:lnTo>
                  <a:lnTo>
                    <a:pt x="523" y="464"/>
                  </a:lnTo>
                  <a:lnTo>
                    <a:pt x="523" y="464"/>
                  </a:lnTo>
                  <a:lnTo>
                    <a:pt x="521" y="462"/>
                  </a:lnTo>
                  <a:lnTo>
                    <a:pt x="521" y="462"/>
                  </a:lnTo>
                  <a:lnTo>
                    <a:pt x="521" y="459"/>
                  </a:lnTo>
                  <a:lnTo>
                    <a:pt x="519" y="459"/>
                  </a:lnTo>
                  <a:lnTo>
                    <a:pt x="521" y="457"/>
                  </a:lnTo>
                  <a:lnTo>
                    <a:pt x="519" y="457"/>
                  </a:lnTo>
                  <a:lnTo>
                    <a:pt x="519" y="457"/>
                  </a:lnTo>
                  <a:lnTo>
                    <a:pt x="519" y="454"/>
                  </a:lnTo>
                  <a:lnTo>
                    <a:pt x="519" y="457"/>
                  </a:lnTo>
                  <a:lnTo>
                    <a:pt x="514" y="476"/>
                  </a:lnTo>
                  <a:lnTo>
                    <a:pt x="512" y="485"/>
                  </a:lnTo>
                  <a:lnTo>
                    <a:pt x="514" y="485"/>
                  </a:lnTo>
                  <a:lnTo>
                    <a:pt x="514" y="490"/>
                  </a:lnTo>
                  <a:close/>
                  <a:moveTo>
                    <a:pt x="691" y="1174"/>
                  </a:moveTo>
                  <a:lnTo>
                    <a:pt x="691" y="1172"/>
                  </a:lnTo>
                  <a:lnTo>
                    <a:pt x="689" y="1172"/>
                  </a:lnTo>
                  <a:lnTo>
                    <a:pt x="689" y="1169"/>
                  </a:lnTo>
                  <a:lnTo>
                    <a:pt x="687" y="1169"/>
                  </a:lnTo>
                  <a:lnTo>
                    <a:pt x="687" y="1169"/>
                  </a:lnTo>
                  <a:lnTo>
                    <a:pt x="684" y="1169"/>
                  </a:lnTo>
                  <a:lnTo>
                    <a:pt x="684" y="1169"/>
                  </a:lnTo>
                  <a:lnTo>
                    <a:pt x="682" y="1167"/>
                  </a:lnTo>
                  <a:lnTo>
                    <a:pt x="680" y="1169"/>
                  </a:lnTo>
                  <a:lnTo>
                    <a:pt x="682" y="1169"/>
                  </a:lnTo>
                  <a:lnTo>
                    <a:pt x="682" y="1172"/>
                  </a:lnTo>
                  <a:lnTo>
                    <a:pt x="682" y="1172"/>
                  </a:lnTo>
                  <a:lnTo>
                    <a:pt x="682" y="1174"/>
                  </a:lnTo>
                  <a:lnTo>
                    <a:pt x="682" y="1176"/>
                  </a:lnTo>
                  <a:lnTo>
                    <a:pt x="682" y="1176"/>
                  </a:lnTo>
                  <a:lnTo>
                    <a:pt x="682" y="1179"/>
                  </a:lnTo>
                  <a:lnTo>
                    <a:pt x="689" y="1184"/>
                  </a:lnTo>
                  <a:lnTo>
                    <a:pt x="691" y="1186"/>
                  </a:lnTo>
                  <a:lnTo>
                    <a:pt x="691" y="1186"/>
                  </a:lnTo>
                  <a:lnTo>
                    <a:pt x="694" y="1188"/>
                  </a:lnTo>
                  <a:lnTo>
                    <a:pt x="694" y="1188"/>
                  </a:lnTo>
                  <a:lnTo>
                    <a:pt x="696" y="1188"/>
                  </a:lnTo>
                  <a:lnTo>
                    <a:pt x="694" y="1186"/>
                  </a:lnTo>
                  <a:lnTo>
                    <a:pt x="694" y="1184"/>
                  </a:lnTo>
                  <a:lnTo>
                    <a:pt x="694" y="1181"/>
                  </a:lnTo>
                  <a:lnTo>
                    <a:pt x="694" y="1179"/>
                  </a:lnTo>
                  <a:lnTo>
                    <a:pt x="691" y="1179"/>
                  </a:lnTo>
                  <a:lnTo>
                    <a:pt x="689" y="1176"/>
                  </a:lnTo>
                  <a:lnTo>
                    <a:pt x="691" y="1176"/>
                  </a:lnTo>
                  <a:lnTo>
                    <a:pt x="691" y="1176"/>
                  </a:lnTo>
                  <a:lnTo>
                    <a:pt x="694" y="1176"/>
                  </a:lnTo>
                  <a:lnTo>
                    <a:pt x="694" y="1179"/>
                  </a:lnTo>
                  <a:lnTo>
                    <a:pt x="694" y="1179"/>
                  </a:lnTo>
                  <a:lnTo>
                    <a:pt x="696" y="1179"/>
                  </a:lnTo>
                  <a:lnTo>
                    <a:pt x="696" y="1176"/>
                  </a:lnTo>
                  <a:lnTo>
                    <a:pt x="696" y="1176"/>
                  </a:lnTo>
                  <a:lnTo>
                    <a:pt x="694" y="1174"/>
                  </a:lnTo>
                  <a:lnTo>
                    <a:pt x="691" y="1174"/>
                  </a:lnTo>
                  <a:lnTo>
                    <a:pt x="691" y="1174"/>
                  </a:lnTo>
                  <a:lnTo>
                    <a:pt x="691" y="1174"/>
                  </a:lnTo>
                  <a:lnTo>
                    <a:pt x="691" y="1174"/>
                  </a:lnTo>
                  <a:close/>
                  <a:moveTo>
                    <a:pt x="699" y="1373"/>
                  </a:moveTo>
                  <a:lnTo>
                    <a:pt x="699" y="1373"/>
                  </a:lnTo>
                  <a:lnTo>
                    <a:pt x="699" y="1373"/>
                  </a:lnTo>
                  <a:lnTo>
                    <a:pt x="699" y="1373"/>
                  </a:lnTo>
                  <a:lnTo>
                    <a:pt x="699" y="1371"/>
                  </a:lnTo>
                  <a:lnTo>
                    <a:pt x="699" y="1371"/>
                  </a:lnTo>
                  <a:lnTo>
                    <a:pt x="699" y="1371"/>
                  </a:lnTo>
                  <a:lnTo>
                    <a:pt x="699" y="1373"/>
                  </a:lnTo>
                  <a:lnTo>
                    <a:pt x="696" y="1375"/>
                  </a:lnTo>
                  <a:lnTo>
                    <a:pt x="696" y="1375"/>
                  </a:lnTo>
                  <a:lnTo>
                    <a:pt x="694" y="1378"/>
                  </a:lnTo>
                  <a:lnTo>
                    <a:pt x="696" y="1380"/>
                  </a:lnTo>
                  <a:lnTo>
                    <a:pt x="699" y="1380"/>
                  </a:lnTo>
                  <a:lnTo>
                    <a:pt x="699" y="1380"/>
                  </a:lnTo>
                  <a:lnTo>
                    <a:pt x="699" y="1378"/>
                  </a:lnTo>
                  <a:lnTo>
                    <a:pt x="699" y="1375"/>
                  </a:lnTo>
                  <a:lnTo>
                    <a:pt x="699" y="1375"/>
                  </a:lnTo>
                  <a:lnTo>
                    <a:pt x="699" y="1373"/>
                  </a:lnTo>
                  <a:close/>
                  <a:moveTo>
                    <a:pt x="625" y="677"/>
                  </a:moveTo>
                  <a:lnTo>
                    <a:pt x="625" y="677"/>
                  </a:lnTo>
                  <a:lnTo>
                    <a:pt x="623" y="677"/>
                  </a:lnTo>
                  <a:lnTo>
                    <a:pt x="623" y="677"/>
                  </a:lnTo>
                  <a:lnTo>
                    <a:pt x="620" y="677"/>
                  </a:lnTo>
                  <a:lnTo>
                    <a:pt x="618" y="677"/>
                  </a:lnTo>
                  <a:lnTo>
                    <a:pt x="616" y="677"/>
                  </a:lnTo>
                  <a:lnTo>
                    <a:pt x="616" y="679"/>
                  </a:lnTo>
                  <a:lnTo>
                    <a:pt x="611" y="679"/>
                  </a:lnTo>
                  <a:lnTo>
                    <a:pt x="611" y="679"/>
                  </a:lnTo>
                  <a:lnTo>
                    <a:pt x="611" y="679"/>
                  </a:lnTo>
                  <a:lnTo>
                    <a:pt x="609" y="679"/>
                  </a:lnTo>
                  <a:lnTo>
                    <a:pt x="606" y="682"/>
                  </a:lnTo>
                  <a:lnTo>
                    <a:pt x="606" y="682"/>
                  </a:lnTo>
                  <a:lnTo>
                    <a:pt x="606" y="684"/>
                  </a:lnTo>
                  <a:lnTo>
                    <a:pt x="604" y="684"/>
                  </a:lnTo>
                  <a:lnTo>
                    <a:pt x="604" y="684"/>
                  </a:lnTo>
                  <a:lnTo>
                    <a:pt x="604" y="684"/>
                  </a:lnTo>
                  <a:lnTo>
                    <a:pt x="602" y="684"/>
                  </a:lnTo>
                  <a:lnTo>
                    <a:pt x="602" y="686"/>
                  </a:lnTo>
                  <a:lnTo>
                    <a:pt x="602" y="686"/>
                  </a:lnTo>
                  <a:lnTo>
                    <a:pt x="602" y="689"/>
                  </a:lnTo>
                  <a:lnTo>
                    <a:pt x="604" y="691"/>
                  </a:lnTo>
                  <a:lnTo>
                    <a:pt x="604" y="691"/>
                  </a:lnTo>
                  <a:lnTo>
                    <a:pt x="604" y="694"/>
                  </a:lnTo>
                  <a:lnTo>
                    <a:pt x="611" y="694"/>
                  </a:lnTo>
                  <a:lnTo>
                    <a:pt x="611" y="694"/>
                  </a:lnTo>
                  <a:lnTo>
                    <a:pt x="611" y="694"/>
                  </a:lnTo>
                  <a:lnTo>
                    <a:pt x="616" y="696"/>
                  </a:lnTo>
                  <a:lnTo>
                    <a:pt x="613" y="696"/>
                  </a:lnTo>
                  <a:lnTo>
                    <a:pt x="613" y="696"/>
                  </a:lnTo>
                  <a:lnTo>
                    <a:pt x="616" y="696"/>
                  </a:lnTo>
                  <a:lnTo>
                    <a:pt x="630" y="696"/>
                  </a:lnTo>
                  <a:lnTo>
                    <a:pt x="630" y="696"/>
                  </a:lnTo>
                  <a:lnTo>
                    <a:pt x="639" y="694"/>
                  </a:lnTo>
                  <a:lnTo>
                    <a:pt x="642" y="691"/>
                  </a:lnTo>
                  <a:lnTo>
                    <a:pt x="644" y="689"/>
                  </a:lnTo>
                  <a:lnTo>
                    <a:pt x="644" y="686"/>
                  </a:lnTo>
                  <a:lnTo>
                    <a:pt x="644" y="686"/>
                  </a:lnTo>
                  <a:lnTo>
                    <a:pt x="646" y="686"/>
                  </a:lnTo>
                  <a:lnTo>
                    <a:pt x="644" y="686"/>
                  </a:lnTo>
                  <a:lnTo>
                    <a:pt x="644" y="684"/>
                  </a:lnTo>
                  <a:lnTo>
                    <a:pt x="646" y="682"/>
                  </a:lnTo>
                  <a:lnTo>
                    <a:pt x="646" y="682"/>
                  </a:lnTo>
                  <a:lnTo>
                    <a:pt x="644" y="679"/>
                  </a:lnTo>
                  <a:lnTo>
                    <a:pt x="644" y="677"/>
                  </a:lnTo>
                  <a:lnTo>
                    <a:pt x="644" y="675"/>
                  </a:lnTo>
                  <a:lnTo>
                    <a:pt x="642" y="672"/>
                  </a:lnTo>
                  <a:lnTo>
                    <a:pt x="625" y="677"/>
                  </a:lnTo>
                  <a:lnTo>
                    <a:pt x="625" y="677"/>
                  </a:lnTo>
                  <a:close/>
                  <a:moveTo>
                    <a:pt x="687" y="1340"/>
                  </a:moveTo>
                  <a:lnTo>
                    <a:pt x="689" y="1342"/>
                  </a:lnTo>
                  <a:lnTo>
                    <a:pt x="689" y="1342"/>
                  </a:lnTo>
                  <a:lnTo>
                    <a:pt x="689" y="1342"/>
                  </a:lnTo>
                  <a:lnTo>
                    <a:pt x="691" y="1340"/>
                  </a:lnTo>
                  <a:lnTo>
                    <a:pt x="691" y="1337"/>
                  </a:lnTo>
                  <a:lnTo>
                    <a:pt x="691" y="1337"/>
                  </a:lnTo>
                  <a:lnTo>
                    <a:pt x="694" y="1337"/>
                  </a:lnTo>
                  <a:lnTo>
                    <a:pt x="694" y="1337"/>
                  </a:lnTo>
                  <a:lnTo>
                    <a:pt x="694" y="1337"/>
                  </a:lnTo>
                  <a:lnTo>
                    <a:pt x="696" y="1337"/>
                  </a:lnTo>
                  <a:lnTo>
                    <a:pt x="696" y="1335"/>
                  </a:lnTo>
                  <a:lnTo>
                    <a:pt x="694" y="1335"/>
                  </a:lnTo>
                  <a:lnTo>
                    <a:pt x="696" y="1335"/>
                  </a:lnTo>
                  <a:lnTo>
                    <a:pt x="696" y="1335"/>
                  </a:lnTo>
                  <a:lnTo>
                    <a:pt x="696" y="1335"/>
                  </a:lnTo>
                  <a:lnTo>
                    <a:pt x="696" y="1335"/>
                  </a:lnTo>
                  <a:lnTo>
                    <a:pt x="696" y="1333"/>
                  </a:lnTo>
                  <a:lnTo>
                    <a:pt x="696" y="1333"/>
                  </a:lnTo>
                  <a:lnTo>
                    <a:pt x="696" y="1330"/>
                  </a:lnTo>
                  <a:lnTo>
                    <a:pt x="696" y="1330"/>
                  </a:lnTo>
                  <a:lnTo>
                    <a:pt x="696" y="1330"/>
                  </a:lnTo>
                  <a:lnTo>
                    <a:pt x="696" y="1328"/>
                  </a:lnTo>
                  <a:lnTo>
                    <a:pt x="696" y="1328"/>
                  </a:lnTo>
                  <a:lnTo>
                    <a:pt x="696" y="1326"/>
                  </a:lnTo>
                  <a:lnTo>
                    <a:pt x="699" y="1326"/>
                  </a:lnTo>
                  <a:lnTo>
                    <a:pt x="696" y="1323"/>
                  </a:lnTo>
                  <a:lnTo>
                    <a:pt x="694" y="1323"/>
                  </a:lnTo>
                  <a:lnTo>
                    <a:pt x="694" y="1321"/>
                  </a:lnTo>
                  <a:lnTo>
                    <a:pt x="691" y="1321"/>
                  </a:lnTo>
                  <a:lnTo>
                    <a:pt x="691" y="1318"/>
                  </a:lnTo>
                  <a:lnTo>
                    <a:pt x="691" y="1316"/>
                  </a:lnTo>
                  <a:lnTo>
                    <a:pt x="691" y="1316"/>
                  </a:lnTo>
                  <a:lnTo>
                    <a:pt x="689" y="1314"/>
                  </a:lnTo>
                  <a:lnTo>
                    <a:pt x="684" y="1314"/>
                  </a:lnTo>
                  <a:lnTo>
                    <a:pt x="684" y="1314"/>
                  </a:lnTo>
                  <a:lnTo>
                    <a:pt x="684" y="1314"/>
                  </a:lnTo>
                  <a:lnTo>
                    <a:pt x="682" y="1316"/>
                  </a:lnTo>
                  <a:lnTo>
                    <a:pt x="682" y="1316"/>
                  </a:lnTo>
                  <a:lnTo>
                    <a:pt x="682" y="1321"/>
                  </a:lnTo>
                  <a:lnTo>
                    <a:pt x="682" y="1321"/>
                  </a:lnTo>
                  <a:lnTo>
                    <a:pt x="682" y="1323"/>
                  </a:lnTo>
                  <a:lnTo>
                    <a:pt x="682" y="1323"/>
                  </a:lnTo>
                  <a:lnTo>
                    <a:pt x="682" y="1323"/>
                  </a:lnTo>
                  <a:lnTo>
                    <a:pt x="682" y="1323"/>
                  </a:lnTo>
                  <a:lnTo>
                    <a:pt x="682" y="1328"/>
                  </a:lnTo>
                  <a:lnTo>
                    <a:pt x="682" y="1335"/>
                  </a:lnTo>
                  <a:lnTo>
                    <a:pt x="682" y="1337"/>
                  </a:lnTo>
                  <a:lnTo>
                    <a:pt x="682" y="1337"/>
                  </a:lnTo>
                  <a:lnTo>
                    <a:pt x="682" y="1337"/>
                  </a:lnTo>
                  <a:lnTo>
                    <a:pt x="684" y="1337"/>
                  </a:lnTo>
                  <a:lnTo>
                    <a:pt x="684" y="1337"/>
                  </a:lnTo>
                  <a:lnTo>
                    <a:pt x="684" y="1335"/>
                  </a:lnTo>
                  <a:lnTo>
                    <a:pt x="684" y="1335"/>
                  </a:lnTo>
                  <a:lnTo>
                    <a:pt x="687" y="1335"/>
                  </a:lnTo>
                  <a:lnTo>
                    <a:pt x="687" y="1335"/>
                  </a:lnTo>
                  <a:lnTo>
                    <a:pt x="687" y="1335"/>
                  </a:lnTo>
                  <a:lnTo>
                    <a:pt x="687" y="1337"/>
                  </a:lnTo>
                  <a:lnTo>
                    <a:pt x="687" y="1337"/>
                  </a:lnTo>
                  <a:lnTo>
                    <a:pt x="687" y="1340"/>
                  </a:lnTo>
                  <a:close/>
                  <a:moveTo>
                    <a:pt x="1901" y="1134"/>
                  </a:moveTo>
                  <a:lnTo>
                    <a:pt x="1901" y="1136"/>
                  </a:lnTo>
                  <a:lnTo>
                    <a:pt x="1901" y="1136"/>
                  </a:lnTo>
                  <a:lnTo>
                    <a:pt x="1903" y="1141"/>
                  </a:lnTo>
                  <a:lnTo>
                    <a:pt x="1903" y="1141"/>
                  </a:lnTo>
                  <a:lnTo>
                    <a:pt x="1903" y="1143"/>
                  </a:lnTo>
                  <a:lnTo>
                    <a:pt x="1905" y="1146"/>
                  </a:lnTo>
                  <a:lnTo>
                    <a:pt x="1905" y="1143"/>
                  </a:lnTo>
                  <a:lnTo>
                    <a:pt x="1913" y="1141"/>
                  </a:lnTo>
                  <a:lnTo>
                    <a:pt x="1913" y="1139"/>
                  </a:lnTo>
                  <a:lnTo>
                    <a:pt x="1910" y="1139"/>
                  </a:lnTo>
                  <a:lnTo>
                    <a:pt x="1905" y="1136"/>
                  </a:lnTo>
                  <a:lnTo>
                    <a:pt x="1901" y="1134"/>
                  </a:lnTo>
                  <a:lnTo>
                    <a:pt x="1901" y="1134"/>
                  </a:lnTo>
                  <a:lnTo>
                    <a:pt x="1901" y="1131"/>
                  </a:lnTo>
                  <a:lnTo>
                    <a:pt x="1901" y="1134"/>
                  </a:lnTo>
                  <a:lnTo>
                    <a:pt x="1901" y="1134"/>
                  </a:lnTo>
                  <a:lnTo>
                    <a:pt x="1901" y="1134"/>
                  </a:lnTo>
                  <a:close/>
                  <a:moveTo>
                    <a:pt x="1960" y="1160"/>
                  </a:moveTo>
                  <a:lnTo>
                    <a:pt x="1967" y="1162"/>
                  </a:lnTo>
                  <a:lnTo>
                    <a:pt x="1967" y="1162"/>
                  </a:lnTo>
                  <a:lnTo>
                    <a:pt x="1967" y="1162"/>
                  </a:lnTo>
                  <a:lnTo>
                    <a:pt x="1967" y="1160"/>
                  </a:lnTo>
                  <a:lnTo>
                    <a:pt x="1967" y="1160"/>
                  </a:lnTo>
                  <a:lnTo>
                    <a:pt x="1967" y="1160"/>
                  </a:lnTo>
                  <a:lnTo>
                    <a:pt x="1967" y="1158"/>
                  </a:lnTo>
                  <a:lnTo>
                    <a:pt x="1969" y="1158"/>
                  </a:lnTo>
                  <a:lnTo>
                    <a:pt x="1969" y="1158"/>
                  </a:lnTo>
                  <a:lnTo>
                    <a:pt x="1969" y="1155"/>
                  </a:lnTo>
                  <a:lnTo>
                    <a:pt x="1969" y="1153"/>
                  </a:lnTo>
                  <a:lnTo>
                    <a:pt x="1972" y="1143"/>
                  </a:lnTo>
                  <a:lnTo>
                    <a:pt x="1972" y="1143"/>
                  </a:lnTo>
                  <a:lnTo>
                    <a:pt x="1969" y="1143"/>
                  </a:lnTo>
                  <a:lnTo>
                    <a:pt x="1969" y="1141"/>
                  </a:lnTo>
                  <a:lnTo>
                    <a:pt x="1965" y="1143"/>
                  </a:lnTo>
                  <a:lnTo>
                    <a:pt x="1965" y="1143"/>
                  </a:lnTo>
                  <a:lnTo>
                    <a:pt x="1965" y="1146"/>
                  </a:lnTo>
                  <a:lnTo>
                    <a:pt x="1965" y="1146"/>
                  </a:lnTo>
                  <a:lnTo>
                    <a:pt x="1965" y="1146"/>
                  </a:lnTo>
                  <a:lnTo>
                    <a:pt x="1962" y="1148"/>
                  </a:lnTo>
                  <a:lnTo>
                    <a:pt x="1962" y="1148"/>
                  </a:lnTo>
                  <a:lnTo>
                    <a:pt x="1965" y="1148"/>
                  </a:lnTo>
                  <a:lnTo>
                    <a:pt x="1965" y="1148"/>
                  </a:lnTo>
                  <a:lnTo>
                    <a:pt x="1965" y="1148"/>
                  </a:lnTo>
                  <a:lnTo>
                    <a:pt x="1965" y="1150"/>
                  </a:lnTo>
                  <a:lnTo>
                    <a:pt x="1965" y="1150"/>
                  </a:lnTo>
                  <a:lnTo>
                    <a:pt x="1965" y="1150"/>
                  </a:lnTo>
                  <a:lnTo>
                    <a:pt x="1965" y="1153"/>
                  </a:lnTo>
                  <a:lnTo>
                    <a:pt x="1965" y="1153"/>
                  </a:lnTo>
                  <a:lnTo>
                    <a:pt x="1965" y="1155"/>
                  </a:lnTo>
                  <a:lnTo>
                    <a:pt x="1962" y="1155"/>
                  </a:lnTo>
                  <a:lnTo>
                    <a:pt x="1962" y="1155"/>
                  </a:lnTo>
                  <a:lnTo>
                    <a:pt x="1962" y="1155"/>
                  </a:lnTo>
                  <a:lnTo>
                    <a:pt x="1965" y="1158"/>
                  </a:lnTo>
                  <a:lnTo>
                    <a:pt x="1965" y="1158"/>
                  </a:lnTo>
                  <a:lnTo>
                    <a:pt x="1965" y="1160"/>
                  </a:lnTo>
                  <a:lnTo>
                    <a:pt x="1960" y="1160"/>
                  </a:lnTo>
                  <a:close/>
                  <a:moveTo>
                    <a:pt x="1934" y="1153"/>
                  </a:moveTo>
                  <a:lnTo>
                    <a:pt x="1936" y="1153"/>
                  </a:lnTo>
                  <a:lnTo>
                    <a:pt x="1936" y="1150"/>
                  </a:lnTo>
                  <a:lnTo>
                    <a:pt x="1934" y="1150"/>
                  </a:lnTo>
                  <a:lnTo>
                    <a:pt x="1929" y="1148"/>
                  </a:lnTo>
                  <a:lnTo>
                    <a:pt x="1929" y="1148"/>
                  </a:lnTo>
                  <a:lnTo>
                    <a:pt x="1929" y="1150"/>
                  </a:lnTo>
                  <a:lnTo>
                    <a:pt x="1929" y="1150"/>
                  </a:lnTo>
                  <a:lnTo>
                    <a:pt x="1929" y="1150"/>
                  </a:lnTo>
                  <a:lnTo>
                    <a:pt x="1929" y="1153"/>
                  </a:lnTo>
                  <a:lnTo>
                    <a:pt x="1929" y="1153"/>
                  </a:lnTo>
                  <a:lnTo>
                    <a:pt x="1927" y="1150"/>
                  </a:lnTo>
                  <a:lnTo>
                    <a:pt x="1924" y="1150"/>
                  </a:lnTo>
                  <a:lnTo>
                    <a:pt x="1924" y="1150"/>
                  </a:lnTo>
                  <a:lnTo>
                    <a:pt x="1924" y="1150"/>
                  </a:lnTo>
                  <a:lnTo>
                    <a:pt x="1924" y="1153"/>
                  </a:lnTo>
                  <a:lnTo>
                    <a:pt x="1922" y="1155"/>
                  </a:lnTo>
                  <a:lnTo>
                    <a:pt x="1922" y="1155"/>
                  </a:lnTo>
                  <a:lnTo>
                    <a:pt x="1922" y="1158"/>
                  </a:lnTo>
                  <a:lnTo>
                    <a:pt x="1922" y="1158"/>
                  </a:lnTo>
                  <a:lnTo>
                    <a:pt x="1924" y="1160"/>
                  </a:lnTo>
                  <a:lnTo>
                    <a:pt x="1934" y="1153"/>
                  </a:lnTo>
                  <a:close/>
                  <a:moveTo>
                    <a:pt x="1707" y="1034"/>
                  </a:moveTo>
                  <a:lnTo>
                    <a:pt x="1707" y="1034"/>
                  </a:lnTo>
                  <a:lnTo>
                    <a:pt x="1707" y="1034"/>
                  </a:lnTo>
                  <a:lnTo>
                    <a:pt x="1707" y="1034"/>
                  </a:lnTo>
                  <a:close/>
                  <a:moveTo>
                    <a:pt x="1794" y="1131"/>
                  </a:moveTo>
                  <a:lnTo>
                    <a:pt x="1794" y="1134"/>
                  </a:lnTo>
                  <a:lnTo>
                    <a:pt x="1797" y="1134"/>
                  </a:lnTo>
                  <a:lnTo>
                    <a:pt x="1797" y="1131"/>
                  </a:lnTo>
                  <a:lnTo>
                    <a:pt x="1806" y="1131"/>
                  </a:lnTo>
                  <a:lnTo>
                    <a:pt x="1806" y="1129"/>
                  </a:lnTo>
                  <a:lnTo>
                    <a:pt x="1806" y="1129"/>
                  </a:lnTo>
                  <a:lnTo>
                    <a:pt x="1806" y="1127"/>
                  </a:lnTo>
                  <a:lnTo>
                    <a:pt x="1804" y="1124"/>
                  </a:lnTo>
                  <a:lnTo>
                    <a:pt x="1804" y="1124"/>
                  </a:lnTo>
                  <a:lnTo>
                    <a:pt x="1806" y="1122"/>
                  </a:lnTo>
                  <a:lnTo>
                    <a:pt x="1804" y="1122"/>
                  </a:lnTo>
                  <a:lnTo>
                    <a:pt x="1806" y="1122"/>
                  </a:lnTo>
                  <a:lnTo>
                    <a:pt x="1806" y="1120"/>
                  </a:lnTo>
                  <a:lnTo>
                    <a:pt x="1804" y="1120"/>
                  </a:lnTo>
                  <a:lnTo>
                    <a:pt x="1804" y="1120"/>
                  </a:lnTo>
                  <a:lnTo>
                    <a:pt x="1801" y="1122"/>
                  </a:lnTo>
                  <a:lnTo>
                    <a:pt x="1801" y="1122"/>
                  </a:lnTo>
                  <a:lnTo>
                    <a:pt x="1801" y="1122"/>
                  </a:lnTo>
                  <a:lnTo>
                    <a:pt x="1801" y="1124"/>
                  </a:lnTo>
                  <a:lnTo>
                    <a:pt x="1801" y="1124"/>
                  </a:lnTo>
                  <a:lnTo>
                    <a:pt x="1801" y="1124"/>
                  </a:lnTo>
                  <a:lnTo>
                    <a:pt x="1797" y="1127"/>
                  </a:lnTo>
                  <a:lnTo>
                    <a:pt x="1797" y="1127"/>
                  </a:lnTo>
                  <a:lnTo>
                    <a:pt x="1797" y="1129"/>
                  </a:lnTo>
                  <a:lnTo>
                    <a:pt x="1797" y="1129"/>
                  </a:lnTo>
                  <a:lnTo>
                    <a:pt x="1797" y="1129"/>
                  </a:lnTo>
                  <a:lnTo>
                    <a:pt x="1794" y="1129"/>
                  </a:lnTo>
                  <a:lnTo>
                    <a:pt x="1794" y="1131"/>
                  </a:lnTo>
                  <a:lnTo>
                    <a:pt x="1794" y="1131"/>
                  </a:lnTo>
                  <a:lnTo>
                    <a:pt x="1794" y="1131"/>
                  </a:lnTo>
                  <a:lnTo>
                    <a:pt x="1794" y="1131"/>
                  </a:lnTo>
                  <a:lnTo>
                    <a:pt x="1794" y="1131"/>
                  </a:lnTo>
                  <a:close/>
                  <a:moveTo>
                    <a:pt x="2043" y="1252"/>
                  </a:moveTo>
                  <a:lnTo>
                    <a:pt x="2043" y="1252"/>
                  </a:lnTo>
                  <a:lnTo>
                    <a:pt x="2043" y="1255"/>
                  </a:lnTo>
                  <a:lnTo>
                    <a:pt x="2040" y="1255"/>
                  </a:lnTo>
                  <a:lnTo>
                    <a:pt x="2040" y="1255"/>
                  </a:lnTo>
                  <a:lnTo>
                    <a:pt x="2040" y="1255"/>
                  </a:lnTo>
                  <a:lnTo>
                    <a:pt x="2040" y="1257"/>
                  </a:lnTo>
                  <a:lnTo>
                    <a:pt x="2043" y="1257"/>
                  </a:lnTo>
                  <a:lnTo>
                    <a:pt x="2043" y="1257"/>
                  </a:lnTo>
                  <a:lnTo>
                    <a:pt x="2045" y="1257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50" y="1259"/>
                  </a:lnTo>
                  <a:lnTo>
                    <a:pt x="2050" y="1259"/>
                  </a:lnTo>
                  <a:lnTo>
                    <a:pt x="2050" y="1259"/>
                  </a:lnTo>
                  <a:lnTo>
                    <a:pt x="2050" y="1257"/>
                  </a:lnTo>
                  <a:lnTo>
                    <a:pt x="2050" y="1257"/>
                  </a:lnTo>
                  <a:lnTo>
                    <a:pt x="2050" y="1259"/>
                  </a:lnTo>
                  <a:lnTo>
                    <a:pt x="2050" y="1259"/>
                  </a:lnTo>
                  <a:lnTo>
                    <a:pt x="2050" y="1262"/>
                  </a:lnTo>
                  <a:lnTo>
                    <a:pt x="2052" y="1262"/>
                  </a:lnTo>
                  <a:lnTo>
                    <a:pt x="2052" y="1262"/>
                  </a:lnTo>
                  <a:lnTo>
                    <a:pt x="2052" y="1259"/>
                  </a:lnTo>
                  <a:lnTo>
                    <a:pt x="2052" y="1257"/>
                  </a:lnTo>
                  <a:lnTo>
                    <a:pt x="2052" y="1257"/>
                  </a:lnTo>
                  <a:lnTo>
                    <a:pt x="2052" y="1257"/>
                  </a:lnTo>
                  <a:lnTo>
                    <a:pt x="2055" y="1259"/>
                  </a:lnTo>
                  <a:lnTo>
                    <a:pt x="2055" y="1259"/>
                  </a:lnTo>
                  <a:lnTo>
                    <a:pt x="2055" y="1259"/>
                  </a:lnTo>
                  <a:lnTo>
                    <a:pt x="2055" y="1259"/>
                  </a:lnTo>
                  <a:lnTo>
                    <a:pt x="2057" y="1259"/>
                  </a:lnTo>
                  <a:lnTo>
                    <a:pt x="2057" y="1259"/>
                  </a:lnTo>
                  <a:lnTo>
                    <a:pt x="2057" y="1259"/>
                  </a:lnTo>
                  <a:lnTo>
                    <a:pt x="2055" y="1257"/>
                  </a:lnTo>
                  <a:lnTo>
                    <a:pt x="2055" y="1257"/>
                  </a:lnTo>
                  <a:lnTo>
                    <a:pt x="2055" y="1257"/>
                  </a:lnTo>
                  <a:lnTo>
                    <a:pt x="2055" y="1257"/>
                  </a:lnTo>
                  <a:lnTo>
                    <a:pt x="2055" y="1255"/>
                  </a:lnTo>
                  <a:lnTo>
                    <a:pt x="2057" y="1255"/>
                  </a:lnTo>
                  <a:lnTo>
                    <a:pt x="2055" y="1255"/>
                  </a:lnTo>
                  <a:lnTo>
                    <a:pt x="2055" y="1252"/>
                  </a:lnTo>
                  <a:lnTo>
                    <a:pt x="2055" y="1252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2" y="1255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0" y="1252"/>
                  </a:lnTo>
                  <a:lnTo>
                    <a:pt x="2047" y="1255"/>
                  </a:lnTo>
                  <a:lnTo>
                    <a:pt x="2047" y="1252"/>
                  </a:lnTo>
                  <a:lnTo>
                    <a:pt x="2047" y="1252"/>
                  </a:lnTo>
                  <a:lnTo>
                    <a:pt x="2047" y="1252"/>
                  </a:lnTo>
                  <a:lnTo>
                    <a:pt x="2047" y="1250"/>
                  </a:lnTo>
                  <a:lnTo>
                    <a:pt x="2047" y="1250"/>
                  </a:lnTo>
                  <a:lnTo>
                    <a:pt x="2047" y="1250"/>
                  </a:lnTo>
                  <a:lnTo>
                    <a:pt x="2047" y="1250"/>
                  </a:lnTo>
                  <a:lnTo>
                    <a:pt x="2045" y="1250"/>
                  </a:lnTo>
                  <a:lnTo>
                    <a:pt x="2045" y="1252"/>
                  </a:lnTo>
                  <a:lnTo>
                    <a:pt x="2045" y="1252"/>
                  </a:lnTo>
                  <a:lnTo>
                    <a:pt x="2045" y="1252"/>
                  </a:lnTo>
                  <a:lnTo>
                    <a:pt x="2045" y="1255"/>
                  </a:lnTo>
                  <a:lnTo>
                    <a:pt x="2045" y="1255"/>
                  </a:lnTo>
                  <a:lnTo>
                    <a:pt x="2045" y="1255"/>
                  </a:lnTo>
                  <a:lnTo>
                    <a:pt x="2043" y="1252"/>
                  </a:lnTo>
                  <a:lnTo>
                    <a:pt x="2043" y="1252"/>
                  </a:lnTo>
                  <a:lnTo>
                    <a:pt x="2043" y="1252"/>
                  </a:lnTo>
                  <a:lnTo>
                    <a:pt x="2043" y="1252"/>
                  </a:lnTo>
                  <a:close/>
                  <a:moveTo>
                    <a:pt x="2078" y="1453"/>
                  </a:moveTo>
                  <a:lnTo>
                    <a:pt x="2078" y="1453"/>
                  </a:lnTo>
                  <a:lnTo>
                    <a:pt x="2078" y="1456"/>
                  </a:lnTo>
                  <a:lnTo>
                    <a:pt x="2078" y="1456"/>
                  </a:lnTo>
                  <a:lnTo>
                    <a:pt x="2078" y="1458"/>
                  </a:lnTo>
                  <a:lnTo>
                    <a:pt x="2078" y="1458"/>
                  </a:lnTo>
                  <a:lnTo>
                    <a:pt x="2078" y="1458"/>
                  </a:lnTo>
                  <a:lnTo>
                    <a:pt x="2081" y="1460"/>
                  </a:lnTo>
                  <a:lnTo>
                    <a:pt x="2083" y="1463"/>
                  </a:lnTo>
                  <a:lnTo>
                    <a:pt x="2083" y="1463"/>
                  </a:lnTo>
                  <a:lnTo>
                    <a:pt x="2085" y="1463"/>
                  </a:lnTo>
                  <a:lnTo>
                    <a:pt x="2085" y="1465"/>
                  </a:lnTo>
                  <a:lnTo>
                    <a:pt x="2085" y="1465"/>
                  </a:lnTo>
                  <a:lnTo>
                    <a:pt x="2088" y="1465"/>
                  </a:lnTo>
                  <a:lnTo>
                    <a:pt x="2088" y="1465"/>
                  </a:lnTo>
                  <a:lnTo>
                    <a:pt x="2088" y="1465"/>
                  </a:lnTo>
                  <a:lnTo>
                    <a:pt x="2088" y="1468"/>
                  </a:lnTo>
                  <a:lnTo>
                    <a:pt x="2088" y="1468"/>
                  </a:lnTo>
                  <a:lnTo>
                    <a:pt x="2088" y="1468"/>
                  </a:lnTo>
                  <a:lnTo>
                    <a:pt x="2088" y="1468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2" y="1470"/>
                  </a:lnTo>
                  <a:lnTo>
                    <a:pt x="2092" y="1472"/>
                  </a:lnTo>
                  <a:lnTo>
                    <a:pt x="2092" y="1472"/>
                  </a:lnTo>
                  <a:lnTo>
                    <a:pt x="2095" y="1472"/>
                  </a:lnTo>
                  <a:lnTo>
                    <a:pt x="2095" y="1472"/>
                  </a:lnTo>
                  <a:lnTo>
                    <a:pt x="2095" y="1472"/>
                  </a:lnTo>
                  <a:lnTo>
                    <a:pt x="2095" y="1475"/>
                  </a:lnTo>
                  <a:lnTo>
                    <a:pt x="2095" y="1475"/>
                  </a:lnTo>
                  <a:lnTo>
                    <a:pt x="2097" y="1475"/>
                  </a:lnTo>
                  <a:lnTo>
                    <a:pt x="2099" y="1477"/>
                  </a:lnTo>
                  <a:lnTo>
                    <a:pt x="2102" y="1477"/>
                  </a:lnTo>
                  <a:lnTo>
                    <a:pt x="2102" y="1477"/>
                  </a:lnTo>
                  <a:lnTo>
                    <a:pt x="2104" y="1477"/>
                  </a:lnTo>
                  <a:lnTo>
                    <a:pt x="2104" y="1477"/>
                  </a:lnTo>
                  <a:lnTo>
                    <a:pt x="2104" y="1477"/>
                  </a:lnTo>
                  <a:lnTo>
                    <a:pt x="2104" y="1475"/>
                  </a:lnTo>
                  <a:lnTo>
                    <a:pt x="2102" y="1475"/>
                  </a:lnTo>
                  <a:lnTo>
                    <a:pt x="2104" y="1475"/>
                  </a:lnTo>
                  <a:lnTo>
                    <a:pt x="2107" y="1477"/>
                  </a:lnTo>
                  <a:lnTo>
                    <a:pt x="2109" y="1477"/>
                  </a:lnTo>
                  <a:lnTo>
                    <a:pt x="2107" y="1475"/>
                  </a:lnTo>
                  <a:lnTo>
                    <a:pt x="2107" y="1475"/>
                  </a:lnTo>
                  <a:lnTo>
                    <a:pt x="2104" y="1475"/>
                  </a:lnTo>
                  <a:lnTo>
                    <a:pt x="2104" y="1472"/>
                  </a:lnTo>
                  <a:lnTo>
                    <a:pt x="2104" y="1472"/>
                  </a:lnTo>
                  <a:lnTo>
                    <a:pt x="2104" y="1472"/>
                  </a:lnTo>
                  <a:lnTo>
                    <a:pt x="2102" y="1472"/>
                  </a:lnTo>
                  <a:lnTo>
                    <a:pt x="2102" y="1472"/>
                  </a:lnTo>
                  <a:lnTo>
                    <a:pt x="2102" y="1472"/>
                  </a:lnTo>
                  <a:lnTo>
                    <a:pt x="2102" y="1472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5" y="1470"/>
                  </a:lnTo>
                  <a:lnTo>
                    <a:pt x="2095" y="1468"/>
                  </a:lnTo>
                  <a:lnTo>
                    <a:pt x="2095" y="1468"/>
                  </a:lnTo>
                  <a:lnTo>
                    <a:pt x="2095" y="1468"/>
                  </a:lnTo>
                  <a:lnTo>
                    <a:pt x="2095" y="1468"/>
                  </a:lnTo>
                  <a:lnTo>
                    <a:pt x="2092" y="1468"/>
                  </a:lnTo>
                  <a:lnTo>
                    <a:pt x="2092" y="1468"/>
                  </a:lnTo>
                  <a:lnTo>
                    <a:pt x="2092" y="1468"/>
                  </a:lnTo>
                  <a:lnTo>
                    <a:pt x="2095" y="1468"/>
                  </a:lnTo>
                  <a:lnTo>
                    <a:pt x="2092" y="1465"/>
                  </a:lnTo>
                  <a:lnTo>
                    <a:pt x="2092" y="1465"/>
                  </a:lnTo>
                  <a:lnTo>
                    <a:pt x="2090" y="1465"/>
                  </a:lnTo>
                  <a:lnTo>
                    <a:pt x="2090" y="1463"/>
                  </a:lnTo>
                  <a:lnTo>
                    <a:pt x="2090" y="1463"/>
                  </a:lnTo>
                  <a:lnTo>
                    <a:pt x="2088" y="1460"/>
                  </a:lnTo>
                  <a:lnTo>
                    <a:pt x="2088" y="1458"/>
                  </a:lnTo>
                  <a:lnTo>
                    <a:pt x="2085" y="1458"/>
                  </a:lnTo>
                  <a:lnTo>
                    <a:pt x="2085" y="1456"/>
                  </a:lnTo>
                  <a:lnTo>
                    <a:pt x="2083" y="1453"/>
                  </a:lnTo>
                  <a:lnTo>
                    <a:pt x="2081" y="1451"/>
                  </a:lnTo>
                  <a:lnTo>
                    <a:pt x="2081" y="1451"/>
                  </a:lnTo>
                  <a:lnTo>
                    <a:pt x="2078" y="1451"/>
                  </a:lnTo>
                  <a:lnTo>
                    <a:pt x="2078" y="1451"/>
                  </a:lnTo>
                  <a:lnTo>
                    <a:pt x="2078" y="1453"/>
                  </a:lnTo>
                  <a:lnTo>
                    <a:pt x="2078" y="1453"/>
                  </a:lnTo>
                  <a:lnTo>
                    <a:pt x="2078" y="1453"/>
                  </a:lnTo>
                  <a:close/>
                  <a:moveTo>
                    <a:pt x="2057" y="1442"/>
                  </a:moveTo>
                  <a:lnTo>
                    <a:pt x="2057" y="1442"/>
                  </a:lnTo>
                  <a:lnTo>
                    <a:pt x="2057" y="1442"/>
                  </a:lnTo>
                  <a:lnTo>
                    <a:pt x="2057" y="1442"/>
                  </a:lnTo>
                  <a:lnTo>
                    <a:pt x="2057" y="1444"/>
                  </a:lnTo>
                  <a:lnTo>
                    <a:pt x="2057" y="1444"/>
                  </a:lnTo>
                  <a:lnTo>
                    <a:pt x="2057" y="1444"/>
                  </a:lnTo>
                  <a:lnTo>
                    <a:pt x="2059" y="1444"/>
                  </a:lnTo>
                  <a:lnTo>
                    <a:pt x="2059" y="1446"/>
                  </a:lnTo>
                  <a:lnTo>
                    <a:pt x="2057" y="1446"/>
                  </a:lnTo>
                  <a:lnTo>
                    <a:pt x="2057" y="1444"/>
                  </a:lnTo>
                  <a:lnTo>
                    <a:pt x="2055" y="1442"/>
                  </a:lnTo>
                  <a:lnTo>
                    <a:pt x="2052" y="1446"/>
                  </a:lnTo>
                  <a:lnTo>
                    <a:pt x="2052" y="1449"/>
                  </a:lnTo>
                  <a:lnTo>
                    <a:pt x="2055" y="1451"/>
                  </a:lnTo>
                  <a:lnTo>
                    <a:pt x="2057" y="1451"/>
                  </a:lnTo>
                  <a:lnTo>
                    <a:pt x="2059" y="1451"/>
                  </a:lnTo>
                  <a:lnTo>
                    <a:pt x="2062" y="1451"/>
                  </a:lnTo>
                  <a:lnTo>
                    <a:pt x="2062" y="1449"/>
                  </a:lnTo>
                  <a:lnTo>
                    <a:pt x="2062" y="1449"/>
                  </a:lnTo>
                  <a:lnTo>
                    <a:pt x="2064" y="1449"/>
                  </a:lnTo>
                  <a:lnTo>
                    <a:pt x="2066" y="1451"/>
                  </a:lnTo>
                  <a:lnTo>
                    <a:pt x="2069" y="1451"/>
                  </a:lnTo>
                  <a:lnTo>
                    <a:pt x="2069" y="1451"/>
                  </a:lnTo>
                  <a:lnTo>
                    <a:pt x="2069" y="1451"/>
                  </a:lnTo>
                  <a:lnTo>
                    <a:pt x="2069" y="1451"/>
                  </a:lnTo>
                  <a:lnTo>
                    <a:pt x="2071" y="1451"/>
                  </a:lnTo>
                  <a:lnTo>
                    <a:pt x="2071" y="1451"/>
                  </a:lnTo>
                  <a:lnTo>
                    <a:pt x="2073" y="1451"/>
                  </a:lnTo>
                  <a:lnTo>
                    <a:pt x="2076" y="1453"/>
                  </a:lnTo>
                  <a:lnTo>
                    <a:pt x="2076" y="1453"/>
                  </a:lnTo>
                  <a:lnTo>
                    <a:pt x="2076" y="1453"/>
                  </a:lnTo>
                  <a:lnTo>
                    <a:pt x="2076" y="1453"/>
                  </a:lnTo>
                  <a:lnTo>
                    <a:pt x="2076" y="1451"/>
                  </a:lnTo>
                  <a:lnTo>
                    <a:pt x="2078" y="1451"/>
                  </a:lnTo>
                  <a:lnTo>
                    <a:pt x="2078" y="1449"/>
                  </a:lnTo>
                  <a:lnTo>
                    <a:pt x="2076" y="1449"/>
                  </a:lnTo>
                  <a:lnTo>
                    <a:pt x="2076" y="1446"/>
                  </a:lnTo>
                  <a:lnTo>
                    <a:pt x="2076" y="1446"/>
                  </a:lnTo>
                  <a:lnTo>
                    <a:pt x="2073" y="1444"/>
                  </a:lnTo>
                  <a:lnTo>
                    <a:pt x="2073" y="1444"/>
                  </a:lnTo>
                  <a:lnTo>
                    <a:pt x="2071" y="1444"/>
                  </a:lnTo>
                  <a:lnTo>
                    <a:pt x="2071" y="1444"/>
                  </a:lnTo>
                  <a:lnTo>
                    <a:pt x="2071" y="1446"/>
                  </a:lnTo>
                  <a:lnTo>
                    <a:pt x="2071" y="1446"/>
                  </a:lnTo>
                  <a:lnTo>
                    <a:pt x="2071" y="1446"/>
                  </a:lnTo>
                  <a:lnTo>
                    <a:pt x="2071" y="1446"/>
                  </a:lnTo>
                  <a:lnTo>
                    <a:pt x="2069" y="1446"/>
                  </a:lnTo>
                  <a:lnTo>
                    <a:pt x="2069" y="1446"/>
                  </a:lnTo>
                  <a:lnTo>
                    <a:pt x="2066" y="1446"/>
                  </a:lnTo>
                  <a:lnTo>
                    <a:pt x="2066" y="1446"/>
                  </a:lnTo>
                  <a:lnTo>
                    <a:pt x="2066" y="1446"/>
                  </a:lnTo>
                  <a:lnTo>
                    <a:pt x="2066" y="1444"/>
                  </a:lnTo>
                  <a:lnTo>
                    <a:pt x="2066" y="1439"/>
                  </a:lnTo>
                  <a:lnTo>
                    <a:pt x="2066" y="1439"/>
                  </a:lnTo>
                  <a:lnTo>
                    <a:pt x="2064" y="1442"/>
                  </a:lnTo>
                  <a:lnTo>
                    <a:pt x="2064" y="1442"/>
                  </a:lnTo>
                  <a:lnTo>
                    <a:pt x="2062" y="1442"/>
                  </a:lnTo>
                  <a:lnTo>
                    <a:pt x="2062" y="1439"/>
                  </a:lnTo>
                  <a:lnTo>
                    <a:pt x="2062" y="1437"/>
                  </a:lnTo>
                  <a:lnTo>
                    <a:pt x="2062" y="1437"/>
                  </a:lnTo>
                  <a:lnTo>
                    <a:pt x="2062" y="1439"/>
                  </a:lnTo>
                  <a:lnTo>
                    <a:pt x="2059" y="1439"/>
                  </a:lnTo>
                  <a:lnTo>
                    <a:pt x="2059" y="1437"/>
                  </a:lnTo>
                  <a:lnTo>
                    <a:pt x="2057" y="1437"/>
                  </a:lnTo>
                  <a:lnTo>
                    <a:pt x="2057" y="1439"/>
                  </a:lnTo>
                  <a:lnTo>
                    <a:pt x="2057" y="1442"/>
                  </a:lnTo>
                  <a:close/>
                  <a:moveTo>
                    <a:pt x="1472" y="944"/>
                  </a:moveTo>
                  <a:lnTo>
                    <a:pt x="1479" y="944"/>
                  </a:lnTo>
                  <a:lnTo>
                    <a:pt x="1479" y="942"/>
                  </a:lnTo>
                  <a:lnTo>
                    <a:pt x="1479" y="937"/>
                  </a:lnTo>
                  <a:lnTo>
                    <a:pt x="1477" y="935"/>
                  </a:lnTo>
                  <a:lnTo>
                    <a:pt x="1475" y="935"/>
                  </a:lnTo>
                  <a:lnTo>
                    <a:pt x="1475" y="933"/>
                  </a:lnTo>
                  <a:lnTo>
                    <a:pt x="1470" y="937"/>
                  </a:lnTo>
                  <a:lnTo>
                    <a:pt x="1470" y="940"/>
                  </a:lnTo>
                  <a:lnTo>
                    <a:pt x="1470" y="942"/>
                  </a:lnTo>
                  <a:lnTo>
                    <a:pt x="1470" y="942"/>
                  </a:lnTo>
                  <a:lnTo>
                    <a:pt x="1472" y="944"/>
                  </a:lnTo>
                  <a:close/>
                  <a:moveTo>
                    <a:pt x="987" y="715"/>
                  </a:moveTo>
                  <a:lnTo>
                    <a:pt x="987" y="715"/>
                  </a:lnTo>
                  <a:lnTo>
                    <a:pt x="987" y="715"/>
                  </a:lnTo>
                  <a:lnTo>
                    <a:pt x="987" y="715"/>
                  </a:lnTo>
                  <a:close/>
                  <a:moveTo>
                    <a:pt x="1709" y="1034"/>
                  </a:moveTo>
                  <a:lnTo>
                    <a:pt x="1707" y="1034"/>
                  </a:lnTo>
                  <a:lnTo>
                    <a:pt x="1707" y="1034"/>
                  </a:lnTo>
                  <a:lnTo>
                    <a:pt x="1707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7"/>
                  </a:lnTo>
                  <a:lnTo>
                    <a:pt x="1704" y="1037"/>
                  </a:lnTo>
                  <a:lnTo>
                    <a:pt x="1704" y="1037"/>
                  </a:lnTo>
                  <a:lnTo>
                    <a:pt x="1704" y="1037"/>
                  </a:lnTo>
                  <a:lnTo>
                    <a:pt x="1704" y="1039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4"/>
                  </a:lnTo>
                  <a:lnTo>
                    <a:pt x="1702" y="1044"/>
                  </a:lnTo>
                  <a:lnTo>
                    <a:pt x="1702" y="1044"/>
                  </a:lnTo>
                  <a:lnTo>
                    <a:pt x="1702" y="1044"/>
                  </a:lnTo>
                  <a:lnTo>
                    <a:pt x="1704" y="1044"/>
                  </a:lnTo>
                  <a:lnTo>
                    <a:pt x="1707" y="1044"/>
                  </a:lnTo>
                  <a:lnTo>
                    <a:pt x="1707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7" y="1042"/>
                  </a:lnTo>
                  <a:lnTo>
                    <a:pt x="1707" y="1042"/>
                  </a:lnTo>
                  <a:lnTo>
                    <a:pt x="1709" y="1039"/>
                  </a:lnTo>
                  <a:lnTo>
                    <a:pt x="1711" y="1037"/>
                  </a:lnTo>
                  <a:lnTo>
                    <a:pt x="1714" y="1034"/>
                  </a:lnTo>
                  <a:lnTo>
                    <a:pt x="1711" y="1034"/>
                  </a:lnTo>
                  <a:lnTo>
                    <a:pt x="1711" y="1034"/>
                  </a:lnTo>
                  <a:lnTo>
                    <a:pt x="1709" y="1034"/>
                  </a:lnTo>
                  <a:lnTo>
                    <a:pt x="1709" y="1034"/>
                  </a:lnTo>
                  <a:close/>
                  <a:moveTo>
                    <a:pt x="1195" y="831"/>
                  </a:moveTo>
                  <a:lnTo>
                    <a:pt x="1193" y="833"/>
                  </a:lnTo>
                  <a:lnTo>
                    <a:pt x="1195" y="833"/>
                  </a:lnTo>
                  <a:lnTo>
                    <a:pt x="1195" y="836"/>
                  </a:lnTo>
                  <a:lnTo>
                    <a:pt x="1198" y="838"/>
                  </a:lnTo>
                  <a:lnTo>
                    <a:pt x="1198" y="843"/>
                  </a:lnTo>
                  <a:lnTo>
                    <a:pt x="1198" y="845"/>
                  </a:lnTo>
                  <a:lnTo>
                    <a:pt x="1198" y="845"/>
                  </a:lnTo>
                  <a:lnTo>
                    <a:pt x="1198" y="845"/>
                  </a:lnTo>
                  <a:lnTo>
                    <a:pt x="1198" y="845"/>
                  </a:lnTo>
                  <a:lnTo>
                    <a:pt x="1198" y="847"/>
                  </a:lnTo>
                  <a:lnTo>
                    <a:pt x="1198" y="847"/>
                  </a:lnTo>
                  <a:lnTo>
                    <a:pt x="1200" y="850"/>
                  </a:lnTo>
                  <a:lnTo>
                    <a:pt x="1200" y="850"/>
                  </a:lnTo>
                  <a:lnTo>
                    <a:pt x="1203" y="852"/>
                  </a:lnTo>
                  <a:lnTo>
                    <a:pt x="1203" y="852"/>
                  </a:lnTo>
                  <a:lnTo>
                    <a:pt x="1205" y="852"/>
                  </a:lnTo>
                  <a:lnTo>
                    <a:pt x="1205" y="855"/>
                  </a:lnTo>
                  <a:lnTo>
                    <a:pt x="1205" y="855"/>
                  </a:lnTo>
                  <a:lnTo>
                    <a:pt x="1203" y="855"/>
                  </a:lnTo>
                  <a:lnTo>
                    <a:pt x="1203" y="855"/>
                  </a:lnTo>
                  <a:lnTo>
                    <a:pt x="1203" y="855"/>
                  </a:lnTo>
                  <a:lnTo>
                    <a:pt x="1203" y="855"/>
                  </a:lnTo>
                  <a:lnTo>
                    <a:pt x="1203" y="859"/>
                  </a:lnTo>
                  <a:lnTo>
                    <a:pt x="1203" y="859"/>
                  </a:lnTo>
                  <a:lnTo>
                    <a:pt x="1203" y="859"/>
                  </a:lnTo>
                  <a:lnTo>
                    <a:pt x="1203" y="862"/>
                  </a:lnTo>
                  <a:lnTo>
                    <a:pt x="1205" y="862"/>
                  </a:lnTo>
                  <a:lnTo>
                    <a:pt x="1205" y="862"/>
                  </a:lnTo>
                  <a:lnTo>
                    <a:pt x="1205" y="864"/>
                  </a:lnTo>
                  <a:lnTo>
                    <a:pt x="1205" y="864"/>
                  </a:lnTo>
                  <a:lnTo>
                    <a:pt x="1205" y="866"/>
                  </a:lnTo>
                  <a:lnTo>
                    <a:pt x="1205" y="866"/>
                  </a:lnTo>
                  <a:lnTo>
                    <a:pt x="1205" y="866"/>
                  </a:lnTo>
                  <a:lnTo>
                    <a:pt x="1205" y="869"/>
                  </a:lnTo>
                  <a:lnTo>
                    <a:pt x="1207" y="869"/>
                  </a:lnTo>
                  <a:lnTo>
                    <a:pt x="1207" y="869"/>
                  </a:lnTo>
                  <a:lnTo>
                    <a:pt x="1207" y="869"/>
                  </a:lnTo>
                  <a:lnTo>
                    <a:pt x="1210" y="871"/>
                  </a:lnTo>
                  <a:lnTo>
                    <a:pt x="1210" y="871"/>
                  </a:lnTo>
                  <a:lnTo>
                    <a:pt x="1212" y="871"/>
                  </a:lnTo>
                  <a:lnTo>
                    <a:pt x="1217" y="871"/>
                  </a:lnTo>
                  <a:lnTo>
                    <a:pt x="1219" y="871"/>
                  </a:lnTo>
                  <a:lnTo>
                    <a:pt x="1222" y="871"/>
                  </a:lnTo>
                  <a:lnTo>
                    <a:pt x="1224" y="871"/>
                  </a:lnTo>
                  <a:lnTo>
                    <a:pt x="1224" y="871"/>
                  </a:lnTo>
                  <a:lnTo>
                    <a:pt x="1226" y="871"/>
                  </a:lnTo>
                  <a:lnTo>
                    <a:pt x="1229" y="871"/>
                  </a:lnTo>
                  <a:lnTo>
                    <a:pt x="1229" y="873"/>
                  </a:lnTo>
                  <a:lnTo>
                    <a:pt x="1229" y="876"/>
                  </a:lnTo>
                  <a:lnTo>
                    <a:pt x="1229" y="876"/>
                  </a:lnTo>
                  <a:lnTo>
                    <a:pt x="1229" y="876"/>
                  </a:lnTo>
                  <a:lnTo>
                    <a:pt x="1229" y="876"/>
                  </a:lnTo>
                  <a:lnTo>
                    <a:pt x="1229" y="878"/>
                  </a:lnTo>
                  <a:lnTo>
                    <a:pt x="1229" y="878"/>
                  </a:lnTo>
                  <a:lnTo>
                    <a:pt x="1229" y="878"/>
                  </a:lnTo>
                  <a:lnTo>
                    <a:pt x="1229" y="878"/>
                  </a:lnTo>
                  <a:lnTo>
                    <a:pt x="1231" y="881"/>
                  </a:lnTo>
                  <a:lnTo>
                    <a:pt x="1231" y="881"/>
                  </a:lnTo>
                  <a:lnTo>
                    <a:pt x="1231" y="883"/>
                  </a:lnTo>
                  <a:lnTo>
                    <a:pt x="1231" y="885"/>
                  </a:lnTo>
                  <a:lnTo>
                    <a:pt x="1231" y="888"/>
                  </a:lnTo>
                  <a:lnTo>
                    <a:pt x="1233" y="888"/>
                  </a:lnTo>
                  <a:lnTo>
                    <a:pt x="1233" y="888"/>
                  </a:lnTo>
                  <a:lnTo>
                    <a:pt x="1236" y="892"/>
                  </a:lnTo>
                  <a:lnTo>
                    <a:pt x="1236" y="892"/>
                  </a:lnTo>
                  <a:lnTo>
                    <a:pt x="1238" y="895"/>
                  </a:lnTo>
                  <a:lnTo>
                    <a:pt x="1238" y="895"/>
                  </a:lnTo>
                  <a:lnTo>
                    <a:pt x="1238" y="895"/>
                  </a:lnTo>
                  <a:lnTo>
                    <a:pt x="1238" y="897"/>
                  </a:lnTo>
                  <a:lnTo>
                    <a:pt x="1240" y="897"/>
                  </a:lnTo>
                  <a:lnTo>
                    <a:pt x="1240" y="899"/>
                  </a:lnTo>
                  <a:lnTo>
                    <a:pt x="1243" y="902"/>
                  </a:lnTo>
                  <a:lnTo>
                    <a:pt x="1243" y="902"/>
                  </a:lnTo>
                  <a:lnTo>
                    <a:pt x="1248" y="902"/>
                  </a:lnTo>
                  <a:lnTo>
                    <a:pt x="1257" y="907"/>
                  </a:lnTo>
                  <a:lnTo>
                    <a:pt x="1262" y="907"/>
                  </a:lnTo>
                  <a:lnTo>
                    <a:pt x="1266" y="904"/>
                  </a:lnTo>
                  <a:lnTo>
                    <a:pt x="1271" y="899"/>
                  </a:lnTo>
                  <a:lnTo>
                    <a:pt x="1274" y="897"/>
                  </a:lnTo>
                  <a:lnTo>
                    <a:pt x="1276" y="892"/>
                  </a:lnTo>
                  <a:lnTo>
                    <a:pt x="1278" y="890"/>
                  </a:lnTo>
                  <a:lnTo>
                    <a:pt x="1288" y="883"/>
                  </a:lnTo>
                  <a:lnTo>
                    <a:pt x="1290" y="883"/>
                  </a:lnTo>
                  <a:lnTo>
                    <a:pt x="1293" y="883"/>
                  </a:lnTo>
                  <a:lnTo>
                    <a:pt x="1307" y="878"/>
                  </a:lnTo>
                  <a:lnTo>
                    <a:pt x="1311" y="881"/>
                  </a:lnTo>
                  <a:lnTo>
                    <a:pt x="1326" y="878"/>
                  </a:lnTo>
                  <a:lnTo>
                    <a:pt x="1326" y="876"/>
                  </a:lnTo>
                  <a:lnTo>
                    <a:pt x="1328" y="876"/>
                  </a:lnTo>
                  <a:lnTo>
                    <a:pt x="1330" y="876"/>
                  </a:lnTo>
                  <a:lnTo>
                    <a:pt x="1337" y="873"/>
                  </a:lnTo>
                  <a:lnTo>
                    <a:pt x="1340" y="871"/>
                  </a:lnTo>
                  <a:lnTo>
                    <a:pt x="1342" y="871"/>
                  </a:lnTo>
                  <a:lnTo>
                    <a:pt x="1342" y="869"/>
                  </a:lnTo>
                  <a:lnTo>
                    <a:pt x="1342" y="866"/>
                  </a:lnTo>
                  <a:lnTo>
                    <a:pt x="1342" y="866"/>
                  </a:lnTo>
                  <a:lnTo>
                    <a:pt x="1342" y="866"/>
                  </a:lnTo>
                  <a:lnTo>
                    <a:pt x="1342" y="864"/>
                  </a:lnTo>
                  <a:lnTo>
                    <a:pt x="1340" y="862"/>
                  </a:lnTo>
                  <a:lnTo>
                    <a:pt x="1335" y="864"/>
                  </a:lnTo>
                  <a:lnTo>
                    <a:pt x="1333" y="862"/>
                  </a:lnTo>
                  <a:lnTo>
                    <a:pt x="1333" y="862"/>
                  </a:lnTo>
                  <a:lnTo>
                    <a:pt x="1333" y="859"/>
                  </a:lnTo>
                  <a:lnTo>
                    <a:pt x="1333" y="859"/>
                  </a:lnTo>
                  <a:lnTo>
                    <a:pt x="1330" y="857"/>
                  </a:lnTo>
                  <a:lnTo>
                    <a:pt x="1330" y="857"/>
                  </a:lnTo>
                  <a:lnTo>
                    <a:pt x="1330" y="857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2"/>
                  </a:lnTo>
                  <a:lnTo>
                    <a:pt x="1330" y="852"/>
                  </a:lnTo>
                  <a:lnTo>
                    <a:pt x="1330" y="850"/>
                  </a:lnTo>
                  <a:lnTo>
                    <a:pt x="1330" y="850"/>
                  </a:lnTo>
                  <a:lnTo>
                    <a:pt x="1326" y="850"/>
                  </a:lnTo>
                  <a:lnTo>
                    <a:pt x="1326" y="850"/>
                  </a:lnTo>
                  <a:lnTo>
                    <a:pt x="1323" y="850"/>
                  </a:lnTo>
                  <a:lnTo>
                    <a:pt x="1323" y="850"/>
                  </a:lnTo>
                  <a:lnTo>
                    <a:pt x="1319" y="847"/>
                  </a:lnTo>
                  <a:lnTo>
                    <a:pt x="1319" y="847"/>
                  </a:lnTo>
                  <a:lnTo>
                    <a:pt x="1319" y="845"/>
                  </a:lnTo>
                  <a:lnTo>
                    <a:pt x="1319" y="843"/>
                  </a:lnTo>
                  <a:lnTo>
                    <a:pt x="1316" y="843"/>
                  </a:lnTo>
                  <a:lnTo>
                    <a:pt x="1314" y="840"/>
                  </a:lnTo>
                  <a:lnTo>
                    <a:pt x="1311" y="840"/>
                  </a:lnTo>
                  <a:lnTo>
                    <a:pt x="1311" y="838"/>
                  </a:lnTo>
                  <a:lnTo>
                    <a:pt x="1311" y="838"/>
                  </a:lnTo>
                  <a:lnTo>
                    <a:pt x="1311" y="836"/>
                  </a:lnTo>
                  <a:lnTo>
                    <a:pt x="1311" y="836"/>
                  </a:lnTo>
                  <a:lnTo>
                    <a:pt x="1311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7" y="836"/>
                  </a:lnTo>
                  <a:lnTo>
                    <a:pt x="1307" y="838"/>
                  </a:lnTo>
                  <a:lnTo>
                    <a:pt x="1302" y="836"/>
                  </a:lnTo>
                  <a:lnTo>
                    <a:pt x="1300" y="833"/>
                  </a:lnTo>
                  <a:lnTo>
                    <a:pt x="1300" y="833"/>
                  </a:lnTo>
                  <a:lnTo>
                    <a:pt x="1300" y="833"/>
                  </a:lnTo>
                  <a:lnTo>
                    <a:pt x="1300" y="833"/>
                  </a:lnTo>
                  <a:lnTo>
                    <a:pt x="1297" y="831"/>
                  </a:lnTo>
                  <a:lnTo>
                    <a:pt x="1295" y="828"/>
                  </a:lnTo>
                  <a:lnTo>
                    <a:pt x="1295" y="828"/>
                  </a:lnTo>
                  <a:lnTo>
                    <a:pt x="1295" y="826"/>
                  </a:lnTo>
                  <a:lnTo>
                    <a:pt x="1295" y="826"/>
                  </a:lnTo>
                  <a:lnTo>
                    <a:pt x="1295" y="826"/>
                  </a:lnTo>
                  <a:lnTo>
                    <a:pt x="1293" y="826"/>
                  </a:lnTo>
                  <a:lnTo>
                    <a:pt x="1293" y="826"/>
                  </a:lnTo>
                  <a:lnTo>
                    <a:pt x="1293" y="826"/>
                  </a:lnTo>
                  <a:lnTo>
                    <a:pt x="1293" y="824"/>
                  </a:lnTo>
                  <a:lnTo>
                    <a:pt x="1290" y="826"/>
                  </a:lnTo>
                  <a:lnTo>
                    <a:pt x="1288" y="826"/>
                  </a:lnTo>
                  <a:lnTo>
                    <a:pt x="1285" y="824"/>
                  </a:lnTo>
                  <a:lnTo>
                    <a:pt x="1285" y="821"/>
                  </a:lnTo>
                  <a:lnTo>
                    <a:pt x="1274" y="821"/>
                  </a:lnTo>
                  <a:lnTo>
                    <a:pt x="1269" y="819"/>
                  </a:lnTo>
                  <a:lnTo>
                    <a:pt x="1266" y="819"/>
                  </a:lnTo>
                  <a:lnTo>
                    <a:pt x="1264" y="819"/>
                  </a:lnTo>
                  <a:lnTo>
                    <a:pt x="1264" y="819"/>
                  </a:lnTo>
                  <a:lnTo>
                    <a:pt x="1250" y="826"/>
                  </a:lnTo>
                  <a:lnTo>
                    <a:pt x="1248" y="824"/>
                  </a:lnTo>
                  <a:lnTo>
                    <a:pt x="1248" y="824"/>
                  </a:lnTo>
                  <a:lnTo>
                    <a:pt x="1245" y="826"/>
                  </a:lnTo>
                  <a:lnTo>
                    <a:pt x="1245" y="828"/>
                  </a:lnTo>
                  <a:lnTo>
                    <a:pt x="1245" y="828"/>
                  </a:lnTo>
                  <a:lnTo>
                    <a:pt x="1233" y="831"/>
                  </a:lnTo>
                  <a:lnTo>
                    <a:pt x="1229" y="831"/>
                  </a:lnTo>
                  <a:lnTo>
                    <a:pt x="1226" y="831"/>
                  </a:lnTo>
                  <a:lnTo>
                    <a:pt x="1219" y="828"/>
                  </a:lnTo>
                  <a:lnTo>
                    <a:pt x="1217" y="828"/>
                  </a:lnTo>
                  <a:lnTo>
                    <a:pt x="1214" y="828"/>
                  </a:lnTo>
                  <a:lnTo>
                    <a:pt x="1214" y="828"/>
                  </a:lnTo>
                  <a:lnTo>
                    <a:pt x="1214" y="828"/>
                  </a:lnTo>
                  <a:lnTo>
                    <a:pt x="1214" y="831"/>
                  </a:lnTo>
                  <a:lnTo>
                    <a:pt x="1214" y="831"/>
                  </a:lnTo>
                  <a:lnTo>
                    <a:pt x="1214" y="831"/>
                  </a:lnTo>
                  <a:lnTo>
                    <a:pt x="1214" y="831"/>
                  </a:lnTo>
                  <a:lnTo>
                    <a:pt x="1207" y="828"/>
                  </a:lnTo>
                  <a:lnTo>
                    <a:pt x="1205" y="828"/>
                  </a:lnTo>
                  <a:lnTo>
                    <a:pt x="1200" y="828"/>
                  </a:lnTo>
                  <a:lnTo>
                    <a:pt x="1198" y="831"/>
                  </a:lnTo>
                  <a:lnTo>
                    <a:pt x="1198" y="831"/>
                  </a:lnTo>
                  <a:lnTo>
                    <a:pt x="1195" y="831"/>
                  </a:lnTo>
                  <a:lnTo>
                    <a:pt x="1195" y="831"/>
                  </a:lnTo>
                  <a:close/>
                  <a:moveTo>
                    <a:pt x="1174" y="686"/>
                  </a:moveTo>
                  <a:lnTo>
                    <a:pt x="1174" y="684"/>
                  </a:lnTo>
                  <a:lnTo>
                    <a:pt x="1172" y="684"/>
                  </a:lnTo>
                  <a:lnTo>
                    <a:pt x="1172" y="682"/>
                  </a:lnTo>
                  <a:lnTo>
                    <a:pt x="1172" y="682"/>
                  </a:lnTo>
                  <a:lnTo>
                    <a:pt x="1174" y="682"/>
                  </a:lnTo>
                  <a:lnTo>
                    <a:pt x="1174" y="682"/>
                  </a:lnTo>
                  <a:lnTo>
                    <a:pt x="1172" y="682"/>
                  </a:lnTo>
                  <a:lnTo>
                    <a:pt x="1155" y="686"/>
                  </a:lnTo>
                  <a:lnTo>
                    <a:pt x="1155" y="684"/>
                  </a:lnTo>
                  <a:lnTo>
                    <a:pt x="1162" y="679"/>
                  </a:lnTo>
                  <a:lnTo>
                    <a:pt x="1162" y="677"/>
                  </a:lnTo>
                  <a:lnTo>
                    <a:pt x="1162" y="677"/>
                  </a:lnTo>
                  <a:lnTo>
                    <a:pt x="1160" y="677"/>
                  </a:lnTo>
                  <a:lnTo>
                    <a:pt x="1160" y="677"/>
                  </a:lnTo>
                  <a:lnTo>
                    <a:pt x="1160" y="677"/>
                  </a:lnTo>
                  <a:lnTo>
                    <a:pt x="1160" y="675"/>
                  </a:lnTo>
                  <a:lnTo>
                    <a:pt x="1160" y="675"/>
                  </a:lnTo>
                  <a:lnTo>
                    <a:pt x="1160" y="675"/>
                  </a:lnTo>
                  <a:lnTo>
                    <a:pt x="1160" y="675"/>
                  </a:lnTo>
                  <a:lnTo>
                    <a:pt x="1158" y="672"/>
                  </a:lnTo>
                  <a:lnTo>
                    <a:pt x="1155" y="672"/>
                  </a:lnTo>
                  <a:lnTo>
                    <a:pt x="1155" y="672"/>
                  </a:lnTo>
                  <a:lnTo>
                    <a:pt x="1153" y="670"/>
                  </a:lnTo>
                  <a:lnTo>
                    <a:pt x="1151" y="672"/>
                  </a:lnTo>
                  <a:lnTo>
                    <a:pt x="1148" y="672"/>
                  </a:lnTo>
                  <a:lnTo>
                    <a:pt x="1148" y="670"/>
                  </a:lnTo>
                  <a:lnTo>
                    <a:pt x="1148" y="670"/>
                  </a:lnTo>
                  <a:lnTo>
                    <a:pt x="1148" y="670"/>
                  </a:lnTo>
                  <a:lnTo>
                    <a:pt x="1148" y="670"/>
                  </a:lnTo>
                  <a:lnTo>
                    <a:pt x="1136" y="675"/>
                  </a:lnTo>
                  <a:lnTo>
                    <a:pt x="1134" y="675"/>
                  </a:lnTo>
                  <a:lnTo>
                    <a:pt x="1134" y="675"/>
                  </a:lnTo>
                  <a:lnTo>
                    <a:pt x="1132" y="675"/>
                  </a:lnTo>
                  <a:lnTo>
                    <a:pt x="1132" y="675"/>
                  </a:lnTo>
                  <a:lnTo>
                    <a:pt x="1129" y="675"/>
                  </a:lnTo>
                  <a:lnTo>
                    <a:pt x="1129" y="672"/>
                  </a:lnTo>
                  <a:lnTo>
                    <a:pt x="1132" y="668"/>
                  </a:lnTo>
                  <a:lnTo>
                    <a:pt x="1132" y="668"/>
                  </a:lnTo>
                  <a:lnTo>
                    <a:pt x="1132" y="668"/>
                  </a:lnTo>
                  <a:lnTo>
                    <a:pt x="1132" y="668"/>
                  </a:lnTo>
                  <a:lnTo>
                    <a:pt x="1132" y="665"/>
                  </a:lnTo>
                  <a:lnTo>
                    <a:pt x="1132" y="665"/>
                  </a:lnTo>
                  <a:lnTo>
                    <a:pt x="1132" y="665"/>
                  </a:lnTo>
                  <a:lnTo>
                    <a:pt x="1132" y="665"/>
                  </a:lnTo>
                  <a:lnTo>
                    <a:pt x="1101" y="665"/>
                  </a:lnTo>
                  <a:lnTo>
                    <a:pt x="1101" y="668"/>
                  </a:lnTo>
                  <a:lnTo>
                    <a:pt x="1098" y="668"/>
                  </a:lnTo>
                  <a:lnTo>
                    <a:pt x="1098" y="670"/>
                  </a:lnTo>
                  <a:lnTo>
                    <a:pt x="1096" y="670"/>
                  </a:lnTo>
                  <a:lnTo>
                    <a:pt x="1089" y="679"/>
                  </a:lnTo>
                  <a:lnTo>
                    <a:pt x="1087" y="679"/>
                  </a:lnTo>
                  <a:lnTo>
                    <a:pt x="1087" y="677"/>
                  </a:lnTo>
                  <a:lnTo>
                    <a:pt x="1084" y="677"/>
                  </a:lnTo>
                  <a:lnTo>
                    <a:pt x="1084" y="679"/>
                  </a:lnTo>
                  <a:lnTo>
                    <a:pt x="1082" y="679"/>
                  </a:lnTo>
                  <a:lnTo>
                    <a:pt x="1080" y="679"/>
                  </a:lnTo>
                  <a:lnTo>
                    <a:pt x="1077" y="677"/>
                  </a:lnTo>
                  <a:lnTo>
                    <a:pt x="1072" y="677"/>
                  </a:lnTo>
                  <a:lnTo>
                    <a:pt x="1072" y="677"/>
                  </a:lnTo>
                  <a:lnTo>
                    <a:pt x="1072" y="675"/>
                  </a:lnTo>
                  <a:lnTo>
                    <a:pt x="1072" y="675"/>
                  </a:lnTo>
                  <a:lnTo>
                    <a:pt x="1072" y="675"/>
                  </a:lnTo>
                  <a:lnTo>
                    <a:pt x="1070" y="677"/>
                  </a:lnTo>
                  <a:lnTo>
                    <a:pt x="1065" y="677"/>
                  </a:lnTo>
                  <a:lnTo>
                    <a:pt x="1065" y="677"/>
                  </a:lnTo>
                  <a:lnTo>
                    <a:pt x="1068" y="677"/>
                  </a:lnTo>
                  <a:lnTo>
                    <a:pt x="1068" y="677"/>
                  </a:lnTo>
                  <a:lnTo>
                    <a:pt x="1065" y="682"/>
                  </a:lnTo>
                  <a:lnTo>
                    <a:pt x="1063" y="682"/>
                  </a:lnTo>
                  <a:lnTo>
                    <a:pt x="1063" y="684"/>
                  </a:lnTo>
                  <a:lnTo>
                    <a:pt x="1063" y="686"/>
                  </a:lnTo>
                  <a:lnTo>
                    <a:pt x="1054" y="691"/>
                  </a:lnTo>
                  <a:lnTo>
                    <a:pt x="1056" y="694"/>
                  </a:lnTo>
                  <a:lnTo>
                    <a:pt x="1056" y="694"/>
                  </a:lnTo>
                  <a:lnTo>
                    <a:pt x="1056" y="694"/>
                  </a:lnTo>
                  <a:lnTo>
                    <a:pt x="1056" y="694"/>
                  </a:lnTo>
                  <a:lnTo>
                    <a:pt x="1058" y="694"/>
                  </a:lnTo>
                  <a:lnTo>
                    <a:pt x="1058" y="696"/>
                  </a:lnTo>
                  <a:lnTo>
                    <a:pt x="1058" y="696"/>
                  </a:lnTo>
                  <a:lnTo>
                    <a:pt x="1051" y="694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8"/>
                  </a:lnTo>
                  <a:lnTo>
                    <a:pt x="1046" y="698"/>
                  </a:lnTo>
                  <a:lnTo>
                    <a:pt x="1044" y="698"/>
                  </a:lnTo>
                  <a:lnTo>
                    <a:pt x="1044" y="698"/>
                  </a:lnTo>
                  <a:lnTo>
                    <a:pt x="1044" y="698"/>
                  </a:lnTo>
                  <a:lnTo>
                    <a:pt x="1044" y="701"/>
                  </a:lnTo>
                  <a:lnTo>
                    <a:pt x="1044" y="701"/>
                  </a:lnTo>
                  <a:lnTo>
                    <a:pt x="1044" y="701"/>
                  </a:lnTo>
                  <a:lnTo>
                    <a:pt x="1042" y="701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4" y="703"/>
                  </a:lnTo>
                  <a:lnTo>
                    <a:pt x="1044" y="705"/>
                  </a:lnTo>
                  <a:lnTo>
                    <a:pt x="1039" y="705"/>
                  </a:lnTo>
                  <a:lnTo>
                    <a:pt x="1039" y="705"/>
                  </a:lnTo>
                  <a:lnTo>
                    <a:pt x="1037" y="705"/>
                  </a:lnTo>
                  <a:lnTo>
                    <a:pt x="1037" y="705"/>
                  </a:lnTo>
                  <a:lnTo>
                    <a:pt x="1037" y="705"/>
                  </a:lnTo>
                  <a:lnTo>
                    <a:pt x="1037" y="703"/>
                  </a:lnTo>
                  <a:lnTo>
                    <a:pt x="1035" y="703"/>
                  </a:lnTo>
                  <a:lnTo>
                    <a:pt x="1032" y="708"/>
                  </a:lnTo>
                  <a:lnTo>
                    <a:pt x="1027" y="710"/>
                  </a:lnTo>
                  <a:lnTo>
                    <a:pt x="1025" y="712"/>
                  </a:lnTo>
                  <a:lnTo>
                    <a:pt x="1025" y="712"/>
                  </a:lnTo>
                  <a:lnTo>
                    <a:pt x="1025" y="712"/>
                  </a:lnTo>
                  <a:lnTo>
                    <a:pt x="1025" y="715"/>
                  </a:lnTo>
                  <a:lnTo>
                    <a:pt x="1025" y="715"/>
                  </a:lnTo>
                  <a:lnTo>
                    <a:pt x="1025" y="715"/>
                  </a:lnTo>
                  <a:lnTo>
                    <a:pt x="1030" y="715"/>
                  </a:lnTo>
                  <a:lnTo>
                    <a:pt x="1032" y="717"/>
                  </a:lnTo>
                  <a:lnTo>
                    <a:pt x="1035" y="720"/>
                  </a:lnTo>
                  <a:lnTo>
                    <a:pt x="1039" y="720"/>
                  </a:lnTo>
                  <a:lnTo>
                    <a:pt x="1039" y="720"/>
                  </a:lnTo>
                  <a:lnTo>
                    <a:pt x="1039" y="720"/>
                  </a:lnTo>
                  <a:lnTo>
                    <a:pt x="1039" y="720"/>
                  </a:lnTo>
                  <a:lnTo>
                    <a:pt x="1042" y="720"/>
                  </a:lnTo>
                  <a:lnTo>
                    <a:pt x="1042" y="720"/>
                  </a:lnTo>
                  <a:lnTo>
                    <a:pt x="1035" y="720"/>
                  </a:lnTo>
                  <a:lnTo>
                    <a:pt x="1030" y="720"/>
                  </a:lnTo>
                  <a:lnTo>
                    <a:pt x="1025" y="722"/>
                  </a:lnTo>
                  <a:lnTo>
                    <a:pt x="1020" y="727"/>
                  </a:lnTo>
                  <a:lnTo>
                    <a:pt x="1016" y="727"/>
                  </a:lnTo>
                  <a:lnTo>
                    <a:pt x="1020" y="724"/>
                  </a:lnTo>
                  <a:lnTo>
                    <a:pt x="1020" y="722"/>
                  </a:lnTo>
                  <a:lnTo>
                    <a:pt x="1020" y="722"/>
                  </a:lnTo>
                  <a:lnTo>
                    <a:pt x="1020" y="722"/>
                  </a:lnTo>
                  <a:lnTo>
                    <a:pt x="1016" y="720"/>
                  </a:lnTo>
                  <a:lnTo>
                    <a:pt x="1016" y="717"/>
                  </a:lnTo>
                  <a:lnTo>
                    <a:pt x="1011" y="720"/>
                  </a:lnTo>
                  <a:lnTo>
                    <a:pt x="1004" y="715"/>
                  </a:lnTo>
                  <a:lnTo>
                    <a:pt x="1001" y="712"/>
                  </a:lnTo>
                  <a:lnTo>
                    <a:pt x="1001" y="712"/>
                  </a:lnTo>
                  <a:lnTo>
                    <a:pt x="1001" y="712"/>
                  </a:lnTo>
                  <a:lnTo>
                    <a:pt x="1001" y="710"/>
                  </a:lnTo>
                  <a:lnTo>
                    <a:pt x="1001" y="710"/>
                  </a:lnTo>
                  <a:lnTo>
                    <a:pt x="997" y="708"/>
                  </a:lnTo>
                  <a:lnTo>
                    <a:pt x="994" y="710"/>
                  </a:lnTo>
                  <a:lnTo>
                    <a:pt x="994" y="710"/>
                  </a:lnTo>
                  <a:lnTo>
                    <a:pt x="994" y="710"/>
                  </a:lnTo>
                  <a:lnTo>
                    <a:pt x="994" y="712"/>
                  </a:lnTo>
                  <a:lnTo>
                    <a:pt x="994" y="712"/>
                  </a:lnTo>
                  <a:lnTo>
                    <a:pt x="994" y="712"/>
                  </a:lnTo>
                  <a:lnTo>
                    <a:pt x="994" y="712"/>
                  </a:lnTo>
                  <a:lnTo>
                    <a:pt x="992" y="715"/>
                  </a:lnTo>
                  <a:lnTo>
                    <a:pt x="992" y="715"/>
                  </a:lnTo>
                  <a:lnTo>
                    <a:pt x="992" y="715"/>
                  </a:lnTo>
                  <a:lnTo>
                    <a:pt x="992" y="717"/>
                  </a:lnTo>
                  <a:lnTo>
                    <a:pt x="994" y="717"/>
                  </a:lnTo>
                  <a:lnTo>
                    <a:pt x="994" y="717"/>
                  </a:lnTo>
                  <a:lnTo>
                    <a:pt x="994" y="720"/>
                  </a:lnTo>
                  <a:lnTo>
                    <a:pt x="997" y="722"/>
                  </a:lnTo>
                  <a:lnTo>
                    <a:pt x="994" y="724"/>
                  </a:lnTo>
                  <a:lnTo>
                    <a:pt x="994" y="724"/>
                  </a:lnTo>
                  <a:lnTo>
                    <a:pt x="992" y="724"/>
                  </a:lnTo>
                  <a:lnTo>
                    <a:pt x="992" y="724"/>
                  </a:lnTo>
                  <a:lnTo>
                    <a:pt x="992" y="724"/>
                  </a:lnTo>
                  <a:lnTo>
                    <a:pt x="994" y="724"/>
                  </a:lnTo>
                  <a:lnTo>
                    <a:pt x="994" y="722"/>
                  </a:lnTo>
                  <a:lnTo>
                    <a:pt x="994" y="720"/>
                  </a:lnTo>
                  <a:lnTo>
                    <a:pt x="992" y="720"/>
                  </a:lnTo>
                  <a:lnTo>
                    <a:pt x="990" y="720"/>
                  </a:lnTo>
                  <a:lnTo>
                    <a:pt x="990" y="717"/>
                  </a:lnTo>
                  <a:lnTo>
                    <a:pt x="990" y="715"/>
                  </a:lnTo>
                  <a:lnTo>
                    <a:pt x="987" y="715"/>
                  </a:lnTo>
                  <a:lnTo>
                    <a:pt x="987" y="715"/>
                  </a:lnTo>
                  <a:lnTo>
                    <a:pt x="983" y="717"/>
                  </a:lnTo>
                  <a:lnTo>
                    <a:pt x="983" y="717"/>
                  </a:lnTo>
                  <a:lnTo>
                    <a:pt x="983" y="717"/>
                  </a:lnTo>
                  <a:lnTo>
                    <a:pt x="983" y="717"/>
                  </a:lnTo>
                  <a:lnTo>
                    <a:pt x="983" y="720"/>
                  </a:lnTo>
                  <a:lnTo>
                    <a:pt x="983" y="720"/>
                  </a:lnTo>
                  <a:lnTo>
                    <a:pt x="983" y="720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5" y="724"/>
                  </a:lnTo>
                  <a:lnTo>
                    <a:pt x="975" y="724"/>
                  </a:lnTo>
                  <a:lnTo>
                    <a:pt x="975" y="722"/>
                  </a:lnTo>
                  <a:lnTo>
                    <a:pt x="975" y="722"/>
                  </a:lnTo>
                  <a:lnTo>
                    <a:pt x="978" y="722"/>
                  </a:lnTo>
                  <a:lnTo>
                    <a:pt x="978" y="722"/>
                  </a:lnTo>
                  <a:lnTo>
                    <a:pt x="978" y="720"/>
                  </a:lnTo>
                  <a:lnTo>
                    <a:pt x="975" y="720"/>
                  </a:lnTo>
                  <a:lnTo>
                    <a:pt x="973" y="717"/>
                  </a:lnTo>
                  <a:lnTo>
                    <a:pt x="968" y="715"/>
                  </a:lnTo>
                  <a:lnTo>
                    <a:pt x="966" y="710"/>
                  </a:lnTo>
                  <a:lnTo>
                    <a:pt x="966" y="710"/>
                  </a:lnTo>
                  <a:lnTo>
                    <a:pt x="964" y="710"/>
                  </a:lnTo>
                  <a:lnTo>
                    <a:pt x="961" y="708"/>
                  </a:lnTo>
                  <a:lnTo>
                    <a:pt x="961" y="710"/>
                  </a:lnTo>
                  <a:lnTo>
                    <a:pt x="961" y="712"/>
                  </a:lnTo>
                  <a:lnTo>
                    <a:pt x="961" y="715"/>
                  </a:lnTo>
                  <a:lnTo>
                    <a:pt x="959" y="717"/>
                  </a:lnTo>
                  <a:lnTo>
                    <a:pt x="961" y="720"/>
                  </a:lnTo>
                  <a:lnTo>
                    <a:pt x="964" y="722"/>
                  </a:lnTo>
                  <a:lnTo>
                    <a:pt x="966" y="727"/>
                  </a:lnTo>
                  <a:lnTo>
                    <a:pt x="966" y="727"/>
                  </a:lnTo>
                  <a:lnTo>
                    <a:pt x="966" y="729"/>
                  </a:lnTo>
                  <a:lnTo>
                    <a:pt x="966" y="731"/>
                  </a:lnTo>
                  <a:lnTo>
                    <a:pt x="961" y="731"/>
                  </a:lnTo>
                  <a:lnTo>
                    <a:pt x="961" y="731"/>
                  </a:lnTo>
                  <a:lnTo>
                    <a:pt x="961" y="731"/>
                  </a:lnTo>
                  <a:lnTo>
                    <a:pt x="961" y="729"/>
                  </a:lnTo>
                  <a:lnTo>
                    <a:pt x="959" y="729"/>
                  </a:lnTo>
                  <a:lnTo>
                    <a:pt x="959" y="729"/>
                  </a:lnTo>
                  <a:lnTo>
                    <a:pt x="956" y="727"/>
                  </a:lnTo>
                  <a:lnTo>
                    <a:pt x="956" y="727"/>
                  </a:lnTo>
                  <a:lnTo>
                    <a:pt x="956" y="727"/>
                  </a:lnTo>
                  <a:lnTo>
                    <a:pt x="956" y="724"/>
                  </a:lnTo>
                  <a:lnTo>
                    <a:pt x="956" y="724"/>
                  </a:lnTo>
                  <a:lnTo>
                    <a:pt x="956" y="724"/>
                  </a:lnTo>
                  <a:lnTo>
                    <a:pt x="954" y="724"/>
                  </a:lnTo>
                  <a:lnTo>
                    <a:pt x="954" y="722"/>
                  </a:lnTo>
                  <a:lnTo>
                    <a:pt x="954" y="720"/>
                  </a:lnTo>
                  <a:lnTo>
                    <a:pt x="952" y="720"/>
                  </a:lnTo>
                  <a:lnTo>
                    <a:pt x="947" y="720"/>
                  </a:lnTo>
                  <a:lnTo>
                    <a:pt x="947" y="720"/>
                  </a:lnTo>
                  <a:lnTo>
                    <a:pt x="947" y="722"/>
                  </a:lnTo>
                  <a:lnTo>
                    <a:pt x="945" y="722"/>
                  </a:lnTo>
                  <a:lnTo>
                    <a:pt x="942" y="724"/>
                  </a:lnTo>
                  <a:lnTo>
                    <a:pt x="942" y="722"/>
                  </a:lnTo>
                  <a:lnTo>
                    <a:pt x="942" y="722"/>
                  </a:lnTo>
                  <a:lnTo>
                    <a:pt x="945" y="722"/>
                  </a:lnTo>
                  <a:lnTo>
                    <a:pt x="945" y="722"/>
                  </a:lnTo>
                  <a:lnTo>
                    <a:pt x="945" y="720"/>
                  </a:lnTo>
                  <a:lnTo>
                    <a:pt x="942" y="722"/>
                  </a:lnTo>
                  <a:lnTo>
                    <a:pt x="940" y="722"/>
                  </a:lnTo>
                  <a:lnTo>
                    <a:pt x="940" y="722"/>
                  </a:lnTo>
                  <a:lnTo>
                    <a:pt x="942" y="720"/>
                  </a:lnTo>
                  <a:lnTo>
                    <a:pt x="942" y="720"/>
                  </a:lnTo>
                  <a:lnTo>
                    <a:pt x="942" y="717"/>
                  </a:lnTo>
                  <a:lnTo>
                    <a:pt x="947" y="717"/>
                  </a:lnTo>
                  <a:lnTo>
                    <a:pt x="949" y="715"/>
                  </a:lnTo>
                  <a:lnTo>
                    <a:pt x="949" y="715"/>
                  </a:lnTo>
                  <a:lnTo>
                    <a:pt x="952" y="715"/>
                  </a:lnTo>
                  <a:lnTo>
                    <a:pt x="952" y="715"/>
                  </a:lnTo>
                  <a:lnTo>
                    <a:pt x="952" y="712"/>
                  </a:lnTo>
                  <a:lnTo>
                    <a:pt x="952" y="708"/>
                  </a:lnTo>
                  <a:lnTo>
                    <a:pt x="952" y="708"/>
                  </a:lnTo>
                  <a:lnTo>
                    <a:pt x="952" y="705"/>
                  </a:lnTo>
                  <a:lnTo>
                    <a:pt x="952" y="703"/>
                  </a:lnTo>
                  <a:lnTo>
                    <a:pt x="949" y="703"/>
                  </a:lnTo>
                  <a:lnTo>
                    <a:pt x="949" y="701"/>
                  </a:lnTo>
                  <a:lnTo>
                    <a:pt x="947" y="701"/>
                  </a:lnTo>
                  <a:lnTo>
                    <a:pt x="942" y="698"/>
                  </a:lnTo>
                  <a:lnTo>
                    <a:pt x="942" y="696"/>
                  </a:lnTo>
                  <a:lnTo>
                    <a:pt x="940" y="696"/>
                  </a:lnTo>
                  <a:lnTo>
                    <a:pt x="940" y="696"/>
                  </a:lnTo>
                  <a:lnTo>
                    <a:pt x="940" y="696"/>
                  </a:lnTo>
                  <a:lnTo>
                    <a:pt x="940" y="696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38" y="701"/>
                  </a:lnTo>
                  <a:lnTo>
                    <a:pt x="938" y="701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5" y="701"/>
                  </a:lnTo>
                  <a:lnTo>
                    <a:pt x="935" y="701"/>
                  </a:lnTo>
                  <a:lnTo>
                    <a:pt x="935" y="698"/>
                  </a:lnTo>
                  <a:lnTo>
                    <a:pt x="938" y="696"/>
                  </a:lnTo>
                  <a:lnTo>
                    <a:pt x="938" y="694"/>
                  </a:lnTo>
                  <a:lnTo>
                    <a:pt x="935" y="691"/>
                  </a:lnTo>
                  <a:lnTo>
                    <a:pt x="933" y="691"/>
                  </a:lnTo>
                  <a:lnTo>
                    <a:pt x="933" y="691"/>
                  </a:lnTo>
                  <a:lnTo>
                    <a:pt x="933" y="689"/>
                  </a:lnTo>
                  <a:lnTo>
                    <a:pt x="933" y="689"/>
                  </a:lnTo>
                  <a:lnTo>
                    <a:pt x="933" y="689"/>
                  </a:lnTo>
                  <a:lnTo>
                    <a:pt x="930" y="689"/>
                  </a:lnTo>
                  <a:lnTo>
                    <a:pt x="930" y="689"/>
                  </a:lnTo>
                  <a:lnTo>
                    <a:pt x="930" y="686"/>
                  </a:lnTo>
                  <a:lnTo>
                    <a:pt x="930" y="686"/>
                  </a:lnTo>
                  <a:lnTo>
                    <a:pt x="930" y="686"/>
                  </a:lnTo>
                  <a:lnTo>
                    <a:pt x="928" y="684"/>
                  </a:lnTo>
                  <a:lnTo>
                    <a:pt x="928" y="684"/>
                  </a:lnTo>
                  <a:lnTo>
                    <a:pt x="928" y="686"/>
                  </a:lnTo>
                  <a:lnTo>
                    <a:pt x="926" y="686"/>
                  </a:lnTo>
                  <a:lnTo>
                    <a:pt x="926" y="689"/>
                  </a:lnTo>
                  <a:lnTo>
                    <a:pt x="926" y="691"/>
                  </a:lnTo>
                  <a:lnTo>
                    <a:pt x="926" y="691"/>
                  </a:lnTo>
                  <a:lnTo>
                    <a:pt x="926" y="691"/>
                  </a:lnTo>
                  <a:lnTo>
                    <a:pt x="926" y="691"/>
                  </a:lnTo>
                  <a:lnTo>
                    <a:pt x="923" y="691"/>
                  </a:lnTo>
                  <a:lnTo>
                    <a:pt x="923" y="689"/>
                  </a:lnTo>
                  <a:lnTo>
                    <a:pt x="921" y="689"/>
                  </a:lnTo>
                  <a:lnTo>
                    <a:pt x="921" y="689"/>
                  </a:lnTo>
                  <a:lnTo>
                    <a:pt x="921" y="691"/>
                  </a:lnTo>
                  <a:lnTo>
                    <a:pt x="921" y="691"/>
                  </a:lnTo>
                  <a:lnTo>
                    <a:pt x="919" y="694"/>
                  </a:lnTo>
                  <a:lnTo>
                    <a:pt x="919" y="696"/>
                  </a:lnTo>
                  <a:lnTo>
                    <a:pt x="919" y="696"/>
                  </a:lnTo>
                  <a:lnTo>
                    <a:pt x="919" y="696"/>
                  </a:lnTo>
                  <a:lnTo>
                    <a:pt x="919" y="694"/>
                  </a:lnTo>
                  <a:lnTo>
                    <a:pt x="919" y="691"/>
                  </a:lnTo>
                  <a:lnTo>
                    <a:pt x="919" y="691"/>
                  </a:lnTo>
                  <a:lnTo>
                    <a:pt x="919" y="689"/>
                  </a:lnTo>
                  <a:lnTo>
                    <a:pt x="919" y="689"/>
                  </a:lnTo>
                  <a:lnTo>
                    <a:pt x="916" y="689"/>
                  </a:lnTo>
                  <a:lnTo>
                    <a:pt x="916" y="689"/>
                  </a:lnTo>
                  <a:lnTo>
                    <a:pt x="914" y="691"/>
                  </a:lnTo>
                  <a:lnTo>
                    <a:pt x="914" y="691"/>
                  </a:lnTo>
                  <a:lnTo>
                    <a:pt x="912" y="691"/>
                  </a:lnTo>
                  <a:lnTo>
                    <a:pt x="912" y="691"/>
                  </a:lnTo>
                  <a:lnTo>
                    <a:pt x="912" y="691"/>
                  </a:lnTo>
                  <a:lnTo>
                    <a:pt x="914" y="691"/>
                  </a:lnTo>
                  <a:lnTo>
                    <a:pt x="914" y="689"/>
                  </a:lnTo>
                  <a:lnTo>
                    <a:pt x="912" y="689"/>
                  </a:lnTo>
                  <a:lnTo>
                    <a:pt x="912" y="689"/>
                  </a:lnTo>
                  <a:lnTo>
                    <a:pt x="912" y="689"/>
                  </a:lnTo>
                  <a:lnTo>
                    <a:pt x="909" y="689"/>
                  </a:lnTo>
                  <a:lnTo>
                    <a:pt x="909" y="691"/>
                  </a:lnTo>
                  <a:lnTo>
                    <a:pt x="909" y="694"/>
                  </a:lnTo>
                  <a:lnTo>
                    <a:pt x="909" y="696"/>
                  </a:lnTo>
                  <a:lnTo>
                    <a:pt x="907" y="698"/>
                  </a:lnTo>
                  <a:lnTo>
                    <a:pt x="907" y="698"/>
                  </a:lnTo>
                  <a:lnTo>
                    <a:pt x="907" y="698"/>
                  </a:lnTo>
                  <a:lnTo>
                    <a:pt x="907" y="698"/>
                  </a:lnTo>
                  <a:lnTo>
                    <a:pt x="907" y="701"/>
                  </a:lnTo>
                  <a:lnTo>
                    <a:pt x="907" y="703"/>
                  </a:lnTo>
                  <a:lnTo>
                    <a:pt x="904" y="703"/>
                  </a:lnTo>
                  <a:lnTo>
                    <a:pt x="904" y="703"/>
                  </a:lnTo>
                  <a:lnTo>
                    <a:pt x="904" y="703"/>
                  </a:lnTo>
                  <a:lnTo>
                    <a:pt x="904" y="703"/>
                  </a:lnTo>
                  <a:lnTo>
                    <a:pt x="904" y="701"/>
                  </a:lnTo>
                  <a:lnTo>
                    <a:pt x="904" y="701"/>
                  </a:lnTo>
                  <a:lnTo>
                    <a:pt x="904" y="698"/>
                  </a:lnTo>
                  <a:lnTo>
                    <a:pt x="904" y="698"/>
                  </a:lnTo>
                  <a:lnTo>
                    <a:pt x="904" y="696"/>
                  </a:lnTo>
                  <a:lnTo>
                    <a:pt x="907" y="696"/>
                  </a:lnTo>
                  <a:lnTo>
                    <a:pt x="907" y="694"/>
                  </a:lnTo>
                  <a:lnTo>
                    <a:pt x="907" y="694"/>
                  </a:lnTo>
                  <a:lnTo>
                    <a:pt x="907" y="694"/>
                  </a:lnTo>
                  <a:lnTo>
                    <a:pt x="907" y="691"/>
                  </a:lnTo>
                  <a:lnTo>
                    <a:pt x="907" y="691"/>
                  </a:lnTo>
                  <a:lnTo>
                    <a:pt x="907" y="691"/>
                  </a:lnTo>
                  <a:lnTo>
                    <a:pt x="904" y="691"/>
                  </a:lnTo>
                  <a:lnTo>
                    <a:pt x="904" y="691"/>
                  </a:lnTo>
                  <a:lnTo>
                    <a:pt x="904" y="689"/>
                  </a:lnTo>
                  <a:lnTo>
                    <a:pt x="907" y="689"/>
                  </a:lnTo>
                  <a:lnTo>
                    <a:pt x="907" y="689"/>
                  </a:lnTo>
                  <a:lnTo>
                    <a:pt x="907" y="686"/>
                  </a:lnTo>
                  <a:lnTo>
                    <a:pt x="902" y="689"/>
                  </a:lnTo>
                  <a:lnTo>
                    <a:pt x="902" y="689"/>
                  </a:lnTo>
                  <a:lnTo>
                    <a:pt x="902" y="686"/>
                  </a:lnTo>
                  <a:lnTo>
                    <a:pt x="921" y="684"/>
                  </a:lnTo>
                  <a:lnTo>
                    <a:pt x="923" y="684"/>
                  </a:lnTo>
                  <a:lnTo>
                    <a:pt x="923" y="682"/>
                  </a:lnTo>
                  <a:lnTo>
                    <a:pt x="914" y="679"/>
                  </a:lnTo>
                  <a:lnTo>
                    <a:pt x="914" y="679"/>
                  </a:lnTo>
                  <a:lnTo>
                    <a:pt x="912" y="682"/>
                  </a:lnTo>
                  <a:lnTo>
                    <a:pt x="912" y="682"/>
                  </a:lnTo>
                  <a:lnTo>
                    <a:pt x="912" y="684"/>
                  </a:lnTo>
                  <a:lnTo>
                    <a:pt x="907" y="684"/>
                  </a:lnTo>
                  <a:lnTo>
                    <a:pt x="907" y="682"/>
                  </a:lnTo>
                  <a:lnTo>
                    <a:pt x="909" y="682"/>
                  </a:lnTo>
                  <a:lnTo>
                    <a:pt x="909" y="682"/>
                  </a:lnTo>
                  <a:lnTo>
                    <a:pt x="909" y="682"/>
                  </a:lnTo>
                  <a:lnTo>
                    <a:pt x="912" y="679"/>
                  </a:lnTo>
                  <a:lnTo>
                    <a:pt x="909" y="679"/>
                  </a:lnTo>
                  <a:lnTo>
                    <a:pt x="909" y="679"/>
                  </a:lnTo>
                  <a:lnTo>
                    <a:pt x="912" y="679"/>
                  </a:lnTo>
                  <a:lnTo>
                    <a:pt x="912" y="679"/>
                  </a:lnTo>
                  <a:lnTo>
                    <a:pt x="912" y="679"/>
                  </a:lnTo>
                  <a:lnTo>
                    <a:pt x="912" y="679"/>
                  </a:lnTo>
                  <a:lnTo>
                    <a:pt x="912" y="677"/>
                  </a:lnTo>
                  <a:lnTo>
                    <a:pt x="909" y="677"/>
                  </a:lnTo>
                  <a:lnTo>
                    <a:pt x="909" y="677"/>
                  </a:lnTo>
                  <a:lnTo>
                    <a:pt x="897" y="675"/>
                  </a:lnTo>
                  <a:lnTo>
                    <a:pt x="895" y="677"/>
                  </a:lnTo>
                  <a:lnTo>
                    <a:pt x="895" y="677"/>
                  </a:lnTo>
                  <a:lnTo>
                    <a:pt x="895" y="677"/>
                  </a:lnTo>
                  <a:lnTo>
                    <a:pt x="895" y="675"/>
                  </a:lnTo>
                  <a:lnTo>
                    <a:pt x="895" y="675"/>
                  </a:lnTo>
                  <a:lnTo>
                    <a:pt x="897" y="675"/>
                  </a:lnTo>
                  <a:lnTo>
                    <a:pt x="897" y="672"/>
                  </a:lnTo>
                  <a:lnTo>
                    <a:pt x="897" y="672"/>
                  </a:lnTo>
                  <a:lnTo>
                    <a:pt x="893" y="670"/>
                  </a:lnTo>
                  <a:lnTo>
                    <a:pt x="890" y="670"/>
                  </a:lnTo>
                  <a:lnTo>
                    <a:pt x="890" y="670"/>
                  </a:lnTo>
                  <a:lnTo>
                    <a:pt x="890" y="668"/>
                  </a:lnTo>
                  <a:lnTo>
                    <a:pt x="888" y="668"/>
                  </a:lnTo>
                  <a:lnTo>
                    <a:pt x="897" y="670"/>
                  </a:lnTo>
                  <a:lnTo>
                    <a:pt x="900" y="672"/>
                  </a:lnTo>
                  <a:lnTo>
                    <a:pt x="921" y="675"/>
                  </a:lnTo>
                  <a:lnTo>
                    <a:pt x="923" y="675"/>
                  </a:lnTo>
                  <a:lnTo>
                    <a:pt x="923" y="675"/>
                  </a:lnTo>
                  <a:lnTo>
                    <a:pt x="926" y="675"/>
                  </a:lnTo>
                  <a:lnTo>
                    <a:pt x="923" y="675"/>
                  </a:lnTo>
                  <a:lnTo>
                    <a:pt x="916" y="675"/>
                  </a:lnTo>
                  <a:lnTo>
                    <a:pt x="916" y="672"/>
                  </a:lnTo>
                  <a:lnTo>
                    <a:pt x="940" y="668"/>
                  </a:lnTo>
                  <a:lnTo>
                    <a:pt x="940" y="668"/>
                  </a:lnTo>
                  <a:lnTo>
                    <a:pt x="940" y="665"/>
                  </a:lnTo>
                  <a:lnTo>
                    <a:pt x="940" y="665"/>
                  </a:lnTo>
                  <a:lnTo>
                    <a:pt x="940" y="665"/>
                  </a:lnTo>
                  <a:lnTo>
                    <a:pt x="940" y="665"/>
                  </a:lnTo>
                  <a:lnTo>
                    <a:pt x="942" y="665"/>
                  </a:lnTo>
                  <a:lnTo>
                    <a:pt x="942" y="665"/>
                  </a:lnTo>
                  <a:lnTo>
                    <a:pt x="942" y="665"/>
                  </a:lnTo>
                  <a:lnTo>
                    <a:pt x="942" y="663"/>
                  </a:lnTo>
                  <a:lnTo>
                    <a:pt x="942" y="660"/>
                  </a:lnTo>
                  <a:lnTo>
                    <a:pt x="940" y="658"/>
                  </a:lnTo>
                  <a:lnTo>
                    <a:pt x="940" y="658"/>
                  </a:lnTo>
                  <a:lnTo>
                    <a:pt x="940" y="658"/>
                  </a:lnTo>
                  <a:lnTo>
                    <a:pt x="940" y="658"/>
                  </a:lnTo>
                  <a:lnTo>
                    <a:pt x="912" y="651"/>
                  </a:lnTo>
                  <a:lnTo>
                    <a:pt x="912" y="653"/>
                  </a:lnTo>
                  <a:lnTo>
                    <a:pt x="909" y="653"/>
                  </a:lnTo>
                  <a:lnTo>
                    <a:pt x="909" y="653"/>
                  </a:lnTo>
                  <a:lnTo>
                    <a:pt x="907" y="653"/>
                  </a:lnTo>
                  <a:lnTo>
                    <a:pt x="907" y="651"/>
                  </a:lnTo>
                  <a:lnTo>
                    <a:pt x="904" y="651"/>
                  </a:lnTo>
                  <a:lnTo>
                    <a:pt x="900" y="651"/>
                  </a:lnTo>
                  <a:lnTo>
                    <a:pt x="900" y="651"/>
                  </a:lnTo>
                  <a:lnTo>
                    <a:pt x="900" y="651"/>
                  </a:lnTo>
                  <a:lnTo>
                    <a:pt x="890" y="651"/>
                  </a:lnTo>
                  <a:lnTo>
                    <a:pt x="890" y="651"/>
                  </a:lnTo>
                  <a:lnTo>
                    <a:pt x="890" y="649"/>
                  </a:lnTo>
                  <a:lnTo>
                    <a:pt x="888" y="649"/>
                  </a:lnTo>
                  <a:lnTo>
                    <a:pt x="888" y="649"/>
                  </a:lnTo>
                  <a:lnTo>
                    <a:pt x="888" y="649"/>
                  </a:lnTo>
                  <a:lnTo>
                    <a:pt x="885" y="646"/>
                  </a:lnTo>
                  <a:lnTo>
                    <a:pt x="890" y="646"/>
                  </a:lnTo>
                  <a:lnTo>
                    <a:pt x="895" y="649"/>
                  </a:lnTo>
                  <a:lnTo>
                    <a:pt x="897" y="649"/>
                  </a:lnTo>
                  <a:lnTo>
                    <a:pt x="900" y="646"/>
                  </a:lnTo>
                  <a:lnTo>
                    <a:pt x="900" y="646"/>
                  </a:lnTo>
                  <a:lnTo>
                    <a:pt x="897" y="646"/>
                  </a:lnTo>
                  <a:lnTo>
                    <a:pt x="900" y="644"/>
                  </a:lnTo>
                  <a:lnTo>
                    <a:pt x="900" y="644"/>
                  </a:lnTo>
                  <a:lnTo>
                    <a:pt x="900" y="646"/>
                  </a:lnTo>
                  <a:lnTo>
                    <a:pt x="900" y="646"/>
                  </a:lnTo>
                  <a:lnTo>
                    <a:pt x="907" y="649"/>
                  </a:lnTo>
                  <a:lnTo>
                    <a:pt x="912" y="646"/>
                  </a:lnTo>
                  <a:lnTo>
                    <a:pt x="912" y="646"/>
                  </a:lnTo>
                  <a:lnTo>
                    <a:pt x="909" y="646"/>
                  </a:lnTo>
                  <a:lnTo>
                    <a:pt x="909" y="646"/>
                  </a:lnTo>
                  <a:lnTo>
                    <a:pt x="909" y="644"/>
                  </a:lnTo>
                  <a:lnTo>
                    <a:pt x="909" y="644"/>
                  </a:lnTo>
                  <a:lnTo>
                    <a:pt x="909" y="644"/>
                  </a:lnTo>
                  <a:lnTo>
                    <a:pt x="909" y="644"/>
                  </a:lnTo>
                  <a:lnTo>
                    <a:pt x="909" y="641"/>
                  </a:lnTo>
                  <a:lnTo>
                    <a:pt x="909" y="641"/>
                  </a:lnTo>
                  <a:lnTo>
                    <a:pt x="907" y="639"/>
                  </a:lnTo>
                  <a:lnTo>
                    <a:pt x="902" y="639"/>
                  </a:lnTo>
                  <a:lnTo>
                    <a:pt x="900" y="637"/>
                  </a:lnTo>
                  <a:lnTo>
                    <a:pt x="900" y="634"/>
                  </a:lnTo>
                  <a:lnTo>
                    <a:pt x="900" y="634"/>
                  </a:lnTo>
                  <a:lnTo>
                    <a:pt x="897" y="632"/>
                  </a:lnTo>
                  <a:lnTo>
                    <a:pt x="895" y="632"/>
                  </a:lnTo>
                  <a:lnTo>
                    <a:pt x="893" y="632"/>
                  </a:lnTo>
                  <a:lnTo>
                    <a:pt x="888" y="630"/>
                  </a:lnTo>
                  <a:lnTo>
                    <a:pt x="876" y="634"/>
                  </a:lnTo>
                  <a:lnTo>
                    <a:pt x="876" y="634"/>
                  </a:lnTo>
                  <a:lnTo>
                    <a:pt x="871" y="639"/>
                  </a:lnTo>
                  <a:lnTo>
                    <a:pt x="871" y="639"/>
                  </a:lnTo>
                  <a:lnTo>
                    <a:pt x="869" y="641"/>
                  </a:lnTo>
                  <a:lnTo>
                    <a:pt x="869" y="641"/>
                  </a:lnTo>
                  <a:lnTo>
                    <a:pt x="867" y="641"/>
                  </a:lnTo>
                  <a:lnTo>
                    <a:pt x="867" y="639"/>
                  </a:lnTo>
                  <a:lnTo>
                    <a:pt x="864" y="639"/>
                  </a:lnTo>
                  <a:lnTo>
                    <a:pt x="862" y="641"/>
                  </a:lnTo>
                  <a:lnTo>
                    <a:pt x="859" y="641"/>
                  </a:lnTo>
                  <a:lnTo>
                    <a:pt x="857" y="641"/>
                  </a:lnTo>
                  <a:lnTo>
                    <a:pt x="857" y="639"/>
                  </a:lnTo>
                  <a:lnTo>
                    <a:pt x="855" y="639"/>
                  </a:lnTo>
                  <a:lnTo>
                    <a:pt x="852" y="639"/>
                  </a:lnTo>
                  <a:lnTo>
                    <a:pt x="852" y="641"/>
                  </a:lnTo>
                  <a:lnTo>
                    <a:pt x="852" y="641"/>
                  </a:lnTo>
                  <a:lnTo>
                    <a:pt x="852" y="644"/>
                  </a:lnTo>
                  <a:lnTo>
                    <a:pt x="852" y="646"/>
                  </a:lnTo>
                  <a:lnTo>
                    <a:pt x="850" y="646"/>
                  </a:lnTo>
                  <a:lnTo>
                    <a:pt x="850" y="646"/>
                  </a:lnTo>
                  <a:lnTo>
                    <a:pt x="850" y="646"/>
                  </a:lnTo>
                  <a:lnTo>
                    <a:pt x="850" y="649"/>
                  </a:lnTo>
                  <a:lnTo>
                    <a:pt x="850" y="649"/>
                  </a:lnTo>
                  <a:lnTo>
                    <a:pt x="850" y="651"/>
                  </a:lnTo>
                  <a:lnTo>
                    <a:pt x="848" y="651"/>
                  </a:lnTo>
                  <a:lnTo>
                    <a:pt x="848" y="653"/>
                  </a:lnTo>
                  <a:lnTo>
                    <a:pt x="848" y="653"/>
                  </a:lnTo>
                  <a:lnTo>
                    <a:pt x="848" y="653"/>
                  </a:lnTo>
                  <a:lnTo>
                    <a:pt x="848" y="656"/>
                  </a:lnTo>
                  <a:lnTo>
                    <a:pt x="845" y="656"/>
                  </a:lnTo>
                  <a:lnTo>
                    <a:pt x="843" y="658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3" y="660"/>
                  </a:lnTo>
                  <a:lnTo>
                    <a:pt x="841" y="658"/>
                  </a:lnTo>
                  <a:lnTo>
                    <a:pt x="843" y="656"/>
                  </a:lnTo>
                  <a:lnTo>
                    <a:pt x="845" y="653"/>
                  </a:lnTo>
                  <a:lnTo>
                    <a:pt x="845" y="653"/>
                  </a:lnTo>
                  <a:lnTo>
                    <a:pt x="845" y="653"/>
                  </a:lnTo>
                  <a:lnTo>
                    <a:pt x="845" y="651"/>
                  </a:lnTo>
                  <a:lnTo>
                    <a:pt x="845" y="651"/>
                  </a:lnTo>
                  <a:lnTo>
                    <a:pt x="848" y="649"/>
                  </a:lnTo>
                  <a:lnTo>
                    <a:pt x="848" y="646"/>
                  </a:lnTo>
                  <a:lnTo>
                    <a:pt x="848" y="646"/>
                  </a:lnTo>
                  <a:lnTo>
                    <a:pt x="848" y="644"/>
                  </a:lnTo>
                  <a:lnTo>
                    <a:pt x="848" y="644"/>
                  </a:lnTo>
                  <a:lnTo>
                    <a:pt x="848" y="644"/>
                  </a:lnTo>
                  <a:lnTo>
                    <a:pt x="848" y="641"/>
                  </a:lnTo>
                  <a:lnTo>
                    <a:pt x="848" y="641"/>
                  </a:lnTo>
                  <a:lnTo>
                    <a:pt x="848" y="641"/>
                  </a:lnTo>
                  <a:lnTo>
                    <a:pt x="850" y="637"/>
                  </a:lnTo>
                  <a:lnTo>
                    <a:pt x="850" y="637"/>
                  </a:lnTo>
                  <a:lnTo>
                    <a:pt x="850" y="632"/>
                  </a:lnTo>
                  <a:lnTo>
                    <a:pt x="850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5" y="630"/>
                  </a:lnTo>
                  <a:lnTo>
                    <a:pt x="845" y="627"/>
                  </a:lnTo>
                  <a:lnTo>
                    <a:pt x="845" y="627"/>
                  </a:lnTo>
                  <a:lnTo>
                    <a:pt x="845" y="627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3"/>
                  </a:lnTo>
                  <a:lnTo>
                    <a:pt x="841" y="623"/>
                  </a:lnTo>
                  <a:lnTo>
                    <a:pt x="838" y="620"/>
                  </a:lnTo>
                  <a:lnTo>
                    <a:pt x="838" y="620"/>
                  </a:lnTo>
                  <a:lnTo>
                    <a:pt x="838" y="618"/>
                  </a:lnTo>
                  <a:lnTo>
                    <a:pt x="836" y="615"/>
                  </a:lnTo>
                  <a:lnTo>
                    <a:pt x="836" y="615"/>
                  </a:lnTo>
                  <a:lnTo>
                    <a:pt x="833" y="615"/>
                  </a:lnTo>
                  <a:lnTo>
                    <a:pt x="831" y="615"/>
                  </a:lnTo>
                  <a:lnTo>
                    <a:pt x="831" y="615"/>
                  </a:lnTo>
                  <a:lnTo>
                    <a:pt x="831" y="615"/>
                  </a:lnTo>
                  <a:lnTo>
                    <a:pt x="829" y="615"/>
                  </a:lnTo>
                  <a:lnTo>
                    <a:pt x="829" y="618"/>
                  </a:lnTo>
                  <a:lnTo>
                    <a:pt x="829" y="620"/>
                  </a:lnTo>
                  <a:lnTo>
                    <a:pt x="824" y="620"/>
                  </a:lnTo>
                  <a:lnTo>
                    <a:pt x="824" y="620"/>
                  </a:lnTo>
                  <a:lnTo>
                    <a:pt x="824" y="620"/>
                  </a:lnTo>
                  <a:lnTo>
                    <a:pt x="824" y="618"/>
                  </a:lnTo>
                  <a:lnTo>
                    <a:pt x="824" y="618"/>
                  </a:lnTo>
                  <a:lnTo>
                    <a:pt x="824" y="618"/>
                  </a:lnTo>
                  <a:lnTo>
                    <a:pt x="824" y="618"/>
                  </a:lnTo>
                  <a:lnTo>
                    <a:pt x="822" y="618"/>
                  </a:lnTo>
                  <a:lnTo>
                    <a:pt x="819" y="618"/>
                  </a:lnTo>
                  <a:lnTo>
                    <a:pt x="819" y="618"/>
                  </a:lnTo>
                  <a:lnTo>
                    <a:pt x="819" y="615"/>
                  </a:lnTo>
                  <a:lnTo>
                    <a:pt x="819" y="615"/>
                  </a:lnTo>
                  <a:lnTo>
                    <a:pt x="819" y="615"/>
                  </a:lnTo>
                  <a:lnTo>
                    <a:pt x="819" y="615"/>
                  </a:lnTo>
                  <a:lnTo>
                    <a:pt x="819" y="613"/>
                  </a:lnTo>
                  <a:lnTo>
                    <a:pt x="819" y="613"/>
                  </a:lnTo>
                  <a:lnTo>
                    <a:pt x="819" y="613"/>
                  </a:lnTo>
                  <a:lnTo>
                    <a:pt x="810" y="613"/>
                  </a:lnTo>
                  <a:lnTo>
                    <a:pt x="810" y="613"/>
                  </a:lnTo>
                  <a:lnTo>
                    <a:pt x="807" y="611"/>
                  </a:lnTo>
                  <a:lnTo>
                    <a:pt x="805" y="611"/>
                  </a:lnTo>
                  <a:lnTo>
                    <a:pt x="803" y="611"/>
                  </a:lnTo>
                  <a:lnTo>
                    <a:pt x="800" y="608"/>
                  </a:lnTo>
                  <a:lnTo>
                    <a:pt x="800" y="608"/>
                  </a:lnTo>
                  <a:lnTo>
                    <a:pt x="798" y="606"/>
                  </a:lnTo>
                  <a:lnTo>
                    <a:pt x="798" y="606"/>
                  </a:lnTo>
                  <a:lnTo>
                    <a:pt x="793" y="606"/>
                  </a:lnTo>
                  <a:lnTo>
                    <a:pt x="791" y="606"/>
                  </a:lnTo>
                  <a:lnTo>
                    <a:pt x="788" y="606"/>
                  </a:lnTo>
                  <a:lnTo>
                    <a:pt x="786" y="608"/>
                  </a:lnTo>
                  <a:lnTo>
                    <a:pt x="779" y="611"/>
                  </a:lnTo>
                  <a:lnTo>
                    <a:pt x="779" y="611"/>
                  </a:lnTo>
                  <a:lnTo>
                    <a:pt x="779" y="611"/>
                  </a:lnTo>
                  <a:lnTo>
                    <a:pt x="781" y="611"/>
                  </a:lnTo>
                  <a:lnTo>
                    <a:pt x="781" y="611"/>
                  </a:lnTo>
                  <a:lnTo>
                    <a:pt x="781" y="613"/>
                  </a:lnTo>
                  <a:lnTo>
                    <a:pt x="781" y="613"/>
                  </a:lnTo>
                  <a:lnTo>
                    <a:pt x="781" y="613"/>
                  </a:lnTo>
                  <a:lnTo>
                    <a:pt x="781" y="613"/>
                  </a:lnTo>
                  <a:lnTo>
                    <a:pt x="779" y="613"/>
                  </a:lnTo>
                  <a:lnTo>
                    <a:pt x="779" y="613"/>
                  </a:lnTo>
                  <a:lnTo>
                    <a:pt x="779" y="615"/>
                  </a:lnTo>
                  <a:lnTo>
                    <a:pt x="777" y="615"/>
                  </a:lnTo>
                  <a:lnTo>
                    <a:pt x="777" y="615"/>
                  </a:lnTo>
                  <a:lnTo>
                    <a:pt x="777" y="615"/>
                  </a:lnTo>
                  <a:lnTo>
                    <a:pt x="777" y="618"/>
                  </a:lnTo>
                  <a:lnTo>
                    <a:pt x="777" y="618"/>
                  </a:lnTo>
                  <a:lnTo>
                    <a:pt x="777" y="615"/>
                  </a:lnTo>
                  <a:lnTo>
                    <a:pt x="770" y="615"/>
                  </a:lnTo>
                  <a:lnTo>
                    <a:pt x="772" y="615"/>
                  </a:lnTo>
                  <a:lnTo>
                    <a:pt x="770" y="615"/>
                  </a:lnTo>
                  <a:lnTo>
                    <a:pt x="770" y="615"/>
                  </a:lnTo>
                  <a:lnTo>
                    <a:pt x="770" y="615"/>
                  </a:lnTo>
                  <a:lnTo>
                    <a:pt x="772" y="615"/>
                  </a:lnTo>
                  <a:lnTo>
                    <a:pt x="772" y="615"/>
                  </a:lnTo>
                  <a:lnTo>
                    <a:pt x="774" y="618"/>
                  </a:lnTo>
                  <a:lnTo>
                    <a:pt x="772" y="618"/>
                  </a:lnTo>
                  <a:lnTo>
                    <a:pt x="772" y="618"/>
                  </a:lnTo>
                  <a:lnTo>
                    <a:pt x="770" y="620"/>
                  </a:lnTo>
                  <a:lnTo>
                    <a:pt x="770" y="620"/>
                  </a:lnTo>
                  <a:lnTo>
                    <a:pt x="770" y="623"/>
                  </a:lnTo>
                  <a:lnTo>
                    <a:pt x="770" y="625"/>
                  </a:lnTo>
                  <a:lnTo>
                    <a:pt x="772" y="625"/>
                  </a:lnTo>
                  <a:lnTo>
                    <a:pt x="772" y="625"/>
                  </a:lnTo>
                  <a:lnTo>
                    <a:pt x="774" y="625"/>
                  </a:lnTo>
                  <a:lnTo>
                    <a:pt x="774" y="627"/>
                  </a:lnTo>
                  <a:lnTo>
                    <a:pt x="774" y="627"/>
                  </a:lnTo>
                  <a:lnTo>
                    <a:pt x="781" y="630"/>
                  </a:lnTo>
                  <a:lnTo>
                    <a:pt x="781" y="630"/>
                  </a:lnTo>
                  <a:lnTo>
                    <a:pt x="779" y="632"/>
                  </a:lnTo>
                  <a:lnTo>
                    <a:pt x="779" y="632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9" y="632"/>
                  </a:lnTo>
                  <a:lnTo>
                    <a:pt x="779" y="634"/>
                  </a:lnTo>
                  <a:lnTo>
                    <a:pt x="781" y="634"/>
                  </a:lnTo>
                  <a:lnTo>
                    <a:pt x="781" y="634"/>
                  </a:lnTo>
                  <a:lnTo>
                    <a:pt x="781" y="634"/>
                  </a:lnTo>
                  <a:lnTo>
                    <a:pt x="781" y="634"/>
                  </a:lnTo>
                  <a:lnTo>
                    <a:pt x="779" y="634"/>
                  </a:lnTo>
                  <a:lnTo>
                    <a:pt x="777" y="634"/>
                  </a:lnTo>
                  <a:lnTo>
                    <a:pt x="777" y="634"/>
                  </a:lnTo>
                  <a:lnTo>
                    <a:pt x="777" y="634"/>
                  </a:lnTo>
                  <a:lnTo>
                    <a:pt x="777" y="634"/>
                  </a:lnTo>
                  <a:lnTo>
                    <a:pt x="774" y="634"/>
                  </a:lnTo>
                  <a:lnTo>
                    <a:pt x="774" y="634"/>
                  </a:lnTo>
                  <a:lnTo>
                    <a:pt x="774" y="634"/>
                  </a:lnTo>
                  <a:lnTo>
                    <a:pt x="774" y="634"/>
                  </a:lnTo>
                  <a:lnTo>
                    <a:pt x="774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0" y="630"/>
                  </a:lnTo>
                  <a:lnTo>
                    <a:pt x="770" y="630"/>
                  </a:lnTo>
                  <a:lnTo>
                    <a:pt x="770" y="630"/>
                  </a:lnTo>
                  <a:lnTo>
                    <a:pt x="770" y="632"/>
                  </a:lnTo>
                  <a:lnTo>
                    <a:pt x="770" y="632"/>
                  </a:lnTo>
                  <a:lnTo>
                    <a:pt x="770" y="632"/>
                  </a:lnTo>
                  <a:lnTo>
                    <a:pt x="770" y="632"/>
                  </a:lnTo>
                  <a:lnTo>
                    <a:pt x="770" y="634"/>
                  </a:lnTo>
                  <a:lnTo>
                    <a:pt x="770" y="634"/>
                  </a:lnTo>
                  <a:lnTo>
                    <a:pt x="770" y="637"/>
                  </a:lnTo>
                  <a:lnTo>
                    <a:pt x="767" y="637"/>
                  </a:lnTo>
                  <a:lnTo>
                    <a:pt x="767" y="637"/>
                  </a:lnTo>
                  <a:lnTo>
                    <a:pt x="770" y="639"/>
                  </a:lnTo>
                  <a:lnTo>
                    <a:pt x="770" y="639"/>
                  </a:lnTo>
                  <a:lnTo>
                    <a:pt x="772" y="639"/>
                  </a:lnTo>
                  <a:lnTo>
                    <a:pt x="774" y="639"/>
                  </a:lnTo>
                  <a:lnTo>
                    <a:pt x="779" y="639"/>
                  </a:lnTo>
                  <a:lnTo>
                    <a:pt x="779" y="639"/>
                  </a:lnTo>
                  <a:lnTo>
                    <a:pt x="779" y="641"/>
                  </a:lnTo>
                  <a:lnTo>
                    <a:pt x="779" y="641"/>
                  </a:lnTo>
                  <a:lnTo>
                    <a:pt x="779" y="644"/>
                  </a:lnTo>
                  <a:lnTo>
                    <a:pt x="779" y="644"/>
                  </a:lnTo>
                  <a:lnTo>
                    <a:pt x="781" y="644"/>
                  </a:lnTo>
                  <a:lnTo>
                    <a:pt x="784" y="644"/>
                  </a:lnTo>
                  <a:lnTo>
                    <a:pt x="784" y="646"/>
                  </a:lnTo>
                  <a:lnTo>
                    <a:pt x="784" y="646"/>
                  </a:lnTo>
                  <a:lnTo>
                    <a:pt x="786" y="646"/>
                  </a:lnTo>
                  <a:lnTo>
                    <a:pt x="786" y="646"/>
                  </a:lnTo>
                  <a:lnTo>
                    <a:pt x="786" y="649"/>
                  </a:lnTo>
                  <a:lnTo>
                    <a:pt x="786" y="649"/>
                  </a:lnTo>
                  <a:lnTo>
                    <a:pt x="786" y="649"/>
                  </a:lnTo>
                  <a:lnTo>
                    <a:pt x="786" y="649"/>
                  </a:lnTo>
                  <a:lnTo>
                    <a:pt x="788" y="649"/>
                  </a:lnTo>
                  <a:lnTo>
                    <a:pt x="788" y="649"/>
                  </a:lnTo>
                  <a:lnTo>
                    <a:pt x="788" y="649"/>
                  </a:lnTo>
                  <a:lnTo>
                    <a:pt x="788" y="649"/>
                  </a:lnTo>
                  <a:lnTo>
                    <a:pt x="788" y="651"/>
                  </a:lnTo>
                  <a:lnTo>
                    <a:pt x="788" y="651"/>
                  </a:lnTo>
                  <a:lnTo>
                    <a:pt x="791" y="651"/>
                  </a:lnTo>
                  <a:lnTo>
                    <a:pt x="793" y="651"/>
                  </a:lnTo>
                  <a:lnTo>
                    <a:pt x="793" y="651"/>
                  </a:lnTo>
                  <a:lnTo>
                    <a:pt x="793" y="651"/>
                  </a:lnTo>
                  <a:lnTo>
                    <a:pt x="793" y="651"/>
                  </a:lnTo>
                  <a:lnTo>
                    <a:pt x="796" y="651"/>
                  </a:lnTo>
                  <a:lnTo>
                    <a:pt x="798" y="646"/>
                  </a:lnTo>
                  <a:lnTo>
                    <a:pt x="798" y="646"/>
                  </a:lnTo>
                  <a:lnTo>
                    <a:pt x="798" y="646"/>
                  </a:lnTo>
                  <a:lnTo>
                    <a:pt x="798" y="646"/>
                  </a:lnTo>
                  <a:lnTo>
                    <a:pt x="796" y="653"/>
                  </a:lnTo>
                  <a:lnTo>
                    <a:pt x="796" y="653"/>
                  </a:lnTo>
                  <a:lnTo>
                    <a:pt x="793" y="653"/>
                  </a:lnTo>
                  <a:lnTo>
                    <a:pt x="788" y="653"/>
                  </a:lnTo>
                  <a:lnTo>
                    <a:pt x="788" y="656"/>
                  </a:lnTo>
                  <a:lnTo>
                    <a:pt x="788" y="656"/>
                  </a:lnTo>
                  <a:lnTo>
                    <a:pt x="788" y="660"/>
                  </a:lnTo>
                  <a:lnTo>
                    <a:pt x="791" y="663"/>
                  </a:lnTo>
                  <a:lnTo>
                    <a:pt x="793" y="663"/>
                  </a:lnTo>
                  <a:lnTo>
                    <a:pt x="793" y="665"/>
                  </a:lnTo>
                  <a:lnTo>
                    <a:pt x="796" y="665"/>
                  </a:lnTo>
                  <a:lnTo>
                    <a:pt x="800" y="665"/>
                  </a:lnTo>
                  <a:lnTo>
                    <a:pt x="803" y="663"/>
                  </a:lnTo>
                  <a:lnTo>
                    <a:pt x="805" y="665"/>
                  </a:lnTo>
                  <a:lnTo>
                    <a:pt x="805" y="665"/>
                  </a:lnTo>
                  <a:lnTo>
                    <a:pt x="803" y="665"/>
                  </a:lnTo>
                  <a:lnTo>
                    <a:pt x="803" y="665"/>
                  </a:lnTo>
                  <a:lnTo>
                    <a:pt x="803" y="668"/>
                  </a:lnTo>
                  <a:lnTo>
                    <a:pt x="803" y="668"/>
                  </a:lnTo>
                  <a:lnTo>
                    <a:pt x="805" y="668"/>
                  </a:lnTo>
                  <a:lnTo>
                    <a:pt x="805" y="668"/>
                  </a:lnTo>
                  <a:lnTo>
                    <a:pt x="805" y="665"/>
                  </a:lnTo>
                  <a:lnTo>
                    <a:pt x="805" y="665"/>
                  </a:lnTo>
                  <a:lnTo>
                    <a:pt x="807" y="665"/>
                  </a:lnTo>
                  <a:lnTo>
                    <a:pt x="807" y="665"/>
                  </a:lnTo>
                  <a:lnTo>
                    <a:pt x="807" y="665"/>
                  </a:lnTo>
                  <a:lnTo>
                    <a:pt x="807" y="668"/>
                  </a:lnTo>
                  <a:lnTo>
                    <a:pt x="810" y="668"/>
                  </a:lnTo>
                  <a:lnTo>
                    <a:pt x="810" y="668"/>
                  </a:lnTo>
                  <a:lnTo>
                    <a:pt x="810" y="668"/>
                  </a:lnTo>
                  <a:lnTo>
                    <a:pt x="817" y="668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2"/>
                  </a:lnTo>
                  <a:lnTo>
                    <a:pt x="817" y="672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2"/>
                  </a:lnTo>
                  <a:lnTo>
                    <a:pt x="807" y="675"/>
                  </a:lnTo>
                  <a:lnTo>
                    <a:pt x="805" y="672"/>
                  </a:lnTo>
                  <a:lnTo>
                    <a:pt x="805" y="672"/>
                  </a:lnTo>
                  <a:lnTo>
                    <a:pt x="805" y="675"/>
                  </a:lnTo>
                  <a:lnTo>
                    <a:pt x="805" y="675"/>
                  </a:lnTo>
                  <a:lnTo>
                    <a:pt x="805" y="677"/>
                  </a:lnTo>
                  <a:lnTo>
                    <a:pt x="805" y="677"/>
                  </a:lnTo>
                  <a:lnTo>
                    <a:pt x="805" y="677"/>
                  </a:lnTo>
                  <a:lnTo>
                    <a:pt x="805" y="677"/>
                  </a:lnTo>
                  <a:lnTo>
                    <a:pt x="810" y="677"/>
                  </a:lnTo>
                  <a:lnTo>
                    <a:pt x="812" y="679"/>
                  </a:lnTo>
                  <a:lnTo>
                    <a:pt x="812" y="679"/>
                  </a:lnTo>
                  <a:lnTo>
                    <a:pt x="812" y="679"/>
                  </a:lnTo>
                  <a:lnTo>
                    <a:pt x="815" y="677"/>
                  </a:lnTo>
                  <a:lnTo>
                    <a:pt x="815" y="677"/>
                  </a:lnTo>
                  <a:lnTo>
                    <a:pt x="817" y="675"/>
                  </a:lnTo>
                  <a:lnTo>
                    <a:pt x="817" y="672"/>
                  </a:lnTo>
                  <a:lnTo>
                    <a:pt x="819" y="670"/>
                  </a:lnTo>
                  <a:lnTo>
                    <a:pt x="819" y="670"/>
                  </a:lnTo>
                  <a:lnTo>
                    <a:pt x="822" y="670"/>
                  </a:lnTo>
                  <a:lnTo>
                    <a:pt x="822" y="670"/>
                  </a:lnTo>
                  <a:lnTo>
                    <a:pt x="822" y="670"/>
                  </a:lnTo>
                  <a:lnTo>
                    <a:pt x="822" y="672"/>
                  </a:lnTo>
                  <a:lnTo>
                    <a:pt x="822" y="672"/>
                  </a:lnTo>
                  <a:lnTo>
                    <a:pt x="822" y="672"/>
                  </a:lnTo>
                  <a:lnTo>
                    <a:pt x="822" y="675"/>
                  </a:lnTo>
                  <a:lnTo>
                    <a:pt x="831" y="672"/>
                  </a:lnTo>
                  <a:lnTo>
                    <a:pt x="833" y="675"/>
                  </a:lnTo>
                  <a:lnTo>
                    <a:pt x="836" y="672"/>
                  </a:lnTo>
                  <a:lnTo>
                    <a:pt x="838" y="675"/>
                  </a:lnTo>
                  <a:lnTo>
                    <a:pt x="838" y="672"/>
                  </a:lnTo>
                  <a:lnTo>
                    <a:pt x="843" y="675"/>
                  </a:lnTo>
                  <a:lnTo>
                    <a:pt x="843" y="672"/>
                  </a:lnTo>
                  <a:lnTo>
                    <a:pt x="843" y="672"/>
                  </a:lnTo>
                  <a:lnTo>
                    <a:pt x="841" y="672"/>
                  </a:lnTo>
                  <a:lnTo>
                    <a:pt x="841" y="670"/>
                  </a:lnTo>
                  <a:lnTo>
                    <a:pt x="841" y="670"/>
                  </a:lnTo>
                  <a:lnTo>
                    <a:pt x="841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70"/>
                  </a:lnTo>
                  <a:lnTo>
                    <a:pt x="843" y="670"/>
                  </a:lnTo>
                  <a:lnTo>
                    <a:pt x="845" y="670"/>
                  </a:lnTo>
                  <a:lnTo>
                    <a:pt x="850" y="663"/>
                  </a:lnTo>
                  <a:lnTo>
                    <a:pt x="852" y="663"/>
                  </a:lnTo>
                  <a:lnTo>
                    <a:pt x="855" y="663"/>
                  </a:lnTo>
                  <a:lnTo>
                    <a:pt x="855" y="665"/>
                  </a:lnTo>
                  <a:lnTo>
                    <a:pt x="855" y="665"/>
                  </a:lnTo>
                  <a:lnTo>
                    <a:pt x="855" y="665"/>
                  </a:lnTo>
                  <a:lnTo>
                    <a:pt x="855" y="665"/>
                  </a:lnTo>
                  <a:lnTo>
                    <a:pt x="857" y="665"/>
                  </a:lnTo>
                  <a:lnTo>
                    <a:pt x="857" y="665"/>
                  </a:lnTo>
                  <a:lnTo>
                    <a:pt x="855" y="665"/>
                  </a:lnTo>
                  <a:lnTo>
                    <a:pt x="855" y="668"/>
                  </a:lnTo>
                  <a:lnTo>
                    <a:pt x="857" y="668"/>
                  </a:lnTo>
                  <a:lnTo>
                    <a:pt x="857" y="670"/>
                  </a:lnTo>
                  <a:lnTo>
                    <a:pt x="857" y="670"/>
                  </a:lnTo>
                  <a:lnTo>
                    <a:pt x="859" y="675"/>
                  </a:lnTo>
                  <a:lnTo>
                    <a:pt x="862" y="675"/>
                  </a:lnTo>
                  <a:lnTo>
                    <a:pt x="862" y="675"/>
                  </a:lnTo>
                  <a:lnTo>
                    <a:pt x="864" y="677"/>
                  </a:lnTo>
                  <a:lnTo>
                    <a:pt x="864" y="677"/>
                  </a:lnTo>
                  <a:lnTo>
                    <a:pt x="864" y="679"/>
                  </a:lnTo>
                  <a:lnTo>
                    <a:pt x="864" y="679"/>
                  </a:lnTo>
                  <a:lnTo>
                    <a:pt x="867" y="682"/>
                  </a:lnTo>
                  <a:lnTo>
                    <a:pt x="867" y="682"/>
                  </a:lnTo>
                  <a:lnTo>
                    <a:pt x="867" y="684"/>
                  </a:lnTo>
                  <a:lnTo>
                    <a:pt x="869" y="684"/>
                  </a:lnTo>
                  <a:lnTo>
                    <a:pt x="869" y="684"/>
                  </a:lnTo>
                  <a:lnTo>
                    <a:pt x="869" y="686"/>
                  </a:lnTo>
                  <a:lnTo>
                    <a:pt x="869" y="686"/>
                  </a:lnTo>
                  <a:lnTo>
                    <a:pt x="869" y="686"/>
                  </a:lnTo>
                  <a:lnTo>
                    <a:pt x="869" y="689"/>
                  </a:lnTo>
                  <a:lnTo>
                    <a:pt x="869" y="689"/>
                  </a:lnTo>
                  <a:lnTo>
                    <a:pt x="869" y="691"/>
                  </a:lnTo>
                  <a:lnTo>
                    <a:pt x="869" y="691"/>
                  </a:lnTo>
                  <a:lnTo>
                    <a:pt x="869" y="691"/>
                  </a:lnTo>
                  <a:lnTo>
                    <a:pt x="871" y="694"/>
                  </a:lnTo>
                  <a:lnTo>
                    <a:pt x="871" y="694"/>
                  </a:lnTo>
                  <a:lnTo>
                    <a:pt x="871" y="694"/>
                  </a:lnTo>
                  <a:lnTo>
                    <a:pt x="871" y="696"/>
                  </a:lnTo>
                  <a:lnTo>
                    <a:pt x="871" y="696"/>
                  </a:lnTo>
                  <a:lnTo>
                    <a:pt x="871" y="696"/>
                  </a:lnTo>
                  <a:lnTo>
                    <a:pt x="874" y="696"/>
                  </a:lnTo>
                  <a:lnTo>
                    <a:pt x="874" y="696"/>
                  </a:lnTo>
                  <a:lnTo>
                    <a:pt x="874" y="696"/>
                  </a:lnTo>
                  <a:lnTo>
                    <a:pt x="874" y="698"/>
                  </a:lnTo>
                  <a:lnTo>
                    <a:pt x="876" y="698"/>
                  </a:lnTo>
                  <a:lnTo>
                    <a:pt x="878" y="701"/>
                  </a:lnTo>
                  <a:lnTo>
                    <a:pt x="881" y="701"/>
                  </a:lnTo>
                  <a:lnTo>
                    <a:pt x="881" y="703"/>
                  </a:lnTo>
                  <a:lnTo>
                    <a:pt x="883" y="703"/>
                  </a:lnTo>
                  <a:lnTo>
                    <a:pt x="883" y="703"/>
                  </a:lnTo>
                  <a:lnTo>
                    <a:pt x="883" y="708"/>
                  </a:lnTo>
                  <a:lnTo>
                    <a:pt x="883" y="708"/>
                  </a:lnTo>
                  <a:lnTo>
                    <a:pt x="883" y="710"/>
                  </a:lnTo>
                  <a:lnTo>
                    <a:pt x="883" y="710"/>
                  </a:lnTo>
                  <a:lnTo>
                    <a:pt x="883" y="712"/>
                  </a:lnTo>
                  <a:lnTo>
                    <a:pt x="883" y="715"/>
                  </a:lnTo>
                  <a:lnTo>
                    <a:pt x="883" y="715"/>
                  </a:lnTo>
                  <a:lnTo>
                    <a:pt x="885" y="720"/>
                  </a:lnTo>
                  <a:lnTo>
                    <a:pt x="885" y="720"/>
                  </a:lnTo>
                  <a:lnTo>
                    <a:pt x="888" y="720"/>
                  </a:lnTo>
                  <a:lnTo>
                    <a:pt x="888" y="722"/>
                  </a:lnTo>
                  <a:lnTo>
                    <a:pt x="885" y="724"/>
                  </a:lnTo>
                  <a:lnTo>
                    <a:pt x="885" y="724"/>
                  </a:lnTo>
                  <a:lnTo>
                    <a:pt x="885" y="724"/>
                  </a:lnTo>
                  <a:lnTo>
                    <a:pt x="888" y="727"/>
                  </a:lnTo>
                  <a:lnTo>
                    <a:pt x="888" y="727"/>
                  </a:lnTo>
                  <a:lnTo>
                    <a:pt x="888" y="729"/>
                  </a:lnTo>
                  <a:lnTo>
                    <a:pt x="885" y="729"/>
                  </a:lnTo>
                  <a:lnTo>
                    <a:pt x="883" y="731"/>
                  </a:lnTo>
                  <a:lnTo>
                    <a:pt x="883" y="731"/>
                  </a:lnTo>
                  <a:lnTo>
                    <a:pt x="883" y="734"/>
                  </a:lnTo>
                  <a:lnTo>
                    <a:pt x="883" y="734"/>
                  </a:lnTo>
                  <a:lnTo>
                    <a:pt x="883" y="734"/>
                  </a:lnTo>
                  <a:lnTo>
                    <a:pt x="881" y="741"/>
                  </a:lnTo>
                  <a:lnTo>
                    <a:pt x="881" y="748"/>
                  </a:lnTo>
                  <a:lnTo>
                    <a:pt x="881" y="748"/>
                  </a:lnTo>
                  <a:lnTo>
                    <a:pt x="883" y="746"/>
                  </a:lnTo>
                  <a:lnTo>
                    <a:pt x="883" y="746"/>
                  </a:lnTo>
                  <a:lnTo>
                    <a:pt x="883" y="748"/>
                  </a:lnTo>
                  <a:lnTo>
                    <a:pt x="881" y="748"/>
                  </a:lnTo>
                  <a:lnTo>
                    <a:pt x="881" y="750"/>
                  </a:lnTo>
                  <a:lnTo>
                    <a:pt x="881" y="750"/>
                  </a:lnTo>
                  <a:lnTo>
                    <a:pt x="881" y="755"/>
                  </a:lnTo>
                  <a:lnTo>
                    <a:pt x="881" y="755"/>
                  </a:lnTo>
                  <a:lnTo>
                    <a:pt x="881" y="757"/>
                  </a:lnTo>
                  <a:lnTo>
                    <a:pt x="881" y="757"/>
                  </a:lnTo>
                  <a:lnTo>
                    <a:pt x="881" y="760"/>
                  </a:lnTo>
                  <a:lnTo>
                    <a:pt x="881" y="760"/>
                  </a:lnTo>
                  <a:lnTo>
                    <a:pt x="881" y="760"/>
                  </a:lnTo>
                  <a:lnTo>
                    <a:pt x="881" y="762"/>
                  </a:lnTo>
                  <a:lnTo>
                    <a:pt x="883" y="762"/>
                  </a:lnTo>
                  <a:lnTo>
                    <a:pt x="883" y="762"/>
                  </a:lnTo>
                  <a:lnTo>
                    <a:pt x="883" y="765"/>
                  </a:lnTo>
                  <a:lnTo>
                    <a:pt x="883" y="765"/>
                  </a:lnTo>
                  <a:lnTo>
                    <a:pt x="885" y="765"/>
                  </a:lnTo>
                  <a:lnTo>
                    <a:pt x="885" y="765"/>
                  </a:lnTo>
                  <a:lnTo>
                    <a:pt x="885" y="765"/>
                  </a:lnTo>
                  <a:lnTo>
                    <a:pt x="885" y="767"/>
                  </a:lnTo>
                  <a:lnTo>
                    <a:pt x="888" y="767"/>
                  </a:lnTo>
                  <a:lnTo>
                    <a:pt x="888" y="767"/>
                  </a:lnTo>
                  <a:lnTo>
                    <a:pt x="893" y="765"/>
                  </a:lnTo>
                  <a:lnTo>
                    <a:pt x="893" y="765"/>
                  </a:lnTo>
                  <a:lnTo>
                    <a:pt x="893" y="767"/>
                  </a:lnTo>
                  <a:lnTo>
                    <a:pt x="890" y="767"/>
                  </a:lnTo>
                  <a:lnTo>
                    <a:pt x="893" y="769"/>
                  </a:lnTo>
                  <a:lnTo>
                    <a:pt x="895" y="769"/>
                  </a:lnTo>
                  <a:lnTo>
                    <a:pt x="893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6"/>
                  </a:lnTo>
                  <a:lnTo>
                    <a:pt x="890" y="776"/>
                  </a:lnTo>
                  <a:lnTo>
                    <a:pt x="890" y="776"/>
                  </a:lnTo>
                  <a:lnTo>
                    <a:pt x="890" y="776"/>
                  </a:lnTo>
                  <a:lnTo>
                    <a:pt x="895" y="781"/>
                  </a:lnTo>
                  <a:lnTo>
                    <a:pt x="895" y="783"/>
                  </a:lnTo>
                  <a:lnTo>
                    <a:pt x="895" y="783"/>
                  </a:lnTo>
                  <a:lnTo>
                    <a:pt x="895" y="786"/>
                  </a:lnTo>
                  <a:lnTo>
                    <a:pt x="895" y="786"/>
                  </a:lnTo>
                  <a:lnTo>
                    <a:pt x="897" y="786"/>
                  </a:lnTo>
                  <a:lnTo>
                    <a:pt x="897" y="786"/>
                  </a:lnTo>
                  <a:lnTo>
                    <a:pt x="897" y="786"/>
                  </a:lnTo>
                  <a:lnTo>
                    <a:pt x="897" y="788"/>
                  </a:lnTo>
                  <a:lnTo>
                    <a:pt x="897" y="788"/>
                  </a:lnTo>
                  <a:lnTo>
                    <a:pt x="897" y="788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3"/>
                  </a:lnTo>
                  <a:lnTo>
                    <a:pt x="897" y="795"/>
                  </a:lnTo>
                  <a:lnTo>
                    <a:pt x="897" y="795"/>
                  </a:lnTo>
                  <a:lnTo>
                    <a:pt x="897" y="798"/>
                  </a:lnTo>
                  <a:lnTo>
                    <a:pt x="900" y="800"/>
                  </a:lnTo>
                  <a:lnTo>
                    <a:pt x="902" y="800"/>
                  </a:lnTo>
                  <a:lnTo>
                    <a:pt x="902" y="800"/>
                  </a:lnTo>
                  <a:lnTo>
                    <a:pt x="904" y="800"/>
                  </a:lnTo>
                  <a:lnTo>
                    <a:pt x="902" y="802"/>
                  </a:lnTo>
                  <a:lnTo>
                    <a:pt x="902" y="802"/>
                  </a:lnTo>
                  <a:lnTo>
                    <a:pt x="902" y="805"/>
                  </a:lnTo>
                  <a:lnTo>
                    <a:pt x="904" y="805"/>
                  </a:lnTo>
                  <a:lnTo>
                    <a:pt x="904" y="802"/>
                  </a:lnTo>
                  <a:lnTo>
                    <a:pt x="904" y="802"/>
                  </a:lnTo>
                  <a:lnTo>
                    <a:pt x="907" y="800"/>
                  </a:lnTo>
                  <a:lnTo>
                    <a:pt x="907" y="800"/>
                  </a:lnTo>
                  <a:lnTo>
                    <a:pt x="909" y="802"/>
                  </a:lnTo>
                  <a:lnTo>
                    <a:pt x="909" y="802"/>
                  </a:lnTo>
                  <a:lnTo>
                    <a:pt x="907" y="805"/>
                  </a:lnTo>
                  <a:lnTo>
                    <a:pt x="907" y="805"/>
                  </a:lnTo>
                  <a:lnTo>
                    <a:pt x="909" y="807"/>
                  </a:lnTo>
                  <a:lnTo>
                    <a:pt x="912" y="807"/>
                  </a:lnTo>
                  <a:lnTo>
                    <a:pt x="914" y="807"/>
                  </a:lnTo>
                  <a:lnTo>
                    <a:pt x="916" y="807"/>
                  </a:lnTo>
                  <a:lnTo>
                    <a:pt x="916" y="805"/>
                  </a:lnTo>
                  <a:lnTo>
                    <a:pt x="916" y="805"/>
                  </a:lnTo>
                  <a:lnTo>
                    <a:pt x="916" y="802"/>
                  </a:lnTo>
                  <a:lnTo>
                    <a:pt x="916" y="802"/>
                  </a:lnTo>
                  <a:lnTo>
                    <a:pt x="914" y="802"/>
                  </a:lnTo>
                  <a:lnTo>
                    <a:pt x="916" y="800"/>
                  </a:lnTo>
                  <a:lnTo>
                    <a:pt x="916" y="802"/>
                  </a:lnTo>
                  <a:lnTo>
                    <a:pt x="916" y="805"/>
                  </a:lnTo>
                  <a:lnTo>
                    <a:pt x="916" y="805"/>
                  </a:lnTo>
                  <a:lnTo>
                    <a:pt x="919" y="807"/>
                  </a:lnTo>
                  <a:lnTo>
                    <a:pt x="919" y="807"/>
                  </a:lnTo>
                  <a:lnTo>
                    <a:pt x="921" y="807"/>
                  </a:lnTo>
                  <a:lnTo>
                    <a:pt x="921" y="807"/>
                  </a:lnTo>
                  <a:lnTo>
                    <a:pt x="919" y="802"/>
                  </a:lnTo>
                  <a:lnTo>
                    <a:pt x="919" y="802"/>
                  </a:lnTo>
                  <a:lnTo>
                    <a:pt x="919" y="800"/>
                  </a:lnTo>
                  <a:lnTo>
                    <a:pt x="919" y="800"/>
                  </a:lnTo>
                  <a:lnTo>
                    <a:pt x="919" y="800"/>
                  </a:lnTo>
                  <a:lnTo>
                    <a:pt x="919" y="800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21" y="798"/>
                  </a:lnTo>
                  <a:lnTo>
                    <a:pt x="921" y="798"/>
                  </a:lnTo>
                  <a:lnTo>
                    <a:pt x="923" y="788"/>
                  </a:lnTo>
                  <a:lnTo>
                    <a:pt x="926" y="786"/>
                  </a:lnTo>
                  <a:lnTo>
                    <a:pt x="926" y="786"/>
                  </a:lnTo>
                  <a:lnTo>
                    <a:pt x="926" y="783"/>
                  </a:lnTo>
                  <a:lnTo>
                    <a:pt x="926" y="783"/>
                  </a:lnTo>
                  <a:lnTo>
                    <a:pt x="926" y="783"/>
                  </a:lnTo>
                  <a:lnTo>
                    <a:pt x="926" y="783"/>
                  </a:lnTo>
                  <a:lnTo>
                    <a:pt x="928" y="786"/>
                  </a:lnTo>
                  <a:lnTo>
                    <a:pt x="928" y="786"/>
                  </a:lnTo>
                  <a:lnTo>
                    <a:pt x="928" y="786"/>
                  </a:lnTo>
                  <a:lnTo>
                    <a:pt x="928" y="788"/>
                  </a:lnTo>
                  <a:lnTo>
                    <a:pt x="928" y="788"/>
                  </a:lnTo>
                  <a:lnTo>
                    <a:pt x="928" y="791"/>
                  </a:lnTo>
                  <a:lnTo>
                    <a:pt x="926" y="791"/>
                  </a:lnTo>
                  <a:lnTo>
                    <a:pt x="926" y="791"/>
                  </a:lnTo>
                  <a:lnTo>
                    <a:pt x="926" y="793"/>
                  </a:lnTo>
                  <a:lnTo>
                    <a:pt x="926" y="795"/>
                  </a:lnTo>
                  <a:lnTo>
                    <a:pt x="923" y="798"/>
                  </a:lnTo>
                  <a:lnTo>
                    <a:pt x="923" y="802"/>
                  </a:lnTo>
                  <a:lnTo>
                    <a:pt x="926" y="802"/>
                  </a:lnTo>
                  <a:lnTo>
                    <a:pt x="926" y="802"/>
                  </a:lnTo>
                  <a:lnTo>
                    <a:pt x="926" y="802"/>
                  </a:lnTo>
                  <a:lnTo>
                    <a:pt x="926" y="800"/>
                  </a:lnTo>
                  <a:lnTo>
                    <a:pt x="926" y="800"/>
                  </a:lnTo>
                  <a:lnTo>
                    <a:pt x="926" y="800"/>
                  </a:lnTo>
                  <a:lnTo>
                    <a:pt x="928" y="800"/>
                  </a:lnTo>
                  <a:lnTo>
                    <a:pt x="928" y="798"/>
                  </a:lnTo>
                  <a:lnTo>
                    <a:pt x="928" y="798"/>
                  </a:lnTo>
                  <a:lnTo>
                    <a:pt x="928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28" y="800"/>
                  </a:lnTo>
                  <a:lnTo>
                    <a:pt x="930" y="800"/>
                  </a:lnTo>
                  <a:lnTo>
                    <a:pt x="930" y="802"/>
                  </a:lnTo>
                  <a:lnTo>
                    <a:pt x="930" y="802"/>
                  </a:lnTo>
                  <a:lnTo>
                    <a:pt x="930" y="805"/>
                  </a:lnTo>
                  <a:lnTo>
                    <a:pt x="933" y="805"/>
                  </a:lnTo>
                  <a:lnTo>
                    <a:pt x="935" y="807"/>
                  </a:lnTo>
                  <a:lnTo>
                    <a:pt x="938" y="807"/>
                  </a:lnTo>
                  <a:lnTo>
                    <a:pt x="942" y="805"/>
                  </a:lnTo>
                  <a:lnTo>
                    <a:pt x="942" y="807"/>
                  </a:lnTo>
                  <a:lnTo>
                    <a:pt x="940" y="807"/>
                  </a:lnTo>
                  <a:lnTo>
                    <a:pt x="947" y="812"/>
                  </a:lnTo>
                  <a:lnTo>
                    <a:pt x="947" y="812"/>
                  </a:lnTo>
                  <a:lnTo>
                    <a:pt x="949" y="810"/>
                  </a:lnTo>
                  <a:lnTo>
                    <a:pt x="949" y="807"/>
                  </a:lnTo>
                  <a:lnTo>
                    <a:pt x="949" y="807"/>
                  </a:lnTo>
                  <a:lnTo>
                    <a:pt x="949" y="807"/>
                  </a:lnTo>
                  <a:lnTo>
                    <a:pt x="949" y="810"/>
                  </a:lnTo>
                  <a:lnTo>
                    <a:pt x="952" y="812"/>
                  </a:lnTo>
                  <a:lnTo>
                    <a:pt x="952" y="812"/>
                  </a:lnTo>
                  <a:lnTo>
                    <a:pt x="952" y="812"/>
                  </a:lnTo>
                  <a:lnTo>
                    <a:pt x="954" y="812"/>
                  </a:lnTo>
                  <a:lnTo>
                    <a:pt x="959" y="812"/>
                  </a:lnTo>
                  <a:lnTo>
                    <a:pt x="959" y="812"/>
                  </a:lnTo>
                  <a:lnTo>
                    <a:pt x="959" y="810"/>
                  </a:lnTo>
                  <a:lnTo>
                    <a:pt x="961" y="810"/>
                  </a:lnTo>
                  <a:lnTo>
                    <a:pt x="961" y="810"/>
                  </a:lnTo>
                  <a:lnTo>
                    <a:pt x="961" y="810"/>
                  </a:lnTo>
                  <a:lnTo>
                    <a:pt x="964" y="810"/>
                  </a:lnTo>
                  <a:lnTo>
                    <a:pt x="964" y="810"/>
                  </a:lnTo>
                  <a:lnTo>
                    <a:pt x="964" y="807"/>
                  </a:lnTo>
                  <a:lnTo>
                    <a:pt x="964" y="807"/>
                  </a:lnTo>
                  <a:lnTo>
                    <a:pt x="964" y="807"/>
                  </a:lnTo>
                  <a:lnTo>
                    <a:pt x="966" y="805"/>
                  </a:lnTo>
                  <a:lnTo>
                    <a:pt x="968" y="805"/>
                  </a:lnTo>
                  <a:lnTo>
                    <a:pt x="968" y="805"/>
                  </a:lnTo>
                  <a:lnTo>
                    <a:pt x="971" y="802"/>
                  </a:lnTo>
                  <a:lnTo>
                    <a:pt x="971" y="802"/>
                  </a:lnTo>
                  <a:lnTo>
                    <a:pt x="971" y="800"/>
                  </a:lnTo>
                  <a:lnTo>
                    <a:pt x="971" y="798"/>
                  </a:lnTo>
                  <a:lnTo>
                    <a:pt x="971" y="795"/>
                  </a:lnTo>
                  <a:lnTo>
                    <a:pt x="971" y="795"/>
                  </a:lnTo>
                  <a:lnTo>
                    <a:pt x="966" y="793"/>
                  </a:lnTo>
                  <a:lnTo>
                    <a:pt x="966" y="791"/>
                  </a:lnTo>
                  <a:lnTo>
                    <a:pt x="966" y="791"/>
                  </a:lnTo>
                  <a:lnTo>
                    <a:pt x="966" y="791"/>
                  </a:lnTo>
                  <a:lnTo>
                    <a:pt x="968" y="793"/>
                  </a:lnTo>
                  <a:lnTo>
                    <a:pt x="968" y="793"/>
                  </a:lnTo>
                  <a:lnTo>
                    <a:pt x="971" y="793"/>
                  </a:lnTo>
                  <a:lnTo>
                    <a:pt x="971" y="793"/>
                  </a:lnTo>
                  <a:lnTo>
                    <a:pt x="971" y="791"/>
                  </a:lnTo>
                  <a:lnTo>
                    <a:pt x="971" y="788"/>
                  </a:lnTo>
                  <a:lnTo>
                    <a:pt x="971" y="786"/>
                  </a:lnTo>
                  <a:lnTo>
                    <a:pt x="968" y="786"/>
                  </a:lnTo>
                  <a:lnTo>
                    <a:pt x="968" y="783"/>
                  </a:lnTo>
                  <a:lnTo>
                    <a:pt x="968" y="783"/>
                  </a:lnTo>
                  <a:lnTo>
                    <a:pt x="968" y="783"/>
                  </a:lnTo>
                  <a:lnTo>
                    <a:pt x="971" y="786"/>
                  </a:lnTo>
                  <a:lnTo>
                    <a:pt x="973" y="786"/>
                  </a:lnTo>
                  <a:lnTo>
                    <a:pt x="973" y="786"/>
                  </a:lnTo>
                  <a:lnTo>
                    <a:pt x="973" y="788"/>
                  </a:lnTo>
                  <a:lnTo>
                    <a:pt x="973" y="788"/>
                  </a:lnTo>
                  <a:lnTo>
                    <a:pt x="973" y="791"/>
                  </a:lnTo>
                  <a:lnTo>
                    <a:pt x="973" y="791"/>
                  </a:lnTo>
                  <a:lnTo>
                    <a:pt x="973" y="791"/>
                  </a:lnTo>
                  <a:lnTo>
                    <a:pt x="973" y="793"/>
                  </a:lnTo>
                  <a:lnTo>
                    <a:pt x="973" y="793"/>
                  </a:lnTo>
                  <a:lnTo>
                    <a:pt x="975" y="793"/>
                  </a:lnTo>
                  <a:lnTo>
                    <a:pt x="975" y="795"/>
                  </a:lnTo>
                  <a:lnTo>
                    <a:pt x="975" y="795"/>
                  </a:lnTo>
                  <a:lnTo>
                    <a:pt x="975" y="795"/>
                  </a:lnTo>
                  <a:lnTo>
                    <a:pt x="975" y="795"/>
                  </a:lnTo>
                  <a:lnTo>
                    <a:pt x="975" y="798"/>
                  </a:lnTo>
                  <a:lnTo>
                    <a:pt x="975" y="798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8" y="795"/>
                  </a:lnTo>
                  <a:lnTo>
                    <a:pt x="978" y="795"/>
                  </a:lnTo>
                  <a:lnTo>
                    <a:pt x="978" y="793"/>
                  </a:lnTo>
                  <a:lnTo>
                    <a:pt x="978" y="791"/>
                  </a:lnTo>
                  <a:lnTo>
                    <a:pt x="978" y="788"/>
                  </a:lnTo>
                  <a:lnTo>
                    <a:pt x="978" y="788"/>
                  </a:lnTo>
                  <a:lnTo>
                    <a:pt x="978" y="788"/>
                  </a:lnTo>
                  <a:lnTo>
                    <a:pt x="978" y="786"/>
                  </a:lnTo>
                  <a:lnTo>
                    <a:pt x="978" y="786"/>
                  </a:lnTo>
                  <a:lnTo>
                    <a:pt x="978" y="786"/>
                  </a:lnTo>
                  <a:lnTo>
                    <a:pt x="978" y="786"/>
                  </a:lnTo>
                  <a:lnTo>
                    <a:pt x="978" y="783"/>
                  </a:lnTo>
                  <a:lnTo>
                    <a:pt x="978" y="783"/>
                  </a:lnTo>
                  <a:lnTo>
                    <a:pt x="978" y="783"/>
                  </a:lnTo>
                  <a:lnTo>
                    <a:pt x="978" y="783"/>
                  </a:lnTo>
                  <a:lnTo>
                    <a:pt x="978" y="781"/>
                  </a:lnTo>
                  <a:lnTo>
                    <a:pt x="978" y="779"/>
                  </a:lnTo>
                  <a:lnTo>
                    <a:pt x="978" y="779"/>
                  </a:lnTo>
                  <a:lnTo>
                    <a:pt x="980" y="781"/>
                  </a:lnTo>
                  <a:lnTo>
                    <a:pt x="980" y="781"/>
                  </a:lnTo>
                  <a:lnTo>
                    <a:pt x="980" y="781"/>
                  </a:lnTo>
                  <a:lnTo>
                    <a:pt x="980" y="783"/>
                  </a:lnTo>
                  <a:lnTo>
                    <a:pt x="980" y="781"/>
                  </a:lnTo>
                  <a:lnTo>
                    <a:pt x="980" y="781"/>
                  </a:lnTo>
                  <a:lnTo>
                    <a:pt x="980" y="779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3" y="779"/>
                  </a:lnTo>
                  <a:lnTo>
                    <a:pt x="983" y="781"/>
                  </a:lnTo>
                  <a:lnTo>
                    <a:pt x="983" y="781"/>
                  </a:lnTo>
                  <a:lnTo>
                    <a:pt x="983" y="783"/>
                  </a:lnTo>
                  <a:lnTo>
                    <a:pt x="983" y="783"/>
                  </a:lnTo>
                  <a:lnTo>
                    <a:pt x="983" y="783"/>
                  </a:lnTo>
                  <a:lnTo>
                    <a:pt x="983" y="783"/>
                  </a:lnTo>
                  <a:lnTo>
                    <a:pt x="985" y="786"/>
                  </a:lnTo>
                  <a:lnTo>
                    <a:pt x="985" y="786"/>
                  </a:lnTo>
                  <a:lnTo>
                    <a:pt x="987" y="783"/>
                  </a:lnTo>
                  <a:lnTo>
                    <a:pt x="987" y="786"/>
                  </a:lnTo>
                  <a:lnTo>
                    <a:pt x="987" y="786"/>
                  </a:lnTo>
                  <a:lnTo>
                    <a:pt x="985" y="786"/>
                  </a:lnTo>
                  <a:lnTo>
                    <a:pt x="985" y="788"/>
                  </a:lnTo>
                  <a:lnTo>
                    <a:pt x="985" y="788"/>
                  </a:lnTo>
                  <a:lnTo>
                    <a:pt x="985" y="788"/>
                  </a:lnTo>
                  <a:lnTo>
                    <a:pt x="985" y="788"/>
                  </a:lnTo>
                  <a:lnTo>
                    <a:pt x="985" y="791"/>
                  </a:lnTo>
                  <a:lnTo>
                    <a:pt x="985" y="791"/>
                  </a:lnTo>
                  <a:lnTo>
                    <a:pt x="985" y="791"/>
                  </a:lnTo>
                  <a:lnTo>
                    <a:pt x="985" y="791"/>
                  </a:lnTo>
                  <a:lnTo>
                    <a:pt x="985" y="793"/>
                  </a:lnTo>
                  <a:lnTo>
                    <a:pt x="985" y="793"/>
                  </a:lnTo>
                  <a:lnTo>
                    <a:pt x="985" y="795"/>
                  </a:lnTo>
                  <a:lnTo>
                    <a:pt x="985" y="798"/>
                  </a:lnTo>
                  <a:lnTo>
                    <a:pt x="985" y="798"/>
                  </a:lnTo>
                  <a:lnTo>
                    <a:pt x="985" y="800"/>
                  </a:lnTo>
                  <a:lnTo>
                    <a:pt x="985" y="800"/>
                  </a:lnTo>
                  <a:lnTo>
                    <a:pt x="985" y="805"/>
                  </a:lnTo>
                  <a:lnTo>
                    <a:pt x="985" y="805"/>
                  </a:lnTo>
                  <a:lnTo>
                    <a:pt x="985" y="805"/>
                  </a:lnTo>
                  <a:lnTo>
                    <a:pt x="985" y="807"/>
                  </a:lnTo>
                  <a:lnTo>
                    <a:pt x="987" y="807"/>
                  </a:lnTo>
                  <a:lnTo>
                    <a:pt x="987" y="810"/>
                  </a:lnTo>
                  <a:lnTo>
                    <a:pt x="987" y="810"/>
                  </a:lnTo>
                  <a:lnTo>
                    <a:pt x="994" y="810"/>
                  </a:lnTo>
                  <a:lnTo>
                    <a:pt x="994" y="810"/>
                  </a:lnTo>
                  <a:lnTo>
                    <a:pt x="997" y="807"/>
                  </a:lnTo>
                  <a:lnTo>
                    <a:pt x="997" y="807"/>
                  </a:lnTo>
                  <a:lnTo>
                    <a:pt x="997" y="807"/>
                  </a:lnTo>
                  <a:lnTo>
                    <a:pt x="997" y="807"/>
                  </a:lnTo>
                  <a:lnTo>
                    <a:pt x="997" y="810"/>
                  </a:lnTo>
                  <a:lnTo>
                    <a:pt x="999" y="810"/>
                  </a:lnTo>
                  <a:lnTo>
                    <a:pt x="1004" y="810"/>
                  </a:lnTo>
                  <a:lnTo>
                    <a:pt x="1004" y="807"/>
                  </a:lnTo>
                  <a:lnTo>
                    <a:pt x="1006" y="805"/>
                  </a:lnTo>
                  <a:lnTo>
                    <a:pt x="1006" y="805"/>
                  </a:lnTo>
                  <a:lnTo>
                    <a:pt x="1006" y="807"/>
                  </a:lnTo>
                  <a:lnTo>
                    <a:pt x="1006" y="807"/>
                  </a:lnTo>
                  <a:lnTo>
                    <a:pt x="1006" y="807"/>
                  </a:lnTo>
                  <a:lnTo>
                    <a:pt x="1006" y="810"/>
                  </a:lnTo>
                  <a:lnTo>
                    <a:pt x="1009" y="810"/>
                  </a:lnTo>
                  <a:lnTo>
                    <a:pt x="1009" y="810"/>
                  </a:lnTo>
                  <a:lnTo>
                    <a:pt x="1011" y="810"/>
                  </a:lnTo>
                  <a:lnTo>
                    <a:pt x="1011" y="810"/>
                  </a:lnTo>
                  <a:lnTo>
                    <a:pt x="1013" y="807"/>
                  </a:lnTo>
                  <a:lnTo>
                    <a:pt x="1013" y="807"/>
                  </a:lnTo>
                  <a:lnTo>
                    <a:pt x="1013" y="805"/>
                  </a:lnTo>
                  <a:lnTo>
                    <a:pt x="1013" y="805"/>
                  </a:lnTo>
                  <a:lnTo>
                    <a:pt x="1013" y="805"/>
                  </a:lnTo>
                  <a:lnTo>
                    <a:pt x="1013" y="802"/>
                  </a:lnTo>
                  <a:lnTo>
                    <a:pt x="1016" y="802"/>
                  </a:lnTo>
                  <a:lnTo>
                    <a:pt x="1016" y="800"/>
                  </a:lnTo>
                  <a:lnTo>
                    <a:pt x="1016" y="802"/>
                  </a:lnTo>
                  <a:lnTo>
                    <a:pt x="1016" y="802"/>
                  </a:lnTo>
                  <a:lnTo>
                    <a:pt x="1016" y="802"/>
                  </a:lnTo>
                  <a:lnTo>
                    <a:pt x="1016" y="807"/>
                  </a:lnTo>
                  <a:lnTo>
                    <a:pt x="1018" y="807"/>
                  </a:lnTo>
                  <a:lnTo>
                    <a:pt x="1023" y="807"/>
                  </a:lnTo>
                  <a:lnTo>
                    <a:pt x="1023" y="807"/>
                  </a:lnTo>
                  <a:lnTo>
                    <a:pt x="1023" y="807"/>
                  </a:lnTo>
                  <a:lnTo>
                    <a:pt x="1023" y="805"/>
                  </a:lnTo>
                  <a:lnTo>
                    <a:pt x="1025" y="805"/>
                  </a:lnTo>
                  <a:lnTo>
                    <a:pt x="1025" y="805"/>
                  </a:lnTo>
                  <a:lnTo>
                    <a:pt x="1023" y="805"/>
                  </a:lnTo>
                  <a:lnTo>
                    <a:pt x="1023" y="802"/>
                  </a:lnTo>
                  <a:lnTo>
                    <a:pt x="1023" y="802"/>
                  </a:lnTo>
                  <a:lnTo>
                    <a:pt x="1025" y="802"/>
                  </a:lnTo>
                  <a:lnTo>
                    <a:pt x="1025" y="802"/>
                  </a:lnTo>
                  <a:lnTo>
                    <a:pt x="1025" y="802"/>
                  </a:lnTo>
                  <a:lnTo>
                    <a:pt x="1025" y="805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35" y="805"/>
                  </a:lnTo>
                  <a:lnTo>
                    <a:pt x="1035" y="805"/>
                  </a:lnTo>
                  <a:lnTo>
                    <a:pt x="1035" y="802"/>
                  </a:lnTo>
                  <a:lnTo>
                    <a:pt x="1030" y="800"/>
                  </a:lnTo>
                  <a:lnTo>
                    <a:pt x="1030" y="800"/>
                  </a:lnTo>
                  <a:lnTo>
                    <a:pt x="1027" y="798"/>
                  </a:lnTo>
                  <a:lnTo>
                    <a:pt x="1027" y="795"/>
                  </a:lnTo>
                  <a:lnTo>
                    <a:pt x="1027" y="795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30" y="795"/>
                  </a:lnTo>
                  <a:lnTo>
                    <a:pt x="1030" y="795"/>
                  </a:lnTo>
                  <a:lnTo>
                    <a:pt x="1030" y="795"/>
                  </a:lnTo>
                  <a:lnTo>
                    <a:pt x="1030" y="798"/>
                  </a:lnTo>
                  <a:lnTo>
                    <a:pt x="1032" y="798"/>
                  </a:lnTo>
                  <a:lnTo>
                    <a:pt x="1039" y="802"/>
                  </a:lnTo>
                  <a:lnTo>
                    <a:pt x="1039" y="802"/>
                  </a:lnTo>
                  <a:lnTo>
                    <a:pt x="1042" y="800"/>
                  </a:lnTo>
                  <a:lnTo>
                    <a:pt x="1042" y="800"/>
                  </a:lnTo>
                  <a:lnTo>
                    <a:pt x="1042" y="798"/>
                  </a:lnTo>
                  <a:lnTo>
                    <a:pt x="1042" y="795"/>
                  </a:lnTo>
                  <a:lnTo>
                    <a:pt x="1042" y="793"/>
                  </a:lnTo>
                  <a:lnTo>
                    <a:pt x="1042" y="791"/>
                  </a:lnTo>
                  <a:lnTo>
                    <a:pt x="1042" y="791"/>
                  </a:lnTo>
                  <a:lnTo>
                    <a:pt x="1042" y="791"/>
                  </a:lnTo>
                  <a:lnTo>
                    <a:pt x="1042" y="788"/>
                  </a:lnTo>
                  <a:lnTo>
                    <a:pt x="1042" y="791"/>
                  </a:lnTo>
                  <a:lnTo>
                    <a:pt x="1044" y="791"/>
                  </a:lnTo>
                  <a:lnTo>
                    <a:pt x="1044" y="791"/>
                  </a:lnTo>
                  <a:lnTo>
                    <a:pt x="1042" y="791"/>
                  </a:lnTo>
                  <a:lnTo>
                    <a:pt x="1044" y="793"/>
                  </a:lnTo>
                  <a:lnTo>
                    <a:pt x="1044" y="793"/>
                  </a:lnTo>
                  <a:lnTo>
                    <a:pt x="1046" y="795"/>
                  </a:lnTo>
                  <a:lnTo>
                    <a:pt x="1046" y="795"/>
                  </a:lnTo>
                  <a:lnTo>
                    <a:pt x="1046" y="800"/>
                  </a:lnTo>
                  <a:lnTo>
                    <a:pt x="1058" y="798"/>
                  </a:lnTo>
                  <a:lnTo>
                    <a:pt x="1061" y="795"/>
                  </a:lnTo>
                  <a:lnTo>
                    <a:pt x="1061" y="795"/>
                  </a:lnTo>
                  <a:lnTo>
                    <a:pt x="1061" y="793"/>
                  </a:lnTo>
                  <a:lnTo>
                    <a:pt x="1061" y="793"/>
                  </a:lnTo>
                  <a:lnTo>
                    <a:pt x="1061" y="791"/>
                  </a:lnTo>
                  <a:lnTo>
                    <a:pt x="1058" y="788"/>
                  </a:lnTo>
                  <a:lnTo>
                    <a:pt x="1058" y="786"/>
                  </a:lnTo>
                  <a:lnTo>
                    <a:pt x="1058" y="786"/>
                  </a:lnTo>
                  <a:lnTo>
                    <a:pt x="1058" y="783"/>
                  </a:lnTo>
                  <a:lnTo>
                    <a:pt x="1056" y="783"/>
                  </a:lnTo>
                  <a:lnTo>
                    <a:pt x="1056" y="783"/>
                  </a:lnTo>
                  <a:lnTo>
                    <a:pt x="1056" y="783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8" y="781"/>
                  </a:lnTo>
                  <a:lnTo>
                    <a:pt x="1058" y="781"/>
                  </a:lnTo>
                  <a:lnTo>
                    <a:pt x="1058" y="783"/>
                  </a:lnTo>
                  <a:lnTo>
                    <a:pt x="1061" y="788"/>
                  </a:lnTo>
                  <a:lnTo>
                    <a:pt x="1061" y="788"/>
                  </a:lnTo>
                  <a:lnTo>
                    <a:pt x="1063" y="791"/>
                  </a:lnTo>
                  <a:lnTo>
                    <a:pt x="1063" y="791"/>
                  </a:lnTo>
                  <a:lnTo>
                    <a:pt x="1063" y="793"/>
                  </a:lnTo>
                  <a:lnTo>
                    <a:pt x="1063" y="793"/>
                  </a:lnTo>
                  <a:lnTo>
                    <a:pt x="1063" y="795"/>
                  </a:lnTo>
                  <a:lnTo>
                    <a:pt x="1065" y="795"/>
                  </a:lnTo>
                  <a:lnTo>
                    <a:pt x="1065" y="795"/>
                  </a:lnTo>
                  <a:lnTo>
                    <a:pt x="1070" y="795"/>
                  </a:lnTo>
                  <a:lnTo>
                    <a:pt x="1070" y="795"/>
                  </a:lnTo>
                  <a:lnTo>
                    <a:pt x="1072" y="793"/>
                  </a:lnTo>
                  <a:lnTo>
                    <a:pt x="1072" y="791"/>
                  </a:lnTo>
                  <a:lnTo>
                    <a:pt x="1072" y="791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6"/>
                  </a:lnTo>
                  <a:lnTo>
                    <a:pt x="1070" y="786"/>
                  </a:lnTo>
                  <a:lnTo>
                    <a:pt x="1070" y="786"/>
                  </a:lnTo>
                  <a:lnTo>
                    <a:pt x="1070" y="783"/>
                  </a:lnTo>
                  <a:lnTo>
                    <a:pt x="1070" y="783"/>
                  </a:lnTo>
                  <a:lnTo>
                    <a:pt x="1068" y="781"/>
                  </a:lnTo>
                  <a:lnTo>
                    <a:pt x="1068" y="781"/>
                  </a:lnTo>
                  <a:lnTo>
                    <a:pt x="1070" y="779"/>
                  </a:lnTo>
                  <a:lnTo>
                    <a:pt x="1070" y="779"/>
                  </a:lnTo>
                  <a:lnTo>
                    <a:pt x="1068" y="776"/>
                  </a:lnTo>
                  <a:lnTo>
                    <a:pt x="1070" y="776"/>
                  </a:lnTo>
                  <a:lnTo>
                    <a:pt x="1070" y="779"/>
                  </a:lnTo>
                  <a:lnTo>
                    <a:pt x="1070" y="779"/>
                  </a:lnTo>
                  <a:lnTo>
                    <a:pt x="1070" y="781"/>
                  </a:lnTo>
                  <a:lnTo>
                    <a:pt x="1070" y="783"/>
                  </a:lnTo>
                  <a:lnTo>
                    <a:pt x="1072" y="783"/>
                  </a:lnTo>
                  <a:lnTo>
                    <a:pt x="1072" y="786"/>
                  </a:lnTo>
                  <a:lnTo>
                    <a:pt x="1072" y="786"/>
                  </a:lnTo>
                  <a:lnTo>
                    <a:pt x="1072" y="788"/>
                  </a:lnTo>
                  <a:lnTo>
                    <a:pt x="1072" y="788"/>
                  </a:lnTo>
                  <a:lnTo>
                    <a:pt x="1072" y="788"/>
                  </a:lnTo>
                  <a:lnTo>
                    <a:pt x="1072" y="788"/>
                  </a:lnTo>
                  <a:lnTo>
                    <a:pt x="1075" y="791"/>
                  </a:lnTo>
                  <a:lnTo>
                    <a:pt x="1075" y="791"/>
                  </a:lnTo>
                  <a:lnTo>
                    <a:pt x="1075" y="793"/>
                  </a:lnTo>
                  <a:lnTo>
                    <a:pt x="1075" y="793"/>
                  </a:lnTo>
                  <a:lnTo>
                    <a:pt x="1077" y="793"/>
                  </a:lnTo>
                  <a:lnTo>
                    <a:pt x="1080" y="791"/>
                  </a:lnTo>
                  <a:lnTo>
                    <a:pt x="1080" y="791"/>
                  </a:lnTo>
                  <a:lnTo>
                    <a:pt x="1080" y="791"/>
                  </a:lnTo>
                  <a:lnTo>
                    <a:pt x="1082" y="791"/>
                  </a:lnTo>
                  <a:lnTo>
                    <a:pt x="1082" y="791"/>
                  </a:lnTo>
                  <a:lnTo>
                    <a:pt x="1082" y="791"/>
                  </a:lnTo>
                  <a:lnTo>
                    <a:pt x="1084" y="791"/>
                  </a:lnTo>
                  <a:lnTo>
                    <a:pt x="1091" y="788"/>
                  </a:lnTo>
                  <a:lnTo>
                    <a:pt x="1094" y="788"/>
                  </a:lnTo>
                  <a:lnTo>
                    <a:pt x="1096" y="786"/>
                  </a:lnTo>
                  <a:lnTo>
                    <a:pt x="1103" y="781"/>
                  </a:lnTo>
                  <a:lnTo>
                    <a:pt x="1106" y="783"/>
                  </a:lnTo>
                  <a:lnTo>
                    <a:pt x="1106" y="783"/>
                  </a:lnTo>
                  <a:lnTo>
                    <a:pt x="1106" y="781"/>
                  </a:lnTo>
                  <a:lnTo>
                    <a:pt x="1106" y="781"/>
                  </a:lnTo>
                  <a:lnTo>
                    <a:pt x="1108" y="779"/>
                  </a:lnTo>
                  <a:lnTo>
                    <a:pt x="1108" y="779"/>
                  </a:lnTo>
                  <a:lnTo>
                    <a:pt x="1108" y="776"/>
                  </a:lnTo>
                  <a:lnTo>
                    <a:pt x="1108" y="776"/>
                  </a:lnTo>
                  <a:lnTo>
                    <a:pt x="1108" y="774"/>
                  </a:lnTo>
                  <a:lnTo>
                    <a:pt x="1108" y="772"/>
                  </a:lnTo>
                  <a:lnTo>
                    <a:pt x="1108" y="772"/>
                  </a:lnTo>
                  <a:lnTo>
                    <a:pt x="1108" y="772"/>
                  </a:lnTo>
                  <a:lnTo>
                    <a:pt x="1108" y="769"/>
                  </a:lnTo>
                  <a:lnTo>
                    <a:pt x="1108" y="769"/>
                  </a:lnTo>
                  <a:lnTo>
                    <a:pt x="1108" y="767"/>
                  </a:lnTo>
                  <a:lnTo>
                    <a:pt x="1108" y="765"/>
                  </a:lnTo>
                  <a:lnTo>
                    <a:pt x="1108" y="762"/>
                  </a:lnTo>
                  <a:lnTo>
                    <a:pt x="1106" y="760"/>
                  </a:lnTo>
                  <a:lnTo>
                    <a:pt x="1106" y="760"/>
                  </a:lnTo>
                  <a:lnTo>
                    <a:pt x="1103" y="760"/>
                  </a:lnTo>
                  <a:lnTo>
                    <a:pt x="1103" y="760"/>
                  </a:lnTo>
                  <a:lnTo>
                    <a:pt x="1101" y="757"/>
                  </a:lnTo>
                  <a:lnTo>
                    <a:pt x="1101" y="757"/>
                  </a:lnTo>
                  <a:lnTo>
                    <a:pt x="1098" y="753"/>
                  </a:lnTo>
                  <a:lnTo>
                    <a:pt x="1098" y="753"/>
                  </a:lnTo>
                  <a:lnTo>
                    <a:pt x="1098" y="753"/>
                  </a:lnTo>
                  <a:lnTo>
                    <a:pt x="1098" y="753"/>
                  </a:lnTo>
                  <a:lnTo>
                    <a:pt x="1101" y="750"/>
                  </a:lnTo>
                  <a:lnTo>
                    <a:pt x="1101" y="753"/>
                  </a:lnTo>
                  <a:lnTo>
                    <a:pt x="1103" y="755"/>
                  </a:lnTo>
                  <a:lnTo>
                    <a:pt x="1108" y="757"/>
                  </a:lnTo>
                  <a:lnTo>
                    <a:pt x="1110" y="755"/>
                  </a:lnTo>
                  <a:lnTo>
                    <a:pt x="1110" y="755"/>
                  </a:lnTo>
                  <a:lnTo>
                    <a:pt x="1113" y="757"/>
                  </a:lnTo>
                  <a:lnTo>
                    <a:pt x="1113" y="757"/>
                  </a:lnTo>
                  <a:lnTo>
                    <a:pt x="1113" y="760"/>
                  </a:lnTo>
                  <a:lnTo>
                    <a:pt x="1113" y="760"/>
                  </a:lnTo>
                  <a:lnTo>
                    <a:pt x="1113" y="760"/>
                  </a:lnTo>
                  <a:lnTo>
                    <a:pt x="1113" y="762"/>
                  </a:lnTo>
                  <a:lnTo>
                    <a:pt x="1113" y="762"/>
                  </a:lnTo>
                  <a:lnTo>
                    <a:pt x="1113" y="765"/>
                  </a:lnTo>
                  <a:lnTo>
                    <a:pt x="1113" y="765"/>
                  </a:lnTo>
                  <a:lnTo>
                    <a:pt x="1113" y="767"/>
                  </a:lnTo>
                  <a:lnTo>
                    <a:pt x="1115" y="769"/>
                  </a:lnTo>
                  <a:lnTo>
                    <a:pt x="1115" y="772"/>
                  </a:lnTo>
                  <a:lnTo>
                    <a:pt x="1122" y="776"/>
                  </a:lnTo>
                  <a:lnTo>
                    <a:pt x="1122" y="779"/>
                  </a:lnTo>
                  <a:lnTo>
                    <a:pt x="1127" y="779"/>
                  </a:lnTo>
                  <a:lnTo>
                    <a:pt x="1129" y="779"/>
                  </a:lnTo>
                  <a:lnTo>
                    <a:pt x="1129" y="779"/>
                  </a:lnTo>
                  <a:lnTo>
                    <a:pt x="1129" y="779"/>
                  </a:lnTo>
                  <a:lnTo>
                    <a:pt x="1132" y="779"/>
                  </a:lnTo>
                  <a:lnTo>
                    <a:pt x="1132" y="779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4"/>
                  </a:lnTo>
                  <a:lnTo>
                    <a:pt x="1134" y="774"/>
                  </a:lnTo>
                  <a:lnTo>
                    <a:pt x="1132" y="774"/>
                  </a:lnTo>
                  <a:lnTo>
                    <a:pt x="1134" y="774"/>
                  </a:lnTo>
                  <a:lnTo>
                    <a:pt x="1134" y="774"/>
                  </a:lnTo>
                  <a:lnTo>
                    <a:pt x="1134" y="774"/>
                  </a:lnTo>
                  <a:lnTo>
                    <a:pt x="1136" y="776"/>
                  </a:lnTo>
                  <a:lnTo>
                    <a:pt x="1136" y="776"/>
                  </a:lnTo>
                  <a:lnTo>
                    <a:pt x="1136" y="776"/>
                  </a:lnTo>
                  <a:lnTo>
                    <a:pt x="1134" y="779"/>
                  </a:lnTo>
                  <a:lnTo>
                    <a:pt x="1134" y="779"/>
                  </a:lnTo>
                  <a:lnTo>
                    <a:pt x="1141" y="776"/>
                  </a:lnTo>
                  <a:lnTo>
                    <a:pt x="1141" y="779"/>
                  </a:lnTo>
                  <a:lnTo>
                    <a:pt x="1146" y="779"/>
                  </a:lnTo>
                  <a:lnTo>
                    <a:pt x="1148" y="779"/>
                  </a:lnTo>
                  <a:lnTo>
                    <a:pt x="1151" y="779"/>
                  </a:lnTo>
                  <a:lnTo>
                    <a:pt x="1151" y="779"/>
                  </a:lnTo>
                  <a:lnTo>
                    <a:pt x="1153" y="779"/>
                  </a:lnTo>
                  <a:lnTo>
                    <a:pt x="1153" y="779"/>
                  </a:lnTo>
                  <a:lnTo>
                    <a:pt x="1155" y="774"/>
                  </a:lnTo>
                  <a:lnTo>
                    <a:pt x="1155" y="774"/>
                  </a:lnTo>
                  <a:lnTo>
                    <a:pt x="1158" y="772"/>
                  </a:lnTo>
                  <a:lnTo>
                    <a:pt x="1158" y="772"/>
                  </a:lnTo>
                  <a:lnTo>
                    <a:pt x="1160" y="767"/>
                  </a:lnTo>
                  <a:lnTo>
                    <a:pt x="1165" y="765"/>
                  </a:lnTo>
                  <a:lnTo>
                    <a:pt x="1179" y="762"/>
                  </a:lnTo>
                  <a:lnTo>
                    <a:pt x="1179" y="762"/>
                  </a:lnTo>
                  <a:lnTo>
                    <a:pt x="1179" y="760"/>
                  </a:lnTo>
                  <a:lnTo>
                    <a:pt x="1181" y="760"/>
                  </a:lnTo>
                  <a:lnTo>
                    <a:pt x="1181" y="760"/>
                  </a:lnTo>
                  <a:lnTo>
                    <a:pt x="1184" y="760"/>
                  </a:lnTo>
                  <a:lnTo>
                    <a:pt x="1186" y="757"/>
                  </a:lnTo>
                  <a:lnTo>
                    <a:pt x="1184" y="757"/>
                  </a:lnTo>
                  <a:lnTo>
                    <a:pt x="1186" y="755"/>
                  </a:lnTo>
                  <a:lnTo>
                    <a:pt x="1186" y="755"/>
                  </a:lnTo>
                  <a:lnTo>
                    <a:pt x="1186" y="753"/>
                  </a:lnTo>
                  <a:lnTo>
                    <a:pt x="1184" y="753"/>
                  </a:lnTo>
                  <a:lnTo>
                    <a:pt x="1184" y="753"/>
                  </a:lnTo>
                  <a:lnTo>
                    <a:pt x="1184" y="750"/>
                  </a:lnTo>
                  <a:lnTo>
                    <a:pt x="1184" y="750"/>
                  </a:lnTo>
                  <a:lnTo>
                    <a:pt x="1184" y="750"/>
                  </a:lnTo>
                  <a:lnTo>
                    <a:pt x="1184" y="748"/>
                  </a:lnTo>
                  <a:lnTo>
                    <a:pt x="1184" y="748"/>
                  </a:lnTo>
                  <a:lnTo>
                    <a:pt x="1184" y="748"/>
                  </a:lnTo>
                  <a:lnTo>
                    <a:pt x="1184" y="746"/>
                  </a:lnTo>
                  <a:lnTo>
                    <a:pt x="1184" y="746"/>
                  </a:lnTo>
                  <a:lnTo>
                    <a:pt x="1179" y="743"/>
                  </a:lnTo>
                  <a:lnTo>
                    <a:pt x="1179" y="743"/>
                  </a:lnTo>
                  <a:lnTo>
                    <a:pt x="1181" y="741"/>
                  </a:lnTo>
                  <a:lnTo>
                    <a:pt x="1181" y="741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6"/>
                  </a:lnTo>
                  <a:lnTo>
                    <a:pt x="1174" y="736"/>
                  </a:lnTo>
                  <a:lnTo>
                    <a:pt x="1172" y="734"/>
                  </a:lnTo>
                  <a:lnTo>
                    <a:pt x="1172" y="734"/>
                  </a:lnTo>
                  <a:lnTo>
                    <a:pt x="1172" y="731"/>
                  </a:lnTo>
                  <a:lnTo>
                    <a:pt x="1172" y="729"/>
                  </a:lnTo>
                  <a:lnTo>
                    <a:pt x="1174" y="729"/>
                  </a:lnTo>
                  <a:lnTo>
                    <a:pt x="1174" y="731"/>
                  </a:lnTo>
                  <a:lnTo>
                    <a:pt x="1174" y="731"/>
                  </a:lnTo>
                  <a:lnTo>
                    <a:pt x="1174" y="731"/>
                  </a:lnTo>
                  <a:lnTo>
                    <a:pt x="1177" y="734"/>
                  </a:lnTo>
                  <a:lnTo>
                    <a:pt x="1177" y="734"/>
                  </a:lnTo>
                  <a:lnTo>
                    <a:pt x="1177" y="731"/>
                  </a:lnTo>
                  <a:lnTo>
                    <a:pt x="1177" y="731"/>
                  </a:lnTo>
                  <a:lnTo>
                    <a:pt x="1177" y="729"/>
                  </a:lnTo>
                  <a:lnTo>
                    <a:pt x="1177" y="729"/>
                  </a:lnTo>
                  <a:lnTo>
                    <a:pt x="1177" y="729"/>
                  </a:lnTo>
                  <a:lnTo>
                    <a:pt x="1177" y="729"/>
                  </a:lnTo>
                  <a:lnTo>
                    <a:pt x="1179" y="731"/>
                  </a:lnTo>
                  <a:lnTo>
                    <a:pt x="1179" y="731"/>
                  </a:lnTo>
                  <a:lnTo>
                    <a:pt x="1179" y="734"/>
                  </a:lnTo>
                  <a:lnTo>
                    <a:pt x="1179" y="734"/>
                  </a:lnTo>
                  <a:lnTo>
                    <a:pt x="1179" y="734"/>
                  </a:lnTo>
                  <a:lnTo>
                    <a:pt x="1179" y="734"/>
                  </a:lnTo>
                  <a:lnTo>
                    <a:pt x="1186" y="736"/>
                  </a:lnTo>
                  <a:lnTo>
                    <a:pt x="1186" y="736"/>
                  </a:lnTo>
                  <a:lnTo>
                    <a:pt x="1186" y="736"/>
                  </a:lnTo>
                  <a:lnTo>
                    <a:pt x="1188" y="734"/>
                  </a:lnTo>
                  <a:lnTo>
                    <a:pt x="1195" y="729"/>
                  </a:lnTo>
                  <a:lnTo>
                    <a:pt x="1195" y="727"/>
                  </a:lnTo>
                  <a:lnTo>
                    <a:pt x="1195" y="724"/>
                  </a:lnTo>
                  <a:lnTo>
                    <a:pt x="1193" y="724"/>
                  </a:lnTo>
                  <a:lnTo>
                    <a:pt x="1191" y="722"/>
                  </a:lnTo>
                  <a:lnTo>
                    <a:pt x="1191" y="722"/>
                  </a:lnTo>
                  <a:lnTo>
                    <a:pt x="1188" y="720"/>
                  </a:lnTo>
                  <a:lnTo>
                    <a:pt x="1188" y="720"/>
                  </a:lnTo>
                  <a:lnTo>
                    <a:pt x="1188" y="720"/>
                  </a:lnTo>
                  <a:lnTo>
                    <a:pt x="1191" y="720"/>
                  </a:lnTo>
                  <a:lnTo>
                    <a:pt x="1186" y="717"/>
                  </a:lnTo>
                  <a:lnTo>
                    <a:pt x="1186" y="717"/>
                  </a:lnTo>
                  <a:lnTo>
                    <a:pt x="1184" y="717"/>
                  </a:lnTo>
                  <a:lnTo>
                    <a:pt x="1181" y="717"/>
                  </a:lnTo>
                  <a:lnTo>
                    <a:pt x="1179" y="724"/>
                  </a:lnTo>
                  <a:lnTo>
                    <a:pt x="1179" y="724"/>
                  </a:lnTo>
                  <a:lnTo>
                    <a:pt x="1179" y="724"/>
                  </a:lnTo>
                  <a:lnTo>
                    <a:pt x="1179" y="724"/>
                  </a:lnTo>
                  <a:lnTo>
                    <a:pt x="1179" y="727"/>
                  </a:lnTo>
                  <a:lnTo>
                    <a:pt x="1177" y="724"/>
                  </a:lnTo>
                  <a:lnTo>
                    <a:pt x="1177" y="724"/>
                  </a:lnTo>
                  <a:lnTo>
                    <a:pt x="1177" y="724"/>
                  </a:lnTo>
                  <a:lnTo>
                    <a:pt x="1174" y="727"/>
                  </a:lnTo>
                  <a:lnTo>
                    <a:pt x="1174" y="727"/>
                  </a:lnTo>
                  <a:lnTo>
                    <a:pt x="1174" y="727"/>
                  </a:lnTo>
                  <a:lnTo>
                    <a:pt x="1172" y="727"/>
                  </a:lnTo>
                  <a:lnTo>
                    <a:pt x="1174" y="727"/>
                  </a:lnTo>
                  <a:lnTo>
                    <a:pt x="1174" y="724"/>
                  </a:lnTo>
                  <a:lnTo>
                    <a:pt x="1174" y="724"/>
                  </a:lnTo>
                  <a:lnTo>
                    <a:pt x="1172" y="724"/>
                  </a:lnTo>
                  <a:lnTo>
                    <a:pt x="1172" y="724"/>
                  </a:lnTo>
                  <a:lnTo>
                    <a:pt x="1169" y="722"/>
                  </a:lnTo>
                  <a:lnTo>
                    <a:pt x="1167" y="722"/>
                  </a:lnTo>
                  <a:lnTo>
                    <a:pt x="1169" y="722"/>
                  </a:lnTo>
                  <a:lnTo>
                    <a:pt x="1169" y="720"/>
                  </a:lnTo>
                  <a:lnTo>
                    <a:pt x="1169" y="720"/>
                  </a:lnTo>
                  <a:lnTo>
                    <a:pt x="1177" y="712"/>
                  </a:lnTo>
                  <a:lnTo>
                    <a:pt x="1177" y="712"/>
                  </a:lnTo>
                  <a:lnTo>
                    <a:pt x="1177" y="712"/>
                  </a:lnTo>
                  <a:lnTo>
                    <a:pt x="1177" y="712"/>
                  </a:lnTo>
                  <a:lnTo>
                    <a:pt x="1177" y="710"/>
                  </a:lnTo>
                  <a:lnTo>
                    <a:pt x="1177" y="710"/>
                  </a:lnTo>
                  <a:lnTo>
                    <a:pt x="1177" y="710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5"/>
                  </a:lnTo>
                  <a:lnTo>
                    <a:pt x="1177" y="705"/>
                  </a:lnTo>
                  <a:lnTo>
                    <a:pt x="1177" y="705"/>
                  </a:lnTo>
                  <a:lnTo>
                    <a:pt x="1177" y="705"/>
                  </a:lnTo>
                  <a:lnTo>
                    <a:pt x="1179" y="705"/>
                  </a:lnTo>
                  <a:lnTo>
                    <a:pt x="1181" y="705"/>
                  </a:lnTo>
                  <a:lnTo>
                    <a:pt x="1181" y="703"/>
                  </a:lnTo>
                  <a:lnTo>
                    <a:pt x="1181" y="701"/>
                  </a:lnTo>
                  <a:lnTo>
                    <a:pt x="1181" y="698"/>
                  </a:lnTo>
                  <a:lnTo>
                    <a:pt x="1181" y="696"/>
                  </a:lnTo>
                  <a:lnTo>
                    <a:pt x="1184" y="696"/>
                  </a:lnTo>
                  <a:lnTo>
                    <a:pt x="1181" y="696"/>
                  </a:lnTo>
                  <a:lnTo>
                    <a:pt x="1181" y="694"/>
                  </a:lnTo>
                  <a:lnTo>
                    <a:pt x="1179" y="696"/>
                  </a:lnTo>
                  <a:lnTo>
                    <a:pt x="1179" y="694"/>
                  </a:lnTo>
                  <a:lnTo>
                    <a:pt x="1179" y="694"/>
                  </a:lnTo>
                  <a:lnTo>
                    <a:pt x="1179" y="691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6"/>
                  </a:lnTo>
                  <a:lnTo>
                    <a:pt x="1179" y="686"/>
                  </a:lnTo>
                  <a:lnTo>
                    <a:pt x="1177" y="686"/>
                  </a:lnTo>
                  <a:lnTo>
                    <a:pt x="1177" y="686"/>
                  </a:lnTo>
                  <a:lnTo>
                    <a:pt x="1174" y="686"/>
                  </a:lnTo>
                  <a:close/>
                  <a:moveTo>
                    <a:pt x="1184" y="696"/>
                  </a:move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close/>
                  <a:moveTo>
                    <a:pt x="1524" y="973"/>
                  </a:moveTo>
                  <a:lnTo>
                    <a:pt x="1522" y="973"/>
                  </a:lnTo>
                  <a:lnTo>
                    <a:pt x="1522" y="973"/>
                  </a:lnTo>
                  <a:lnTo>
                    <a:pt x="1522" y="973"/>
                  </a:lnTo>
                  <a:lnTo>
                    <a:pt x="1522" y="970"/>
                  </a:lnTo>
                  <a:lnTo>
                    <a:pt x="1522" y="970"/>
                  </a:lnTo>
                  <a:lnTo>
                    <a:pt x="1517" y="975"/>
                  </a:lnTo>
                  <a:lnTo>
                    <a:pt x="1517" y="975"/>
                  </a:lnTo>
                  <a:lnTo>
                    <a:pt x="1517" y="975"/>
                  </a:lnTo>
                  <a:lnTo>
                    <a:pt x="1520" y="978"/>
                  </a:lnTo>
                  <a:lnTo>
                    <a:pt x="1520" y="978"/>
                  </a:lnTo>
                  <a:lnTo>
                    <a:pt x="1520" y="978"/>
                  </a:lnTo>
                  <a:lnTo>
                    <a:pt x="1520" y="980"/>
                  </a:lnTo>
                  <a:lnTo>
                    <a:pt x="1522" y="982"/>
                  </a:lnTo>
                  <a:lnTo>
                    <a:pt x="1522" y="985"/>
                  </a:lnTo>
                  <a:lnTo>
                    <a:pt x="1522" y="985"/>
                  </a:lnTo>
                  <a:lnTo>
                    <a:pt x="1522" y="987"/>
                  </a:lnTo>
                  <a:lnTo>
                    <a:pt x="1520" y="987"/>
                  </a:lnTo>
                  <a:lnTo>
                    <a:pt x="1520" y="987"/>
                  </a:lnTo>
                  <a:lnTo>
                    <a:pt x="1520" y="987"/>
                  </a:lnTo>
                  <a:lnTo>
                    <a:pt x="1520" y="985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20" y="989"/>
                  </a:lnTo>
                  <a:lnTo>
                    <a:pt x="1520" y="992"/>
                  </a:lnTo>
                  <a:lnTo>
                    <a:pt x="1522" y="992"/>
                  </a:lnTo>
                  <a:lnTo>
                    <a:pt x="1522" y="992"/>
                  </a:lnTo>
                  <a:lnTo>
                    <a:pt x="1522" y="992"/>
                  </a:lnTo>
                  <a:lnTo>
                    <a:pt x="1522" y="992"/>
                  </a:lnTo>
                  <a:lnTo>
                    <a:pt x="1524" y="992"/>
                  </a:lnTo>
                  <a:lnTo>
                    <a:pt x="1524" y="994"/>
                  </a:lnTo>
                  <a:lnTo>
                    <a:pt x="1524" y="994"/>
                  </a:lnTo>
                  <a:lnTo>
                    <a:pt x="1524" y="994"/>
                  </a:lnTo>
                  <a:lnTo>
                    <a:pt x="1524" y="997"/>
                  </a:lnTo>
                  <a:lnTo>
                    <a:pt x="1527" y="994"/>
                  </a:lnTo>
                  <a:lnTo>
                    <a:pt x="1529" y="994"/>
                  </a:lnTo>
                  <a:lnTo>
                    <a:pt x="1529" y="994"/>
                  </a:lnTo>
                  <a:lnTo>
                    <a:pt x="1529" y="992"/>
                  </a:lnTo>
                  <a:lnTo>
                    <a:pt x="1529" y="992"/>
                  </a:lnTo>
                  <a:lnTo>
                    <a:pt x="1529" y="989"/>
                  </a:lnTo>
                  <a:lnTo>
                    <a:pt x="1534" y="982"/>
                  </a:lnTo>
                  <a:lnTo>
                    <a:pt x="1539" y="980"/>
                  </a:lnTo>
                  <a:lnTo>
                    <a:pt x="1541" y="980"/>
                  </a:lnTo>
                  <a:lnTo>
                    <a:pt x="1541" y="978"/>
                  </a:lnTo>
                  <a:lnTo>
                    <a:pt x="1539" y="975"/>
                  </a:lnTo>
                  <a:lnTo>
                    <a:pt x="1539" y="975"/>
                  </a:lnTo>
                  <a:lnTo>
                    <a:pt x="1539" y="973"/>
                  </a:lnTo>
                  <a:lnTo>
                    <a:pt x="1539" y="970"/>
                  </a:lnTo>
                  <a:lnTo>
                    <a:pt x="1536" y="970"/>
                  </a:lnTo>
                  <a:lnTo>
                    <a:pt x="1534" y="973"/>
                  </a:lnTo>
                  <a:lnTo>
                    <a:pt x="1524" y="973"/>
                  </a:lnTo>
                  <a:close/>
                  <a:moveTo>
                    <a:pt x="975" y="1224"/>
                  </a:moveTo>
                  <a:lnTo>
                    <a:pt x="975" y="1224"/>
                  </a:lnTo>
                  <a:lnTo>
                    <a:pt x="975" y="1221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6"/>
                  </a:lnTo>
                  <a:lnTo>
                    <a:pt x="973" y="1226"/>
                  </a:lnTo>
                  <a:lnTo>
                    <a:pt x="973" y="1229"/>
                  </a:lnTo>
                  <a:lnTo>
                    <a:pt x="971" y="1226"/>
                  </a:lnTo>
                  <a:lnTo>
                    <a:pt x="971" y="1229"/>
                  </a:lnTo>
                  <a:lnTo>
                    <a:pt x="968" y="1229"/>
                  </a:lnTo>
                  <a:lnTo>
                    <a:pt x="966" y="1231"/>
                  </a:lnTo>
                  <a:lnTo>
                    <a:pt x="966" y="1231"/>
                  </a:lnTo>
                  <a:lnTo>
                    <a:pt x="968" y="1233"/>
                  </a:lnTo>
                  <a:lnTo>
                    <a:pt x="968" y="1233"/>
                  </a:lnTo>
                  <a:lnTo>
                    <a:pt x="968" y="1236"/>
                  </a:lnTo>
                  <a:lnTo>
                    <a:pt x="971" y="1236"/>
                  </a:lnTo>
                  <a:lnTo>
                    <a:pt x="971" y="1236"/>
                  </a:lnTo>
                  <a:lnTo>
                    <a:pt x="973" y="1236"/>
                  </a:lnTo>
                  <a:lnTo>
                    <a:pt x="973" y="1236"/>
                  </a:lnTo>
                  <a:lnTo>
                    <a:pt x="973" y="1236"/>
                  </a:lnTo>
                  <a:lnTo>
                    <a:pt x="975" y="1233"/>
                  </a:lnTo>
                  <a:lnTo>
                    <a:pt x="975" y="1233"/>
                  </a:lnTo>
                  <a:lnTo>
                    <a:pt x="975" y="1231"/>
                  </a:lnTo>
                  <a:lnTo>
                    <a:pt x="973" y="1231"/>
                  </a:lnTo>
                  <a:lnTo>
                    <a:pt x="973" y="1229"/>
                  </a:lnTo>
                  <a:lnTo>
                    <a:pt x="973" y="1229"/>
                  </a:lnTo>
                  <a:lnTo>
                    <a:pt x="973" y="1226"/>
                  </a:lnTo>
                  <a:lnTo>
                    <a:pt x="975" y="1226"/>
                  </a:lnTo>
                  <a:lnTo>
                    <a:pt x="973" y="1224"/>
                  </a:lnTo>
                  <a:lnTo>
                    <a:pt x="975" y="1224"/>
                  </a:lnTo>
                  <a:lnTo>
                    <a:pt x="975" y="1224"/>
                  </a:lnTo>
                  <a:close/>
                  <a:moveTo>
                    <a:pt x="1463" y="952"/>
                  </a:moveTo>
                  <a:lnTo>
                    <a:pt x="1463" y="954"/>
                  </a:lnTo>
                  <a:lnTo>
                    <a:pt x="1463" y="954"/>
                  </a:lnTo>
                  <a:lnTo>
                    <a:pt x="1465" y="954"/>
                  </a:lnTo>
                  <a:lnTo>
                    <a:pt x="1468" y="956"/>
                  </a:lnTo>
                  <a:lnTo>
                    <a:pt x="1468" y="956"/>
                  </a:lnTo>
                  <a:lnTo>
                    <a:pt x="1468" y="959"/>
                  </a:lnTo>
                  <a:lnTo>
                    <a:pt x="1470" y="959"/>
                  </a:lnTo>
                  <a:lnTo>
                    <a:pt x="1470" y="959"/>
                  </a:lnTo>
                  <a:lnTo>
                    <a:pt x="1472" y="963"/>
                  </a:lnTo>
                  <a:lnTo>
                    <a:pt x="1475" y="963"/>
                  </a:lnTo>
                  <a:lnTo>
                    <a:pt x="1477" y="963"/>
                  </a:lnTo>
                  <a:lnTo>
                    <a:pt x="1479" y="963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82" y="966"/>
                  </a:lnTo>
                  <a:lnTo>
                    <a:pt x="1482" y="966"/>
                  </a:lnTo>
                  <a:lnTo>
                    <a:pt x="1482" y="966"/>
                  </a:lnTo>
                  <a:lnTo>
                    <a:pt x="1482" y="963"/>
                  </a:lnTo>
                  <a:lnTo>
                    <a:pt x="1482" y="963"/>
                  </a:lnTo>
                  <a:lnTo>
                    <a:pt x="1482" y="963"/>
                  </a:lnTo>
                  <a:lnTo>
                    <a:pt x="1479" y="963"/>
                  </a:lnTo>
                  <a:lnTo>
                    <a:pt x="1479" y="963"/>
                  </a:lnTo>
                  <a:lnTo>
                    <a:pt x="1479" y="963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7" y="959"/>
                  </a:lnTo>
                  <a:lnTo>
                    <a:pt x="1477" y="959"/>
                  </a:lnTo>
                  <a:lnTo>
                    <a:pt x="1477" y="956"/>
                  </a:lnTo>
                  <a:lnTo>
                    <a:pt x="1477" y="956"/>
                  </a:lnTo>
                  <a:lnTo>
                    <a:pt x="1477" y="954"/>
                  </a:lnTo>
                  <a:lnTo>
                    <a:pt x="1479" y="954"/>
                  </a:lnTo>
                  <a:lnTo>
                    <a:pt x="1482" y="952"/>
                  </a:lnTo>
                  <a:lnTo>
                    <a:pt x="1479" y="952"/>
                  </a:lnTo>
                  <a:lnTo>
                    <a:pt x="1477" y="952"/>
                  </a:lnTo>
                  <a:lnTo>
                    <a:pt x="1477" y="952"/>
                  </a:lnTo>
                  <a:lnTo>
                    <a:pt x="1477" y="949"/>
                  </a:lnTo>
                  <a:lnTo>
                    <a:pt x="1475" y="949"/>
                  </a:lnTo>
                  <a:lnTo>
                    <a:pt x="1475" y="949"/>
                  </a:lnTo>
                  <a:lnTo>
                    <a:pt x="1475" y="947"/>
                  </a:lnTo>
                  <a:lnTo>
                    <a:pt x="1472" y="947"/>
                  </a:lnTo>
                  <a:lnTo>
                    <a:pt x="1472" y="949"/>
                  </a:lnTo>
                  <a:lnTo>
                    <a:pt x="1472" y="949"/>
                  </a:lnTo>
                  <a:lnTo>
                    <a:pt x="1472" y="952"/>
                  </a:lnTo>
                  <a:lnTo>
                    <a:pt x="1472" y="954"/>
                  </a:lnTo>
                  <a:lnTo>
                    <a:pt x="1472" y="954"/>
                  </a:lnTo>
                  <a:lnTo>
                    <a:pt x="1472" y="956"/>
                  </a:lnTo>
                  <a:lnTo>
                    <a:pt x="1472" y="956"/>
                  </a:lnTo>
                  <a:lnTo>
                    <a:pt x="1472" y="959"/>
                  </a:lnTo>
                  <a:lnTo>
                    <a:pt x="1472" y="959"/>
                  </a:lnTo>
                  <a:lnTo>
                    <a:pt x="1472" y="956"/>
                  </a:lnTo>
                  <a:lnTo>
                    <a:pt x="1470" y="956"/>
                  </a:lnTo>
                  <a:lnTo>
                    <a:pt x="1470" y="954"/>
                  </a:lnTo>
                  <a:lnTo>
                    <a:pt x="1472" y="952"/>
                  </a:lnTo>
                  <a:lnTo>
                    <a:pt x="1470" y="952"/>
                  </a:lnTo>
                  <a:lnTo>
                    <a:pt x="1470" y="952"/>
                  </a:lnTo>
                  <a:lnTo>
                    <a:pt x="1470" y="949"/>
                  </a:lnTo>
                  <a:lnTo>
                    <a:pt x="1470" y="947"/>
                  </a:lnTo>
                  <a:lnTo>
                    <a:pt x="1470" y="947"/>
                  </a:lnTo>
                  <a:lnTo>
                    <a:pt x="1468" y="947"/>
                  </a:lnTo>
                  <a:lnTo>
                    <a:pt x="1465" y="944"/>
                  </a:lnTo>
                  <a:lnTo>
                    <a:pt x="1463" y="952"/>
                  </a:lnTo>
                  <a:lnTo>
                    <a:pt x="1463" y="952"/>
                  </a:lnTo>
                  <a:lnTo>
                    <a:pt x="1463" y="952"/>
                  </a:lnTo>
                  <a:lnTo>
                    <a:pt x="1463" y="952"/>
                  </a:lnTo>
                  <a:close/>
                  <a:moveTo>
                    <a:pt x="701" y="1323"/>
                  </a:moveTo>
                  <a:lnTo>
                    <a:pt x="701" y="1321"/>
                  </a:lnTo>
                  <a:lnTo>
                    <a:pt x="703" y="1321"/>
                  </a:lnTo>
                  <a:lnTo>
                    <a:pt x="703" y="1316"/>
                  </a:lnTo>
                  <a:lnTo>
                    <a:pt x="703" y="1314"/>
                  </a:lnTo>
                  <a:lnTo>
                    <a:pt x="703" y="1314"/>
                  </a:lnTo>
                  <a:lnTo>
                    <a:pt x="703" y="1311"/>
                  </a:lnTo>
                  <a:lnTo>
                    <a:pt x="701" y="1311"/>
                  </a:lnTo>
                  <a:lnTo>
                    <a:pt x="701" y="1309"/>
                  </a:lnTo>
                  <a:lnTo>
                    <a:pt x="701" y="1309"/>
                  </a:lnTo>
                  <a:lnTo>
                    <a:pt x="701" y="1307"/>
                  </a:lnTo>
                  <a:lnTo>
                    <a:pt x="701" y="1307"/>
                  </a:lnTo>
                  <a:lnTo>
                    <a:pt x="699" y="1307"/>
                  </a:lnTo>
                  <a:lnTo>
                    <a:pt x="699" y="1304"/>
                  </a:lnTo>
                  <a:lnTo>
                    <a:pt x="699" y="1304"/>
                  </a:lnTo>
                  <a:lnTo>
                    <a:pt x="699" y="1304"/>
                  </a:lnTo>
                  <a:lnTo>
                    <a:pt x="699" y="1304"/>
                  </a:lnTo>
                  <a:lnTo>
                    <a:pt x="696" y="1304"/>
                  </a:lnTo>
                  <a:lnTo>
                    <a:pt x="696" y="1307"/>
                  </a:lnTo>
                  <a:lnTo>
                    <a:pt x="696" y="1307"/>
                  </a:lnTo>
                  <a:lnTo>
                    <a:pt x="696" y="1307"/>
                  </a:lnTo>
                  <a:lnTo>
                    <a:pt x="694" y="1309"/>
                  </a:lnTo>
                  <a:lnTo>
                    <a:pt x="694" y="1309"/>
                  </a:lnTo>
                  <a:lnTo>
                    <a:pt x="694" y="1311"/>
                  </a:lnTo>
                  <a:lnTo>
                    <a:pt x="694" y="1311"/>
                  </a:lnTo>
                  <a:lnTo>
                    <a:pt x="694" y="1314"/>
                  </a:lnTo>
                  <a:lnTo>
                    <a:pt x="694" y="1316"/>
                  </a:lnTo>
                  <a:lnTo>
                    <a:pt x="696" y="1318"/>
                  </a:lnTo>
                  <a:lnTo>
                    <a:pt x="696" y="1318"/>
                  </a:lnTo>
                  <a:lnTo>
                    <a:pt x="701" y="1321"/>
                  </a:lnTo>
                  <a:lnTo>
                    <a:pt x="701" y="1323"/>
                  </a:lnTo>
                  <a:close/>
                  <a:moveTo>
                    <a:pt x="1001" y="542"/>
                  </a:moveTo>
                  <a:lnTo>
                    <a:pt x="1004" y="544"/>
                  </a:lnTo>
                  <a:lnTo>
                    <a:pt x="1004" y="542"/>
                  </a:lnTo>
                  <a:lnTo>
                    <a:pt x="1009" y="540"/>
                  </a:lnTo>
                  <a:lnTo>
                    <a:pt x="1009" y="540"/>
                  </a:lnTo>
                  <a:lnTo>
                    <a:pt x="1009" y="537"/>
                  </a:lnTo>
                  <a:lnTo>
                    <a:pt x="1006" y="537"/>
                  </a:lnTo>
                  <a:lnTo>
                    <a:pt x="1006" y="537"/>
                  </a:lnTo>
                  <a:lnTo>
                    <a:pt x="1006" y="537"/>
                  </a:lnTo>
                  <a:lnTo>
                    <a:pt x="1006" y="535"/>
                  </a:lnTo>
                  <a:lnTo>
                    <a:pt x="1004" y="533"/>
                  </a:lnTo>
                  <a:lnTo>
                    <a:pt x="1004" y="533"/>
                  </a:lnTo>
                  <a:lnTo>
                    <a:pt x="997" y="533"/>
                  </a:lnTo>
                  <a:lnTo>
                    <a:pt x="997" y="533"/>
                  </a:lnTo>
                  <a:lnTo>
                    <a:pt x="997" y="535"/>
                  </a:lnTo>
                  <a:lnTo>
                    <a:pt x="994" y="535"/>
                  </a:lnTo>
                  <a:lnTo>
                    <a:pt x="994" y="537"/>
                  </a:lnTo>
                  <a:lnTo>
                    <a:pt x="994" y="537"/>
                  </a:lnTo>
                  <a:lnTo>
                    <a:pt x="994" y="537"/>
                  </a:lnTo>
                  <a:lnTo>
                    <a:pt x="994" y="537"/>
                  </a:lnTo>
                  <a:lnTo>
                    <a:pt x="999" y="537"/>
                  </a:lnTo>
                  <a:lnTo>
                    <a:pt x="1001" y="540"/>
                  </a:lnTo>
                  <a:lnTo>
                    <a:pt x="1001" y="540"/>
                  </a:lnTo>
                  <a:lnTo>
                    <a:pt x="1001" y="540"/>
                  </a:lnTo>
                  <a:lnTo>
                    <a:pt x="1001" y="540"/>
                  </a:lnTo>
                  <a:lnTo>
                    <a:pt x="1001" y="542"/>
                  </a:lnTo>
                  <a:lnTo>
                    <a:pt x="1001" y="542"/>
                  </a:lnTo>
                  <a:close/>
                  <a:moveTo>
                    <a:pt x="1155" y="381"/>
                  </a:moveTo>
                  <a:lnTo>
                    <a:pt x="1155" y="381"/>
                  </a:lnTo>
                  <a:lnTo>
                    <a:pt x="1155" y="381"/>
                  </a:lnTo>
                  <a:lnTo>
                    <a:pt x="1155" y="383"/>
                  </a:lnTo>
                  <a:lnTo>
                    <a:pt x="1155" y="383"/>
                  </a:lnTo>
                  <a:lnTo>
                    <a:pt x="1165" y="383"/>
                  </a:lnTo>
                  <a:lnTo>
                    <a:pt x="1165" y="381"/>
                  </a:lnTo>
                  <a:lnTo>
                    <a:pt x="1165" y="381"/>
                  </a:lnTo>
                  <a:lnTo>
                    <a:pt x="1165" y="379"/>
                  </a:lnTo>
                  <a:lnTo>
                    <a:pt x="1162" y="376"/>
                  </a:lnTo>
                  <a:lnTo>
                    <a:pt x="1158" y="379"/>
                  </a:lnTo>
                  <a:lnTo>
                    <a:pt x="1155" y="376"/>
                  </a:lnTo>
                  <a:lnTo>
                    <a:pt x="1155" y="376"/>
                  </a:lnTo>
                  <a:lnTo>
                    <a:pt x="1155" y="379"/>
                  </a:lnTo>
                  <a:lnTo>
                    <a:pt x="1155" y="379"/>
                  </a:lnTo>
                  <a:lnTo>
                    <a:pt x="1155" y="379"/>
                  </a:lnTo>
                  <a:lnTo>
                    <a:pt x="1155" y="381"/>
                  </a:lnTo>
                  <a:lnTo>
                    <a:pt x="1155" y="381"/>
                  </a:lnTo>
                  <a:lnTo>
                    <a:pt x="1155" y="381"/>
                  </a:lnTo>
                  <a:close/>
                  <a:moveTo>
                    <a:pt x="1068" y="620"/>
                  </a:move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close/>
                  <a:moveTo>
                    <a:pt x="1136" y="471"/>
                  </a:moveTo>
                  <a:lnTo>
                    <a:pt x="1136" y="471"/>
                  </a:lnTo>
                  <a:lnTo>
                    <a:pt x="1134" y="471"/>
                  </a:lnTo>
                  <a:lnTo>
                    <a:pt x="1132" y="473"/>
                  </a:lnTo>
                  <a:lnTo>
                    <a:pt x="1132" y="476"/>
                  </a:lnTo>
                  <a:lnTo>
                    <a:pt x="1132" y="476"/>
                  </a:lnTo>
                  <a:lnTo>
                    <a:pt x="1134" y="478"/>
                  </a:lnTo>
                  <a:lnTo>
                    <a:pt x="1134" y="478"/>
                  </a:lnTo>
                  <a:lnTo>
                    <a:pt x="1136" y="476"/>
                  </a:lnTo>
                  <a:lnTo>
                    <a:pt x="1136" y="476"/>
                  </a:lnTo>
                  <a:lnTo>
                    <a:pt x="1139" y="473"/>
                  </a:lnTo>
                  <a:lnTo>
                    <a:pt x="1139" y="473"/>
                  </a:lnTo>
                  <a:lnTo>
                    <a:pt x="1136" y="473"/>
                  </a:lnTo>
                  <a:lnTo>
                    <a:pt x="1136" y="471"/>
                  </a:lnTo>
                  <a:lnTo>
                    <a:pt x="1136" y="471"/>
                  </a:lnTo>
                  <a:lnTo>
                    <a:pt x="1136" y="471"/>
                  </a:lnTo>
                  <a:close/>
                  <a:moveTo>
                    <a:pt x="815" y="206"/>
                  </a:moveTo>
                  <a:lnTo>
                    <a:pt x="815" y="208"/>
                  </a:lnTo>
                  <a:lnTo>
                    <a:pt x="815" y="206"/>
                  </a:lnTo>
                  <a:lnTo>
                    <a:pt x="815" y="208"/>
                  </a:lnTo>
                  <a:lnTo>
                    <a:pt x="815" y="208"/>
                  </a:lnTo>
                  <a:lnTo>
                    <a:pt x="815" y="211"/>
                  </a:lnTo>
                  <a:lnTo>
                    <a:pt x="815" y="208"/>
                  </a:lnTo>
                  <a:lnTo>
                    <a:pt x="817" y="211"/>
                  </a:lnTo>
                  <a:lnTo>
                    <a:pt x="822" y="211"/>
                  </a:lnTo>
                  <a:lnTo>
                    <a:pt x="822" y="211"/>
                  </a:lnTo>
                  <a:lnTo>
                    <a:pt x="822" y="215"/>
                  </a:lnTo>
                  <a:lnTo>
                    <a:pt x="822" y="215"/>
                  </a:lnTo>
                  <a:lnTo>
                    <a:pt x="822" y="215"/>
                  </a:lnTo>
                  <a:lnTo>
                    <a:pt x="822" y="215"/>
                  </a:lnTo>
                  <a:lnTo>
                    <a:pt x="826" y="213"/>
                  </a:lnTo>
                  <a:lnTo>
                    <a:pt x="826" y="213"/>
                  </a:lnTo>
                  <a:lnTo>
                    <a:pt x="826" y="215"/>
                  </a:lnTo>
                  <a:lnTo>
                    <a:pt x="826" y="215"/>
                  </a:lnTo>
                  <a:lnTo>
                    <a:pt x="826" y="215"/>
                  </a:lnTo>
                  <a:lnTo>
                    <a:pt x="826" y="213"/>
                  </a:lnTo>
                  <a:lnTo>
                    <a:pt x="826" y="213"/>
                  </a:lnTo>
                  <a:lnTo>
                    <a:pt x="829" y="213"/>
                  </a:lnTo>
                  <a:lnTo>
                    <a:pt x="829" y="213"/>
                  </a:lnTo>
                  <a:lnTo>
                    <a:pt x="826" y="211"/>
                  </a:lnTo>
                  <a:lnTo>
                    <a:pt x="826" y="208"/>
                  </a:lnTo>
                  <a:lnTo>
                    <a:pt x="826" y="208"/>
                  </a:lnTo>
                  <a:lnTo>
                    <a:pt x="826" y="208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4"/>
                  </a:lnTo>
                  <a:lnTo>
                    <a:pt x="831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36" y="204"/>
                  </a:lnTo>
                  <a:lnTo>
                    <a:pt x="836" y="204"/>
                  </a:lnTo>
                  <a:lnTo>
                    <a:pt x="836" y="204"/>
                  </a:lnTo>
                  <a:lnTo>
                    <a:pt x="836" y="201"/>
                  </a:lnTo>
                  <a:lnTo>
                    <a:pt x="833" y="201"/>
                  </a:lnTo>
                  <a:lnTo>
                    <a:pt x="836" y="199"/>
                  </a:lnTo>
                  <a:lnTo>
                    <a:pt x="836" y="199"/>
                  </a:lnTo>
                  <a:lnTo>
                    <a:pt x="836" y="201"/>
                  </a:lnTo>
                  <a:lnTo>
                    <a:pt x="838" y="204"/>
                  </a:lnTo>
                  <a:lnTo>
                    <a:pt x="838" y="204"/>
                  </a:lnTo>
                  <a:lnTo>
                    <a:pt x="838" y="204"/>
                  </a:lnTo>
                  <a:lnTo>
                    <a:pt x="841" y="204"/>
                  </a:lnTo>
                  <a:lnTo>
                    <a:pt x="841" y="204"/>
                  </a:lnTo>
                  <a:lnTo>
                    <a:pt x="838" y="204"/>
                  </a:lnTo>
                  <a:lnTo>
                    <a:pt x="838" y="204"/>
                  </a:lnTo>
                  <a:lnTo>
                    <a:pt x="838" y="206"/>
                  </a:lnTo>
                  <a:lnTo>
                    <a:pt x="843" y="204"/>
                  </a:lnTo>
                  <a:lnTo>
                    <a:pt x="845" y="204"/>
                  </a:lnTo>
                  <a:lnTo>
                    <a:pt x="845" y="206"/>
                  </a:lnTo>
                  <a:lnTo>
                    <a:pt x="843" y="208"/>
                  </a:lnTo>
                  <a:lnTo>
                    <a:pt x="843" y="208"/>
                  </a:lnTo>
                  <a:lnTo>
                    <a:pt x="843" y="211"/>
                  </a:lnTo>
                  <a:lnTo>
                    <a:pt x="843" y="211"/>
                  </a:lnTo>
                  <a:lnTo>
                    <a:pt x="841" y="211"/>
                  </a:lnTo>
                  <a:lnTo>
                    <a:pt x="841" y="211"/>
                  </a:lnTo>
                  <a:lnTo>
                    <a:pt x="831" y="220"/>
                  </a:lnTo>
                  <a:lnTo>
                    <a:pt x="831" y="222"/>
                  </a:lnTo>
                  <a:lnTo>
                    <a:pt x="838" y="225"/>
                  </a:lnTo>
                  <a:lnTo>
                    <a:pt x="836" y="227"/>
                  </a:lnTo>
                  <a:lnTo>
                    <a:pt x="838" y="227"/>
                  </a:lnTo>
                  <a:lnTo>
                    <a:pt x="838" y="227"/>
                  </a:lnTo>
                  <a:lnTo>
                    <a:pt x="841" y="227"/>
                  </a:lnTo>
                  <a:lnTo>
                    <a:pt x="841" y="225"/>
                  </a:lnTo>
                  <a:lnTo>
                    <a:pt x="845" y="220"/>
                  </a:lnTo>
                  <a:lnTo>
                    <a:pt x="850" y="215"/>
                  </a:lnTo>
                  <a:lnTo>
                    <a:pt x="852" y="215"/>
                  </a:lnTo>
                  <a:lnTo>
                    <a:pt x="855" y="211"/>
                  </a:lnTo>
                  <a:lnTo>
                    <a:pt x="859" y="208"/>
                  </a:lnTo>
                  <a:lnTo>
                    <a:pt x="862" y="208"/>
                  </a:lnTo>
                  <a:lnTo>
                    <a:pt x="862" y="206"/>
                  </a:lnTo>
                  <a:lnTo>
                    <a:pt x="864" y="206"/>
                  </a:lnTo>
                  <a:lnTo>
                    <a:pt x="864" y="206"/>
                  </a:lnTo>
                  <a:lnTo>
                    <a:pt x="867" y="206"/>
                  </a:lnTo>
                  <a:lnTo>
                    <a:pt x="867" y="206"/>
                  </a:lnTo>
                  <a:lnTo>
                    <a:pt x="867" y="208"/>
                  </a:lnTo>
                  <a:lnTo>
                    <a:pt x="869" y="206"/>
                  </a:lnTo>
                  <a:lnTo>
                    <a:pt x="878" y="208"/>
                  </a:lnTo>
                  <a:lnTo>
                    <a:pt x="881" y="208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76" y="208"/>
                  </a:lnTo>
                  <a:lnTo>
                    <a:pt x="874" y="211"/>
                  </a:lnTo>
                  <a:lnTo>
                    <a:pt x="874" y="208"/>
                  </a:lnTo>
                  <a:lnTo>
                    <a:pt x="871" y="211"/>
                  </a:lnTo>
                  <a:lnTo>
                    <a:pt x="871" y="211"/>
                  </a:lnTo>
                  <a:lnTo>
                    <a:pt x="869" y="211"/>
                  </a:lnTo>
                  <a:lnTo>
                    <a:pt x="869" y="208"/>
                  </a:lnTo>
                  <a:lnTo>
                    <a:pt x="869" y="208"/>
                  </a:lnTo>
                  <a:lnTo>
                    <a:pt x="869" y="208"/>
                  </a:lnTo>
                  <a:lnTo>
                    <a:pt x="871" y="208"/>
                  </a:lnTo>
                  <a:lnTo>
                    <a:pt x="871" y="208"/>
                  </a:lnTo>
                  <a:lnTo>
                    <a:pt x="864" y="211"/>
                  </a:lnTo>
                  <a:lnTo>
                    <a:pt x="862" y="211"/>
                  </a:lnTo>
                  <a:lnTo>
                    <a:pt x="857" y="213"/>
                  </a:lnTo>
                  <a:lnTo>
                    <a:pt x="857" y="215"/>
                  </a:lnTo>
                  <a:lnTo>
                    <a:pt x="857" y="215"/>
                  </a:lnTo>
                  <a:lnTo>
                    <a:pt x="857" y="215"/>
                  </a:lnTo>
                  <a:lnTo>
                    <a:pt x="859" y="218"/>
                  </a:lnTo>
                  <a:lnTo>
                    <a:pt x="859" y="218"/>
                  </a:lnTo>
                  <a:lnTo>
                    <a:pt x="859" y="218"/>
                  </a:lnTo>
                  <a:lnTo>
                    <a:pt x="859" y="218"/>
                  </a:lnTo>
                  <a:lnTo>
                    <a:pt x="857" y="218"/>
                  </a:lnTo>
                  <a:lnTo>
                    <a:pt x="855" y="222"/>
                  </a:lnTo>
                  <a:lnTo>
                    <a:pt x="852" y="222"/>
                  </a:lnTo>
                  <a:lnTo>
                    <a:pt x="850" y="227"/>
                  </a:lnTo>
                  <a:lnTo>
                    <a:pt x="845" y="230"/>
                  </a:lnTo>
                  <a:lnTo>
                    <a:pt x="845" y="230"/>
                  </a:lnTo>
                  <a:lnTo>
                    <a:pt x="848" y="232"/>
                  </a:lnTo>
                  <a:lnTo>
                    <a:pt x="852" y="234"/>
                  </a:lnTo>
                  <a:lnTo>
                    <a:pt x="855" y="237"/>
                  </a:lnTo>
                  <a:lnTo>
                    <a:pt x="859" y="234"/>
                  </a:lnTo>
                  <a:lnTo>
                    <a:pt x="862" y="234"/>
                  </a:lnTo>
                  <a:lnTo>
                    <a:pt x="852" y="239"/>
                  </a:lnTo>
                  <a:lnTo>
                    <a:pt x="852" y="239"/>
                  </a:lnTo>
                  <a:lnTo>
                    <a:pt x="850" y="237"/>
                  </a:lnTo>
                  <a:lnTo>
                    <a:pt x="848" y="237"/>
                  </a:lnTo>
                  <a:lnTo>
                    <a:pt x="848" y="239"/>
                  </a:lnTo>
                  <a:lnTo>
                    <a:pt x="848" y="237"/>
                  </a:lnTo>
                  <a:lnTo>
                    <a:pt x="848" y="237"/>
                  </a:lnTo>
                  <a:lnTo>
                    <a:pt x="843" y="244"/>
                  </a:lnTo>
                  <a:lnTo>
                    <a:pt x="843" y="244"/>
                  </a:lnTo>
                  <a:lnTo>
                    <a:pt x="843" y="244"/>
                  </a:lnTo>
                  <a:lnTo>
                    <a:pt x="843" y="246"/>
                  </a:lnTo>
                  <a:lnTo>
                    <a:pt x="843" y="246"/>
                  </a:lnTo>
                  <a:lnTo>
                    <a:pt x="845" y="249"/>
                  </a:lnTo>
                  <a:lnTo>
                    <a:pt x="845" y="251"/>
                  </a:lnTo>
                  <a:lnTo>
                    <a:pt x="848" y="253"/>
                  </a:lnTo>
                  <a:lnTo>
                    <a:pt x="848" y="256"/>
                  </a:lnTo>
                  <a:lnTo>
                    <a:pt x="850" y="256"/>
                  </a:lnTo>
                  <a:lnTo>
                    <a:pt x="850" y="256"/>
                  </a:lnTo>
                  <a:lnTo>
                    <a:pt x="852" y="258"/>
                  </a:lnTo>
                  <a:lnTo>
                    <a:pt x="881" y="246"/>
                  </a:lnTo>
                  <a:lnTo>
                    <a:pt x="888" y="246"/>
                  </a:lnTo>
                  <a:lnTo>
                    <a:pt x="893" y="241"/>
                  </a:lnTo>
                  <a:lnTo>
                    <a:pt x="897" y="239"/>
                  </a:lnTo>
                  <a:lnTo>
                    <a:pt x="897" y="239"/>
                  </a:lnTo>
                  <a:lnTo>
                    <a:pt x="902" y="237"/>
                  </a:lnTo>
                  <a:lnTo>
                    <a:pt x="902" y="232"/>
                  </a:lnTo>
                  <a:lnTo>
                    <a:pt x="904" y="227"/>
                  </a:lnTo>
                  <a:lnTo>
                    <a:pt x="912" y="220"/>
                  </a:lnTo>
                  <a:lnTo>
                    <a:pt x="916" y="220"/>
                  </a:lnTo>
                  <a:lnTo>
                    <a:pt x="916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21" y="220"/>
                  </a:lnTo>
                  <a:lnTo>
                    <a:pt x="919" y="220"/>
                  </a:lnTo>
                  <a:lnTo>
                    <a:pt x="919" y="222"/>
                  </a:lnTo>
                  <a:lnTo>
                    <a:pt x="914" y="227"/>
                  </a:lnTo>
                  <a:lnTo>
                    <a:pt x="912" y="232"/>
                  </a:lnTo>
                  <a:lnTo>
                    <a:pt x="912" y="232"/>
                  </a:lnTo>
                  <a:lnTo>
                    <a:pt x="909" y="234"/>
                  </a:lnTo>
                  <a:lnTo>
                    <a:pt x="909" y="237"/>
                  </a:lnTo>
                  <a:lnTo>
                    <a:pt x="907" y="237"/>
                  </a:lnTo>
                  <a:lnTo>
                    <a:pt x="907" y="237"/>
                  </a:lnTo>
                  <a:lnTo>
                    <a:pt x="907" y="239"/>
                  </a:lnTo>
                  <a:lnTo>
                    <a:pt x="907" y="239"/>
                  </a:lnTo>
                  <a:lnTo>
                    <a:pt x="909" y="239"/>
                  </a:lnTo>
                  <a:lnTo>
                    <a:pt x="909" y="241"/>
                  </a:lnTo>
                  <a:lnTo>
                    <a:pt x="909" y="241"/>
                  </a:lnTo>
                  <a:lnTo>
                    <a:pt x="907" y="241"/>
                  </a:lnTo>
                  <a:lnTo>
                    <a:pt x="902" y="244"/>
                  </a:lnTo>
                  <a:lnTo>
                    <a:pt x="902" y="249"/>
                  </a:lnTo>
                  <a:lnTo>
                    <a:pt x="897" y="251"/>
                  </a:lnTo>
                  <a:lnTo>
                    <a:pt x="893" y="251"/>
                  </a:lnTo>
                  <a:lnTo>
                    <a:pt x="893" y="253"/>
                  </a:lnTo>
                  <a:lnTo>
                    <a:pt x="885" y="256"/>
                  </a:lnTo>
                  <a:lnTo>
                    <a:pt x="883" y="253"/>
                  </a:lnTo>
                  <a:lnTo>
                    <a:pt x="878" y="253"/>
                  </a:lnTo>
                  <a:lnTo>
                    <a:pt x="874" y="256"/>
                  </a:lnTo>
                  <a:lnTo>
                    <a:pt x="867" y="258"/>
                  </a:lnTo>
                  <a:lnTo>
                    <a:pt x="864" y="260"/>
                  </a:lnTo>
                  <a:lnTo>
                    <a:pt x="862" y="260"/>
                  </a:lnTo>
                  <a:lnTo>
                    <a:pt x="862" y="263"/>
                  </a:lnTo>
                  <a:lnTo>
                    <a:pt x="859" y="263"/>
                  </a:lnTo>
                  <a:lnTo>
                    <a:pt x="859" y="265"/>
                  </a:lnTo>
                  <a:lnTo>
                    <a:pt x="859" y="265"/>
                  </a:lnTo>
                  <a:lnTo>
                    <a:pt x="859" y="265"/>
                  </a:lnTo>
                  <a:lnTo>
                    <a:pt x="862" y="267"/>
                  </a:lnTo>
                  <a:lnTo>
                    <a:pt x="864" y="270"/>
                  </a:lnTo>
                  <a:lnTo>
                    <a:pt x="869" y="272"/>
                  </a:lnTo>
                  <a:lnTo>
                    <a:pt x="874" y="275"/>
                  </a:lnTo>
                  <a:lnTo>
                    <a:pt x="878" y="279"/>
                  </a:lnTo>
                  <a:lnTo>
                    <a:pt x="883" y="282"/>
                  </a:lnTo>
                  <a:lnTo>
                    <a:pt x="888" y="282"/>
                  </a:lnTo>
                  <a:lnTo>
                    <a:pt x="890" y="284"/>
                  </a:lnTo>
                  <a:lnTo>
                    <a:pt x="895" y="284"/>
                  </a:lnTo>
                  <a:lnTo>
                    <a:pt x="897" y="284"/>
                  </a:lnTo>
                  <a:lnTo>
                    <a:pt x="900" y="279"/>
                  </a:lnTo>
                  <a:lnTo>
                    <a:pt x="900" y="277"/>
                  </a:lnTo>
                  <a:lnTo>
                    <a:pt x="900" y="275"/>
                  </a:lnTo>
                  <a:lnTo>
                    <a:pt x="900" y="275"/>
                  </a:lnTo>
                  <a:lnTo>
                    <a:pt x="902" y="263"/>
                  </a:lnTo>
                  <a:lnTo>
                    <a:pt x="902" y="263"/>
                  </a:lnTo>
                  <a:lnTo>
                    <a:pt x="902" y="260"/>
                  </a:lnTo>
                  <a:lnTo>
                    <a:pt x="904" y="258"/>
                  </a:lnTo>
                  <a:lnTo>
                    <a:pt x="904" y="258"/>
                  </a:lnTo>
                  <a:lnTo>
                    <a:pt x="904" y="256"/>
                  </a:lnTo>
                  <a:lnTo>
                    <a:pt x="907" y="249"/>
                  </a:lnTo>
                  <a:lnTo>
                    <a:pt x="912" y="244"/>
                  </a:lnTo>
                  <a:lnTo>
                    <a:pt x="914" y="241"/>
                  </a:lnTo>
                  <a:lnTo>
                    <a:pt x="916" y="241"/>
                  </a:lnTo>
                  <a:lnTo>
                    <a:pt x="919" y="241"/>
                  </a:lnTo>
                  <a:lnTo>
                    <a:pt x="919" y="239"/>
                  </a:lnTo>
                  <a:lnTo>
                    <a:pt x="930" y="234"/>
                  </a:lnTo>
                  <a:lnTo>
                    <a:pt x="933" y="234"/>
                  </a:lnTo>
                  <a:lnTo>
                    <a:pt x="956" y="220"/>
                  </a:lnTo>
                  <a:lnTo>
                    <a:pt x="956" y="222"/>
                  </a:lnTo>
                  <a:lnTo>
                    <a:pt x="954" y="222"/>
                  </a:lnTo>
                  <a:lnTo>
                    <a:pt x="952" y="225"/>
                  </a:lnTo>
                  <a:lnTo>
                    <a:pt x="952" y="227"/>
                  </a:lnTo>
                  <a:lnTo>
                    <a:pt x="933" y="237"/>
                  </a:lnTo>
                  <a:lnTo>
                    <a:pt x="933" y="239"/>
                  </a:lnTo>
                  <a:lnTo>
                    <a:pt x="923" y="241"/>
                  </a:lnTo>
                  <a:lnTo>
                    <a:pt x="923" y="241"/>
                  </a:lnTo>
                  <a:lnTo>
                    <a:pt x="923" y="241"/>
                  </a:lnTo>
                  <a:lnTo>
                    <a:pt x="923" y="241"/>
                  </a:lnTo>
                  <a:lnTo>
                    <a:pt x="921" y="241"/>
                  </a:lnTo>
                  <a:lnTo>
                    <a:pt x="921" y="241"/>
                  </a:lnTo>
                  <a:lnTo>
                    <a:pt x="923" y="244"/>
                  </a:lnTo>
                  <a:lnTo>
                    <a:pt x="919" y="244"/>
                  </a:lnTo>
                  <a:lnTo>
                    <a:pt x="919" y="244"/>
                  </a:lnTo>
                  <a:lnTo>
                    <a:pt x="919" y="246"/>
                  </a:lnTo>
                  <a:lnTo>
                    <a:pt x="919" y="246"/>
                  </a:lnTo>
                  <a:lnTo>
                    <a:pt x="916" y="246"/>
                  </a:lnTo>
                  <a:lnTo>
                    <a:pt x="916" y="249"/>
                  </a:lnTo>
                  <a:lnTo>
                    <a:pt x="914" y="249"/>
                  </a:lnTo>
                  <a:lnTo>
                    <a:pt x="914" y="253"/>
                  </a:lnTo>
                  <a:lnTo>
                    <a:pt x="907" y="275"/>
                  </a:lnTo>
                  <a:lnTo>
                    <a:pt x="907" y="279"/>
                  </a:lnTo>
                  <a:lnTo>
                    <a:pt x="907" y="284"/>
                  </a:lnTo>
                  <a:lnTo>
                    <a:pt x="916" y="289"/>
                  </a:lnTo>
                  <a:lnTo>
                    <a:pt x="919" y="286"/>
                  </a:lnTo>
                  <a:lnTo>
                    <a:pt x="921" y="282"/>
                  </a:lnTo>
                  <a:lnTo>
                    <a:pt x="923" y="279"/>
                  </a:lnTo>
                  <a:lnTo>
                    <a:pt x="923" y="282"/>
                  </a:lnTo>
                  <a:lnTo>
                    <a:pt x="921" y="284"/>
                  </a:lnTo>
                  <a:lnTo>
                    <a:pt x="921" y="286"/>
                  </a:lnTo>
                  <a:lnTo>
                    <a:pt x="921" y="286"/>
                  </a:lnTo>
                  <a:lnTo>
                    <a:pt x="923" y="286"/>
                  </a:lnTo>
                  <a:lnTo>
                    <a:pt x="926" y="286"/>
                  </a:lnTo>
                  <a:lnTo>
                    <a:pt x="933" y="286"/>
                  </a:lnTo>
                  <a:lnTo>
                    <a:pt x="935" y="284"/>
                  </a:lnTo>
                  <a:lnTo>
                    <a:pt x="940" y="284"/>
                  </a:lnTo>
                  <a:lnTo>
                    <a:pt x="945" y="284"/>
                  </a:lnTo>
                  <a:lnTo>
                    <a:pt x="947" y="282"/>
                  </a:lnTo>
                  <a:lnTo>
                    <a:pt x="952" y="279"/>
                  </a:lnTo>
                  <a:lnTo>
                    <a:pt x="952" y="279"/>
                  </a:lnTo>
                  <a:lnTo>
                    <a:pt x="952" y="277"/>
                  </a:lnTo>
                  <a:lnTo>
                    <a:pt x="952" y="277"/>
                  </a:lnTo>
                  <a:lnTo>
                    <a:pt x="952" y="272"/>
                  </a:lnTo>
                  <a:lnTo>
                    <a:pt x="952" y="272"/>
                  </a:lnTo>
                  <a:lnTo>
                    <a:pt x="949" y="270"/>
                  </a:lnTo>
                  <a:lnTo>
                    <a:pt x="949" y="270"/>
                  </a:lnTo>
                  <a:lnTo>
                    <a:pt x="949" y="267"/>
                  </a:lnTo>
                  <a:lnTo>
                    <a:pt x="947" y="267"/>
                  </a:lnTo>
                  <a:lnTo>
                    <a:pt x="947" y="265"/>
                  </a:lnTo>
                  <a:lnTo>
                    <a:pt x="947" y="265"/>
                  </a:lnTo>
                  <a:lnTo>
                    <a:pt x="947" y="263"/>
                  </a:lnTo>
                  <a:lnTo>
                    <a:pt x="947" y="263"/>
                  </a:lnTo>
                  <a:lnTo>
                    <a:pt x="947" y="263"/>
                  </a:lnTo>
                  <a:lnTo>
                    <a:pt x="945" y="260"/>
                  </a:lnTo>
                  <a:lnTo>
                    <a:pt x="947" y="263"/>
                  </a:lnTo>
                  <a:lnTo>
                    <a:pt x="949" y="260"/>
                  </a:lnTo>
                  <a:lnTo>
                    <a:pt x="949" y="258"/>
                  </a:lnTo>
                  <a:lnTo>
                    <a:pt x="949" y="258"/>
                  </a:lnTo>
                  <a:lnTo>
                    <a:pt x="949" y="258"/>
                  </a:lnTo>
                  <a:lnTo>
                    <a:pt x="952" y="256"/>
                  </a:lnTo>
                  <a:lnTo>
                    <a:pt x="952" y="256"/>
                  </a:lnTo>
                  <a:lnTo>
                    <a:pt x="952" y="253"/>
                  </a:lnTo>
                  <a:lnTo>
                    <a:pt x="952" y="253"/>
                  </a:lnTo>
                  <a:lnTo>
                    <a:pt x="954" y="253"/>
                  </a:lnTo>
                  <a:lnTo>
                    <a:pt x="954" y="253"/>
                  </a:lnTo>
                  <a:lnTo>
                    <a:pt x="952" y="258"/>
                  </a:lnTo>
                  <a:lnTo>
                    <a:pt x="949" y="260"/>
                  </a:lnTo>
                  <a:lnTo>
                    <a:pt x="949" y="263"/>
                  </a:lnTo>
                  <a:lnTo>
                    <a:pt x="952" y="263"/>
                  </a:lnTo>
                  <a:lnTo>
                    <a:pt x="952" y="263"/>
                  </a:lnTo>
                  <a:lnTo>
                    <a:pt x="952" y="265"/>
                  </a:lnTo>
                  <a:lnTo>
                    <a:pt x="952" y="265"/>
                  </a:lnTo>
                  <a:lnTo>
                    <a:pt x="952" y="265"/>
                  </a:lnTo>
                  <a:lnTo>
                    <a:pt x="956" y="265"/>
                  </a:lnTo>
                  <a:lnTo>
                    <a:pt x="959" y="260"/>
                  </a:lnTo>
                  <a:lnTo>
                    <a:pt x="966" y="258"/>
                  </a:lnTo>
                  <a:lnTo>
                    <a:pt x="966" y="258"/>
                  </a:lnTo>
                  <a:lnTo>
                    <a:pt x="966" y="258"/>
                  </a:lnTo>
                  <a:lnTo>
                    <a:pt x="966" y="256"/>
                  </a:lnTo>
                  <a:lnTo>
                    <a:pt x="966" y="256"/>
                  </a:lnTo>
                  <a:lnTo>
                    <a:pt x="966" y="256"/>
                  </a:lnTo>
                  <a:lnTo>
                    <a:pt x="966" y="256"/>
                  </a:lnTo>
                  <a:lnTo>
                    <a:pt x="966" y="253"/>
                  </a:lnTo>
                  <a:lnTo>
                    <a:pt x="968" y="251"/>
                  </a:lnTo>
                  <a:lnTo>
                    <a:pt x="971" y="249"/>
                  </a:lnTo>
                  <a:lnTo>
                    <a:pt x="971" y="249"/>
                  </a:lnTo>
                  <a:lnTo>
                    <a:pt x="973" y="249"/>
                  </a:lnTo>
                  <a:lnTo>
                    <a:pt x="973" y="249"/>
                  </a:lnTo>
                  <a:lnTo>
                    <a:pt x="975" y="249"/>
                  </a:lnTo>
                  <a:lnTo>
                    <a:pt x="973" y="253"/>
                  </a:lnTo>
                  <a:lnTo>
                    <a:pt x="973" y="256"/>
                  </a:lnTo>
                  <a:lnTo>
                    <a:pt x="971" y="258"/>
                  </a:lnTo>
                  <a:lnTo>
                    <a:pt x="964" y="265"/>
                  </a:lnTo>
                  <a:lnTo>
                    <a:pt x="964" y="267"/>
                  </a:lnTo>
                  <a:lnTo>
                    <a:pt x="961" y="267"/>
                  </a:lnTo>
                  <a:lnTo>
                    <a:pt x="961" y="267"/>
                  </a:lnTo>
                  <a:lnTo>
                    <a:pt x="959" y="267"/>
                  </a:lnTo>
                  <a:lnTo>
                    <a:pt x="959" y="270"/>
                  </a:lnTo>
                  <a:lnTo>
                    <a:pt x="959" y="272"/>
                  </a:lnTo>
                  <a:lnTo>
                    <a:pt x="961" y="272"/>
                  </a:lnTo>
                  <a:lnTo>
                    <a:pt x="961" y="275"/>
                  </a:lnTo>
                  <a:lnTo>
                    <a:pt x="961" y="277"/>
                  </a:lnTo>
                  <a:lnTo>
                    <a:pt x="966" y="277"/>
                  </a:lnTo>
                  <a:lnTo>
                    <a:pt x="968" y="275"/>
                  </a:lnTo>
                  <a:lnTo>
                    <a:pt x="973" y="272"/>
                  </a:lnTo>
                  <a:lnTo>
                    <a:pt x="973" y="272"/>
                  </a:lnTo>
                  <a:lnTo>
                    <a:pt x="973" y="272"/>
                  </a:lnTo>
                  <a:lnTo>
                    <a:pt x="980" y="267"/>
                  </a:lnTo>
                  <a:lnTo>
                    <a:pt x="983" y="265"/>
                  </a:lnTo>
                  <a:lnTo>
                    <a:pt x="987" y="263"/>
                  </a:lnTo>
                  <a:lnTo>
                    <a:pt x="992" y="258"/>
                  </a:lnTo>
                  <a:lnTo>
                    <a:pt x="994" y="253"/>
                  </a:lnTo>
                  <a:lnTo>
                    <a:pt x="997" y="249"/>
                  </a:lnTo>
                  <a:lnTo>
                    <a:pt x="999" y="249"/>
                  </a:lnTo>
                  <a:lnTo>
                    <a:pt x="1001" y="246"/>
                  </a:lnTo>
                  <a:lnTo>
                    <a:pt x="1001" y="244"/>
                  </a:lnTo>
                  <a:lnTo>
                    <a:pt x="1006" y="239"/>
                  </a:lnTo>
                  <a:lnTo>
                    <a:pt x="1006" y="237"/>
                  </a:lnTo>
                  <a:lnTo>
                    <a:pt x="1006" y="234"/>
                  </a:lnTo>
                  <a:lnTo>
                    <a:pt x="1006" y="232"/>
                  </a:lnTo>
                  <a:lnTo>
                    <a:pt x="1004" y="230"/>
                  </a:lnTo>
                  <a:lnTo>
                    <a:pt x="1006" y="230"/>
                  </a:lnTo>
                  <a:lnTo>
                    <a:pt x="1006" y="230"/>
                  </a:lnTo>
                  <a:lnTo>
                    <a:pt x="1006" y="230"/>
                  </a:lnTo>
                  <a:lnTo>
                    <a:pt x="1006" y="227"/>
                  </a:lnTo>
                  <a:lnTo>
                    <a:pt x="1006" y="225"/>
                  </a:lnTo>
                  <a:lnTo>
                    <a:pt x="1006" y="225"/>
                  </a:lnTo>
                  <a:lnTo>
                    <a:pt x="1006" y="225"/>
                  </a:lnTo>
                  <a:lnTo>
                    <a:pt x="1006" y="225"/>
                  </a:lnTo>
                  <a:lnTo>
                    <a:pt x="1004" y="225"/>
                  </a:lnTo>
                  <a:lnTo>
                    <a:pt x="1004" y="225"/>
                  </a:lnTo>
                  <a:lnTo>
                    <a:pt x="1004" y="225"/>
                  </a:lnTo>
                  <a:lnTo>
                    <a:pt x="1004" y="222"/>
                  </a:lnTo>
                  <a:lnTo>
                    <a:pt x="1004" y="222"/>
                  </a:lnTo>
                  <a:lnTo>
                    <a:pt x="1001" y="218"/>
                  </a:lnTo>
                  <a:lnTo>
                    <a:pt x="1004" y="218"/>
                  </a:lnTo>
                  <a:lnTo>
                    <a:pt x="1004" y="218"/>
                  </a:lnTo>
                  <a:lnTo>
                    <a:pt x="1004" y="215"/>
                  </a:lnTo>
                  <a:lnTo>
                    <a:pt x="1004" y="215"/>
                  </a:lnTo>
                  <a:lnTo>
                    <a:pt x="1004" y="215"/>
                  </a:lnTo>
                  <a:lnTo>
                    <a:pt x="997" y="211"/>
                  </a:lnTo>
                  <a:lnTo>
                    <a:pt x="994" y="208"/>
                  </a:lnTo>
                  <a:lnTo>
                    <a:pt x="1006" y="213"/>
                  </a:lnTo>
                  <a:lnTo>
                    <a:pt x="1009" y="213"/>
                  </a:lnTo>
                  <a:lnTo>
                    <a:pt x="1009" y="211"/>
                  </a:lnTo>
                  <a:lnTo>
                    <a:pt x="1009" y="211"/>
                  </a:lnTo>
                  <a:lnTo>
                    <a:pt x="1009" y="211"/>
                  </a:lnTo>
                  <a:lnTo>
                    <a:pt x="1006" y="211"/>
                  </a:lnTo>
                  <a:lnTo>
                    <a:pt x="1006" y="208"/>
                  </a:lnTo>
                  <a:lnTo>
                    <a:pt x="1006" y="206"/>
                  </a:lnTo>
                  <a:lnTo>
                    <a:pt x="1006" y="206"/>
                  </a:lnTo>
                  <a:lnTo>
                    <a:pt x="1006" y="204"/>
                  </a:lnTo>
                  <a:lnTo>
                    <a:pt x="1009" y="201"/>
                  </a:lnTo>
                  <a:lnTo>
                    <a:pt x="1009" y="194"/>
                  </a:lnTo>
                  <a:lnTo>
                    <a:pt x="1013" y="189"/>
                  </a:lnTo>
                  <a:lnTo>
                    <a:pt x="1013" y="189"/>
                  </a:lnTo>
                  <a:lnTo>
                    <a:pt x="1020" y="175"/>
                  </a:lnTo>
                  <a:lnTo>
                    <a:pt x="1023" y="175"/>
                  </a:lnTo>
                  <a:lnTo>
                    <a:pt x="1023" y="178"/>
                  </a:lnTo>
                  <a:lnTo>
                    <a:pt x="1023" y="178"/>
                  </a:lnTo>
                  <a:lnTo>
                    <a:pt x="1023" y="180"/>
                  </a:lnTo>
                  <a:lnTo>
                    <a:pt x="1020" y="185"/>
                  </a:lnTo>
                  <a:lnTo>
                    <a:pt x="1020" y="185"/>
                  </a:lnTo>
                  <a:lnTo>
                    <a:pt x="1018" y="187"/>
                  </a:lnTo>
                  <a:lnTo>
                    <a:pt x="1016" y="189"/>
                  </a:lnTo>
                  <a:lnTo>
                    <a:pt x="1016" y="192"/>
                  </a:lnTo>
                  <a:lnTo>
                    <a:pt x="1016" y="194"/>
                  </a:lnTo>
                  <a:lnTo>
                    <a:pt x="1013" y="199"/>
                  </a:lnTo>
                  <a:lnTo>
                    <a:pt x="1013" y="201"/>
                  </a:lnTo>
                  <a:lnTo>
                    <a:pt x="1013" y="204"/>
                  </a:lnTo>
                  <a:lnTo>
                    <a:pt x="1013" y="206"/>
                  </a:lnTo>
                  <a:lnTo>
                    <a:pt x="1011" y="206"/>
                  </a:lnTo>
                  <a:lnTo>
                    <a:pt x="1011" y="206"/>
                  </a:lnTo>
                  <a:lnTo>
                    <a:pt x="1011" y="208"/>
                  </a:lnTo>
                  <a:lnTo>
                    <a:pt x="1011" y="208"/>
                  </a:lnTo>
                  <a:lnTo>
                    <a:pt x="1013" y="211"/>
                  </a:lnTo>
                  <a:lnTo>
                    <a:pt x="1013" y="211"/>
                  </a:lnTo>
                  <a:lnTo>
                    <a:pt x="1009" y="220"/>
                  </a:lnTo>
                  <a:lnTo>
                    <a:pt x="1009" y="222"/>
                  </a:lnTo>
                  <a:lnTo>
                    <a:pt x="1009" y="222"/>
                  </a:lnTo>
                  <a:lnTo>
                    <a:pt x="1011" y="225"/>
                  </a:lnTo>
                  <a:lnTo>
                    <a:pt x="1011" y="225"/>
                  </a:lnTo>
                  <a:lnTo>
                    <a:pt x="1011" y="225"/>
                  </a:lnTo>
                  <a:lnTo>
                    <a:pt x="1013" y="227"/>
                  </a:lnTo>
                  <a:lnTo>
                    <a:pt x="1013" y="230"/>
                  </a:lnTo>
                  <a:lnTo>
                    <a:pt x="1013" y="230"/>
                  </a:lnTo>
                  <a:lnTo>
                    <a:pt x="1013" y="232"/>
                  </a:lnTo>
                  <a:lnTo>
                    <a:pt x="1013" y="232"/>
                  </a:lnTo>
                  <a:lnTo>
                    <a:pt x="1016" y="234"/>
                  </a:lnTo>
                  <a:lnTo>
                    <a:pt x="1016" y="234"/>
                  </a:lnTo>
                  <a:lnTo>
                    <a:pt x="1025" y="227"/>
                  </a:lnTo>
                  <a:lnTo>
                    <a:pt x="1025" y="225"/>
                  </a:lnTo>
                  <a:lnTo>
                    <a:pt x="1035" y="222"/>
                  </a:lnTo>
                  <a:lnTo>
                    <a:pt x="1039" y="222"/>
                  </a:lnTo>
                  <a:lnTo>
                    <a:pt x="1042" y="220"/>
                  </a:lnTo>
                  <a:lnTo>
                    <a:pt x="1044" y="220"/>
                  </a:lnTo>
                  <a:lnTo>
                    <a:pt x="1046" y="220"/>
                  </a:lnTo>
                  <a:lnTo>
                    <a:pt x="1049" y="222"/>
                  </a:lnTo>
                  <a:lnTo>
                    <a:pt x="1046" y="222"/>
                  </a:lnTo>
                  <a:lnTo>
                    <a:pt x="1039" y="227"/>
                  </a:lnTo>
                  <a:lnTo>
                    <a:pt x="1035" y="230"/>
                  </a:lnTo>
                  <a:lnTo>
                    <a:pt x="1032" y="232"/>
                  </a:lnTo>
                  <a:lnTo>
                    <a:pt x="1025" y="234"/>
                  </a:lnTo>
                  <a:lnTo>
                    <a:pt x="1025" y="237"/>
                  </a:lnTo>
                  <a:lnTo>
                    <a:pt x="1025" y="237"/>
                  </a:lnTo>
                  <a:lnTo>
                    <a:pt x="1023" y="239"/>
                  </a:lnTo>
                  <a:lnTo>
                    <a:pt x="1020" y="241"/>
                  </a:lnTo>
                  <a:lnTo>
                    <a:pt x="1018" y="241"/>
                  </a:lnTo>
                  <a:lnTo>
                    <a:pt x="1016" y="246"/>
                  </a:lnTo>
                  <a:lnTo>
                    <a:pt x="1013" y="249"/>
                  </a:lnTo>
                  <a:lnTo>
                    <a:pt x="1011" y="253"/>
                  </a:lnTo>
                  <a:lnTo>
                    <a:pt x="1006" y="256"/>
                  </a:lnTo>
                  <a:lnTo>
                    <a:pt x="1006" y="258"/>
                  </a:lnTo>
                  <a:lnTo>
                    <a:pt x="1006" y="258"/>
                  </a:lnTo>
                  <a:lnTo>
                    <a:pt x="1018" y="256"/>
                  </a:lnTo>
                  <a:lnTo>
                    <a:pt x="1025" y="253"/>
                  </a:lnTo>
                  <a:lnTo>
                    <a:pt x="1035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3"/>
                  </a:lnTo>
                  <a:lnTo>
                    <a:pt x="1037" y="253"/>
                  </a:lnTo>
                  <a:lnTo>
                    <a:pt x="1037" y="253"/>
                  </a:lnTo>
                  <a:lnTo>
                    <a:pt x="1037" y="253"/>
                  </a:lnTo>
                  <a:lnTo>
                    <a:pt x="1035" y="253"/>
                  </a:lnTo>
                  <a:lnTo>
                    <a:pt x="1027" y="256"/>
                  </a:lnTo>
                  <a:lnTo>
                    <a:pt x="1025" y="258"/>
                  </a:lnTo>
                  <a:lnTo>
                    <a:pt x="1023" y="258"/>
                  </a:lnTo>
                  <a:lnTo>
                    <a:pt x="1023" y="260"/>
                  </a:lnTo>
                  <a:lnTo>
                    <a:pt x="1016" y="260"/>
                  </a:lnTo>
                  <a:lnTo>
                    <a:pt x="1016" y="263"/>
                  </a:lnTo>
                  <a:lnTo>
                    <a:pt x="1009" y="265"/>
                  </a:lnTo>
                  <a:lnTo>
                    <a:pt x="1004" y="267"/>
                  </a:lnTo>
                  <a:lnTo>
                    <a:pt x="1004" y="270"/>
                  </a:lnTo>
                  <a:lnTo>
                    <a:pt x="1006" y="270"/>
                  </a:lnTo>
                  <a:lnTo>
                    <a:pt x="1006" y="270"/>
                  </a:lnTo>
                  <a:lnTo>
                    <a:pt x="1006" y="272"/>
                  </a:lnTo>
                  <a:lnTo>
                    <a:pt x="990" y="282"/>
                  </a:lnTo>
                  <a:lnTo>
                    <a:pt x="983" y="284"/>
                  </a:lnTo>
                  <a:lnTo>
                    <a:pt x="975" y="289"/>
                  </a:lnTo>
                  <a:lnTo>
                    <a:pt x="966" y="293"/>
                  </a:lnTo>
                  <a:lnTo>
                    <a:pt x="966" y="296"/>
                  </a:lnTo>
                  <a:lnTo>
                    <a:pt x="966" y="296"/>
                  </a:lnTo>
                  <a:lnTo>
                    <a:pt x="971" y="298"/>
                  </a:lnTo>
                  <a:lnTo>
                    <a:pt x="973" y="301"/>
                  </a:lnTo>
                  <a:lnTo>
                    <a:pt x="983" y="310"/>
                  </a:lnTo>
                  <a:lnTo>
                    <a:pt x="992" y="317"/>
                  </a:lnTo>
                  <a:lnTo>
                    <a:pt x="992" y="317"/>
                  </a:lnTo>
                  <a:lnTo>
                    <a:pt x="994" y="317"/>
                  </a:lnTo>
                  <a:lnTo>
                    <a:pt x="1004" y="320"/>
                  </a:lnTo>
                  <a:lnTo>
                    <a:pt x="1006" y="320"/>
                  </a:lnTo>
                  <a:lnTo>
                    <a:pt x="1006" y="322"/>
                  </a:lnTo>
                  <a:lnTo>
                    <a:pt x="1004" y="322"/>
                  </a:lnTo>
                  <a:lnTo>
                    <a:pt x="1001" y="324"/>
                  </a:lnTo>
                  <a:lnTo>
                    <a:pt x="1001" y="324"/>
                  </a:lnTo>
                  <a:lnTo>
                    <a:pt x="1001" y="324"/>
                  </a:lnTo>
                  <a:lnTo>
                    <a:pt x="1004" y="324"/>
                  </a:lnTo>
                  <a:lnTo>
                    <a:pt x="1004" y="327"/>
                  </a:lnTo>
                  <a:lnTo>
                    <a:pt x="1004" y="327"/>
                  </a:lnTo>
                  <a:lnTo>
                    <a:pt x="1006" y="329"/>
                  </a:lnTo>
                  <a:lnTo>
                    <a:pt x="1006" y="331"/>
                  </a:lnTo>
                  <a:lnTo>
                    <a:pt x="1006" y="334"/>
                  </a:lnTo>
                  <a:lnTo>
                    <a:pt x="1006" y="336"/>
                  </a:lnTo>
                  <a:lnTo>
                    <a:pt x="1009" y="336"/>
                  </a:lnTo>
                  <a:lnTo>
                    <a:pt x="1009" y="336"/>
                  </a:lnTo>
                  <a:lnTo>
                    <a:pt x="1009" y="336"/>
                  </a:lnTo>
                  <a:lnTo>
                    <a:pt x="1009" y="338"/>
                  </a:lnTo>
                  <a:lnTo>
                    <a:pt x="1011" y="338"/>
                  </a:lnTo>
                  <a:lnTo>
                    <a:pt x="1011" y="338"/>
                  </a:lnTo>
                  <a:lnTo>
                    <a:pt x="1013" y="338"/>
                  </a:lnTo>
                  <a:lnTo>
                    <a:pt x="1023" y="341"/>
                  </a:lnTo>
                  <a:lnTo>
                    <a:pt x="1027" y="338"/>
                  </a:lnTo>
                  <a:lnTo>
                    <a:pt x="1030" y="336"/>
                  </a:lnTo>
                  <a:lnTo>
                    <a:pt x="1039" y="331"/>
                  </a:lnTo>
                  <a:lnTo>
                    <a:pt x="1037" y="336"/>
                  </a:lnTo>
                  <a:lnTo>
                    <a:pt x="1037" y="338"/>
                  </a:lnTo>
                  <a:lnTo>
                    <a:pt x="1035" y="338"/>
                  </a:lnTo>
                  <a:lnTo>
                    <a:pt x="1027" y="343"/>
                  </a:lnTo>
                  <a:lnTo>
                    <a:pt x="1027" y="346"/>
                  </a:lnTo>
                  <a:lnTo>
                    <a:pt x="1027" y="346"/>
                  </a:lnTo>
                  <a:lnTo>
                    <a:pt x="1027" y="346"/>
                  </a:lnTo>
                  <a:lnTo>
                    <a:pt x="1030" y="346"/>
                  </a:lnTo>
                  <a:lnTo>
                    <a:pt x="1030" y="346"/>
                  </a:lnTo>
                  <a:lnTo>
                    <a:pt x="1013" y="343"/>
                  </a:lnTo>
                  <a:lnTo>
                    <a:pt x="1013" y="346"/>
                  </a:lnTo>
                  <a:lnTo>
                    <a:pt x="1013" y="348"/>
                  </a:lnTo>
                  <a:lnTo>
                    <a:pt x="1011" y="350"/>
                  </a:lnTo>
                  <a:lnTo>
                    <a:pt x="1009" y="348"/>
                  </a:lnTo>
                  <a:lnTo>
                    <a:pt x="1009" y="348"/>
                  </a:lnTo>
                  <a:lnTo>
                    <a:pt x="1009" y="348"/>
                  </a:lnTo>
                  <a:lnTo>
                    <a:pt x="1009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09" y="346"/>
                  </a:lnTo>
                  <a:lnTo>
                    <a:pt x="1009" y="343"/>
                  </a:lnTo>
                  <a:lnTo>
                    <a:pt x="1009" y="341"/>
                  </a:lnTo>
                  <a:lnTo>
                    <a:pt x="1006" y="343"/>
                  </a:lnTo>
                  <a:lnTo>
                    <a:pt x="1004" y="341"/>
                  </a:lnTo>
                  <a:lnTo>
                    <a:pt x="1001" y="341"/>
                  </a:lnTo>
                  <a:lnTo>
                    <a:pt x="1001" y="338"/>
                  </a:lnTo>
                  <a:lnTo>
                    <a:pt x="1001" y="338"/>
                  </a:lnTo>
                  <a:lnTo>
                    <a:pt x="1001" y="338"/>
                  </a:lnTo>
                  <a:lnTo>
                    <a:pt x="1001" y="338"/>
                  </a:lnTo>
                  <a:lnTo>
                    <a:pt x="1001" y="336"/>
                  </a:lnTo>
                  <a:lnTo>
                    <a:pt x="999" y="331"/>
                  </a:lnTo>
                  <a:lnTo>
                    <a:pt x="997" y="331"/>
                  </a:lnTo>
                  <a:lnTo>
                    <a:pt x="994" y="329"/>
                  </a:lnTo>
                  <a:lnTo>
                    <a:pt x="985" y="322"/>
                  </a:lnTo>
                  <a:lnTo>
                    <a:pt x="975" y="315"/>
                  </a:lnTo>
                  <a:lnTo>
                    <a:pt x="968" y="310"/>
                  </a:lnTo>
                  <a:lnTo>
                    <a:pt x="959" y="303"/>
                  </a:lnTo>
                  <a:lnTo>
                    <a:pt x="954" y="303"/>
                  </a:lnTo>
                  <a:lnTo>
                    <a:pt x="947" y="305"/>
                  </a:lnTo>
                  <a:lnTo>
                    <a:pt x="935" y="308"/>
                  </a:lnTo>
                  <a:lnTo>
                    <a:pt x="928" y="305"/>
                  </a:lnTo>
                  <a:lnTo>
                    <a:pt x="926" y="303"/>
                  </a:lnTo>
                  <a:lnTo>
                    <a:pt x="916" y="308"/>
                  </a:lnTo>
                  <a:lnTo>
                    <a:pt x="916" y="308"/>
                  </a:lnTo>
                  <a:lnTo>
                    <a:pt x="916" y="308"/>
                  </a:lnTo>
                  <a:lnTo>
                    <a:pt x="916" y="308"/>
                  </a:lnTo>
                  <a:lnTo>
                    <a:pt x="916" y="310"/>
                  </a:lnTo>
                  <a:lnTo>
                    <a:pt x="916" y="310"/>
                  </a:lnTo>
                  <a:lnTo>
                    <a:pt x="916" y="310"/>
                  </a:lnTo>
                  <a:lnTo>
                    <a:pt x="916" y="310"/>
                  </a:lnTo>
                  <a:lnTo>
                    <a:pt x="916" y="312"/>
                  </a:lnTo>
                  <a:lnTo>
                    <a:pt x="916" y="312"/>
                  </a:lnTo>
                  <a:lnTo>
                    <a:pt x="916" y="312"/>
                  </a:lnTo>
                  <a:lnTo>
                    <a:pt x="916" y="315"/>
                  </a:lnTo>
                  <a:lnTo>
                    <a:pt x="916" y="315"/>
                  </a:lnTo>
                  <a:lnTo>
                    <a:pt x="916" y="315"/>
                  </a:lnTo>
                  <a:lnTo>
                    <a:pt x="916" y="315"/>
                  </a:lnTo>
                  <a:lnTo>
                    <a:pt x="916" y="317"/>
                  </a:lnTo>
                  <a:lnTo>
                    <a:pt x="916" y="317"/>
                  </a:lnTo>
                  <a:lnTo>
                    <a:pt x="916" y="317"/>
                  </a:lnTo>
                  <a:lnTo>
                    <a:pt x="916" y="322"/>
                  </a:lnTo>
                  <a:lnTo>
                    <a:pt x="916" y="322"/>
                  </a:lnTo>
                  <a:lnTo>
                    <a:pt x="919" y="324"/>
                  </a:lnTo>
                  <a:lnTo>
                    <a:pt x="919" y="327"/>
                  </a:lnTo>
                  <a:lnTo>
                    <a:pt x="919" y="327"/>
                  </a:lnTo>
                  <a:lnTo>
                    <a:pt x="921" y="329"/>
                  </a:lnTo>
                  <a:lnTo>
                    <a:pt x="921" y="329"/>
                  </a:lnTo>
                  <a:lnTo>
                    <a:pt x="921" y="329"/>
                  </a:lnTo>
                  <a:lnTo>
                    <a:pt x="921" y="329"/>
                  </a:lnTo>
                  <a:lnTo>
                    <a:pt x="921" y="331"/>
                  </a:lnTo>
                  <a:lnTo>
                    <a:pt x="921" y="331"/>
                  </a:lnTo>
                  <a:lnTo>
                    <a:pt x="923" y="334"/>
                  </a:lnTo>
                  <a:lnTo>
                    <a:pt x="930" y="334"/>
                  </a:lnTo>
                  <a:lnTo>
                    <a:pt x="933" y="334"/>
                  </a:lnTo>
                  <a:lnTo>
                    <a:pt x="940" y="334"/>
                  </a:lnTo>
                  <a:lnTo>
                    <a:pt x="942" y="336"/>
                  </a:lnTo>
                  <a:lnTo>
                    <a:pt x="945" y="336"/>
                  </a:lnTo>
                  <a:lnTo>
                    <a:pt x="945" y="338"/>
                  </a:lnTo>
                  <a:lnTo>
                    <a:pt x="945" y="338"/>
                  </a:lnTo>
                  <a:lnTo>
                    <a:pt x="942" y="338"/>
                  </a:lnTo>
                  <a:lnTo>
                    <a:pt x="940" y="336"/>
                  </a:lnTo>
                  <a:lnTo>
                    <a:pt x="933" y="336"/>
                  </a:lnTo>
                  <a:lnTo>
                    <a:pt x="933" y="336"/>
                  </a:lnTo>
                  <a:lnTo>
                    <a:pt x="926" y="336"/>
                  </a:lnTo>
                  <a:lnTo>
                    <a:pt x="926" y="336"/>
                  </a:lnTo>
                  <a:lnTo>
                    <a:pt x="926" y="338"/>
                  </a:lnTo>
                  <a:lnTo>
                    <a:pt x="926" y="338"/>
                  </a:lnTo>
                  <a:lnTo>
                    <a:pt x="926" y="341"/>
                  </a:lnTo>
                  <a:lnTo>
                    <a:pt x="926" y="341"/>
                  </a:lnTo>
                  <a:lnTo>
                    <a:pt x="926" y="343"/>
                  </a:lnTo>
                  <a:lnTo>
                    <a:pt x="926" y="343"/>
                  </a:lnTo>
                  <a:lnTo>
                    <a:pt x="926" y="346"/>
                  </a:lnTo>
                  <a:lnTo>
                    <a:pt x="926" y="346"/>
                  </a:lnTo>
                  <a:lnTo>
                    <a:pt x="928" y="348"/>
                  </a:lnTo>
                  <a:lnTo>
                    <a:pt x="928" y="348"/>
                  </a:lnTo>
                  <a:lnTo>
                    <a:pt x="928" y="348"/>
                  </a:lnTo>
                  <a:lnTo>
                    <a:pt x="928" y="348"/>
                  </a:lnTo>
                  <a:lnTo>
                    <a:pt x="926" y="348"/>
                  </a:lnTo>
                  <a:lnTo>
                    <a:pt x="926" y="350"/>
                  </a:lnTo>
                  <a:lnTo>
                    <a:pt x="928" y="353"/>
                  </a:lnTo>
                  <a:lnTo>
                    <a:pt x="928" y="353"/>
                  </a:lnTo>
                  <a:lnTo>
                    <a:pt x="928" y="353"/>
                  </a:lnTo>
                  <a:lnTo>
                    <a:pt x="928" y="355"/>
                  </a:lnTo>
                  <a:lnTo>
                    <a:pt x="928" y="355"/>
                  </a:lnTo>
                  <a:lnTo>
                    <a:pt x="933" y="355"/>
                  </a:lnTo>
                  <a:lnTo>
                    <a:pt x="940" y="357"/>
                  </a:lnTo>
                  <a:lnTo>
                    <a:pt x="942" y="355"/>
                  </a:lnTo>
                  <a:lnTo>
                    <a:pt x="949" y="357"/>
                  </a:lnTo>
                  <a:lnTo>
                    <a:pt x="952" y="360"/>
                  </a:lnTo>
                  <a:lnTo>
                    <a:pt x="956" y="362"/>
                  </a:lnTo>
                  <a:lnTo>
                    <a:pt x="956" y="362"/>
                  </a:lnTo>
                  <a:lnTo>
                    <a:pt x="956" y="365"/>
                  </a:lnTo>
                  <a:lnTo>
                    <a:pt x="956" y="365"/>
                  </a:lnTo>
                  <a:lnTo>
                    <a:pt x="956" y="365"/>
                  </a:lnTo>
                  <a:lnTo>
                    <a:pt x="956" y="367"/>
                  </a:lnTo>
                  <a:lnTo>
                    <a:pt x="959" y="367"/>
                  </a:lnTo>
                  <a:lnTo>
                    <a:pt x="959" y="367"/>
                  </a:lnTo>
                  <a:lnTo>
                    <a:pt x="959" y="367"/>
                  </a:lnTo>
                  <a:lnTo>
                    <a:pt x="959" y="367"/>
                  </a:lnTo>
                  <a:lnTo>
                    <a:pt x="959" y="369"/>
                  </a:lnTo>
                  <a:lnTo>
                    <a:pt x="959" y="369"/>
                  </a:lnTo>
                  <a:lnTo>
                    <a:pt x="959" y="369"/>
                  </a:lnTo>
                  <a:lnTo>
                    <a:pt x="961" y="372"/>
                  </a:lnTo>
                  <a:lnTo>
                    <a:pt x="961" y="372"/>
                  </a:lnTo>
                  <a:lnTo>
                    <a:pt x="966" y="374"/>
                  </a:lnTo>
                  <a:lnTo>
                    <a:pt x="966" y="374"/>
                  </a:lnTo>
                  <a:lnTo>
                    <a:pt x="968" y="376"/>
                  </a:lnTo>
                  <a:lnTo>
                    <a:pt x="968" y="376"/>
                  </a:lnTo>
                  <a:lnTo>
                    <a:pt x="968" y="376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81"/>
                  </a:lnTo>
                  <a:lnTo>
                    <a:pt x="971" y="383"/>
                  </a:lnTo>
                  <a:lnTo>
                    <a:pt x="973" y="383"/>
                  </a:lnTo>
                  <a:lnTo>
                    <a:pt x="973" y="383"/>
                  </a:lnTo>
                  <a:lnTo>
                    <a:pt x="973" y="383"/>
                  </a:lnTo>
                  <a:lnTo>
                    <a:pt x="973" y="386"/>
                  </a:lnTo>
                  <a:lnTo>
                    <a:pt x="973" y="386"/>
                  </a:lnTo>
                  <a:lnTo>
                    <a:pt x="973" y="386"/>
                  </a:lnTo>
                  <a:lnTo>
                    <a:pt x="973" y="388"/>
                  </a:lnTo>
                  <a:lnTo>
                    <a:pt x="975" y="388"/>
                  </a:lnTo>
                  <a:lnTo>
                    <a:pt x="975" y="388"/>
                  </a:lnTo>
                  <a:lnTo>
                    <a:pt x="975" y="391"/>
                  </a:lnTo>
                  <a:lnTo>
                    <a:pt x="975" y="391"/>
                  </a:lnTo>
                  <a:lnTo>
                    <a:pt x="975" y="391"/>
                  </a:lnTo>
                  <a:lnTo>
                    <a:pt x="978" y="393"/>
                  </a:lnTo>
                  <a:lnTo>
                    <a:pt x="978" y="393"/>
                  </a:lnTo>
                  <a:lnTo>
                    <a:pt x="978" y="395"/>
                  </a:lnTo>
                  <a:lnTo>
                    <a:pt x="980" y="395"/>
                  </a:lnTo>
                  <a:lnTo>
                    <a:pt x="980" y="393"/>
                  </a:lnTo>
                  <a:lnTo>
                    <a:pt x="983" y="391"/>
                  </a:lnTo>
                  <a:lnTo>
                    <a:pt x="983" y="391"/>
                  </a:lnTo>
                  <a:lnTo>
                    <a:pt x="985" y="393"/>
                  </a:lnTo>
                  <a:lnTo>
                    <a:pt x="983" y="393"/>
                  </a:lnTo>
                  <a:lnTo>
                    <a:pt x="983" y="395"/>
                  </a:lnTo>
                  <a:lnTo>
                    <a:pt x="983" y="395"/>
                  </a:lnTo>
                  <a:lnTo>
                    <a:pt x="983" y="395"/>
                  </a:lnTo>
                  <a:lnTo>
                    <a:pt x="985" y="395"/>
                  </a:lnTo>
                  <a:lnTo>
                    <a:pt x="985" y="395"/>
                  </a:lnTo>
                  <a:lnTo>
                    <a:pt x="985" y="395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7" y="398"/>
                  </a:lnTo>
                  <a:lnTo>
                    <a:pt x="990" y="400"/>
                  </a:lnTo>
                  <a:lnTo>
                    <a:pt x="990" y="400"/>
                  </a:lnTo>
                  <a:lnTo>
                    <a:pt x="990" y="400"/>
                  </a:lnTo>
                  <a:lnTo>
                    <a:pt x="990" y="402"/>
                  </a:lnTo>
                  <a:lnTo>
                    <a:pt x="992" y="402"/>
                  </a:lnTo>
                  <a:lnTo>
                    <a:pt x="994" y="402"/>
                  </a:lnTo>
                  <a:lnTo>
                    <a:pt x="994" y="402"/>
                  </a:lnTo>
                  <a:lnTo>
                    <a:pt x="997" y="400"/>
                  </a:lnTo>
                  <a:lnTo>
                    <a:pt x="997" y="402"/>
                  </a:lnTo>
                  <a:lnTo>
                    <a:pt x="997" y="402"/>
                  </a:lnTo>
                  <a:lnTo>
                    <a:pt x="997" y="405"/>
                  </a:lnTo>
                  <a:lnTo>
                    <a:pt x="987" y="405"/>
                  </a:lnTo>
                  <a:lnTo>
                    <a:pt x="987" y="405"/>
                  </a:lnTo>
                  <a:lnTo>
                    <a:pt x="987" y="405"/>
                  </a:lnTo>
                  <a:lnTo>
                    <a:pt x="985" y="405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0"/>
                  </a:lnTo>
                  <a:lnTo>
                    <a:pt x="985" y="400"/>
                  </a:lnTo>
                  <a:lnTo>
                    <a:pt x="985" y="400"/>
                  </a:lnTo>
                  <a:lnTo>
                    <a:pt x="983" y="398"/>
                  </a:lnTo>
                  <a:lnTo>
                    <a:pt x="978" y="400"/>
                  </a:lnTo>
                  <a:lnTo>
                    <a:pt x="975" y="398"/>
                  </a:lnTo>
                  <a:lnTo>
                    <a:pt x="975" y="398"/>
                  </a:lnTo>
                  <a:lnTo>
                    <a:pt x="973" y="402"/>
                  </a:lnTo>
                  <a:lnTo>
                    <a:pt x="973" y="405"/>
                  </a:lnTo>
                  <a:lnTo>
                    <a:pt x="973" y="405"/>
                  </a:lnTo>
                  <a:lnTo>
                    <a:pt x="973" y="405"/>
                  </a:lnTo>
                  <a:lnTo>
                    <a:pt x="973" y="407"/>
                  </a:lnTo>
                  <a:lnTo>
                    <a:pt x="973" y="409"/>
                  </a:lnTo>
                  <a:lnTo>
                    <a:pt x="978" y="409"/>
                  </a:lnTo>
                  <a:lnTo>
                    <a:pt x="985" y="414"/>
                  </a:lnTo>
                  <a:lnTo>
                    <a:pt x="990" y="412"/>
                  </a:lnTo>
                  <a:lnTo>
                    <a:pt x="994" y="414"/>
                  </a:lnTo>
                  <a:lnTo>
                    <a:pt x="1001" y="412"/>
                  </a:lnTo>
                  <a:lnTo>
                    <a:pt x="1006" y="409"/>
                  </a:lnTo>
                  <a:lnTo>
                    <a:pt x="1013" y="412"/>
                  </a:lnTo>
                  <a:lnTo>
                    <a:pt x="1016" y="412"/>
                  </a:lnTo>
                  <a:lnTo>
                    <a:pt x="1016" y="412"/>
                  </a:lnTo>
                  <a:lnTo>
                    <a:pt x="1023" y="407"/>
                  </a:lnTo>
                  <a:lnTo>
                    <a:pt x="1023" y="407"/>
                  </a:lnTo>
                  <a:lnTo>
                    <a:pt x="1023" y="405"/>
                  </a:lnTo>
                  <a:lnTo>
                    <a:pt x="1023" y="402"/>
                  </a:lnTo>
                  <a:lnTo>
                    <a:pt x="1023" y="402"/>
                  </a:lnTo>
                  <a:lnTo>
                    <a:pt x="1023" y="402"/>
                  </a:lnTo>
                  <a:lnTo>
                    <a:pt x="1023" y="400"/>
                  </a:lnTo>
                  <a:lnTo>
                    <a:pt x="1023" y="398"/>
                  </a:lnTo>
                  <a:lnTo>
                    <a:pt x="1027" y="393"/>
                  </a:lnTo>
                  <a:lnTo>
                    <a:pt x="1027" y="393"/>
                  </a:lnTo>
                  <a:lnTo>
                    <a:pt x="1027" y="393"/>
                  </a:lnTo>
                  <a:lnTo>
                    <a:pt x="1030" y="393"/>
                  </a:lnTo>
                  <a:lnTo>
                    <a:pt x="1030" y="393"/>
                  </a:lnTo>
                  <a:lnTo>
                    <a:pt x="1027" y="398"/>
                  </a:lnTo>
                  <a:lnTo>
                    <a:pt x="1027" y="400"/>
                  </a:lnTo>
                  <a:lnTo>
                    <a:pt x="1027" y="400"/>
                  </a:lnTo>
                  <a:lnTo>
                    <a:pt x="1027" y="400"/>
                  </a:lnTo>
                  <a:lnTo>
                    <a:pt x="1027" y="400"/>
                  </a:lnTo>
                  <a:lnTo>
                    <a:pt x="1027" y="402"/>
                  </a:lnTo>
                  <a:lnTo>
                    <a:pt x="1027" y="405"/>
                  </a:lnTo>
                  <a:lnTo>
                    <a:pt x="1027" y="407"/>
                  </a:lnTo>
                  <a:lnTo>
                    <a:pt x="1030" y="407"/>
                  </a:lnTo>
                  <a:lnTo>
                    <a:pt x="1032" y="407"/>
                  </a:lnTo>
                  <a:lnTo>
                    <a:pt x="1032" y="409"/>
                  </a:lnTo>
                  <a:lnTo>
                    <a:pt x="1032" y="409"/>
                  </a:lnTo>
                  <a:lnTo>
                    <a:pt x="1030" y="409"/>
                  </a:lnTo>
                  <a:lnTo>
                    <a:pt x="1032" y="412"/>
                  </a:lnTo>
                  <a:lnTo>
                    <a:pt x="1030" y="412"/>
                  </a:lnTo>
                  <a:lnTo>
                    <a:pt x="1030" y="412"/>
                  </a:lnTo>
                  <a:lnTo>
                    <a:pt x="1030" y="412"/>
                  </a:lnTo>
                  <a:lnTo>
                    <a:pt x="1030" y="409"/>
                  </a:lnTo>
                  <a:lnTo>
                    <a:pt x="1025" y="412"/>
                  </a:lnTo>
                  <a:lnTo>
                    <a:pt x="1020" y="414"/>
                  </a:lnTo>
                  <a:lnTo>
                    <a:pt x="1020" y="417"/>
                  </a:lnTo>
                  <a:lnTo>
                    <a:pt x="1020" y="417"/>
                  </a:lnTo>
                  <a:lnTo>
                    <a:pt x="1016" y="417"/>
                  </a:lnTo>
                  <a:lnTo>
                    <a:pt x="1009" y="417"/>
                  </a:lnTo>
                  <a:lnTo>
                    <a:pt x="1006" y="419"/>
                  </a:lnTo>
                  <a:lnTo>
                    <a:pt x="1004" y="419"/>
                  </a:lnTo>
                  <a:lnTo>
                    <a:pt x="1006" y="419"/>
                  </a:lnTo>
                  <a:lnTo>
                    <a:pt x="1006" y="421"/>
                  </a:lnTo>
                  <a:lnTo>
                    <a:pt x="1006" y="421"/>
                  </a:lnTo>
                  <a:lnTo>
                    <a:pt x="1006" y="421"/>
                  </a:lnTo>
                  <a:lnTo>
                    <a:pt x="1009" y="421"/>
                  </a:lnTo>
                  <a:lnTo>
                    <a:pt x="1009" y="421"/>
                  </a:lnTo>
                  <a:lnTo>
                    <a:pt x="1011" y="424"/>
                  </a:lnTo>
                  <a:lnTo>
                    <a:pt x="1011" y="424"/>
                  </a:lnTo>
                  <a:lnTo>
                    <a:pt x="1013" y="424"/>
                  </a:lnTo>
                  <a:lnTo>
                    <a:pt x="1013" y="424"/>
                  </a:lnTo>
                  <a:lnTo>
                    <a:pt x="1016" y="426"/>
                  </a:lnTo>
                  <a:lnTo>
                    <a:pt x="1016" y="426"/>
                  </a:lnTo>
                  <a:lnTo>
                    <a:pt x="1023" y="421"/>
                  </a:lnTo>
                  <a:lnTo>
                    <a:pt x="1025" y="421"/>
                  </a:lnTo>
                  <a:lnTo>
                    <a:pt x="1025" y="424"/>
                  </a:lnTo>
                  <a:lnTo>
                    <a:pt x="1025" y="424"/>
                  </a:lnTo>
                  <a:lnTo>
                    <a:pt x="1020" y="42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020" y="428"/>
                  </a:lnTo>
                  <a:lnTo>
                    <a:pt x="1023" y="431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27" y="438"/>
                  </a:lnTo>
                  <a:lnTo>
                    <a:pt x="1027" y="438"/>
                  </a:lnTo>
                  <a:lnTo>
                    <a:pt x="1025" y="438"/>
                  </a:lnTo>
                  <a:lnTo>
                    <a:pt x="1025" y="436"/>
                  </a:lnTo>
                  <a:lnTo>
                    <a:pt x="1023" y="436"/>
                  </a:lnTo>
                  <a:lnTo>
                    <a:pt x="1023" y="436"/>
                  </a:lnTo>
                  <a:lnTo>
                    <a:pt x="1023" y="436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1"/>
                  </a:lnTo>
                  <a:lnTo>
                    <a:pt x="1018" y="431"/>
                  </a:lnTo>
                  <a:lnTo>
                    <a:pt x="1018" y="431"/>
                  </a:lnTo>
                  <a:lnTo>
                    <a:pt x="1016" y="428"/>
                  </a:lnTo>
                  <a:lnTo>
                    <a:pt x="1009" y="428"/>
                  </a:lnTo>
                  <a:lnTo>
                    <a:pt x="1006" y="426"/>
                  </a:lnTo>
                  <a:lnTo>
                    <a:pt x="1006" y="426"/>
                  </a:lnTo>
                  <a:lnTo>
                    <a:pt x="1001" y="424"/>
                  </a:lnTo>
                  <a:lnTo>
                    <a:pt x="997" y="421"/>
                  </a:lnTo>
                  <a:lnTo>
                    <a:pt x="978" y="424"/>
                  </a:lnTo>
                  <a:lnTo>
                    <a:pt x="971" y="419"/>
                  </a:lnTo>
                  <a:lnTo>
                    <a:pt x="968" y="421"/>
                  </a:lnTo>
                  <a:lnTo>
                    <a:pt x="968" y="421"/>
                  </a:lnTo>
                  <a:lnTo>
                    <a:pt x="968" y="421"/>
                  </a:lnTo>
                  <a:lnTo>
                    <a:pt x="966" y="424"/>
                  </a:lnTo>
                  <a:lnTo>
                    <a:pt x="964" y="426"/>
                  </a:lnTo>
                  <a:lnTo>
                    <a:pt x="961" y="431"/>
                  </a:lnTo>
                  <a:lnTo>
                    <a:pt x="956" y="431"/>
                  </a:lnTo>
                  <a:lnTo>
                    <a:pt x="947" y="436"/>
                  </a:lnTo>
                  <a:lnTo>
                    <a:pt x="947" y="436"/>
                  </a:lnTo>
                  <a:lnTo>
                    <a:pt x="947" y="436"/>
                  </a:lnTo>
                  <a:lnTo>
                    <a:pt x="947" y="436"/>
                  </a:lnTo>
                  <a:lnTo>
                    <a:pt x="942" y="445"/>
                  </a:lnTo>
                  <a:lnTo>
                    <a:pt x="942" y="445"/>
                  </a:lnTo>
                  <a:lnTo>
                    <a:pt x="942" y="447"/>
                  </a:lnTo>
                  <a:lnTo>
                    <a:pt x="942" y="450"/>
                  </a:lnTo>
                  <a:lnTo>
                    <a:pt x="940" y="454"/>
                  </a:lnTo>
                  <a:lnTo>
                    <a:pt x="942" y="457"/>
                  </a:lnTo>
                  <a:lnTo>
                    <a:pt x="942" y="457"/>
                  </a:lnTo>
                  <a:lnTo>
                    <a:pt x="942" y="457"/>
                  </a:lnTo>
                  <a:lnTo>
                    <a:pt x="945" y="454"/>
                  </a:lnTo>
                  <a:lnTo>
                    <a:pt x="947" y="457"/>
                  </a:lnTo>
                  <a:lnTo>
                    <a:pt x="947" y="457"/>
                  </a:lnTo>
                  <a:lnTo>
                    <a:pt x="947" y="457"/>
                  </a:lnTo>
                  <a:lnTo>
                    <a:pt x="947" y="457"/>
                  </a:lnTo>
                  <a:lnTo>
                    <a:pt x="942" y="459"/>
                  </a:lnTo>
                  <a:lnTo>
                    <a:pt x="938" y="469"/>
                  </a:lnTo>
                  <a:lnTo>
                    <a:pt x="938" y="469"/>
                  </a:lnTo>
                  <a:lnTo>
                    <a:pt x="938" y="471"/>
                  </a:lnTo>
                  <a:lnTo>
                    <a:pt x="938" y="473"/>
                  </a:lnTo>
                  <a:lnTo>
                    <a:pt x="938" y="476"/>
                  </a:lnTo>
                  <a:lnTo>
                    <a:pt x="938" y="476"/>
                  </a:lnTo>
                  <a:lnTo>
                    <a:pt x="940" y="478"/>
                  </a:lnTo>
                  <a:lnTo>
                    <a:pt x="940" y="481"/>
                  </a:lnTo>
                  <a:lnTo>
                    <a:pt x="940" y="483"/>
                  </a:lnTo>
                  <a:lnTo>
                    <a:pt x="940" y="483"/>
                  </a:lnTo>
                  <a:lnTo>
                    <a:pt x="940" y="483"/>
                  </a:lnTo>
                  <a:lnTo>
                    <a:pt x="940" y="485"/>
                  </a:lnTo>
                  <a:lnTo>
                    <a:pt x="940" y="488"/>
                  </a:lnTo>
                  <a:lnTo>
                    <a:pt x="942" y="488"/>
                  </a:lnTo>
                  <a:lnTo>
                    <a:pt x="942" y="488"/>
                  </a:lnTo>
                  <a:lnTo>
                    <a:pt x="945" y="488"/>
                  </a:lnTo>
                  <a:lnTo>
                    <a:pt x="945" y="485"/>
                  </a:lnTo>
                  <a:lnTo>
                    <a:pt x="947" y="488"/>
                  </a:lnTo>
                  <a:lnTo>
                    <a:pt x="949" y="488"/>
                  </a:lnTo>
                  <a:lnTo>
                    <a:pt x="949" y="488"/>
                  </a:lnTo>
                  <a:lnTo>
                    <a:pt x="942" y="490"/>
                  </a:lnTo>
                  <a:lnTo>
                    <a:pt x="942" y="492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56" y="495"/>
                  </a:lnTo>
                  <a:lnTo>
                    <a:pt x="959" y="492"/>
                  </a:lnTo>
                  <a:lnTo>
                    <a:pt x="959" y="488"/>
                  </a:lnTo>
                  <a:lnTo>
                    <a:pt x="959" y="485"/>
                  </a:lnTo>
                  <a:lnTo>
                    <a:pt x="961" y="485"/>
                  </a:lnTo>
                  <a:lnTo>
                    <a:pt x="961" y="485"/>
                  </a:lnTo>
                  <a:lnTo>
                    <a:pt x="961" y="485"/>
                  </a:lnTo>
                  <a:lnTo>
                    <a:pt x="964" y="485"/>
                  </a:lnTo>
                  <a:lnTo>
                    <a:pt x="964" y="485"/>
                  </a:lnTo>
                  <a:lnTo>
                    <a:pt x="966" y="485"/>
                  </a:lnTo>
                  <a:lnTo>
                    <a:pt x="966" y="481"/>
                  </a:lnTo>
                  <a:lnTo>
                    <a:pt x="968" y="481"/>
                  </a:lnTo>
                  <a:lnTo>
                    <a:pt x="968" y="478"/>
                  </a:lnTo>
                  <a:lnTo>
                    <a:pt x="968" y="478"/>
                  </a:lnTo>
                  <a:lnTo>
                    <a:pt x="966" y="476"/>
                  </a:lnTo>
                  <a:lnTo>
                    <a:pt x="966" y="476"/>
                  </a:lnTo>
                  <a:lnTo>
                    <a:pt x="966" y="476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1"/>
                  </a:lnTo>
                  <a:lnTo>
                    <a:pt x="968" y="471"/>
                  </a:lnTo>
                  <a:lnTo>
                    <a:pt x="968" y="471"/>
                  </a:lnTo>
                  <a:lnTo>
                    <a:pt x="968" y="471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71" y="471"/>
                  </a:lnTo>
                  <a:lnTo>
                    <a:pt x="971" y="473"/>
                  </a:lnTo>
                  <a:lnTo>
                    <a:pt x="971" y="473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8"/>
                  </a:lnTo>
                  <a:lnTo>
                    <a:pt x="971" y="478"/>
                  </a:lnTo>
                  <a:lnTo>
                    <a:pt x="971" y="481"/>
                  </a:lnTo>
                  <a:lnTo>
                    <a:pt x="971" y="481"/>
                  </a:lnTo>
                  <a:lnTo>
                    <a:pt x="968" y="483"/>
                  </a:lnTo>
                  <a:lnTo>
                    <a:pt x="968" y="488"/>
                  </a:lnTo>
                  <a:lnTo>
                    <a:pt x="968" y="488"/>
                  </a:lnTo>
                  <a:lnTo>
                    <a:pt x="966" y="488"/>
                  </a:lnTo>
                  <a:lnTo>
                    <a:pt x="966" y="488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2"/>
                  </a:lnTo>
                  <a:lnTo>
                    <a:pt x="966" y="495"/>
                  </a:lnTo>
                  <a:lnTo>
                    <a:pt x="966" y="495"/>
                  </a:lnTo>
                  <a:lnTo>
                    <a:pt x="968" y="497"/>
                  </a:lnTo>
                  <a:lnTo>
                    <a:pt x="968" y="497"/>
                  </a:lnTo>
                  <a:lnTo>
                    <a:pt x="968" y="497"/>
                  </a:lnTo>
                  <a:lnTo>
                    <a:pt x="983" y="490"/>
                  </a:lnTo>
                  <a:lnTo>
                    <a:pt x="980" y="490"/>
                  </a:lnTo>
                  <a:lnTo>
                    <a:pt x="980" y="490"/>
                  </a:lnTo>
                  <a:lnTo>
                    <a:pt x="980" y="490"/>
                  </a:lnTo>
                  <a:lnTo>
                    <a:pt x="980" y="490"/>
                  </a:lnTo>
                  <a:lnTo>
                    <a:pt x="983" y="490"/>
                  </a:lnTo>
                  <a:lnTo>
                    <a:pt x="983" y="488"/>
                  </a:lnTo>
                  <a:lnTo>
                    <a:pt x="983" y="485"/>
                  </a:lnTo>
                  <a:lnTo>
                    <a:pt x="983" y="485"/>
                  </a:lnTo>
                  <a:lnTo>
                    <a:pt x="985" y="481"/>
                  </a:lnTo>
                  <a:lnTo>
                    <a:pt x="985" y="478"/>
                  </a:lnTo>
                  <a:lnTo>
                    <a:pt x="985" y="473"/>
                  </a:lnTo>
                  <a:lnTo>
                    <a:pt x="985" y="473"/>
                  </a:lnTo>
                  <a:lnTo>
                    <a:pt x="987" y="473"/>
                  </a:lnTo>
                  <a:lnTo>
                    <a:pt x="985" y="473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69"/>
                  </a:lnTo>
                  <a:lnTo>
                    <a:pt x="985" y="466"/>
                  </a:lnTo>
                  <a:lnTo>
                    <a:pt x="985" y="466"/>
                  </a:lnTo>
                  <a:lnTo>
                    <a:pt x="985" y="466"/>
                  </a:lnTo>
                  <a:lnTo>
                    <a:pt x="985" y="464"/>
                  </a:lnTo>
                  <a:lnTo>
                    <a:pt x="985" y="464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59"/>
                  </a:lnTo>
                  <a:lnTo>
                    <a:pt x="985" y="459"/>
                  </a:lnTo>
                  <a:lnTo>
                    <a:pt x="985" y="459"/>
                  </a:lnTo>
                  <a:lnTo>
                    <a:pt x="985" y="457"/>
                  </a:lnTo>
                  <a:lnTo>
                    <a:pt x="985" y="457"/>
                  </a:lnTo>
                  <a:lnTo>
                    <a:pt x="985" y="457"/>
                  </a:lnTo>
                  <a:lnTo>
                    <a:pt x="985" y="454"/>
                  </a:lnTo>
                  <a:lnTo>
                    <a:pt x="985" y="454"/>
                  </a:lnTo>
                  <a:lnTo>
                    <a:pt x="985" y="452"/>
                  </a:lnTo>
                  <a:lnTo>
                    <a:pt x="985" y="450"/>
                  </a:lnTo>
                  <a:lnTo>
                    <a:pt x="985" y="445"/>
                  </a:lnTo>
                  <a:lnTo>
                    <a:pt x="985" y="445"/>
                  </a:lnTo>
                  <a:lnTo>
                    <a:pt x="987" y="445"/>
                  </a:lnTo>
                  <a:lnTo>
                    <a:pt x="987" y="447"/>
                  </a:lnTo>
                  <a:lnTo>
                    <a:pt x="987" y="447"/>
                  </a:lnTo>
                  <a:lnTo>
                    <a:pt x="987" y="452"/>
                  </a:lnTo>
                  <a:lnTo>
                    <a:pt x="985" y="454"/>
                  </a:lnTo>
                  <a:lnTo>
                    <a:pt x="987" y="454"/>
                  </a:lnTo>
                  <a:lnTo>
                    <a:pt x="987" y="457"/>
                  </a:lnTo>
                  <a:lnTo>
                    <a:pt x="987" y="457"/>
                  </a:lnTo>
                  <a:lnTo>
                    <a:pt x="987" y="459"/>
                  </a:lnTo>
                  <a:lnTo>
                    <a:pt x="987" y="459"/>
                  </a:lnTo>
                  <a:lnTo>
                    <a:pt x="987" y="462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6"/>
                  </a:lnTo>
                  <a:lnTo>
                    <a:pt x="987" y="466"/>
                  </a:lnTo>
                  <a:lnTo>
                    <a:pt x="990" y="466"/>
                  </a:lnTo>
                  <a:lnTo>
                    <a:pt x="990" y="466"/>
                  </a:lnTo>
                  <a:lnTo>
                    <a:pt x="990" y="466"/>
                  </a:lnTo>
                  <a:lnTo>
                    <a:pt x="992" y="466"/>
                  </a:lnTo>
                  <a:lnTo>
                    <a:pt x="992" y="466"/>
                  </a:lnTo>
                  <a:lnTo>
                    <a:pt x="992" y="464"/>
                  </a:lnTo>
                  <a:lnTo>
                    <a:pt x="992" y="464"/>
                  </a:lnTo>
                  <a:lnTo>
                    <a:pt x="992" y="464"/>
                  </a:lnTo>
                  <a:lnTo>
                    <a:pt x="992" y="464"/>
                  </a:lnTo>
                  <a:lnTo>
                    <a:pt x="992" y="466"/>
                  </a:lnTo>
                  <a:lnTo>
                    <a:pt x="992" y="466"/>
                  </a:lnTo>
                  <a:lnTo>
                    <a:pt x="990" y="469"/>
                  </a:lnTo>
                  <a:lnTo>
                    <a:pt x="990" y="471"/>
                  </a:lnTo>
                  <a:lnTo>
                    <a:pt x="990" y="473"/>
                  </a:lnTo>
                  <a:lnTo>
                    <a:pt x="990" y="473"/>
                  </a:lnTo>
                  <a:lnTo>
                    <a:pt x="990" y="476"/>
                  </a:lnTo>
                  <a:lnTo>
                    <a:pt x="990" y="476"/>
                  </a:lnTo>
                  <a:lnTo>
                    <a:pt x="990" y="478"/>
                  </a:lnTo>
                  <a:lnTo>
                    <a:pt x="990" y="481"/>
                  </a:lnTo>
                  <a:lnTo>
                    <a:pt x="992" y="481"/>
                  </a:lnTo>
                  <a:lnTo>
                    <a:pt x="992" y="478"/>
                  </a:lnTo>
                  <a:lnTo>
                    <a:pt x="999" y="476"/>
                  </a:lnTo>
                  <a:lnTo>
                    <a:pt x="1004" y="478"/>
                  </a:lnTo>
                  <a:lnTo>
                    <a:pt x="1006" y="478"/>
                  </a:lnTo>
                  <a:lnTo>
                    <a:pt x="1009" y="478"/>
                  </a:lnTo>
                  <a:lnTo>
                    <a:pt x="1004" y="481"/>
                  </a:lnTo>
                  <a:lnTo>
                    <a:pt x="1001" y="478"/>
                  </a:lnTo>
                  <a:lnTo>
                    <a:pt x="997" y="478"/>
                  </a:lnTo>
                  <a:lnTo>
                    <a:pt x="992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8"/>
                  </a:lnTo>
                  <a:lnTo>
                    <a:pt x="990" y="490"/>
                  </a:lnTo>
                  <a:lnTo>
                    <a:pt x="994" y="492"/>
                  </a:lnTo>
                  <a:lnTo>
                    <a:pt x="997" y="490"/>
                  </a:lnTo>
                  <a:lnTo>
                    <a:pt x="999" y="488"/>
                  </a:lnTo>
                  <a:lnTo>
                    <a:pt x="1004" y="488"/>
                  </a:lnTo>
                  <a:lnTo>
                    <a:pt x="1004" y="488"/>
                  </a:lnTo>
                  <a:lnTo>
                    <a:pt x="1001" y="490"/>
                  </a:lnTo>
                  <a:lnTo>
                    <a:pt x="999" y="490"/>
                  </a:lnTo>
                  <a:lnTo>
                    <a:pt x="999" y="492"/>
                  </a:lnTo>
                  <a:lnTo>
                    <a:pt x="999" y="492"/>
                  </a:lnTo>
                  <a:lnTo>
                    <a:pt x="994" y="492"/>
                  </a:lnTo>
                  <a:lnTo>
                    <a:pt x="992" y="492"/>
                  </a:lnTo>
                  <a:lnTo>
                    <a:pt x="990" y="492"/>
                  </a:lnTo>
                  <a:lnTo>
                    <a:pt x="983" y="504"/>
                  </a:lnTo>
                  <a:lnTo>
                    <a:pt x="983" y="504"/>
                  </a:lnTo>
                  <a:lnTo>
                    <a:pt x="983" y="507"/>
                  </a:lnTo>
                  <a:lnTo>
                    <a:pt x="987" y="507"/>
                  </a:lnTo>
                  <a:lnTo>
                    <a:pt x="985" y="507"/>
                  </a:lnTo>
                  <a:lnTo>
                    <a:pt x="985" y="507"/>
                  </a:lnTo>
                  <a:lnTo>
                    <a:pt x="985" y="509"/>
                  </a:lnTo>
                  <a:lnTo>
                    <a:pt x="987" y="509"/>
                  </a:lnTo>
                  <a:lnTo>
                    <a:pt x="987" y="509"/>
                  </a:lnTo>
                  <a:lnTo>
                    <a:pt x="987" y="509"/>
                  </a:lnTo>
                  <a:lnTo>
                    <a:pt x="990" y="509"/>
                  </a:lnTo>
                  <a:lnTo>
                    <a:pt x="992" y="507"/>
                  </a:lnTo>
                  <a:lnTo>
                    <a:pt x="1004" y="502"/>
                  </a:lnTo>
                  <a:lnTo>
                    <a:pt x="1009" y="502"/>
                  </a:lnTo>
                  <a:lnTo>
                    <a:pt x="1009" y="504"/>
                  </a:lnTo>
                  <a:lnTo>
                    <a:pt x="1001" y="504"/>
                  </a:lnTo>
                  <a:lnTo>
                    <a:pt x="999" y="511"/>
                  </a:lnTo>
                  <a:lnTo>
                    <a:pt x="999" y="511"/>
                  </a:lnTo>
                  <a:lnTo>
                    <a:pt x="999" y="509"/>
                  </a:lnTo>
                  <a:lnTo>
                    <a:pt x="999" y="507"/>
                  </a:lnTo>
                  <a:lnTo>
                    <a:pt x="999" y="507"/>
                  </a:lnTo>
                  <a:lnTo>
                    <a:pt x="999" y="504"/>
                  </a:lnTo>
                  <a:lnTo>
                    <a:pt x="997" y="507"/>
                  </a:lnTo>
                  <a:lnTo>
                    <a:pt x="997" y="507"/>
                  </a:lnTo>
                  <a:lnTo>
                    <a:pt x="994" y="507"/>
                  </a:lnTo>
                  <a:lnTo>
                    <a:pt x="992" y="507"/>
                  </a:lnTo>
                  <a:lnTo>
                    <a:pt x="992" y="509"/>
                  </a:lnTo>
                  <a:lnTo>
                    <a:pt x="990" y="509"/>
                  </a:lnTo>
                  <a:lnTo>
                    <a:pt x="990" y="511"/>
                  </a:lnTo>
                  <a:lnTo>
                    <a:pt x="990" y="514"/>
                  </a:lnTo>
                  <a:lnTo>
                    <a:pt x="990" y="514"/>
                  </a:lnTo>
                  <a:lnTo>
                    <a:pt x="990" y="514"/>
                  </a:lnTo>
                  <a:lnTo>
                    <a:pt x="992" y="516"/>
                  </a:lnTo>
                  <a:lnTo>
                    <a:pt x="992" y="514"/>
                  </a:lnTo>
                  <a:lnTo>
                    <a:pt x="994" y="514"/>
                  </a:lnTo>
                  <a:lnTo>
                    <a:pt x="997" y="514"/>
                  </a:lnTo>
                  <a:lnTo>
                    <a:pt x="997" y="511"/>
                  </a:lnTo>
                  <a:lnTo>
                    <a:pt x="997" y="511"/>
                  </a:lnTo>
                  <a:lnTo>
                    <a:pt x="997" y="511"/>
                  </a:lnTo>
                  <a:lnTo>
                    <a:pt x="999" y="511"/>
                  </a:lnTo>
                  <a:lnTo>
                    <a:pt x="999" y="511"/>
                  </a:lnTo>
                  <a:lnTo>
                    <a:pt x="997" y="514"/>
                  </a:lnTo>
                  <a:lnTo>
                    <a:pt x="994" y="514"/>
                  </a:lnTo>
                  <a:lnTo>
                    <a:pt x="994" y="516"/>
                  </a:lnTo>
                  <a:lnTo>
                    <a:pt x="994" y="516"/>
                  </a:lnTo>
                  <a:lnTo>
                    <a:pt x="994" y="518"/>
                  </a:lnTo>
                  <a:lnTo>
                    <a:pt x="994" y="518"/>
                  </a:lnTo>
                  <a:lnTo>
                    <a:pt x="992" y="521"/>
                  </a:lnTo>
                  <a:lnTo>
                    <a:pt x="992" y="521"/>
                  </a:lnTo>
                  <a:lnTo>
                    <a:pt x="994" y="523"/>
                  </a:lnTo>
                  <a:lnTo>
                    <a:pt x="994" y="523"/>
                  </a:lnTo>
                  <a:lnTo>
                    <a:pt x="994" y="525"/>
                  </a:lnTo>
                  <a:lnTo>
                    <a:pt x="994" y="525"/>
                  </a:lnTo>
                  <a:lnTo>
                    <a:pt x="997" y="528"/>
                  </a:lnTo>
                  <a:lnTo>
                    <a:pt x="1001" y="528"/>
                  </a:lnTo>
                  <a:lnTo>
                    <a:pt x="1004" y="530"/>
                  </a:lnTo>
                  <a:lnTo>
                    <a:pt x="1004" y="530"/>
                  </a:lnTo>
                  <a:lnTo>
                    <a:pt x="1006" y="525"/>
                  </a:lnTo>
                  <a:lnTo>
                    <a:pt x="1009" y="523"/>
                  </a:lnTo>
                  <a:lnTo>
                    <a:pt x="1009" y="523"/>
                  </a:lnTo>
                  <a:lnTo>
                    <a:pt x="1011" y="521"/>
                  </a:lnTo>
                  <a:lnTo>
                    <a:pt x="1011" y="521"/>
                  </a:lnTo>
                  <a:lnTo>
                    <a:pt x="1011" y="518"/>
                  </a:lnTo>
                  <a:lnTo>
                    <a:pt x="1011" y="518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11" y="516"/>
                  </a:lnTo>
                  <a:lnTo>
                    <a:pt x="1011" y="516"/>
                  </a:lnTo>
                  <a:lnTo>
                    <a:pt x="1011" y="518"/>
                  </a:lnTo>
                  <a:lnTo>
                    <a:pt x="1011" y="518"/>
                  </a:lnTo>
                  <a:lnTo>
                    <a:pt x="1011" y="521"/>
                  </a:lnTo>
                  <a:lnTo>
                    <a:pt x="1011" y="523"/>
                  </a:lnTo>
                  <a:lnTo>
                    <a:pt x="1009" y="525"/>
                  </a:lnTo>
                  <a:lnTo>
                    <a:pt x="1009" y="528"/>
                  </a:lnTo>
                  <a:lnTo>
                    <a:pt x="1009" y="528"/>
                  </a:lnTo>
                  <a:lnTo>
                    <a:pt x="1006" y="530"/>
                  </a:lnTo>
                  <a:lnTo>
                    <a:pt x="1006" y="533"/>
                  </a:lnTo>
                  <a:lnTo>
                    <a:pt x="1006" y="533"/>
                  </a:lnTo>
                  <a:lnTo>
                    <a:pt x="1006" y="533"/>
                  </a:lnTo>
                  <a:lnTo>
                    <a:pt x="1006" y="535"/>
                  </a:lnTo>
                  <a:lnTo>
                    <a:pt x="1006" y="535"/>
                  </a:lnTo>
                  <a:lnTo>
                    <a:pt x="1009" y="537"/>
                  </a:lnTo>
                  <a:lnTo>
                    <a:pt x="1009" y="537"/>
                  </a:lnTo>
                  <a:lnTo>
                    <a:pt x="1018" y="533"/>
                  </a:lnTo>
                  <a:lnTo>
                    <a:pt x="1023" y="535"/>
                  </a:lnTo>
                  <a:lnTo>
                    <a:pt x="1025" y="533"/>
                  </a:lnTo>
                  <a:lnTo>
                    <a:pt x="1025" y="533"/>
                  </a:lnTo>
                  <a:lnTo>
                    <a:pt x="1025" y="535"/>
                  </a:lnTo>
                  <a:lnTo>
                    <a:pt x="1025" y="535"/>
                  </a:lnTo>
                  <a:lnTo>
                    <a:pt x="1027" y="535"/>
                  </a:lnTo>
                  <a:lnTo>
                    <a:pt x="1030" y="530"/>
                  </a:lnTo>
                  <a:lnTo>
                    <a:pt x="1032" y="523"/>
                  </a:lnTo>
                  <a:lnTo>
                    <a:pt x="1035" y="521"/>
                  </a:lnTo>
                  <a:lnTo>
                    <a:pt x="1035" y="518"/>
                  </a:lnTo>
                  <a:lnTo>
                    <a:pt x="1035" y="516"/>
                  </a:lnTo>
                  <a:lnTo>
                    <a:pt x="1035" y="514"/>
                  </a:lnTo>
                  <a:lnTo>
                    <a:pt x="1035" y="511"/>
                  </a:lnTo>
                  <a:lnTo>
                    <a:pt x="1035" y="507"/>
                  </a:lnTo>
                  <a:lnTo>
                    <a:pt x="1035" y="507"/>
                  </a:lnTo>
                  <a:lnTo>
                    <a:pt x="1035" y="504"/>
                  </a:lnTo>
                  <a:lnTo>
                    <a:pt x="1037" y="502"/>
                  </a:lnTo>
                  <a:lnTo>
                    <a:pt x="1037" y="502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9"/>
                  </a:lnTo>
                  <a:lnTo>
                    <a:pt x="1035" y="499"/>
                  </a:lnTo>
                  <a:lnTo>
                    <a:pt x="1035" y="499"/>
                  </a:lnTo>
                  <a:lnTo>
                    <a:pt x="1035" y="497"/>
                  </a:lnTo>
                  <a:lnTo>
                    <a:pt x="1037" y="495"/>
                  </a:lnTo>
                  <a:lnTo>
                    <a:pt x="1037" y="492"/>
                  </a:lnTo>
                  <a:lnTo>
                    <a:pt x="1037" y="492"/>
                  </a:lnTo>
                  <a:lnTo>
                    <a:pt x="1037" y="490"/>
                  </a:lnTo>
                  <a:lnTo>
                    <a:pt x="1035" y="488"/>
                  </a:lnTo>
                  <a:lnTo>
                    <a:pt x="1035" y="485"/>
                  </a:lnTo>
                  <a:lnTo>
                    <a:pt x="1035" y="485"/>
                  </a:lnTo>
                  <a:lnTo>
                    <a:pt x="1037" y="481"/>
                  </a:lnTo>
                  <a:lnTo>
                    <a:pt x="1039" y="478"/>
                  </a:lnTo>
                  <a:lnTo>
                    <a:pt x="1042" y="478"/>
                  </a:lnTo>
                  <a:lnTo>
                    <a:pt x="1042" y="478"/>
                  </a:lnTo>
                  <a:lnTo>
                    <a:pt x="1042" y="481"/>
                  </a:lnTo>
                  <a:lnTo>
                    <a:pt x="1042" y="481"/>
                  </a:lnTo>
                  <a:lnTo>
                    <a:pt x="1042" y="483"/>
                  </a:lnTo>
                  <a:lnTo>
                    <a:pt x="1039" y="483"/>
                  </a:lnTo>
                  <a:lnTo>
                    <a:pt x="1039" y="483"/>
                  </a:lnTo>
                  <a:lnTo>
                    <a:pt x="1039" y="485"/>
                  </a:lnTo>
                  <a:lnTo>
                    <a:pt x="1039" y="485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2"/>
                  </a:lnTo>
                  <a:lnTo>
                    <a:pt x="1042" y="495"/>
                  </a:lnTo>
                  <a:lnTo>
                    <a:pt x="1042" y="495"/>
                  </a:lnTo>
                  <a:lnTo>
                    <a:pt x="1042" y="497"/>
                  </a:lnTo>
                  <a:lnTo>
                    <a:pt x="1042" y="497"/>
                  </a:lnTo>
                  <a:lnTo>
                    <a:pt x="1042" y="499"/>
                  </a:lnTo>
                  <a:lnTo>
                    <a:pt x="1042" y="502"/>
                  </a:lnTo>
                  <a:lnTo>
                    <a:pt x="1039" y="502"/>
                  </a:lnTo>
                  <a:lnTo>
                    <a:pt x="1039" y="504"/>
                  </a:lnTo>
                  <a:lnTo>
                    <a:pt x="1042" y="504"/>
                  </a:lnTo>
                  <a:lnTo>
                    <a:pt x="1042" y="504"/>
                  </a:lnTo>
                  <a:lnTo>
                    <a:pt x="1042" y="511"/>
                  </a:lnTo>
                  <a:lnTo>
                    <a:pt x="1039" y="511"/>
                  </a:lnTo>
                  <a:lnTo>
                    <a:pt x="1039" y="511"/>
                  </a:lnTo>
                  <a:lnTo>
                    <a:pt x="1039" y="514"/>
                  </a:lnTo>
                  <a:lnTo>
                    <a:pt x="1039" y="514"/>
                  </a:lnTo>
                  <a:lnTo>
                    <a:pt x="1039" y="514"/>
                  </a:lnTo>
                  <a:lnTo>
                    <a:pt x="1039" y="516"/>
                  </a:lnTo>
                  <a:lnTo>
                    <a:pt x="1039" y="516"/>
                  </a:lnTo>
                  <a:lnTo>
                    <a:pt x="1037" y="525"/>
                  </a:lnTo>
                  <a:lnTo>
                    <a:pt x="1037" y="525"/>
                  </a:lnTo>
                  <a:lnTo>
                    <a:pt x="1037" y="528"/>
                  </a:lnTo>
                  <a:lnTo>
                    <a:pt x="1037" y="530"/>
                  </a:lnTo>
                  <a:lnTo>
                    <a:pt x="1037" y="530"/>
                  </a:lnTo>
                  <a:lnTo>
                    <a:pt x="1037" y="530"/>
                  </a:lnTo>
                  <a:lnTo>
                    <a:pt x="1037" y="533"/>
                  </a:lnTo>
                  <a:lnTo>
                    <a:pt x="1035" y="533"/>
                  </a:lnTo>
                  <a:lnTo>
                    <a:pt x="1035" y="535"/>
                  </a:lnTo>
                  <a:lnTo>
                    <a:pt x="1032" y="535"/>
                  </a:lnTo>
                  <a:lnTo>
                    <a:pt x="1030" y="537"/>
                  </a:lnTo>
                  <a:lnTo>
                    <a:pt x="1030" y="537"/>
                  </a:lnTo>
                  <a:lnTo>
                    <a:pt x="1030" y="540"/>
                  </a:lnTo>
                  <a:lnTo>
                    <a:pt x="1037" y="542"/>
                  </a:lnTo>
                  <a:lnTo>
                    <a:pt x="1037" y="542"/>
                  </a:lnTo>
                  <a:lnTo>
                    <a:pt x="1039" y="544"/>
                  </a:lnTo>
                  <a:lnTo>
                    <a:pt x="1039" y="544"/>
                  </a:lnTo>
                  <a:lnTo>
                    <a:pt x="1025" y="544"/>
                  </a:lnTo>
                  <a:lnTo>
                    <a:pt x="1020" y="547"/>
                  </a:lnTo>
                  <a:lnTo>
                    <a:pt x="1018" y="544"/>
                  </a:lnTo>
                  <a:lnTo>
                    <a:pt x="1016" y="544"/>
                  </a:lnTo>
                  <a:lnTo>
                    <a:pt x="1016" y="547"/>
                  </a:lnTo>
                  <a:lnTo>
                    <a:pt x="1016" y="547"/>
                  </a:lnTo>
                  <a:lnTo>
                    <a:pt x="1016" y="549"/>
                  </a:lnTo>
                  <a:lnTo>
                    <a:pt x="1016" y="549"/>
                  </a:lnTo>
                  <a:lnTo>
                    <a:pt x="1018" y="549"/>
                  </a:lnTo>
                  <a:lnTo>
                    <a:pt x="1018" y="552"/>
                  </a:lnTo>
                  <a:lnTo>
                    <a:pt x="1020" y="552"/>
                  </a:lnTo>
                  <a:lnTo>
                    <a:pt x="1020" y="554"/>
                  </a:lnTo>
                  <a:lnTo>
                    <a:pt x="1013" y="554"/>
                  </a:lnTo>
                  <a:lnTo>
                    <a:pt x="1009" y="549"/>
                  </a:lnTo>
                  <a:lnTo>
                    <a:pt x="1009" y="549"/>
                  </a:lnTo>
                  <a:lnTo>
                    <a:pt x="999" y="549"/>
                  </a:lnTo>
                  <a:lnTo>
                    <a:pt x="999" y="549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4" y="547"/>
                  </a:lnTo>
                  <a:lnTo>
                    <a:pt x="997" y="547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4" y="542"/>
                  </a:lnTo>
                  <a:lnTo>
                    <a:pt x="994" y="542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2" y="549"/>
                  </a:lnTo>
                  <a:lnTo>
                    <a:pt x="992" y="549"/>
                  </a:lnTo>
                  <a:lnTo>
                    <a:pt x="992" y="547"/>
                  </a:lnTo>
                  <a:lnTo>
                    <a:pt x="992" y="544"/>
                  </a:lnTo>
                  <a:lnTo>
                    <a:pt x="990" y="542"/>
                  </a:lnTo>
                  <a:lnTo>
                    <a:pt x="990" y="542"/>
                  </a:lnTo>
                  <a:lnTo>
                    <a:pt x="990" y="542"/>
                  </a:lnTo>
                  <a:lnTo>
                    <a:pt x="987" y="540"/>
                  </a:lnTo>
                  <a:lnTo>
                    <a:pt x="987" y="537"/>
                  </a:lnTo>
                  <a:lnTo>
                    <a:pt x="987" y="535"/>
                  </a:lnTo>
                  <a:lnTo>
                    <a:pt x="987" y="535"/>
                  </a:lnTo>
                  <a:lnTo>
                    <a:pt x="985" y="535"/>
                  </a:lnTo>
                  <a:lnTo>
                    <a:pt x="985" y="535"/>
                  </a:lnTo>
                  <a:lnTo>
                    <a:pt x="985" y="533"/>
                  </a:lnTo>
                  <a:lnTo>
                    <a:pt x="985" y="533"/>
                  </a:lnTo>
                  <a:lnTo>
                    <a:pt x="985" y="533"/>
                  </a:lnTo>
                  <a:lnTo>
                    <a:pt x="985" y="530"/>
                  </a:lnTo>
                  <a:lnTo>
                    <a:pt x="983" y="530"/>
                  </a:lnTo>
                  <a:lnTo>
                    <a:pt x="983" y="528"/>
                  </a:lnTo>
                  <a:lnTo>
                    <a:pt x="980" y="525"/>
                  </a:lnTo>
                  <a:lnTo>
                    <a:pt x="978" y="523"/>
                  </a:lnTo>
                  <a:lnTo>
                    <a:pt x="975" y="518"/>
                  </a:lnTo>
                  <a:lnTo>
                    <a:pt x="968" y="516"/>
                  </a:lnTo>
                  <a:lnTo>
                    <a:pt x="964" y="516"/>
                  </a:lnTo>
                  <a:lnTo>
                    <a:pt x="961" y="514"/>
                  </a:lnTo>
                  <a:lnTo>
                    <a:pt x="954" y="514"/>
                  </a:lnTo>
                  <a:lnTo>
                    <a:pt x="938" y="523"/>
                  </a:lnTo>
                  <a:lnTo>
                    <a:pt x="938" y="523"/>
                  </a:lnTo>
                  <a:lnTo>
                    <a:pt x="938" y="523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8" y="523"/>
                  </a:lnTo>
                  <a:lnTo>
                    <a:pt x="938" y="525"/>
                  </a:lnTo>
                  <a:lnTo>
                    <a:pt x="938" y="525"/>
                  </a:lnTo>
                  <a:lnTo>
                    <a:pt x="935" y="525"/>
                  </a:lnTo>
                  <a:lnTo>
                    <a:pt x="938" y="528"/>
                  </a:lnTo>
                  <a:lnTo>
                    <a:pt x="938" y="528"/>
                  </a:lnTo>
                  <a:lnTo>
                    <a:pt x="935" y="528"/>
                  </a:lnTo>
                  <a:lnTo>
                    <a:pt x="935" y="530"/>
                  </a:lnTo>
                  <a:lnTo>
                    <a:pt x="938" y="530"/>
                  </a:lnTo>
                  <a:lnTo>
                    <a:pt x="938" y="528"/>
                  </a:lnTo>
                  <a:lnTo>
                    <a:pt x="938" y="530"/>
                  </a:lnTo>
                  <a:lnTo>
                    <a:pt x="938" y="530"/>
                  </a:lnTo>
                  <a:lnTo>
                    <a:pt x="938" y="530"/>
                  </a:lnTo>
                  <a:lnTo>
                    <a:pt x="938" y="533"/>
                  </a:lnTo>
                  <a:lnTo>
                    <a:pt x="938" y="533"/>
                  </a:lnTo>
                  <a:lnTo>
                    <a:pt x="938" y="533"/>
                  </a:lnTo>
                  <a:lnTo>
                    <a:pt x="938" y="535"/>
                  </a:lnTo>
                  <a:lnTo>
                    <a:pt x="938" y="537"/>
                  </a:lnTo>
                  <a:lnTo>
                    <a:pt x="938" y="537"/>
                  </a:lnTo>
                  <a:lnTo>
                    <a:pt x="938" y="540"/>
                  </a:lnTo>
                  <a:lnTo>
                    <a:pt x="940" y="540"/>
                  </a:lnTo>
                  <a:lnTo>
                    <a:pt x="942" y="542"/>
                  </a:lnTo>
                  <a:lnTo>
                    <a:pt x="945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7"/>
                  </a:lnTo>
                  <a:lnTo>
                    <a:pt x="949" y="547"/>
                  </a:lnTo>
                  <a:lnTo>
                    <a:pt x="949" y="547"/>
                  </a:lnTo>
                  <a:lnTo>
                    <a:pt x="949" y="547"/>
                  </a:lnTo>
                  <a:lnTo>
                    <a:pt x="952" y="547"/>
                  </a:lnTo>
                  <a:lnTo>
                    <a:pt x="952" y="549"/>
                  </a:lnTo>
                  <a:lnTo>
                    <a:pt x="952" y="549"/>
                  </a:lnTo>
                  <a:lnTo>
                    <a:pt x="952" y="549"/>
                  </a:lnTo>
                  <a:lnTo>
                    <a:pt x="952" y="549"/>
                  </a:lnTo>
                  <a:lnTo>
                    <a:pt x="952" y="552"/>
                  </a:lnTo>
                  <a:lnTo>
                    <a:pt x="952" y="552"/>
                  </a:lnTo>
                  <a:lnTo>
                    <a:pt x="952" y="554"/>
                  </a:lnTo>
                  <a:lnTo>
                    <a:pt x="952" y="556"/>
                  </a:lnTo>
                  <a:lnTo>
                    <a:pt x="952" y="556"/>
                  </a:lnTo>
                  <a:lnTo>
                    <a:pt x="952" y="559"/>
                  </a:lnTo>
                  <a:lnTo>
                    <a:pt x="952" y="559"/>
                  </a:lnTo>
                  <a:lnTo>
                    <a:pt x="954" y="559"/>
                  </a:lnTo>
                  <a:lnTo>
                    <a:pt x="954" y="561"/>
                  </a:lnTo>
                  <a:lnTo>
                    <a:pt x="954" y="563"/>
                  </a:lnTo>
                  <a:lnTo>
                    <a:pt x="961" y="563"/>
                  </a:lnTo>
                  <a:lnTo>
                    <a:pt x="966" y="559"/>
                  </a:lnTo>
                  <a:lnTo>
                    <a:pt x="971" y="559"/>
                  </a:lnTo>
                  <a:lnTo>
                    <a:pt x="971" y="559"/>
                  </a:lnTo>
                  <a:lnTo>
                    <a:pt x="971" y="561"/>
                  </a:lnTo>
                  <a:lnTo>
                    <a:pt x="968" y="561"/>
                  </a:lnTo>
                  <a:lnTo>
                    <a:pt x="966" y="561"/>
                  </a:lnTo>
                  <a:lnTo>
                    <a:pt x="966" y="563"/>
                  </a:lnTo>
                  <a:lnTo>
                    <a:pt x="964" y="566"/>
                  </a:lnTo>
                  <a:lnTo>
                    <a:pt x="966" y="566"/>
                  </a:lnTo>
                  <a:lnTo>
                    <a:pt x="966" y="568"/>
                  </a:lnTo>
                  <a:lnTo>
                    <a:pt x="971" y="566"/>
                  </a:lnTo>
                  <a:lnTo>
                    <a:pt x="971" y="566"/>
                  </a:lnTo>
                  <a:lnTo>
                    <a:pt x="971" y="566"/>
                  </a:lnTo>
                  <a:lnTo>
                    <a:pt x="971" y="568"/>
                  </a:lnTo>
                  <a:lnTo>
                    <a:pt x="971" y="568"/>
                  </a:lnTo>
                  <a:lnTo>
                    <a:pt x="968" y="570"/>
                  </a:lnTo>
                  <a:lnTo>
                    <a:pt x="968" y="570"/>
                  </a:lnTo>
                  <a:lnTo>
                    <a:pt x="966" y="573"/>
                  </a:lnTo>
                  <a:lnTo>
                    <a:pt x="966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73" y="573"/>
                  </a:lnTo>
                  <a:lnTo>
                    <a:pt x="973" y="573"/>
                  </a:lnTo>
                  <a:lnTo>
                    <a:pt x="975" y="573"/>
                  </a:lnTo>
                  <a:lnTo>
                    <a:pt x="978" y="573"/>
                  </a:lnTo>
                  <a:lnTo>
                    <a:pt x="980" y="573"/>
                  </a:lnTo>
                  <a:lnTo>
                    <a:pt x="973" y="575"/>
                  </a:lnTo>
                  <a:lnTo>
                    <a:pt x="973" y="575"/>
                  </a:lnTo>
                  <a:lnTo>
                    <a:pt x="975" y="575"/>
                  </a:lnTo>
                  <a:lnTo>
                    <a:pt x="978" y="578"/>
                  </a:lnTo>
                  <a:lnTo>
                    <a:pt x="975" y="578"/>
                  </a:lnTo>
                  <a:lnTo>
                    <a:pt x="975" y="578"/>
                  </a:lnTo>
                  <a:lnTo>
                    <a:pt x="973" y="578"/>
                  </a:lnTo>
                  <a:lnTo>
                    <a:pt x="973" y="578"/>
                  </a:lnTo>
                  <a:lnTo>
                    <a:pt x="973" y="575"/>
                  </a:lnTo>
                  <a:lnTo>
                    <a:pt x="973" y="575"/>
                  </a:lnTo>
                  <a:lnTo>
                    <a:pt x="971" y="575"/>
                  </a:lnTo>
                  <a:lnTo>
                    <a:pt x="971" y="575"/>
                  </a:lnTo>
                  <a:lnTo>
                    <a:pt x="971" y="575"/>
                  </a:lnTo>
                  <a:lnTo>
                    <a:pt x="971" y="575"/>
                  </a:lnTo>
                  <a:lnTo>
                    <a:pt x="964" y="575"/>
                  </a:lnTo>
                  <a:lnTo>
                    <a:pt x="964" y="578"/>
                  </a:lnTo>
                  <a:lnTo>
                    <a:pt x="964" y="580"/>
                  </a:lnTo>
                  <a:lnTo>
                    <a:pt x="964" y="580"/>
                  </a:lnTo>
                  <a:lnTo>
                    <a:pt x="966" y="582"/>
                  </a:lnTo>
                  <a:lnTo>
                    <a:pt x="966" y="582"/>
                  </a:lnTo>
                  <a:lnTo>
                    <a:pt x="964" y="582"/>
                  </a:lnTo>
                  <a:lnTo>
                    <a:pt x="961" y="585"/>
                  </a:lnTo>
                  <a:lnTo>
                    <a:pt x="961" y="585"/>
                  </a:lnTo>
                  <a:lnTo>
                    <a:pt x="961" y="582"/>
                  </a:lnTo>
                  <a:lnTo>
                    <a:pt x="959" y="580"/>
                  </a:lnTo>
                  <a:lnTo>
                    <a:pt x="959" y="580"/>
                  </a:lnTo>
                  <a:lnTo>
                    <a:pt x="956" y="582"/>
                  </a:lnTo>
                  <a:lnTo>
                    <a:pt x="954" y="582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2"/>
                  </a:lnTo>
                  <a:lnTo>
                    <a:pt x="947" y="582"/>
                  </a:lnTo>
                  <a:lnTo>
                    <a:pt x="945" y="585"/>
                  </a:lnTo>
                  <a:lnTo>
                    <a:pt x="942" y="585"/>
                  </a:lnTo>
                  <a:lnTo>
                    <a:pt x="942" y="587"/>
                  </a:lnTo>
                  <a:lnTo>
                    <a:pt x="945" y="587"/>
                  </a:lnTo>
                  <a:lnTo>
                    <a:pt x="945" y="587"/>
                  </a:lnTo>
                  <a:lnTo>
                    <a:pt x="945" y="589"/>
                  </a:lnTo>
                  <a:lnTo>
                    <a:pt x="945" y="589"/>
                  </a:lnTo>
                  <a:lnTo>
                    <a:pt x="942" y="589"/>
                  </a:lnTo>
                  <a:lnTo>
                    <a:pt x="942" y="589"/>
                  </a:lnTo>
                  <a:lnTo>
                    <a:pt x="940" y="592"/>
                  </a:lnTo>
                  <a:lnTo>
                    <a:pt x="940" y="594"/>
                  </a:lnTo>
                  <a:lnTo>
                    <a:pt x="935" y="599"/>
                  </a:lnTo>
                  <a:lnTo>
                    <a:pt x="935" y="599"/>
                  </a:lnTo>
                  <a:lnTo>
                    <a:pt x="935" y="599"/>
                  </a:lnTo>
                  <a:lnTo>
                    <a:pt x="935" y="601"/>
                  </a:lnTo>
                  <a:lnTo>
                    <a:pt x="926" y="608"/>
                  </a:lnTo>
                  <a:lnTo>
                    <a:pt x="926" y="611"/>
                  </a:lnTo>
                  <a:lnTo>
                    <a:pt x="926" y="613"/>
                  </a:lnTo>
                  <a:lnTo>
                    <a:pt x="926" y="613"/>
                  </a:lnTo>
                  <a:lnTo>
                    <a:pt x="926" y="615"/>
                  </a:lnTo>
                  <a:lnTo>
                    <a:pt x="926" y="615"/>
                  </a:lnTo>
                  <a:lnTo>
                    <a:pt x="928" y="615"/>
                  </a:lnTo>
                  <a:lnTo>
                    <a:pt x="928" y="618"/>
                  </a:lnTo>
                  <a:lnTo>
                    <a:pt x="928" y="618"/>
                  </a:lnTo>
                  <a:lnTo>
                    <a:pt x="928" y="620"/>
                  </a:lnTo>
                  <a:lnTo>
                    <a:pt x="928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28" y="623"/>
                  </a:lnTo>
                  <a:lnTo>
                    <a:pt x="928" y="623"/>
                  </a:lnTo>
                  <a:lnTo>
                    <a:pt x="930" y="623"/>
                  </a:lnTo>
                  <a:lnTo>
                    <a:pt x="930" y="625"/>
                  </a:lnTo>
                  <a:lnTo>
                    <a:pt x="930" y="625"/>
                  </a:lnTo>
                  <a:lnTo>
                    <a:pt x="930" y="627"/>
                  </a:lnTo>
                  <a:lnTo>
                    <a:pt x="930" y="627"/>
                  </a:lnTo>
                  <a:lnTo>
                    <a:pt x="928" y="630"/>
                  </a:lnTo>
                  <a:lnTo>
                    <a:pt x="928" y="632"/>
                  </a:lnTo>
                  <a:lnTo>
                    <a:pt x="928" y="632"/>
                  </a:lnTo>
                  <a:lnTo>
                    <a:pt x="928" y="632"/>
                  </a:lnTo>
                  <a:lnTo>
                    <a:pt x="928" y="634"/>
                  </a:lnTo>
                  <a:lnTo>
                    <a:pt x="928" y="634"/>
                  </a:lnTo>
                  <a:lnTo>
                    <a:pt x="928" y="634"/>
                  </a:lnTo>
                  <a:lnTo>
                    <a:pt x="926" y="634"/>
                  </a:lnTo>
                  <a:lnTo>
                    <a:pt x="926" y="637"/>
                  </a:lnTo>
                  <a:lnTo>
                    <a:pt x="928" y="637"/>
                  </a:lnTo>
                  <a:lnTo>
                    <a:pt x="928" y="637"/>
                  </a:lnTo>
                  <a:lnTo>
                    <a:pt x="930" y="639"/>
                  </a:lnTo>
                  <a:lnTo>
                    <a:pt x="930" y="637"/>
                  </a:lnTo>
                  <a:lnTo>
                    <a:pt x="930" y="634"/>
                  </a:lnTo>
                  <a:lnTo>
                    <a:pt x="930" y="634"/>
                  </a:lnTo>
                  <a:lnTo>
                    <a:pt x="930" y="634"/>
                  </a:lnTo>
                  <a:lnTo>
                    <a:pt x="933" y="637"/>
                  </a:lnTo>
                  <a:lnTo>
                    <a:pt x="933" y="637"/>
                  </a:lnTo>
                  <a:lnTo>
                    <a:pt x="933" y="639"/>
                  </a:lnTo>
                  <a:lnTo>
                    <a:pt x="933" y="639"/>
                  </a:lnTo>
                  <a:lnTo>
                    <a:pt x="933" y="641"/>
                  </a:lnTo>
                  <a:lnTo>
                    <a:pt x="933" y="641"/>
                  </a:lnTo>
                  <a:lnTo>
                    <a:pt x="933" y="641"/>
                  </a:lnTo>
                  <a:lnTo>
                    <a:pt x="938" y="644"/>
                  </a:lnTo>
                  <a:lnTo>
                    <a:pt x="938" y="644"/>
                  </a:lnTo>
                  <a:lnTo>
                    <a:pt x="938" y="646"/>
                  </a:lnTo>
                  <a:lnTo>
                    <a:pt x="940" y="646"/>
                  </a:lnTo>
                  <a:lnTo>
                    <a:pt x="940" y="646"/>
                  </a:lnTo>
                  <a:lnTo>
                    <a:pt x="940" y="646"/>
                  </a:lnTo>
                  <a:lnTo>
                    <a:pt x="942" y="646"/>
                  </a:lnTo>
                  <a:lnTo>
                    <a:pt x="942" y="644"/>
                  </a:lnTo>
                  <a:lnTo>
                    <a:pt x="942" y="644"/>
                  </a:lnTo>
                  <a:lnTo>
                    <a:pt x="942" y="646"/>
                  </a:lnTo>
                  <a:lnTo>
                    <a:pt x="942" y="646"/>
                  </a:lnTo>
                  <a:lnTo>
                    <a:pt x="942" y="646"/>
                  </a:lnTo>
                  <a:lnTo>
                    <a:pt x="945" y="649"/>
                  </a:lnTo>
                  <a:lnTo>
                    <a:pt x="945" y="646"/>
                  </a:lnTo>
                  <a:lnTo>
                    <a:pt x="947" y="646"/>
                  </a:lnTo>
                  <a:lnTo>
                    <a:pt x="947" y="646"/>
                  </a:lnTo>
                  <a:lnTo>
                    <a:pt x="945" y="646"/>
                  </a:lnTo>
                  <a:lnTo>
                    <a:pt x="945" y="646"/>
                  </a:lnTo>
                  <a:lnTo>
                    <a:pt x="947" y="644"/>
                  </a:lnTo>
                  <a:lnTo>
                    <a:pt x="947" y="644"/>
                  </a:lnTo>
                  <a:lnTo>
                    <a:pt x="947" y="641"/>
                  </a:lnTo>
                  <a:lnTo>
                    <a:pt x="947" y="641"/>
                  </a:lnTo>
                  <a:lnTo>
                    <a:pt x="947" y="639"/>
                  </a:lnTo>
                  <a:lnTo>
                    <a:pt x="947" y="637"/>
                  </a:lnTo>
                  <a:lnTo>
                    <a:pt x="947" y="637"/>
                  </a:lnTo>
                  <a:lnTo>
                    <a:pt x="945" y="634"/>
                  </a:lnTo>
                  <a:lnTo>
                    <a:pt x="947" y="634"/>
                  </a:lnTo>
                  <a:lnTo>
                    <a:pt x="947" y="632"/>
                  </a:lnTo>
                  <a:lnTo>
                    <a:pt x="947" y="632"/>
                  </a:lnTo>
                  <a:lnTo>
                    <a:pt x="947" y="632"/>
                  </a:lnTo>
                  <a:lnTo>
                    <a:pt x="947" y="630"/>
                  </a:lnTo>
                  <a:lnTo>
                    <a:pt x="947" y="630"/>
                  </a:lnTo>
                  <a:lnTo>
                    <a:pt x="947" y="630"/>
                  </a:lnTo>
                  <a:lnTo>
                    <a:pt x="949" y="632"/>
                  </a:lnTo>
                  <a:lnTo>
                    <a:pt x="949" y="634"/>
                  </a:lnTo>
                  <a:lnTo>
                    <a:pt x="949" y="634"/>
                  </a:lnTo>
                  <a:lnTo>
                    <a:pt x="949" y="634"/>
                  </a:lnTo>
                  <a:lnTo>
                    <a:pt x="949" y="634"/>
                  </a:lnTo>
                  <a:lnTo>
                    <a:pt x="949" y="637"/>
                  </a:lnTo>
                  <a:lnTo>
                    <a:pt x="949" y="639"/>
                  </a:lnTo>
                  <a:lnTo>
                    <a:pt x="952" y="639"/>
                  </a:lnTo>
                  <a:lnTo>
                    <a:pt x="949" y="639"/>
                  </a:lnTo>
                  <a:lnTo>
                    <a:pt x="949" y="641"/>
                  </a:lnTo>
                  <a:lnTo>
                    <a:pt x="949" y="641"/>
                  </a:lnTo>
                  <a:lnTo>
                    <a:pt x="949" y="644"/>
                  </a:lnTo>
                  <a:lnTo>
                    <a:pt x="949" y="646"/>
                  </a:lnTo>
                  <a:lnTo>
                    <a:pt x="949" y="646"/>
                  </a:lnTo>
                  <a:lnTo>
                    <a:pt x="949" y="646"/>
                  </a:lnTo>
                  <a:lnTo>
                    <a:pt x="952" y="646"/>
                  </a:lnTo>
                  <a:lnTo>
                    <a:pt x="952" y="646"/>
                  </a:lnTo>
                  <a:lnTo>
                    <a:pt x="952" y="646"/>
                  </a:lnTo>
                  <a:lnTo>
                    <a:pt x="952" y="646"/>
                  </a:lnTo>
                  <a:lnTo>
                    <a:pt x="952" y="644"/>
                  </a:lnTo>
                  <a:lnTo>
                    <a:pt x="952" y="641"/>
                  </a:lnTo>
                  <a:lnTo>
                    <a:pt x="954" y="637"/>
                  </a:lnTo>
                  <a:lnTo>
                    <a:pt x="952" y="637"/>
                  </a:lnTo>
                  <a:lnTo>
                    <a:pt x="952" y="637"/>
                  </a:lnTo>
                  <a:lnTo>
                    <a:pt x="952" y="634"/>
                  </a:lnTo>
                  <a:lnTo>
                    <a:pt x="952" y="634"/>
                  </a:lnTo>
                  <a:lnTo>
                    <a:pt x="952" y="632"/>
                  </a:lnTo>
                  <a:lnTo>
                    <a:pt x="949" y="632"/>
                  </a:lnTo>
                  <a:lnTo>
                    <a:pt x="949" y="632"/>
                  </a:lnTo>
                  <a:lnTo>
                    <a:pt x="947" y="630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45" y="623"/>
                  </a:lnTo>
                  <a:lnTo>
                    <a:pt x="945" y="620"/>
                  </a:lnTo>
                  <a:lnTo>
                    <a:pt x="945" y="618"/>
                  </a:lnTo>
                  <a:lnTo>
                    <a:pt x="945" y="618"/>
                  </a:lnTo>
                  <a:lnTo>
                    <a:pt x="947" y="615"/>
                  </a:lnTo>
                  <a:lnTo>
                    <a:pt x="947" y="613"/>
                  </a:lnTo>
                  <a:lnTo>
                    <a:pt x="947" y="613"/>
                  </a:lnTo>
                  <a:lnTo>
                    <a:pt x="947" y="611"/>
                  </a:lnTo>
                  <a:lnTo>
                    <a:pt x="947" y="611"/>
                  </a:lnTo>
                  <a:lnTo>
                    <a:pt x="947" y="611"/>
                  </a:lnTo>
                  <a:lnTo>
                    <a:pt x="947" y="613"/>
                  </a:lnTo>
                  <a:lnTo>
                    <a:pt x="949" y="615"/>
                  </a:lnTo>
                  <a:lnTo>
                    <a:pt x="949" y="615"/>
                  </a:lnTo>
                  <a:lnTo>
                    <a:pt x="947" y="618"/>
                  </a:lnTo>
                  <a:lnTo>
                    <a:pt x="947" y="620"/>
                  </a:lnTo>
                  <a:lnTo>
                    <a:pt x="949" y="620"/>
                  </a:lnTo>
                  <a:lnTo>
                    <a:pt x="949" y="623"/>
                  </a:lnTo>
                  <a:lnTo>
                    <a:pt x="949" y="625"/>
                  </a:lnTo>
                  <a:lnTo>
                    <a:pt x="952" y="625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52" y="627"/>
                  </a:lnTo>
                  <a:lnTo>
                    <a:pt x="952" y="630"/>
                  </a:lnTo>
                  <a:lnTo>
                    <a:pt x="952" y="630"/>
                  </a:lnTo>
                  <a:lnTo>
                    <a:pt x="952" y="630"/>
                  </a:lnTo>
                  <a:lnTo>
                    <a:pt x="954" y="632"/>
                  </a:lnTo>
                  <a:lnTo>
                    <a:pt x="954" y="632"/>
                  </a:lnTo>
                  <a:lnTo>
                    <a:pt x="954" y="634"/>
                  </a:lnTo>
                  <a:lnTo>
                    <a:pt x="954" y="634"/>
                  </a:lnTo>
                  <a:lnTo>
                    <a:pt x="954" y="634"/>
                  </a:lnTo>
                  <a:lnTo>
                    <a:pt x="954" y="634"/>
                  </a:lnTo>
                  <a:lnTo>
                    <a:pt x="956" y="637"/>
                  </a:lnTo>
                  <a:lnTo>
                    <a:pt x="956" y="637"/>
                  </a:lnTo>
                  <a:lnTo>
                    <a:pt x="956" y="639"/>
                  </a:lnTo>
                  <a:lnTo>
                    <a:pt x="956" y="639"/>
                  </a:lnTo>
                  <a:lnTo>
                    <a:pt x="954" y="641"/>
                  </a:lnTo>
                  <a:lnTo>
                    <a:pt x="956" y="641"/>
                  </a:lnTo>
                  <a:lnTo>
                    <a:pt x="956" y="641"/>
                  </a:lnTo>
                  <a:lnTo>
                    <a:pt x="956" y="641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6"/>
                  </a:lnTo>
                  <a:lnTo>
                    <a:pt x="956" y="646"/>
                  </a:lnTo>
                  <a:lnTo>
                    <a:pt x="968" y="649"/>
                  </a:lnTo>
                  <a:lnTo>
                    <a:pt x="968" y="646"/>
                  </a:lnTo>
                  <a:lnTo>
                    <a:pt x="968" y="646"/>
                  </a:lnTo>
                  <a:lnTo>
                    <a:pt x="968" y="646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71" y="644"/>
                  </a:lnTo>
                  <a:lnTo>
                    <a:pt x="968" y="644"/>
                  </a:lnTo>
                  <a:lnTo>
                    <a:pt x="971" y="646"/>
                  </a:lnTo>
                  <a:lnTo>
                    <a:pt x="973" y="649"/>
                  </a:lnTo>
                  <a:lnTo>
                    <a:pt x="975" y="649"/>
                  </a:lnTo>
                  <a:lnTo>
                    <a:pt x="975" y="649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8" y="646"/>
                  </a:lnTo>
                  <a:lnTo>
                    <a:pt x="978" y="646"/>
                  </a:lnTo>
                  <a:lnTo>
                    <a:pt x="980" y="646"/>
                  </a:lnTo>
                  <a:lnTo>
                    <a:pt x="978" y="646"/>
                  </a:lnTo>
                  <a:lnTo>
                    <a:pt x="978" y="644"/>
                  </a:lnTo>
                  <a:lnTo>
                    <a:pt x="978" y="644"/>
                  </a:lnTo>
                  <a:lnTo>
                    <a:pt x="978" y="644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5" y="639"/>
                  </a:lnTo>
                  <a:lnTo>
                    <a:pt x="975" y="639"/>
                  </a:lnTo>
                  <a:lnTo>
                    <a:pt x="973" y="637"/>
                  </a:lnTo>
                  <a:lnTo>
                    <a:pt x="975" y="634"/>
                  </a:lnTo>
                  <a:lnTo>
                    <a:pt x="975" y="634"/>
                  </a:lnTo>
                  <a:lnTo>
                    <a:pt x="973" y="634"/>
                  </a:lnTo>
                  <a:lnTo>
                    <a:pt x="973" y="632"/>
                  </a:lnTo>
                  <a:lnTo>
                    <a:pt x="971" y="632"/>
                  </a:lnTo>
                  <a:lnTo>
                    <a:pt x="971" y="632"/>
                  </a:lnTo>
                  <a:lnTo>
                    <a:pt x="971" y="630"/>
                  </a:lnTo>
                  <a:lnTo>
                    <a:pt x="971" y="630"/>
                  </a:lnTo>
                  <a:lnTo>
                    <a:pt x="971" y="627"/>
                  </a:lnTo>
                  <a:lnTo>
                    <a:pt x="971" y="627"/>
                  </a:lnTo>
                  <a:lnTo>
                    <a:pt x="971" y="627"/>
                  </a:lnTo>
                  <a:lnTo>
                    <a:pt x="971" y="625"/>
                  </a:lnTo>
                  <a:lnTo>
                    <a:pt x="971" y="625"/>
                  </a:lnTo>
                  <a:lnTo>
                    <a:pt x="971" y="625"/>
                  </a:lnTo>
                  <a:lnTo>
                    <a:pt x="971" y="625"/>
                  </a:lnTo>
                  <a:lnTo>
                    <a:pt x="973" y="625"/>
                  </a:lnTo>
                  <a:lnTo>
                    <a:pt x="973" y="627"/>
                  </a:lnTo>
                  <a:lnTo>
                    <a:pt x="973" y="627"/>
                  </a:lnTo>
                  <a:lnTo>
                    <a:pt x="973" y="630"/>
                  </a:lnTo>
                  <a:lnTo>
                    <a:pt x="973" y="630"/>
                  </a:lnTo>
                  <a:lnTo>
                    <a:pt x="973" y="630"/>
                  </a:lnTo>
                  <a:lnTo>
                    <a:pt x="973" y="632"/>
                  </a:lnTo>
                  <a:lnTo>
                    <a:pt x="975" y="632"/>
                  </a:lnTo>
                  <a:lnTo>
                    <a:pt x="975" y="634"/>
                  </a:lnTo>
                  <a:lnTo>
                    <a:pt x="978" y="634"/>
                  </a:lnTo>
                  <a:lnTo>
                    <a:pt x="978" y="634"/>
                  </a:lnTo>
                  <a:lnTo>
                    <a:pt x="975" y="637"/>
                  </a:lnTo>
                  <a:lnTo>
                    <a:pt x="978" y="637"/>
                  </a:lnTo>
                  <a:lnTo>
                    <a:pt x="983" y="637"/>
                  </a:lnTo>
                  <a:lnTo>
                    <a:pt x="985" y="639"/>
                  </a:lnTo>
                  <a:lnTo>
                    <a:pt x="985" y="639"/>
                  </a:lnTo>
                  <a:lnTo>
                    <a:pt x="985" y="641"/>
                  </a:lnTo>
                  <a:lnTo>
                    <a:pt x="985" y="641"/>
                  </a:lnTo>
                  <a:lnTo>
                    <a:pt x="985" y="641"/>
                  </a:lnTo>
                  <a:lnTo>
                    <a:pt x="985" y="644"/>
                  </a:lnTo>
                  <a:lnTo>
                    <a:pt x="992" y="644"/>
                  </a:lnTo>
                  <a:lnTo>
                    <a:pt x="992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39"/>
                  </a:lnTo>
                  <a:lnTo>
                    <a:pt x="994" y="634"/>
                  </a:lnTo>
                  <a:lnTo>
                    <a:pt x="994" y="634"/>
                  </a:lnTo>
                  <a:lnTo>
                    <a:pt x="994" y="634"/>
                  </a:lnTo>
                  <a:lnTo>
                    <a:pt x="994" y="632"/>
                  </a:lnTo>
                  <a:lnTo>
                    <a:pt x="994" y="632"/>
                  </a:lnTo>
                  <a:lnTo>
                    <a:pt x="994" y="632"/>
                  </a:lnTo>
                  <a:lnTo>
                    <a:pt x="999" y="627"/>
                  </a:lnTo>
                  <a:lnTo>
                    <a:pt x="999" y="627"/>
                  </a:lnTo>
                  <a:lnTo>
                    <a:pt x="999" y="627"/>
                  </a:lnTo>
                  <a:lnTo>
                    <a:pt x="990" y="620"/>
                  </a:lnTo>
                  <a:lnTo>
                    <a:pt x="992" y="618"/>
                  </a:lnTo>
                  <a:lnTo>
                    <a:pt x="992" y="620"/>
                  </a:lnTo>
                  <a:lnTo>
                    <a:pt x="997" y="623"/>
                  </a:lnTo>
                  <a:lnTo>
                    <a:pt x="1001" y="625"/>
                  </a:lnTo>
                  <a:lnTo>
                    <a:pt x="1001" y="627"/>
                  </a:lnTo>
                  <a:lnTo>
                    <a:pt x="1001" y="630"/>
                  </a:lnTo>
                  <a:lnTo>
                    <a:pt x="999" y="632"/>
                  </a:lnTo>
                  <a:lnTo>
                    <a:pt x="999" y="632"/>
                  </a:lnTo>
                  <a:lnTo>
                    <a:pt x="999" y="634"/>
                  </a:lnTo>
                  <a:lnTo>
                    <a:pt x="999" y="634"/>
                  </a:lnTo>
                  <a:lnTo>
                    <a:pt x="999" y="637"/>
                  </a:lnTo>
                  <a:lnTo>
                    <a:pt x="999" y="637"/>
                  </a:lnTo>
                  <a:lnTo>
                    <a:pt x="999" y="637"/>
                  </a:lnTo>
                  <a:lnTo>
                    <a:pt x="999" y="637"/>
                  </a:lnTo>
                  <a:lnTo>
                    <a:pt x="999" y="639"/>
                  </a:lnTo>
                  <a:lnTo>
                    <a:pt x="1001" y="639"/>
                  </a:lnTo>
                  <a:lnTo>
                    <a:pt x="1001" y="639"/>
                  </a:lnTo>
                  <a:lnTo>
                    <a:pt x="1001" y="639"/>
                  </a:lnTo>
                  <a:lnTo>
                    <a:pt x="1004" y="639"/>
                  </a:lnTo>
                  <a:lnTo>
                    <a:pt x="1004" y="639"/>
                  </a:lnTo>
                  <a:lnTo>
                    <a:pt x="1009" y="639"/>
                  </a:lnTo>
                  <a:lnTo>
                    <a:pt x="1009" y="639"/>
                  </a:lnTo>
                  <a:lnTo>
                    <a:pt x="1013" y="639"/>
                  </a:lnTo>
                  <a:lnTo>
                    <a:pt x="1016" y="639"/>
                  </a:lnTo>
                  <a:lnTo>
                    <a:pt x="1018" y="641"/>
                  </a:lnTo>
                  <a:lnTo>
                    <a:pt x="1020" y="641"/>
                  </a:lnTo>
                  <a:lnTo>
                    <a:pt x="1020" y="641"/>
                  </a:lnTo>
                  <a:lnTo>
                    <a:pt x="1023" y="641"/>
                  </a:lnTo>
                  <a:lnTo>
                    <a:pt x="1023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4"/>
                  </a:lnTo>
                  <a:lnTo>
                    <a:pt x="1027" y="644"/>
                  </a:lnTo>
                  <a:lnTo>
                    <a:pt x="1044" y="637"/>
                  </a:lnTo>
                  <a:lnTo>
                    <a:pt x="1046" y="637"/>
                  </a:lnTo>
                  <a:lnTo>
                    <a:pt x="1044" y="634"/>
                  </a:lnTo>
                  <a:lnTo>
                    <a:pt x="1044" y="634"/>
                  </a:lnTo>
                  <a:lnTo>
                    <a:pt x="1030" y="630"/>
                  </a:lnTo>
                  <a:lnTo>
                    <a:pt x="1030" y="630"/>
                  </a:lnTo>
                  <a:lnTo>
                    <a:pt x="1030" y="630"/>
                  </a:lnTo>
                  <a:lnTo>
                    <a:pt x="1030" y="627"/>
                  </a:lnTo>
                  <a:lnTo>
                    <a:pt x="1030" y="627"/>
                  </a:lnTo>
                  <a:lnTo>
                    <a:pt x="1027" y="627"/>
                  </a:lnTo>
                  <a:lnTo>
                    <a:pt x="1027" y="627"/>
                  </a:lnTo>
                  <a:lnTo>
                    <a:pt x="1027" y="625"/>
                  </a:lnTo>
                  <a:lnTo>
                    <a:pt x="1027" y="625"/>
                  </a:lnTo>
                  <a:lnTo>
                    <a:pt x="1027" y="623"/>
                  </a:lnTo>
                  <a:lnTo>
                    <a:pt x="1025" y="623"/>
                  </a:lnTo>
                  <a:lnTo>
                    <a:pt x="1025" y="620"/>
                  </a:lnTo>
                  <a:lnTo>
                    <a:pt x="1025" y="618"/>
                  </a:lnTo>
                  <a:lnTo>
                    <a:pt x="1025" y="618"/>
                  </a:lnTo>
                  <a:lnTo>
                    <a:pt x="1025" y="615"/>
                  </a:lnTo>
                  <a:lnTo>
                    <a:pt x="1025" y="615"/>
                  </a:lnTo>
                  <a:lnTo>
                    <a:pt x="1027" y="618"/>
                  </a:lnTo>
                  <a:lnTo>
                    <a:pt x="1030" y="620"/>
                  </a:lnTo>
                  <a:lnTo>
                    <a:pt x="1032" y="623"/>
                  </a:lnTo>
                  <a:lnTo>
                    <a:pt x="1032" y="625"/>
                  </a:lnTo>
                  <a:lnTo>
                    <a:pt x="1035" y="627"/>
                  </a:lnTo>
                  <a:lnTo>
                    <a:pt x="1037" y="627"/>
                  </a:lnTo>
                  <a:lnTo>
                    <a:pt x="1039" y="627"/>
                  </a:lnTo>
                  <a:lnTo>
                    <a:pt x="1046" y="625"/>
                  </a:lnTo>
                  <a:lnTo>
                    <a:pt x="1046" y="625"/>
                  </a:lnTo>
                  <a:lnTo>
                    <a:pt x="1046" y="623"/>
                  </a:lnTo>
                  <a:lnTo>
                    <a:pt x="1046" y="623"/>
                  </a:lnTo>
                  <a:lnTo>
                    <a:pt x="1046" y="623"/>
                  </a:lnTo>
                  <a:lnTo>
                    <a:pt x="1046" y="623"/>
                  </a:lnTo>
                  <a:lnTo>
                    <a:pt x="1046" y="620"/>
                  </a:lnTo>
                  <a:lnTo>
                    <a:pt x="1044" y="620"/>
                  </a:lnTo>
                  <a:lnTo>
                    <a:pt x="1044" y="618"/>
                  </a:lnTo>
                  <a:lnTo>
                    <a:pt x="1044" y="618"/>
                  </a:lnTo>
                  <a:lnTo>
                    <a:pt x="1042" y="615"/>
                  </a:lnTo>
                  <a:lnTo>
                    <a:pt x="1042" y="613"/>
                  </a:lnTo>
                  <a:lnTo>
                    <a:pt x="1042" y="611"/>
                  </a:lnTo>
                  <a:lnTo>
                    <a:pt x="1042" y="611"/>
                  </a:lnTo>
                  <a:lnTo>
                    <a:pt x="1042" y="611"/>
                  </a:lnTo>
                  <a:lnTo>
                    <a:pt x="1039" y="608"/>
                  </a:lnTo>
                  <a:lnTo>
                    <a:pt x="1039" y="608"/>
                  </a:lnTo>
                  <a:lnTo>
                    <a:pt x="1039" y="608"/>
                  </a:lnTo>
                  <a:lnTo>
                    <a:pt x="1039" y="606"/>
                  </a:lnTo>
                  <a:lnTo>
                    <a:pt x="1039" y="606"/>
                  </a:lnTo>
                  <a:lnTo>
                    <a:pt x="1044" y="608"/>
                  </a:lnTo>
                  <a:lnTo>
                    <a:pt x="1044" y="608"/>
                  </a:lnTo>
                  <a:lnTo>
                    <a:pt x="1046" y="613"/>
                  </a:lnTo>
                  <a:lnTo>
                    <a:pt x="1046" y="615"/>
                  </a:lnTo>
                  <a:lnTo>
                    <a:pt x="1049" y="615"/>
                  </a:lnTo>
                  <a:lnTo>
                    <a:pt x="1051" y="618"/>
                  </a:lnTo>
                  <a:lnTo>
                    <a:pt x="1051" y="620"/>
                  </a:lnTo>
                  <a:lnTo>
                    <a:pt x="1054" y="620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8" y="623"/>
                  </a:lnTo>
                  <a:lnTo>
                    <a:pt x="1068" y="623"/>
                  </a:lnTo>
                  <a:lnTo>
                    <a:pt x="1068" y="623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5" y="620"/>
                  </a:lnTo>
                  <a:lnTo>
                    <a:pt x="1065" y="618"/>
                  </a:lnTo>
                  <a:lnTo>
                    <a:pt x="1065" y="618"/>
                  </a:lnTo>
                  <a:lnTo>
                    <a:pt x="1065" y="615"/>
                  </a:lnTo>
                  <a:lnTo>
                    <a:pt x="1065" y="615"/>
                  </a:lnTo>
                  <a:lnTo>
                    <a:pt x="1065" y="615"/>
                  </a:lnTo>
                  <a:lnTo>
                    <a:pt x="1065" y="615"/>
                  </a:lnTo>
                  <a:lnTo>
                    <a:pt x="1065" y="613"/>
                  </a:lnTo>
                  <a:lnTo>
                    <a:pt x="1065" y="613"/>
                  </a:lnTo>
                  <a:lnTo>
                    <a:pt x="1063" y="611"/>
                  </a:lnTo>
                  <a:lnTo>
                    <a:pt x="1063" y="608"/>
                  </a:lnTo>
                  <a:lnTo>
                    <a:pt x="1063" y="608"/>
                  </a:lnTo>
                  <a:lnTo>
                    <a:pt x="1061" y="608"/>
                  </a:lnTo>
                  <a:lnTo>
                    <a:pt x="1061" y="606"/>
                  </a:lnTo>
                  <a:lnTo>
                    <a:pt x="1058" y="606"/>
                  </a:lnTo>
                  <a:lnTo>
                    <a:pt x="1058" y="606"/>
                  </a:lnTo>
                  <a:lnTo>
                    <a:pt x="1058" y="604"/>
                  </a:lnTo>
                  <a:lnTo>
                    <a:pt x="1058" y="604"/>
                  </a:lnTo>
                  <a:lnTo>
                    <a:pt x="1056" y="601"/>
                  </a:lnTo>
                  <a:lnTo>
                    <a:pt x="1054" y="601"/>
                  </a:lnTo>
                  <a:lnTo>
                    <a:pt x="1054" y="599"/>
                  </a:lnTo>
                  <a:lnTo>
                    <a:pt x="1054" y="599"/>
                  </a:lnTo>
                  <a:lnTo>
                    <a:pt x="1056" y="596"/>
                  </a:lnTo>
                  <a:lnTo>
                    <a:pt x="1056" y="594"/>
                  </a:lnTo>
                  <a:lnTo>
                    <a:pt x="1056" y="594"/>
                  </a:lnTo>
                  <a:lnTo>
                    <a:pt x="1056" y="594"/>
                  </a:lnTo>
                  <a:lnTo>
                    <a:pt x="1056" y="594"/>
                  </a:lnTo>
                  <a:lnTo>
                    <a:pt x="1056" y="596"/>
                  </a:lnTo>
                  <a:lnTo>
                    <a:pt x="1056" y="596"/>
                  </a:lnTo>
                  <a:lnTo>
                    <a:pt x="1056" y="599"/>
                  </a:lnTo>
                  <a:lnTo>
                    <a:pt x="1056" y="599"/>
                  </a:lnTo>
                  <a:lnTo>
                    <a:pt x="1058" y="601"/>
                  </a:lnTo>
                  <a:lnTo>
                    <a:pt x="1058" y="601"/>
                  </a:lnTo>
                  <a:lnTo>
                    <a:pt x="1058" y="601"/>
                  </a:lnTo>
                  <a:lnTo>
                    <a:pt x="1063" y="604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5" y="606"/>
                  </a:lnTo>
                  <a:lnTo>
                    <a:pt x="1065" y="608"/>
                  </a:lnTo>
                  <a:lnTo>
                    <a:pt x="1065" y="608"/>
                  </a:lnTo>
                  <a:lnTo>
                    <a:pt x="1068" y="611"/>
                  </a:lnTo>
                  <a:lnTo>
                    <a:pt x="1068" y="613"/>
                  </a:lnTo>
                  <a:lnTo>
                    <a:pt x="1068" y="613"/>
                  </a:lnTo>
                  <a:lnTo>
                    <a:pt x="1068" y="613"/>
                  </a:lnTo>
                  <a:lnTo>
                    <a:pt x="1070" y="615"/>
                  </a:lnTo>
                  <a:lnTo>
                    <a:pt x="1068" y="615"/>
                  </a:lnTo>
                  <a:lnTo>
                    <a:pt x="1068" y="615"/>
                  </a:lnTo>
                  <a:lnTo>
                    <a:pt x="1070" y="618"/>
                  </a:lnTo>
                  <a:lnTo>
                    <a:pt x="1072" y="620"/>
                  </a:lnTo>
                  <a:lnTo>
                    <a:pt x="1075" y="620"/>
                  </a:lnTo>
                  <a:lnTo>
                    <a:pt x="1077" y="623"/>
                  </a:lnTo>
                  <a:lnTo>
                    <a:pt x="1077" y="623"/>
                  </a:lnTo>
                  <a:lnTo>
                    <a:pt x="1089" y="618"/>
                  </a:lnTo>
                  <a:lnTo>
                    <a:pt x="1089" y="615"/>
                  </a:lnTo>
                  <a:lnTo>
                    <a:pt x="1089" y="615"/>
                  </a:lnTo>
                  <a:lnTo>
                    <a:pt x="1089" y="613"/>
                  </a:lnTo>
                  <a:lnTo>
                    <a:pt x="1087" y="611"/>
                  </a:lnTo>
                  <a:lnTo>
                    <a:pt x="1087" y="608"/>
                  </a:lnTo>
                  <a:lnTo>
                    <a:pt x="1087" y="606"/>
                  </a:lnTo>
                  <a:lnTo>
                    <a:pt x="1087" y="604"/>
                  </a:lnTo>
                  <a:lnTo>
                    <a:pt x="1082" y="601"/>
                  </a:lnTo>
                  <a:lnTo>
                    <a:pt x="1080" y="601"/>
                  </a:lnTo>
                  <a:lnTo>
                    <a:pt x="1077" y="599"/>
                  </a:lnTo>
                  <a:lnTo>
                    <a:pt x="1075" y="596"/>
                  </a:lnTo>
                  <a:lnTo>
                    <a:pt x="1075" y="592"/>
                  </a:lnTo>
                  <a:lnTo>
                    <a:pt x="1072" y="592"/>
                  </a:lnTo>
                  <a:lnTo>
                    <a:pt x="1072" y="592"/>
                  </a:lnTo>
                  <a:lnTo>
                    <a:pt x="1070" y="592"/>
                  </a:lnTo>
                  <a:lnTo>
                    <a:pt x="1070" y="589"/>
                  </a:lnTo>
                  <a:lnTo>
                    <a:pt x="1070" y="589"/>
                  </a:lnTo>
                  <a:lnTo>
                    <a:pt x="1068" y="587"/>
                  </a:lnTo>
                  <a:lnTo>
                    <a:pt x="1068" y="587"/>
                  </a:lnTo>
                  <a:lnTo>
                    <a:pt x="1068" y="587"/>
                  </a:lnTo>
                  <a:lnTo>
                    <a:pt x="1068" y="585"/>
                  </a:lnTo>
                  <a:lnTo>
                    <a:pt x="1068" y="587"/>
                  </a:lnTo>
                  <a:lnTo>
                    <a:pt x="1070" y="587"/>
                  </a:lnTo>
                  <a:lnTo>
                    <a:pt x="1072" y="587"/>
                  </a:lnTo>
                  <a:lnTo>
                    <a:pt x="1072" y="589"/>
                  </a:lnTo>
                  <a:lnTo>
                    <a:pt x="1072" y="589"/>
                  </a:lnTo>
                  <a:lnTo>
                    <a:pt x="1072" y="589"/>
                  </a:lnTo>
                  <a:lnTo>
                    <a:pt x="1075" y="592"/>
                  </a:lnTo>
                  <a:lnTo>
                    <a:pt x="1075" y="592"/>
                  </a:lnTo>
                  <a:lnTo>
                    <a:pt x="1077" y="594"/>
                  </a:lnTo>
                  <a:lnTo>
                    <a:pt x="1077" y="594"/>
                  </a:lnTo>
                  <a:lnTo>
                    <a:pt x="1080" y="599"/>
                  </a:lnTo>
                  <a:lnTo>
                    <a:pt x="1082" y="599"/>
                  </a:lnTo>
                  <a:lnTo>
                    <a:pt x="1084" y="599"/>
                  </a:lnTo>
                  <a:lnTo>
                    <a:pt x="1089" y="594"/>
                  </a:lnTo>
                  <a:lnTo>
                    <a:pt x="1091" y="592"/>
                  </a:lnTo>
                  <a:lnTo>
                    <a:pt x="1091" y="592"/>
                  </a:lnTo>
                  <a:lnTo>
                    <a:pt x="1091" y="592"/>
                  </a:lnTo>
                  <a:lnTo>
                    <a:pt x="1091" y="592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6"/>
                  </a:lnTo>
                  <a:lnTo>
                    <a:pt x="1089" y="596"/>
                  </a:lnTo>
                  <a:lnTo>
                    <a:pt x="1087" y="599"/>
                  </a:lnTo>
                  <a:lnTo>
                    <a:pt x="1087" y="599"/>
                  </a:lnTo>
                  <a:lnTo>
                    <a:pt x="1089" y="601"/>
                  </a:lnTo>
                  <a:lnTo>
                    <a:pt x="1089" y="601"/>
                  </a:lnTo>
                  <a:lnTo>
                    <a:pt x="1089" y="601"/>
                  </a:lnTo>
                  <a:lnTo>
                    <a:pt x="1089" y="601"/>
                  </a:lnTo>
                  <a:lnTo>
                    <a:pt x="1089" y="604"/>
                  </a:lnTo>
                  <a:lnTo>
                    <a:pt x="1089" y="606"/>
                  </a:lnTo>
                  <a:lnTo>
                    <a:pt x="1089" y="606"/>
                  </a:lnTo>
                  <a:lnTo>
                    <a:pt x="1089" y="608"/>
                  </a:lnTo>
                  <a:lnTo>
                    <a:pt x="1094" y="608"/>
                  </a:lnTo>
                  <a:lnTo>
                    <a:pt x="1101" y="608"/>
                  </a:lnTo>
                  <a:lnTo>
                    <a:pt x="1103" y="606"/>
                  </a:lnTo>
                  <a:lnTo>
                    <a:pt x="1106" y="606"/>
                  </a:lnTo>
                  <a:lnTo>
                    <a:pt x="1106" y="604"/>
                  </a:lnTo>
                  <a:lnTo>
                    <a:pt x="1106" y="604"/>
                  </a:lnTo>
                  <a:lnTo>
                    <a:pt x="1106" y="601"/>
                  </a:lnTo>
                  <a:lnTo>
                    <a:pt x="1106" y="599"/>
                  </a:lnTo>
                  <a:lnTo>
                    <a:pt x="1108" y="601"/>
                  </a:lnTo>
                  <a:lnTo>
                    <a:pt x="1108" y="604"/>
                  </a:lnTo>
                  <a:lnTo>
                    <a:pt x="1108" y="604"/>
                  </a:lnTo>
                  <a:lnTo>
                    <a:pt x="1110" y="604"/>
                  </a:lnTo>
                  <a:lnTo>
                    <a:pt x="1113" y="604"/>
                  </a:lnTo>
                  <a:lnTo>
                    <a:pt x="1113" y="604"/>
                  </a:lnTo>
                  <a:lnTo>
                    <a:pt x="1113" y="604"/>
                  </a:lnTo>
                  <a:lnTo>
                    <a:pt x="1115" y="606"/>
                  </a:lnTo>
                  <a:lnTo>
                    <a:pt x="1115" y="606"/>
                  </a:lnTo>
                  <a:lnTo>
                    <a:pt x="1117" y="608"/>
                  </a:lnTo>
                  <a:lnTo>
                    <a:pt x="1120" y="608"/>
                  </a:lnTo>
                  <a:lnTo>
                    <a:pt x="1120" y="611"/>
                  </a:lnTo>
                  <a:lnTo>
                    <a:pt x="1120" y="613"/>
                  </a:lnTo>
                  <a:lnTo>
                    <a:pt x="1120" y="613"/>
                  </a:lnTo>
                  <a:lnTo>
                    <a:pt x="1120" y="615"/>
                  </a:lnTo>
                  <a:lnTo>
                    <a:pt x="1120" y="615"/>
                  </a:lnTo>
                  <a:lnTo>
                    <a:pt x="1120" y="615"/>
                  </a:lnTo>
                  <a:lnTo>
                    <a:pt x="1120" y="620"/>
                  </a:lnTo>
                  <a:lnTo>
                    <a:pt x="1120" y="623"/>
                  </a:lnTo>
                  <a:lnTo>
                    <a:pt x="1117" y="623"/>
                  </a:lnTo>
                  <a:lnTo>
                    <a:pt x="1117" y="623"/>
                  </a:lnTo>
                  <a:lnTo>
                    <a:pt x="1117" y="625"/>
                  </a:lnTo>
                  <a:lnTo>
                    <a:pt x="1120" y="625"/>
                  </a:lnTo>
                  <a:lnTo>
                    <a:pt x="1120" y="625"/>
                  </a:lnTo>
                  <a:lnTo>
                    <a:pt x="1120" y="625"/>
                  </a:lnTo>
                  <a:lnTo>
                    <a:pt x="1117" y="627"/>
                  </a:lnTo>
                  <a:lnTo>
                    <a:pt x="1120" y="627"/>
                  </a:lnTo>
                  <a:lnTo>
                    <a:pt x="1122" y="627"/>
                  </a:lnTo>
                  <a:lnTo>
                    <a:pt x="1122" y="627"/>
                  </a:lnTo>
                  <a:lnTo>
                    <a:pt x="1122" y="630"/>
                  </a:lnTo>
                  <a:lnTo>
                    <a:pt x="1120" y="630"/>
                  </a:lnTo>
                  <a:lnTo>
                    <a:pt x="1120" y="632"/>
                  </a:lnTo>
                  <a:lnTo>
                    <a:pt x="1120" y="632"/>
                  </a:lnTo>
                  <a:lnTo>
                    <a:pt x="1122" y="634"/>
                  </a:lnTo>
                  <a:lnTo>
                    <a:pt x="1122" y="634"/>
                  </a:lnTo>
                  <a:lnTo>
                    <a:pt x="1125" y="632"/>
                  </a:lnTo>
                  <a:lnTo>
                    <a:pt x="1125" y="630"/>
                  </a:lnTo>
                  <a:lnTo>
                    <a:pt x="1125" y="630"/>
                  </a:lnTo>
                  <a:lnTo>
                    <a:pt x="1127" y="630"/>
                  </a:lnTo>
                  <a:lnTo>
                    <a:pt x="1129" y="630"/>
                  </a:lnTo>
                  <a:lnTo>
                    <a:pt x="1129" y="630"/>
                  </a:lnTo>
                  <a:lnTo>
                    <a:pt x="1129" y="627"/>
                  </a:lnTo>
                  <a:lnTo>
                    <a:pt x="1129" y="625"/>
                  </a:lnTo>
                  <a:lnTo>
                    <a:pt x="1129" y="625"/>
                  </a:lnTo>
                  <a:lnTo>
                    <a:pt x="1134" y="625"/>
                  </a:lnTo>
                  <a:lnTo>
                    <a:pt x="1134" y="625"/>
                  </a:lnTo>
                  <a:lnTo>
                    <a:pt x="1134" y="623"/>
                  </a:lnTo>
                  <a:lnTo>
                    <a:pt x="1136" y="620"/>
                  </a:lnTo>
                  <a:lnTo>
                    <a:pt x="1136" y="620"/>
                  </a:lnTo>
                  <a:lnTo>
                    <a:pt x="1139" y="620"/>
                  </a:lnTo>
                  <a:lnTo>
                    <a:pt x="1148" y="611"/>
                  </a:lnTo>
                  <a:lnTo>
                    <a:pt x="1148" y="608"/>
                  </a:lnTo>
                  <a:lnTo>
                    <a:pt x="1153" y="611"/>
                  </a:lnTo>
                  <a:lnTo>
                    <a:pt x="1153" y="608"/>
                  </a:lnTo>
                  <a:lnTo>
                    <a:pt x="1155" y="608"/>
                  </a:lnTo>
                  <a:lnTo>
                    <a:pt x="1153" y="606"/>
                  </a:lnTo>
                  <a:lnTo>
                    <a:pt x="1153" y="604"/>
                  </a:lnTo>
                  <a:lnTo>
                    <a:pt x="1153" y="604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599"/>
                  </a:lnTo>
                  <a:lnTo>
                    <a:pt x="1153" y="599"/>
                  </a:lnTo>
                  <a:lnTo>
                    <a:pt x="1155" y="596"/>
                  </a:lnTo>
                  <a:lnTo>
                    <a:pt x="1158" y="596"/>
                  </a:lnTo>
                  <a:lnTo>
                    <a:pt x="1158" y="594"/>
                  </a:lnTo>
                  <a:lnTo>
                    <a:pt x="1158" y="594"/>
                  </a:lnTo>
                  <a:lnTo>
                    <a:pt x="1155" y="589"/>
                  </a:lnTo>
                  <a:lnTo>
                    <a:pt x="1155" y="587"/>
                  </a:lnTo>
                  <a:lnTo>
                    <a:pt x="1155" y="585"/>
                  </a:lnTo>
                  <a:lnTo>
                    <a:pt x="1155" y="585"/>
                  </a:lnTo>
                  <a:lnTo>
                    <a:pt x="1155" y="585"/>
                  </a:lnTo>
                  <a:lnTo>
                    <a:pt x="1155" y="582"/>
                  </a:lnTo>
                  <a:lnTo>
                    <a:pt x="1158" y="582"/>
                  </a:lnTo>
                  <a:lnTo>
                    <a:pt x="1158" y="582"/>
                  </a:lnTo>
                  <a:lnTo>
                    <a:pt x="1160" y="582"/>
                  </a:lnTo>
                  <a:lnTo>
                    <a:pt x="1160" y="582"/>
                  </a:lnTo>
                  <a:lnTo>
                    <a:pt x="1160" y="585"/>
                  </a:lnTo>
                  <a:lnTo>
                    <a:pt x="1160" y="585"/>
                  </a:lnTo>
                  <a:lnTo>
                    <a:pt x="1160" y="585"/>
                  </a:lnTo>
                  <a:lnTo>
                    <a:pt x="1162" y="587"/>
                  </a:lnTo>
                  <a:lnTo>
                    <a:pt x="1162" y="587"/>
                  </a:lnTo>
                  <a:lnTo>
                    <a:pt x="1162" y="587"/>
                  </a:lnTo>
                  <a:lnTo>
                    <a:pt x="1162" y="587"/>
                  </a:lnTo>
                  <a:lnTo>
                    <a:pt x="1162" y="589"/>
                  </a:lnTo>
                  <a:lnTo>
                    <a:pt x="1165" y="592"/>
                  </a:lnTo>
                  <a:lnTo>
                    <a:pt x="1165" y="592"/>
                  </a:lnTo>
                  <a:lnTo>
                    <a:pt x="1167" y="589"/>
                  </a:lnTo>
                  <a:lnTo>
                    <a:pt x="1167" y="587"/>
                  </a:lnTo>
                  <a:lnTo>
                    <a:pt x="1167" y="587"/>
                  </a:lnTo>
                  <a:lnTo>
                    <a:pt x="1169" y="582"/>
                  </a:lnTo>
                  <a:lnTo>
                    <a:pt x="1169" y="582"/>
                  </a:lnTo>
                  <a:lnTo>
                    <a:pt x="1169" y="582"/>
                  </a:lnTo>
                  <a:lnTo>
                    <a:pt x="1169" y="580"/>
                  </a:lnTo>
                  <a:lnTo>
                    <a:pt x="1169" y="580"/>
                  </a:lnTo>
                  <a:lnTo>
                    <a:pt x="1169" y="578"/>
                  </a:lnTo>
                  <a:lnTo>
                    <a:pt x="1169" y="578"/>
                  </a:lnTo>
                  <a:lnTo>
                    <a:pt x="1169" y="575"/>
                  </a:lnTo>
                  <a:lnTo>
                    <a:pt x="1169" y="573"/>
                  </a:lnTo>
                  <a:lnTo>
                    <a:pt x="1169" y="573"/>
                  </a:lnTo>
                  <a:lnTo>
                    <a:pt x="1172" y="573"/>
                  </a:lnTo>
                  <a:lnTo>
                    <a:pt x="1174" y="573"/>
                  </a:lnTo>
                  <a:lnTo>
                    <a:pt x="1174" y="570"/>
                  </a:lnTo>
                  <a:lnTo>
                    <a:pt x="1172" y="568"/>
                  </a:lnTo>
                  <a:lnTo>
                    <a:pt x="1172" y="568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3"/>
                  </a:lnTo>
                  <a:lnTo>
                    <a:pt x="1172" y="563"/>
                  </a:lnTo>
                  <a:lnTo>
                    <a:pt x="1172" y="563"/>
                  </a:lnTo>
                  <a:lnTo>
                    <a:pt x="1169" y="561"/>
                  </a:lnTo>
                  <a:lnTo>
                    <a:pt x="1169" y="561"/>
                  </a:lnTo>
                  <a:lnTo>
                    <a:pt x="1169" y="561"/>
                  </a:lnTo>
                  <a:lnTo>
                    <a:pt x="1169" y="559"/>
                  </a:lnTo>
                  <a:lnTo>
                    <a:pt x="1169" y="559"/>
                  </a:lnTo>
                  <a:lnTo>
                    <a:pt x="1169" y="559"/>
                  </a:lnTo>
                  <a:lnTo>
                    <a:pt x="1169" y="556"/>
                  </a:lnTo>
                  <a:lnTo>
                    <a:pt x="1167" y="554"/>
                  </a:lnTo>
                  <a:lnTo>
                    <a:pt x="1165" y="554"/>
                  </a:lnTo>
                  <a:lnTo>
                    <a:pt x="1165" y="554"/>
                  </a:lnTo>
                  <a:lnTo>
                    <a:pt x="1165" y="552"/>
                  </a:lnTo>
                  <a:lnTo>
                    <a:pt x="1165" y="552"/>
                  </a:lnTo>
                  <a:lnTo>
                    <a:pt x="1162" y="549"/>
                  </a:lnTo>
                  <a:lnTo>
                    <a:pt x="1162" y="549"/>
                  </a:lnTo>
                  <a:lnTo>
                    <a:pt x="1162" y="549"/>
                  </a:lnTo>
                  <a:lnTo>
                    <a:pt x="1162" y="547"/>
                  </a:lnTo>
                  <a:lnTo>
                    <a:pt x="1162" y="547"/>
                  </a:lnTo>
                  <a:lnTo>
                    <a:pt x="1160" y="547"/>
                  </a:lnTo>
                  <a:lnTo>
                    <a:pt x="1155" y="542"/>
                  </a:lnTo>
                  <a:lnTo>
                    <a:pt x="1155" y="542"/>
                  </a:lnTo>
                  <a:lnTo>
                    <a:pt x="1151" y="544"/>
                  </a:lnTo>
                  <a:lnTo>
                    <a:pt x="1151" y="544"/>
                  </a:lnTo>
                  <a:lnTo>
                    <a:pt x="1151" y="544"/>
                  </a:lnTo>
                  <a:lnTo>
                    <a:pt x="1151" y="544"/>
                  </a:lnTo>
                  <a:lnTo>
                    <a:pt x="1151" y="547"/>
                  </a:lnTo>
                  <a:lnTo>
                    <a:pt x="1151" y="547"/>
                  </a:lnTo>
                  <a:lnTo>
                    <a:pt x="1151" y="547"/>
                  </a:lnTo>
                  <a:lnTo>
                    <a:pt x="1151" y="549"/>
                  </a:lnTo>
                  <a:lnTo>
                    <a:pt x="1151" y="549"/>
                  </a:lnTo>
                  <a:lnTo>
                    <a:pt x="1151" y="549"/>
                  </a:lnTo>
                  <a:lnTo>
                    <a:pt x="1148" y="552"/>
                  </a:lnTo>
                  <a:lnTo>
                    <a:pt x="1148" y="552"/>
                  </a:lnTo>
                  <a:lnTo>
                    <a:pt x="1148" y="554"/>
                  </a:lnTo>
                  <a:lnTo>
                    <a:pt x="1151" y="554"/>
                  </a:lnTo>
                  <a:lnTo>
                    <a:pt x="1151" y="556"/>
                  </a:lnTo>
                  <a:lnTo>
                    <a:pt x="1151" y="556"/>
                  </a:lnTo>
                  <a:lnTo>
                    <a:pt x="1148" y="556"/>
                  </a:lnTo>
                  <a:lnTo>
                    <a:pt x="1148" y="559"/>
                  </a:lnTo>
                  <a:lnTo>
                    <a:pt x="1148" y="559"/>
                  </a:lnTo>
                  <a:lnTo>
                    <a:pt x="1148" y="561"/>
                  </a:lnTo>
                  <a:lnTo>
                    <a:pt x="1148" y="563"/>
                  </a:lnTo>
                  <a:lnTo>
                    <a:pt x="1143" y="563"/>
                  </a:lnTo>
                  <a:lnTo>
                    <a:pt x="1143" y="561"/>
                  </a:lnTo>
                  <a:lnTo>
                    <a:pt x="1143" y="561"/>
                  </a:lnTo>
                  <a:lnTo>
                    <a:pt x="1143" y="559"/>
                  </a:lnTo>
                  <a:lnTo>
                    <a:pt x="1143" y="559"/>
                  </a:lnTo>
                  <a:lnTo>
                    <a:pt x="1143" y="559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1" y="554"/>
                  </a:lnTo>
                  <a:lnTo>
                    <a:pt x="1141" y="554"/>
                  </a:lnTo>
                  <a:lnTo>
                    <a:pt x="1139" y="554"/>
                  </a:lnTo>
                  <a:lnTo>
                    <a:pt x="1139" y="556"/>
                  </a:lnTo>
                  <a:lnTo>
                    <a:pt x="1139" y="556"/>
                  </a:lnTo>
                  <a:lnTo>
                    <a:pt x="1139" y="556"/>
                  </a:lnTo>
                  <a:lnTo>
                    <a:pt x="1132" y="559"/>
                  </a:lnTo>
                  <a:lnTo>
                    <a:pt x="1132" y="559"/>
                  </a:lnTo>
                  <a:lnTo>
                    <a:pt x="1132" y="556"/>
                  </a:lnTo>
                  <a:lnTo>
                    <a:pt x="1132" y="556"/>
                  </a:lnTo>
                  <a:lnTo>
                    <a:pt x="1132" y="556"/>
                  </a:lnTo>
                  <a:lnTo>
                    <a:pt x="1132" y="556"/>
                  </a:lnTo>
                  <a:lnTo>
                    <a:pt x="1132" y="554"/>
                  </a:lnTo>
                  <a:lnTo>
                    <a:pt x="1134" y="544"/>
                  </a:lnTo>
                  <a:lnTo>
                    <a:pt x="1134" y="542"/>
                  </a:lnTo>
                  <a:lnTo>
                    <a:pt x="1134" y="542"/>
                  </a:lnTo>
                  <a:lnTo>
                    <a:pt x="1134" y="540"/>
                  </a:lnTo>
                  <a:lnTo>
                    <a:pt x="1132" y="540"/>
                  </a:lnTo>
                  <a:lnTo>
                    <a:pt x="1132" y="540"/>
                  </a:lnTo>
                  <a:lnTo>
                    <a:pt x="1132" y="537"/>
                  </a:lnTo>
                  <a:lnTo>
                    <a:pt x="1132" y="537"/>
                  </a:lnTo>
                  <a:lnTo>
                    <a:pt x="1132" y="537"/>
                  </a:lnTo>
                  <a:lnTo>
                    <a:pt x="1132" y="537"/>
                  </a:lnTo>
                  <a:lnTo>
                    <a:pt x="1129" y="535"/>
                  </a:lnTo>
                  <a:lnTo>
                    <a:pt x="1127" y="535"/>
                  </a:lnTo>
                  <a:lnTo>
                    <a:pt x="1127" y="533"/>
                  </a:lnTo>
                  <a:lnTo>
                    <a:pt x="1125" y="535"/>
                  </a:lnTo>
                  <a:lnTo>
                    <a:pt x="1122" y="533"/>
                  </a:lnTo>
                  <a:lnTo>
                    <a:pt x="1115" y="535"/>
                  </a:lnTo>
                  <a:lnTo>
                    <a:pt x="1113" y="540"/>
                  </a:lnTo>
                  <a:lnTo>
                    <a:pt x="1108" y="552"/>
                  </a:lnTo>
                  <a:lnTo>
                    <a:pt x="1108" y="552"/>
                  </a:lnTo>
                  <a:lnTo>
                    <a:pt x="1108" y="552"/>
                  </a:lnTo>
                  <a:lnTo>
                    <a:pt x="1108" y="549"/>
                  </a:lnTo>
                  <a:lnTo>
                    <a:pt x="1108" y="547"/>
                  </a:lnTo>
                  <a:lnTo>
                    <a:pt x="1108" y="544"/>
                  </a:lnTo>
                  <a:lnTo>
                    <a:pt x="1110" y="542"/>
                  </a:lnTo>
                  <a:lnTo>
                    <a:pt x="1110" y="540"/>
                  </a:lnTo>
                  <a:lnTo>
                    <a:pt x="1108" y="540"/>
                  </a:lnTo>
                  <a:lnTo>
                    <a:pt x="1106" y="540"/>
                  </a:lnTo>
                  <a:lnTo>
                    <a:pt x="1106" y="540"/>
                  </a:lnTo>
                  <a:lnTo>
                    <a:pt x="1103" y="540"/>
                  </a:lnTo>
                  <a:lnTo>
                    <a:pt x="1087" y="537"/>
                  </a:lnTo>
                  <a:lnTo>
                    <a:pt x="1082" y="544"/>
                  </a:lnTo>
                  <a:lnTo>
                    <a:pt x="1082" y="547"/>
                  </a:lnTo>
                  <a:lnTo>
                    <a:pt x="1080" y="549"/>
                  </a:lnTo>
                  <a:lnTo>
                    <a:pt x="1077" y="552"/>
                  </a:lnTo>
                  <a:lnTo>
                    <a:pt x="1077" y="552"/>
                  </a:lnTo>
                  <a:lnTo>
                    <a:pt x="1075" y="552"/>
                  </a:lnTo>
                  <a:lnTo>
                    <a:pt x="1075" y="552"/>
                  </a:lnTo>
                  <a:lnTo>
                    <a:pt x="1075" y="549"/>
                  </a:lnTo>
                  <a:lnTo>
                    <a:pt x="1075" y="549"/>
                  </a:lnTo>
                  <a:lnTo>
                    <a:pt x="1075" y="549"/>
                  </a:lnTo>
                  <a:lnTo>
                    <a:pt x="1075" y="549"/>
                  </a:lnTo>
                  <a:lnTo>
                    <a:pt x="1072" y="547"/>
                  </a:lnTo>
                  <a:lnTo>
                    <a:pt x="1072" y="547"/>
                  </a:lnTo>
                  <a:lnTo>
                    <a:pt x="1072" y="544"/>
                  </a:lnTo>
                  <a:lnTo>
                    <a:pt x="1072" y="544"/>
                  </a:lnTo>
                  <a:lnTo>
                    <a:pt x="1070" y="544"/>
                  </a:lnTo>
                  <a:lnTo>
                    <a:pt x="1065" y="542"/>
                  </a:lnTo>
                  <a:lnTo>
                    <a:pt x="1065" y="542"/>
                  </a:lnTo>
                  <a:lnTo>
                    <a:pt x="1072" y="542"/>
                  </a:lnTo>
                  <a:lnTo>
                    <a:pt x="1084" y="535"/>
                  </a:lnTo>
                  <a:lnTo>
                    <a:pt x="1084" y="535"/>
                  </a:lnTo>
                  <a:lnTo>
                    <a:pt x="1084" y="533"/>
                  </a:lnTo>
                  <a:lnTo>
                    <a:pt x="1082" y="533"/>
                  </a:lnTo>
                  <a:lnTo>
                    <a:pt x="1077" y="533"/>
                  </a:lnTo>
                  <a:lnTo>
                    <a:pt x="1075" y="533"/>
                  </a:lnTo>
                  <a:lnTo>
                    <a:pt x="1072" y="530"/>
                  </a:lnTo>
                  <a:lnTo>
                    <a:pt x="1072" y="530"/>
                  </a:lnTo>
                  <a:lnTo>
                    <a:pt x="1070" y="530"/>
                  </a:lnTo>
                  <a:lnTo>
                    <a:pt x="1070" y="528"/>
                  </a:lnTo>
                  <a:lnTo>
                    <a:pt x="1070" y="528"/>
                  </a:lnTo>
                  <a:lnTo>
                    <a:pt x="1070" y="525"/>
                  </a:lnTo>
                  <a:lnTo>
                    <a:pt x="1070" y="525"/>
                  </a:lnTo>
                  <a:lnTo>
                    <a:pt x="1070" y="523"/>
                  </a:lnTo>
                  <a:lnTo>
                    <a:pt x="1070" y="521"/>
                  </a:lnTo>
                  <a:lnTo>
                    <a:pt x="1068" y="521"/>
                  </a:lnTo>
                  <a:lnTo>
                    <a:pt x="1068" y="518"/>
                  </a:lnTo>
                  <a:lnTo>
                    <a:pt x="1065" y="518"/>
                  </a:lnTo>
                  <a:lnTo>
                    <a:pt x="1065" y="516"/>
                  </a:lnTo>
                  <a:lnTo>
                    <a:pt x="1065" y="516"/>
                  </a:lnTo>
                  <a:lnTo>
                    <a:pt x="1063" y="516"/>
                  </a:lnTo>
                  <a:lnTo>
                    <a:pt x="1063" y="516"/>
                  </a:lnTo>
                  <a:lnTo>
                    <a:pt x="1063" y="516"/>
                  </a:lnTo>
                  <a:lnTo>
                    <a:pt x="1061" y="514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09"/>
                  </a:lnTo>
                  <a:lnTo>
                    <a:pt x="1061" y="509"/>
                  </a:lnTo>
                  <a:lnTo>
                    <a:pt x="1061" y="509"/>
                  </a:lnTo>
                  <a:lnTo>
                    <a:pt x="1063" y="509"/>
                  </a:lnTo>
                  <a:lnTo>
                    <a:pt x="1063" y="511"/>
                  </a:lnTo>
                  <a:lnTo>
                    <a:pt x="1063" y="514"/>
                  </a:lnTo>
                  <a:lnTo>
                    <a:pt x="1063" y="514"/>
                  </a:lnTo>
                  <a:lnTo>
                    <a:pt x="1068" y="516"/>
                  </a:lnTo>
                  <a:lnTo>
                    <a:pt x="1070" y="516"/>
                  </a:lnTo>
                  <a:lnTo>
                    <a:pt x="1070" y="516"/>
                  </a:lnTo>
                  <a:lnTo>
                    <a:pt x="1068" y="516"/>
                  </a:lnTo>
                  <a:lnTo>
                    <a:pt x="1068" y="518"/>
                  </a:lnTo>
                  <a:lnTo>
                    <a:pt x="1068" y="518"/>
                  </a:lnTo>
                  <a:lnTo>
                    <a:pt x="1070" y="518"/>
                  </a:lnTo>
                  <a:lnTo>
                    <a:pt x="1070" y="521"/>
                  </a:lnTo>
                  <a:lnTo>
                    <a:pt x="1070" y="521"/>
                  </a:lnTo>
                  <a:lnTo>
                    <a:pt x="1070" y="521"/>
                  </a:lnTo>
                  <a:lnTo>
                    <a:pt x="1072" y="521"/>
                  </a:lnTo>
                  <a:lnTo>
                    <a:pt x="1072" y="521"/>
                  </a:lnTo>
                  <a:lnTo>
                    <a:pt x="1072" y="521"/>
                  </a:lnTo>
                  <a:lnTo>
                    <a:pt x="1072" y="523"/>
                  </a:lnTo>
                  <a:lnTo>
                    <a:pt x="1075" y="523"/>
                  </a:lnTo>
                  <a:lnTo>
                    <a:pt x="1075" y="523"/>
                  </a:lnTo>
                  <a:lnTo>
                    <a:pt x="1077" y="523"/>
                  </a:lnTo>
                  <a:lnTo>
                    <a:pt x="1077" y="525"/>
                  </a:lnTo>
                  <a:lnTo>
                    <a:pt x="1080" y="525"/>
                  </a:lnTo>
                  <a:lnTo>
                    <a:pt x="1080" y="528"/>
                  </a:lnTo>
                  <a:lnTo>
                    <a:pt x="1082" y="528"/>
                  </a:lnTo>
                  <a:lnTo>
                    <a:pt x="1084" y="528"/>
                  </a:lnTo>
                  <a:lnTo>
                    <a:pt x="1084" y="528"/>
                  </a:lnTo>
                  <a:lnTo>
                    <a:pt x="1087" y="528"/>
                  </a:lnTo>
                  <a:lnTo>
                    <a:pt x="1087" y="530"/>
                  </a:lnTo>
                  <a:lnTo>
                    <a:pt x="1087" y="530"/>
                  </a:lnTo>
                  <a:lnTo>
                    <a:pt x="1087" y="530"/>
                  </a:lnTo>
                  <a:lnTo>
                    <a:pt x="1091" y="533"/>
                  </a:lnTo>
                  <a:lnTo>
                    <a:pt x="1096" y="533"/>
                  </a:lnTo>
                  <a:lnTo>
                    <a:pt x="1098" y="533"/>
                  </a:lnTo>
                  <a:lnTo>
                    <a:pt x="1098" y="533"/>
                  </a:lnTo>
                  <a:lnTo>
                    <a:pt x="1101" y="533"/>
                  </a:lnTo>
                  <a:lnTo>
                    <a:pt x="1103" y="533"/>
                  </a:lnTo>
                  <a:lnTo>
                    <a:pt x="1106" y="533"/>
                  </a:lnTo>
                  <a:lnTo>
                    <a:pt x="1110" y="533"/>
                  </a:lnTo>
                  <a:lnTo>
                    <a:pt x="1110" y="533"/>
                  </a:lnTo>
                  <a:lnTo>
                    <a:pt x="1110" y="530"/>
                  </a:lnTo>
                  <a:lnTo>
                    <a:pt x="1115" y="528"/>
                  </a:lnTo>
                  <a:lnTo>
                    <a:pt x="1127" y="525"/>
                  </a:lnTo>
                  <a:lnTo>
                    <a:pt x="1127" y="525"/>
                  </a:lnTo>
                  <a:lnTo>
                    <a:pt x="1127" y="523"/>
                  </a:lnTo>
                  <a:lnTo>
                    <a:pt x="1127" y="523"/>
                  </a:lnTo>
                  <a:lnTo>
                    <a:pt x="1127" y="521"/>
                  </a:lnTo>
                  <a:lnTo>
                    <a:pt x="1129" y="518"/>
                  </a:lnTo>
                  <a:lnTo>
                    <a:pt x="1129" y="518"/>
                  </a:lnTo>
                  <a:lnTo>
                    <a:pt x="1129" y="516"/>
                  </a:lnTo>
                  <a:lnTo>
                    <a:pt x="1129" y="516"/>
                  </a:lnTo>
                  <a:lnTo>
                    <a:pt x="1132" y="516"/>
                  </a:lnTo>
                  <a:lnTo>
                    <a:pt x="1132" y="516"/>
                  </a:lnTo>
                  <a:lnTo>
                    <a:pt x="1132" y="518"/>
                  </a:lnTo>
                  <a:lnTo>
                    <a:pt x="1132" y="523"/>
                  </a:lnTo>
                  <a:lnTo>
                    <a:pt x="1132" y="523"/>
                  </a:lnTo>
                  <a:lnTo>
                    <a:pt x="1134" y="521"/>
                  </a:lnTo>
                  <a:lnTo>
                    <a:pt x="1136" y="516"/>
                  </a:lnTo>
                  <a:lnTo>
                    <a:pt x="1139" y="514"/>
                  </a:lnTo>
                  <a:lnTo>
                    <a:pt x="1141" y="514"/>
                  </a:lnTo>
                  <a:lnTo>
                    <a:pt x="1139" y="511"/>
                  </a:lnTo>
                  <a:lnTo>
                    <a:pt x="1139" y="509"/>
                  </a:lnTo>
                  <a:lnTo>
                    <a:pt x="1139" y="507"/>
                  </a:lnTo>
                  <a:lnTo>
                    <a:pt x="1141" y="504"/>
                  </a:lnTo>
                  <a:lnTo>
                    <a:pt x="1141" y="502"/>
                  </a:lnTo>
                  <a:lnTo>
                    <a:pt x="1141" y="499"/>
                  </a:lnTo>
                  <a:lnTo>
                    <a:pt x="1139" y="499"/>
                  </a:lnTo>
                  <a:lnTo>
                    <a:pt x="1139" y="497"/>
                  </a:lnTo>
                  <a:lnTo>
                    <a:pt x="1139" y="497"/>
                  </a:lnTo>
                  <a:lnTo>
                    <a:pt x="1141" y="497"/>
                  </a:lnTo>
                  <a:lnTo>
                    <a:pt x="1143" y="492"/>
                  </a:lnTo>
                  <a:lnTo>
                    <a:pt x="1143" y="492"/>
                  </a:lnTo>
                  <a:lnTo>
                    <a:pt x="1141" y="490"/>
                  </a:lnTo>
                  <a:lnTo>
                    <a:pt x="1141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88"/>
                  </a:lnTo>
                  <a:lnTo>
                    <a:pt x="1136" y="488"/>
                  </a:lnTo>
                  <a:lnTo>
                    <a:pt x="1134" y="490"/>
                  </a:lnTo>
                  <a:lnTo>
                    <a:pt x="1134" y="488"/>
                  </a:lnTo>
                  <a:lnTo>
                    <a:pt x="1134" y="488"/>
                  </a:lnTo>
                  <a:lnTo>
                    <a:pt x="1134" y="488"/>
                  </a:lnTo>
                  <a:lnTo>
                    <a:pt x="1134" y="485"/>
                  </a:lnTo>
                  <a:lnTo>
                    <a:pt x="1134" y="485"/>
                  </a:lnTo>
                  <a:lnTo>
                    <a:pt x="1134" y="485"/>
                  </a:lnTo>
                  <a:lnTo>
                    <a:pt x="1132" y="483"/>
                  </a:lnTo>
                  <a:lnTo>
                    <a:pt x="1132" y="483"/>
                  </a:lnTo>
                  <a:lnTo>
                    <a:pt x="1132" y="483"/>
                  </a:lnTo>
                  <a:lnTo>
                    <a:pt x="1134" y="481"/>
                  </a:lnTo>
                  <a:lnTo>
                    <a:pt x="1134" y="481"/>
                  </a:lnTo>
                  <a:lnTo>
                    <a:pt x="1134" y="481"/>
                  </a:lnTo>
                  <a:lnTo>
                    <a:pt x="1134" y="481"/>
                  </a:lnTo>
                  <a:lnTo>
                    <a:pt x="1132" y="478"/>
                  </a:lnTo>
                  <a:lnTo>
                    <a:pt x="1132" y="478"/>
                  </a:lnTo>
                  <a:lnTo>
                    <a:pt x="1132" y="478"/>
                  </a:lnTo>
                  <a:lnTo>
                    <a:pt x="1132" y="476"/>
                  </a:lnTo>
                  <a:lnTo>
                    <a:pt x="1127" y="476"/>
                  </a:lnTo>
                  <a:lnTo>
                    <a:pt x="1127" y="473"/>
                  </a:lnTo>
                  <a:lnTo>
                    <a:pt x="1127" y="473"/>
                  </a:lnTo>
                  <a:lnTo>
                    <a:pt x="1125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0" y="471"/>
                  </a:lnTo>
                  <a:lnTo>
                    <a:pt x="1120" y="471"/>
                  </a:lnTo>
                  <a:lnTo>
                    <a:pt x="1120" y="471"/>
                  </a:lnTo>
                  <a:lnTo>
                    <a:pt x="1120" y="469"/>
                  </a:lnTo>
                  <a:lnTo>
                    <a:pt x="1122" y="466"/>
                  </a:lnTo>
                  <a:lnTo>
                    <a:pt x="1122" y="464"/>
                  </a:lnTo>
                  <a:lnTo>
                    <a:pt x="1120" y="464"/>
                  </a:lnTo>
                  <a:lnTo>
                    <a:pt x="1120" y="464"/>
                  </a:lnTo>
                  <a:lnTo>
                    <a:pt x="1120" y="464"/>
                  </a:lnTo>
                  <a:lnTo>
                    <a:pt x="1120" y="462"/>
                  </a:lnTo>
                  <a:lnTo>
                    <a:pt x="1129" y="466"/>
                  </a:lnTo>
                  <a:lnTo>
                    <a:pt x="1141" y="462"/>
                  </a:lnTo>
                  <a:lnTo>
                    <a:pt x="1143" y="464"/>
                  </a:lnTo>
                  <a:lnTo>
                    <a:pt x="1148" y="462"/>
                  </a:lnTo>
                  <a:lnTo>
                    <a:pt x="1151" y="459"/>
                  </a:lnTo>
                  <a:lnTo>
                    <a:pt x="1153" y="457"/>
                  </a:lnTo>
                  <a:lnTo>
                    <a:pt x="1153" y="454"/>
                  </a:lnTo>
                  <a:lnTo>
                    <a:pt x="1153" y="454"/>
                  </a:lnTo>
                  <a:lnTo>
                    <a:pt x="1153" y="452"/>
                  </a:lnTo>
                  <a:lnTo>
                    <a:pt x="1155" y="450"/>
                  </a:lnTo>
                  <a:lnTo>
                    <a:pt x="1158" y="450"/>
                  </a:lnTo>
                  <a:lnTo>
                    <a:pt x="1158" y="450"/>
                  </a:lnTo>
                  <a:lnTo>
                    <a:pt x="1160" y="450"/>
                  </a:lnTo>
                  <a:lnTo>
                    <a:pt x="1162" y="450"/>
                  </a:lnTo>
                  <a:lnTo>
                    <a:pt x="1162" y="450"/>
                  </a:lnTo>
                  <a:lnTo>
                    <a:pt x="1162" y="452"/>
                  </a:lnTo>
                  <a:lnTo>
                    <a:pt x="1162" y="452"/>
                  </a:lnTo>
                  <a:lnTo>
                    <a:pt x="1165" y="452"/>
                  </a:lnTo>
                  <a:lnTo>
                    <a:pt x="1165" y="447"/>
                  </a:lnTo>
                  <a:lnTo>
                    <a:pt x="1165" y="443"/>
                  </a:lnTo>
                  <a:lnTo>
                    <a:pt x="1165" y="443"/>
                  </a:lnTo>
                  <a:lnTo>
                    <a:pt x="1165" y="438"/>
                  </a:lnTo>
                  <a:lnTo>
                    <a:pt x="1165" y="438"/>
                  </a:lnTo>
                  <a:lnTo>
                    <a:pt x="1162" y="436"/>
                  </a:lnTo>
                  <a:lnTo>
                    <a:pt x="1162" y="436"/>
                  </a:lnTo>
                  <a:lnTo>
                    <a:pt x="1153" y="440"/>
                  </a:lnTo>
                  <a:lnTo>
                    <a:pt x="1151" y="438"/>
                  </a:lnTo>
                  <a:lnTo>
                    <a:pt x="1143" y="440"/>
                  </a:lnTo>
                  <a:lnTo>
                    <a:pt x="1143" y="440"/>
                  </a:lnTo>
                  <a:lnTo>
                    <a:pt x="1141" y="440"/>
                  </a:lnTo>
                  <a:lnTo>
                    <a:pt x="1141" y="440"/>
                  </a:lnTo>
                  <a:lnTo>
                    <a:pt x="1141" y="438"/>
                  </a:lnTo>
                  <a:lnTo>
                    <a:pt x="1141" y="438"/>
                  </a:lnTo>
                  <a:lnTo>
                    <a:pt x="1139" y="440"/>
                  </a:lnTo>
                  <a:lnTo>
                    <a:pt x="1139" y="440"/>
                  </a:lnTo>
                  <a:lnTo>
                    <a:pt x="1136" y="438"/>
                  </a:lnTo>
                  <a:lnTo>
                    <a:pt x="1136" y="436"/>
                  </a:lnTo>
                  <a:lnTo>
                    <a:pt x="1139" y="433"/>
                  </a:lnTo>
                  <a:lnTo>
                    <a:pt x="1141" y="433"/>
                  </a:lnTo>
                  <a:lnTo>
                    <a:pt x="1141" y="433"/>
                  </a:lnTo>
                  <a:lnTo>
                    <a:pt x="1146" y="433"/>
                  </a:lnTo>
                  <a:lnTo>
                    <a:pt x="1148" y="431"/>
                  </a:lnTo>
                  <a:lnTo>
                    <a:pt x="1160" y="431"/>
                  </a:lnTo>
                  <a:lnTo>
                    <a:pt x="1160" y="431"/>
                  </a:lnTo>
                  <a:lnTo>
                    <a:pt x="1162" y="428"/>
                  </a:lnTo>
                  <a:lnTo>
                    <a:pt x="1162" y="426"/>
                  </a:lnTo>
                  <a:lnTo>
                    <a:pt x="1162" y="424"/>
                  </a:lnTo>
                  <a:lnTo>
                    <a:pt x="1160" y="421"/>
                  </a:lnTo>
                  <a:lnTo>
                    <a:pt x="1162" y="419"/>
                  </a:lnTo>
                  <a:lnTo>
                    <a:pt x="1162" y="419"/>
                  </a:lnTo>
                  <a:lnTo>
                    <a:pt x="1165" y="419"/>
                  </a:lnTo>
                  <a:lnTo>
                    <a:pt x="1165" y="417"/>
                  </a:lnTo>
                  <a:lnTo>
                    <a:pt x="1165" y="417"/>
                  </a:lnTo>
                  <a:lnTo>
                    <a:pt x="1165" y="417"/>
                  </a:lnTo>
                  <a:lnTo>
                    <a:pt x="1165" y="414"/>
                  </a:lnTo>
                  <a:lnTo>
                    <a:pt x="1162" y="414"/>
                  </a:lnTo>
                  <a:lnTo>
                    <a:pt x="1162" y="414"/>
                  </a:lnTo>
                  <a:lnTo>
                    <a:pt x="1141" y="412"/>
                  </a:lnTo>
                  <a:lnTo>
                    <a:pt x="1141" y="412"/>
                  </a:lnTo>
                  <a:lnTo>
                    <a:pt x="1141" y="412"/>
                  </a:lnTo>
                  <a:lnTo>
                    <a:pt x="1141" y="409"/>
                  </a:lnTo>
                  <a:lnTo>
                    <a:pt x="1141" y="409"/>
                  </a:lnTo>
                  <a:lnTo>
                    <a:pt x="1139" y="409"/>
                  </a:lnTo>
                  <a:lnTo>
                    <a:pt x="1136" y="409"/>
                  </a:lnTo>
                  <a:lnTo>
                    <a:pt x="1129" y="412"/>
                  </a:lnTo>
                  <a:lnTo>
                    <a:pt x="1129" y="412"/>
                  </a:lnTo>
                  <a:lnTo>
                    <a:pt x="1129" y="412"/>
                  </a:lnTo>
                  <a:lnTo>
                    <a:pt x="1129" y="409"/>
                  </a:lnTo>
                  <a:lnTo>
                    <a:pt x="1129" y="409"/>
                  </a:lnTo>
                  <a:lnTo>
                    <a:pt x="1132" y="409"/>
                  </a:lnTo>
                  <a:lnTo>
                    <a:pt x="1132" y="407"/>
                  </a:lnTo>
                  <a:lnTo>
                    <a:pt x="1153" y="405"/>
                  </a:lnTo>
                  <a:lnTo>
                    <a:pt x="1155" y="400"/>
                  </a:lnTo>
                  <a:lnTo>
                    <a:pt x="1158" y="400"/>
                  </a:lnTo>
                  <a:lnTo>
                    <a:pt x="1158" y="400"/>
                  </a:lnTo>
                  <a:lnTo>
                    <a:pt x="1160" y="393"/>
                  </a:lnTo>
                  <a:lnTo>
                    <a:pt x="1162" y="393"/>
                  </a:lnTo>
                  <a:lnTo>
                    <a:pt x="1160" y="391"/>
                  </a:lnTo>
                  <a:lnTo>
                    <a:pt x="1160" y="391"/>
                  </a:lnTo>
                  <a:lnTo>
                    <a:pt x="1160" y="391"/>
                  </a:lnTo>
                  <a:lnTo>
                    <a:pt x="1158" y="391"/>
                  </a:lnTo>
                  <a:lnTo>
                    <a:pt x="1158" y="391"/>
                  </a:lnTo>
                  <a:lnTo>
                    <a:pt x="1158" y="391"/>
                  </a:lnTo>
                  <a:lnTo>
                    <a:pt x="1155" y="391"/>
                  </a:lnTo>
                  <a:lnTo>
                    <a:pt x="1158" y="391"/>
                  </a:lnTo>
                  <a:lnTo>
                    <a:pt x="1158" y="391"/>
                  </a:lnTo>
                  <a:lnTo>
                    <a:pt x="1158" y="388"/>
                  </a:lnTo>
                  <a:lnTo>
                    <a:pt x="1158" y="388"/>
                  </a:lnTo>
                  <a:lnTo>
                    <a:pt x="1155" y="388"/>
                  </a:lnTo>
                  <a:lnTo>
                    <a:pt x="1155" y="388"/>
                  </a:lnTo>
                  <a:lnTo>
                    <a:pt x="1155" y="386"/>
                  </a:lnTo>
                  <a:lnTo>
                    <a:pt x="1155" y="386"/>
                  </a:lnTo>
                  <a:lnTo>
                    <a:pt x="1155" y="386"/>
                  </a:lnTo>
                  <a:lnTo>
                    <a:pt x="1155" y="386"/>
                  </a:lnTo>
                  <a:lnTo>
                    <a:pt x="1155" y="383"/>
                  </a:lnTo>
                  <a:lnTo>
                    <a:pt x="1155" y="383"/>
                  </a:lnTo>
                  <a:lnTo>
                    <a:pt x="1153" y="383"/>
                  </a:lnTo>
                  <a:lnTo>
                    <a:pt x="1153" y="381"/>
                  </a:lnTo>
                  <a:lnTo>
                    <a:pt x="1153" y="381"/>
                  </a:lnTo>
                  <a:lnTo>
                    <a:pt x="1153" y="379"/>
                  </a:lnTo>
                  <a:lnTo>
                    <a:pt x="1153" y="379"/>
                  </a:lnTo>
                  <a:lnTo>
                    <a:pt x="1151" y="379"/>
                  </a:lnTo>
                  <a:lnTo>
                    <a:pt x="1151" y="379"/>
                  </a:lnTo>
                  <a:lnTo>
                    <a:pt x="1151" y="379"/>
                  </a:lnTo>
                  <a:lnTo>
                    <a:pt x="1153" y="376"/>
                  </a:lnTo>
                  <a:lnTo>
                    <a:pt x="1151" y="376"/>
                  </a:lnTo>
                  <a:lnTo>
                    <a:pt x="1151" y="374"/>
                  </a:lnTo>
                  <a:lnTo>
                    <a:pt x="1151" y="374"/>
                  </a:lnTo>
                  <a:lnTo>
                    <a:pt x="1148" y="376"/>
                  </a:lnTo>
                  <a:lnTo>
                    <a:pt x="1148" y="374"/>
                  </a:lnTo>
                  <a:lnTo>
                    <a:pt x="1148" y="374"/>
                  </a:lnTo>
                  <a:lnTo>
                    <a:pt x="1148" y="374"/>
                  </a:lnTo>
                  <a:lnTo>
                    <a:pt x="1143" y="374"/>
                  </a:lnTo>
                  <a:lnTo>
                    <a:pt x="1139" y="374"/>
                  </a:lnTo>
                  <a:lnTo>
                    <a:pt x="1136" y="374"/>
                  </a:lnTo>
                  <a:lnTo>
                    <a:pt x="1132" y="376"/>
                  </a:lnTo>
                  <a:lnTo>
                    <a:pt x="1132" y="376"/>
                  </a:lnTo>
                  <a:lnTo>
                    <a:pt x="1125" y="379"/>
                  </a:lnTo>
                  <a:lnTo>
                    <a:pt x="1122" y="383"/>
                  </a:lnTo>
                  <a:lnTo>
                    <a:pt x="1122" y="383"/>
                  </a:lnTo>
                  <a:lnTo>
                    <a:pt x="1122" y="383"/>
                  </a:lnTo>
                  <a:lnTo>
                    <a:pt x="1122" y="383"/>
                  </a:lnTo>
                  <a:lnTo>
                    <a:pt x="1122" y="381"/>
                  </a:lnTo>
                  <a:lnTo>
                    <a:pt x="1122" y="379"/>
                  </a:lnTo>
                  <a:lnTo>
                    <a:pt x="1129" y="374"/>
                  </a:lnTo>
                  <a:lnTo>
                    <a:pt x="1129" y="374"/>
                  </a:lnTo>
                  <a:lnTo>
                    <a:pt x="1129" y="369"/>
                  </a:lnTo>
                  <a:lnTo>
                    <a:pt x="1129" y="369"/>
                  </a:lnTo>
                  <a:lnTo>
                    <a:pt x="1129" y="369"/>
                  </a:lnTo>
                  <a:lnTo>
                    <a:pt x="1110" y="369"/>
                  </a:lnTo>
                  <a:lnTo>
                    <a:pt x="1096" y="381"/>
                  </a:lnTo>
                  <a:lnTo>
                    <a:pt x="1096" y="383"/>
                  </a:lnTo>
                  <a:lnTo>
                    <a:pt x="1094" y="393"/>
                  </a:lnTo>
                  <a:lnTo>
                    <a:pt x="1094" y="395"/>
                  </a:lnTo>
                  <a:lnTo>
                    <a:pt x="1094" y="398"/>
                  </a:lnTo>
                  <a:lnTo>
                    <a:pt x="1094" y="398"/>
                  </a:lnTo>
                  <a:lnTo>
                    <a:pt x="1094" y="400"/>
                  </a:lnTo>
                  <a:lnTo>
                    <a:pt x="1094" y="400"/>
                  </a:lnTo>
                  <a:lnTo>
                    <a:pt x="1091" y="398"/>
                  </a:lnTo>
                  <a:lnTo>
                    <a:pt x="1091" y="398"/>
                  </a:lnTo>
                  <a:lnTo>
                    <a:pt x="1091" y="395"/>
                  </a:lnTo>
                  <a:lnTo>
                    <a:pt x="1091" y="391"/>
                  </a:lnTo>
                  <a:lnTo>
                    <a:pt x="1094" y="386"/>
                  </a:lnTo>
                  <a:lnTo>
                    <a:pt x="1094" y="383"/>
                  </a:lnTo>
                  <a:lnTo>
                    <a:pt x="1094" y="379"/>
                  </a:lnTo>
                  <a:lnTo>
                    <a:pt x="1096" y="379"/>
                  </a:lnTo>
                  <a:lnTo>
                    <a:pt x="1094" y="376"/>
                  </a:lnTo>
                  <a:lnTo>
                    <a:pt x="1094" y="376"/>
                  </a:lnTo>
                  <a:lnTo>
                    <a:pt x="1089" y="374"/>
                  </a:lnTo>
                  <a:lnTo>
                    <a:pt x="1082" y="379"/>
                  </a:lnTo>
                  <a:lnTo>
                    <a:pt x="1075" y="379"/>
                  </a:lnTo>
                  <a:lnTo>
                    <a:pt x="1072" y="379"/>
                  </a:lnTo>
                  <a:lnTo>
                    <a:pt x="1082" y="374"/>
                  </a:lnTo>
                  <a:lnTo>
                    <a:pt x="1087" y="374"/>
                  </a:lnTo>
                  <a:lnTo>
                    <a:pt x="1091" y="374"/>
                  </a:lnTo>
                  <a:lnTo>
                    <a:pt x="1091" y="374"/>
                  </a:lnTo>
                  <a:lnTo>
                    <a:pt x="1094" y="374"/>
                  </a:lnTo>
                  <a:lnTo>
                    <a:pt x="1094" y="376"/>
                  </a:lnTo>
                  <a:lnTo>
                    <a:pt x="1096" y="376"/>
                  </a:lnTo>
                  <a:lnTo>
                    <a:pt x="1098" y="376"/>
                  </a:lnTo>
                  <a:lnTo>
                    <a:pt x="1103" y="369"/>
                  </a:lnTo>
                  <a:lnTo>
                    <a:pt x="1106" y="369"/>
                  </a:lnTo>
                  <a:lnTo>
                    <a:pt x="1108" y="365"/>
                  </a:lnTo>
                  <a:lnTo>
                    <a:pt x="1115" y="365"/>
                  </a:lnTo>
                  <a:lnTo>
                    <a:pt x="1117" y="365"/>
                  </a:lnTo>
                  <a:lnTo>
                    <a:pt x="1120" y="362"/>
                  </a:lnTo>
                  <a:lnTo>
                    <a:pt x="1120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0" y="360"/>
                  </a:lnTo>
                  <a:lnTo>
                    <a:pt x="1106" y="360"/>
                  </a:lnTo>
                  <a:lnTo>
                    <a:pt x="1101" y="362"/>
                  </a:lnTo>
                  <a:lnTo>
                    <a:pt x="1084" y="367"/>
                  </a:lnTo>
                  <a:lnTo>
                    <a:pt x="1082" y="367"/>
                  </a:lnTo>
                  <a:lnTo>
                    <a:pt x="1082" y="369"/>
                  </a:lnTo>
                  <a:lnTo>
                    <a:pt x="1080" y="367"/>
                  </a:lnTo>
                  <a:lnTo>
                    <a:pt x="1080" y="367"/>
                  </a:lnTo>
                  <a:lnTo>
                    <a:pt x="1082" y="365"/>
                  </a:lnTo>
                  <a:lnTo>
                    <a:pt x="1096" y="360"/>
                  </a:lnTo>
                  <a:lnTo>
                    <a:pt x="1101" y="360"/>
                  </a:lnTo>
                  <a:lnTo>
                    <a:pt x="1106" y="355"/>
                  </a:lnTo>
                  <a:lnTo>
                    <a:pt x="1115" y="353"/>
                  </a:lnTo>
                  <a:lnTo>
                    <a:pt x="1120" y="355"/>
                  </a:lnTo>
                  <a:lnTo>
                    <a:pt x="1120" y="355"/>
                  </a:lnTo>
                  <a:lnTo>
                    <a:pt x="1120" y="355"/>
                  </a:lnTo>
                  <a:lnTo>
                    <a:pt x="1120" y="355"/>
                  </a:lnTo>
                  <a:lnTo>
                    <a:pt x="1122" y="355"/>
                  </a:lnTo>
                  <a:lnTo>
                    <a:pt x="1120" y="355"/>
                  </a:lnTo>
                  <a:lnTo>
                    <a:pt x="1120" y="357"/>
                  </a:lnTo>
                  <a:lnTo>
                    <a:pt x="1120" y="357"/>
                  </a:lnTo>
                  <a:lnTo>
                    <a:pt x="1122" y="357"/>
                  </a:lnTo>
                  <a:lnTo>
                    <a:pt x="1122" y="357"/>
                  </a:lnTo>
                  <a:lnTo>
                    <a:pt x="1122" y="357"/>
                  </a:lnTo>
                  <a:lnTo>
                    <a:pt x="1122" y="357"/>
                  </a:lnTo>
                  <a:lnTo>
                    <a:pt x="1122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9" y="360"/>
                  </a:lnTo>
                  <a:lnTo>
                    <a:pt x="1139" y="360"/>
                  </a:lnTo>
                  <a:lnTo>
                    <a:pt x="1141" y="357"/>
                  </a:lnTo>
                  <a:lnTo>
                    <a:pt x="1148" y="357"/>
                  </a:lnTo>
                  <a:lnTo>
                    <a:pt x="1148" y="355"/>
                  </a:lnTo>
                  <a:lnTo>
                    <a:pt x="1148" y="355"/>
                  </a:lnTo>
                  <a:lnTo>
                    <a:pt x="1148" y="355"/>
                  </a:lnTo>
                  <a:lnTo>
                    <a:pt x="1146" y="353"/>
                  </a:lnTo>
                  <a:lnTo>
                    <a:pt x="1146" y="353"/>
                  </a:lnTo>
                  <a:lnTo>
                    <a:pt x="1146" y="353"/>
                  </a:lnTo>
                  <a:lnTo>
                    <a:pt x="1143" y="350"/>
                  </a:lnTo>
                  <a:lnTo>
                    <a:pt x="1143" y="350"/>
                  </a:lnTo>
                  <a:lnTo>
                    <a:pt x="1143" y="350"/>
                  </a:lnTo>
                  <a:lnTo>
                    <a:pt x="1141" y="350"/>
                  </a:lnTo>
                  <a:lnTo>
                    <a:pt x="1141" y="350"/>
                  </a:lnTo>
                  <a:lnTo>
                    <a:pt x="1141" y="348"/>
                  </a:lnTo>
                  <a:lnTo>
                    <a:pt x="1141" y="348"/>
                  </a:lnTo>
                  <a:lnTo>
                    <a:pt x="1141" y="348"/>
                  </a:lnTo>
                  <a:lnTo>
                    <a:pt x="1141" y="348"/>
                  </a:lnTo>
                  <a:lnTo>
                    <a:pt x="1139" y="348"/>
                  </a:lnTo>
                  <a:lnTo>
                    <a:pt x="1139" y="348"/>
                  </a:lnTo>
                  <a:lnTo>
                    <a:pt x="1136" y="348"/>
                  </a:lnTo>
                  <a:lnTo>
                    <a:pt x="1136" y="346"/>
                  </a:lnTo>
                  <a:lnTo>
                    <a:pt x="1139" y="343"/>
                  </a:lnTo>
                  <a:lnTo>
                    <a:pt x="1141" y="343"/>
                  </a:lnTo>
                  <a:lnTo>
                    <a:pt x="1141" y="341"/>
                  </a:lnTo>
                  <a:lnTo>
                    <a:pt x="1134" y="341"/>
                  </a:lnTo>
                  <a:lnTo>
                    <a:pt x="1132" y="343"/>
                  </a:lnTo>
                  <a:lnTo>
                    <a:pt x="1127" y="346"/>
                  </a:lnTo>
                  <a:lnTo>
                    <a:pt x="1115" y="350"/>
                  </a:lnTo>
                  <a:lnTo>
                    <a:pt x="1110" y="348"/>
                  </a:lnTo>
                  <a:lnTo>
                    <a:pt x="1110" y="348"/>
                  </a:lnTo>
                  <a:lnTo>
                    <a:pt x="1110" y="350"/>
                  </a:lnTo>
                  <a:lnTo>
                    <a:pt x="1106" y="350"/>
                  </a:lnTo>
                  <a:lnTo>
                    <a:pt x="1101" y="350"/>
                  </a:lnTo>
                  <a:lnTo>
                    <a:pt x="1096" y="353"/>
                  </a:lnTo>
                  <a:lnTo>
                    <a:pt x="1091" y="357"/>
                  </a:lnTo>
                  <a:lnTo>
                    <a:pt x="1091" y="355"/>
                  </a:lnTo>
                  <a:lnTo>
                    <a:pt x="1091" y="355"/>
                  </a:lnTo>
                  <a:lnTo>
                    <a:pt x="1091" y="355"/>
                  </a:lnTo>
                  <a:lnTo>
                    <a:pt x="1091" y="353"/>
                  </a:lnTo>
                  <a:lnTo>
                    <a:pt x="1087" y="353"/>
                  </a:lnTo>
                  <a:lnTo>
                    <a:pt x="1082" y="353"/>
                  </a:lnTo>
                  <a:lnTo>
                    <a:pt x="1077" y="353"/>
                  </a:lnTo>
                  <a:lnTo>
                    <a:pt x="1077" y="350"/>
                  </a:lnTo>
                  <a:lnTo>
                    <a:pt x="1077" y="350"/>
                  </a:lnTo>
                  <a:lnTo>
                    <a:pt x="1080" y="350"/>
                  </a:lnTo>
                  <a:lnTo>
                    <a:pt x="1080" y="350"/>
                  </a:lnTo>
                  <a:lnTo>
                    <a:pt x="1082" y="350"/>
                  </a:lnTo>
                  <a:lnTo>
                    <a:pt x="1091" y="350"/>
                  </a:lnTo>
                  <a:lnTo>
                    <a:pt x="1094" y="348"/>
                  </a:lnTo>
                  <a:lnTo>
                    <a:pt x="1094" y="348"/>
                  </a:lnTo>
                  <a:lnTo>
                    <a:pt x="1091" y="348"/>
                  </a:lnTo>
                  <a:lnTo>
                    <a:pt x="1091" y="348"/>
                  </a:lnTo>
                  <a:lnTo>
                    <a:pt x="1091" y="346"/>
                  </a:lnTo>
                  <a:lnTo>
                    <a:pt x="1089" y="346"/>
                  </a:lnTo>
                  <a:lnTo>
                    <a:pt x="1089" y="346"/>
                  </a:lnTo>
                  <a:lnTo>
                    <a:pt x="1089" y="343"/>
                  </a:lnTo>
                  <a:lnTo>
                    <a:pt x="1087" y="341"/>
                  </a:lnTo>
                  <a:lnTo>
                    <a:pt x="1084" y="341"/>
                  </a:lnTo>
                  <a:lnTo>
                    <a:pt x="1084" y="338"/>
                  </a:lnTo>
                  <a:lnTo>
                    <a:pt x="1087" y="338"/>
                  </a:lnTo>
                  <a:lnTo>
                    <a:pt x="1089" y="338"/>
                  </a:lnTo>
                  <a:lnTo>
                    <a:pt x="1089" y="338"/>
                  </a:lnTo>
                  <a:lnTo>
                    <a:pt x="1089" y="336"/>
                  </a:lnTo>
                  <a:lnTo>
                    <a:pt x="1089" y="338"/>
                  </a:lnTo>
                  <a:lnTo>
                    <a:pt x="1089" y="341"/>
                  </a:lnTo>
                  <a:lnTo>
                    <a:pt x="1091" y="341"/>
                  </a:lnTo>
                  <a:lnTo>
                    <a:pt x="1091" y="341"/>
                  </a:lnTo>
                  <a:lnTo>
                    <a:pt x="1091" y="343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8" y="346"/>
                  </a:lnTo>
                  <a:lnTo>
                    <a:pt x="1108" y="341"/>
                  </a:lnTo>
                  <a:lnTo>
                    <a:pt x="1108" y="343"/>
                  </a:lnTo>
                  <a:lnTo>
                    <a:pt x="1113" y="341"/>
                  </a:lnTo>
                  <a:lnTo>
                    <a:pt x="1113" y="338"/>
                  </a:lnTo>
                  <a:lnTo>
                    <a:pt x="1113" y="338"/>
                  </a:lnTo>
                  <a:lnTo>
                    <a:pt x="1110" y="338"/>
                  </a:lnTo>
                  <a:lnTo>
                    <a:pt x="1108" y="338"/>
                  </a:lnTo>
                  <a:lnTo>
                    <a:pt x="1106" y="336"/>
                  </a:lnTo>
                  <a:lnTo>
                    <a:pt x="1106" y="336"/>
                  </a:lnTo>
                  <a:lnTo>
                    <a:pt x="1106" y="336"/>
                  </a:lnTo>
                  <a:lnTo>
                    <a:pt x="1106" y="336"/>
                  </a:lnTo>
                  <a:lnTo>
                    <a:pt x="1106" y="334"/>
                  </a:lnTo>
                  <a:lnTo>
                    <a:pt x="1106" y="334"/>
                  </a:lnTo>
                  <a:lnTo>
                    <a:pt x="1103" y="331"/>
                  </a:lnTo>
                  <a:lnTo>
                    <a:pt x="1098" y="331"/>
                  </a:lnTo>
                  <a:lnTo>
                    <a:pt x="1096" y="334"/>
                  </a:lnTo>
                  <a:lnTo>
                    <a:pt x="1094" y="334"/>
                  </a:lnTo>
                  <a:lnTo>
                    <a:pt x="1091" y="334"/>
                  </a:lnTo>
                  <a:lnTo>
                    <a:pt x="1091" y="334"/>
                  </a:lnTo>
                  <a:lnTo>
                    <a:pt x="1087" y="336"/>
                  </a:lnTo>
                  <a:lnTo>
                    <a:pt x="1087" y="336"/>
                  </a:lnTo>
                  <a:lnTo>
                    <a:pt x="1087" y="334"/>
                  </a:lnTo>
                  <a:lnTo>
                    <a:pt x="1087" y="334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9" y="331"/>
                  </a:lnTo>
                  <a:lnTo>
                    <a:pt x="1103" y="329"/>
                  </a:lnTo>
                  <a:lnTo>
                    <a:pt x="1108" y="334"/>
                  </a:lnTo>
                  <a:lnTo>
                    <a:pt x="1108" y="334"/>
                  </a:lnTo>
                  <a:lnTo>
                    <a:pt x="1110" y="334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4"/>
                  </a:lnTo>
                  <a:lnTo>
                    <a:pt x="1113" y="334"/>
                  </a:lnTo>
                  <a:lnTo>
                    <a:pt x="1113" y="334"/>
                  </a:lnTo>
                  <a:lnTo>
                    <a:pt x="1113" y="334"/>
                  </a:lnTo>
                  <a:lnTo>
                    <a:pt x="1113" y="334"/>
                  </a:lnTo>
                  <a:lnTo>
                    <a:pt x="1113" y="331"/>
                  </a:lnTo>
                  <a:lnTo>
                    <a:pt x="1113" y="331"/>
                  </a:lnTo>
                  <a:lnTo>
                    <a:pt x="1115" y="334"/>
                  </a:lnTo>
                  <a:lnTo>
                    <a:pt x="1117" y="334"/>
                  </a:lnTo>
                  <a:lnTo>
                    <a:pt x="1127" y="334"/>
                  </a:lnTo>
                  <a:lnTo>
                    <a:pt x="1127" y="331"/>
                  </a:lnTo>
                  <a:lnTo>
                    <a:pt x="1127" y="329"/>
                  </a:lnTo>
                  <a:lnTo>
                    <a:pt x="1127" y="329"/>
                  </a:lnTo>
                  <a:lnTo>
                    <a:pt x="1127" y="329"/>
                  </a:lnTo>
                  <a:lnTo>
                    <a:pt x="1125" y="327"/>
                  </a:lnTo>
                  <a:lnTo>
                    <a:pt x="1125" y="327"/>
                  </a:lnTo>
                  <a:lnTo>
                    <a:pt x="1125" y="327"/>
                  </a:lnTo>
                  <a:lnTo>
                    <a:pt x="1122" y="327"/>
                  </a:lnTo>
                  <a:lnTo>
                    <a:pt x="1122" y="327"/>
                  </a:lnTo>
                  <a:lnTo>
                    <a:pt x="1122" y="324"/>
                  </a:lnTo>
                  <a:lnTo>
                    <a:pt x="1122" y="324"/>
                  </a:lnTo>
                  <a:lnTo>
                    <a:pt x="1122" y="324"/>
                  </a:lnTo>
                  <a:lnTo>
                    <a:pt x="1122" y="324"/>
                  </a:lnTo>
                  <a:lnTo>
                    <a:pt x="1120" y="324"/>
                  </a:lnTo>
                  <a:lnTo>
                    <a:pt x="1120" y="322"/>
                  </a:lnTo>
                  <a:lnTo>
                    <a:pt x="1120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5" y="324"/>
                  </a:lnTo>
                  <a:lnTo>
                    <a:pt x="1129" y="324"/>
                  </a:lnTo>
                  <a:lnTo>
                    <a:pt x="1134" y="322"/>
                  </a:lnTo>
                  <a:lnTo>
                    <a:pt x="1134" y="322"/>
                  </a:lnTo>
                  <a:lnTo>
                    <a:pt x="1139" y="320"/>
                  </a:lnTo>
                  <a:lnTo>
                    <a:pt x="1139" y="320"/>
                  </a:lnTo>
                  <a:lnTo>
                    <a:pt x="1139" y="320"/>
                  </a:lnTo>
                  <a:lnTo>
                    <a:pt x="1139" y="317"/>
                  </a:lnTo>
                  <a:lnTo>
                    <a:pt x="1136" y="315"/>
                  </a:lnTo>
                  <a:lnTo>
                    <a:pt x="1136" y="315"/>
                  </a:lnTo>
                  <a:lnTo>
                    <a:pt x="1136" y="312"/>
                  </a:lnTo>
                  <a:lnTo>
                    <a:pt x="1134" y="310"/>
                  </a:lnTo>
                  <a:lnTo>
                    <a:pt x="1136" y="312"/>
                  </a:lnTo>
                  <a:lnTo>
                    <a:pt x="1139" y="315"/>
                  </a:lnTo>
                  <a:lnTo>
                    <a:pt x="1141" y="315"/>
                  </a:lnTo>
                  <a:lnTo>
                    <a:pt x="1143" y="312"/>
                  </a:lnTo>
                  <a:lnTo>
                    <a:pt x="1146" y="312"/>
                  </a:lnTo>
                  <a:lnTo>
                    <a:pt x="1148" y="312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5"/>
                  </a:lnTo>
                  <a:lnTo>
                    <a:pt x="1148" y="305"/>
                  </a:lnTo>
                  <a:lnTo>
                    <a:pt x="1148" y="305"/>
                  </a:lnTo>
                  <a:lnTo>
                    <a:pt x="1148" y="305"/>
                  </a:lnTo>
                  <a:lnTo>
                    <a:pt x="1146" y="305"/>
                  </a:lnTo>
                  <a:lnTo>
                    <a:pt x="1146" y="303"/>
                  </a:lnTo>
                  <a:lnTo>
                    <a:pt x="1146" y="303"/>
                  </a:lnTo>
                  <a:lnTo>
                    <a:pt x="1146" y="301"/>
                  </a:lnTo>
                  <a:lnTo>
                    <a:pt x="1143" y="301"/>
                  </a:lnTo>
                  <a:lnTo>
                    <a:pt x="1143" y="298"/>
                  </a:lnTo>
                  <a:lnTo>
                    <a:pt x="1143" y="298"/>
                  </a:lnTo>
                  <a:lnTo>
                    <a:pt x="1141" y="298"/>
                  </a:lnTo>
                  <a:lnTo>
                    <a:pt x="1141" y="296"/>
                  </a:lnTo>
                  <a:lnTo>
                    <a:pt x="1141" y="296"/>
                  </a:lnTo>
                  <a:lnTo>
                    <a:pt x="1139" y="296"/>
                  </a:lnTo>
                  <a:lnTo>
                    <a:pt x="1139" y="296"/>
                  </a:lnTo>
                  <a:lnTo>
                    <a:pt x="1139" y="293"/>
                  </a:lnTo>
                  <a:lnTo>
                    <a:pt x="1136" y="293"/>
                  </a:lnTo>
                  <a:lnTo>
                    <a:pt x="1136" y="293"/>
                  </a:lnTo>
                  <a:lnTo>
                    <a:pt x="1136" y="293"/>
                  </a:lnTo>
                  <a:lnTo>
                    <a:pt x="1136" y="291"/>
                  </a:lnTo>
                  <a:lnTo>
                    <a:pt x="1136" y="291"/>
                  </a:lnTo>
                  <a:lnTo>
                    <a:pt x="1136" y="291"/>
                  </a:lnTo>
                  <a:lnTo>
                    <a:pt x="1134" y="293"/>
                  </a:lnTo>
                  <a:lnTo>
                    <a:pt x="1134" y="293"/>
                  </a:lnTo>
                  <a:lnTo>
                    <a:pt x="1120" y="293"/>
                  </a:lnTo>
                  <a:lnTo>
                    <a:pt x="1115" y="298"/>
                  </a:lnTo>
                  <a:lnTo>
                    <a:pt x="1115" y="296"/>
                  </a:lnTo>
                  <a:lnTo>
                    <a:pt x="1113" y="296"/>
                  </a:lnTo>
                  <a:lnTo>
                    <a:pt x="1113" y="293"/>
                  </a:lnTo>
                  <a:lnTo>
                    <a:pt x="1110" y="293"/>
                  </a:lnTo>
                  <a:lnTo>
                    <a:pt x="1110" y="293"/>
                  </a:lnTo>
                  <a:lnTo>
                    <a:pt x="1117" y="289"/>
                  </a:lnTo>
                  <a:lnTo>
                    <a:pt x="1117" y="286"/>
                  </a:lnTo>
                  <a:lnTo>
                    <a:pt x="1127" y="286"/>
                  </a:lnTo>
                  <a:lnTo>
                    <a:pt x="1127" y="286"/>
                  </a:lnTo>
                  <a:lnTo>
                    <a:pt x="1127" y="286"/>
                  </a:lnTo>
                  <a:lnTo>
                    <a:pt x="1127" y="289"/>
                  </a:lnTo>
                  <a:lnTo>
                    <a:pt x="1125" y="289"/>
                  </a:lnTo>
                  <a:lnTo>
                    <a:pt x="1127" y="289"/>
                  </a:lnTo>
                  <a:lnTo>
                    <a:pt x="1134" y="286"/>
                  </a:lnTo>
                  <a:lnTo>
                    <a:pt x="1136" y="286"/>
                  </a:lnTo>
                  <a:lnTo>
                    <a:pt x="1141" y="284"/>
                  </a:lnTo>
                  <a:lnTo>
                    <a:pt x="1141" y="284"/>
                  </a:lnTo>
                  <a:lnTo>
                    <a:pt x="1141" y="286"/>
                  </a:lnTo>
                  <a:lnTo>
                    <a:pt x="1139" y="286"/>
                  </a:lnTo>
                  <a:lnTo>
                    <a:pt x="1139" y="286"/>
                  </a:lnTo>
                  <a:lnTo>
                    <a:pt x="1139" y="286"/>
                  </a:lnTo>
                  <a:lnTo>
                    <a:pt x="1141" y="286"/>
                  </a:lnTo>
                  <a:lnTo>
                    <a:pt x="1141" y="289"/>
                  </a:lnTo>
                  <a:lnTo>
                    <a:pt x="1141" y="289"/>
                  </a:lnTo>
                  <a:lnTo>
                    <a:pt x="1141" y="289"/>
                  </a:lnTo>
                  <a:lnTo>
                    <a:pt x="1143" y="291"/>
                  </a:lnTo>
                  <a:lnTo>
                    <a:pt x="1143" y="291"/>
                  </a:lnTo>
                  <a:lnTo>
                    <a:pt x="1143" y="293"/>
                  </a:lnTo>
                  <a:lnTo>
                    <a:pt x="1146" y="293"/>
                  </a:lnTo>
                  <a:lnTo>
                    <a:pt x="1151" y="293"/>
                  </a:lnTo>
                  <a:lnTo>
                    <a:pt x="1155" y="291"/>
                  </a:lnTo>
                  <a:lnTo>
                    <a:pt x="1158" y="293"/>
                  </a:lnTo>
                  <a:lnTo>
                    <a:pt x="1158" y="291"/>
                  </a:lnTo>
                  <a:lnTo>
                    <a:pt x="1160" y="289"/>
                  </a:lnTo>
                  <a:lnTo>
                    <a:pt x="1160" y="286"/>
                  </a:lnTo>
                  <a:lnTo>
                    <a:pt x="1165" y="282"/>
                  </a:lnTo>
                  <a:lnTo>
                    <a:pt x="1167" y="279"/>
                  </a:lnTo>
                  <a:lnTo>
                    <a:pt x="1169" y="275"/>
                  </a:lnTo>
                  <a:lnTo>
                    <a:pt x="1169" y="275"/>
                  </a:lnTo>
                  <a:lnTo>
                    <a:pt x="1169" y="272"/>
                  </a:lnTo>
                  <a:lnTo>
                    <a:pt x="1169" y="272"/>
                  </a:lnTo>
                  <a:lnTo>
                    <a:pt x="1169" y="270"/>
                  </a:lnTo>
                  <a:lnTo>
                    <a:pt x="1167" y="270"/>
                  </a:lnTo>
                  <a:lnTo>
                    <a:pt x="1167" y="267"/>
                  </a:lnTo>
                  <a:lnTo>
                    <a:pt x="1167" y="265"/>
                  </a:lnTo>
                  <a:lnTo>
                    <a:pt x="1162" y="265"/>
                  </a:lnTo>
                  <a:lnTo>
                    <a:pt x="1160" y="270"/>
                  </a:lnTo>
                  <a:lnTo>
                    <a:pt x="1160" y="270"/>
                  </a:lnTo>
                  <a:lnTo>
                    <a:pt x="1158" y="267"/>
                  </a:lnTo>
                  <a:lnTo>
                    <a:pt x="1158" y="265"/>
                  </a:lnTo>
                  <a:lnTo>
                    <a:pt x="1158" y="265"/>
                  </a:lnTo>
                  <a:lnTo>
                    <a:pt x="1167" y="256"/>
                  </a:lnTo>
                  <a:lnTo>
                    <a:pt x="1165" y="256"/>
                  </a:lnTo>
                  <a:lnTo>
                    <a:pt x="1165" y="256"/>
                  </a:lnTo>
                  <a:lnTo>
                    <a:pt x="1165" y="253"/>
                  </a:lnTo>
                  <a:lnTo>
                    <a:pt x="1167" y="251"/>
                  </a:lnTo>
                  <a:lnTo>
                    <a:pt x="1167" y="251"/>
                  </a:lnTo>
                  <a:lnTo>
                    <a:pt x="1165" y="249"/>
                  </a:lnTo>
                  <a:lnTo>
                    <a:pt x="1165" y="246"/>
                  </a:lnTo>
                  <a:lnTo>
                    <a:pt x="1165" y="246"/>
                  </a:lnTo>
                  <a:lnTo>
                    <a:pt x="1162" y="246"/>
                  </a:lnTo>
                  <a:lnTo>
                    <a:pt x="1162" y="246"/>
                  </a:lnTo>
                  <a:lnTo>
                    <a:pt x="1162" y="246"/>
                  </a:lnTo>
                  <a:lnTo>
                    <a:pt x="1162" y="246"/>
                  </a:lnTo>
                  <a:lnTo>
                    <a:pt x="1160" y="244"/>
                  </a:lnTo>
                  <a:lnTo>
                    <a:pt x="1155" y="249"/>
                  </a:lnTo>
                  <a:lnTo>
                    <a:pt x="1153" y="253"/>
                  </a:lnTo>
                  <a:lnTo>
                    <a:pt x="1151" y="256"/>
                  </a:lnTo>
                  <a:lnTo>
                    <a:pt x="1148" y="258"/>
                  </a:lnTo>
                  <a:lnTo>
                    <a:pt x="1146" y="258"/>
                  </a:lnTo>
                  <a:lnTo>
                    <a:pt x="1141" y="260"/>
                  </a:lnTo>
                  <a:lnTo>
                    <a:pt x="1139" y="263"/>
                  </a:lnTo>
                  <a:lnTo>
                    <a:pt x="1139" y="260"/>
                  </a:lnTo>
                  <a:lnTo>
                    <a:pt x="1139" y="260"/>
                  </a:lnTo>
                  <a:lnTo>
                    <a:pt x="1139" y="260"/>
                  </a:lnTo>
                  <a:lnTo>
                    <a:pt x="1139" y="260"/>
                  </a:lnTo>
                  <a:lnTo>
                    <a:pt x="1136" y="260"/>
                  </a:lnTo>
                  <a:lnTo>
                    <a:pt x="1136" y="260"/>
                  </a:lnTo>
                  <a:lnTo>
                    <a:pt x="1141" y="258"/>
                  </a:lnTo>
                  <a:lnTo>
                    <a:pt x="1143" y="256"/>
                  </a:lnTo>
                  <a:lnTo>
                    <a:pt x="1143" y="256"/>
                  </a:lnTo>
                  <a:lnTo>
                    <a:pt x="1143" y="256"/>
                  </a:lnTo>
                  <a:lnTo>
                    <a:pt x="1141" y="253"/>
                  </a:lnTo>
                  <a:lnTo>
                    <a:pt x="1132" y="251"/>
                  </a:lnTo>
                  <a:lnTo>
                    <a:pt x="1132" y="249"/>
                  </a:lnTo>
                  <a:lnTo>
                    <a:pt x="1132" y="249"/>
                  </a:lnTo>
                  <a:lnTo>
                    <a:pt x="1136" y="251"/>
                  </a:lnTo>
                  <a:lnTo>
                    <a:pt x="1139" y="249"/>
                  </a:lnTo>
                  <a:lnTo>
                    <a:pt x="1141" y="251"/>
                  </a:lnTo>
                  <a:lnTo>
                    <a:pt x="1141" y="251"/>
                  </a:lnTo>
                  <a:lnTo>
                    <a:pt x="1143" y="253"/>
                  </a:lnTo>
                  <a:lnTo>
                    <a:pt x="1143" y="253"/>
                  </a:lnTo>
                  <a:lnTo>
                    <a:pt x="1146" y="253"/>
                  </a:lnTo>
                  <a:lnTo>
                    <a:pt x="1148" y="251"/>
                  </a:lnTo>
                  <a:lnTo>
                    <a:pt x="1151" y="249"/>
                  </a:lnTo>
                  <a:lnTo>
                    <a:pt x="1153" y="244"/>
                  </a:lnTo>
                  <a:lnTo>
                    <a:pt x="1155" y="241"/>
                  </a:lnTo>
                  <a:lnTo>
                    <a:pt x="1165" y="239"/>
                  </a:lnTo>
                  <a:lnTo>
                    <a:pt x="1165" y="237"/>
                  </a:lnTo>
                  <a:lnTo>
                    <a:pt x="1165" y="234"/>
                  </a:lnTo>
                  <a:lnTo>
                    <a:pt x="1165" y="232"/>
                  </a:lnTo>
                  <a:lnTo>
                    <a:pt x="1165" y="232"/>
                  </a:lnTo>
                  <a:lnTo>
                    <a:pt x="1162" y="230"/>
                  </a:lnTo>
                  <a:lnTo>
                    <a:pt x="1153" y="227"/>
                  </a:lnTo>
                  <a:lnTo>
                    <a:pt x="1153" y="227"/>
                  </a:lnTo>
                  <a:lnTo>
                    <a:pt x="1153" y="227"/>
                  </a:lnTo>
                  <a:lnTo>
                    <a:pt x="1153" y="227"/>
                  </a:lnTo>
                  <a:lnTo>
                    <a:pt x="1153" y="225"/>
                  </a:lnTo>
                  <a:lnTo>
                    <a:pt x="1153" y="225"/>
                  </a:lnTo>
                  <a:lnTo>
                    <a:pt x="1151" y="225"/>
                  </a:lnTo>
                  <a:lnTo>
                    <a:pt x="1153" y="222"/>
                  </a:lnTo>
                  <a:lnTo>
                    <a:pt x="1151" y="220"/>
                  </a:lnTo>
                  <a:lnTo>
                    <a:pt x="1151" y="220"/>
                  </a:lnTo>
                  <a:lnTo>
                    <a:pt x="1151" y="220"/>
                  </a:lnTo>
                  <a:lnTo>
                    <a:pt x="1148" y="220"/>
                  </a:lnTo>
                  <a:lnTo>
                    <a:pt x="1148" y="218"/>
                  </a:lnTo>
                  <a:lnTo>
                    <a:pt x="1146" y="218"/>
                  </a:lnTo>
                  <a:lnTo>
                    <a:pt x="1143" y="215"/>
                  </a:lnTo>
                  <a:lnTo>
                    <a:pt x="1141" y="215"/>
                  </a:lnTo>
                  <a:lnTo>
                    <a:pt x="1141" y="215"/>
                  </a:lnTo>
                  <a:lnTo>
                    <a:pt x="1139" y="215"/>
                  </a:lnTo>
                  <a:lnTo>
                    <a:pt x="1139" y="213"/>
                  </a:lnTo>
                  <a:lnTo>
                    <a:pt x="1139" y="213"/>
                  </a:lnTo>
                  <a:lnTo>
                    <a:pt x="1139" y="213"/>
                  </a:lnTo>
                  <a:lnTo>
                    <a:pt x="1139" y="213"/>
                  </a:lnTo>
                  <a:lnTo>
                    <a:pt x="1151" y="218"/>
                  </a:lnTo>
                  <a:lnTo>
                    <a:pt x="1151" y="218"/>
                  </a:lnTo>
                  <a:lnTo>
                    <a:pt x="1153" y="220"/>
                  </a:lnTo>
                  <a:lnTo>
                    <a:pt x="1155" y="222"/>
                  </a:lnTo>
                  <a:lnTo>
                    <a:pt x="1155" y="225"/>
                  </a:lnTo>
                  <a:lnTo>
                    <a:pt x="1155" y="225"/>
                  </a:lnTo>
                  <a:lnTo>
                    <a:pt x="1165" y="222"/>
                  </a:lnTo>
                  <a:lnTo>
                    <a:pt x="1167" y="218"/>
                  </a:lnTo>
                  <a:lnTo>
                    <a:pt x="1167" y="215"/>
                  </a:lnTo>
                  <a:lnTo>
                    <a:pt x="1167" y="213"/>
                  </a:lnTo>
                  <a:lnTo>
                    <a:pt x="1165" y="213"/>
                  </a:lnTo>
                  <a:lnTo>
                    <a:pt x="1165" y="213"/>
                  </a:lnTo>
                  <a:lnTo>
                    <a:pt x="1165" y="211"/>
                  </a:lnTo>
                  <a:lnTo>
                    <a:pt x="1165" y="211"/>
                  </a:lnTo>
                  <a:lnTo>
                    <a:pt x="1165" y="208"/>
                  </a:lnTo>
                  <a:lnTo>
                    <a:pt x="1162" y="206"/>
                  </a:lnTo>
                  <a:lnTo>
                    <a:pt x="1162" y="204"/>
                  </a:lnTo>
                  <a:lnTo>
                    <a:pt x="1165" y="199"/>
                  </a:lnTo>
                  <a:lnTo>
                    <a:pt x="1162" y="199"/>
                  </a:lnTo>
                  <a:lnTo>
                    <a:pt x="1162" y="199"/>
                  </a:lnTo>
                  <a:lnTo>
                    <a:pt x="1162" y="199"/>
                  </a:lnTo>
                  <a:lnTo>
                    <a:pt x="1162" y="196"/>
                  </a:lnTo>
                  <a:lnTo>
                    <a:pt x="1162" y="194"/>
                  </a:lnTo>
                  <a:lnTo>
                    <a:pt x="1162" y="192"/>
                  </a:lnTo>
                  <a:lnTo>
                    <a:pt x="1165" y="189"/>
                  </a:lnTo>
                  <a:lnTo>
                    <a:pt x="1165" y="187"/>
                  </a:lnTo>
                  <a:lnTo>
                    <a:pt x="1165" y="187"/>
                  </a:lnTo>
                  <a:lnTo>
                    <a:pt x="1165" y="182"/>
                  </a:lnTo>
                  <a:lnTo>
                    <a:pt x="1167" y="178"/>
                  </a:lnTo>
                  <a:lnTo>
                    <a:pt x="1167" y="175"/>
                  </a:lnTo>
                  <a:lnTo>
                    <a:pt x="1167" y="175"/>
                  </a:lnTo>
                  <a:lnTo>
                    <a:pt x="1167" y="175"/>
                  </a:lnTo>
                  <a:lnTo>
                    <a:pt x="1165" y="173"/>
                  </a:lnTo>
                  <a:lnTo>
                    <a:pt x="1165" y="173"/>
                  </a:lnTo>
                  <a:lnTo>
                    <a:pt x="1165" y="170"/>
                  </a:lnTo>
                  <a:lnTo>
                    <a:pt x="1167" y="170"/>
                  </a:lnTo>
                  <a:lnTo>
                    <a:pt x="1167" y="170"/>
                  </a:lnTo>
                  <a:lnTo>
                    <a:pt x="1167" y="168"/>
                  </a:lnTo>
                  <a:lnTo>
                    <a:pt x="1167" y="166"/>
                  </a:lnTo>
                  <a:lnTo>
                    <a:pt x="1165" y="166"/>
                  </a:lnTo>
                  <a:lnTo>
                    <a:pt x="1165" y="166"/>
                  </a:lnTo>
                  <a:lnTo>
                    <a:pt x="1165" y="163"/>
                  </a:lnTo>
                  <a:lnTo>
                    <a:pt x="1169" y="161"/>
                  </a:lnTo>
                  <a:lnTo>
                    <a:pt x="1169" y="154"/>
                  </a:lnTo>
                  <a:lnTo>
                    <a:pt x="1172" y="151"/>
                  </a:lnTo>
                  <a:lnTo>
                    <a:pt x="1169" y="147"/>
                  </a:lnTo>
                  <a:lnTo>
                    <a:pt x="1169" y="147"/>
                  </a:lnTo>
                  <a:lnTo>
                    <a:pt x="1169" y="144"/>
                  </a:lnTo>
                  <a:lnTo>
                    <a:pt x="1169" y="142"/>
                  </a:lnTo>
                  <a:lnTo>
                    <a:pt x="1169" y="140"/>
                  </a:lnTo>
                  <a:lnTo>
                    <a:pt x="1169" y="140"/>
                  </a:lnTo>
                  <a:lnTo>
                    <a:pt x="1169" y="137"/>
                  </a:lnTo>
                  <a:lnTo>
                    <a:pt x="1169" y="135"/>
                  </a:lnTo>
                  <a:lnTo>
                    <a:pt x="1169" y="133"/>
                  </a:lnTo>
                  <a:lnTo>
                    <a:pt x="1172" y="130"/>
                  </a:lnTo>
                  <a:lnTo>
                    <a:pt x="1172" y="128"/>
                  </a:lnTo>
                  <a:lnTo>
                    <a:pt x="1174" y="128"/>
                  </a:lnTo>
                  <a:lnTo>
                    <a:pt x="1174" y="125"/>
                  </a:lnTo>
                  <a:lnTo>
                    <a:pt x="1174" y="118"/>
                  </a:lnTo>
                  <a:lnTo>
                    <a:pt x="1177" y="111"/>
                  </a:lnTo>
                  <a:lnTo>
                    <a:pt x="1177" y="104"/>
                  </a:lnTo>
                  <a:lnTo>
                    <a:pt x="1174" y="104"/>
                  </a:lnTo>
                  <a:lnTo>
                    <a:pt x="1174" y="104"/>
                  </a:lnTo>
                  <a:lnTo>
                    <a:pt x="1174" y="102"/>
                  </a:lnTo>
                  <a:lnTo>
                    <a:pt x="1174" y="102"/>
                  </a:lnTo>
                  <a:lnTo>
                    <a:pt x="1172" y="102"/>
                  </a:lnTo>
                  <a:lnTo>
                    <a:pt x="1172" y="99"/>
                  </a:lnTo>
                  <a:lnTo>
                    <a:pt x="1169" y="99"/>
                  </a:lnTo>
                  <a:lnTo>
                    <a:pt x="1169" y="99"/>
                  </a:lnTo>
                  <a:lnTo>
                    <a:pt x="1169" y="99"/>
                  </a:lnTo>
                  <a:lnTo>
                    <a:pt x="1167" y="102"/>
                  </a:lnTo>
                  <a:lnTo>
                    <a:pt x="1165" y="106"/>
                  </a:lnTo>
                  <a:lnTo>
                    <a:pt x="1158" y="111"/>
                  </a:lnTo>
                  <a:lnTo>
                    <a:pt x="1158" y="114"/>
                  </a:lnTo>
                  <a:lnTo>
                    <a:pt x="1155" y="118"/>
                  </a:lnTo>
                  <a:lnTo>
                    <a:pt x="1151" y="125"/>
                  </a:lnTo>
                  <a:lnTo>
                    <a:pt x="1148" y="130"/>
                  </a:lnTo>
                  <a:lnTo>
                    <a:pt x="1143" y="137"/>
                  </a:lnTo>
                  <a:lnTo>
                    <a:pt x="1143" y="137"/>
                  </a:lnTo>
                  <a:lnTo>
                    <a:pt x="1129" y="159"/>
                  </a:lnTo>
                  <a:lnTo>
                    <a:pt x="1127" y="159"/>
                  </a:lnTo>
                  <a:lnTo>
                    <a:pt x="1129" y="163"/>
                  </a:lnTo>
                  <a:lnTo>
                    <a:pt x="1125" y="168"/>
                  </a:lnTo>
                  <a:lnTo>
                    <a:pt x="1125" y="166"/>
                  </a:lnTo>
                  <a:lnTo>
                    <a:pt x="1127" y="163"/>
                  </a:lnTo>
                  <a:lnTo>
                    <a:pt x="1127" y="161"/>
                  </a:lnTo>
                  <a:lnTo>
                    <a:pt x="1127" y="161"/>
                  </a:lnTo>
                  <a:lnTo>
                    <a:pt x="1127" y="159"/>
                  </a:lnTo>
                  <a:lnTo>
                    <a:pt x="1122" y="163"/>
                  </a:lnTo>
                  <a:lnTo>
                    <a:pt x="1120" y="163"/>
                  </a:lnTo>
                  <a:lnTo>
                    <a:pt x="1120" y="161"/>
                  </a:lnTo>
                  <a:lnTo>
                    <a:pt x="1122" y="161"/>
                  </a:lnTo>
                  <a:lnTo>
                    <a:pt x="1125" y="156"/>
                  </a:lnTo>
                  <a:lnTo>
                    <a:pt x="1125" y="156"/>
                  </a:lnTo>
                  <a:lnTo>
                    <a:pt x="1127" y="154"/>
                  </a:lnTo>
                  <a:lnTo>
                    <a:pt x="1127" y="151"/>
                  </a:lnTo>
                  <a:lnTo>
                    <a:pt x="1127" y="151"/>
                  </a:lnTo>
                  <a:lnTo>
                    <a:pt x="1125" y="151"/>
                  </a:lnTo>
                  <a:lnTo>
                    <a:pt x="1125" y="151"/>
                  </a:lnTo>
                  <a:lnTo>
                    <a:pt x="1125" y="151"/>
                  </a:lnTo>
                  <a:lnTo>
                    <a:pt x="1129" y="149"/>
                  </a:lnTo>
                  <a:lnTo>
                    <a:pt x="1132" y="149"/>
                  </a:lnTo>
                  <a:lnTo>
                    <a:pt x="1132" y="147"/>
                  </a:lnTo>
                  <a:lnTo>
                    <a:pt x="1132" y="147"/>
                  </a:lnTo>
                  <a:lnTo>
                    <a:pt x="1132" y="144"/>
                  </a:lnTo>
                  <a:lnTo>
                    <a:pt x="1134" y="144"/>
                  </a:lnTo>
                  <a:lnTo>
                    <a:pt x="1134" y="142"/>
                  </a:lnTo>
                  <a:lnTo>
                    <a:pt x="1134" y="142"/>
                  </a:lnTo>
                  <a:lnTo>
                    <a:pt x="1136" y="142"/>
                  </a:lnTo>
                  <a:lnTo>
                    <a:pt x="1136" y="137"/>
                  </a:lnTo>
                  <a:lnTo>
                    <a:pt x="1136" y="137"/>
                  </a:lnTo>
                  <a:lnTo>
                    <a:pt x="1136" y="135"/>
                  </a:lnTo>
                  <a:lnTo>
                    <a:pt x="1143" y="125"/>
                  </a:lnTo>
                  <a:lnTo>
                    <a:pt x="1143" y="123"/>
                  </a:lnTo>
                  <a:lnTo>
                    <a:pt x="1146" y="121"/>
                  </a:lnTo>
                  <a:lnTo>
                    <a:pt x="1148" y="116"/>
                  </a:lnTo>
                  <a:lnTo>
                    <a:pt x="1148" y="116"/>
                  </a:lnTo>
                  <a:lnTo>
                    <a:pt x="1146" y="114"/>
                  </a:lnTo>
                  <a:lnTo>
                    <a:pt x="1136" y="116"/>
                  </a:lnTo>
                  <a:lnTo>
                    <a:pt x="1125" y="128"/>
                  </a:lnTo>
                  <a:lnTo>
                    <a:pt x="1120" y="128"/>
                  </a:lnTo>
                  <a:lnTo>
                    <a:pt x="1117" y="125"/>
                  </a:lnTo>
                  <a:lnTo>
                    <a:pt x="1125" y="123"/>
                  </a:lnTo>
                  <a:lnTo>
                    <a:pt x="1125" y="123"/>
                  </a:lnTo>
                  <a:lnTo>
                    <a:pt x="1106" y="118"/>
                  </a:lnTo>
                  <a:lnTo>
                    <a:pt x="1106" y="116"/>
                  </a:lnTo>
                  <a:lnTo>
                    <a:pt x="1127" y="121"/>
                  </a:lnTo>
                  <a:lnTo>
                    <a:pt x="1132" y="116"/>
                  </a:lnTo>
                  <a:lnTo>
                    <a:pt x="1136" y="111"/>
                  </a:lnTo>
                  <a:lnTo>
                    <a:pt x="1141" y="106"/>
                  </a:lnTo>
                  <a:lnTo>
                    <a:pt x="1143" y="106"/>
                  </a:lnTo>
                  <a:lnTo>
                    <a:pt x="1146" y="104"/>
                  </a:lnTo>
                  <a:lnTo>
                    <a:pt x="1148" y="102"/>
                  </a:lnTo>
                  <a:lnTo>
                    <a:pt x="1148" y="99"/>
                  </a:lnTo>
                  <a:lnTo>
                    <a:pt x="1148" y="102"/>
                  </a:lnTo>
                  <a:lnTo>
                    <a:pt x="1151" y="102"/>
                  </a:lnTo>
                  <a:lnTo>
                    <a:pt x="1153" y="95"/>
                  </a:lnTo>
                  <a:lnTo>
                    <a:pt x="1153" y="95"/>
                  </a:lnTo>
                  <a:lnTo>
                    <a:pt x="1151" y="97"/>
                  </a:lnTo>
                  <a:lnTo>
                    <a:pt x="1146" y="97"/>
                  </a:lnTo>
                  <a:lnTo>
                    <a:pt x="1146" y="99"/>
                  </a:lnTo>
                  <a:lnTo>
                    <a:pt x="1146" y="97"/>
                  </a:lnTo>
                  <a:lnTo>
                    <a:pt x="1151" y="90"/>
                  </a:lnTo>
                  <a:lnTo>
                    <a:pt x="1151" y="90"/>
                  </a:lnTo>
                  <a:lnTo>
                    <a:pt x="1151" y="90"/>
                  </a:lnTo>
                  <a:lnTo>
                    <a:pt x="1151" y="90"/>
                  </a:lnTo>
                  <a:lnTo>
                    <a:pt x="1148" y="90"/>
                  </a:lnTo>
                  <a:lnTo>
                    <a:pt x="1148" y="90"/>
                  </a:lnTo>
                  <a:lnTo>
                    <a:pt x="1153" y="88"/>
                  </a:lnTo>
                  <a:lnTo>
                    <a:pt x="1155" y="85"/>
                  </a:lnTo>
                  <a:lnTo>
                    <a:pt x="1155" y="85"/>
                  </a:lnTo>
                  <a:lnTo>
                    <a:pt x="1158" y="88"/>
                  </a:lnTo>
                  <a:lnTo>
                    <a:pt x="1162" y="85"/>
                  </a:lnTo>
                  <a:lnTo>
                    <a:pt x="1162" y="83"/>
                  </a:lnTo>
                  <a:lnTo>
                    <a:pt x="1162" y="83"/>
                  </a:lnTo>
                  <a:lnTo>
                    <a:pt x="1162" y="80"/>
                  </a:lnTo>
                  <a:lnTo>
                    <a:pt x="1162" y="80"/>
                  </a:lnTo>
                  <a:lnTo>
                    <a:pt x="1158" y="78"/>
                  </a:lnTo>
                  <a:lnTo>
                    <a:pt x="1158" y="78"/>
                  </a:lnTo>
                  <a:lnTo>
                    <a:pt x="1158" y="76"/>
                  </a:lnTo>
                  <a:lnTo>
                    <a:pt x="1160" y="78"/>
                  </a:lnTo>
                  <a:lnTo>
                    <a:pt x="1162" y="76"/>
                  </a:lnTo>
                  <a:lnTo>
                    <a:pt x="1167" y="64"/>
                  </a:lnTo>
                  <a:lnTo>
                    <a:pt x="1167" y="62"/>
                  </a:lnTo>
                  <a:lnTo>
                    <a:pt x="1167" y="62"/>
                  </a:lnTo>
                  <a:lnTo>
                    <a:pt x="1167" y="54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9" y="50"/>
                  </a:lnTo>
                  <a:lnTo>
                    <a:pt x="1169" y="45"/>
                  </a:lnTo>
                  <a:lnTo>
                    <a:pt x="1167" y="43"/>
                  </a:lnTo>
                  <a:lnTo>
                    <a:pt x="1169" y="43"/>
                  </a:lnTo>
                  <a:lnTo>
                    <a:pt x="1167" y="40"/>
                  </a:lnTo>
                  <a:lnTo>
                    <a:pt x="1167" y="40"/>
                  </a:lnTo>
                  <a:lnTo>
                    <a:pt x="1165" y="40"/>
                  </a:lnTo>
                  <a:lnTo>
                    <a:pt x="1165" y="40"/>
                  </a:lnTo>
                  <a:lnTo>
                    <a:pt x="1169" y="31"/>
                  </a:lnTo>
                  <a:lnTo>
                    <a:pt x="1167" y="26"/>
                  </a:lnTo>
                  <a:lnTo>
                    <a:pt x="1167" y="26"/>
                  </a:lnTo>
                  <a:lnTo>
                    <a:pt x="1167" y="26"/>
                  </a:lnTo>
                  <a:lnTo>
                    <a:pt x="1167" y="24"/>
                  </a:lnTo>
                  <a:lnTo>
                    <a:pt x="1165" y="21"/>
                  </a:lnTo>
                  <a:lnTo>
                    <a:pt x="1162" y="21"/>
                  </a:lnTo>
                  <a:lnTo>
                    <a:pt x="1162" y="19"/>
                  </a:lnTo>
                  <a:lnTo>
                    <a:pt x="1160" y="17"/>
                  </a:lnTo>
                  <a:lnTo>
                    <a:pt x="1153" y="14"/>
                  </a:lnTo>
                  <a:lnTo>
                    <a:pt x="1151" y="12"/>
                  </a:lnTo>
                  <a:lnTo>
                    <a:pt x="1148" y="12"/>
                  </a:lnTo>
                  <a:lnTo>
                    <a:pt x="1143" y="17"/>
                  </a:lnTo>
                  <a:lnTo>
                    <a:pt x="1143" y="14"/>
                  </a:lnTo>
                  <a:lnTo>
                    <a:pt x="1143" y="14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3" y="17"/>
                  </a:lnTo>
                  <a:lnTo>
                    <a:pt x="1141" y="19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4"/>
                  </a:lnTo>
                  <a:lnTo>
                    <a:pt x="1141" y="14"/>
                  </a:lnTo>
                  <a:lnTo>
                    <a:pt x="1141" y="14"/>
                  </a:lnTo>
                  <a:lnTo>
                    <a:pt x="1136" y="17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9" y="19"/>
                  </a:lnTo>
                  <a:lnTo>
                    <a:pt x="1136" y="21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4" y="19"/>
                  </a:lnTo>
                  <a:lnTo>
                    <a:pt x="1134" y="19"/>
                  </a:lnTo>
                  <a:lnTo>
                    <a:pt x="1134" y="19"/>
                  </a:lnTo>
                  <a:lnTo>
                    <a:pt x="1134" y="19"/>
                  </a:lnTo>
                  <a:lnTo>
                    <a:pt x="1136" y="24"/>
                  </a:lnTo>
                  <a:lnTo>
                    <a:pt x="1136" y="24"/>
                  </a:lnTo>
                  <a:lnTo>
                    <a:pt x="1134" y="28"/>
                  </a:lnTo>
                  <a:lnTo>
                    <a:pt x="1134" y="26"/>
                  </a:lnTo>
                  <a:lnTo>
                    <a:pt x="1134" y="26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1"/>
                  </a:lnTo>
                  <a:lnTo>
                    <a:pt x="1134" y="21"/>
                  </a:lnTo>
                  <a:lnTo>
                    <a:pt x="1132" y="21"/>
                  </a:lnTo>
                  <a:lnTo>
                    <a:pt x="1132" y="19"/>
                  </a:lnTo>
                  <a:lnTo>
                    <a:pt x="1132" y="19"/>
                  </a:lnTo>
                  <a:lnTo>
                    <a:pt x="1132" y="19"/>
                  </a:lnTo>
                  <a:lnTo>
                    <a:pt x="1132" y="17"/>
                  </a:lnTo>
                  <a:lnTo>
                    <a:pt x="1132" y="17"/>
                  </a:lnTo>
                  <a:lnTo>
                    <a:pt x="1132" y="17"/>
                  </a:lnTo>
                  <a:lnTo>
                    <a:pt x="1132" y="17"/>
                  </a:lnTo>
                  <a:lnTo>
                    <a:pt x="1129" y="14"/>
                  </a:lnTo>
                  <a:lnTo>
                    <a:pt x="1125" y="14"/>
                  </a:lnTo>
                  <a:lnTo>
                    <a:pt x="1125" y="14"/>
                  </a:lnTo>
                  <a:lnTo>
                    <a:pt x="1125" y="14"/>
                  </a:lnTo>
                  <a:lnTo>
                    <a:pt x="1125" y="14"/>
                  </a:lnTo>
                  <a:lnTo>
                    <a:pt x="1125" y="12"/>
                  </a:lnTo>
                  <a:lnTo>
                    <a:pt x="1122" y="12"/>
                  </a:lnTo>
                  <a:lnTo>
                    <a:pt x="1120" y="12"/>
                  </a:lnTo>
                  <a:lnTo>
                    <a:pt x="1120" y="12"/>
                  </a:lnTo>
                  <a:lnTo>
                    <a:pt x="1120" y="12"/>
                  </a:lnTo>
                  <a:lnTo>
                    <a:pt x="1120" y="12"/>
                  </a:lnTo>
                  <a:lnTo>
                    <a:pt x="1117" y="12"/>
                  </a:lnTo>
                  <a:lnTo>
                    <a:pt x="1117" y="12"/>
                  </a:lnTo>
                  <a:lnTo>
                    <a:pt x="1117" y="9"/>
                  </a:lnTo>
                  <a:lnTo>
                    <a:pt x="1117" y="9"/>
                  </a:lnTo>
                  <a:lnTo>
                    <a:pt x="1117" y="9"/>
                  </a:lnTo>
                  <a:lnTo>
                    <a:pt x="1115" y="9"/>
                  </a:lnTo>
                  <a:lnTo>
                    <a:pt x="1113" y="9"/>
                  </a:lnTo>
                  <a:lnTo>
                    <a:pt x="1115" y="7"/>
                  </a:lnTo>
                  <a:lnTo>
                    <a:pt x="1115" y="5"/>
                  </a:lnTo>
                  <a:lnTo>
                    <a:pt x="1115" y="5"/>
                  </a:lnTo>
                  <a:lnTo>
                    <a:pt x="1115" y="5"/>
                  </a:lnTo>
                  <a:lnTo>
                    <a:pt x="1115" y="2"/>
                  </a:lnTo>
                  <a:lnTo>
                    <a:pt x="1113" y="2"/>
                  </a:lnTo>
                  <a:lnTo>
                    <a:pt x="1113" y="2"/>
                  </a:lnTo>
                  <a:lnTo>
                    <a:pt x="1113" y="0"/>
                  </a:lnTo>
                  <a:lnTo>
                    <a:pt x="1110" y="0"/>
                  </a:lnTo>
                  <a:lnTo>
                    <a:pt x="1103" y="5"/>
                  </a:lnTo>
                  <a:lnTo>
                    <a:pt x="1106" y="9"/>
                  </a:lnTo>
                  <a:lnTo>
                    <a:pt x="1103" y="9"/>
                  </a:lnTo>
                  <a:lnTo>
                    <a:pt x="1103" y="9"/>
                  </a:lnTo>
                  <a:lnTo>
                    <a:pt x="1106" y="9"/>
                  </a:lnTo>
                  <a:lnTo>
                    <a:pt x="1106" y="9"/>
                  </a:lnTo>
                  <a:lnTo>
                    <a:pt x="1106" y="9"/>
                  </a:lnTo>
                  <a:lnTo>
                    <a:pt x="1106" y="12"/>
                  </a:lnTo>
                  <a:lnTo>
                    <a:pt x="1106" y="12"/>
                  </a:lnTo>
                  <a:lnTo>
                    <a:pt x="1103" y="9"/>
                  </a:lnTo>
                  <a:lnTo>
                    <a:pt x="1101" y="9"/>
                  </a:lnTo>
                  <a:lnTo>
                    <a:pt x="1098" y="7"/>
                  </a:lnTo>
                  <a:lnTo>
                    <a:pt x="1098" y="7"/>
                  </a:lnTo>
                  <a:lnTo>
                    <a:pt x="1098" y="5"/>
                  </a:lnTo>
                  <a:lnTo>
                    <a:pt x="1096" y="7"/>
                  </a:lnTo>
                  <a:lnTo>
                    <a:pt x="1094" y="7"/>
                  </a:lnTo>
                  <a:lnTo>
                    <a:pt x="1094" y="5"/>
                  </a:lnTo>
                  <a:lnTo>
                    <a:pt x="1096" y="5"/>
                  </a:lnTo>
                  <a:lnTo>
                    <a:pt x="1096" y="5"/>
                  </a:lnTo>
                  <a:lnTo>
                    <a:pt x="1096" y="2"/>
                  </a:lnTo>
                  <a:lnTo>
                    <a:pt x="1094" y="2"/>
                  </a:lnTo>
                  <a:lnTo>
                    <a:pt x="1091" y="5"/>
                  </a:lnTo>
                  <a:lnTo>
                    <a:pt x="1091" y="7"/>
                  </a:lnTo>
                  <a:lnTo>
                    <a:pt x="1091" y="7"/>
                  </a:lnTo>
                  <a:lnTo>
                    <a:pt x="1091" y="7"/>
                  </a:lnTo>
                  <a:lnTo>
                    <a:pt x="1091" y="9"/>
                  </a:lnTo>
                  <a:lnTo>
                    <a:pt x="1094" y="7"/>
                  </a:lnTo>
                  <a:lnTo>
                    <a:pt x="1094" y="9"/>
                  </a:lnTo>
                  <a:lnTo>
                    <a:pt x="1094" y="9"/>
                  </a:lnTo>
                  <a:lnTo>
                    <a:pt x="1094" y="9"/>
                  </a:lnTo>
                  <a:lnTo>
                    <a:pt x="1094" y="12"/>
                  </a:lnTo>
                  <a:lnTo>
                    <a:pt x="1094" y="14"/>
                  </a:lnTo>
                  <a:lnTo>
                    <a:pt x="1096" y="14"/>
                  </a:lnTo>
                  <a:lnTo>
                    <a:pt x="1096" y="14"/>
                  </a:lnTo>
                  <a:lnTo>
                    <a:pt x="1098" y="14"/>
                  </a:lnTo>
                  <a:lnTo>
                    <a:pt x="1094" y="17"/>
                  </a:lnTo>
                  <a:lnTo>
                    <a:pt x="1094" y="17"/>
                  </a:lnTo>
                  <a:lnTo>
                    <a:pt x="1091" y="14"/>
                  </a:lnTo>
                  <a:lnTo>
                    <a:pt x="1091" y="12"/>
                  </a:lnTo>
                  <a:lnTo>
                    <a:pt x="1091" y="12"/>
                  </a:lnTo>
                  <a:lnTo>
                    <a:pt x="1091" y="12"/>
                  </a:lnTo>
                  <a:lnTo>
                    <a:pt x="1087" y="14"/>
                  </a:lnTo>
                  <a:lnTo>
                    <a:pt x="1084" y="24"/>
                  </a:lnTo>
                  <a:lnTo>
                    <a:pt x="1084" y="24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8"/>
                  </a:lnTo>
                  <a:lnTo>
                    <a:pt x="1082" y="28"/>
                  </a:lnTo>
                  <a:lnTo>
                    <a:pt x="1082" y="31"/>
                  </a:lnTo>
                  <a:lnTo>
                    <a:pt x="1082" y="31"/>
                  </a:lnTo>
                  <a:lnTo>
                    <a:pt x="1080" y="33"/>
                  </a:lnTo>
                  <a:lnTo>
                    <a:pt x="1080" y="35"/>
                  </a:lnTo>
                  <a:lnTo>
                    <a:pt x="1070" y="45"/>
                  </a:lnTo>
                  <a:lnTo>
                    <a:pt x="1068" y="43"/>
                  </a:lnTo>
                  <a:lnTo>
                    <a:pt x="1068" y="43"/>
                  </a:lnTo>
                  <a:lnTo>
                    <a:pt x="1068" y="40"/>
                  </a:lnTo>
                  <a:lnTo>
                    <a:pt x="1068" y="38"/>
                  </a:lnTo>
                  <a:lnTo>
                    <a:pt x="1072" y="33"/>
                  </a:lnTo>
                  <a:lnTo>
                    <a:pt x="1072" y="31"/>
                  </a:lnTo>
                  <a:lnTo>
                    <a:pt x="1075" y="31"/>
                  </a:lnTo>
                  <a:lnTo>
                    <a:pt x="1075" y="28"/>
                  </a:lnTo>
                  <a:lnTo>
                    <a:pt x="1075" y="28"/>
                  </a:lnTo>
                  <a:lnTo>
                    <a:pt x="1075" y="28"/>
                  </a:lnTo>
                  <a:lnTo>
                    <a:pt x="1077" y="26"/>
                  </a:lnTo>
                  <a:lnTo>
                    <a:pt x="1077" y="24"/>
                  </a:lnTo>
                  <a:lnTo>
                    <a:pt x="1080" y="21"/>
                  </a:lnTo>
                  <a:lnTo>
                    <a:pt x="1077" y="19"/>
                  </a:lnTo>
                  <a:lnTo>
                    <a:pt x="1077" y="19"/>
                  </a:lnTo>
                  <a:lnTo>
                    <a:pt x="1080" y="12"/>
                  </a:lnTo>
                  <a:lnTo>
                    <a:pt x="1080" y="12"/>
                  </a:lnTo>
                  <a:lnTo>
                    <a:pt x="1077" y="12"/>
                  </a:lnTo>
                  <a:lnTo>
                    <a:pt x="1077" y="12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5" y="9"/>
                  </a:lnTo>
                  <a:lnTo>
                    <a:pt x="1072" y="9"/>
                  </a:lnTo>
                  <a:lnTo>
                    <a:pt x="1072" y="9"/>
                  </a:lnTo>
                  <a:lnTo>
                    <a:pt x="1072" y="12"/>
                  </a:lnTo>
                  <a:lnTo>
                    <a:pt x="1072" y="12"/>
                  </a:lnTo>
                  <a:lnTo>
                    <a:pt x="1070" y="12"/>
                  </a:lnTo>
                  <a:lnTo>
                    <a:pt x="1070" y="12"/>
                  </a:lnTo>
                  <a:lnTo>
                    <a:pt x="1070" y="12"/>
                  </a:lnTo>
                  <a:lnTo>
                    <a:pt x="1068" y="12"/>
                  </a:lnTo>
                  <a:lnTo>
                    <a:pt x="1068" y="12"/>
                  </a:lnTo>
                  <a:lnTo>
                    <a:pt x="1068" y="12"/>
                  </a:lnTo>
                  <a:lnTo>
                    <a:pt x="1070" y="14"/>
                  </a:lnTo>
                  <a:lnTo>
                    <a:pt x="1063" y="14"/>
                  </a:lnTo>
                  <a:lnTo>
                    <a:pt x="1061" y="17"/>
                  </a:lnTo>
                  <a:lnTo>
                    <a:pt x="1061" y="19"/>
                  </a:lnTo>
                  <a:lnTo>
                    <a:pt x="1058" y="19"/>
                  </a:lnTo>
                  <a:lnTo>
                    <a:pt x="1058" y="19"/>
                  </a:lnTo>
                  <a:lnTo>
                    <a:pt x="1058" y="17"/>
                  </a:lnTo>
                  <a:lnTo>
                    <a:pt x="1056" y="14"/>
                  </a:lnTo>
                  <a:lnTo>
                    <a:pt x="1056" y="14"/>
                  </a:lnTo>
                  <a:lnTo>
                    <a:pt x="1051" y="14"/>
                  </a:lnTo>
                  <a:lnTo>
                    <a:pt x="1051" y="17"/>
                  </a:lnTo>
                  <a:lnTo>
                    <a:pt x="1051" y="17"/>
                  </a:lnTo>
                  <a:lnTo>
                    <a:pt x="1051" y="19"/>
                  </a:lnTo>
                  <a:lnTo>
                    <a:pt x="1049" y="19"/>
                  </a:lnTo>
                  <a:lnTo>
                    <a:pt x="1049" y="19"/>
                  </a:lnTo>
                  <a:lnTo>
                    <a:pt x="1046" y="17"/>
                  </a:lnTo>
                  <a:lnTo>
                    <a:pt x="1046" y="14"/>
                  </a:lnTo>
                  <a:lnTo>
                    <a:pt x="1044" y="14"/>
                  </a:lnTo>
                  <a:lnTo>
                    <a:pt x="1044" y="19"/>
                  </a:lnTo>
                  <a:lnTo>
                    <a:pt x="1042" y="21"/>
                  </a:lnTo>
                  <a:lnTo>
                    <a:pt x="1042" y="21"/>
                  </a:lnTo>
                  <a:lnTo>
                    <a:pt x="1042" y="21"/>
                  </a:lnTo>
                  <a:lnTo>
                    <a:pt x="1042" y="19"/>
                  </a:lnTo>
                  <a:lnTo>
                    <a:pt x="1042" y="19"/>
                  </a:lnTo>
                  <a:lnTo>
                    <a:pt x="1039" y="17"/>
                  </a:lnTo>
                  <a:lnTo>
                    <a:pt x="1039" y="19"/>
                  </a:lnTo>
                  <a:lnTo>
                    <a:pt x="1037" y="19"/>
                  </a:lnTo>
                  <a:lnTo>
                    <a:pt x="1037" y="19"/>
                  </a:lnTo>
                  <a:lnTo>
                    <a:pt x="1037" y="19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23" y="19"/>
                  </a:lnTo>
                  <a:lnTo>
                    <a:pt x="1023" y="19"/>
                  </a:lnTo>
                  <a:lnTo>
                    <a:pt x="1023" y="19"/>
                  </a:lnTo>
                  <a:lnTo>
                    <a:pt x="1025" y="21"/>
                  </a:lnTo>
                  <a:lnTo>
                    <a:pt x="1025" y="21"/>
                  </a:lnTo>
                  <a:lnTo>
                    <a:pt x="1025" y="21"/>
                  </a:lnTo>
                  <a:lnTo>
                    <a:pt x="1025" y="21"/>
                  </a:lnTo>
                  <a:lnTo>
                    <a:pt x="1023" y="21"/>
                  </a:lnTo>
                  <a:lnTo>
                    <a:pt x="1023" y="21"/>
                  </a:lnTo>
                  <a:lnTo>
                    <a:pt x="1020" y="21"/>
                  </a:lnTo>
                  <a:lnTo>
                    <a:pt x="1023" y="21"/>
                  </a:lnTo>
                  <a:lnTo>
                    <a:pt x="1023" y="21"/>
                  </a:lnTo>
                  <a:lnTo>
                    <a:pt x="1023" y="21"/>
                  </a:lnTo>
                  <a:lnTo>
                    <a:pt x="1023" y="24"/>
                  </a:lnTo>
                  <a:lnTo>
                    <a:pt x="1023" y="24"/>
                  </a:lnTo>
                  <a:lnTo>
                    <a:pt x="1020" y="24"/>
                  </a:lnTo>
                  <a:lnTo>
                    <a:pt x="1020" y="28"/>
                  </a:lnTo>
                  <a:lnTo>
                    <a:pt x="1020" y="31"/>
                  </a:lnTo>
                  <a:lnTo>
                    <a:pt x="1023" y="31"/>
                  </a:lnTo>
                  <a:lnTo>
                    <a:pt x="1025" y="31"/>
                  </a:lnTo>
                  <a:lnTo>
                    <a:pt x="1032" y="35"/>
                  </a:lnTo>
                  <a:lnTo>
                    <a:pt x="1035" y="35"/>
                  </a:lnTo>
                  <a:lnTo>
                    <a:pt x="1023" y="35"/>
                  </a:lnTo>
                  <a:lnTo>
                    <a:pt x="1023" y="35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18" y="31"/>
                  </a:lnTo>
                  <a:lnTo>
                    <a:pt x="1018" y="31"/>
                  </a:lnTo>
                  <a:lnTo>
                    <a:pt x="1018" y="28"/>
                  </a:lnTo>
                  <a:lnTo>
                    <a:pt x="1016" y="24"/>
                  </a:lnTo>
                  <a:lnTo>
                    <a:pt x="1016" y="24"/>
                  </a:lnTo>
                  <a:lnTo>
                    <a:pt x="1016" y="24"/>
                  </a:lnTo>
                  <a:lnTo>
                    <a:pt x="1009" y="26"/>
                  </a:lnTo>
                  <a:lnTo>
                    <a:pt x="1009" y="28"/>
                  </a:lnTo>
                  <a:lnTo>
                    <a:pt x="1009" y="28"/>
                  </a:lnTo>
                  <a:lnTo>
                    <a:pt x="1006" y="28"/>
                  </a:lnTo>
                  <a:lnTo>
                    <a:pt x="1006" y="28"/>
                  </a:lnTo>
                  <a:lnTo>
                    <a:pt x="1006" y="28"/>
                  </a:lnTo>
                  <a:lnTo>
                    <a:pt x="1004" y="31"/>
                  </a:lnTo>
                  <a:lnTo>
                    <a:pt x="1004" y="31"/>
                  </a:lnTo>
                  <a:lnTo>
                    <a:pt x="1004" y="33"/>
                  </a:lnTo>
                  <a:lnTo>
                    <a:pt x="1004" y="33"/>
                  </a:lnTo>
                  <a:lnTo>
                    <a:pt x="1004" y="33"/>
                  </a:lnTo>
                  <a:lnTo>
                    <a:pt x="1004" y="38"/>
                  </a:lnTo>
                  <a:lnTo>
                    <a:pt x="1004" y="40"/>
                  </a:lnTo>
                  <a:lnTo>
                    <a:pt x="1001" y="43"/>
                  </a:lnTo>
                  <a:lnTo>
                    <a:pt x="1001" y="45"/>
                  </a:lnTo>
                  <a:lnTo>
                    <a:pt x="1001" y="45"/>
                  </a:lnTo>
                  <a:lnTo>
                    <a:pt x="1004" y="47"/>
                  </a:lnTo>
                  <a:lnTo>
                    <a:pt x="1006" y="47"/>
                  </a:lnTo>
                  <a:lnTo>
                    <a:pt x="1006" y="47"/>
                  </a:lnTo>
                  <a:lnTo>
                    <a:pt x="1009" y="50"/>
                  </a:lnTo>
                  <a:lnTo>
                    <a:pt x="1009" y="50"/>
                  </a:lnTo>
                  <a:lnTo>
                    <a:pt x="1009" y="50"/>
                  </a:lnTo>
                  <a:lnTo>
                    <a:pt x="1013" y="54"/>
                  </a:lnTo>
                  <a:lnTo>
                    <a:pt x="1023" y="57"/>
                  </a:lnTo>
                  <a:lnTo>
                    <a:pt x="1023" y="57"/>
                  </a:lnTo>
                  <a:lnTo>
                    <a:pt x="1023" y="57"/>
                  </a:lnTo>
                  <a:lnTo>
                    <a:pt x="1023" y="57"/>
                  </a:lnTo>
                  <a:lnTo>
                    <a:pt x="1023" y="59"/>
                  </a:lnTo>
                  <a:lnTo>
                    <a:pt x="1023" y="59"/>
                  </a:lnTo>
                  <a:lnTo>
                    <a:pt x="1004" y="52"/>
                  </a:lnTo>
                  <a:lnTo>
                    <a:pt x="1001" y="50"/>
                  </a:lnTo>
                  <a:lnTo>
                    <a:pt x="1001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7" y="45"/>
                  </a:lnTo>
                  <a:lnTo>
                    <a:pt x="997" y="45"/>
                  </a:lnTo>
                  <a:lnTo>
                    <a:pt x="997" y="45"/>
                  </a:lnTo>
                  <a:lnTo>
                    <a:pt x="997" y="45"/>
                  </a:lnTo>
                  <a:lnTo>
                    <a:pt x="994" y="43"/>
                  </a:lnTo>
                  <a:lnTo>
                    <a:pt x="983" y="43"/>
                  </a:lnTo>
                  <a:lnTo>
                    <a:pt x="983" y="45"/>
                  </a:lnTo>
                  <a:lnTo>
                    <a:pt x="983" y="45"/>
                  </a:lnTo>
                  <a:lnTo>
                    <a:pt x="983" y="45"/>
                  </a:lnTo>
                  <a:lnTo>
                    <a:pt x="980" y="45"/>
                  </a:lnTo>
                  <a:lnTo>
                    <a:pt x="980" y="45"/>
                  </a:lnTo>
                  <a:lnTo>
                    <a:pt x="980" y="45"/>
                  </a:lnTo>
                  <a:lnTo>
                    <a:pt x="980" y="45"/>
                  </a:lnTo>
                  <a:lnTo>
                    <a:pt x="978" y="45"/>
                  </a:lnTo>
                  <a:lnTo>
                    <a:pt x="971" y="45"/>
                  </a:lnTo>
                  <a:lnTo>
                    <a:pt x="971" y="47"/>
                  </a:lnTo>
                  <a:lnTo>
                    <a:pt x="961" y="54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59" y="54"/>
                  </a:lnTo>
                  <a:lnTo>
                    <a:pt x="959" y="54"/>
                  </a:lnTo>
                  <a:lnTo>
                    <a:pt x="959" y="57"/>
                  </a:lnTo>
                  <a:lnTo>
                    <a:pt x="971" y="62"/>
                  </a:lnTo>
                  <a:lnTo>
                    <a:pt x="975" y="66"/>
                  </a:lnTo>
                  <a:lnTo>
                    <a:pt x="978" y="69"/>
                  </a:lnTo>
                  <a:lnTo>
                    <a:pt x="983" y="66"/>
                  </a:lnTo>
                  <a:lnTo>
                    <a:pt x="983" y="69"/>
                  </a:lnTo>
                  <a:lnTo>
                    <a:pt x="980" y="69"/>
                  </a:lnTo>
                  <a:lnTo>
                    <a:pt x="980" y="71"/>
                  </a:lnTo>
                  <a:lnTo>
                    <a:pt x="983" y="73"/>
                  </a:lnTo>
                  <a:lnTo>
                    <a:pt x="983" y="73"/>
                  </a:lnTo>
                  <a:lnTo>
                    <a:pt x="985" y="73"/>
                  </a:lnTo>
                  <a:lnTo>
                    <a:pt x="985" y="73"/>
                  </a:lnTo>
                  <a:lnTo>
                    <a:pt x="985" y="73"/>
                  </a:lnTo>
                  <a:lnTo>
                    <a:pt x="985" y="76"/>
                  </a:lnTo>
                  <a:lnTo>
                    <a:pt x="985" y="76"/>
                  </a:lnTo>
                  <a:lnTo>
                    <a:pt x="994" y="76"/>
                  </a:lnTo>
                  <a:lnTo>
                    <a:pt x="997" y="78"/>
                  </a:lnTo>
                  <a:lnTo>
                    <a:pt x="997" y="78"/>
                  </a:lnTo>
                  <a:lnTo>
                    <a:pt x="994" y="80"/>
                  </a:lnTo>
                  <a:lnTo>
                    <a:pt x="992" y="95"/>
                  </a:lnTo>
                  <a:lnTo>
                    <a:pt x="992" y="95"/>
                  </a:lnTo>
                  <a:lnTo>
                    <a:pt x="992" y="92"/>
                  </a:lnTo>
                  <a:lnTo>
                    <a:pt x="992" y="92"/>
                  </a:lnTo>
                  <a:lnTo>
                    <a:pt x="992" y="90"/>
                  </a:lnTo>
                  <a:lnTo>
                    <a:pt x="990" y="90"/>
                  </a:lnTo>
                  <a:lnTo>
                    <a:pt x="990" y="88"/>
                  </a:lnTo>
                  <a:lnTo>
                    <a:pt x="992" y="85"/>
                  </a:lnTo>
                  <a:lnTo>
                    <a:pt x="990" y="83"/>
                  </a:lnTo>
                  <a:lnTo>
                    <a:pt x="992" y="83"/>
                  </a:lnTo>
                  <a:lnTo>
                    <a:pt x="992" y="83"/>
                  </a:lnTo>
                  <a:lnTo>
                    <a:pt x="990" y="80"/>
                  </a:lnTo>
                  <a:lnTo>
                    <a:pt x="990" y="80"/>
                  </a:lnTo>
                  <a:lnTo>
                    <a:pt x="987" y="80"/>
                  </a:lnTo>
                  <a:lnTo>
                    <a:pt x="985" y="80"/>
                  </a:lnTo>
                  <a:lnTo>
                    <a:pt x="985" y="78"/>
                  </a:lnTo>
                  <a:lnTo>
                    <a:pt x="985" y="78"/>
                  </a:lnTo>
                  <a:lnTo>
                    <a:pt x="983" y="78"/>
                  </a:lnTo>
                  <a:lnTo>
                    <a:pt x="983" y="78"/>
                  </a:lnTo>
                  <a:lnTo>
                    <a:pt x="983" y="78"/>
                  </a:lnTo>
                  <a:lnTo>
                    <a:pt x="980" y="78"/>
                  </a:lnTo>
                  <a:lnTo>
                    <a:pt x="975" y="73"/>
                  </a:lnTo>
                  <a:lnTo>
                    <a:pt x="975" y="71"/>
                  </a:lnTo>
                  <a:lnTo>
                    <a:pt x="973" y="71"/>
                  </a:lnTo>
                  <a:lnTo>
                    <a:pt x="973" y="71"/>
                  </a:lnTo>
                  <a:lnTo>
                    <a:pt x="973" y="71"/>
                  </a:lnTo>
                  <a:lnTo>
                    <a:pt x="973" y="71"/>
                  </a:lnTo>
                  <a:lnTo>
                    <a:pt x="971" y="69"/>
                  </a:lnTo>
                  <a:lnTo>
                    <a:pt x="966" y="64"/>
                  </a:lnTo>
                  <a:lnTo>
                    <a:pt x="956" y="62"/>
                  </a:lnTo>
                  <a:lnTo>
                    <a:pt x="954" y="66"/>
                  </a:lnTo>
                  <a:lnTo>
                    <a:pt x="956" y="66"/>
                  </a:lnTo>
                  <a:lnTo>
                    <a:pt x="956" y="66"/>
                  </a:lnTo>
                  <a:lnTo>
                    <a:pt x="956" y="66"/>
                  </a:lnTo>
                  <a:lnTo>
                    <a:pt x="956" y="69"/>
                  </a:lnTo>
                  <a:lnTo>
                    <a:pt x="956" y="69"/>
                  </a:lnTo>
                  <a:lnTo>
                    <a:pt x="956" y="69"/>
                  </a:lnTo>
                  <a:lnTo>
                    <a:pt x="954" y="69"/>
                  </a:lnTo>
                  <a:lnTo>
                    <a:pt x="954" y="69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4" y="71"/>
                  </a:lnTo>
                  <a:lnTo>
                    <a:pt x="954" y="71"/>
                  </a:lnTo>
                  <a:lnTo>
                    <a:pt x="954" y="71"/>
                  </a:lnTo>
                  <a:lnTo>
                    <a:pt x="954" y="69"/>
                  </a:lnTo>
                  <a:lnTo>
                    <a:pt x="952" y="69"/>
                  </a:lnTo>
                  <a:lnTo>
                    <a:pt x="952" y="71"/>
                  </a:lnTo>
                  <a:lnTo>
                    <a:pt x="952" y="71"/>
                  </a:lnTo>
                  <a:lnTo>
                    <a:pt x="952" y="71"/>
                  </a:lnTo>
                  <a:lnTo>
                    <a:pt x="952" y="66"/>
                  </a:lnTo>
                  <a:lnTo>
                    <a:pt x="949" y="66"/>
                  </a:lnTo>
                  <a:lnTo>
                    <a:pt x="949" y="66"/>
                  </a:lnTo>
                  <a:lnTo>
                    <a:pt x="949" y="64"/>
                  </a:lnTo>
                  <a:lnTo>
                    <a:pt x="947" y="64"/>
                  </a:lnTo>
                  <a:lnTo>
                    <a:pt x="947" y="64"/>
                  </a:lnTo>
                  <a:lnTo>
                    <a:pt x="947" y="64"/>
                  </a:lnTo>
                  <a:lnTo>
                    <a:pt x="947" y="71"/>
                  </a:lnTo>
                  <a:lnTo>
                    <a:pt x="947" y="71"/>
                  </a:lnTo>
                  <a:lnTo>
                    <a:pt x="945" y="71"/>
                  </a:lnTo>
                  <a:lnTo>
                    <a:pt x="945" y="69"/>
                  </a:lnTo>
                  <a:lnTo>
                    <a:pt x="942" y="69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0" y="66"/>
                  </a:lnTo>
                  <a:lnTo>
                    <a:pt x="940" y="66"/>
                  </a:lnTo>
                  <a:lnTo>
                    <a:pt x="940" y="64"/>
                  </a:lnTo>
                  <a:lnTo>
                    <a:pt x="940" y="64"/>
                  </a:lnTo>
                  <a:lnTo>
                    <a:pt x="930" y="69"/>
                  </a:lnTo>
                  <a:lnTo>
                    <a:pt x="930" y="71"/>
                  </a:lnTo>
                  <a:lnTo>
                    <a:pt x="930" y="71"/>
                  </a:lnTo>
                  <a:lnTo>
                    <a:pt x="930" y="71"/>
                  </a:lnTo>
                  <a:lnTo>
                    <a:pt x="930" y="73"/>
                  </a:lnTo>
                  <a:lnTo>
                    <a:pt x="930" y="73"/>
                  </a:lnTo>
                  <a:lnTo>
                    <a:pt x="930" y="73"/>
                  </a:lnTo>
                  <a:lnTo>
                    <a:pt x="930" y="76"/>
                  </a:lnTo>
                  <a:lnTo>
                    <a:pt x="930" y="76"/>
                  </a:lnTo>
                  <a:lnTo>
                    <a:pt x="940" y="76"/>
                  </a:lnTo>
                  <a:lnTo>
                    <a:pt x="940" y="78"/>
                  </a:lnTo>
                  <a:lnTo>
                    <a:pt x="938" y="78"/>
                  </a:lnTo>
                  <a:lnTo>
                    <a:pt x="938" y="80"/>
                  </a:lnTo>
                  <a:lnTo>
                    <a:pt x="938" y="80"/>
                  </a:lnTo>
                  <a:lnTo>
                    <a:pt x="940" y="83"/>
                  </a:lnTo>
                  <a:lnTo>
                    <a:pt x="940" y="83"/>
                  </a:lnTo>
                  <a:lnTo>
                    <a:pt x="959" y="85"/>
                  </a:lnTo>
                  <a:lnTo>
                    <a:pt x="959" y="85"/>
                  </a:lnTo>
                  <a:lnTo>
                    <a:pt x="954" y="88"/>
                  </a:lnTo>
                  <a:lnTo>
                    <a:pt x="952" y="88"/>
                  </a:lnTo>
                  <a:lnTo>
                    <a:pt x="952" y="88"/>
                  </a:lnTo>
                  <a:lnTo>
                    <a:pt x="940" y="88"/>
                  </a:lnTo>
                  <a:lnTo>
                    <a:pt x="940" y="88"/>
                  </a:lnTo>
                  <a:lnTo>
                    <a:pt x="940" y="90"/>
                  </a:lnTo>
                  <a:lnTo>
                    <a:pt x="942" y="90"/>
                  </a:lnTo>
                  <a:lnTo>
                    <a:pt x="945" y="92"/>
                  </a:lnTo>
                  <a:lnTo>
                    <a:pt x="945" y="92"/>
                  </a:lnTo>
                  <a:lnTo>
                    <a:pt x="945" y="92"/>
                  </a:lnTo>
                  <a:lnTo>
                    <a:pt x="945" y="92"/>
                  </a:lnTo>
                  <a:lnTo>
                    <a:pt x="942" y="92"/>
                  </a:lnTo>
                  <a:lnTo>
                    <a:pt x="940" y="92"/>
                  </a:lnTo>
                  <a:lnTo>
                    <a:pt x="940" y="90"/>
                  </a:lnTo>
                  <a:lnTo>
                    <a:pt x="938" y="90"/>
                  </a:lnTo>
                  <a:lnTo>
                    <a:pt x="938" y="90"/>
                  </a:lnTo>
                  <a:lnTo>
                    <a:pt x="938" y="88"/>
                  </a:lnTo>
                  <a:lnTo>
                    <a:pt x="938" y="88"/>
                  </a:lnTo>
                  <a:lnTo>
                    <a:pt x="938" y="85"/>
                  </a:lnTo>
                  <a:lnTo>
                    <a:pt x="935" y="85"/>
                  </a:lnTo>
                  <a:lnTo>
                    <a:pt x="935" y="85"/>
                  </a:lnTo>
                  <a:lnTo>
                    <a:pt x="935" y="85"/>
                  </a:lnTo>
                  <a:lnTo>
                    <a:pt x="935" y="83"/>
                  </a:lnTo>
                  <a:lnTo>
                    <a:pt x="935" y="83"/>
                  </a:lnTo>
                  <a:lnTo>
                    <a:pt x="919" y="83"/>
                  </a:lnTo>
                  <a:lnTo>
                    <a:pt x="919" y="83"/>
                  </a:lnTo>
                  <a:lnTo>
                    <a:pt x="919" y="85"/>
                  </a:lnTo>
                  <a:lnTo>
                    <a:pt x="919" y="85"/>
                  </a:lnTo>
                  <a:lnTo>
                    <a:pt x="919" y="85"/>
                  </a:lnTo>
                  <a:lnTo>
                    <a:pt x="921" y="88"/>
                  </a:lnTo>
                  <a:lnTo>
                    <a:pt x="923" y="88"/>
                  </a:lnTo>
                  <a:lnTo>
                    <a:pt x="926" y="90"/>
                  </a:lnTo>
                  <a:lnTo>
                    <a:pt x="926" y="90"/>
                  </a:lnTo>
                  <a:lnTo>
                    <a:pt x="928" y="92"/>
                  </a:lnTo>
                  <a:lnTo>
                    <a:pt x="928" y="92"/>
                  </a:lnTo>
                  <a:lnTo>
                    <a:pt x="928" y="95"/>
                  </a:lnTo>
                  <a:lnTo>
                    <a:pt x="938" y="102"/>
                  </a:lnTo>
                  <a:lnTo>
                    <a:pt x="938" y="104"/>
                  </a:lnTo>
                  <a:lnTo>
                    <a:pt x="935" y="104"/>
                  </a:lnTo>
                  <a:lnTo>
                    <a:pt x="926" y="99"/>
                  </a:lnTo>
                  <a:lnTo>
                    <a:pt x="916" y="97"/>
                  </a:lnTo>
                  <a:lnTo>
                    <a:pt x="914" y="99"/>
                  </a:lnTo>
                  <a:lnTo>
                    <a:pt x="914" y="102"/>
                  </a:lnTo>
                  <a:lnTo>
                    <a:pt x="916" y="104"/>
                  </a:lnTo>
                  <a:lnTo>
                    <a:pt x="916" y="106"/>
                  </a:lnTo>
                  <a:lnTo>
                    <a:pt x="923" y="109"/>
                  </a:lnTo>
                  <a:lnTo>
                    <a:pt x="923" y="109"/>
                  </a:lnTo>
                  <a:lnTo>
                    <a:pt x="928" y="109"/>
                  </a:lnTo>
                  <a:lnTo>
                    <a:pt x="928" y="109"/>
                  </a:lnTo>
                  <a:lnTo>
                    <a:pt x="930" y="109"/>
                  </a:lnTo>
                  <a:lnTo>
                    <a:pt x="928" y="111"/>
                  </a:lnTo>
                  <a:lnTo>
                    <a:pt x="916" y="111"/>
                  </a:lnTo>
                  <a:lnTo>
                    <a:pt x="916" y="118"/>
                  </a:lnTo>
                  <a:lnTo>
                    <a:pt x="916" y="121"/>
                  </a:lnTo>
                  <a:lnTo>
                    <a:pt x="916" y="121"/>
                  </a:lnTo>
                  <a:lnTo>
                    <a:pt x="919" y="123"/>
                  </a:lnTo>
                  <a:lnTo>
                    <a:pt x="919" y="123"/>
                  </a:lnTo>
                  <a:lnTo>
                    <a:pt x="942" y="137"/>
                  </a:lnTo>
                  <a:lnTo>
                    <a:pt x="947" y="135"/>
                  </a:lnTo>
                  <a:lnTo>
                    <a:pt x="947" y="137"/>
                  </a:lnTo>
                  <a:lnTo>
                    <a:pt x="947" y="137"/>
                  </a:lnTo>
                  <a:lnTo>
                    <a:pt x="947" y="137"/>
                  </a:lnTo>
                  <a:lnTo>
                    <a:pt x="947" y="137"/>
                  </a:lnTo>
                  <a:lnTo>
                    <a:pt x="947" y="140"/>
                  </a:lnTo>
                  <a:lnTo>
                    <a:pt x="947" y="140"/>
                  </a:lnTo>
                  <a:lnTo>
                    <a:pt x="964" y="142"/>
                  </a:lnTo>
                  <a:lnTo>
                    <a:pt x="964" y="144"/>
                  </a:lnTo>
                  <a:lnTo>
                    <a:pt x="964" y="144"/>
                  </a:lnTo>
                  <a:lnTo>
                    <a:pt x="964" y="144"/>
                  </a:lnTo>
                  <a:lnTo>
                    <a:pt x="964" y="147"/>
                  </a:lnTo>
                  <a:lnTo>
                    <a:pt x="966" y="147"/>
                  </a:lnTo>
                  <a:lnTo>
                    <a:pt x="966" y="147"/>
                  </a:lnTo>
                  <a:lnTo>
                    <a:pt x="968" y="147"/>
                  </a:lnTo>
                  <a:lnTo>
                    <a:pt x="968" y="149"/>
                  </a:lnTo>
                  <a:lnTo>
                    <a:pt x="968" y="149"/>
                  </a:lnTo>
                  <a:lnTo>
                    <a:pt x="978" y="156"/>
                  </a:lnTo>
                  <a:lnTo>
                    <a:pt x="975" y="159"/>
                  </a:lnTo>
                  <a:lnTo>
                    <a:pt x="973" y="159"/>
                  </a:lnTo>
                  <a:lnTo>
                    <a:pt x="973" y="156"/>
                  </a:lnTo>
                  <a:lnTo>
                    <a:pt x="964" y="149"/>
                  </a:lnTo>
                  <a:lnTo>
                    <a:pt x="956" y="147"/>
                  </a:lnTo>
                  <a:lnTo>
                    <a:pt x="956" y="147"/>
                  </a:lnTo>
                  <a:lnTo>
                    <a:pt x="956" y="147"/>
                  </a:lnTo>
                  <a:lnTo>
                    <a:pt x="954" y="147"/>
                  </a:lnTo>
                  <a:lnTo>
                    <a:pt x="954" y="147"/>
                  </a:lnTo>
                  <a:lnTo>
                    <a:pt x="940" y="142"/>
                  </a:lnTo>
                  <a:lnTo>
                    <a:pt x="940" y="142"/>
                  </a:lnTo>
                  <a:lnTo>
                    <a:pt x="930" y="137"/>
                  </a:lnTo>
                  <a:lnTo>
                    <a:pt x="926" y="133"/>
                  </a:lnTo>
                  <a:lnTo>
                    <a:pt x="923" y="135"/>
                  </a:lnTo>
                  <a:lnTo>
                    <a:pt x="916" y="130"/>
                  </a:lnTo>
                  <a:lnTo>
                    <a:pt x="916" y="133"/>
                  </a:lnTo>
                  <a:lnTo>
                    <a:pt x="916" y="133"/>
                  </a:lnTo>
                  <a:lnTo>
                    <a:pt x="916" y="133"/>
                  </a:lnTo>
                  <a:lnTo>
                    <a:pt x="919" y="135"/>
                  </a:lnTo>
                  <a:lnTo>
                    <a:pt x="919" y="135"/>
                  </a:lnTo>
                  <a:lnTo>
                    <a:pt x="919" y="137"/>
                  </a:lnTo>
                  <a:lnTo>
                    <a:pt x="919" y="137"/>
                  </a:lnTo>
                  <a:lnTo>
                    <a:pt x="921" y="140"/>
                  </a:lnTo>
                  <a:lnTo>
                    <a:pt x="926" y="147"/>
                  </a:lnTo>
                  <a:lnTo>
                    <a:pt x="928" y="147"/>
                  </a:lnTo>
                  <a:lnTo>
                    <a:pt x="933" y="144"/>
                  </a:lnTo>
                  <a:lnTo>
                    <a:pt x="935" y="147"/>
                  </a:lnTo>
                  <a:lnTo>
                    <a:pt x="938" y="149"/>
                  </a:lnTo>
                  <a:lnTo>
                    <a:pt x="938" y="149"/>
                  </a:lnTo>
                  <a:lnTo>
                    <a:pt x="938" y="149"/>
                  </a:lnTo>
                  <a:lnTo>
                    <a:pt x="938" y="149"/>
                  </a:lnTo>
                  <a:lnTo>
                    <a:pt x="935" y="149"/>
                  </a:lnTo>
                  <a:lnTo>
                    <a:pt x="921" y="151"/>
                  </a:lnTo>
                  <a:lnTo>
                    <a:pt x="921" y="149"/>
                  </a:lnTo>
                  <a:lnTo>
                    <a:pt x="921" y="149"/>
                  </a:lnTo>
                  <a:lnTo>
                    <a:pt x="923" y="147"/>
                  </a:lnTo>
                  <a:lnTo>
                    <a:pt x="921" y="144"/>
                  </a:lnTo>
                  <a:lnTo>
                    <a:pt x="921" y="144"/>
                  </a:lnTo>
                  <a:lnTo>
                    <a:pt x="921" y="142"/>
                  </a:lnTo>
                  <a:lnTo>
                    <a:pt x="919" y="142"/>
                  </a:lnTo>
                  <a:lnTo>
                    <a:pt x="914" y="137"/>
                  </a:lnTo>
                  <a:lnTo>
                    <a:pt x="914" y="137"/>
                  </a:lnTo>
                  <a:lnTo>
                    <a:pt x="914" y="137"/>
                  </a:lnTo>
                  <a:lnTo>
                    <a:pt x="914" y="135"/>
                  </a:lnTo>
                  <a:lnTo>
                    <a:pt x="914" y="135"/>
                  </a:lnTo>
                  <a:lnTo>
                    <a:pt x="914" y="135"/>
                  </a:lnTo>
                  <a:lnTo>
                    <a:pt x="912" y="135"/>
                  </a:lnTo>
                  <a:lnTo>
                    <a:pt x="912" y="133"/>
                  </a:lnTo>
                  <a:lnTo>
                    <a:pt x="907" y="130"/>
                  </a:lnTo>
                  <a:lnTo>
                    <a:pt x="900" y="128"/>
                  </a:lnTo>
                  <a:lnTo>
                    <a:pt x="900" y="130"/>
                  </a:lnTo>
                  <a:lnTo>
                    <a:pt x="897" y="130"/>
                  </a:lnTo>
                  <a:lnTo>
                    <a:pt x="897" y="130"/>
                  </a:lnTo>
                  <a:lnTo>
                    <a:pt x="895" y="128"/>
                  </a:lnTo>
                  <a:lnTo>
                    <a:pt x="890" y="125"/>
                  </a:lnTo>
                  <a:lnTo>
                    <a:pt x="890" y="125"/>
                  </a:lnTo>
                  <a:lnTo>
                    <a:pt x="893" y="123"/>
                  </a:lnTo>
                  <a:lnTo>
                    <a:pt x="893" y="123"/>
                  </a:lnTo>
                  <a:lnTo>
                    <a:pt x="893" y="121"/>
                  </a:lnTo>
                  <a:lnTo>
                    <a:pt x="890" y="121"/>
                  </a:lnTo>
                  <a:lnTo>
                    <a:pt x="878" y="125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81" y="130"/>
                  </a:lnTo>
                  <a:lnTo>
                    <a:pt x="883" y="128"/>
                  </a:lnTo>
                  <a:lnTo>
                    <a:pt x="883" y="130"/>
                  </a:lnTo>
                  <a:lnTo>
                    <a:pt x="883" y="133"/>
                  </a:lnTo>
                  <a:lnTo>
                    <a:pt x="885" y="135"/>
                  </a:lnTo>
                  <a:lnTo>
                    <a:pt x="885" y="135"/>
                  </a:lnTo>
                  <a:lnTo>
                    <a:pt x="885" y="135"/>
                  </a:lnTo>
                  <a:lnTo>
                    <a:pt x="885" y="135"/>
                  </a:lnTo>
                  <a:lnTo>
                    <a:pt x="885" y="137"/>
                  </a:lnTo>
                  <a:lnTo>
                    <a:pt x="885" y="137"/>
                  </a:lnTo>
                  <a:lnTo>
                    <a:pt x="888" y="140"/>
                  </a:lnTo>
                  <a:lnTo>
                    <a:pt x="888" y="140"/>
                  </a:lnTo>
                  <a:lnTo>
                    <a:pt x="885" y="140"/>
                  </a:lnTo>
                  <a:lnTo>
                    <a:pt x="885" y="140"/>
                  </a:lnTo>
                  <a:lnTo>
                    <a:pt x="885" y="144"/>
                  </a:lnTo>
                  <a:lnTo>
                    <a:pt x="876" y="147"/>
                  </a:lnTo>
                  <a:lnTo>
                    <a:pt x="874" y="147"/>
                  </a:lnTo>
                  <a:lnTo>
                    <a:pt x="871" y="149"/>
                  </a:lnTo>
                  <a:lnTo>
                    <a:pt x="871" y="149"/>
                  </a:lnTo>
                  <a:lnTo>
                    <a:pt x="871" y="151"/>
                  </a:lnTo>
                  <a:lnTo>
                    <a:pt x="874" y="156"/>
                  </a:lnTo>
                  <a:lnTo>
                    <a:pt x="902" y="161"/>
                  </a:lnTo>
                  <a:lnTo>
                    <a:pt x="904" y="163"/>
                  </a:lnTo>
                  <a:lnTo>
                    <a:pt x="904" y="166"/>
                  </a:lnTo>
                  <a:lnTo>
                    <a:pt x="904" y="166"/>
                  </a:lnTo>
                  <a:lnTo>
                    <a:pt x="904" y="168"/>
                  </a:lnTo>
                  <a:lnTo>
                    <a:pt x="907" y="168"/>
                  </a:lnTo>
                  <a:lnTo>
                    <a:pt x="907" y="170"/>
                  </a:lnTo>
                  <a:lnTo>
                    <a:pt x="904" y="168"/>
                  </a:lnTo>
                  <a:lnTo>
                    <a:pt x="904" y="168"/>
                  </a:lnTo>
                  <a:lnTo>
                    <a:pt x="902" y="166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2" y="161"/>
                  </a:lnTo>
                  <a:lnTo>
                    <a:pt x="900" y="161"/>
                  </a:lnTo>
                  <a:lnTo>
                    <a:pt x="900" y="163"/>
                  </a:lnTo>
                  <a:lnTo>
                    <a:pt x="902" y="168"/>
                  </a:lnTo>
                  <a:lnTo>
                    <a:pt x="904" y="170"/>
                  </a:lnTo>
                  <a:lnTo>
                    <a:pt x="902" y="170"/>
                  </a:lnTo>
                  <a:lnTo>
                    <a:pt x="900" y="168"/>
                  </a:lnTo>
                  <a:lnTo>
                    <a:pt x="897" y="163"/>
                  </a:lnTo>
                  <a:lnTo>
                    <a:pt x="895" y="161"/>
                  </a:lnTo>
                  <a:lnTo>
                    <a:pt x="890" y="163"/>
                  </a:lnTo>
                  <a:lnTo>
                    <a:pt x="890" y="166"/>
                  </a:lnTo>
                  <a:lnTo>
                    <a:pt x="893" y="168"/>
                  </a:lnTo>
                  <a:lnTo>
                    <a:pt x="897" y="173"/>
                  </a:lnTo>
                  <a:lnTo>
                    <a:pt x="897" y="175"/>
                  </a:lnTo>
                  <a:lnTo>
                    <a:pt x="897" y="175"/>
                  </a:lnTo>
                  <a:lnTo>
                    <a:pt x="897" y="175"/>
                  </a:lnTo>
                  <a:lnTo>
                    <a:pt x="885" y="163"/>
                  </a:lnTo>
                  <a:lnTo>
                    <a:pt x="883" y="163"/>
                  </a:lnTo>
                  <a:lnTo>
                    <a:pt x="883" y="161"/>
                  </a:lnTo>
                  <a:lnTo>
                    <a:pt x="883" y="161"/>
                  </a:lnTo>
                  <a:lnTo>
                    <a:pt x="876" y="161"/>
                  </a:lnTo>
                  <a:lnTo>
                    <a:pt x="874" y="163"/>
                  </a:lnTo>
                  <a:lnTo>
                    <a:pt x="874" y="163"/>
                  </a:lnTo>
                  <a:lnTo>
                    <a:pt x="874" y="166"/>
                  </a:lnTo>
                  <a:lnTo>
                    <a:pt x="874" y="166"/>
                  </a:lnTo>
                  <a:lnTo>
                    <a:pt x="876" y="168"/>
                  </a:lnTo>
                  <a:lnTo>
                    <a:pt x="876" y="168"/>
                  </a:lnTo>
                  <a:lnTo>
                    <a:pt x="876" y="168"/>
                  </a:lnTo>
                  <a:lnTo>
                    <a:pt x="871" y="170"/>
                  </a:lnTo>
                  <a:lnTo>
                    <a:pt x="874" y="170"/>
                  </a:lnTo>
                  <a:lnTo>
                    <a:pt x="878" y="173"/>
                  </a:lnTo>
                  <a:lnTo>
                    <a:pt x="878" y="173"/>
                  </a:lnTo>
                  <a:lnTo>
                    <a:pt x="878" y="175"/>
                  </a:lnTo>
                  <a:lnTo>
                    <a:pt x="871" y="170"/>
                  </a:lnTo>
                  <a:lnTo>
                    <a:pt x="869" y="170"/>
                  </a:lnTo>
                  <a:lnTo>
                    <a:pt x="871" y="166"/>
                  </a:lnTo>
                  <a:lnTo>
                    <a:pt x="871" y="166"/>
                  </a:lnTo>
                  <a:lnTo>
                    <a:pt x="867" y="161"/>
                  </a:lnTo>
                  <a:lnTo>
                    <a:pt x="864" y="161"/>
                  </a:lnTo>
                  <a:lnTo>
                    <a:pt x="862" y="163"/>
                  </a:lnTo>
                  <a:lnTo>
                    <a:pt x="859" y="161"/>
                  </a:lnTo>
                  <a:lnTo>
                    <a:pt x="857" y="161"/>
                  </a:lnTo>
                  <a:lnTo>
                    <a:pt x="857" y="161"/>
                  </a:lnTo>
                  <a:lnTo>
                    <a:pt x="857" y="161"/>
                  </a:lnTo>
                  <a:lnTo>
                    <a:pt x="857" y="161"/>
                  </a:lnTo>
                  <a:lnTo>
                    <a:pt x="857" y="163"/>
                  </a:lnTo>
                  <a:lnTo>
                    <a:pt x="857" y="163"/>
                  </a:lnTo>
                  <a:lnTo>
                    <a:pt x="855" y="163"/>
                  </a:lnTo>
                  <a:lnTo>
                    <a:pt x="850" y="166"/>
                  </a:lnTo>
                  <a:lnTo>
                    <a:pt x="848" y="170"/>
                  </a:lnTo>
                  <a:lnTo>
                    <a:pt x="848" y="173"/>
                  </a:lnTo>
                  <a:lnTo>
                    <a:pt x="848" y="175"/>
                  </a:lnTo>
                  <a:lnTo>
                    <a:pt x="848" y="178"/>
                  </a:lnTo>
                  <a:lnTo>
                    <a:pt x="848" y="178"/>
                  </a:lnTo>
                  <a:lnTo>
                    <a:pt x="850" y="178"/>
                  </a:lnTo>
                  <a:lnTo>
                    <a:pt x="848" y="180"/>
                  </a:lnTo>
                  <a:lnTo>
                    <a:pt x="845" y="178"/>
                  </a:lnTo>
                  <a:lnTo>
                    <a:pt x="843" y="178"/>
                  </a:lnTo>
                  <a:lnTo>
                    <a:pt x="843" y="178"/>
                  </a:lnTo>
                  <a:lnTo>
                    <a:pt x="843" y="178"/>
                  </a:lnTo>
                  <a:lnTo>
                    <a:pt x="843" y="180"/>
                  </a:lnTo>
                  <a:lnTo>
                    <a:pt x="843" y="180"/>
                  </a:lnTo>
                  <a:lnTo>
                    <a:pt x="843" y="180"/>
                  </a:lnTo>
                  <a:lnTo>
                    <a:pt x="848" y="180"/>
                  </a:lnTo>
                  <a:lnTo>
                    <a:pt x="848" y="182"/>
                  </a:lnTo>
                  <a:lnTo>
                    <a:pt x="848" y="182"/>
                  </a:lnTo>
                  <a:lnTo>
                    <a:pt x="848" y="185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5" y="189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3" y="187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3" y="187"/>
                  </a:lnTo>
                  <a:lnTo>
                    <a:pt x="843" y="187"/>
                  </a:lnTo>
                  <a:lnTo>
                    <a:pt x="843" y="187"/>
                  </a:lnTo>
                  <a:lnTo>
                    <a:pt x="841" y="185"/>
                  </a:lnTo>
                  <a:lnTo>
                    <a:pt x="841" y="182"/>
                  </a:lnTo>
                  <a:lnTo>
                    <a:pt x="841" y="182"/>
                  </a:lnTo>
                  <a:lnTo>
                    <a:pt x="841" y="182"/>
                  </a:lnTo>
                  <a:lnTo>
                    <a:pt x="841" y="180"/>
                  </a:lnTo>
                  <a:lnTo>
                    <a:pt x="841" y="180"/>
                  </a:lnTo>
                  <a:lnTo>
                    <a:pt x="838" y="180"/>
                  </a:lnTo>
                  <a:lnTo>
                    <a:pt x="838" y="180"/>
                  </a:lnTo>
                  <a:lnTo>
                    <a:pt x="838" y="182"/>
                  </a:lnTo>
                  <a:lnTo>
                    <a:pt x="836" y="182"/>
                  </a:lnTo>
                  <a:lnTo>
                    <a:pt x="836" y="182"/>
                  </a:lnTo>
                  <a:lnTo>
                    <a:pt x="838" y="182"/>
                  </a:lnTo>
                  <a:lnTo>
                    <a:pt x="833" y="182"/>
                  </a:lnTo>
                  <a:lnTo>
                    <a:pt x="829" y="185"/>
                  </a:lnTo>
                  <a:lnTo>
                    <a:pt x="829" y="187"/>
                  </a:lnTo>
                  <a:lnTo>
                    <a:pt x="826" y="187"/>
                  </a:lnTo>
                  <a:lnTo>
                    <a:pt x="826" y="187"/>
                  </a:lnTo>
                  <a:lnTo>
                    <a:pt x="826" y="187"/>
                  </a:lnTo>
                  <a:lnTo>
                    <a:pt x="826" y="187"/>
                  </a:lnTo>
                  <a:lnTo>
                    <a:pt x="829" y="187"/>
                  </a:lnTo>
                  <a:lnTo>
                    <a:pt x="826" y="187"/>
                  </a:lnTo>
                  <a:lnTo>
                    <a:pt x="826" y="189"/>
                  </a:lnTo>
                  <a:lnTo>
                    <a:pt x="824" y="189"/>
                  </a:lnTo>
                  <a:lnTo>
                    <a:pt x="822" y="189"/>
                  </a:lnTo>
                  <a:lnTo>
                    <a:pt x="822" y="192"/>
                  </a:lnTo>
                  <a:lnTo>
                    <a:pt x="822" y="194"/>
                  </a:lnTo>
                  <a:lnTo>
                    <a:pt x="824" y="194"/>
                  </a:lnTo>
                  <a:lnTo>
                    <a:pt x="824" y="196"/>
                  </a:lnTo>
                  <a:lnTo>
                    <a:pt x="824" y="196"/>
                  </a:lnTo>
                  <a:lnTo>
                    <a:pt x="822" y="196"/>
                  </a:lnTo>
                  <a:lnTo>
                    <a:pt x="819" y="194"/>
                  </a:lnTo>
                  <a:lnTo>
                    <a:pt x="817" y="196"/>
                  </a:lnTo>
                  <a:lnTo>
                    <a:pt x="817" y="196"/>
                  </a:lnTo>
                  <a:lnTo>
                    <a:pt x="817" y="199"/>
                  </a:lnTo>
                  <a:lnTo>
                    <a:pt x="815" y="199"/>
                  </a:lnTo>
                  <a:lnTo>
                    <a:pt x="815" y="199"/>
                  </a:lnTo>
                  <a:lnTo>
                    <a:pt x="815" y="201"/>
                  </a:lnTo>
                  <a:lnTo>
                    <a:pt x="815" y="201"/>
                  </a:lnTo>
                  <a:lnTo>
                    <a:pt x="815" y="201"/>
                  </a:lnTo>
                  <a:lnTo>
                    <a:pt x="815" y="204"/>
                  </a:lnTo>
                  <a:lnTo>
                    <a:pt x="815" y="204"/>
                  </a:lnTo>
                  <a:lnTo>
                    <a:pt x="815" y="204"/>
                  </a:lnTo>
                  <a:lnTo>
                    <a:pt x="815" y="204"/>
                  </a:lnTo>
                  <a:lnTo>
                    <a:pt x="815" y="206"/>
                  </a:lnTo>
                  <a:lnTo>
                    <a:pt x="815" y="206"/>
                  </a:lnTo>
                  <a:lnTo>
                    <a:pt x="815" y="206"/>
                  </a:lnTo>
                  <a:lnTo>
                    <a:pt x="812" y="206"/>
                  </a:lnTo>
                  <a:lnTo>
                    <a:pt x="815" y="206"/>
                  </a:lnTo>
                  <a:lnTo>
                    <a:pt x="815" y="206"/>
                  </a:lnTo>
                  <a:close/>
                  <a:moveTo>
                    <a:pt x="935" y="646"/>
                  </a:moveTo>
                  <a:lnTo>
                    <a:pt x="933" y="644"/>
                  </a:lnTo>
                  <a:lnTo>
                    <a:pt x="933" y="644"/>
                  </a:lnTo>
                  <a:lnTo>
                    <a:pt x="933" y="644"/>
                  </a:lnTo>
                  <a:lnTo>
                    <a:pt x="930" y="644"/>
                  </a:lnTo>
                  <a:lnTo>
                    <a:pt x="930" y="644"/>
                  </a:lnTo>
                  <a:lnTo>
                    <a:pt x="930" y="646"/>
                  </a:lnTo>
                  <a:lnTo>
                    <a:pt x="930" y="646"/>
                  </a:lnTo>
                  <a:lnTo>
                    <a:pt x="935" y="646"/>
                  </a:lnTo>
                  <a:lnTo>
                    <a:pt x="935" y="646"/>
                  </a:lnTo>
                  <a:close/>
                  <a:moveTo>
                    <a:pt x="1046" y="620"/>
                  </a:moveTo>
                  <a:lnTo>
                    <a:pt x="1046" y="620"/>
                  </a:lnTo>
                  <a:lnTo>
                    <a:pt x="1046" y="623"/>
                  </a:lnTo>
                  <a:lnTo>
                    <a:pt x="1049" y="625"/>
                  </a:lnTo>
                  <a:lnTo>
                    <a:pt x="1049" y="625"/>
                  </a:lnTo>
                  <a:lnTo>
                    <a:pt x="1051" y="625"/>
                  </a:lnTo>
                  <a:lnTo>
                    <a:pt x="1051" y="625"/>
                  </a:lnTo>
                  <a:lnTo>
                    <a:pt x="1051" y="625"/>
                  </a:lnTo>
                  <a:lnTo>
                    <a:pt x="1051" y="620"/>
                  </a:lnTo>
                  <a:lnTo>
                    <a:pt x="1051" y="620"/>
                  </a:lnTo>
                  <a:lnTo>
                    <a:pt x="1049" y="620"/>
                  </a:lnTo>
                  <a:lnTo>
                    <a:pt x="1049" y="618"/>
                  </a:lnTo>
                  <a:lnTo>
                    <a:pt x="1046" y="620"/>
                  </a:lnTo>
                  <a:lnTo>
                    <a:pt x="1046" y="618"/>
                  </a:lnTo>
                  <a:lnTo>
                    <a:pt x="1046" y="618"/>
                  </a:lnTo>
                  <a:lnTo>
                    <a:pt x="1046" y="620"/>
                  </a:lnTo>
                  <a:lnTo>
                    <a:pt x="1046" y="620"/>
                  </a:lnTo>
                  <a:close/>
                  <a:moveTo>
                    <a:pt x="1115" y="634"/>
                  </a:moveTo>
                  <a:lnTo>
                    <a:pt x="1117" y="632"/>
                  </a:lnTo>
                  <a:lnTo>
                    <a:pt x="1117" y="632"/>
                  </a:lnTo>
                  <a:lnTo>
                    <a:pt x="1117" y="630"/>
                  </a:lnTo>
                  <a:lnTo>
                    <a:pt x="1115" y="630"/>
                  </a:lnTo>
                  <a:lnTo>
                    <a:pt x="1115" y="630"/>
                  </a:lnTo>
                  <a:lnTo>
                    <a:pt x="1113" y="632"/>
                  </a:lnTo>
                  <a:lnTo>
                    <a:pt x="1113" y="634"/>
                  </a:lnTo>
                  <a:lnTo>
                    <a:pt x="1113" y="634"/>
                  </a:lnTo>
                  <a:lnTo>
                    <a:pt x="1113" y="634"/>
                  </a:lnTo>
                  <a:lnTo>
                    <a:pt x="1115" y="634"/>
                  </a:lnTo>
                  <a:lnTo>
                    <a:pt x="1115" y="634"/>
                  </a:lnTo>
                  <a:close/>
                  <a:moveTo>
                    <a:pt x="1174" y="641"/>
                  </a:moveTo>
                  <a:lnTo>
                    <a:pt x="1169" y="639"/>
                  </a:lnTo>
                  <a:lnTo>
                    <a:pt x="1167" y="639"/>
                  </a:lnTo>
                  <a:lnTo>
                    <a:pt x="1167" y="637"/>
                  </a:lnTo>
                  <a:lnTo>
                    <a:pt x="1167" y="637"/>
                  </a:lnTo>
                  <a:lnTo>
                    <a:pt x="1167" y="634"/>
                  </a:lnTo>
                  <a:lnTo>
                    <a:pt x="1172" y="627"/>
                  </a:lnTo>
                  <a:lnTo>
                    <a:pt x="1172" y="625"/>
                  </a:lnTo>
                  <a:lnTo>
                    <a:pt x="1172" y="625"/>
                  </a:lnTo>
                  <a:lnTo>
                    <a:pt x="1172" y="625"/>
                  </a:lnTo>
                  <a:lnTo>
                    <a:pt x="1169" y="623"/>
                  </a:lnTo>
                  <a:lnTo>
                    <a:pt x="1169" y="623"/>
                  </a:lnTo>
                  <a:lnTo>
                    <a:pt x="1167" y="623"/>
                  </a:lnTo>
                  <a:lnTo>
                    <a:pt x="1167" y="623"/>
                  </a:lnTo>
                  <a:lnTo>
                    <a:pt x="1165" y="623"/>
                  </a:lnTo>
                  <a:lnTo>
                    <a:pt x="1165" y="623"/>
                  </a:lnTo>
                  <a:lnTo>
                    <a:pt x="1165" y="625"/>
                  </a:lnTo>
                  <a:lnTo>
                    <a:pt x="1165" y="625"/>
                  </a:lnTo>
                  <a:lnTo>
                    <a:pt x="1165" y="627"/>
                  </a:lnTo>
                  <a:lnTo>
                    <a:pt x="1165" y="627"/>
                  </a:lnTo>
                  <a:lnTo>
                    <a:pt x="1162" y="630"/>
                  </a:lnTo>
                  <a:lnTo>
                    <a:pt x="1162" y="630"/>
                  </a:lnTo>
                  <a:lnTo>
                    <a:pt x="1162" y="630"/>
                  </a:lnTo>
                  <a:lnTo>
                    <a:pt x="1162" y="632"/>
                  </a:lnTo>
                  <a:lnTo>
                    <a:pt x="1162" y="632"/>
                  </a:lnTo>
                  <a:lnTo>
                    <a:pt x="1162" y="632"/>
                  </a:lnTo>
                  <a:lnTo>
                    <a:pt x="1160" y="634"/>
                  </a:lnTo>
                  <a:lnTo>
                    <a:pt x="1160" y="634"/>
                  </a:lnTo>
                  <a:lnTo>
                    <a:pt x="1160" y="639"/>
                  </a:lnTo>
                  <a:lnTo>
                    <a:pt x="1160" y="639"/>
                  </a:lnTo>
                  <a:lnTo>
                    <a:pt x="1158" y="641"/>
                  </a:lnTo>
                  <a:lnTo>
                    <a:pt x="1160" y="641"/>
                  </a:lnTo>
                  <a:lnTo>
                    <a:pt x="1160" y="641"/>
                  </a:lnTo>
                  <a:lnTo>
                    <a:pt x="1160" y="641"/>
                  </a:lnTo>
                  <a:lnTo>
                    <a:pt x="1160" y="644"/>
                  </a:lnTo>
                  <a:lnTo>
                    <a:pt x="1160" y="644"/>
                  </a:lnTo>
                  <a:lnTo>
                    <a:pt x="1160" y="646"/>
                  </a:lnTo>
                  <a:lnTo>
                    <a:pt x="1158" y="646"/>
                  </a:lnTo>
                  <a:lnTo>
                    <a:pt x="1158" y="646"/>
                  </a:lnTo>
                  <a:lnTo>
                    <a:pt x="1158" y="649"/>
                  </a:lnTo>
                  <a:lnTo>
                    <a:pt x="1160" y="649"/>
                  </a:lnTo>
                  <a:lnTo>
                    <a:pt x="1160" y="646"/>
                  </a:lnTo>
                  <a:lnTo>
                    <a:pt x="1160" y="646"/>
                  </a:lnTo>
                  <a:lnTo>
                    <a:pt x="1162" y="649"/>
                  </a:lnTo>
                  <a:lnTo>
                    <a:pt x="1162" y="649"/>
                  </a:lnTo>
                  <a:lnTo>
                    <a:pt x="1162" y="649"/>
                  </a:lnTo>
                  <a:lnTo>
                    <a:pt x="1162" y="649"/>
                  </a:lnTo>
                  <a:lnTo>
                    <a:pt x="1162" y="651"/>
                  </a:lnTo>
                  <a:lnTo>
                    <a:pt x="1162" y="651"/>
                  </a:lnTo>
                  <a:lnTo>
                    <a:pt x="1162" y="651"/>
                  </a:lnTo>
                  <a:lnTo>
                    <a:pt x="1165" y="651"/>
                  </a:lnTo>
                  <a:lnTo>
                    <a:pt x="1165" y="651"/>
                  </a:lnTo>
                  <a:lnTo>
                    <a:pt x="1165" y="651"/>
                  </a:lnTo>
                  <a:lnTo>
                    <a:pt x="1165" y="651"/>
                  </a:lnTo>
                  <a:lnTo>
                    <a:pt x="1167" y="651"/>
                  </a:lnTo>
                  <a:lnTo>
                    <a:pt x="1167" y="651"/>
                  </a:lnTo>
                  <a:lnTo>
                    <a:pt x="1167" y="651"/>
                  </a:lnTo>
                  <a:lnTo>
                    <a:pt x="1167" y="651"/>
                  </a:lnTo>
                  <a:lnTo>
                    <a:pt x="1167" y="649"/>
                  </a:lnTo>
                  <a:lnTo>
                    <a:pt x="1167" y="649"/>
                  </a:lnTo>
                  <a:lnTo>
                    <a:pt x="1167" y="649"/>
                  </a:lnTo>
                  <a:lnTo>
                    <a:pt x="1167" y="649"/>
                  </a:lnTo>
                  <a:lnTo>
                    <a:pt x="1165" y="649"/>
                  </a:lnTo>
                  <a:lnTo>
                    <a:pt x="1167" y="646"/>
                  </a:lnTo>
                  <a:lnTo>
                    <a:pt x="1167" y="644"/>
                  </a:lnTo>
                  <a:lnTo>
                    <a:pt x="1172" y="644"/>
                  </a:lnTo>
                  <a:lnTo>
                    <a:pt x="1172" y="644"/>
                  </a:lnTo>
                  <a:lnTo>
                    <a:pt x="1174" y="644"/>
                  </a:lnTo>
                  <a:lnTo>
                    <a:pt x="1172" y="644"/>
                  </a:lnTo>
                  <a:lnTo>
                    <a:pt x="1172" y="646"/>
                  </a:lnTo>
                  <a:lnTo>
                    <a:pt x="1174" y="646"/>
                  </a:lnTo>
                  <a:lnTo>
                    <a:pt x="1174" y="644"/>
                  </a:lnTo>
                  <a:lnTo>
                    <a:pt x="1177" y="644"/>
                  </a:lnTo>
                  <a:lnTo>
                    <a:pt x="1177" y="644"/>
                  </a:lnTo>
                  <a:lnTo>
                    <a:pt x="1177" y="644"/>
                  </a:lnTo>
                  <a:lnTo>
                    <a:pt x="1174" y="641"/>
                  </a:lnTo>
                  <a:lnTo>
                    <a:pt x="1174" y="641"/>
                  </a:lnTo>
                  <a:close/>
                  <a:moveTo>
                    <a:pt x="602" y="436"/>
                  </a:moveTo>
                  <a:lnTo>
                    <a:pt x="606" y="438"/>
                  </a:lnTo>
                  <a:lnTo>
                    <a:pt x="613" y="433"/>
                  </a:lnTo>
                  <a:lnTo>
                    <a:pt x="618" y="436"/>
                  </a:lnTo>
                  <a:lnTo>
                    <a:pt x="618" y="436"/>
                  </a:lnTo>
                  <a:lnTo>
                    <a:pt x="618" y="438"/>
                  </a:lnTo>
                  <a:lnTo>
                    <a:pt x="616" y="440"/>
                  </a:lnTo>
                  <a:lnTo>
                    <a:pt x="616" y="445"/>
                  </a:lnTo>
                  <a:lnTo>
                    <a:pt x="616" y="447"/>
                  </a:lnTo>
                  <a:lnTo>
                    <a:pt x="613" y="447"/>
                  </a:lnTo>
                  <a:lnTo>
                    <a:pt x="613" y="447"/>
                  </a:lnTo>
                  <a:lnTo>
                    <a:pt x="613" y="447"/>
                  </a:lnTo>
                  <a:lnTo>
                    <a:pt x="613" y="447"/>
                  </a:lnTo>
                  <a:lnTo>
                    <a:pt x="611" y="452"/>
                  </a:lnTo>
                  <a:lnTo>
                    <a:pt x="611" y="454"/>
                  </a:lnTo>
                  <a:lnTo>
                    <a:pt x="611" y="454"/>
                  </a:lnTo>
                  <a:lnTo>
                    <a:pt x="611" y="457"/>
                  </a:lnTo>
                  <a:lnTo>
                    <a:pt x="613" y="457"/>
                  </a:lnTo>
                  <a:lnTo>
                    <a:pt x="616" y="454"/>
                  </a:lnTo>
                  <a:lnTo>
                    <a:pt x="616" y="452"/>
                  </a:lnTo>
                  <a:lnTo>
                    <a:pt x="618" y="450"/>
                  </a:lnTo>
                  <a:lnTo>
                    <a:pt x="620" y="450"/>
                  </a:lnTo>
                  <a:lnTo>
                    <a:pt x="620" y="447"/>
                  </a:lnTo>
                  <a:lnTo>
                    <a:pt x="620" y="445"/>
                  </a:lnTo>
                  <a:lnTo>
                    <a:pt x="623" y="443"/>
                  </a:lnTo>
                  <a:lnTo>
                    <a:pt x="623" y="443"/>
                  </a:lnTo>
                  <a:lnTo>
                    <a:pt x="623" y="443"/>
                  </a:lnTo>
                  <a:lnTo>
                    <a:pt x="625" y="443"/>
                  </a:lnTo>
                  <a:lnTo>
                    <a:pt x="625" y="443"/>
                  </a:lnTo>
                  <a:lnTo>
                    <a:pt x="625" y="440"/>
                  </a:lnTo>
                  <a:lnTo>
                    <a:pt x="625" y="440"/>
                  </a:lnTo>
                  <a:lnTo>
                    <a:pt x="625" y="440"/>
                  </a:lnTo>
                  <a:lnTo>
                    <a:pt x="630" y="440"/>
                  </a:lnTo>
                  <a:lnTo>
                    <a:pt x="630" y="440"/>
                  </a:lnTo>
                  <a:lnTo>
                    <a:pt x="630" y="443"/>
                  </a:lnTo>
                  <a:lnTo>
                    <a:pt x="630" y="443"/>
                  </a:lnTo>
                  <a:lnTo>
                    <a:pt x="630" y="443"/>
                  </a:lnTo>
                  <a:lnTo>
                    <a:pt x="630" y="445"/>
                  </a:lnTo>
                  <a:lnTo>
                    <a:pt x="632" y="447"/>
                  </a:lnTo>
                  <a:lnTo>
                    <a:pt x="632" y="447"/>
                  </a:lnTo>
                  <a:lnTo>
                    <a:pt x="632" y="450"/>
                  </a:lnTo>
                  <a:lnTo>
                    <a:pt x="632" y="450"/>
                  </a:lnTo>
                  <a:lnTo>
                    <a:pt x="628" y="454"/>
                  </a:lnTo>
                  <a:lnTo>
                    <a:pt x="625" y="457"/>
                  </a:lnTo>
                  <a:lnTo>
                    <a:pt x="625" y="459"/>
                  </a:lnTo>
                  <a:lnTo>
                    <a:pt x="628" y="459"/>
                  </a:lnTo>
                  <a:lnTo>
                    <a:pt x="628" y="459"/>
                  </a:lnTo>
                  <a:lnTo>
                    <a:pt x="628" y="459"/>
                  </a:lnTo>
                  <a:lnTo>
                    <a:pt x="628" y="462"/>
                  </a:lnTo>
                  <a:lnTo>
                    <a:pt x="630" y="462"/>
                  </a:lnTo>
                  <a:lnTo>
                    <a:pt x="630" y="459"/>
                  </a:lnTo>
                  <a:lnTo>
                    <a:pt x="630" y="459"/>
                  </a:lnTo>
                  <a:lnTo>
                    <a:pt x="630" y="459"/>
                  </a:lnTo>
                  <a:lnTo>
                    <a:pt x="630" y="457"/>
                  </a:lnTo>
                  <a:lnTo>
                    <a:pt x="630" y="457"/>
                  </a:lnTo>
                  <a:lnTo>
                    <a:pt x="630" y="457"/>
                  </a:lnTo>
                  <a:lnTo>
                    <a:pt x="632" y="457"/>
                  </a:lnTo>
                  <a:lnTo>
                    <a:pt x="632" y="457"/>
                  </a:lnTo>
                  <a:lnTo>
                    <a:pt x="632" y="457"/>
                  </a:lnTo>
                  <a:lnTo>
                    <a:pt x="635" y="457"/>
                  </a:lnTo>
                  <a:lnTo>
                    <a:pt x="635" y="457"/>
                  </a:lnTo>
                  <a:lnTo>
                    <a:pt x="635" y="457"/>
                  </a:lnTo>
                  <a:lnTo>
                    <a:pt x="632" y="459"/>
                  </a:lnTo>
                  <a:lnTo>
                    <a:pt x="632" y="462"/>
                  </a:lnTo>
                  <a:lnTo>
                    <a:pt x="632" y="462"/>
                  </a:lnTo>
                  <a:lnTo>
                    <a:pt x="632" y="462"/>
                  </a:lnTo>
                  <a:lnTo>
                    <a:pt x="635" y="459"/>
                  </a:lnTo>
                  <a:lnTo>
                    <a:pt x="637" y="459"/>
                  </a:lnTo>
                  <a:lnTo>
                    <a:pt x="637" y="459"/>
                  </a:lnTo>
                  <a:lnTo>
                    <a:pt x="637" y="462"/>
                  </a:lnTo>
                  <a:lnTo>
                    <a:pt x="635" y="462"/>
                  </a:lnTo>
                  <a:lnTo>
                    <a:pt x="637" y="462"/>
                  </a:lnTo>
                  <a:lnTo>
                    <a:pt x="637" y="462"/>
                  </a:lnTo>
                  <a:lnTo>
                    <a:pt x="637" y="459"/>
                  </a:lnTo>
                  <a:lnTo>
                    <a:pt x="637" y="459"/>
                  </a:lnTo>
                  <a:lnTo>
                    <a:pt x="639" y="459"/>
                  </a:lnTo>
                  <a:lnTo>
                    <a:pt x="639" y="459"/>
                  </a:lnTo>
                  <a:lnTo>
                    <a:pt x="639" y="462"/>
                  </a:lnTo>
                  <a:lnTo>
                    <a:pt x="642" y="462"/>
                  </a:lnTo>
                  <a:lnTo>
                    <a:pt x="642" y="464"/>
                  </a:lnTo>
                  <a:lnTo>
                    <a:pt x="642" y="464"/>
                  </a:lnTo>
                  <a:lnTo>
                    <a:pt x="639" y="464"/>
                  </a:lnTo>
                  <a:lnTo>
                    <a:pt x="639" y="464"/>
                  </a:lnTo>
                  <a:lnTo>
                    <a:pt x="637" y="464"/>
                  </a:lnTo>
                  <a:lnTo>
                    <a:pt x="637" y="466"/>
                  </a:lnTo>
                  <a:lnTo>
                    <a:pt x="637" y="466"/>
                  </a:lnTo>
                  <a:lnTo>
                    <a:pt x="637" y="469"/>
                  </a:lnTo>
                  <a:lnTo>
                    <a:pt x="630" y="469"/>
                  </a:lnTo>
                  <a:lnTo>
                    <a:pt x="628" y="469"/>
                  </a:lnTo>
                  <a:lnTo>
                    <a:pt x="628" y="471"/>
                  </a:lnTo>
                  <a:lnTo>
                    <a:pt x="628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81"/>
                  </a:lnTo>
                  <a:lnTo>
                    <a:pt x="637" y="481"/>
                  </a:lnTo>
                  <a:lnTo>
                    <a:pt x="637" y="483"/>
                  </a:lnTo>
                  <a:lnTo>
                    <a:pt x="635" y="483"/>
                  </a:lnTo>
                  <a:lnTo>
                    <a:pt x="635" y="483"/>
                  </a:lnTo>
                  <a:lnTo>
                    <a:pt x="632" y="481"/>
                  </a:lnTo>
                  <a:lnTo>
                    <a:pt x="628" y="481"/>
                  </a:lnTo>
                  <a:lnTo>
                    <a:pt x="616" y="476"/>
                  </a:lnTo>
                  <a:lnTo>
                    <a:pt x="613" y="476"/>
                  </a:lnTo>
                  <a:lnTo>
                    <a:pt x="611" y="476"/>
                  </a:lnTo>
                  <a:lnTo>
                    <a:pt x="609" y="478"/>
                  </a:lnTo>
                  <a:lnTo>
                    <a:pt x="609" y="481"/>
                  </a:lnTo>
                  <a:lnTo>
                    <a:pt x="609" y="481"/>
                  </a:lnTo>
                  <a:lnTo>
                    <a:pt x="609" y="481"/>
                  </a:lnTo>
                  <a:lnTo>
                    <a:pt x="609" y="483"/>
                  </a:lnTo>
                  <a:lnTo>
                    <a:pt x="609" y="485"/>
                  </a:lnTo>
                  <a:lnTo>
                    <a:pt x="609" y="488"/>
                  </a:lnTo>
                  <a:lnTo>
                    <a:pt x="611" y="490"/>
                  </a:lnTo>
                  <a:lnTo>
                    <a:pt x="611" y="495"/>
                  </a:lnTo>
                  <a:lnTo>
                    <a:pt x="611" y="495"/>
                  </a:lnTo>
                  <a:lnTo>
                    <a:pt x="611" y="495"/>
                  </a:lnTo>
                  <a:lnTo>
                    <a:pt x="611" y="495"/>
                  </a:lnTo>
                  <a:lnTo>
                    <a:pt x="613" y="495"/>
                  </a:lnTo>
                  <a:lnTo>
                    <a:pt x="613" y="497"/>
                  </a:lnTo>
                  <a:lnTo>
                    <a:pt x="616" y="502"/>
                  </a:lnTo>
                  <a:lnTo>
                    <a:pt x="628" y="504"/>
                  </a:lnTo>
                  <a:lnTo>
                    <a:pt x="628" y="504"/>
                  </a:lnTo>
                  <a:lnTo>
                    <a:pt x="628" y="502"/>
                  </a:lnTo>
                  <a:lnTo>
                    <a:pt x="628" y="502"/>
                  </a:lnTo>
                  <a:lnTo>
                    <a:pt x="630" y="499"/>
                  </a:lnTo>
                  <a:lnTo>
                    <a:pt x="632" y="499"/>
                  </a:lnTo>
                  <a:lnTo>
                    <a:pt x="635" y="499"/>
                  </a:lnTo>
                  <a:lnTo>
                    <a:pt x="637" y="497"/>
                  </a:lnTo>
                  <a:lnTo>
                    <a:pt x="637" y="497"/>
                  </a:lnTo>
                  <a:lnTo>
                    <a:pt x="639" y="497"/>
                  </a:lnTo>
                  <a:lnTo>
                    <a:pt x="651" y="495"/>
                  </a:lnTo>
                  <a:lnTo>
                    <a:pt x="651" y="495"/>
                  </a:lnTo>
                  <a:lnTo>
                    <a:pt x="649" y="499"/>
                  </a:lnTo>
                  <a:lnTo>
                    <a:pt x="649" y="499"/>
                  </a:lnTo>
                  <a:lnTo>
                    <a:pt x="649" y="502"/>
                  </a:lnTo>
                  <a:lnTo>
                    <a:pt x="649" y="504"/>
                  </a:lnTo>
                  <a:lnTo>
                    <a:pt x="654" y="507"/>
                  </a:lnTo>
                  <a:lnTo>
                    <a:pt x="654" y="507"/>
                  </a:lnTo>
                  <a:lnTo>
                    <a:pt x="661" y="502"/>
                  </a:lnTo>
                  <a:lnTo>
                    <a:pt x="673" y="507"/>
                  </a:lnTo>
                  <a:lnTo>
                    <a:pt x="677" y="511"/>
                  </a:lnTo>
                  <a:lnTo>
                    <a:pt x="677" y="511"/>
                  </a:lnTo>
                  <a:lnTo>
                    <a:pt x="682" y="511"/>
                  </a:lnTo>
                  <a:lnTo>
                    <a:pt x="682" y="511"/>
                  </a:lnTo>
                  <a:lnTo>
                    <a:pt x="682" y="511"/>
                  </a:lnTo>
                  <a:lnTo>
                    <a:pt x="682" y="511"/>
                  </a:lnTo>
                  <a:lnTo>
                    <a:pt x="682" y="514"/>
                  </a:lnTo>
                  <a:lnTo>
                    <a:pt x="682" y="514"/>
                  </a:lnTo>
                  <a:lnTo>
                    <a:pt x="682" y="514"/>
                  </a:lnTo>
                  <a:lnTo>
                    <a:pt x="682" y="516"/>
                  </a:lnTo>
                  <a:lnTo>
                    <a:pt x="684" y="518"/>
                  </a:lnTo>
                  <a:lnTo>
                    <a:pt x="687" y="521"/>
                  </a:lnTo>
                  <a:lnTo>
                    <a:pt x="687" y="521"/>
                  </a:lnTo>
                  <a:lnTo>
                    <a:pt x="687" y="523"/>
                  </a:lnTo>
                  <a:lnTo>
                    <a:pt x="687" y="523"/>
                  </a:lnTo>
                  <a:lnTo>
                    <a:pt x="687" y="523"/>
                  </a:lnTo>
                  <a:lnTo>
                    <a:pt x="687" y="523"/>
                  </a:lnTo>
                  <a:lnTo>
                    <a:pt x="687" y="525"/>
                  </a:lnTo>
                  <a:lnTo>
                    <a:pt x="687" y="525"/>
                  </a:lnTo>
                  <a:lnTo>
                    <a:pt x="687" y="528"/>
                  </a:lnTo>
                  <a:lnTo>
                    <a:pt x="687" y="528"/>
                  </a:lnTo>
                  <a:lnTo>
                    <a:pt x="687" y="530"/>
                  </a:lnTo>
                  <a:lnTo>
                    <a:pt x="689" y="535"/>
                  </a:lnTo>
                  <a:lnTo>
                    <a:pt x="689" y="537"/>
                  </a:lnTo>
                  <a:lnTo>
                    <a:pt x="691" y="537"/>
                  </a:lnTo>
                  <a:lnTo>
                    <a:pt x="689" y="540"/>
                  </a:lnTo>
                  <a:lnTo>
                    <a:pt x="689" y="540"/>
                  </a:lnTo>
                  <a:lnTo>
                    <a:pt x="694" y="542"/>
                  </a:lnTo>
                  <a:lnTo>
                    <a:pt x="696" y="544"/>
                  </a:lnTo>
                  <a:lnTo>
                    <a:pt x="701" y="544"/>
                  </a:lnTo>
                  <a:lnTo>
                    <a:pt x="703" y="547"/>
                  </a:lnTo>
                  <a:lnTo>
                    <a:pt x="706" y="547"/>
                  </a:lnTo>
                  <a:lnTo>
                    <a:pt x="706" y="547"/>
                  </a:lnTo>
                  <a:lnTo>
                    <a:pt x="706" y="544"/>
                  </a:lnTo>
                  <a:lnTo>
                    <a:pt x="706" y="544"/>
                  </a:lnTo>
                  <a:lnTo>
                    <a:pt x="706" y="544"/>
                  </a:lnTo>
                  <a:lnTo>
                    <a:pt x="717" y="542"/>
                  </a:lnTo>
                  <a:lnTo>
                    <a:pt x="720" y="542"/>
                  </a:lnTo>
                  <a:lnTo>
                    <a:pt x="720" y="540"/>
                  </a:lnTo>
                  <a:lnTo>
                    <a:pt x="720" y="540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0" y="535"/>
                  </a:lnTo>
                  <a:lnTo>
                    <a:pt x="720" y="535"/>
                  </a:lnTo>
                  <a:lnTo>
                    <a:pt x="720" y="533"/>
                  </a:lnTo>
                  <a:lnTo>
                    <a:pt x="720" y="530"/>
                  </a:lnTo>
                  <a:lnTo>
                    <a:pt x="720" y="530"/>
                  </a:lnTo>
                  <a:lnTo>
                    <a:pt x="722" y="530"/>
                  </a:lnTo>
                  <a:lnTo>
                    <a:pt x="722" y="528"/>
                  </a:lnTo>
                  <a:lnTo>
                    <a:pt x="722" y="528"/>
                  </a:lnTo>
                  <a:lnTo>
                    <a:pt x="722" y="525"/>
                  </a:lnTo>
                  <a:lnTo>
                    <a:pt x="722" y="525"/>
                  </a:lnTo>
                  <a:lnTo>
                    <a:pt x="722" y="523"/>
                  </a:lnTo>
                  <a:lnTo>
                    <a:pt x="722" y="523"/>
                  </a:lnTo>
                  <a:lnTo>
                    <a:pt x="722" y="523"/>
                  </a:lnTo>
                  <a:lnTo>
                    <a:pt x="720" y="521"/>
                  </a:lnTo>
                  <a:lnTo>
                    <a:pt x="715" y="511"/>
                  </a:lnTo>
                  <a:lnTo>
                    <a:pt x="713" y="511"/>
                  </a:lnTo>
                  <a:lnTo>
                    <a:pt x="713" y="509"/>
                  </a:lnTo>
                  <a:lnTo>
                    <a:pt x="713" y="507"/>
                  </a:lnTo>
                  <a:lnTo>
                    <a:pt x="713" y="504"/>
                  </a:lnTo>
                  <a:lnTo>
                    <a:pt x="710" y="504"/>
                  </a:lnTo>
                  <a:lnTo>
                    <a:pt x="710" y="502"/>
                  </a:lnTo>
                  <a:lnTo>
                    <a:pt x="706" y="502"/>
                  </a:lnTo>
                  <a:lnTo>
                    <a:pt x="706" y="502"/>
                  </a:lnTo>
                  <a:lnTo>
                    <a:pt x="706" y="499"/>
                  </a:lnTo>
                  <a:lnTo>
                    <a:pt x="708" y="497"/>
                  </a:lnTo>
                  <a:lnTo>
                    <a:pt x="708" y="495"/>
                  </a:lnTo>
                  <a:lnTo>
                    <a:pt x="708" y="492"/>
                  </a:lnTo>
                  <a:lnTo>
                    <a:pt x="706" y="492"/>
                  </a:lnTo>
                  <a:lnTo>
                    <a:pt x="706" y="490"/>
                  </a:lnTo>
                  <a:lnTo>
                    <a:pt x="706" y="488"/>
                  </a:lnTo>
                  <a:lnTo>
                    <a:pt x="708" y="488"/>
                  </a:lnTo>
                  <a:lnTo>
                    <a:pt x="708" y="485"/>
                  </a:lnTo>
                  <a:lnTo>
                    <a:pt x="708" y="485"/>
                  </a:lnTo>
                  <a:lnTo>
                    <a:pt x="708" y="485"/>
                  </a:lnTo>
                  <a:lnTo>
                    <a:pt x="708" y="485"/>
                  </a:lnTo>
                  <a:lnTo>
                    <a:pt x="708" y="483"/>
                  </a:lnTo>
                  <a:lnTo>
                    <a:pt x="710" y="483"/>
                  </a:lnTo>
                  <a:lnTo>
                    <a:pt x="710" y="483"/>
                  </a:lnTo>
                  <a:lnTo>
                    <a:pt x="710" y="481"/>
                  </a:lnTo>
                  <a:lnTo>
                    <a:pt x="710" y="481"/>
                  </a:lnTo>
                  <a:lnTo>
                    <a:pt x="708" y="481"/>
                  </a:lnTo>
                  <a:lnTo>
                    <a:pt x="710" y="481"/>
                  </a:lnTo>
                  <a:lnTo>
                    <a:pt x="710" y="478"/>
                  </a:lnTo>
                  <a:lnTo>
                    <a:pt x="710" y="478"/>
                  </a:lnTo>
                  <a:lnTo>
                    <a:pt x="710" y="476"/>
                  </a:lnTo>
                  <a:lnTo>
                    <a:pt x="710" y="476"/>
                  </a:lnTo>
                  <a:lnTo>
                    <a:pt x="708" y="476"/>
                  </a:lnTo>
                  <a:lnTo>
                    <a:pt x="708" y="476"/>
                  </a:lnTo>
                  <a:lnTo>
                    <a:pt x="708" y="476"/>
                  </a:lnTo>
                  <a:lnTo>
                    <a:pt x="706" y="476"/>
                  </a:lnTo>
                  <a:lnTo>
                    <a:pt x="706" y="476"/>
                  </a:lnTo>
                  <a:lnTo>
                    <a:pt x="706" y="473"/>
                  </a:lnTo>
                  <a:lnTo>
                    <a:pt x="706" y="473"/>
                  </a:lnTo>
                  <a:lnTo>
                    <a:pt x="706" y="473"/>
                  </a:lnTo>
                  <a:lnTo>
                    <a:pt x="703" y="473"/>
                  </a:lnTo>
                  <a:lnTo>
                    <a:pt x="703" y="473"/>
                  </a:lnTo>
                  <a:lnTo>
                    <a:pt x="701" y="473"/>
                  </a:lnTo>
                  <a:lnTo>
                    <a:pt x="701" y="471"/>
                  </a:lnTo>
                  <a:lnTo>
                    <a:pt x="703" y="469"/>
                  </a:lnTo>
                  <a:lnTo>
                    <a:pt x="703" y="469"/>
                  </a:lnTo>
                  <a:lnTo>
                    <a:pt x="703" y="464"/>
                  </a:lnTo>
                  <a:lnTo>
                    <a:pt x="696" y="462"/>
                  </a:lnTo>
                  <a:lnTo>
                    <a:pt x="696" y="459"/>
                  </a:lnTo>
                  <a:lnTo>
                    <a:pt x="696" y="459"/>
                  </a:lnTo>
                  <a:lnTo>
                    <a:pt x="696" y="457"/>
                  </a:lnTo>
                  <a:lnTo>
                    <a:pt x="696" y="457"/>
                  </a:lnTo>
                  <a:lnTo>
                    <a:pt x="696" y="457"/>
                  </a:lnTo>
                  <a:lnTo>
                    <a:pt x="694" y="457"/>
                  </a:lnTo>
                  <a:lnTo>
                    <a:pt x="691" y="459"/>
                  </a:lnTo>
                  <a:lnTo>
                    <a:pt x="689" y="459"/>
                  </a:lnTo>
                  <a:lnTo>
                    <a:pt x="687" y="459"/>
                  </a:lnTo>
                  <a:lnTo>
                    <a:pt x="687" y="462"/>
                  </a:lnTo>
                  <a:lnTo>
                    <a:pt x="684" y="462"/>
                  </a:lnTo>
                  <a:lnTo>
                    <a:pt x="684" y="459"/>
                  </a:lnTo>
                  <a:lnTo>
                    <a:pt x="684" y="459"/>
                  </a:lnTo>
                  <a:lnTo>
                    <a:pt x="682" y="459"/>
                  </a:lnTo>
                  <a:lnTo>
                    <a:pt x="680" y="459"/>
                  </a:lnTo>
                  <a:lnTo>
                    <a:pt x="680" y="457"/>
                  </a:lnTo>
                  <a:lnTo>
                    <a:pt x="682" y="454"/>
                  </a:lnTo>
                  <a:lnTo>
                    <a:pt x="682" y="452"/>
                  </a:lnTo>
                  <a:lnTo>
                    <a:pt x="684" y="447"/>
                  </a:lnTo>
                  <a:lnTo>
                    <a:pt x="684" y="447"/>
                  </a:lnTo>
                  <a:lnTo>
                    <a:pt x="684" y="445"/>
                  </a:lnTo>
                  <a:lnTo>
                    <a:pt x="682" y="443"/>
                  </a:lnTo>
                  <a:lnTo>
                    <a:pt x="682" y="443"/>
                  </a:lnTo>
                  <a:lnTo>
                    <a:pt x="682" y="443"/>
                  </a:lnTo>
                  <a:lnTo>
                    <a:pt x="682" y="445"/>
                  </a:lnTo>
                  <a:lnTo>
                    <a:pt x="682" y="445"/>
                  </a:lnTo>
                  <a:lnTo>
                    <a:pt x="682" y="445"/>
                  </a:lnTo>
                  <a:lnTo>
                    <a:pt x="682" y="445"/>
                  </a:lnTo>
                  <a:lnTo>
                    <a:pt x="680" y="443"/>
                  </a:lnTo>
                  <a:lnTo>
                    <a:pt x="677" y="443"/>
                  </a:lnTo>
                  <a:lnTo>
                    <a:pt x="677" y="440"/>
                  </a:lnTo>
                  <a:lnTo>
                    <a:pt x="675" y="436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3" y="433"/>
                  </a:lnTo>
                  <a:lnTo>
                    <a:pt x="668" y="433"/>
                  </a:lnTo>
                  <a:lnTo>
                    <a:pt x="668" y="433"/>
                  </a:lnTo>
                  <a:lnTo>
                    <a:pt x="663" y="438"/>
                  </a:lnTo>
                  <a:lnTo>
                    <a:pt x="661" y="438"/>
                  </a:lnTo>
                  <a:lnTo>
                    <a:pt x="661" y="438"/>
                  </a:lnTo>
                  <a:lnTo>
                    <a:pt x="661" y="440"/>
                  </a:lnTo>
                  <a:lnTo>
                    <a:pt x="658" y="440"/>
                  </a:lnTo>
                  <a:lnTo>
                    <a:pt x="658" y="440"/>
                  </a:lnTo>
                  <a:lnTo>
                    <a:pt x="658" y="440"/>
                  </a:lnTo>
                  <a:lnTo>
                    <a:pt x="658" y="440"/>
                  </a:lnTo>
                  <a:lnTo>
                    <a:pt x="658" y="443"/>
                  </a:lnTo>
                  <a:lnTo>
                    <a:pt x="658" y="443"/>
                  </a:lnTo>
                  <a:lnTo>
                    <a:pt x="658" y="445"/>
                  </a:lnTo>
                  <a:lnTo>
                    <a:pt x="658" y="445"/>
                  </a:lnTo>
                  <a:lnTo>
                    <a:pt x="658" y="445"/>
                  </a:lnTo>
                  <a:lnTo>
                    <a:pt x="658" y="445"/>
                  </a:lnTo>
                  <a:lnTo>
                    <a:pt x="658" y="447"/>
                  </a:lnTo>
                  <a:lnTo>
                    <a:pt x="656" y="450"/>
                  </a:lnTo>
                  <a:lnTo>
                    <a:pt x="656" y="452"/>
                  </a:lnTo>
                  <a:lnTo>
                    <a:pt x="656" y="452"/>
                  </a:lnTo>
                  <a:lnTo>
                    <a:pt x="656" y="452"/>
                  </a:lnTo>
                  <a:lnTo>
                    <a:pt x="656" y="450"/>
                  </a:lnTo>
                  <a:lnTo>
                    <a:pt x="656" y="450"/>
                  </a:lnTo>
                  <a:lnTo>
                    <a:pt x="656" y="450"/>
                  </a:lnTo>
                  <a:lnTo>
                    <a:pt x="654" y="450"/>
                  </a:lnTo>
                  <a:lnTo>
                    <a:pt x="654" y="450"/>
                  </a:lnTo>
                  <a:lnTo>
                    <a:pt x="656" y="447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4" y="445"/>
                  </a:lnTo>
                  <a:lnTo>
                    <a:pt x="654" y="445"/>
                  </a:lnTo>
                  <a:lnTo>
                    <a:pt x="654" y="445"/>
                  </a:lnTo>
                  <a:lnTo>
                    <a:pt x="654" y="445"/>
                  </a:lnTo>
                  <a:lnTo>
                    <a:pt x="651" y="445"/>
                  </a:lnTo>
                  <a:lnTo>
                    <a:pt x="654" y="443"/>
                  </a:lnTo>
                  <a:lnTo>
                    <a:pt x="654" y="443"/>
                  </a:lnTo>
                  <a:lnTo>
                    <a:pt x="654" y="440"/>
                  </a:lnTo>
                  <a:lnTo>
                    <a:pt x="656" y="438"/>
                  </a:lnTo>
                  <a:lnTo>
                    <a:pt x="656" y="436"/>
                  </a:lnTo>
                  <a:lnTo>
                    <a:pt x="656" y="433"/>
                  </a:lnTo>
                  <a:lnTo>
                    <a:pt x="656" y="433"/>
                  </a:lnTo>
                  <a:lnTo>
                    <a:pt x="656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28"/>
                  </a:lnTo>
                  <a:lnTo>
                    <a:pt x="654" y="428"/>
                  </a:lnTo>
                  <a:lnTo>
                    <a:pt x="654" y="428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4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19"/>
                  </a:lnTo>
                  <a:lnTo>
                    <a:pt x="649" y="419"/>
                  </a:lnTo>
                  <a:lnTo>
                    <a:pt x="649" y="419"/>
                  </a:lnTo>
                  <a:lnTo>
                    <a:pt x="649" y="419"/>
                  </a:lnTo>
                  <a:lnTo>
                    <a:pt x="649" y="417"/>
                  </a:lnTo>
                  <a:lnTo>
                    <a:pt x="646" y="414"/>
                  </a:lnTo>
                  <a:lnTo>
                    <a:pt x="644" y="414"/>
                  </a:lnTo>
                  <a:lnTo>
                    <a:pt x="644" y="414"/>
                  </a:lnTo>
                  <a:lnTo>
                    <a:pt x="639" y="409"/>
                  </a:lnTo>
                  <a:lnTo>
                    <a:pt x="637" y="409"/>
                  </a:lnTo>
                  <a:lnTo>
                    <a:pt x="611" y="412"/>
                  </a:lnTo>
                  <a:lnTo>
                    <a:pt x="609" y="409"/>
                  </a:lnTo>
                  <a:lnTo>
                    <a:pt x="606" y="409"/>
                  </a:lnTo>
                  <a:lnTo>
                    <a:pt x="606" y="412"/>
                  </a:lnTo>
                  <a:lnTo>
                    <a:pt x="606" y="412"/>
                  </a:lnTo>
                  <a:lnTo>
                    <a:pt x="606" y="412"/>
                  </a:lnTo>
                  <a:lnTo>
                    <a:pt x="606" y="414"/>
                  </a:lnTo>
                  <a:lnTo>
                    <a:pt x="606" y="414"/>
                  </a:lnTo>
                  <a:lnTo>
                    <a:pt x="606" y="414"/>
                  </a:lnTo>
                  <a:lnTo>
                    <a:pt x="604" y="417"/>
                  </a:lnTo>
                  <a:lnTo>
                    <a:pt x="604" y="417"/>
                  </a:lnTo>
                  <a:lnTo>
                    <a:pt x="604" y="419"/>
                  </a:lnTo>
                  <a:lnTo>
                    <a:pt x="604" y="421"/>
                  </a:lnTo>
                  <a:lnTo>
                    <a:pt x="602" y="424"/>
                  </a:lnTo>
                  <a:lnTo>
                    <a:pt x="602" y="424"/>
                  </a:lnTo>
                  <a:lnTo>
                    <a:pt x="602" y="428"/>
                  </a:lnTo>
                  <a:lnTo>
                    <a:pt x="602" y="428"/>
                  </a:lnTo>
                  <a:lnTo>
                    <a:pt x="602" y="428"/>
                  </a:lnTo>
                  <a:lnTo>
                    <a:pt x="602" y="428"/>
                  </a:lnTo>
                  <a:lnTo>
                    <a:pt x="602" y="431"/>
                  </a:lnTo>
                  <a:lnTo>
                    <a:pt x="602" y="431"/>
                  </a:lnTo>
                  <a:lnTo>
                    <a:pt x="602" y="431"/>
                  </a:lnTo>
                  <a:lnTo>
                    <a:pt x="602" y="433"/>
                  </a:lnTo>
                  <a:lnTo>
                    <a:pt x="602" y="436"/>
                  </a:lnTo>
                  <a:lnTo>
                    <a:pt x="602" y="436"/>
                  </a:lnTo>
                  <a:close/>
                  <a:moveTo>
                    <a:pt x="699" y="355"/>
                  </a:moveTo>
                  <a:lnTo>
                    <a:pt x="701" y="355"/>
                  </a:lnTo>
                  <a:lnTo>
                    <a:pt x="701" y="355"/>
                  </a:lnTo>
                  <a:lnTo>
                    <a:pt x="701" y="357"/>
                  </a:lnTo>
                  <a:lnTo>
                    <a:pt x="701" y="357"/>
                  </a:lnTo>
                  <a:lnTo>
                    <a:pt x="701" y="357"/>
                  </a:lnTo>
                  <a:lnTo>
                    <a:pt x="701" y="357"/>
                  </a:lnTo>
                  <a:lnTo>
                    <a:pt x="701" y="360"/>
                  </a:lnTo>
                  <a:lnTo>
                    <a:pt x="701" y="360"/>
                  </a:lnTo>
                  <a:lnTo>
                    <a:pt x="701" y="360"/>
                  </a:lnTo>
                  <a:lnTo>
                    <a:pt x="701" y="360"/>
                  </a:lnTo>
                  <a:lnTo>
                    <a:pt x="699" y="362"/>
                  </a:lnTo>
                  <a:lnTo>
                    <a:pt x="699" y="362"/>
                  </a:lnTo>
                  <a:lnTo>
                    <a:pt x="701" y="365"/>
                  </a:lnTo>
                  <a:lnTo>
                    <a:pt x="701" y="365"/>
                  </a:lnTo>
                  <a:lnTo>
                    <a:pt x="701" y="367"/>
                  </a:lnTo>
                  <a:lnTo>
                    <a:pt x="708" y="365"/>
                  </a:lnTo>
                  <a:lnTo>
                    <a:pt x="708" y="365"/>
                  </a:lnTo>
                  <a:lnTo>
                    <a:pt x="710" y="365"/>
                  </a:lnTo>
                  <a:lnTo>
                    <a:pt x="713" y="369"/>
                  </a:lnTo>
                  <a:lnTo>
                    <a:pt x="715" y="369"/>
                  </a:lnTo>
                  <a:lnTo>
                    <a:pt x="715" y="369"/>
                  </a:lnTo>
                  <a:lnTo>
                    <a:pt x="715" y="372"/>
                  </a:lnTo>
                  <a:lnTo>
                    <a:pt x="713" y="372"/>
                  </a:lnTo>
                  <a:lnTo>
                    <a:pt x="713" y="372"/>
                  </a:lnTo>
                  <a:lnTo>
                    <a:pt x="713" y="372"/>
                  </a:lnTo>
                  <a:lnTo>
                    <a:pt x="713" y="374"/>
                  </a:lnTo>
                  <a:lnTo>
                    <a:pt x="715" y="374"/>
                  </a:lnTo>
                  <a:lnTo>
                    <a:pt x="713" y="374"/>
                  </a:lnTo>
                  <a:lnTo>
                    <a:pt x="713" y="376"/>
                  </a:lnTo>
                  <a:lnTo>
                    <a:pt x="715" y="376"/>
                  </a:lnTo>
                  <a:lnTo>
                    <a:pt x="720" y="379"/>
                  </a:lnTo>
                  <a:lnTo>
                    <a:pt x="722" y="381"/>
                  </a:lnTo>
                  <a:lnTo>
                    <a:pt x="722" y="381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1"/>
                  </a:lnTo>
                  <a:lnTo>
                    <a:pt x="722" y="379"/>
                  </a:lnTo>
                  <a:lnTo>
                    <a:pt x="725" y="379"/>
                  </a:lnTo>
                  <a:lnTo>
                    <a:pt x="725" y="379"/>
                  </a:lnTo>
                  <a:lnTo>
                    <a:pt x="725" y="376"/>
                  </a:lnTo>
                  <a:lnTo>
                    <a:pt x="725" y="376"/>
                  </a:lnTo>
                  <a:lnTo>
                    <a:pt x="725" y="376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2"/>
                  </a:lnTo>
                  <a:lnTo>
                    <a:pt x="725" y="369"/>
                  </a:lnTo>
                  <a:lnTo>
                    <a:pt x="725" y="367"/>
                  </a:lnTo>
                  <a:lnTo>
                    <a:pt x="725" y="365"/>
                  </a:lnTo>
                  <a:lnTo>
                    <a:pt x="722" y="365"/>
                  </a:lnTo>
                  <a:lnTo>
                    <a:pt x="722" y="365"/>
                  </a:lnTo>
                  <a:lnTo>
                    <a:pt x="722" y="362"/>
                  </a:lnTo>
                  <a:lnTo>
                    <a:pt x="722" y="360"/>
                  </a:lnTo>
                  <a:lnTo>
                    <a:pt x="722" y="360"/>
                  </a:lnTo>
                  <a:lnTo>
                    <a:pt x="722" y="357"/>
                  </a:lnTo>
                  <a:lnTo>
                    <a:pt x="725" y="357"/>
                  </a:lnTo>
                  <a:lnTo>
                    <a:pt x="722" y="357"/>
                  </a:lnTo>
                  <a:lnTo>
                    <a:pt x="722" y="355"/>
                  </a:lnTo>
                  <a:lnTo>
                    <a:pt x="722" y="355"/>
                  </a:lnTo>
                  <a:lnTo>
                    <a:pt x="722" y="353"/>
                  </a:lnTo>
                  <a:lnTo>
                    <a:pt x="722" y="350"/>
                  </a:lnTo>
                  <a:lnTo>
                    <a:pt x="720" y="350"/>
                  </a:lnTo>
                  <a:lnTo>
                    <a:pt x="720" y="350"/>
                  </a:lnTo>
                  <a:lnTo>
                    <a:pt x="720" y="350"/>
                  </a:lnTo>
                  <a:lnTo>
                    <a:pt x="722" y="348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17" y="346"/>
                  </a:lnTo>
                  <a:lnTo>
                    <a:pt x="717" y="343"/>
                  </a:lnTo>
                  <a:lnTo>
                    <a:pt x="713" y="346"/>
                  </a:lnTo>
                  <a:lnTo>
                    <a:pt x="710" y="346"/>
                  </a:lnTo>
                  <a:lnTo>
                    <a:pt x="710" y="343"/>
                  </a:lnTo>
                  <a:lnTo>
                    <a:pt x="706" y="343"/>
                  </a:lnTo>
                  <a:lnTo>
                    <a:pt x="701" y="348"/>
                  </a:lnTo>
                  <a:lnTo>
                    <a:pt x="701" y="348"/>
                  </a:lnTo>
                  <a:lnTo>
                    <a:pt x="701" y="348"/>
                  </a:lnTo>
                  <a:lnTo>
                    <a:pt x="701" y="348"/>
                  </a:lnTo>
                  <a:lnTo>
                    <a:pt x="701" y="350"/>
                  </a:lnTo>
                  <a:lnTo>
                    <a:pt x="701" y="350"/>
                  </a:lnTo>
                  <a:lnTo>
                    <a:pt x="701" y="350"/>
                  </a:lnTo>
                  <a:lnTo>
                    <a:pt x="699" y="350"/>
                  </a:lnTo>
                  <a:lnTo>
                    <a:pt x="699" y="350"/>
                  </a:lnTo>
                  <a:lnTo>
                    <a:pt x="699" y="353"/>
                  </a:lnTo>
                  <a:lnTo>
                    <a:pt x="699" y="353"/>
                  </a:lnTo>
                  <a:lnTo>
                    <a:pt x="699" y="355"/>
                  </a:lnTo>
                  <a:close/>
                  <a:moveTo>
                    <a:pt x="583" y="554"/>
                  </a:moveTo>
                  <a:lnTo>
                    <a:pt x="585" y="554"/>
                  </a:lnTo>
                  <a:lnTo>
                    <a:pt x="585" y="556"/>
                  </a:lnTo>
                  <a:lnTo>
                    <a:pt x="585" y="559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3" y="563"/>
                  </a:lnTo>
                  <a:lnTo>
                    <a:pt x="585" y="563"/>
                  </a:lnTo>
                  <a:lnTo>
                    <a:pt x="585" y="563"/>
                  </a:lnTo>
                  <a:lnTo>
                    <a:pt x="587" y="566"/>
                  </a:lnTo>
                  <a:lnTo>
                    <a:pt x="587" y="566"/>
                  </a:lnTo>
                  <a:lnTo>
                    <a:pt x="587" y="566"/>
                  </a:lnTo>
                  <a:lnTo>
                    <a:pt x="587" y="566"/>
                  </a:lnTo>
                  <a:lnTo>
                    <a:pt x="585" y="568"/>
                  </a:lnTo>
                  <a:lnTo>
                    <a:pt x="585" y="568"/>
                  </a:lnTo>
                  <a:lnTo>
                    <a:pt x="585" y="568"/>
                  </a:lnTo>
                  <a:lnTo>
                    <a:pt x="585" y="568"/>
                  </a:lnTo>
                  <a:lnTo>
                    <a:pt x="585" y="570"/>
                  </a:lnTo>
                  <a:lnTo>
                    <a:pt x="587" y="570"/>
                  </a:lnTo>
                  <a:lnTo>
                    <a:pt x="587" y="573"/>
                  </a:lnTo>
                  <a:lnTo>
                    <a:pt x="585" y="573"/>
                  </a:lnTo>
                  <a:lnTo>
                    <a:pt x="587" y="575"/>
                  </a:lnTo>
                  <a:lnTo>
                    <a:pt x="587" y="575"/>
                  </a:lnTo>
                  <a:lnTo>
                    <a:pt x="587" y="575"/>
                  </a:lnTo>
                  <a:lnTo>
                    <a:pt x="587" y="575"/>
                  </a:lnTo>
                  <a:lnTo>
                    <a:pt x="585" y="578"/>
                  </a:lnTo>
                  <a:lnTo>
                    <a:pt x="587" y="578"/>
                  </a:lnTo>
                  <a:lnTo>
                    <a:pt x="587" y="578"/>
                  </a:lnTo>
                  <a:lnTo>
                    <a:pt x="587" y="578"/>
                  </a:lnTo>
                  <a:lnTo>
                    <a:pt x="587" y="578"/>
                  </a:lnTo>
                  <a:lnTo>
                    <a:pt x="587" y="580"/>
                  </a:lnTo>
                  <a:lnTo>
                    <a:pt x="587" y="580"/>
                  </a:lnTo>
                  <a:lnTo>
                    <a:pt x="587" y="580"/>
                  </a:lnTo>
                  <a:lnTo>
                    <a:pt x="587" y="582"/>
                  </a:lnTo>
                  <a:lnTo>
                    <a:pt x="587" y="582"/>
                  </a:lnTo>
                  <a:lnTo>
                    <a:pt x="587" y="585"/>
                  </a:lnTo>
                  <a:lnTo>
                    <a:pt x="590" y="585"/>
                  </a:lnTo>
                  <a:lnTo>
                    <a:pt x="590" y="585"/>
                  </a:lnTo>
                  <a:lnTo>
                    <a:pt x="590" y="587"/>
                  </a:lnTo>
                  <a:lnTo>
                    <a:pt x="590" y="587"/>
                  </a:lnTo>
                  <a:lnTo>
                    <a:pt x="590" y="587"/>
                  </a:lnTo>
                  <a:lnTo>
                    <a:pt x="590" y="587"/>
                  </a:lnTo>
                  <a:lnTo>
                    <a:pt x="590" y="589"/>
                  </a:lnTo>
                  <a:lnTo>
                    <a:pt x="592" y="589"/>
                  </a:lnTo>
                  <a:lnTo>
                    <a:pt x="592" y="592"/>
                  </a:lnTo>
                  <a:lnTo>
                    <a:pt x="592" y="592"/>
                  </a:lnTo>
                  <a:lnTo>
                    <a:pt x="592" y="592"/>
                  </a:lnTo>
                  <a:lnTo>
                    <a:pt x="590" y="592"/>
                  </a:lnTo>
                  <a:lnTo>
                    <a:pt x="590" y="592"/>
                  </a:lnTo>
                  <a:lnTo>
                    <a:pt x="590" y="592"/>
                  </a:lnTo>
                  <a:lnTo>
                    <a:pt x="592" y="592"/>
                  </a:lnTo>
                  <a:lnTo>
                    <a:pt x="592" y="592"/>
                  </a:lnTo>
                  <a:lnTo>
                    <a:pt x="592" y="594"/>
                  </a:lnTo>
                  <a:lnTo>
                    <a:pt x="592" y="594"/>
                  </a:lnTo>
                  <a:lnTo>
                    <a:pt x="592" y="596"/>
                  </a:lnTo>
                  <a:lnTo>
                    <a:pt x="594" y="596"/>
                  </a:lnTo>
                  <a:lnTo>
                    <a:pt x="594" y="596"/>
                  </a:lnTo>
                  <a:lnTo>
                    <a:pt x="597" y="596"/>
                  </a:lnTo>
                  <a:lnTo>
                    <a:pt x="597" y="596"/>
                  </a:lnTo>
                  <a:lnTo>
                    <a:pt x="599" y="596"/>
                  </a:lnTo>
                  <a:lnTo>
                    <a:pt x="599" y="599"/>
                  </a:lnTo>
                  <a:lnTo>
                    <a:pt x="602" y="601"/>
                  </a:lnTo>
                  <a:lnTo>
                    <a:pt x="602" y="601"/>
                  </a:lnTo>
                  <a:lnTo>
                    <a:pt x="602" y="601"/>
                  </a:lnTo>
                  <a:lnTo>
                    <a:pt x="602" y="601"/>
                  </a:lnTo>
                  <a:lnTo>
                    <a:pt x="606" y="599"/>
                  </a:lnTo>
                  <a:lnTo>
                    <a:pt x="609" y="599"/>
                  </a:lnTo>
                  <a:lnTo>
                    <a:pt x="609" y="599"/>
                  </a:lnTo>
                  <a:lnTo>
                    <a:pt x="611" y="596"/>
                  </a:lnTo>
                  <a:lnTo>
                    <a:pt x="611" y="592"/>
                  </a:lnTo>
                  <a:lnTo>
                    <a:pt x="611" y="592"/>
                  </a:lnTo>
                  <a:lnTo>
                    <a:pt x="611" y="589"/>
                  </a:lnTo>
                  <a:lnTo>
                    <a:pt x="611" y="589"/>
                  </a:lnTo>
                  <a:lnTo>
                    <a:pt x="611" y="587"/>
                  </a:lnTo>
                  <a:lnTo>
                    <a:pt x="611" y="587"/>
                  </a:lnTo>
                  <a:lnTo>
                    <a:pt x="609" y="587"/>
                  </a:lnTo>
                  <a:lnTo>
                    <a:pt x="611" y="587"/>
                  </a:lnTo>
                  <a:lnTo>
                    <a:pt x="611" y="587"/>
                  </a:lnTo>
                  <a:lnTo>
                    <a:pt x="611" y="585"/>
                  </a:lnTo>
                  <a:lnTo>
                    <a:pt x="611" y="585"/>
                  </a:lnTo>
                  <a:lnTo>
                    <a:pt x="611" y="585"/>
                  </a:lnTo>
                  <a:lnTo>
                    <a:pt x="609" y="585"/>
                  </a:lnTo>
                  <a:lnTo>
                    <a:pt x="609" y="585"/>
                  </a:lnTo>
                  <a:lnTo>
                    <a:pt x="609" y="582"/>
                  </a:lnTo>
                  <a:lnTo>
                    <a:pt x="606" y="578"/>
                  </a:lnTo>
                  <a:lnTo>
                    <a:pt x="606" y="578"/>
                  </a:lnTo>
                  <a:lnTo>
                    <a:pt x="604" y="575"/>
                  </a:lnTo>
                  <a:lnTo>
                    <a:pt x="604" y="575"/>
                  </a:lnTo>
                  <a:lnTo>
                    <a:pt x="599" y="575"/>
                  </a:lnTo>
                  <a:lnTo>
                    <a:pt x="599" y="575"/>
                  </a:lnTo>
                  <a:lnTo>
                    <a:pt x="599" y="575"/>
                  </a:lnTo>
                  <a:lnTo>
                    <a:pt x="599" y="573"/>
                  </a:lnTo>
                  <a:lnTo>
                    <a:pt x="599" y="573"/>
                  </a:lnTo>
                  <a:lnTo>
                    <a:pt x="599" y="570"/>
                  </a:lnTo>
                  <a:lnTo>
                    <a:pt x="602" y="570"/>
                  </a:lnTo>
                  <a:lnTo>
                    <a:pt x="602" y="568"/>
                  </a:lnTo>
                  <a:lnTo>
                    <a:pt x="602" y="566"/>
                  </a:lnTo>
                  <a:lnTo>
                    <a:pt x="602" y="566"/>
                  </a:lnTo>
                  <a:lnTo>
                    <a:pt x="592" y="549"/>
                  </a:lnTo>
                  <a:lnTo>
                    <a:pt x="590" y="547"/>
                  </a:lnTo>
                  <a:lnTo>
                    <a:pt x="590" y="544"/>
                  </a:lnTo>
                  <a:lnTo>
                    <a:pt x="585" y="544"/>
                  </a:lnTo>
                  <a:lnTo>
                    <a:pt x="580" y="547"/>
                  </a:lnTo>
                  <a:lnTo>
                    <a:pt x="580" y="547"/>
                  </a:lnTo>
                  <a:lnTo>
                    <a:pt x="580" y="547"/>
                  </a:lnTo>
                  <a:lnTo>
                    <a:pt x="580" y="549"/>
                  </a:lnTo>
                  <a:lnTo>
                    <a:pt x="583" y="554"/>
                  </a:lnTo>
                  <a:close/>
                  <a:moveTo>
                    <a:pt x="576" y="902"/>
                  </a:moveTo>
                  <a:lnTo>
                    <a:pt x="576" y="902"/>
                  </a:lnTo>
                  <a:lnTo>
                    <a:pt x="573" y="899"/>
                  </a:lnTo>
                  <a:lnTo>
                    <a:pt x="571" y="895"/>
                  </a:lnTo>
                  <a:lnTo>
                    <a:pt x="568" y="895"/>
                  </a:lnTo>
                  <a:lnTo>
                    <a:pt x="568" y="895"/>
                  </a:lnTo>
                  <a:lnTo>
                    <a:pt x="568" y="892"/>
                  </a:lnTo>
                  <a:lnTo>
                    <a:pt x="561" y="892"/>
                  </a:lnTo>
                  <a:lnTo>
                    <a:pt x="557" y="892"/>
                  </a:lnTo>
                  <a:lnTo>
                    <a:pt x="554" y="895"/>
                  </a:lnTo>
                  <a:lnTo>
                    <a:pt x="531" y="895"/>
                  </a:lnTo>
                  <a:lnTo>
                    <a:pt x="528" y="895"/>
                  </a:lnTo>
                  <a:lnTo>
                    <a:pt x="526" y="899"/>
                  </a:lnTo>
                  <a:lnTo>
                    <a:pt x="523" y="904"/>
                  </a:lnTo>
                  <a:lnTo>
                    <a:pt x="521" y="907"/>
                  </a:lnTo>
                  <a:lnTo>
                    <a:pt x="521" y="907"/>
                  </a:lnTo>
                  <a:lnTo>
                    <a:pt x="519" y="907"/>
                  </a:lnTo>
                  <a:lnTo>
                    <a:pt x="519" y="907"/>
                  </a:lnTo>
                  <a:lnTo>
                    <a:pt x="519" y="909"/>
                  </a:lnTo>
                  <a:lnTo>
                    <a:pt x="516" y="911"/>
                  </a:lnTo>
                  <a:lnTo>
                    <a:pt x="516" y="914"/>
                  </a:lnTo>
                  <a:lnTo>
                    <a:pt x="516" y="914"/>
                  </a:lnTo>
                  <a:lnTo>
                    <a:pt x="523" y="914"/>
                  </a:lnTo>
                  <a:lnTo>
                    <a:pt x="523" y="916"/>
                  </a:lnTo>
                  <a:lnTo>
                    <a:pt x="526" y="918"/>
                  </a:lnTo>
                  <a:lnTo>
                    <a:pt x="526" y="918"/>
                  </a:lnTo>
                  <a:lnTo>
                    <a:pt x="531" y="921"/>
                  </a:lnTo>
                  <a:lnTo>
                    <a:pt x="531" y="921"/>
                  </a:lnTo>
                  <a:lnTo>
                    <a:pt x="531" y="923"/>
                  </a:lnTo>
                  <a:lnTo>
                    <a:pt x="531" y="923"/>
                  </a:lnTo>
                  <a:lnTo>
                    <a:pt x="531" y="923"/>
                  </a:lnTo>
                  <a:lnTo>
                    <a:pt x="533" y="923"/>
                  </a:lnTo>
                  <a:lnTo>
                    <a:pt x="533" y="926"/>
                  </a:lnTo>
                  <a:lnTo>
                    <a:pt x="533" y="926"/>
                  </a:lnTo>
                  <a:lnTo>
                    <a:pt x="533" y="926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5"/>
                  </a:lnTo>
                  <a:lnTo>
                    <a:pt x="540" y="935"/>
                  </a:lnTo>
                  <a:lnTo>
                    <a:pt x="540" y="937"/>
                  </a:lnTo>
                  <a:lnTo>
                    <a:pt x="540" y="937"/>
                  </a:lnTo>
                  <a:lnTo>
                    <a:pt x="540" y="940"/>
                  </a:lnTo>
                  <a:lnTo>
                    <a:pt x="540" y="940"/>
                  </a:lnTo>
                  <a:lnTo>
                    <a:pt x="538" y="940"/>
                  </a:lnTo>
                  <a:lnTo>
                    <a:pt x="538" y="940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2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7"/>
                  </a:lnTo>
                  <a:lnTo>
                    <a:pt x="545" y="947"/>
                  </a:lnTo>
                  <a:lnTo>
                    <a:pt x="545" y="949"/>
                  </a:lnTo>
                  <a:lnTo>
                    <a:pt x="545" y="949"/>
                  </a:lnTo>
                  <a:lnTo>
                    <a:pt x="545" y="952"/>
                  </a:lnTo>
                  <a:lnTo>
                    <a:pt x="547" y="954"/>
                  </a:lnTo>
                  <a:lnTo>
                    <a:pt x="552" y="963"/>
                  </a:lnTo>
                  <a:lnTo>
                    <a:pt x="554" y="963"/>
                  </a:lnTo>
                  <a:lnTo>
                    <a:pt x="554" y="963"/>
                  </a:lnTo>
                  <a:lnTo>
                    <a:pt x="554" y="966"/>
                  </a:lnTo>
                  <a:lnTo>
                    <a:pt x="554" y="968"/>
                  </a:lnTo>
                  <a:lnTo>
                    <a:pt x="554" y="968"/>
                  </a:lnTo>
                  <a:lnTo>
                    <a:pt x="554" y="968"/>
                  </a:lnTo>
                  <a:lnTo>
                    <a:pt x="554" y="968"/>
                  </a:lnTo>
                  <a:lnTo>
                    <a:pt x="554" y="970"/>
                  </a:lnTo>
                  <a:lnTo>
                    <a:pt x="554" y="970"/>
                  </a:lnTo>
                  <a:lnTo>
                    <a:pt x="557" y="970"/>
                  </a:lnTo>
                  <a:lnTo>
                    <a:pt x="557" y="970"/>
                  </a:lnTo>
                  <a:lnTo>
                    <a:pt x="557" y="970"/>
                  </a:lnTo>
                  <a:lnTo>
                    <a:pt x="557" y="970"/>
                  </a:lnTo>
                  <a:lnTo>
                    <a:pt x="557" y="973"/>
                  </a:lnTo>
                  <a:lnTo>
                    <a:pt x="557" y="973"/>
                  </a:lnTo>
                  <a:lnTo>
                    <a:pt x="557" y="973"/>
                  </a:lnTo>
                  <a:lnTo>
                    <a:pt x="559" y="970"/>
                  </a:lnTo>
                  <a:lnTo>
                    <a:pt x="559" y="970"/>
                  </a:lnTo>
                  <a:lnTo>
                    <a:pt x="559" y="970"/>
                  </a:lnTo>
                  <a:lnTo>
                    <a:pt x="559" y="970"/>
                  </a:lnTo>
                  <a:lnTo>
                    <a:pt x="559" y="968"/>
                  </a:lnTo>
                  <a:lnTo>
                    <a:pt x="557" y="966"/>
                  </a:lnTo>
                  <a:lnTo>
                    <a:pt x="557" y="966"/>
                  </a:lnTo>
                  <a:lnTo>
                    <a:pt x="557" y="966"/>
                  </a:lnTo>
                  <a:lnTo>
                    <a:pt x="557" y="963"/>
                  </a:lnTo>
                  <a:lnTo>
                    <a:pt x="557" y="963"/>
                  </a:lnTo>
                  <a:lnTo>
                    <a:pt x="557" y="963"/>
                  </a:lnTo>
                  <a:lnTo>
                    <a:pt x="559" y="963"/>
                  </a:lnTo>
                  <a:lnTo>
                    <a:pt x="559" y="963"/>
                  </a:lnTo>
                  <a:lnTo>
                    <a:pt x="559" y="966"/>
                  </a:lnTo>
                  <a:lnTo>
                    <a:pt x="561" y="963"/>
                  </a:lnTo>
                  <a:lnTo>
                    <a:pt x="564" y="961"/>
                  </a:lnTo>
                  <a:lnTo>
                    <a:pt x="566" y="959"/>
                  </a:lnTo>
                  <a:lnTo>
                    <a:pt x="566" y="956"/>
                  </a:lnTo>
                  <a:lnTo>
                    <a:pt x="566" y="952"/>
                  </a:lnTo>
                  <a:lnTo>
                    <a:pt x="568" y="952"/>
                  </a:lnTo>
                  <a:lnTo>
                    <a:pt x="571" y="947"/>
                  </a:lnTo>
                  <a:lnTo>
                    <a:pt x="571" y="947"/>
                  </a:lnTo>
                  <a:lnTo>
                    <a:pt x="573" y="944"/>
                  </a:lnTo>
                  <a:lnTo>
                    <a:pt x="576" y="944"/>
                  </a:lnTo>
                  <a:lnTo>
                    <a:pt x="573" y="942"/>
                  </a:lnTo>
                  <a:lnTo>
                    <a:pt x="576" y="942"/>
                  </a:lnTo>
                  <a:lnTo>
                    <a:pt x="578" y="937"/>
                  </a:lnTo>
                  <a:lnTo>
                    <a:pt x="580" y="933"/>
                  </a:lnTo>
                  <a:lnTo>
                    <a:pt x="580" y="930"/>
                  </a:lnTo>
                  <a:lnTo>
                    <a:pt x="580" y="930"/>
                  </a:lnTo>
                  <a:lnTo>
                    <a:pt x="580" y="928"/>
                  </a:lnTo>
                  <a:lnTo>
                    <a:pt x="580" y="926"/>
                  </a:lnTo>
                  <a:lnTo>
                    <a:pt x="580" y="926"/>
                  </a:lnTo>
                  <a:lnTo>
                    <a:pt x="580" y="923"/>
                  </a:lnTo>
                  <a:lnTo>
                    <a:pt x="580" y="923"/>
                  </a:lnTo>
                  <a:lnTo>
                    <a:pt x="580" y="923"/>
                  </a:lnTo>
                  <a:lnTo>
                    <a:pt x="580" y="921"/>
                  </a:lnTo>
                  <a:lnTo>
                    <a:pt x="580" y="921"/>
                  </a:lnTo>
                  <a:lnTo>
                    <a:pt x="583" y="918"/>
                  </a:lnTo>
                  <a:lnTo>
                    <a:pt x="583" y="918"/>
                  </a:lnTo>
                  <a:lnTo>
                    <a:pt x="583" y="916"/>
                  </a:lnTo>
                  <a:lnTo>
                    <a:pt x="583" y="914"/>
                  </a:lnTo>
                  <a:lnTo>
                    <a:pt x="583" y="914"/>
                  </a:lnTo>
                  <a:lnTo>
                    <a:pt x="583" y="914"/>
                  </a:lnTo>
                  <a:lnTo>
                    <a:pt x="583" y="911"/>
                  </a:lnTo>
                  <a:lnTo>
                    <a:pt x="583" y="909"/>
                  </a:lnTo>
                  <a:lnTo>
                    <a:pt x="580" y="904"/>
                  </a:lnTo>
                  <a:lnTo>
                    <a:pt x="576" y="904"/>
                  </a:lnTo>
                  <a:lnTo>
                    <a:pt x="576" y="902"/>
                  </a:lnTo>
                  <a:close/>
                  <a:moveTo>
                    <a:pt x="732" y="488"/>
                  </a:moveTo>
                  <a:lnTo>
                    <a:pt x="734" y="488"/>
                  </a:lnTo>
                  <a:lnTo>
                    <a:pt x="734" y="488"/>
                  </a:lnTo>
                  <a:lnTo>
                    <a:pt x="736" y="492"/>
                  </a:lnTo>
                  <a:lnTo>
                    <a:pt x="739" y="492"/>
                  </a:lnTo>
                  <a:lnTo>
                    <a:pt x="739" y="492"/>
                  </a:lnTo>
                  <a:lnTo>
                    <a:pt x="739" y="495"/>
                  </a:lnTo>
                  <a:lnTo>
                    <a:pt x="739" y="495"/>
                  </a:lnTo>
                  <a:lnTo>
                    <a:pt x="739" y="495"/>
                  </a:lnTo>
                  <a:lnTo>
                    <a:pt x="739" y="495"/>
                  </a:lnTo>
                  <a:lnTo>
                    <a:pt x="739" y="497"/>
                  </a:lnTo>
                  <a:lnTo>
                    <a:pt x="739" y="497"/>
                  </a:lnTo>
                  <a:lnTo>
                    <a:pt x="741" y="499"/>
                  </a:lnTo>
                  <a:lnTo>
                    <a:pt x="739" y="499"/>
                  </a:lnTo>
                  <a:lnTo>
                    <a:pt x="739" y="499"/>
                  </a:lnTo>
                  <a:lnTo>
                    <a:pt x="739" y="499"/>
                  </a:lnTo>
                  <a:lnTo>
                    <a:pt x="739" y="502"/>
                  </a:lnTo>
                  <a:lnTo>
                    <a:pt x="741" y="502"/>
                  </a:lnTo>
                  <a:lnTo>
                    <a:pt x="744" y="504"/>
                  </a:lnTo>
                  <a:lnTo>
                    <a:pt x="746" y="507"/>
                  </a:lnTo>
                  <a:lnTo>
                    <a:pt x="746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1" y="507"/>
                  </a:lnTo>
                  <a:lnTo>
                    <a:pt x="741" y="507"/>
                  </a:lnTo>
                  <a:lnTo>
                    <a:pt x="744" y="509"/>
                  </a:lnTo>
                  <a:lnTo>
                    <a:pt x="744" y="509"/>
                  </a:lnTo>
                  <a:lnTo>
                    <a:pt x="744" y="509"/>
                  </a:lnTo>
                  <a:lnTo>
                    <a:pt x="751" y="509"/>
                  </a:lnTo>
                  <a:lnTo>
                    <a:pt x="753" y="509"/>
                  </a:lnTo>
                  <a:lnTo>
                    <a:pt x="755" y="511"/>
                  </a:lnTo>
                  <a:lnTo>
                    <a:pt x="758" y="511"/>
                  </a:lnTo>
                  <a:lnTo>
                    <a:pt x="760" y="514"/>
                  </a:lnTo>
                  <a:lnTo>
                    <a:pt x="760" y="514"/>
                  </a:lnTo>
                  <a:lnTo>
                    <a:pt x="762" y="514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8"/>
                  </a:lnTo>
                  <a:lnTo>
                    <a:pt x="762" y="518"/>
                  </a:lnTo>
                  <a:lnTo>
                    <a:pt x="762" y="518"/>
                  </a:lnTo>
                  <a:lnTo>
                    <a:pt x="762" y="518"/>
                  </a:lnTo>
                  <a:lnTo>
                    <a:pt x="762" y="521"/>
                  </a:lnTo>
                  <a:lnTo>
                    <a:pt x="748" y="518"/>
                  </a:lnTo>
                  <a:lnTo>
                    <a:pt x="748" y="521"/>
                  </a:lnTo>
                  <a:lnTo>
                    <a:pt x="748" y="521"/>
                  </a:lnTo>
                  <a:lnTo>
                    <a:pt x="748" y="523"/>
                  </a:lnTo>
                  <a:lnTo>
                    <a:pt x="748" y="523"/>
                  </a:lnTo>
                  <a:lnTo>
                    <a:pt x="748" y="523"/>
                  </a:lnTo>
                  <a:lnTo>
                    <a:pt x="746" y="523"/>
                  </a:lnTo>
                  <a:lnTo>
                    <a:pt x="746" y="523"/>
                  </a:lnTo>
                  <a:lnTo>
                    <a:pt x="746" y="525"/>
                  </a:lnTo>
                  <a:lnTo>
                    <a:pt x="746" y="525"/>
                  </a:lnTo>
                  <a:lnTo>
                    <a:pt x="748" y="525"/>
                  </a:lnTo>
                  <a:lnTo>
                    <a:pt x="753" y="528"/>
                  </a:lnTo>
                  <a:lnTo>
                    <a:pt x="755" y="530"/>
                  </a:lnTo>
                  <a:lnTo>
                    <a:pt x="762" y="533"/>
                  </a:lnTo>
                  <a:lnTo>
                    <a:pt x="760" y="535"/>
                  </a:lnTo>
                  <a:lnTo>
                    <a:pt x="760" y="537"/>
                  </a:lnTo>
                  <a:lnTo>
                    <a:pt x="760" y="537"/>
                  </a:lnTo>
                  <a:lnTo>
                    <a:pt x="760" y="537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4"/>
                  </a:lnTo>
                  <a:lnTo>
                    <a:pt x="760" y="544"/>
                  </a:lnTo>
                  <a:lnTo>
                    <a:pt x="760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2"/>
                  </a:lnTo>
                  <a:lnTo>
                    <a:pt x="767" y="542"/>
                  </a:lnTo>
                  <a:lnTo>
                    <a:pt x="770" y="540"/>
                  </a:lnTo>
                  <a:lnTo>
                    <a:pt x="770" y="540"/>
                  </a:lnTo>
                  <a:lnTo>
                    <a:pt x="772" y="540"/>
                  </a:lnTo>
                  <a:lnTo>
                    <a:pt x="772" y="540"/>
                  </a:lnTo>
                  <a:lnTo>
                    <a:pt x="772" y="540"/>
                  </a:lnTo>
                  <a:lnTo>
                    <a:pt x="770" y="540"/>
                  </a:lnTo>
                  <a:lnTo>
                    <a:pt x="772" y="537"/>
                  </a:lnTo>
                  <a:lnTo>
                    <a:pt x="772" y="537"/>
                  </a:lnTo>
                  <a:lnTo>
                    <a:pt x="770" y="540"/>
                  </a:lnTo>
                  <a:lnTo>
                    <a:pt x="770" y="540"/>
                  </a:lnTo>
                  <a:lnTo>
                    <a:pt x="767" y="540"/>
                  </a:lnTo>
                  <a:lnTo>
                    <a:pt x="767" y="537"/>
                  </a:lnTo>
                  <a:lnTo>
                    <a:pt x="767" y="537"/>
                  </a:lnTo>
                  <a:lnTo>
                    <a:pt x="770" y="537"/>
                  </a:lnTo>
                  <a:lnTo>
                    <a:pt x="770" y="537"/>
                  </a:lnTo>
                  <a:lnTo>
                    <a:pt x="772" y="535"/>
                  </a:lnTo>
                  <a:lnTo>
                    <a:pt x="772" y="535"/>
                  </a:lnTo>
                  <a:lnTo>
                    <a:pt x="772" y="535"/>
                  </a:lnTo>
                  <a:lnTo>
                    <a:pt x="774" y="535"/>
                  </a:lnTo>
                  <a:lnTo>
                    <a:pt x="774" y="535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86" y="535"/>
                  </a:lnTo>
                  <a:lnTo>
                    <a:pt x="786" y="533"/>
                  </a:lnTo>
                  <a:lnTo>
                    <a:pt x="788" y="530"/>
                  </a:lnTo>
                  <a:lnTo>
                    <a:pt x="791" y="530"/>
                  </a:lnTo>
                  <a:lnTo>
                    <a:pt x="791" y="530"/>
                  </a:lnTo>
                  <a:lnTo>
                    <a:pt x="791" y="530"/>
                  </a:lnTo>
                  <a:lnTo>
                    <a:pt x="793" y="528"/>
                  </a:lnTo>
                  <a:lnTo>
                    <a:pt x="793" y="528"/>
                  </a:lnTo>
                  <a:lnTo>
                    <a:pt x="796" y="528"/>
                  </a:lnTo>
                  <a:lnTo>
                    <a:pt x="798" y="528"/>
                  </a:lnTo>
                  <a:lnTo>
                    <a:pt x="798" y="528"/>
                  </a:lnTo>
                  <a:lnTo>
                    <a:pt x="800" y="528"/>
                  </a:lnTo>
                  <a:lnTo>
                    <a:pt x="800" y="525"/>
                  </a:lnTo>
                  <a:lnTo>
                    <a:pt x="800" y="525"/>
                  </a:lnTo>
                  <a:lnTo>
                    <a:pt x="800" y="523"/>
                  </a:lnTo>
                  <a:lnTo>
                    <a:pt x="800" y="521"/>
                  </a:lnTo>
                  <a:lnTo>
                    <a:pt x="800" y="521"/>
                  </a:lnTo>
                  <a:lnTo>
                    <a:pt x="800" y="521"/>
                  </a:lnTo>
                  <a:lnTo>
                    <a:pt x="800" y="521"/>
                  </a:lnTo>
                  <a:lnTo>
                    <a:pt x="803" y="518"/>
                  </a:lnTo>
                  <a:lnTo>
                    <a:pt x="803" y="518"/>
                  </a:lnTo>
                  <a:lnTo>
                    <a:pt x="803" y="518"/>
                  </a:lnTo>
                  <a:lnTo>
                    <a:pt x="800" y="518"/>
                  </a:lnTo>
                  <a:lnTo>
                    <a:pt x="800" y="516"/>
                  </a:lnTo>
                  <a:lnTo>
                    <a:pt x="803" y="516"/>
                  </a:lnTo>
                  <a:lnTo>
                    <a:pt x="798" y="511"/>
                  </a:lnTo>
                  <a:lnTo>
                    <a:pt x="796" y="509"/>
                  </a:lnTo>
                  <a:lnTo>
                    <a:pt x="796" y="507"/>
                  </a:lnTo>
                  <a:lnTo>
                    <a:pt x="793" y="507"/>
                  </a:lnTo>
                  <a:lnTo>
                    <a:pt x="791" y="504"/>
                  </a:lnTo>
                  <a:lnTo>
                    <a:pt x="791" y="504"/>
                  </a:lnTo>
                  <a:lnTo>
                    <a:pt x="800" y="495"/>
                  </a:lnTo>
                  <a:lnTo>
                    <a:pt x="800" y="495"/>
                  </a:lnTo>
                  <a:lnTo>
                    <a:pt x="800" y="492"/>
                  </a:lnTo>
                  <a:lnTo>
                    <a:pt x="800" y="492"/>
                  </a:lnTo>
                  <a:lnTo>
                    <a:pt x="800" y="490"/>
                  </a:lnTo>
                  <a:lnTo>
                    <a:pt x="798" y="490"/>
                  </a:lnTo>
                  <a:lnTo>
                    <a:pt x="796" y="485"/>
                  </a:lnTo>
                  <a:lnTo>
                    <a:pt x="791" y="485"/>
                  </a:lnTo>
                  <a:lnTo>
                    <a:pt x="788" y="481"/>
                  </a:lnTo>
                  <a:lnTo>
                    <a:pt x="784" y="481"/>
                  </a:lnTo>
                  <a:lnTo>
                    <a:pt x="781" y="481"/>
                  </a:lnTo>
                  <a:lnTo>
                    <a:pt x="779" y="483"/>
                  </a:lnTo>
                  <a:lnTo>
                    <a:pt x="779" y="483"/>
                  </a:lnTo>
                  <a:lnTo>
                    <a:pt x="772" y="481"/>
                  </a:lnTo>
                  <a:lnTo>
                    <a:pt x="772" y="478"/>
                  </a:lnTo>
                  <a:lnTo>
                    <a:pt x="772" y="478"/>
                  </a:lnTo>
                  <a:lnTo>
                    <a:pt x="772" y="478"/>
                  </a:lnTo>
                  <a:lnTo>
                    <a:pt x="772" y="478"/>
                  </a:lnTo>
                  <a:lnTo>
                    <a:pt x="774" y="476"/>
                  </a:lnTo>
                  <a:lnTo>
                    <a:pt x="772" y="476"/>
                  </a:lnTo>
                  <a:lnTo>
                    <a:pt x="772" y="476"/>
                  </a:lnTo>
                  <a:lnTo>
                    <a:pt x="774" y="473"/>
                  </a:lnTo>
                  <a:lnTo>
                    <a:pt x="774" y="473"/>
                  </a:lnTo>
                  <a:lnTo>
                    <a:pt x="774" y="473"/>
                  </a:lnTo>
                  <a:lnTo>
                    <a:pt x="774" y="473"/>
                  </a:lnTo>
                  <a:lnTo>
                    <a:pt x="772" y="471"/>
                  </a:lnTo>
                  <a:lnTo>
                    <a:pt x="772" y="471"/>
                  </a:lnTo>
                  <a:lnTo>
                    <a:pt x="772" y="473"/>
                  </a:lnTo>
                  <a:lnTo>
                    <a:pt x="772" y="473"/>
                  </a:lnTo>
                  <a:lnTo>
                    <a:pt x="770" y="473"/>
                  </a:lnTo>
                  <a:lnTo>
                    <a:pt x="767" y="466"/>
                  </a:lnTo>
                  <a:lnTo>
                    <a:pt x="765" y="466"/>
                  </a:lnTo>
                  <a:lnTo>
                    <a:pt x="762" y="466"/>
                  </a:lnTo>
                  <a:lnTo>
                    <a:pt x="760" y="466"/>
                  </a:lnTo>
                  <a:lnTo>
                    <a:pt x="758" y="464"/>
                  </a:lnTo>
                  <a:lnTo>
                    <a:pt x="751" y="459"/>
                  </a:lnTo>
                  <a:lnTo>
                    <a:pt x="748" y="459"/>
                  </a:lnTo>
                  <a:lnTo>
                    <a:pt x="736" y="457"/>
                  </a:lnTo>
                  <a:lnTo>
                    <a:pt x="732" y="462"/>
                  </a:lnTo>
                  <a:lnTo>
                    <a:pt x="732" y="462"/>
                  </a:lnTo>
                  <a:lnTo>
                    <a:pt x="732" y="462"/>
                  </a:lnTo>
                  <a:lnTo>
                    <a:pt x="734" y="464"/>
                  </a:lnTo>
                  <a:lnTo>
                    <a:pt x="734" y="464"/>
                  </a:lnTo>
                  <a:lnTo>
                    <a:pt x="732" y="464"/>
                  </a:lnTo>
                  <a:lnTo>
                    <a:pt x="732" y="464"/>
                  </a:lnTo>
                  <a:lnTo>
                    <a:pt x="732" y="466"/>
                  </a:lnTo>
                  <a:lnTo>
                    <a:pt x="734" y="466"/>
                  </a:lnTo>
                  <a:lnTo>
                    <a:pt x="734" y="469"/>
                  </a:lnTo>
                  <a:lnTo>
                    <a:pt x="734" y="469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4" y="473"/>
                  </a:lnTo>
                  <a:lnTo>
                    <a:pt x="734" y="473"/>
                  </a:lnTo>
                  <a:lnTo>
                    <a:pt x="734" y="476"/>
                  </a:lnTo>
                  <a:lnTo>
                    <a:pt x="736" y="476"/>
                  </a:lnTo>
                  <a:lnTo>
                    <a:pt x="736" y="476"/>
                  </a:lnTo>
                  <a:lnTo>
                    <a:pt x="736" y="476"/>
                  </a:lnTo>
                  <a:lnTo>
                    <a:pt x="739" y="478"/>
                  </a:lnTo>
                  <a:lnTo>
                    <a:pt x="739" y="478"/>
                  </a:lnTo>
                  <a:lnTo>
                    <a:pt x="739" y="478"/>
                  </a:lnTo>
                  <a:lnTo>
                    <a:pt x="739" y="478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4" y="481"/>
                  </a:lnTo>
                  <a:lnTo>
                    <a:pt x="734" y="481"/>
                  </a:lnTo>
                  <a:lnTo>
                    <a:pt x="734" y="481"/>
                  </a:lnTo>
                  <a:lnTo>
                    <a:pt x="734" y="481"/>
                  </a:lnTo>
                  <a:lnTo>
                    <a:pt x="734" y="483"/>
                  </a:lnTo>
                  <a:lnTo>
                    <a:pt x="732" y="483"/>
                  </a:lnTo>
                  <a:lnTo>
                    <a:pt x="732" y="483"/>
                  </a:lnTo>
                  <a:lnTo>
                    <a:pt x="732" y="485"/>
                  </a:lnTo>
                  <a:lnTo>
                    <a:pt x="732" y="485"/>
                  </a:lnTo>
                  <a:lnTo>
                    <a:pt x="732" y="488"/>
                  </a:lnTo>
                  <a:close/>
                  <a:moveTo>
                    <a:pt x="755" y="350"/>
                  </a:moveTo>
                  <a:lnTo>
                    <a:pt x="758" y="350"/>
                  </a:lnTo>
                  <a:lnTo>
                    <a:pt x="758" y="350"/>
                  </a:lnTo>
                  <a:lnTo>
                    <a:pt x="758" y="350"/>
                  </a:lnTo>
                  <a:lnTo>
                    <a:pt x="762" y="350"/>
                  </a:lnTo>
                  <a:lnTo>
                    <a:pt x="758" y="353"/>
                  </a:lnTo>
                  <a:lnTo>
                    <a:pt x="758" y="353"/>
                  </a:lnTo>
                  <a:lnTo>
                    <a:pt x="758" y="353"/>
                  </a:lnTo>
                  <a:lnTo>
                    <a:pt x="758" y="357"/>
                  </a:lnTo>
                  <a:lnTo>
                    <a:pt x="758" y="357"/>
                  </a:lnTo>
                  <a:lnTo>
                    <a:pt x="760" y="357"/>
                  </a:lnTo>
                  <a:lnTo>
                    <a:pt x="765" y="360"/>
                  </a:lnTo>
                  <a:lnTo>
                    <a:pt x="767" y="362"/>
                  </a:lnTo>
                  <a:lnTo>
                    <a:pt x="765" y="362"/>
                  </a:lnTo>
                  <a:lnTo>
                    <a:pt x="765" y="362"/>
                  </a:lnTo>
                  <a:lnTo>
                    <a:pt x="762" y="362"/>
                  </a:lnTo>
                  <a:lnTo>
                    <a:pt x="762" y="365"/>
                  </a:lnTo>
                  <a:lnTo>
                    <a:pt x="762" y="365"/>
                  </a:lnTo>
                  <a:lnTo>
                    <a:pt x="762" y="362"/>
                  </a:lnTo>
                  <a:lnTo>
                    <a:pt x="762" y="362"/>
                  </a:lnTo>
                  <a:lnTo>
                    <a:pt x="760" y="362"/>
                  </a:lnTo>
                  <a:lnTo>
                    <a:pt x="760" y="362"/>
                  </a:lnTo>
                  <a:lnTo>
                    <a:pt x="760" y="362"/>
                  </a:lnTo>
                  <a:lnTo>
                    <a:pt x="760" y="362"/>
                  </a:lnTo>
                  <a:lnTo>
                    <a:pt x="758" y="362"/>
                  </a:lnTo>
                  <a:lnTo>
                    <a:pt x="758" y="365"/>
                  </a:lnTo>
                  <a:lnTo>
                    <a:pt x="758" y="365"/>
                  </a:lnTo>
                  <a:lnTo>
                    <a:pt x="760" y="365"/>
                  </a:lnTo>
                  <a:lnTo>
                    <a:pt x="760" y="365"/>
                  </a:lnTo>
                  <a:lnTo>
                    <a:pt x="760" y="365"/>
                  </a:lnTo>
                  <a:lnTo>
                    <a:pt x="760" y="367"/>
                  </a:lnTo>
                  <a:lnTo>
                    <a:pt x="760" y="367"/>
                  </a:lnTo>
                  <a:lnTo>
                    <a:pt x="762" y="365"/>
                  </a:lnTo>
                  <a:lnTo>
                    <a:pt x="762" y="365"/>
                  </a:lnTo>
                  <a:lnTo>
                    <a:pt x="762" y="367"/>
                  </a:lnTo>
                  <a:lnTo>
                    <a:pt x="760" y="367"/>
                  </a:lnTo>
                  <a:lnTo>
                    <a:pt x="760" y="367"/>
                  </a:lnTo>
                  <a:lnTo>
                    <a:pt x="762" y="369"/>
                  </a:lnTo>
                  <a:lnTo>
                    <a:pt x="765" y="369"/>
                  </a:lnTo>
                  <a:lnTo>
                    <a:pt x="765" y="372"/>
                  </a:lnTo>
                  <a:lnTo>
                    <a:pt x="765" y="372"/>
                  </a:lnTo>
                  <a:lnTo>
                    <a:pt x="765" y="372"/>
                  </a:lnTo>
                  <a:lnTo>
                    <a:pt x="765" y="374"/>
                  </a:lnTo>
                  <a:lnTo>
                    <a:pt x="765" y="374"/>
                  </a:lnTo>
                  <a:lnTo>
                    <a:pt x="765" y="376"/>
                  </a:lnTo>
                  <a:lnTo>
                    <a:pt x="767" y="376"/>
                  </a:lnTo>
                  <a:lnTo>
                    <a:pt x="767" y="376"/>
                  </a:lnTo>
                  <a:lnTo>
                    <a:pt x="767" y="376"/>
                  </a:lnTo>
                  <a:lnTo>
                    <a:pt x="772" y="383"/>
                  </a:lnTo>
                  <a:lnTo>
                    <a:pt x="784" y="383"/>
                  </a:lnTo>
                  <a:lnTo>
                    <a:pt x="784" y="381"/>
                  </a:lnTo>
                  <a:lnTo>
                    <a:pt x="791" y="379"/>
                  </a:lnTo>
                  <a:lnTo>
                    <a:pt x="791" y="379"/>
                  </a:lnTo>
                  <a:lnTo>
                    <a:pt x="791" y="376"/>
                  </a:lnTo>
                  <a:lnTo>
                    <a:pt x="793" y="376"/>
                  </a:lnTo>
                  <a:lnTo>
                    <a:pt x="793" y="376"/>
                  </a:lnTo>
                  <a:lnTo>
                    <a:pt x="793" y="374"/>
                  </a:lnTo>
                  <a:lnTo>
                    <a:pt x="793" y="374"/>
                  </a:lnTo>
                  <a:lnTo>
                    <a:pt x="796" y="374"/>
                  </a:lnTo>
                  <a:lnTo>
                    <a:pt x="798" y="372"/>
                  </a:lnTo>
                  <a:lnTo>
                    <a:pt x="796" y="372"/>
                  </a:lnTo>
                  <a:lnTo>
                    <a:pt x="796" y="372"/>
                  </a:lnTo>
                  <a:lnTo>
                    <a:pt x="796" y="369"/>
                  </a:lnTo>
                  <a:lnTo>
                    <a:pt x="798" y="369"/>
                  </a:lnTo>
                  <a:lnTo>
                    <a:pt x="798" y="369"/>
                  </a:lnTo>
                  <a:lnTo>
                    <a:pt x="798" y="372"/>
                  </a:lnTo>
                  <a:lnTo>
                    <a:pt x="798" y="372"/>
                  </a:lnTo>
                  <a:lnTo>
                    <a:pt x="798" y="374"/>
                  </a:lnTo>
                  <a:lnTo>
                    <a:pt x="798" y="374"/>
                  </a:lnTo>
                  <a:lnTo>
                    <a:pt x="798" y="376"/>
                  </a:lnTo>
                  <a:lnTo>
                    <a:pt x="798" y="376"/>
                  </a:lnTo>
                  <a:lnTo>
                    <a:pt x="798" y="379"/>
                  </a:lnTo>
                  <a:lnTo>
                    <a:pt x="798" y="379"/>
                  </a:lnTo>
                  <a:lnTo>
                    <a:pt x="793" y="383"/>
                  </a:lnTo>
                  <a:lnTo>
                    <a:pt x="793" y="386"/>
                  </a:lnTo>
                  <a:lnTo>
                    <a:pt x="777" y="391"/>
                  </a:lnTo>
                  <a:lnTo>
                    <a:pt x="777" y="393"/>
                  </a:lnTo>
                  <a:lnTo>
                    <a:pt x="777" y="393"/>
                  </a:lnTo>
                  <a:lnTo>
                    <a:pt x="777" y="393"/>
                  </a:lnTo>
                  <a:lnTo>
                    <a:pt x="777" y="395"/>
                  </a:lnTo>
                  <a:lnTo>
                    <a:pt x="777" y="395"/>
                  </a:lnTo>
                  <a:lnTo>
                    <a:pt x="777" y="398"/>
                  </a:lnTo>
                  <a:lnTo>
                    <a:pt x="777" y="398"/>
                  </a:lnTo>
                  <a:lnTo>
                    <a:pt x="777" y="398"/>
                  </a:lnTo>
                  <a:lnTo>
                    <a:pt x="774" y="398"/>
                  </a:lnTo>
                  <a:lnTo>
                    <a:pt x="774" y="398"/>
                  </a:lnTo>
                  <a:lnTo>
                    <a:pt x="777" y="400"/>
                  </a:lnTo>
                  <a:lnTo>
                    <a:pt x="777" y="400"/>
                  </a:lnTo>
                  <a:lnTo>
                    <a:pt x="777" y="400"/>
                  </a:lnTo>
                  <a:lnTo>
                    <a:pt x="777" y="400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5"/>
                  </a:lnTo>
                  <a:lnTo>
                    <a:pt x="777" y="405"/>
                  </a:lnTo>
                  <a:lnTo>
                    <a:pt x="777" y="405"/>
                  </a:lnTo>
                  <a:lnTo>
                    <a:pt x="779" y="405"/>
                  </a:lnTo>
                  <a:lnTo>
                    <a:pt x="779" y="405"/>
                  </a:lnTo>
                  <a:lnTo>
                    <a:pt x="784" y="407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7"/>
                  </a:lnTo>
                  <a:lnTo>
                    <a:pt x="784" y="407"/>
                  </a:lnTo>
                  <a:lnTo>
                    <a:pt x="784" y="407"/>
                  </a:lnTo>
                  <a:lnTo>
                    <a:pt x="784" y="407"/>
                  </a:lnTo>
                  <a:lnTo>
                    <a:pt x="786" y="407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4" y="409"/>
                  </a:lnTo>
                  <a:lnTo>
                    <a:pt x="784" y="409"/>
                  </a:lnTo>
                  <a:lnTo>
                    <a:pt x="784" y="409"/>
                  </a:lnTo>
                  <a:lnTo>
                    <a:pt x="784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4"/>
                  </a:lnTo>
                  <a:lnTo>
                    <a:pt x="786" y="414"/>
                  </a:lnTo>
                  <a:lnTo>
                    <a:pt x="786" y="414"/>
                  </a:lnTo>
                  <a:lnTo>
                    <a:pt x="788" y="414"/>
                  </a:lnTo>
                  <a:lnTo>
                    <a:pt x="791" y="417"/>
                  </a:lnTo>
                  <a:lnTo>
                    <a:pt x="791" y="414"/>
                  </a:lnTo>
                  <a:lnTo>
                    <a:pt x="791" y="414"/>
                  </a:lnTo>
                  <a:lnTo>
                    <a:pt x="798" y="409"/>
                  </a:lnTo>
                  <a:lnTo>
                    <a:pt x="800" y="407"/>
                  </a:lnTo>
                  <a:lnTo>
                    <a:pt x="800" y="405"/>
                  </a:lnTo>
                  <a:lnTo>
                    <a:pt x="800" y="405"/>
                  </a:lnTo>
                  <a:lnTo>
                    <a:pt x="800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2"/>
                  </a:lnTo>
                  <a:lnTo>
                    <a:pt x="798" y="402"/>
                  </a:lnTo>
                  <a:lnTo>
                    <a:pt x="798" y="402"/>
                  </a:lnTo>
                  <a:lnTo>
                    <a:pt x="798" y="400"/>
                  </a:lnTo>
                  <a:lnTo>
                    <a:pt x="805" y="402"/>
                  </a:lnTo>
                  <a:lnTo>
                    <a:pt x="810" y="402"/>
                  </a:lnTo>
                  <a:lnTo>
                    <a:pt x="810" y="402"/>
                  </a:lnTo>
                  <a:lnTo>
                    <a:pt x="810" y="402"/>
                  </a:lnTo>
                  <a:lnTo>
                    <a:pt x="807" y="405"/>
                  </a:lnTo>
                  <a:lnTo>
                    <a:pt x="805" y="407"/>
                  </a:lnTo>
                  <a:lnTo>
                    <a:pt x="805" y="409"/>
                  </a:lnTo>
                  <a:lnTo>
                    <a:pt x="805" y="409"/>
                  </a:lnTo>
                  <a:lnTo>
                    <a:pt x="805" y="412"/>
                  </a:lnTo>
                  <a:lnTo>
                    <a:pt x="805" y="412"/>
                  </a:lnTo>
                  <a:lnTo>
                    <a:pt x="805" y="414"/>
                  </a:lnTo>
                  <a:lnTo>
                    <a:pt x="805" y="414"/>
                  </a:lnTo>
                  <a:lnTo>
                    <a:pt x="805" y="414"/>
                  </a:lnTo>
                  <a:lnTo>
                    <a:pt x="805" y="414"/>
                  </a:lnTo>
                  <a:lnTo>
                    <a:pt x="807" y="414"/>
                  </a:lnTo>
                  <a:lnTo>
                    <a:pt x="810" y="414"/>
                  </a:lnTo>
                  <a:lnTo>
                    <a:pt x="812" y="412"/>
                  </a:lnTo>
                  <a:lnTo>
                    <a:pt x="812" y="409"/>
                  </a:lnTo>
                  <a:lnTo>
                    <a:pt x="815" y="409"/>
                  </a:lnTo>
                  <a:lnTo>
                    <a:pt x="815" y="409"/>
                  </a:lnTo>
                  <a:lnTo>
                    <a:pt x="815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5"/>
                  </a:lnTo>
                  <a:lnTo>
                    <a:pt x="812" y="405"/>
                  </a:lnTo>
                  <a:lnTo>
                    <a:pt x="815" y="405"/>
                  </a:lnTo>
                  <a:lnTo>
                    <a:pt x="815" y="405"/>
                  </a:lnTo>
                  <a:lnTo>
                    <a:pt x="815" y="405"/>
                  </a:lnTo>
                  <a:lnTo>
                    <a:pt x="815" y="405"/>
                  </a:lnTo>
                  <a:lnTo>
                    <a:pt x="817" y="405"/>
                  </a:lnTo>
                  <a:lnTo>
                    <a:pt x="817" y="402"/>
                  </a:lnTo>
                  <a:lnTo>
                    <a:pt x="817" y="402"/>
                  </a:lnTo>
                  <a:lnTo>
                    <a:pt x="817" y="400"/>
                  </a:lnTo>
                  <a:lnTo>
                    <a:pt x="817" y="400"/>
                  </a:lnTo>
                  <a:lnTo>
                    <a:pt x="817" y="400"/>
                  </a:lnTo>
                  <a:lnTo>
                    <a:pt x="817" y="398"/>
                  </a:lnTo>
                  <a:lnTo>
                    <a:pt x="817" y="398"/>
                  </a:lnTo>
                  <a:lnTo>
                    <a:pt x="819" y="398"/>
                  </a:lnTo>
                  <a:lnTo>
                    <a:pt x="819" y="398"/>
                  </a:lnTo>
                  <a:lnTo>
                    <a:pt x="819" y="398"/>
                  </a:lnTo>
                  <a:lnTo>
                    <a:pt x="819" y="398"/>
                  </a:lnTo>
                  <a:lnTo>
                    <a:pt x="819" y="400"/>
                  </a:lnTo>
                  <a:lnTo>
                    <a:pt x="819" y="400"/>
                  </a:lnTo>
                  <a:lnTo>
                    <a:pt x="819" y="402"/>
                  </a:lnTo>
                  <a:lnTo>
                    <a:pt x="817" y="405"/>
                  </a:lnTo>
                  <a:lnTo>
                    <a:pt x="817" y="407"/>
                  </a:lnTo>
                  <a:lnTo>
                    <a:pt x="822" y="405"/>
                  </a:lnTo>
                  <a:lnTo>
                    <a:pt x="824" y="402"/>
                  </a:lnTo>
                  <a:lnTo>
                    <a:pt x="824" y="400"/>
                  </a:lnTo>
                  <a:lnTo>
                    <a:pt x="822" y="398"/>
                  </a:lnTo>
                  <a:lnTo>
                    <a:pt x="822" y="398"/>
                  </a:lnTo>
                  <a:lnTo>
                    <a:pt x="822" y="395"/>
                  </a:lnTo>
                  <a:lnTo>
                    <a:pt x="822" y="395"/>
                  </a:lnTo>
                  <a:lnTo>
                    <a:pt x="822" y="395"/>
                  </a:lnTo>
                  <a:lnTo>
                    <a:pt x="822" y="395"/>
                  </a:lnTo>
                  <a:lnTo>
                    <a:pt x="822" y="393"/>
                  </a:lnTo>
                  <a:lnTo>
                    <a:pt x="822" y="393"/>
                  </a:lnTo>
                  <a:lnTo>
                    <a:pt x="822" y="393"/>
                  </a:lnTo>
                  <a:lnTo>
                    <a:pt x="822" y="395"/>
                  </a:lnTo>
                  <a:lnTo>
                    <a:pt x="824" y="398"/>
                  </a:lnTo>
                  <a:lnTo>
                    <a:pt x="824" y="400"/>
                  </a:lnTo>
                  <a:lnTo>
                    <a:pt x="826" y="400"/>
                  </a:lnTo>
                  <a:lnTo>
                    <a:pt x="831" y="395"/>
                  </a:lnTo>
                  <a:lnTo>
                    <a:pt x="836" y="395"/>
                  </a:lnTo>
                  <a:lnTo>
                    <a:pt x="836" y="395"/>
                  </a:lnTo>
                  <a:lnTo>
                    <a:pt x="836" y="398"/>
                  </a:lnTo>
                  <a:lnTo>
                    <a:pt x="836" y="398"/>
                  </a:lnTo>
                  <a:lnTo>
                    <a:pt x="836" y="398"/>
                  </a:lnTo>
                  <a:lnTo>
                    <a:pt x="833" y="398"/>
                  </a:lnTo>
                  <a:lnTo>
                    <a:pt x="833" y="398"/>
                  </a:lnTo>
                  <a:lnTo>
                    <a:pt x="833" y="400"/>
                  </a:lnTo>
                  <a:lnTo>
                    <a:pt x="831" y="400"/>
                  </a:lnTo>
                  <a:lnTo>
                    <a:pt x="831" y="402"/>
                  </a:lnTo>
                  <a:lnTo>
                    <a:pt x="831" y="402"/>
                  </a:lnTo>
                  <a:lnTo>
                    <a:pt x="833" y="402"/>
                  </a:lnTo>
                  <a:lnTo>
                    <a:pt x="836" y="402"/>
                  </a:lnTo>
                  <a:lnTo>
                    <a:pt x="838" y="405"/>
                  </a:lnTo>
                  <a:lnTo>
                    <a:pt x="841" y="402"/>
                  </a:lnTo>
                  <a:lnTo>
                    <a:pt x="845" y="405"/>
                  </a:lnTo>
                  <a:lnTo>
                    <a:pt x="845" y="402"/>
                  </a:lnTo>
                  <a:lnTo>
                    <a:pt x="845" y="402"/>
                  </a:lnTo>
                  <a:lnTo>
                    <a:pt x="850" y="400"/>
                  </a:lnTo>
                  <a:lnTo>
                    <a:pt x="852" y="400"/>
                  </a:lnTo>
                  <a:lnTo>
                    <a:pt x="855" y="398"/>
                  </a:lnTo>
                  <a:lnTo>
                    <a:pt x="857" y="398"/>
                  </a:lnTo>
                  <a:lnTo>
                    <a:pt x="857" y="398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2"/>
                  </a:lnTo>
                  <a:lnTo>
                    <a:pt x="850" y="405"/>
                  </a:lnTo>
                  <a:lnTo>
                    <a:pt x="848" y="405"/>
                  </a:lnTo>
                  <a:lnTo>
                    <a:pt x="845" y="407"/>
                  </a:lnTo>
                  <a:lnTo>
                    <a:pt x="845" y="407"/>
                  </a:lnTo>
                  <a:lnTo>
                    <a:pt x="845" y="407"/>
                  </a:lnTo>
                  <a:lnTo>
                    <a:pt x="843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38" y="407"/>
                  </a:lnTo>
                  <a:lnTo>
                    <a:pt x="838" y="407"/>
                  </a:lnTo>
                  <a:lnTo>
                    <a:pt x="838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33" y="407"/>
                  </a:lnTo>
                  <a:lnTo>
                    <a:pt x="831" y="409"/>
                  </a:lnTo>
                  <a:lnTo>
                    <a:pt x="831" y="412"/>
                  </a:lnTo>
                  <a:lnTo>
                    <a:pt x="831" y="412"/>
                  </a:lnTo>
                  <a:lnTo>
                    <a:pt x="831" y="412"/>
                  </a:lnTo>
                  <a:lnTo>
                    <a:pt x="831" y="414"/>
                  </a:lnTo>
                  <a:lnTo>
                    <a:pt x="843" y="417"/>
                  </a:lnTo>
                  <a:lnTo>
                    <a:pt x="845" y="414"/>
                  </a:lnTo>
                  <a:lnTo>
                    <a:pt x="848" y="414"/>
                  </a:lnTo>
                  <a:lnTo>
                    <a:pt x="855" y="412"/>
                  </a:lnTo>
                  <a:lnTo>
                    <a:pt x="859" y="409"/>
                  </a:lnTo>
                  <a:lnTo>
                    <a:pt x="864" y="409"/>
                  </a:lnTo>
                  <a:lnTo>
                    <a:pt x="871" y="407"/>
                  </a:lnTo>
                  <a:lnTo>
                    <a:pt x="871" y="409"/>
                  </a:lnTo>
                  <a:lnTo>
                    <a:pt x="871" y="409"/>
                  </a:lnTo>
                  <a:lnTo>
                    <a:pt x="871" y="409"/>
                  </a:lnTo>
                  <a:lnTo>
                    <a:pt x="869" y="412"/>
                  </a:lnTo>
                  <a:lnTo>
                    <a:pt x="867" y="412"/>
                  </a:lnTo>
                  <a:lnTo>
                    <a:pt x="857" y="414"/>
                  </a:lnTo>
                  <a:lnTo>
                    <a:pt x="855" y="417"/>
                  </a:lnTo>
                  <a:lnTo>
                    <a:pt x="852" y="417"/>
                  </a:lnTo>
                  <a:lnTo>
                    <a:pt x="845" y="419"/>
                  </a:lnTo>
                  <a:lnTo>
                    <a:pt x="838" y="421"/>
                  </a:lnTo>
                  <a:lnTo>
                    <a:pt x="836" y="419"/>
                  </a:lnTo>
                  <a:lnTo>
                    <a:pt x="831" y="421"/>
                  </a:lnTo>
                  <a:lnTo>
                    <a:pt x="831" y="421"/>
                  </a:lnTo>
                  <a:lnTo>
                    <a:pt x="831" y="421"/>
                  </a:lnTo>
                  <a:lnTo>
                    <a:pt x="829" y="424"/>
                  </a:lnTo>
                  <a:lnTo>
                    <a:pt x="826" y="421"/>
                  </a:lnTo>
                  <a:lnTo>
                    <a:pt x="824" y="421"/>
                  </a:lnTo>
                  <a:lnTo>
                    <a:pt x="822" y="421"/>
                  </a:lnTo>
                  <a:lnTo>
                    <a:pt x="822" y="421"/>
                  </a:lnTo>
                  <a:lnTo>
                    <a:pt x="819" y="421"/>
                  </a:lnTo>
                  <a:lnTo>
                    <a:pt x="819" y="424"/>
                  </a:lnTo>
                  <a:lnTo>
                    <a:pt x="819" y="424"/>
                  </a:lnTo>
                  <a:lnTo>
                    <a:pt x="819" y="426"/>
                  </a:lnTo>
                  <a:lnTo>
                    <a:pt x="817" y="428"/>
                  </a:lnTo>
                  <a:lnTo>
                    <a:pt x="817" y="431"/>
                  </a:lnTo>
                  <a:lnTo>
                    <a:pt x="817" y="431"/>
                  </a:lnTo>
                  <a:lnTo>
                    <a:pt x="817" y="431"/>
                  </a:lnTo>
                  <a:lnTo>
                    <a:pt x="817" y="431"/>
                  </a:lnTo>
                  <a:lnTo>
                    <a:pt x="815" y="431"/>
                  </a:lnTo>
                  <a:lnTo>
                    <a:pt x="815" y="433"/>
                  </a:lnTo>
                  <a:lnTo>
                    <a:pt x="812" y="433"/>
                  </a:lnTo>
                  <a:lnTo>
                    <a:pt x="810" y="436"/>
                  </a:lnTo>
                  <a:lnTo>
                    <a:pt x="807" y="436"/>
                  </a:lnTo>
                  <a:lnTo>
                    <a:pt x="805" y="438"/>
                  </a:lnTo>
                  <a:lnTo>
                    <a:pt x="805" y="440"/>
                  </a:lnTo>
                  <a:lnTo>
                    <a:pt x="810" y="445"/>
                  </a:lnTo>
                  <a:lnTo>
                    <a:pt x="812" y="445"/>
                  </a:lnTo>
                  <a:lnTo>
                    <a:pt x="812" y="447"/>
                  </a:lnTo>
                  <a:lnTo>
                    <a:pt x="812" y="447"/>
                  </a:lnTo>
                  <a:lnTo>
                    <a:pt x="815" y="450"/>
                  </a:lnTo>
                  <a:lnTo>
                    <a:pt x="815" y="452"/>
                  </a:lnTo>
                  <a:lnTo>
                    <a:pt x="817" y="452"/>
                  </a:lnTo>
                  <a:lnTo>
                    <a:pt x="819" y="450"/>
                  </a:lnTo>
                  <a:lnTo>
                    <a:pt x="824" y="452"/>
                  </a:lnTo>
                  <a:lnTo>
                    <a:pt x="824" y="452"/>
                  </a:lnTo>
                  <a:lnTo>
                    <a:pt x="829" y="454"/>
                  </a:lnTo>
                  <a:lnTo>
                    <a:pt x="831" y="454"/>
                  </a:lnTo>
                  <a:lnTo>
                    <a:pt x="831" y="457"/>
                  </a:lnTo>
                  <a:lnTo>
                    <a:pt x="831" y="457"/>
                  </a:lnTo>
                  <a:lnTo>
                    <a:pt x="831" y="457"/>
                  </a:lnTo>
                  <a:lnTo>
                    <a:pt x="831" y="457"/>
                  </a:lnTo>
                  <a:lnTo>
                    <a:pt x="829" y="459"/>
                  </a:lnTo>
                  <a:lnTo>
                    <a:pt x="819" y="454"/>
                  </a:lnTo>
                  <a:lnTo>
                    <a:pt x="817" y="454"/>
                  </a:lnTo>
                  <a:lnTo>
                    <a:pt x="817" y="457"/>
                  </a:lnTo>
                  <a:lnTo>
                    <a:pt x="817" y="457"/>
                  </a:lnTo>
                  <a:lnTo>
                    <a:pt x="819" y="462"/>
                  </a:lnTo>
                  <a:lnTo>
                    <a:pt x="822" y="462"/>
                  </a:lnTo>
                  <a:lnTo>
                    <a:pt x="822" y="464"/>
                  </a:lnTo>
                  <a:lnTo>
                    <a:pt x="822" y="464"/>
                  </a:lnTo>
                  <a:lnTo>
                    <a:pt x="822" y="464"/>
                  </a:lnTo>
                  <a:lnTo>
                    <a:pt x="824" y="464"/>
                  </a:lnTo>
                  <a:lnTo>
                    <a:pt x="826" y="464"/>
                  </a:lnTo>
                  <a:lnTo>
                    <a:pt x="824" y="464"/>
                  </a:lnTo>
                  <a:lnTo>
                    <a:pt x="824" y="466"/>
                  </a:lnTo>
                  <a:lnTo>
                    <a:pt x="824" y="466"/>
                  </a:lnTo>
                  <a:lnTo>
                    <a:pt x="824" y="466"/>
                  </a:lnTo>
                  <a:lnTo>
                    <a:pt x="826" y="469"/>
                  </a:lnTo>
                  <a:lnTo>
                    <a:pt x="826" y="471"/>
                  </a:lnTo>
                  <a:lnTo>
                    <a:pt x="829" y="471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6"/>
                  </a:lnTo>
                  <a:lnTo>
                    <a:pt x="836" y="466"/>
                  </a:lnTo>
                  <a:lnTo>
                    <a:pt x="836" y="466"/>
                  </a:lnTo>
                  <a:lnTo>
                    <a:pt x="838" y="466"/>
                  </a:lnTo>
                  <a:lnTo>
                    <a:pt x="838" y="469"/>
                  </a:lnTo>
                  <a:lnTo>
                    <a:pt x="857" y="471"/>
                  </a:lnTo>
                  <a:lnTo>
                    <a:pt x="857" y="471"/>
                  </a:lnTo>
                  <a:lnTo>
                    <a:pt x="857" y="471"/>
                  </a:lnTo>
                  <a:lnTo>
                    <a:pt x="859" y="471"/>
                  </a:lnTo>
                  <a:lnTo>
                    <a:pt x="859" y="473"/>
                  </a:lnTo>
                  <a:lnTo>
                    <a:pt x="857" y="473"/>
                  </a:lnTo>
                  <a:lnTo>
                    <a:pt x="857" y="473"/>
                  </a:lnTo>
                  <a:lnTo>
                    <a:pt x="855" y="471"/>
                  </a:lnTo>
                  <a:lnTo>
                    <a:pt x="843" y="476"/>
                  </a:lnTo>
                  <a:lnTo>
                    <a:pt x="843" y="476"/>
                  </a:lnTo>
                  <a:lnTo>
                    <a:pt x="843" y="476"/>
                  </a:lnTo>
                  <a:lnTo>
                    <a:pt x="841" y="476"/>
                  </a:lnTo>
                  <a:lnTo>
                    <a:pt x="843" y="476"/>
                  </a:lnTo>
                  <a:lnTo>
                    <a:pt x="843" y="478"/>
                  </a:lnTo>
                  <a:lnTo>
                    <a:pt x="843" y="478"/>
                  </a:lnTo>
                  <a:lnTo>
                    <a:pt x="841" y="478"/>
                  </a:lnTo>
                  <a:lnTo>
                    <a:pt x="841" y="478"/>
                  </a:lnTo>
                  <a:lnTo>
                    <a:pt x="836" y="478"/>
                  </a:lnTo>
                  <a:lnTo>
                    <a:pt x="836" y="478"/>
                  </a:lnTo>
                  <a:lnTo>
                    <a:pt x="836" y="478"/>
                  </a:lnTo>
                  <a:lnTo>
                    <a:pt x="836" y="478"/>
                  </a:lnTo>
                  <a:lnTo>
                    <a:pt x="833" y="478"/>
                  </a:lnTo>
                  <a:lnTo>
                    <a:pt x="833" y="481"/>
                  </a:lnTo>
                  <a:lnTo>
                    <a:pt x="836" y="483"/>
                  </a:lnTo>
                  <a:lnTo>
                    <a:pt x="838" y="485"/>
                  </a:lnTo>
                  <a:lnTo>
                    <a:pt x="838" y="488"/>
                  </a:lnTo>
                  <a:lnTo>
                    <a:pt x="841" y="490"/>
                  </a:lnTo>
                  <a:lnTo>
                    <a:pt x="843" y="490"/>
                  </a:lnTo>
                  <a:lnTo>
                    <a:pt x="843" y="490"/>
                  </a:lnTo>
                  <a:lnTo>
                    <a:pt x="843" y="490"/>
                  </a:lnTo>
                  <a:lnTo>
                    <a:pt x="843" y="492"/>
                  </a:lnTo>
                  <a:lnTo>
                    <a:pt x="845" y="492"/>
                  </a:lnTo>
                  <a:lnTo>
                    <a:pt x="848" y="495"/>
                  </a:lnTo>
                  <a:lnTo>
                    <a:pt x="850" y="492"/>
                  </a:lnTo>
                  <a:lnTo>
                    <a:pt x="850" y="492"/>
                  </a:lnTo>
                  <a:lnTo>
                    <a:pt x="852" y="492"/>
                  </a:lnTo>
                  <a:lnTo>
                    <a:pt x="850" y="492"/>
                  </a:lnTo>
                  <a:lnTo>
                    <a:pt x="850" y="495"/>
                  </a:lnTo>
                  <a:lnTo>
                    <a:pt x="850" y="495"/>
                  </a:lnTo>
                  <a:lnTo>
                    <a:pt x="850" y="495"/>
                  </a:lnTo>
                  <a:lnTo>
                    <a:pt x="852" y="495"/>
                  </a:lnTo>
                  <a:lnTo>
                    <a:pt x="852" y="497"/>
                  </a:lnTo>
                  <a:lnTo>
                    <a:pt x="852" y="497"/>
                  </a:lnTo>
                  <a:lnTo>
                    <a:pt x="855" y="499"/>
                  </a:lnTo>
                  <a:lnTo>
                    <a:pt x="855" y="502"/>
                  </a:lnTo>
                  <a:lnTo>
                    <a:pt x="855" y="502"/>
                  </a:lnTo>
                  <a:lnTo>
                    <a:pt x="857" y="502"/>
                  </a:lnTo>
                  <a:lnTo>
                    <a:pt x="857" y="499"/>
                  </a:lnTo>
                  <a:lnTo>
                    <a:pt x="857" y="499"/>
                  </a:lnTo>
                  <a:lnTo>
                    <a:pt x="859" y="497"/>
                  </a:lnTo>
                  <a:lnTo>
                    <a:pt x="859" y="499"/>
                  </a:lnTo>
                  <a:lnTo>
                    <a:pt x="859" y="499"/>
                  </a:lnTo>
                  <a:lnTo>
                    <a:pt x="864" y="502"/>
                  </a:lnTo>
                  <a:lnTo>
                    <a:pt x="871" y="502"/>
                  </a:lnTo>
                  <a:lnTo>
                    <a:pt x="878" y="504"/>
                  </a:lnTo>
                  <a:lnTo>
                    <a:pt x="883" y="502"/>
                  </a:lnTo>
                  <a:lnTo>
                    <a:pt x="888" y="502"/>
                  </a:lnTo>
                  <a:lnTo>
                    <a:pt x="888" y="502"/>
                  </a:lnTo>
                  <a:lnTo>
                    <a:pt x="890" y="502"/>
                  </a:lnTo>
                  <a:lnTo>
                    <a:pt x="890" y="499"/>
                  </a:lnTo>
                  <a:lnTo>
                    <a:pt x="888" y="497"/>
                  </a:lnTo>
                  <a:lnTo>
                    <a:pt x="888" y="497"/>
                  </a:lnTo>
                  <a:lnTo>
                    <a:pt x="888" y="495"/>
                  </a:lnTo>
                  <a:lnTo>
                    <a:pt x="885" y="495"/>
                  </a:lnTo>
                  <a:lnTo>
                    <a:pt x="885" y="492"/>
                  </a:lnTo>
                  <a:lnTo>
                    <a:pt x="885" y="492"/>
                  </a:lnTo>
                  <a:lnTo>
                    <a:pt x="888" y="492"/>
                  </a:lnTo>
                  <a:lnTo>
                    <a:pt x="885" y="490"/>
                  </a:lnTo>
                  <a:lnTo>
                    <a:pt x="881" y="490"/>
                  </a:lnTo>
                  <a:lnTo>
                    <a:pt x="878" y="490"/>
                  </a:lnTo>
                  <a:lnTo>
                    <a:pt x="878" y="488"/>
                  </a:lnTo>
                  <a:lnTo>
                    <a:pt x="878" y="488"/>
                  </a:lnTo>
                  <a:lnTo>
                    <a:pt x="883" y="488"/>
                  </a:lnTo>
                  <a:lnTo>
                    <a:pt x="885" y="488"/>
                  </a:lnTo>
                  <a:lnTo>
                    <a:pt x="890" y="488"/>
                  </a:lnTo>
                  <a:lnTo>
                    <a:pt x="893" y="488"/>
                  </a:lnTo>
                  <a:lnTo>
                    <a:pt x="895" y="492"/>
                  </a:lnTo>
                  <a:lnTo>
                    <a:pt x="895" y="492"/>
                  </a:lnTo>
                  <a:lnTo>
                    <a:pt x="895" y="495"/>
                  </a:lnTo>
                  <a:lnTo>
                    <a:pt x="895" y="495"/>
                  </a:lnTo>
                  <a:lnTo>
                    <a:pt x="900" y="495"/>
                  </a:lnTo>
                  <a:lnTo>
                    <a:pt x="900" y="495"/>
                  </a:lnTo>
                  <a:lnTo>
                    <a:pt x="900" y="495"/>
                  </a:lnTo>
                  <a:lnTo>
                    <a:pt x="900" y="495"/>
                  </a:lnTo>
                  <a:lnTo>
                    <a:pt x="902" y="497"/>
                  </a:lnTo>
                  <a:lnTo>
                    <a:pt x="902" y="497"/>
                  </a:lnTo>
                  <a:lnTo>
                    <a:pt x="902" y="499"/>
                  </a:lnTo>
                  <a:lnTo>
                    <a:pt x="902" y="499"/>
                  </a:lnTo>
                  <a:lnTo>
                    <a:pt x="902" y="499"/>
                  </a:lnTo>
                  <a:lnTo>
                    <a:pt x="902" y="499"/>
                  </a:lnTo>
                  <a:lnTo>
                    <a:pt x="904" y="499"/>
                  </a:lnTo>
                  <a:lnTo>
                    <a:pt x="904" y="499"/>
                  </a:lnTo>
                  <a:lnTo>
                    <a:pt x="904" y="499"/>
                  </a:lnTo>
                  <a:lnTo>
                    <a:pt x="904" y="497"/>
                  </a:lnTo>
                  <a:lnTo>
                    <a:pt x="902" y="495"/>
                  </a:lnTo>
                  <a:lnTo>
                    <a:pt x="902" y="492"/>
                  </a:lnTo>
                  <a:lnTo>
                    <a:pt x="902" y="490"/>
                  </a:lnTo>
                  <a:lnTo>
                    <a:pt x="900" y="490"/>
                  </a:lnTo>
                  <a:lnTo>
                    <a:pt x="895" y="481"/>
                  </a:lnTo>
                  <a:lnTo>
                    <a:pt x="890" y="476"/>
                  </a:lnTo>
                  <a:lnTo>
                    <a:pt x="890" y="476"/>
                  </a:lnTo>
                  <a:lnTo>
                    <a:pt x="890" y="473"/>
                  </a:lnTo>
                  <a:lnTo>
                    <a:pt x="890" y="476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88" y="471"/>
                  </a:lnTo>
                  <a:lnTo>
                    <a:pt x="888" y="471"/>
                  </a:lnTo>
                  <a:lnTo>
                    <a:pt x="888" y="469"/>
                  </a:lnTo>
                  <a:lnTo>
                    <a:pt x="888" y="469"/>
                  </a:lnTo>
                  <a:lnTo>
                    <a:pt x="888" y="469"/>
                  </a:lnTo>
                  <a:lnTo>
                    <a:pt x="888" y="466"/>
                  </a:lnTo>
                  <a:lnTo>
                    <a:pt x="888" y="466"/>
                  </a:lnTo>
                  <a:lnTo>
                    <a:pt x="885" y="464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4"/>
                  </a:lnTo>
                  <a:lnTo>
                    <a:pt x="890" y="466"/>
                  </a:lnTo>
                  <a:lnTo>
                    <a:pt x="893" y="466"/>
                  </a:lnTo>
                  <a:lnTo>
                    <a:pt x="893" y="469"/>
                  </a:lnTo>
                  <a:lnTo>
                    <a:pt x="893" y="471"/>
                  </a:lnTo>
                  <a:lnTo>
                    <a:pt x="893" y="471"/>
                  </a:lnTo>
                  <a:lnTo>
                    <a:pt x="897" y="476"/>
                  </a:lnTo>
                  <a:lnTo>
                    <a:pt x="897" y="476"/>
                  </a:lnTo>
                  <a:lnTo>
                    <a:pt x="897" y="476"/>
                  </a:lnTo>
                  <a:lnTo>
                    <a:pt x="900" y="478"/>
                  </a:lnTo>
                  <a:lnTo>
                    <a:pt x="900" y="478"/>
                  </a:lnTo>
                  <a:lnTo>
                    <a:pt x="900" y="481"/>
                  </a:lnTo>
                  <a:lnTo>
                    <a:pt x="902" y="481"/>
                  </a:lnTo>
                  <a:lnTo>
                    <a:pt x="904" y="483"/>
                  </a:lnTo>
                  <a:lnTo>
                    <a:pt x="904" y="483"/>
                  </a:lnTo>
                  <a:lnTo>
                    <a:pt x="904" y="485"/>
                  </a:lnTo>
                  <a:lnTo>
                    <a:pt x="904" y="485"/>
                  </a:lnTo>
                  <a:lnTo>
                    <a:pt x="904" y="485"/>
                  </a:lnTo>
                  <a:lnTo>
                    <a:pt x="907" y="488"/>
                  </a:lnTo>
                  <a:lnTo>
                    <a:pt x="907" y="490"/>
                  </a:lnTo>
                  <a:lnTo>
                    <a:pt x="912" y="497"/>
                  </a:lnTo>
                  <a:lnTo>
                    <a:pt x="914" y="497"/>
                  </a:lnTo>
                  <a:lnTo>
                    <a:pt x="916" y="497"/>
                  </a:lnTo>
                  <a:lnTo>
                    <a:pt x="919" y="497"/>
                  </a:lnTo>
                  <a:lnTo>
                    <a:pt x="919" y="495"/>
                  </a:lnTo>
                  <a:lnTo>
                    <a:pt x="919" y="492"/>
                  </a:lnTo>
                  <a:lnTo>
                    <a:pt x="919" y="490"/>
                  </a:lnTo>
                  <a:lnTo>
                    <a:pt x="919" y="488"/>
                  </a:lnTo>
                  <a:lnTo>
                    <a:pt x="919" y="488"/>
                  </a:lnTo>
                  <a:lnTo>
                    <a:pt x="919" y="488"/>
                  </a:lnTo>
                  <a:lnTo>
                    <a:pt x="919" y="485"/>
                  </a:lnTo>
                  <a:lnTo>
                    <a:pt x="919" y="485"/>
                  </a:lnTo>
                  <a:lnTo>
                    <a:pt x="916" y="483"/>
                  </a:lnTo>
                  <a:lnTo>
                    <a:pt x="916" y="483"/>
                  </a:lnTo>
                  <a:lnTo>
                    <a:pt x="919" y="478"/>
                  </a:lnTo>
                  <a:lnTo>
                    <a:pt x="919" y="476"/>
                  </a:lnTo>
                  <a:lnTo>
                    <a:pt x="919" y="473"/>
                  </a:lnTo>
                  <a:lnTo>
                    <a:pt x="919" y="473"/>
                  </a:lnTo>
                  <a:lnTo>
                    <a:pt x="916" y="471"/>
                  </a:lnTo>
                  <a:lnTo>
                    <a:pt x="916" y="471"/>
                  </a:lnTo>
                  <a:lnTo>
                    <a:pt x="912" y="464"/>
                  </a:lnTo>
                  <a:lnTo>
                    <a:pt x="912" y="464"/>
                  </a:lnTo>
                  <a:lnTo>
                    <a:pt x="912" y="462"/>
                  </a:lnTo>
                  <a:lnTo>
                    <a:pt x="912" y="462"/>
                  </a:lnTo>
                  <a:lnTo>
                    <a:pt x="912" y="462"/>
                  </a:lnTo>
                  <a:lnTo>
                    <a:pt x="912" y="462"/>
                  </a:lnTo>
                  <a:lnTo>
                    <a:pt x="912" y="459"/>
                  </a:lnTo>
                  <a:lnTo>
                    <a:pt x="909" y="459"/>
                  </a:lnTo>
                  <a:lnTo>
                    <a:pt x="909" y="459"/>
                  </a:lnTo>
                  <a:lnTo>
                    <a:pt x="912" y="459"/>
                  </a:lnTo>
                  <a:lnTo>
                    <a:pt x="914" y="459"/>
                  </a:lnTo>
                  <a:lnTo>
                    <a:pt x="914" y="457"/>
                  </a:lnTo>
                  <a:lnTo>
                    <a:pt x="914" y="459"/>
                  </a:lnTo>
                  <a:lnTo>
                    <a:pt x="914" y="459"/>
                  </a:lnTo>
                  <a:lnTo>
                    <a:pt x="914" y="459"/>
                  </a:lnTo>
                  <a:lnTo>
                    <a:pt x="914" y="459"/>
                  </a:lnTo>
                  <a:lnTo>
                    <a:pt x="921" y="469"/>
                  </a:lnTo>
                  <a:lnTo>
                    <a:pt x="923" y="469"/>
                  </a:lnTo>
                  <a:lnTo>
                    <a:pt x="926" y="469"/>
                  </a:lnTo>
                  <a:lnTo>
                    <a:pt x="926" y="466"/>
                  </a:lnTo>
                  <a:lnTo>
                    <a:pt x="928" y="462"/>
                  </a:lnTo>
                  <a:lnTo>
                    <a:pt x="928" y="459"/>
                  </a:lnTo>
                  <a:lnTo>
                    <a:pt x="926" y="457"/>
                  </a:lnTo>
                  <a:lnTo>
                    <a:pt x="926" y="454"/>
                  </a:lnTo>
                  <a:lnTo>
                    <a:pt x="923" y="454"/>
                  </a:lnTo>
                  <a:lnTo>
                    <a:pt x="923" y="452"/>
                  </a:lnTo>
                  <a:lnTo>
                    <a:pt x="923" y="452"/>
                  </a:lnTo>
                  <a:lnTo>
                    <a:pt x="919" y="452"/>
                  </a:lnTo>
                  <a:lnTo>
                    <a:pt x="919" y="454"/>
                  </a:lnTo>
                  <a:lnTo>
                    <a:pt x="919" y="454"/>
                  </a:lnTo>
                  <a:lnTo>
                    <a:pt x="919" y="454"/>
                  </a:lnTo>
                  <a:lnTo>
                    <a:pt x="919" y="454"/>
                  </a:lnTo>
                  <a:lnTo>
                    <a:pt x="916" y="454"/>
                  </a:lnTo>
                  <a:lnTo>
                    <a:pt x="919" y="452"/>
                  </a:lnTo>
                  <a:lnTo>
                    <a:pt x="921" y="452"/>
                  </a:lnTo>
                  <a:lnTo>
                    <a:pt x="921" y="450"/>
                  </a:lnTo>
                  <a:lnTo>
                    <a:pt x="921" y="450"/>
                  </a:lnTo>
                  <a:lnTo>
                    <a:pt x="919" y="445"/>
                  </a:lnTo>
                  <a:lnTo>
                    <a:pt x="919" y="443"/>
                  </a:lnTo>
                  <a:lnTo>
                    <a:pt x="916" y="440"/>
                  </a:lnTo>
                  <a:lnTo>
                    <a:pt x="916" y="438"/>
                  </a:lnTo>
                  <a:lnTo>
                    <a:pt x="916" y="438"/>
                  </a:lnTo>
                  <a:lnTo>
                    <a:pt x="916" y="433"/>
                  </a:lnTo>
                  <a:lnTo>
                    <a:pt x="916" y="431"/>
                  </a:lnTo>
                  <a:lnTo>
                    <a:pt x="916" y="431"/>
                  </a:lnTo>
                  <a:lnTo>
                    <a:pt x="914" y="428"/>
                  </a:lnTo>
                  <a:lnTo>
                    <a:pt x="914" y="428"/>
                  </a:lnTo>
                  <a:lnTo>
                    <a:pt x="914" y="426"/>
                  </a:lnTo>
                  <a:lnTo>
                    <a:pt x="914" y="424"/>
                  </a:lnTo>
                  <a:lnTo>
                    <a:pt x="914" y="424"/>
                  </a:lnTo>
                  <a:lnTo>
                    <a:pt x="919" y="421"/>
                  </a:lnTo>
                  <a:lnTo>
                    <a:pt x="919" y="421"/>
                  </a:lnTo>
                  <a:lnTo>
                    <a:pt x="919" y="421"/>
                  </a:lnTo>
                  <a:lnTo>
                    <a:pt x="919" y="419"/>
                  </a:lnTo>
                  <a:lnTo>
                    <a:pt x="919" y="419"/>
                  </a:lnTo>
                  <a:lnTo>
                    <a:pt x="919" y="417"/>
                  </a:lnTo>
                  <a:lnTo>
                    <a:pt x="921" y="414"/>
                  </a:lnTo>
                  <a:lnTo>
                    <a:pt x="921" y="414"/>
                  </a:lnTo>
                  <a:lnTo>
                    <a:pt x="921" y="417"/>
                  </a:lnTo>
                  <a:lnTo>
                    <a:pt x="921" y="419"/>
                  </a:lnTo>
                  <a:lnTo>
                    <a:pt x="921" y="419"/>
                  </a:lnTo>
                  <a:lnTo>
                    <a:pt x="919" y="421"/>
                  </a:lnTo>
                  <a:lnTo>
                    <a:pt x="921" y="421"/>
                  </a:lnTo>
                  <a:lnTo>
                    <a:pt x="921" y="421"/>
                  </a:lnTo>
                  <a:lnTo>
                    <a:pt x="921" y="421"/>
                  </a:lnTo>
                  <a:lnTo>
                    <a:pt x="921" y="421"/>
                  </a:lnTo>
                  <a:lnTo>
                    <a:pt x="919" y="424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8"/>
                  </a:lnTo>
                  <a:lnTo>
                    <a:pt x="921" y="431"/>
                  </a:lnTo>
                  <a:lnTo>
                    <a:pt x="921" y="436"/>
                  </a:lnTo>
                  <a:lnTo>
                    <a:pt x="921" y="438"/>
                  </a:lnTo>
                  <a:lnTo>
                    <a:pt x="921" y="440"/>
                  </a:lnTo>
                  <a:lnTo>
                    <a:pt x="921" y="440"/>
                  </a:lnTo>
                  <a:lnTo>
                    <a:pt x="923" y="447"/>
                  </a:lnTo>
                  <a:lnTo>
                    <a:pt x="926" y="447"/>
                  </a:lnTo>
                  <a:lnTo>
                    <a:pt x="926" y="450"/>
                  </a:lnTo>
                  <a:lnTo>
                    <a:pt x="930" y="452"/>
                  </a:lnTo>
                  <a:lnTo>
                    <a:pt x="930" y="452"/>
                  </a:lnTo>
                  <a:lnTo>
                    <a:pt x="930" y="452"/>
                  </a:lnTo>
                  <a:lnTo>
                    <a:pt x="933" y="450"/>
                  </a:lnTo>
                  <a:lnTo>
                    <a:pt x="933" y="450"/>
                  </a:lnTo>
                  <a:lnTo>
                    <a:pt x="933" y="450"/>
                  </a:lnTo>
                  <a:lnTo>
                    <a:pt x="933" y="450"/>
                  </a:lnTo>
                  <a:lnTo>
                    <a:pt x="933" y="447"/>
                  </a:lnTo>
                  <a:lnTo>
                    <a:pt x="930" y="447"/>
                  </a:lnTo>
                  <a:lnTo>
                    <a:pt x="933" y="445"/>
                  </a:lnTo>
                  <a:lnTo>
                    <a:pt x="933" y="443"/>
                  </a:lnTo>
                  <a:lnTo>
                    <a:pt x="933" y="438"/>
                  </a:lnTo>
                  <a:lnTo>
                    <a:pt x="933" y="438"/>
                  </a:lnTo>
                  <a:lnTo>
                    <a:pt x="935" y="436"/>
                  </a:lnTo>
                  <a:lnTo>
                    <a:pt x="938" y="431"/>
                  </a:lnTo>
                  <a:lnTo>
                    <a:pt x="938" y="426"/>
                  </a:lnTo>
                  <a:lnTo>
                    <a:pt x="938" y="426"/>
                  </a:lnTo>
                  <a:lnTo>
                    <a:pt x="938" y="426"/>
                  </a:lnTo>
                  <a:lnTo>
                    <a:pt x="935" y="424"/>
                  </a:lnTo>
                  <a:lnTo>
                    <a:pt x="935" y="424"/>
                  </a:lnTo>
                  <a:lnTo>
                    <a:pt x="935" y="424"/>
                  </a:lnTo>
                  <a:lnTo>
                    <a:pt x="935" y="424"/>
                  </a:lnTo>
                  <a:lnTo>
                    <a:pt x="935" y="421"/>
                  </a:lnTo>
                  <a:lnTo>
                    <a:pt x="935" y="419"/>
                  </a:lnTo>
                  <a:lnTo>
                    <a:pt x="935" y="417"/>
                  </a:lnTo>
                  <a:lnTo>
                    <a:pt x="935" y="417"/>
                  </a:lnTo>
                  <a:lnTo>
                    <a:pt x="935" y="417"/>
                  </a:lnTo>
                  <a:lnTo>
                    <a:pt x="935" y="414"/>
                  </a:lnTo>
                  <a:lnTo>
                    <a:pt x="935" y="414"/>
                  </a:lnTo>
                  <a:lnTo>
                    <a:pt x="935" y="414"/>
                  </a:lnTo>
                  <a:lnTo>
                    <a:pt x="935" y="414"/>
                  </a:lnTo>
                  <a:lnTo>
                    <a:pt x="935" y="417"/>
                  </a:lnTo>
                  <a:lnTo>
                    <a:pt x="935" y="419"/>
                  </a:lnTo>
                  <a:lnTo>
                    <a:pt x="940" y="421"/>
                  </a:lnTo>
                  <a:lnTo>
                    <a:pt x="940" y="421"/>
                  </a:lnTo>
                  <a:lnTo>
                    <a:pt x="940" y="424"/>
                  </a:lnTo>
                  <a:lnTo>
                    <a:pt x="942" y="421"/>
                  </a:lnTo>
                  <a:lnTo>
                    <a:pt x="942" y="421"/>
                  </a:lnTo>
                  <a:lnTo>
                    <a:pt x="942" y="419"/>
                  </a:lnTo>
                  <a:lnTo>
                    <a:pt x="942" y="419"/>
                  </a:lnTo>
                  <a:lnTo>
                    <a:pt x="942" y="419"/>
                  </a:lnTo>
                  <a:lnTo>
                    <a:pt x="942" y="417"/>
                  </a:lnTo>
                  <a:lnTo>
                    <a:pt x="942" y="414"/>
                  </a:lnTo>
                  <a:lnTo>
                    <a:pt x="942" y="414"/>
                  </a:lnTo>
                  <a:lnTo>
                    <a:pt x="942" y="412"/>
                  </a:lnTo>
                  <a:lnTo>
                    <a:pt x="954" y="402"/>
                  </a:lnTo>
                  <a:lnTo>
                    <a:pt x="956" y="402"/>
                  </a:lnTo>
                  <a:lnTo>
                    <a:pt x="956" y="400"/>
                  </a:lnTo>
                  <a:lnTo>
                    <a:pt x="959" y="400"/>
                  </a:lnTo>
                  <a:lnTo>
                    <a:pt x="959" y="398"/>
                  </a:lnTo>
                  <a:lnTo>
                    <a:pt x="961" y="398"/>
                  </a:lnTo>
                  <a:lnTo>
                    <a:pt x="961" y="398"/>
                  </a:lnTo>
                  <a:lnTo>
                    <a:pt x="961" y="395"/>
                  </a:lnTo>
                  <a:lnTo>
                    <a:pt x="961" y="393"/>
                  </a:lnTo>
                  <a:lnTo>
                    <a:pt x="966" y="391"/>
                  </a:lnTo>
                  <a:lnTo>
                    <a:pt x="966" y="391"/>
                  </a:lnTo>
                  <a:lnTo>
                    <a:pt x="964" y="388"/>
                  </a:lnTo>
                  <a:lnTo>
                    <a:pt x="964" y="386"/>
                  </a:lnTo>
                  <a:lnTo>
                    <a:pt x="961" y="386"/>
                  </a:lnTo>
                  <a:lnTo>
                    <a:pt x="961" y="383"/>
                  </a:lnTo>
                  <a:lnTo>
                    <a:pt x="959" y="381"/>
                  </a:lnTo>
                  <a:lnTo>
                    <a:pt x="956" y="381"/>
                  </a:lnTo>
                  <a:lnTo>
                    <a:pt x="956" y="379"/>
                  </a:lnTo>
                  <a:lnTo>
                    <a:pt x="954" y="379"/>
                  </a:lnTo>
                  <a:lnTo>
                    <a:pt x="954" y="376"/>
                  </a:lnTo>
                  <a:lnTo>
                    <a:pt x="952" y="376"/>
                  </a:lnTo>
                  <a:lnTo>
                    <a:pt x="952" y="376"/>
                  </a:lnTo>
                  <a:lnTo>
                    <a:pt x="952" y="374"/>
                  </a:lnTo>
                  <a:lnTo>
                    <a:pt x="952" y="372"/>
                  </a:lnTo>
                  <a:lnTo>
                    <a:pt x="949" y="369"/>
                  </a:lnTo>
                  <a:lnTo>
                    <a:pt x="949" y="369"/>
                  </a:lnTo>
                  <a:lnTo>
                    <a:pt x="949" y="369"/>
                  </a:lnTo>
                  <a:lnTo>
                    <a:pt x="947" y="367"/>
                  </a:lnTo>
                  <a:lnTo>
                    <a:pt x="947" y="367"/>
                  </a:lnTo>
                  <a:lnTo>
                    <a:pt x="947" y="367"/>
                  </a:lnTo>
                  <a:lnTo>
                    <a:pt x="945" y="365"/>
                  </a:lnTo>
                  <a:lnTo>
                    <a:pt x="945" y="365"/>
                  </a:lnTo>
                  <a:lnTo>
                    <a:pt x="942" y="365"/>
                  </a:lnTo>
                  <a:lnTo>
                    <a:pt x="942" y="367"/>
                  </a:lnTo>
                  <a:lnTo>
                    <a:pt x="942" y="372"/>
                  </a:lnTo>
                  <a:lnTo>
                    <a:pt x="942" y="374"/>
                  </a:lnTo>
                  <a:lnTo>
                    <a:pt x="942" y="374"/>
                  </a:lnTo>
                  <a:lnTo>
                    <a:pt x="942" y="374"/>
                  </a:lnTo>
                  <a:lnTo>
                    <a:pt x="942" y="376"/>
                  </a:lnTo>
                  <a:lnTo>
                    <a:pt x="942" y="379"/>
                  </a:lnTo>
                  <a:lnTo>
                    <a:pt x="942" y="379"/>
                  </a:lnTo>
                  <a:lnTo>
                    <a:pt x="942" y="381"/>
                  </a:lnTo>
                  <a:lnTo>
                    <a:pt x="940" y="379"/>
                  </a:lnTo>
                  <a:lnTo>
                    <a:pt x="940" y="379"/>
                  </a:lnTo>
                  <a:lnTo>
                    <a:pt x="940" y="376"/>
                  </a:lnTo>
                  <a:lnTo>
                    <a:pt x="942" y="376"/>
                  </a:lnTo>
                  <a:lnTo>
                    <a:pt x="942" y="376"/>
                  </a:lnTo>
                  <a:lnTo>
                    <a:pt x="942" y="376"/>
                  </a:lnTo>
                  <a:lnTo>
                    <a:pt x="942" y="376"/>
                  </a:lnTo>
                  <a:lnTo>
                    <a:pt x="940" y="376"/>
                  </a:lnTo>
                  <a:lnTo>
                    <a:pt x="940" y="376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38" y="372"/>
                  </a:lnTo>
                  <a:lnTo>
                    <a:pt x="940" y="372"/>
                  </a:lnTo>
                  <a:lnTo>
                    <a:pt x="940" y="372"/>
                  </a:lnTo>
                  <a:lnTo>
                    <a:pt x="940" y="372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38" y="367"/>
                  </a:lnTo>
                  <a:lnTo>
                    <a:pt x="938" y="367"/>
                  </a:lnTo>
                  <a:lnTo>
                    <a:pt x="935" y="365"/>
                  </a:lnTo>
                  <a:lnTo>
                    <a:pt x="933" y="362"/>
                  </a:lnTo>
                  <a:lnTo>
                    <a:pt x="928" y="365"/>
                  </a:lnTo>
                  <a:lnTo>
                    <a:pt x="926" y="365"/>
                  </a:lnTo>
                  <a:lnTo>
                    <a:pt x="926" y="367"/>
                  </a:lnTo>
                  <a:lnTo>
                    <a:pt x="928" y="369"/>
                  </a:lnTo>
                  <a:lnTo>
                    <a:pt x="928" y="369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6" y="374"/>
                  </a:lnTo>
                  <a:lnTo>
                    <a:pt x="926" y="374"/>
                  </a:lnTo>
                  <a:lnTo>
                    <a:pt x="926" y="372"/>
                  </a:lnTo>
                  <a:lnTo>
                    <a:pt x="926" y="369"/>
                  </a:lnTo>
                  <a:lnTo>
                    <a:pt x="926" y="369"/>
                  </a:lnTo>
                  <a:lnTo>
                    <a:pt x="923" y="369"/>
                  </a:lnTo>
                  <a:lnTo>
                    <a:pt x="921" y="372"/>
                  </a:lnTo>
                  <a:lnTo>
                    <a:pt x="921" y="372"/>
                  </a:lnTo>
                  <a:lnTo>
                    <a:pt x="921" y="372"/>
                  </a:lnTo>
                  <a:lnTo>
                    <a:pt x="921" y="374"/>
                  </a:lnTo>
                  <a:lnTo>
                    <a:pt x="921" y="376"/>
                  </a:lnTo>
                  <a:lnTo>
                    <a:pt x="921" y="379"/>
                  </a:lnTo>
                  <a:lnTo>
                    <a:pt x="919" y="379"/>
                  </a:lnTo>
                  <a:lnTo>
                    <a:pt x="919" y="379"/>
                  </a:lnTo>
                  <a:lnTo>
                    <a:pt x="916" y="376"/>
                  </a:lnTo>
                  <a:lnTo>
                    <a:pt x="916" y="376"/>
                  </a:lnTo>
                  <a:lnTo>
                    <a:pt x="916" y="374"/>
                  </a:lnTo>
                  <a:lnTo>
                    <a:pt x="916" y="374"/>
                  </a:lnTo>
                  <a:lnTo>
                    <a:pt x="916" y="374"/>
                  </a:lnTo>
                  <a:lnTo>
                    <a:pt x="916" y="372"/>
                  </a:lnTo>
                  <a:lnTo>
                    <a:pt x="919" y="367"/>
                  </a:lnTo>
                  <a:lnTo>
                    <a:pt x="919" y="367"/>
                  </a:lnTo>
                  <a:lnTo>
                    <a:pt x="919" y="365"/>
                  </a:lnTo>
                  <a:lnTo>
                    <a:pt x="919" y="365"/>
                  </a:lnTo>
                  <a:lnTo>
                    <a:pt x="919" y="365"/>
                  </a:lnTo>
                  <a:lnTo>
                    <a:pt x="919" y="365"/>
                  </a:lnTo>
                  <a:lnTo>
                    <a:pt x="919" y="360"/>
                  </a:lnTo>
                  <a:lnTo>
                    <a:pt x="919" y="357"/>
                  </a:lnTo>
                  <a:lnTo>
                    <a:pt x="919" y="355"/>
                  </a:lnTo>
                  <a:lnTo>
                    <a:pt x="919" y="355"/>
                  </a:lnTo>
                  <a:lnTo>
                    <a:pt x="919" y="353"/>
                  </a:lnTo>
                  <a:lnTo>
                    <a:pt x="919" y="350"/>
                  </a:lnTo>
                  <a:lnTo>
                    <a:pt x="919" y="346"/>
                  </a:lnTo>
                  <a:lnTo>
                    <a:pt x="916" y="343"/>
                  </a:lnTo>
                  <a:lnTo>
                    <a:pt x="916" y="343"/>
                  </a:lnTo>
                  <a:lnTo>
                    <a:pt x="916" y="343"/>
                  </a:lnTo>
                  <a:lnTo>
                    <a:pt x="912" y="350"/>
                  </a:lnTo>
                  <a:lnTo>
                    <a:pt x="912" y="350"/>
                  </a:lnTo>
                  <a:lnTo>
                    <a:pt x="909" y="350"/>
                  </a:lnTo>
                  <a:lnTo>
                    <a:pt x="909" y="350"/>
                  </a:lnTo>
                  <a:lnTo>
                    <a:pt x="909" y="348"/>
                  </a:lnTo>
                  <a:lnTo>
                    <a:pt x="912" y="348"/>
                  </a:lnTo>
                  <a:lnTo>
                    <a:pt x="912" y="346"/>
                  </a:lnTo>
                  <a:lnTo>
                    <a:pt x="912" y="343"/>
                  </a:lnTo>
                  <a:lnTo>
                    <a:pt x="914" y="343"/>
                  </a:lnTo>
                  <a:lnTo>
                    <a:pt x="914" y="343"/>
                  </a:lnTo>
                  <a:lnTo>
                    <a:pt x="914" y="341"/>
                  </a:lnTo>
                  <a:lnTo>
                    <a:pt x="916" y="341"/>
                  </a:lnTo>
                  <a:lnTo>
                    <a:pt x="916" y="338"/>
                  </a:lnTo>
                  <a:lnTo>
                    <a:pt x="914" y="338"/>
                  </a:lnTo>
                  <a:lnTo>
                    <a:pt x="914" y="336"/>
                  </a:lnTo>
                  <a:lnTo>
                    <a:pt x="912" y="336"/>
                  </a:lnTo>
                  <a:lnTo>
                    <a:pt x="912" y="334"/>
                  </a:lnTo>
                  <a:lnTo>
                    <a:pt x="912" y="334"/>
                  </a:lnTo>
                  <a:lnTo>
                    <a:pt x="909" y="331"/>
                  </a:lnTo>
                  <a:lnTo>
                    <a:pt x="902" y="331"/>
                  </a:lnTo>
                  <a:lnTo>
                    <a:pt x="900" y="334"/>
                  </a:lnTo>
                  <a:lnTo>
                    <a:pt x="900" y="334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29"/>
                  </a:lnTo>
                  <a:lnTo>
                    <a:pt x="897" y="329"/>
                  </a:lnTo>
                  <a:lnTo>
                    <a:pt x="897" y="329"/>
                  </a:lnTo>
                  <a:lnTo>
                    <a:pt x="895" y="329"/>
                  </a:lnTo>
                  <a:lnTo>
                    <a:pt x="895" y="329"/>
                  </a:lnTo>
                  <a:lnTo>
                    <a:pt x="895" y="327"/>
                  </a:lnTo>
                  <a:lnTo>
                    <a:pt x="900" y="324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0"/>
                  </a:lnTo>
                  <a:lnTo>
                    <a:pt x="902" y="320"/>
                  </a:lnTo>
                  <a:lnTo>
                    <a:pt x="902" y="317"/>
                  </a:lnTo>
                  <a:lnTo>
                    <a:pt x="900" y="317"/>
                  </a:lnTo>
                  <a:lnTo>
                    <a:pt x="900" y="317"/>
                  </a:lnTo>
                  <a:lnTo>
                    <a:pt x="900" y="315"/>
                  </a:lnTo>
                  <a:lnTo>
                    <a:pt x="900" y="312"/>
                  </a:lnTo>
                  <a:lnTo>
                    <a:pt x="897" y="310"/>
                  </a:lnTo>
                  <a:lnTo>
                    <a:pt x="897" y="308"/>
                  </a:lnTo>
                  <a:lnTo>
                    <a:pt x="897" y="305"/>
                  </a:lnTo>
                  <a:lnTo>
                    <a:pt x="895" y="303"/>
                  </a:lnTo>
                  <a:lnTo>
                    <a:pt x="895" y="303"/>
                  </a:lnTo>
                  <a:lnTo>
                    <a:pt x="883" y="303"/>
                  </a:lnTo>
                  <a:lnTo>
                    <a:pt x="883" y="303"/>
                  </a:lnTo>
                  <a:lnTo>
                    <a:pt x="883" y="303"/>
                  </a:lnTo>
                  <a:lnTo>
                    <a:pt x="881" y="305"/>
                  </a:lnTo>
                  <a:lnTo>
                    <a:pt x="881" y="308"/>
                  </a:lnTo>
                  <a:lnTo>
                    <a:pt x="881" y="308"/>
                  </a:lnTo>
                  <a:lnTo>
                    <a:pt x="881" y="310"/>
                  </a:lnTo>
                  <a:lnTo>
                    <a:pt x="883" y="312"/>
                  </a:lnTo>
                  <a:lnTo>
                    <a:pt x="883" y="312"/>
                  </a:lnTo>
                  <a:lnTo>
                    <a:pt x="881" y="315"/>
                  </a:lnTo>
                  <a:lnTo>
                    <a:pt x="883" y="317"/>
                  </a:lnTo>
                  <a:lnTo>
                    <a:pt x="883" y="317"/>
                  </a:lnTo>
                  <a:lnTo>
                    <a:pt x="883" y="317"/>
                  </a:lnTo>
                  <a:lnTo>
                    <a:pt x="883" y="320"/>
                  </a:lnTo>
                  <a:lnTo>
                    <a:pt x="883" y="320"/>
                  </a:lnTo>
                  <a:lnTo>
                    <a:pt x="885" y="320"/>
                  </a:lnTo>
                  <a:lnTo>
                    <a:pt x="885" y="322"/>
                  </a:lnTo>
                  <a:lnTo>
                    <a:pt x="890" y="322"/>
                  </a:lnTo>
                  <a:lnTo>
                    <a:pt x="890" y="324"/>
                  </a:lnTo>
                  <a:lnTo>
                    <a:pt x="890" y="324"/>
                  </a:lnTo>
                  <a:lnTo>
                    <a:pt x="890" y="324"/>
                  </a:lnTo>
                  <a:lnTo>
                    <a:pt x="890" y="324"/>
                  </a:lnTo>
                  <a:lnTo>
                    <a:pt x="888" y="324"/>
                  </a:lnTo>
                  <a:lnTo>
                    <a:pt x="888" y="324"/>
                  </a:lnTo>
                  <a:lnTo>
                    <a:pt x="888" y="324"/>
                  </a:lnTo>
                  <a:lnTo>
                    <a:pt x="890" y="327"/>
                  </a:lnTo>
                  <a:lnTo>
                    <a:pt x="893" y="329"/>
                  </a:lnTo>
                  <a:lnTo>
                    <a:pt x="895" y="329"/>
                  </a:lnTo>
                  <a:lnTo>
                    <a:pt x="895" y="331"/>
                  </a:lnTo>
                  <a:lnTo>
                    <a:pt x="893" y="329"/>
                  </a:lnTo>
                  <a:lnTo>
                    <a:pt x="893" y="329"/>
                  </a:lnTo>
                  <a:lnTo>
                    <a:pt x="890" y="327"/>
                  </a:lnTo>
                  <a:lnTo>
                    <a:pt x="888" y="327"/>
                  </a:lnTo>
                  <a:lnTo>
                    <a:pt x="888" y="329"/>
                  </a:lnTo>
                  <a:lnTo>
                    <a:pt x="890" y="329"/>
                  </a:lnTo>
                  <a:lnTo>
                    <a:pt x="890" y="331"/>
                  </a:lnTo>
                  <a:lnTo>
                    <a:pt x="888" y="331"/>
                  </a:lnTo>
                  <a:lnTo>
                    <a:pt x="888" y="331"/>
                  </a:lnTo>
                  <a:lnTo>
                    <a:pt x="888" y="331"/>
                  </a:lnTo>
                  <a:lnTo>
                    <a:pt x="885" y="329"/>
                  </a:lnTo>
                  <a:lnTo>
                    <a:pt x="878" y="324"/>
                  </a:lnTo>
                  <a:lnTo>
                    <a:pt x="876" y="322"/>
                  </a:lnTo>
                  <a:lnTo>
                    <a:pt x="874" y="320"/>
                  </a:lnTo>
                  <a:lnTo>
                    <a:pt x="874" y="317"/>
                  </a:lnTo>
                  <a:lnTo>
                    <a:pt x="874" y="317"/>
                  </a:lnTo>
                  <a:lnTo>
                    <a:pt x="874" y="315"/>
                  </a:lnTo>
                  <a:lnTo>
                    <a:pt x="874" y="312"/>
                  </a:lnTo>
                  <a:lnTo>
                    <a:pt x="874" y="312"/>
                  </a:lnTo>
                  <a:lnTo>
                    <a:pt x="874" y="310"/>
                  </a:lnTo>
                  <a:lnTo>
                    <a:pt x="874" y="310"/>
                  </a:lnTo>
                  <a:lnTo>
                    <a:pt x="874" y="308"/>
                  </a:lnTo>
                  <a:lnTo>
                    <a:pt x="874" y="308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1" y="305"/>
                  </a:lnTo>
                  <a:lnTo>
                    <a:pt x="874" y="303"/>
                  </a:lnTo>
                  <a:lnTo>
                    <a:pt x="874" y="303"/>
                  </a:lnTo>
                  <a:lnTo>
                    <a:pt x="874" y="301"/>
                  </a:lnTo>
                  <a:lnTo>
                    <a:pt x="869" y="296"/>
                  </a:lnTo>
                  <a:lnTo>
                    <a:pt x="864" y="296"/>
                  </a:lnTo>
                  <a:lnTo>
                    <a:pt x="864" y="298"/>
                  </a:lnTo>
                  <a:lnTo>
                    <a:pt x="864" y="298"/>
                  </a:lnTo>
                  <a:lnTo>
                    <a:pt x="862" y="298"/>
                  </a:lnTo>
                  <a:lnTo>
                    <a:pt x="859" y="298"/>
                  </a:lnTo>
                  <a:lnTo>
                    <a:pt x="862" y="298"/>
                  </a:lnTo>
                  <a:lnTo>
                    <a:pt x="862" y="303"/>
                  </a:lnTo>
                  <a:lnTo>
                    <a:pt x="862" y="303"/>
                  </a:lnTo>
                  <a:lnTo>
                    <a:pt x="862" y="303"/>
                  </a:lnTo>
                  <a:lnTo>
                    <a:pt x="859" y="301"/>
                  </a:lnTo>
                  <a:lnTo>
                    <a:pt x="859" y="301"/>
                  </a:lnTo>
                  <a:lnTo>
                    <a:pt x="859" y="301"/>
                  </a:lnTo>
                  <a:lnTo>
                    <a:pt x="857" y="298"/>
                  </a:lnTo>
                  <a:lnTo>
                    <a:pt x="850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5" y="296"/>
                  </a:lnTo>
                  <a:lnTo>
                    <a:pt x="845" y="296"/>
                  </a:lnTo>
                  <a:lnTo>
                    <a:pt x="845" y="293"/>
                  </a:lnTo>
                  <a:lnTo>
                    <a:pt x="848" y="291"/>
                  </a:lnTo>
                  <a:lnTo>
                    <a:pt x="848" y="289"/>
                  </a:lnTo>
                  <a:lnTo>
                    <a:pt x="848" y="289"/>
                  </a:lnTo>
                  <a:lnTo>
                    <a:pt x="845" y="289"/>
                  </a:lnTo>
                  <a:lnTo>
                    <a:pt x="845" y="286"/>
                  </a:lnTo>
                  <a:lnTo>
                    <a:pt x="838" y="282"/>
                  </a:lnTo>
                  <a:lnTo>
                    <a:pt x="838" y="282"/>
                  </a:lnTo>
                  <a:lnTo>
                    <a:pt x="836" y="279"/>
                  </a:lnTo>
                  <a:lnTo>
                    <a:pt x="836" y="277"/>
                  </a:lnTo>
                  <a:lnTo>
                    <a:pt x="836" y="277"/>
                  </a:lnTo>
                  <a:lnTo>
                    <a:pt x="836" y="277"/>
                  </a:lnTo>
                  <a:lnTo>
                    <a:pt x="836" y="277"/>
                  </a:lnTo>
                  <a:lnTo>
                    <a:pt x="836" y="275"/>
                  </a:lnTo>
                  <a:lnTo>
                    <a:pt x="833" y="275"/>
                  </a:lnTo>
                  <a:lnTo>
                    <a:pt x="833" y="275"/>
                  </a:lnTo>
                  <a:lnTo>
                    <a:pt x="833" y="272"/>
                  </a:lnTo>
                  <a:lnTo>
                    <a:pt x="831" y="270"/>
                  </a:lnTo>
                  <a:lnTo>
                    <a:pt x="831" y="270"/>
                  </a:lnTo>
                  <a:lnTo>
                    <a:pt x="829" y="267"/>
                  </a:lnTo>
                  <a:lnTo>
                    <a:pt x="829" y="267"/>
                  </a:lnTo>
                  <a:lnTo>
                    <a:pt x="829" y="265"/>
                  </a:lnTo>
                  <a:lnTo>
                    <a:pt x="829" y="265"/>
                  </a:lnTo>
                  <a:lnTo>
                    <a:pt x="829" y="265"/>
                  </a:lnTo>
                  <a:lnTo>
                    <a:pt x="829" y="263"/>
                  </a:lnTo>
                  <a:lnTo>
                    <a:pt x="824" y="258"/>
                  </a:lnTo>
                  <a:lnTo>
                    <a:pt x="822" y="256"/>
                  </a:lnTo>
                  <a:lnTo>
                    <a:pt x="822" y="256"/>
                  </a:lnTo>
                  <a:lnTo>
                    <a:pt x="822" y="256"/>
                  </a:lnTo>
                  <a:lnTo>
                    <a:pt x="824" y="253"/>
                  </a:lnTo>
                  <a:lnTo>
                    <a:pt x="822" y="253"/>
                  </a:lnTo>
                  <a:lnTo>
                    <a:pt x="822" y="253"/>
                  </a:lnTo>
                  <a:lnTo>
                    <a:pt x="822" y="251"/>
                  </a:lnTo>
                  <a:lnTo>
                    <a:pt x="822" y="251"/>
                  </a:lnTo>
                  <a:lnTo>
                    <a:pt x="822" y="249"/>
                  </a:lnTo>
                  <a:lnTo>
                    <a:pt x="822" y="249"/>
                  </a:lnTo>
                  <a:lnTo>
                    <a:pt x="822" y="249"/>
                  </a:lnTo>
                  <a:lnTo>
                    <a:pt x="815" y="241"/>
                  </a:lnTo>
                  <a:lnTo>
                    <a:pt x="812" y="241"/>
                  </a:lnTo>
                  <a:lnTo>
                    <a:pt x="810" y="239"/>
                  </a:lnTo>
                  <a:lnTo>
                    <a:pt x="807" y="237"/>
                  </a:lnTo>
                  <a:lnTo>
                    <a:pt x="805" y="237"/>
                  </a:lnTo>
                  <a:lnTo>
                    <a:pt x="800" y="234"/>
                  </a:lnTo>
                  <a:lnTo>
                    <a:pt x="798" y="232"/>
                  </a:lnTo>
                  <a:lnTo>
                    <a:pt x="793" y="232"/>
                  </a:lnTo>
                  <a:lnTo>
                    <a:pt x="793" y="232"/>
                  </a:lnTo>
                  <a:lnTo>
                    <a:pt x="793" y="232"/>
                  </a:lnTo>
                  <a:lnTo>
                    <a:pt x="793" y="234"/>
                  </a:lnTo>
                  <a:lnTo>
                    <a:pt x="796" y="234"/>
                  </a:lnTo>
                  <a:lnTo>
                    <a:pt x="796" y="234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9"/>
                  </a:lnTo>
                  <a:lnTo>
                    <a:pt x="796" y="239"/>
                  </a:lnTo>
                  <a:lnTo>
                    <a:pt x="796" y="239"/>
                  </a:lnTo>
                  <a:lnTo>
                    <a:pt x="793" y="237"/>
                  </a:lnTo>
                  <a:lnTo>
                    <a:pt x="793" y="237"/>
                  </a:lnTo>
                  <a:lnTo>
                    <a:pt x="788" y="234"/>
                  </a:lnTo>
                  <a:lnTo>
                    <a:pt x="786" y="234"/>
                  </a:lnTo>
                  <a:lnTo>
                    <a:pt x="784" y="234"/>
                  </a:lnTo>
                  <a:lnTo>
                    <a:pt x="784" y="237"/>
                  </a:lnTo>
                  <a:lnTo>
                    <a:pt x="784" y="237"/>
                  </a:lnTo>
                  <a:lnTo>
                    <a:pt x="784" y="237"/>
                  </a:lnTo>
                  <a:lnTo>
                    <a:pt x="784" y="237"/>
                  </a:lnTo>
                  <a:lnTo>
                    <a:pt x="784" y="239"/>
                  </a:lnTo>
                  <a:lnTo>
                    <a:pt x="784" y="241"/>
                  </a:lnTo>
                  <a:lnTo>
                    <a:pt x="784" y="241"/>
                  </a:lnTo>
                  <a:lnTo>
                    <a:pt x="784" y="244"/>
                  </a:lnTo>
                  <a:lnTo>
                    <a:pt x="784" y="244"/>
                  </a:lnTo>
                  <a:lnTo>
                    <a:pt x="786" y="246"/>
                  </a:lnTo>
                  <a:lnTo>
                    <a:pt x="791" y="246"/>
                  </a:lnTo>
                  <a:lnTo>
                    <a:pt x="793" y="249"/>
                  </a:lnTo>
                  <a:lnTo>
                    <a:pt x="796" y="246"/>
                  </a:lnTo>
                  <a:lnTo>
                    <a:pt x="800" y="246"/>
                  </a:lnTo>
                  <a:lnTo>
                    <a:pt x="800" y="246"/>
                  </a:lnTo>
                  <a:lnTo>
                    <a:pt x="800" y="246"/>
                  </a:lnTo>
                  <a:lnTo>
                    <a:pt x="800" y="249"/>
                  </a:lnTo>
                  <a:lnTo>
                    <a:pt x="803" y="249"/>
                  </a:lnTo>
                  <a:lnTo>
                    <a:pt x="803" y="249"/>
                  </a:lnTo>
                  <a:lnTo>
                    <a:pt x="803" y="251"/>
                  </a:lnTo>
                  <a:lnTo>
                    <a:pt x="803" y="251"/>
                  </a:lnTo>
                  <a:lnTo>
                    <a:pt x="803" y="251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0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3" y="256"/>
                  </a:lnTo>
                  <a:lnTo>
                    <a:pt x="788" y="258"/>
                  </a:lnTo>
                  <a:lnTo>
                    <a:pt x="786" y="256"/>
                  </a:lnTo>
                  <a:lnTo>
                    <a:pt x="786" y="256"/>
                  </a:lnTo>
                  <a:lnTo>
                    <a:pt x="786" y="258"/>
                  </a:lnTo>
                  <a:lnTo>
                    <a:pt x="786" y="258"/>
                  </a:lnTo>
                  <a:lnTo>
                    <a:pt x="786" y="258"/>
                  </a:lnTo>
                  <a:lnTo>
                    <a:pt x="786" y="258"/>
                  </a:lnTo>
                  <a:lnTo>
                    <a:pt x="788" y="260"/>
                  </a:lnTo>
                  <a:lnTo>
                    <a:pt x="788" y="260"/>
                  </a:lnTo>
                  <a:lnTo>
                    <a:pt x="788" y="260"/>
                  </a:lnTo>
                  <a:lnTo>
                    <a:pt x="791" y="260"/>
                  </a:lnTo>
                  <a:lnTo>
                    <a:pt x="793" y="263"/>
                  </a:lnTo>
                  <a:lnTo>
                    <a:pt x="791" y="260"/>
                  </a:lnTo>
                  <a:lnTo>
                    <a:pt x="791" y="263"/>
                  </a:lnTo>
                  <a:lnTo>
                    <a:pt x="793" y="263"/>
                  </a:lnTo>
                  <a:lnTo>
                    <a:pt x="793" y="263"/>
                  </a:lnTo>
                  <a:lnTo>
                    <a:pt x="788" y="263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6" y="265"/>
                  </a:lnTo>
                  <a:lnTo>
                    <a:pt x="786" y="265"/>
                  </a:lnTo>
                  <a:lnTo>
                    <a:pt x="786" y="265"/>
                  </a:lnTo>
                  <a:lnTo>
                    <a:pt x="786" y="267"/>
                  </a:lnTo>
                  <a:lnTo>
                    <a:pt x="786" y="267"/>
                  </a:lnTo>
                  <a:lnTo>
                    <a:pt x="786" y="267"/>
                  </a:lnTo>
                  <a:lnTo>
                    <a:pt x="786" y="270"/>
                  </a:lnTo>
                  <a:lnTo>
                    <a:pt x="784" y="267"/>
                  </a:lnTo>
                  <a:lnTo>
                    <a:pt x="784" y="267"/>
                  </a:lnTo>
                  <a:lnTo>
                    <a:pt x="784" y="267"/>
                  </a:lnTo>
                  <a:lnTo>
                    <a:pt x="784" y="265"/>
                  </a:lnTo>
                  <a:lnTo>
                    <a:pt x="784" y="265"/>
                  </a:lnTo>
                  <a:lnTo>
                    <a:pt x="784" y="265"/>
                  </a:lnTo>
                  <a:lnTo>
                    <a:pt x="784" y="265"/>
                  </a:lnTo>
                  <a:lnTo>
                    <a:pt x="784" y="263"/>
                  </a:lnTo>
                  <a:lnTo>
                    <a:pt x="784" y="263"/>
                  </a:lnTo>
                  <a:lnTo>
                    <a:pt x="779" y="260"/>
                  </a:lnTo>
                  <a:lnTo>
                    <a:pt x="777" y="260"/>
                  </a:lnTo>
                  <a:lnTo>
                    <a:pt x="777" y="263"/>
                  </a:lnTo>
                  <a:lnTo>
                    <a:pt x="774" y="265"/>
                  </a:lnTo>
                  <a:lnTo>
                    <a:pt x="772" y="265"/>
                  </a:lnTo>
                  <a:lnTo>
                    <a:pt x="772" y="270"/>
                  </a:lnTo>
                  <a:lnTo>
                    <a:pt x="772" y="272"/>
                  </a:lnTo>
                  <a:lnTo>
                    <a:pt x="770" y="275"/>
                  </a:lnTo>
                  <a:lnTo>
                    <a:pt x="772" y="277"/>
                  </a:lnTo>
                  <a:lnTo>
                    <a:pt x="774" y="277"/>
                  </a:lnTo>
                  <a:lnTo>
                    <a:pt x="774" y="277"/>
                  </a:lnTo>
                  <a:lnTo>
                    <a:pt x="770" y="279"/>
                  </a:lnTo>
                  <a:lnTo>
                    <a:pt x="770" y="282"/>
                  </a:lnTo>
                  <a:lnTo>
                    <a:pt x="770" y="282"/>
                  </a:lnTo>
                  <a:lnTo>
                    <a:pt x="770" y="282"/>
                  </a:lnTo>
                  <a:lnTo>
                    <a:pt x="770" y="284"/>
                  </a:lnTo>
                  <a:lnTo>
                    <a:pt x="777" y="284"/>
                  </a:lnTo>
                  <a:lnTo>
                    <a:pt x="779" y="282"/>
                  </a:lnTo>
                  <a:lnTo>
                    <a:pt x="779" y="282"/>
                  </a:lnTo>
                  <a:lnTo>
                    <a:pt x="781" y="282"/>
                  </a:lnTo>
                  <a:lnTo>
                    <a:pt x="779" y="284"/>
                  </a:lnTo>
                  <a:lnTo>
                    <a:pt x="777" y="286"/>
                  </a:lnTo>
                  <a:lnTo>
                    <a:pt x="779" y="286"/>
                  </a:lnTo>
                  <a:lnTo>
                    <a:pt x="784" y="289"/>
                  </a:lnTo>
                  <a:lnTo>
                    <a:pt x="786" y="289"/>
                  </a:lnTo>
                  <a:lnTo>
                    <a:pt x="786" y="289"/>
                  </a:lnTo>
                  <a:lnTo>
                    <a:pt x="786" y="289"/>
                  </a:lnTo>
                  <a:lnTo>
                    <a:pt x="788" y="286"/>
                  </a:lnTo>
                  <a:lnTo>
                    <a:pt x="788" y="286"/>
                  </a:lnTo>
                  <a:lnTo>
                    <a:pt x="788" y="286"/>
                  </a:lnTo>
                  <a:lnTo>
                    <a:pt x="788" y="289"/>
                  </a:lnTo>
                  <a:lnTo>
                    <a:pt x="788" y="289"/>
                  </a:lnTo>
                  <a:lnTo>
                    <a:pt x="791" y="289"/>
                  </a:lnTo>
                  <a:lnTo>
                    <a:pt x="793" y="289"/>
                  </a:lnTo>
                  <a:lnTo>
                    <a:pt x="793" y="291"/>
                  </a:lnTo>
                  <a:lnTo>
                    <a:pt x="784" y="293"/>
                  </a:lnTo>
                  <a:lnTo>
                    <a:pt x="784" y="293"/>
                  </a:lnTo>
                  <a:lnTo>
                    <a:pt x="784" y="296"/>
                  </a:lnTo>
                  <a:lnTo>
                    <a:pt x="784" y="296"/>
                  </a:lnTo>
                  <a:lnTo>
                    <a:pt x="786" y="296"/>
                  </a:lnTo>
                  <a:lnTo>
                    <a:pt x="786" y="298"/>
                  </a:lnTo>
                  <a:lnTo>
                    <a:pt x="786" y="298"/>
                  </a:lnTo>
                  <a:lnTo>
                    <a:pt x="786" y="301"/>
                  </a:lnTo>
                  <a:lnTo>
                    <a:pt x="786" y="301"/>
                  </a:lnTo>
                  <a:lnTo>
                    <a:pt x="788" y="298"/>
                  </a:lnTo>
                  <a:lnTo>
                    <a:pt x="796" y="301"/>
                  </a:lnTo>
                  <a:lnTo>
                    <a:pt x="800" y="305"/>
                  </a:lnTo>
                  <a:lnTo>
                    <a:pt x="800" y="305"/>
                  </a:lnTo>
                  <a:lnTo>
                    <a:pt x="798" y="305"/>
                  </a:lnTo>
                  <a:lnTo>
                    <a:pt x="798" y="305"/>
                  </a:lnTo>
                  <a:lnTo>
                    <a:pt x="796" y="305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1" y="303"/>
                  </a:lnTo>
                  <a:lnTo>
                    <a:pt x="786" y="305"/>
                  </a:lnTo>
                  <a:lnTo>
                    <a:pt x="784" y="303"/>
                  </a:lnTo>
                  <a:lnTo>
                    <a:pt x="779" y="301"/>
                  </a:lnTo>
                  <a:lnTo>
                    <a:pt x="779" y="301"/>
                  </a:lnTo>
                  <a:lnTo>
                    <a:pt x="774" y="303"/>
                  </a:lnTo>
                  <a:lnTo>
                    <a:pt x="770" y="303"/>
                  </a:lnTo>
                  <a:lnTo>
                    <a:pt x="765" y="303"/>
                  </a:lnTo>
                  <a:lnTo>
                    <a:pt x="765" y="305"/>
                  </a:lnTo>
                  <a:lnTo>
                    <a:pt x="765" y="305"/>
                  </a:lnTo>
                  <a:lnTo>
                    <a:pt x="767" y="308"/>
                  </a:lnTo>
                  <a:lnTo>
                    <a:pt x="765" y="308"/>
                  </a:lnTo>
                  <a:lnTo>
                    <a:pt x="765" y="308"/>
                  </a:lnTo>
                  <a:lnTo>
                    <a:pt x="765" y="308"/>
                  </a:lnTo>
                  <a:lnTo>
                    <a:pt x="765" y="310"/>
                  </a:lnTo>
                  <a:lnTo>
                    <a:pt x="765" y="310"/>
                  </a:lnTo>
                  <a:lnTo>
                    <a:pt x="762" y="310"/>
                  </a:lnTo>
                  <a:lnTo>
                    <a:pt x="765" y="312"/>
                  </a:lnTo>
                  <a:lnTo>
                    <a:pt x="770" y="315"/>
                  </a:lnTo>
                  <a:lnTo>
                    <a:pt x="770" y="317"/>
                  </a:lnTo>
                  <a:lnTo>
                    <a:pt x="770" y="320"/>
                  </a:lnTo>
                  <a:lnTo>
                    <a:pt x="772" y="320"/>
                  </a:lnTo>
                  <a:lnTo>
                    <a:pt x="774" y="320"/>
                  </a:lnTo>
                  <a:lnTo>
                    <a:pt x="774" y="320"/>
                  </a:lnTo>
                  <a:lnTo>
                    <a:pt x="774" y="322"/>
                  </a:lnTo>
                  <a:lnTo>
                    <a:pt x="774" y="322"/>
                  </a:lnTo>
                  <a:lnTo>
                    <a:pt x="774" y="322"/>
                  </a:lnTo>
                  <a:lnTo>
                    <a:pt x="774" y="322"/>
                  </a:lnTo>
                  <a:lnTo>
                    <a:pt x="774" y="324"/>
                  </a:lnTo>
                  <a:lnTo>
                    <a:pt x="772" y="322"/>
                  </a:lnTo>
                  <a:lnTo>
                    <a:pt x="772" y="322"/>
                  </a:lnTo>
                  <a:lnTo>
                    <a:pt x="770" y="322"/>
                  </a:lnTo>
                  <a:lnTo>
                    <a:pt x="767" y="320"/>
                  </a:lnTo>
                  <a:lnTo>
                    <a:pt x="765" y="320"/>
                  </a:lnTo>
                  <a:lnTo>
                    <a:pt x="762" y="320"/>
                  </a:lnTo>
                  <a:lnTo>
                    <a:pt x="762" y="320"/>
                  </a:lnTo>
                  <a:lnTo>
                    <a:pt x="762" y="322"/>
                  </a:lnTo>
                  <a:lnTo>
                    <a:pt x="762" y="322"/>
                  </a:lnTo>
                  <a:lnTo>
                    <a:pt x="762" y="322"/>
                  </a:lnTo>
                  <a:lnTo>
                    <a:pt x="762" y="324"/>
                  </a:lnTo>
                  <a:lnTo>
                    <a:pt x="762" y="324"/>
                  </a:lnTo>
                  <a:lnTo>
                    <a:pt x="760" y="324"/>
                  </a:lnTo>
                  <a:lnTo>
                    <a:pt x="760" y="324"/>
                  </a:lnTo>
                  <a:lnTo>
                    <a:pt x="758" y="322"/>
                  </a:lnTo>
                  <a:lnTo>
                    <a:pt x="758" y="324"/>
                  </a:lnTo>
                  <a:lnTo>
                    <a:pt x="758" y="324"/>
                  </a:lnTo>
                  <a:lnTo>
                    <a:pt x="758" y="322"/>
                  </a:lnTo>
                  <a:lnTo>
                    <a:pt x="755" y="322"/>
                  </a:lnTo>
                  <a:lnTo>
                    <a:pt x="755" y="324"/>
                  </a:lnTo>
                  <a:lnTo>
                    <a:pt x="758" y="327"/>
                  </a:lnTo>
                  <a:lnTo>
                    <a:pt x="758" y="327"/>
                  </a:lnTo>
                  <a:lnTo>
                    <a:pt x="758" y="327"/>
                  </a:lnTo>
                  <a:lnTo>
                    <a:pt x="758" y="327"/>
                  </a:lnTo>
                  <a:lnTo>
                    <a:pt x="758" y="329"/>
                  </a:lnTo>
                  <a:lnTo>
                    <a:pt x="758" y="329"/>
                  </a:lnTo>
                  <a:lnTo>
                    <a:pt x="762" y="331"/>
                  </a:lnTo>
                  <a:lnTo>
                    <a:pt x="767" y="336"/>
                  </a:lnTo>
                  <a:lnTo>
                    <a:pt x="770" y="336"/>
                  </a:lnTo>
                  <a:lnTo>
                    <a:pt x="772" y="331"/>
                  </a:lnTo>
                  <a:lnTo>
                    <a:pt x="772" y="331"/>
                  </a:lnTo>
                  <a:lnTo>
                    <a:pt x="774" y="334"/>
                  </a:lnTo>
                  <a:lnTo>
                    <a:pt x="774" y="334"/>
                  </a:lnTo>
                  <a:lnTo>
                    <a:pt x="777" y="334"/>
                  </a:lnTo>
                  <a:lnTo>
                    <a:pt x="777" y="331"/>
                  </a:lnTo>
                  <a:lnTo>
                    <a:pt x="779" y="331"/>
                  </a:lnTo>
                  <a:lnTo>
                    <a:pt x="779" y="331"/>
                  </a:lnTo>
                  <a:lnTo>
                    <a:pt x="779" y="334"/>
                  </a:lnTo>
                  <a:lnTo>
                    <a:pt x="777" y="334"/>
                  </a:lnTo>
                  <a:lnTo>
                    <a:pt x="774" y="336"/>
                  </a:lnTo>
                  <a:lnTo>
                    <a:pt x="772" y="336"/>
                  </a:lnTo>
                  <a:lnTo>
                    <a:pt x="772" y="338"/>
                  </a:lnTo>
                  <a:lnTo>
                    <a:pt x="772" y="338"/>
                  </a:lnTo>
                  <a:lnTo>
                    <a:pt x="777" y="341"/>
                  </a:lnTo>
                  <a:lnTo>
                    <a:pt x="784" y="341"/>
                  </a:lnTo>
                  <a:lnTo>
                    <a:pt x="788" y="336"/>
                  </a:lnTo>
                  <a:lnTo>
                    <a:pt x="788" y="334"/>
                  </a:lnTo>
                  <a:lnTo>
                    <a:pt x="788" y="331"/>
                  </a:lnTo>
                  <a:lnTo>
                    <a:pt x="791" y="331"/>
                  </a:lnTo>
                  <a:lnTo>
                    <a:pt x="791" y="334"/>
                  </a:lnTo>
                  <a:lnTo>
                    <a:pt x="791" y="334"/>
                  </a:lnTo>
                  <a:lnTo>
                    <a:pt x="798" y="336"/>
                  </a:lnTo>
                  <a:lnTo>
                    <a:pt x="798" y="336"/>
                  </a:lnTo>
                  <a:lnTo>
                    <a:pt x="791" y="338"/>
                  </a:lnTo>
                  <a:lnTo>
                    <a:pt x="786" y="343"/>
                  </a:lnTo>
                  <a:lnTo>
                    <a:pt x="786" y="343"/>
                  </a:lnTo>
                  <a:lnTo>
                    <a:pt x="788" y="346"/>
                  </a:lnTo>
                  <a:lnTo>
                    <a:pt x="791" y="348"/>
                  </a:lnTo>
                  <a:lnTo>
                    <a:pt x="791" y="348"/>
                  </a:lnTo>
                  <a:lnTo>
                    <a:pt x="793" y="350"/>
                  </a:lnTo>
                  <a:lnTo>
                    <a:pt x="793" y="350"/>
                  </a:lnTo>
                  <a:lnTo>
                    <a:pt x="793" y="350"/>
                  </a:lnTo>
                  <a:lnTo>
                    <a:pt x="796" y="353"/>
                  </a:lnTo>
                  <a:lnTo>
                    <a:pt x="793" y="353"/>
                  </a:lnTo>
                  <a:lnTo>
                    <a:pt x="786" y="348"/>
                  </a:lnTo>
                  <a:lnTo>
                    <a:pt x="784" y="348"/>
                  </a:lnTo>
                  <a:lnTo>
                    <a:pt x="781" y="350"/>
                  </a:lnTo>
                  <a:lnTo>
                    <a:pt x="777" y="348"/>
                  </a:lnTo>
                  <a:lnTo>
                    <a:pt x="774" y="348"/>
                  </a:lnTo>
                  <a:lnTo>
                    <a:pt x="774" y="348"/>
                  </a:lnTo>
                  <a:lnTo>
                    <a:pt x="772" y="348"/>
                  </a:lnTo>
                  <a:lnTo>
                    <a:pt x="774" y="348"/>
                  </a:lnTo>
                  <a:lnTo>
                    <a:pt x="772" y="348"/>
                  </a:lnTo>
                  <a:lnTo>
                    <a:pt x="767" y="348"/>
                  </a:lnTo>
                  <a:lnTo>
                    <a:pt x="762" y="341"/>
                  </a:lnTo>
                  <a:lnTo>
                    <a:pt x="755" y="341"/>
                  </a:lnTo>
                  <a:lnTo>
                    <a:pt x="755" y="341"/>
                  </a:lnTo>
                  <a:lnTo>
                    <a:pt x="755" y="343"/>
                  </a:lnTo>
                  <a:lnTo>
                    <a:pt x="755" y="343"/>
                  </a:lnTo>
                  <a:lnTo>
                    <a:pt x="755" y="346"/>
                  </a:lnTo>
                  <a:lnTo>
                    <a:pt x="755" y="346"/>
                  </a:lnTo>
                  <a:lnTo>
                    <a:pt x="755" y="348"/>
                  </a:lnTo>
                  <a:lnTo>
                    <a:pt x="755" y="350"/>
                  </a:lnTo>
                  <a:close/>
                  <a:moveTo>
                    <a:pt x="770" y="296"/>
                  </a:moveTo>
                  <a:lnTo>
                    <a:pt x="772" y="298"/>
                  </a:lnTo>
                  <a:lnTo>
                    <a:pt x="777" y="301"/>
                  </a:lnTo>
                  <a:lnTo>
                    <a:pt x="779" y="298"/>
                  </a:lnTo>
                  <a:lnTo>
                    <a:pt x="779" y="296"/>
                  </a:lnTo>
                  <a:lnTo>
                    <a:pt x="779" y="296"/>
                  </a:lnTo>
                  <a:lnTo>
                    <a:pt x="779" y="296"/>
                  </a:lnTo>
                  <a:lnTo>
                    <a:pt x="779" y="293"/>
                  </a:lnTo>
                  <a:lnTo>
                    <a:pt x="779" y="293"/>
                  </a:lnTo>
                  <a:lnTo>
                    <a:pt x="779" y="293"/>
                  </a:lnTo>
                  <a:lnTo>
                    <a:pt x="777" y="293"/>
                  </a:lnTo>
                  <a:lnTo>
                    <a:pt x="772" y="293"/>
                  </a:lnTo>
                  <a:lnTo>
                    <a:pt x="772" y="291"/>
                  </a:lnTo>
                  <a:lnTo>
                    <a:pt x="772" y="293"/>
                  </a:lnTo>
                  <a:lnTo>
                    <a:pt x="767" y="293"/>
                  </a:lnTo>
                  <a:lnTo>
                    <a:pt x="767" y="293"/>
                  </a:lnTo>
                  <a:lnTo>
                    <a:pt x="762" y="293"/>
                  </a:lnTo>
                  <a:lnTo>
                    <a:pt x="762" y="293"/>
                  </a:lnTo>
                  <a:lnTo>
                    <a:pt x="762" y="296"/>
                  </a:lnTo>
                  <a:lnTo>
                    <a:pt x="767" y="298"/>
                  </a:lnTo>
                  <a:lnTo>
                    <a:pt x="770" y="296"/>
                  </a:lnTo>
                  <a:close/>
                  <a:moveTo>
                    <a:pt x="729" y="651"/>
                  </a:moveTo>
                  <a:lnTo>
                    <a:pt x="729" y="649"/>
                  </a:lnTo>
                  <a:lnTo>
                    <a:pt x="727" y="649"/>
                  </a:lnTo>
                  <a:lnTo>
                    <a:pt x="727" y="649"/>
                  </a:lnTo>
                  <a:lnTo>
                    <a:pt x="725" y="649"/>
                  </a:lnTo>
                  <a:lnTo>
                    <a:pt x="725" y="649"/>
                  </a:lnTo>
                  <a:lnTo>
                    <a:pt x="725" y="651"/>
                  </a:lnTo>
                  <a:lnTo>
                    <a:pt x="725" y="651"/>
                  </a:lnTo>
                  <a:lnTo>
                    <a:pt x="725" y="651"/>
                  </a:lnTo>
                  <a:lnTo>
                    <a:pt x="725" y="651"/>
                  </a:lnTo>
                  <a:lnTo>
                    <a:pt x="722" y="651"/>
                  </a:lnTo>
                  <a:lnTo>
                    <a:pt x="722" y="651"/>
                  </a:lnTo>
                  <a:lnTo>
                    <a:pt x="722" y="651"/>
                  </a:lnTo>
                  <a:lnTo>
                    <a:pt x="722" y="651"/>
                  </a:lnTo>
                  <a:lnTo>
                    <a:pt x="722" y="653"/>
                  </a:lnTo>
                  <a:lnTo>
                    <a:pt x="722" y="653"/>
                  </a:lnTo>
                  <a:lnTo>
                    <a:pt x="722" y="656"/>
                  </a:lnTo>
                  <a:lnTo>
                    <a:pt x="722" y="656"/>
                  </a:lnTo>
                  <a:lnTo>
                    <a:pt x="725" y="656"/>
                  </a:lnTo>
                  <a:lnTo>
                    <a:pt x="725" y="656"/>
                  </a:lnTo>
                  <a:lnTo>
                    <a:pt x="725" y="656"/>
                  </a:lnTo>
                  <a:lnTo>
                    <a:pt x="725" y="656"/>
                  </a:lnTo>
                  <a:lnTo>
                    <a:pt x="725" y="658"/>
                  </a:lnTo>
                  <a:lnTo>
                    <a:pt x="725" y="658"/>
                  </a:lnTo>
                  <a:lnTo>
                    <a:pt x="725" y="658"/>
                  </a:lnTo>
                  <a:lnTo>
                    <a:pt x="727" y="658"/>
                  </a:lnTo>
                  <a:lnTo>
                    <a:pt x="727" y="660"/>
                  </a:lnTo>
                  <a:lnTo>
                    <a:pt x="727" y="660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5" y="663"/>
                  </a:lnTo>
                  <a:lnTo>
                    <a:pt x="725" y="660"/>
                  </a:lnTo>
                  <a:lnTo>
                    <a:pt x="725" y="660"/>
                  </a:lnTo>
                  <a:lnTo>
                    <a:pt x="725" y="660"/>
                  </a:lnTo>
                  <a:lnTo>
                    <a:pt x="725" y="660"/>
                  </a:lnTo>
                  <a:lnTo>
                    <a:pt x="725" y="663"/>
                  </a:lnTo>
                  <a:lnTo>
                    <a:pt x="725" y="663"/>
                  </a:lnTo>
                  <a:lnTo>
                    <a:pt x="722" y="663"/>
                  </a:lnTo>
                  <a:lnTo>
                    <a:pt x="722" y="660"/>
                  </a:lnTo>
                  <a:lnTo>
                    <a:pt x="722" y="663"/>
                  </a:lnTo>
                  <a:lnTo>
                    <a:pt x="722" y="663"/>
                  </a:lnTo>
                  <a:lnTo>
                    <a:pt x="722" y="665"/>
                  </a:lnTo>
                  <a:lnTo>
                    <a:pt x="722" y="665"/>
                  </a:lnTo>
                  <a:lnTo>
                    <a:pt x="722" y="668"/>
                  </a:lnTo>
                  <a:lnTo>
                    <a:pt x="722" y="668"/>
                  </a:lnTo>
                  <a:lnTo>
                    <a:pt x="720" y="665"/>
                  </a:lnTo>
                  <a:lnTo>
                    <a:pt x="720" y="663"/>
                  </a:lnTo>
                  <a:lnTo>
                    <a:pt x="717" y="660"/>
                  </a:lnTo>
                  <a:lnTo>
                    <a:pt x="720" y="660"/>
                  </a:lnTo>
                  <a:lnTo>
                    <a:pt x="722" y="658"/>
                  </a:lnTo>
                  <a:lnTo>
                    <a:pt x="720" y="658"/>
                  </a:lnTo>
                  <a:lnTo>
                    <a:pt x="720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3" y="651"/>
                  </a:lnTo>
                  <a:lnTo>
                    <a:pt x="708" y="649"/>
                  </a:lnTo>
                  <a:lnTo>
                    <a:pt x="710" y="649"/>
                  </a:lnTo>
                  <a:lnTo>
                    <a:pt x="710" y="649"/>
                  </a:lnTo>
                  <a:lnTo>
                    <a:pt x="713" y="649"/>
                  </a:lnTo>
                  <a:lnTo>
                    <a:pt x="710" y="646"/>
                  </a:lnTo>
                  <a:lnTo>
                    <a:pt x="710" y="646"/>
                  </a:lnTo>
                  <a:lnTo>
                    <a:pt x="708" y="646"/>
                  </a:lnTo>
                  <a:lnTo>
                    <a:pt x="708" y="646"/>
                  </a:lnTo>
                  <a:lnTo>
                    <a:pt x="706" y="649"/>
                  </a:lnTo>
                  <a:lnTo>
                    <a:pt x="706" y="649"/>
                  </a:lnTo>
                  <a:lnTo>
                    <a:pt x="696" y="646"/>
                  </a:lnTo>
                  <a:lnTo>
                    <a:pt x="696" y="646"/>
                  </a:lnTo>
                  <a:lnTo>
                    <a:pt x="694" y="646"/>
                  </a:lnTo>
                  <a:lnTo>
                    <a:pt x="694" y="646"/>
                  </a:lnTo>
                  <a:lnTo>
                    <a:pt x="689" y="651"/>
                  </a:lnTo>
                  <a:lnTo>
                    <a:pt x="689" y="651"/>
                  </a:lnTo>
                  <a:lnTo>
                    <a:pt x="687" y="653"/>
                  </a:lnTo>
                  <a:lnTo>
                    <a:pt x="687" y="653"/>
                  </a:lnTo>
                  <a:lnTo>
                    <a:pt x="687" y="653"/>
                  </a:lnTo>
                  <a:lnTo>
                    <a:pt x="687" y="653"/>
                  </a:lnTo>
                  <a:lnTo>
                    <a:pt x="687" y="656"/>
                  </a:lnTo>
                  <a:lnTo>
                    <a:pt x="687" y="656"/>
                  </a:lnTo>
                  <a:lnTo>
                    <a:pt x="687" y="656"/>
                  </a:lnTo>
                  <a:lnTo>
                    <a:pt x="680" y="658"/>
                  </a:lnTo>
                  <a:lnTo>
                    <a:pt x="682" y="660"/>
                  </a:lnTo>
                  <a:lnTo>
                    <a:pt x="687" y="670"/>
                  </a:lnTo>
                  <a:lnTo>
                    <a:pt x="696" y="668"/>
                  </a:lnTo>
                  <a:lnTo>
                    <a:pt x="696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701" y="675"/>
                  </a:lnTo>
                  <a:lnTo>
                    <a:pt x="701" y="675"/>
                  </a:lnTo>
                  <a:lnTo>
                    <a:pt x="703" y="672"/>
                  </a:lnTo>
                  <a:lnTo>
                    <a:pt x="703" y="675"/>
                  </a:lnTo>
                  <a:lnTo>
                    <a:pt x="703" y="675"/>
                  </a:lnTo>
                  <a:lnTo>
                    <a:pt x="703" y="675"/>
                  </a:lnTo>
                  <a:lnTo>
                    <a:pt x="701" y="675"/>
                  </a:lnTo>
                  <a:lnTo>
                    <a:pt x="703" y="677"/>
                  </a:lnTo>
                  <a:lnTo>
                    <a:pt x="706" y="677"/>
                  </a:lnTo>
                  <a:lnTo>
                    <a:pt x="706" y="677"/>
                  </a:lnTo>
                  <a:lnTo>
                    <a:pt x="701" y="677"/>
                  </a:lnTo>
                  <a:lnTo>
                    <a:pt x="701" y="677"/>
                  </a:lnTo>
                  <a:lnTo>
                    <a:pt x="699" y="675"/>
                  </a:lnTo>
                  <a:lnTo>
                    <a:pt x="699" y="675"/>
                  </a:lnTo>
                  <a:lnTo>
                    <a:pt x="699" y="675"/>
                  </a:lnTo>
                  <a:lnTo>
                    <a:pt x="699" y="677"/>
                  </a:lnTo>
                  <a:lnTo>
                    <a:pt x="699" y="677"/>
                  </a:lnTo>
                  <a:lnTo>
                    <a:pt x="699" y="677"/>
                  </a:lnTo>
                  <a:lnTo>
                    <a:pt x="701" y="677"/>
                  </a:lnTo>
                  <a:lnTo>
                    <a:pt x="701" y="677"/>
                  </a:lnTo>
                  <a:lnTo>
                    <a:pt x="701" y="679"/>
                  </a:lnTo>
                  <a:lnTo>
                    <a:pt x="691" y="677"/>
                  </a:lnTo>
                  <a:lnTo>
                    <a:pt x="691" y="679"/>
                  </a:lnTo>
                  <a:lnTo>
                    <a:pt x="691" y="679"/>
                  </a:lnTo>
                  <a:lnTo>
                    <a:pt x="691" y="682"/>
                  </a:lnTo>
                  <a:lnTo>
                    <a:pt x="699" y="686"/>
                  </a:lnTo>
                  <a:lnTo>
                    <a:pt x="703" y="684"/>
                  </a:lnTo>
                  <a:lnTo>
                    <a:pt x="703" y="684"/>
                  </a:lnTo>
                  <a:lnTo>
                    <a:pt x="706" y="686"/>
                  </a:lnTo>
                  <a:lnTo>
                    <a:pt x="708" y="689"/>
                  </a:lnTo>
                  <a:lnTo>
                    <a:pt x="708" y="689"/>
                  </a:lnTo>
                  <a:lnTo>
                    <a:pt x="708" y="689"/>
                  </a:lnTo>
                  <a:lnTo>
                    <a:pt x="708" y="689"/>
                  </a:lnTo>
                  <a:lnTo>
                    <a:pt x="715" y="689"/>
                  </a:lnTo>
                  <a:lnTo>
                    <a:pt x="715" y="689"/>
                  </a:lnTo>
                  <a:lnTo>
                    <a:pt x="713" y="689"/>
                  </a:lnTo>
                  <a:lnTo>
                    <a:pt x="710" y="691"/>
                  </a:lnTo>
                  <a:lnTo>
                    <a:pt x="708" y="691"/>
                  </a:lnTo>
                  <a:lnTo>
                    <a:pt x="706" y="691"/>
                  </a:lnTo>
                  <a:lnTo>
                    <a:pt x="703" y="689"/>
                  </a:lnTo>
                  <a:lnTo>
                    <a:pt x="701" y="689"/>
                  </a:lnTo>
                  <a:lnTo>
                    <a:pt x="701" y="689"/>
                  </a:lnTo>
                  <a:lnTo>
                    <a:pt x="699" y="689"/>
                  </a:lnTo>
                  <a:lnTo>
                    <a:pt x="699" y="689"/>
                  </a:lnTo>
                  <a:lnTo>
                    <a:pt x="699" y="691"/>
                  </a:lnTo>
                  <a:lnTo>
                    <a:pt x="696" y="691"/>
                  </a:lnTo>
                  <a:lnTo>
                    <a:pt x="699" y="691"/>
                  </a:lnTo>
                  <a:lnTo>
                    <a:pt x="699" y="694"/>
                  </a:lnTo>
                  <a:lnTo>
                    <a:pt x="699" y="694"/>
                  </a:lnTo>
                  <a:lnTo>
                    <a:pt x="701" y="694"/>
                  </a:lnTo>
                  <a:lnTo>
                    <a:pt x="701" y="694"/>
                  </a:lnTo>
                  <a:lnTo>
                    <a:pt x="701" y="696"/>
                  </a:lnTo>
                  <a:lnTo>
                    <a:pt x="701" y="698"/>
                  </a:lnTo>
                  <a:lnTo>
                    <a:pt x="701" y="698"/>
                  </a:lnTo>
                  <a:lnTo>
                    <a:pt x="703" y="698"/>
                  </a:lnTo>
                  <a:lnTo>
                    <a:pt x="703" y="701"/>
                  </a:lnTo>
                  <a:lnTo>
                    <a:pt x="701" y="701"/>
                  </a:lnTo>
                  <a:lnTo>
                    <a:pt x="701" y="701"/>
                  </a:lnTo>
                  <a:lnTo>
                    <a:pt x="701" y="701"/>
                  </a:lnTo>
                  <a:lnTo>
                    <a:pt x="703" y="701"/>
                  </a:lnTo>
                  <a:lnTo>
                    <a:pt x="703" y="701"/>
                  </a:lnTo>
                  <a:lnTo>
                    <a:pt x="703" y="701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6" y="703"/>
                  </a:lnTo>
                  <a:lnTo>
                    <a:pt x="706" y="703"/>
                  </a:lnTo>
                  <a:lnTo>
                    <a:pt x="706" y="703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8"/>
                  </a:lnTo>
                  <a:lnTo>
                    <a:pt x="706" y="705"/>
                  </a:lnTo>
                  <a:lnTo>
                    <a:pt x="713" y="703"/>
                  </a:lnTo>
                  <a:lnTo>
                    <a:pt x="715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8"/>
                  </a:lnTo>
                  <a:lnTo>
                    <a:pt x="710" y="708"/>
                  </a:lnTo>
                  <a:lnTo>
                    <a:pt x="710" y="708"/>
                  </a:lnTo>
                  <a:lnTo>
                    <a:pt x="710" y="708"/>
                  </a:lnTo>
                  <a:lnTo>
                    <a:pt x="710" y="708"/>
                  </a:lnTo>
                  <a:lnTo>
                    <a:pt x="708" y="710"/>
                  </a:lnTo>
                  <a:lnTo>
                    <a:pt x="708" y="710"/>
                  </a:lnTo>
                  <a:lnTo>
                    <a:pt x="706" y="710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08"/>
                  </a:lnTo>
                  <a:lnTo>
                    <a:pt x="703" y="708"/>
                  </a:lnTo>
                  <a:lnTo>
                    <a:pt x="701" y="708"/>
                  </a:lnTo>
                  <a:lnTo>
                    <a:pt x="701" y="710"/>
                  </a:lnTo>
                  <a:lnTo>
                    <a:pt x="701" y="710"/>
                  </a:lnTo>
                  <a:lnTo>
                    <a:pt x="699" y="710"/>
                  </a:lnTo>
                  <a:lnTo>
                    <a:pt x="699" y="710"/>
                  </a:lnTo>
                  <a:lnTo>
                    <a:pt x="699" y="708"/>
                  </a:lnTo>
                  <a:lnTo>
                    <a:pt x="701" y="708"/>
                  </a:lnTo>
                  <a:lnTo>
                    <a:pt x="701" y="708"/>
                  </a:lnTo>
                  <a:lnTo>
                    <a:pt x="701" y="705"/>
                  </a:lnTo>
                  <a:lnTo>
                    <a:pt x="699" y="705"/>
                  </a:lnTo>
                  <a:lnTo>
                    <a:pt x="699" y="705"/>
                  </a:lnTo>
                  <a:lnTo>
                    <a:pt x="699" y="705"/>
                  </a:lnTo>
                  <a:lnTo>
                    <a:pt x="699" y="703"/>
                  </a:lnTo>
                  <a:lnTo>
                    <a:pt x="699" y="703"/>
                  </a:lnTo>
                  <a:lnTo>
                    <a:pt x="696" y="698"/>
                  </a:lnTo>
                  <a:lnTo>
                    <a:pt x="696" y="698"/>
                  </a:lnTo>
                  <a:lnTo>
                    <a:pt x="694" y="696"/>
                  </a:lnTo>
                  <a:lnTo>
                    <a:pt x="689" y="696"/>
                  </a:lnTo>
                  <a:lnTo>
                    <a:pt x="689" y="694"/>
                  </a:lnTo>
                  <a:lnTo>
                    <a:pt x="691" y="694"/>
                  </a:lnTo>
                  <a:lnTo>
                    <a:pt x="694" y="691"/>
                  </a:lnTo>
                  <a:lnTo>
                    <a:pt x="687" y="694"/>
                  </a:lnTo>
                  <a:lnTo>
                    <a:pt x="687" y="694"/>
                  </a:lnTo>
                  <a:lnTo>
                    <a:pt x="689" y="691"/>
                  </a:lnTo>
                  <a:lnTo>
                    <a:pt x="689" y="691"/>
                  </a:lnTo>
                  <a:lnTo>
                    <a:pt x="687" y="689"/>
                  </a:lnTo>
                  <a:lnTo>
                    <a:pt x="687" y="689"/>
                  </a:lnTo>
                  <a:lnTo>
                    <a:pt x="687" y="689"/>
                  </a:lnTo>
                  <a:lnTo>
                    <a:pt x="687" y="686"/>
                  </a:lnTo>
                  <a:lnTo>
                    <a:pt x="687" y="686"/>
                  </a:lnTo>
                  <a:lnTo>
                    <a:pt x="684" y="686"/>
                  </a:lnTo>
                  <a:lnTo>
                    <a:pt x="684" y="684"/>
                  </a:lnTo>
                  <a:lnTo>
                    <a:pt x="682" y="682"/>
                  </a:lnTo>
                  <a:lnTo>
                    <a:pt x="677" y="682"/>
                  </a:lnTo>
                  <a:lnTo>
                    <a:pt x="677" y="682"/>
                  </a:lnTo>
                  <a:lnTo>
                    <a:pt x="677" y="679"/>
                  </a:lnTo>
                  <a:lnTo>
                    <a:pt x="677" y="675"/>
                  </a:lnTo>
                  <a:lnTo>
                    <a:pt x="677" y="675"/>
                  </a:lnTo>
                  <a:lnTo>
                    <a:pt x="677" y="675"/>
                  </a:lnTo>
                  <a:lnTo>
                    <a:pt x="677" y="675"/>
                  </a:lnTo>
                  <a:lnTo>
                    <a:pt x="680" y="675"/>
                  </a:lnTo>
                  <a:lnTo>
                    <a:pt x="680" y="672"/>
                  </a:lnTo>
                  <a:lnTo>
                    <a:pt x="677" y="672"/>
                  </a:lnTo>
                  <a:lnTo>
                    <a:pt x="675" y="670"/>
                  </a:lnTo>
                  <a:lnTo>
                    <a:pt x="673" y="665"/>
                  </a:lnTo>
                  <a:lnTo>
                    <a:pt x="673" y="665"/>
                  </a:lnTo>
                  <a:lnTo>
                    <a:pt x="673" y="665"/>
                  </a:lnTo>
                  <a:lnTo>
                    <a:pt x="673" y="665"/>
                  </a:lnTo>
                  <a:lnTo>
                    <a:pt x="670" y="663"/>
                  </a:lnTo>
                  <a:lnTo>
                    <a:pt x="663" y="663"/>
                  </a:lnTo>
                  <a:lnTo>
                    <a:pt x="661" y="663"/>
                  </a:lnTo>
                  <a:lnTo>
                    <a:pt x="661" y="665"/>
                  </a:lnTo>
                  <a:lnTo>
                    <a:pt x="658" y="665"/>
                  </a:lnTo>
                  <a:lnTo>
                    <a:pt x="658" y="665"/>
                  </a:lnTo>
                  <a:lnTo>
                    <a:pt x="658" y="665"/>
                  </a:lnTo>
                  <a:lnTo>
                    <a:pt x="656" y="668"/>
                  </a:lnTo>
                  <a:lnTo>
                    <a:pt x="658" y="668"/>
                  </a:lnTo>
                  <a:lnTo>
                    <a:pt x="658" y="668"/>
                  </a:lnTo>
                  <a:lnTo>
                    <a:pt x="658" y="670"/>
                  </a:lnTo>
                  <a:lnTo>
                    <a:pt x="658" y="670"/>
                  </a:lnTo>
                  <a:lnTo>
                    <a:pt x="656" y="670"/>
                  </a:lnTo>
                  <a:lnTo>
                    <a:pt x="656" y="670"/>
                  </a:lnTo>
                  <a:lnTo>
                    <a:pt x="656" y="672"/>
                  </a:lnTo>
                  <a:lnTo>
                    <a:pt x="656" y="672"/>
                  </a:lnTo>
                  <a:lnTo>
                    <a:pt x="656" y="675"/>
                  </a:lnTo>
                  <a:lnTo>
                    <a:pt x="654" y="675"/>
                  </a:lnTo>
                  <a:lnTo>
                    <a:pt x="654" y="675"/>
                  </a:lnTo>
                  <a:lnTo>
                    <a:pt x="656" y="675"/>
                  </a:lnTo>
                  <a:lnTo>
                    <a:pt x="656" y="677"/>
                  </a:lnTo>
                  <a:lnTo>
                    <a:pt x="656" y="677"/>
                  </a:lnTo>
                  <a:lnTo>
                    <a:pt x="656" y="679"/>
                  </a:lnTo>
                  <a:lnTo>
                    <a:pt x="656" y="679"/>
                  </a:lnTo>
                  <a:lnTo>
                    <a:pt x="654" y="679"/>
                  </a:lnTo>
                  <a:lnTo>
                    <a:pt x="654" y="679"/>
                  </a:lnTo>
                  <a:lnTo>
                    <a:pt x="656" y="682"/>
                  </a:lnTo>
                  <a:lnTo>
                    <a:pt x="661" y="682"/>
                  </a:lnTo>
                  <a:lnTo>
                    <a:pt x="663" y="682"/>
                  </a:lnTo>
                  <a:lnTo>
                    <a:pt x="663" y="682"/>
                  </a:lnTo>
                  <a:lnTo>
                    <a:pt x="673" y="679"/>
                  </a:lnTo>
                  <a:lnTo>
                    <a:pt x="668" y="684"/>
                  </a:lnTo>
                  <a:lnTo>
                    <a:pt x="663" y="686"/>
                  </a:lnTo>
                  <a:lnTo>
                    <a:pt x="663" y="686"/>
                  </a:lnTo>
                  <a:lnTo>
                    <a:pt x="663" y="689"/>
                  </a:lnTo>
                  <a:lnTo>
                    <a:pt x="661" y="689"/>
                  </a:lnTo>
                  <a:lnTo>
                    <a:pt x="661" y="689"/>
                  </a:lnTo>
                  <a:lnTo>
                    <a:pt x="661" y="689"/>
                  </a:lnTo>
                  <a:lnTo>
                    <a:pt x="661" y="691"/>
                  </a:lnTo>
                  <a:lnTo>
                    <a:pt x="658" y="691"/>
                  </a:lnTo>
                  <a:lnTo>
                    <a:pt x="658" y="694"/>
                  </a:lnTo>
                  <a:lnTo>
                    <a:pt x="658" y="696"/>
                  </a:lnTo>
                  <a:lnTo>
                    <a:pt x="661" y="698"/>
                  </a:lnTo>
                  <a:lnTo>
                    <a:pt x="663" y="701"/>
                  </a:lnTo>
                  <a:lnTo>
                    <a:pt x="663" y="703"/>
                  </a:lnTo>
                  <a:lnTo>
                    <a:pt x="670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3"/>
                  </a:lnTo>
                  <a:lnTo>
                    <a:pt x="670" y="703"/>
                  </a:lnTo>
                  <a:lnTo>
                    <a:pt x="670" y="703"/>
                  </a:lnTo>
                  <a:lnTo>
                    <a:pt x="670" y="705"/>
                  </a:lnTo>
                  <a:lnTo>
                    <a:pt x="668" y="705"/>
                  </a:lnTo>
                  <a:lnTo>
                    <a:pt x="665" y="708"/>
                  </a:lnTo>
                  <a:lnTo>
                    <a:pt x="665" y="708"/>
                  </a:lnTo>
                  <a:lnTo>
                    <a:pt x="665" y="710"/>
                  </a:lnTo>
                  <a:lnTo>
                    <a:pt x="665" y="710"/>
                  </a:lnTo>
                  <a:lnTo>
                    <a:pt x="668" y="710"/>
                  </a:lnTo>
                  <a:lnTo>
                    <a:pt x="668" y="712"/>
                  </a:lnTo>
                  <a:lnTo>
                    <a:pt x="668" y="712"/>
                  </a:lnTo>
                  <a:lnTo>
                    <a:pt x="668" y="715"/>
                  </a:lnTo>
                  <a:lnTo>
                    <a:pt x="670" y="715"/>
                  </a:lnTo>
                  <a:lnTo>
                    <a:pt x="670" y="715"/>
                  </a:lnTo>
                  <a:lnTo>
                    <a:pt x="673" y="715"/>
                  </a:lnTo>
                  <a:lnTo>
                    <a:pt x="673" y="717"/>
                  </a:lnTo>
                  <a:lnTo>
                    <a:pt x="673" y="717"/>
                  </a:lnTo>
                  <a:lnTo>
                    <a:pt x="670" y="720"/>
                  </a:lnTo>
                  <a:lnTo>
                    <a:pt x="670" y="722"/>
                  </a:lnTo>
                  <a:lnTo>
                    <a:pt x="675" y="722"/>
                  </a:lnTo>
                  <a:lnTo>
                    <a:pt x="675" y="720"/>
                  </a:lnTo>
                  <a:lnTo>
                    <a:pt x="677" y="720"/>
                  </a:lnTo>
                  <a:lnTo>
                    <a:pt x="680" y="720"/>
                  </a:lnTo>
                  <a:lnTo>
                    <a:pt x="677" y="720"/>
                  </a:lnTo>
                  <a:lnTo>
                    <a:pt x="682" y="717"/>
                  </a:lnTo>
                  <a:lnTo>
                    <a:pt x="680" y="720"/>
                  </a:lnTo>
                  <a:lnTo>
                    <a:pt x="675" y="720"/>
                  </a:lnTo>
                  <a:lnTo>
                    <a:pt x="675" y="722"/>
                  </a:lnTo>
                  <a:lnTo>
                    <a:pt x="675" y="722"/>
                  </a:lnTo>
                  <a:lnTo>
                    <a:pt x="673" y="724"/>
                  </a:lnTo>
                  <a:lnTo>
                    <a:pt x="673" y="724"/>
                  </a:lnTo>
                  <a:lnTo>
                    <a:pt x="673" y="724"/>
                  </a:lnTo>
                  <a:lnTo>
                    <a:pt x="670" y="722"/>
                  </a:lnTo>
                  <a:lnTo>
                    <a:pt x="670" y="722"/>
                  </a:lnTo>
                  <a:lnTo>
                    <a:pt x="668" y="722"/>
                  </a:lnTo>
                  <a:lnTo>
                    <a:pt x="668" y="722"/>
                  </a:lnTo>
                  <a:lnTo>
                    <a:pt x="668" y="720"/>
                  </a:lnTo>
                  <a:lnTo>
                    <a:pt x="668" y="720"/>
                  </a:lnTo>
                  <a:lnTo>
                    <a:pt x="668" y="720"/>
                  </a:lnTo>
                  <a:lnTo>
                    <a:pt x="668" y="720"/>
                  </a:lnTo>
                  <a:lnTo>
                    <a:pt x="668" y="717"/>
                  </a:lnTo>
                  <a:lnTo>
                    <a:pt x="668" y="717"/>
                  </a:lnTo>
                  <a:lnTo>
                    <a:pt x="668" y="717"/>
                  </a:lnTo>
                  <a:lnTo>
                    <a:pt x="668" y="717"/>
                  </a:lnTo>
                  <a:lnTo>
                    <a:pt x="665" y="717"/>
                  </a:lnTo>
                  <a:lnTo>
                    <a:pt x="665" y="715"/>
                  </a:lnTo>
                  <a:lnTo>
                    <a:pt x="663" y="715"/>
                  </a:lnTo>
                  <a:lnTo>
                    <a:pt x="663" y="712"/>
                  </a:lnTo>
                  <a:lnTo>
                    <a:pt x="663" y="712"/>
                  </a:lnTo>
                  <a:lnTo>
                    <a:pt x="661" y="712"/>
                  </a:lnTo>
                  <a:lnTo>
                    <a:pt x="661" y="710"/>
                  </a:lnTo>
                  <a:lnTo>
                    <a:pt x="661" y="710"/>
                  </a:lnTo>
                  <a:lnTo>
                    <a:pt x="661" y="710"/>
                  </a:lnTo>
                  <a:lnTo>
                    <a:pt x="651" y="712"/>
                  </a:lnTo>
                  <a:lnTo>
                    <a:pt x="651" y="712"/>
                  </a:lnTo>
                  <a:lnTo>
                    <a:pt x="649" y="715"/>
                  </a:lnTo>
                  <a:lnTo>
                    <a:pt x="649" y="715"/>
                  </a:lnTo>
                  <a:lnTo>
                    <a:pt x="649" y="715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49" y="720"/>
                  </a:lnTo>
                  <a:lnTo>
                    <a:pt x="649" y="720"/>
                  </a:lnTo>
                  <a:lnTo>
                    <a:pt x="649" y="720"/>
                  </a:lnTo>
                  <a:lnTo>
                    <a:pt x="654" y="720"/>
                  </a:lnTo>
                  <a:lnTo>
                    <a:pt x="654" y="720"/>
                  </a:lnTo>
                  <a:lnTo>
                    <a:pt x="651" y="722"/>
                  </a:lnTo>
                  <a:lnTo>
                    <a:pt x="651" y="724"/>
                  </a:lnTo>
                  <a:lnTo>
                    <a:pt x="651" y="724"/>
                  </a:lnTo>
                  <a:lnTo>
                    <a:pt x="654" y="724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6" y="727"/>
                  </a:lnTo>
                  <a:lnTo>
                    <a:pt x="656" y="727"/>
                  </a:lnTo>
                  <a:lnTo>
                    <a:pt x="656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1" y="724"/>
                  </a:lnTo>
                  <a:lnTo>
                    <a:pt x="644" y="724"/>
                  </a:lnTo>
                  <a:lnTo>
                    <a:pt x="644" y="724"/>
                  </a:lnTo>
                  <a:lnTo>
                    <a:pt x="642" y="727"/>
                  </a:lnTo>
                  <a:lnTo>
                    <a:pt x="642" y="727"/>
                  </a:lnTo>
                  <a:lnTo>
                    <a:pt x="644" y="727"/>
                  </a:lnTo>
                  <a:lnTo>
                    <a:pt x="644" y="727"/>
                  </a:lnTo>
                  <a:lnTo>
                    <a:pt x="644" y="727"/>
                  </a:lnTo>
                  <a:lnTo>
                    <a:pt x="644" y="729"/>
                  </a:lnTo>
                  <a:lnTo>
                    <a:pt x="642" y="729"/>
                  </a:lnTo>
                  <a:lnTo>
                    <a:pt x="642" y="729"/>
                  </a:lnTo>
                  <a:lnTo>
                    <a:pt x="642" y="729"/>
                  </a:lnTo>
                  <a:lnTo>
                    <a:pt x="639" y="729"/>
                  </a:lnTo>
                  <a:lnTo>
                    <a:pt x="639" y="729"/>
                  </a:lnTo>
                  <a:lnTo>
                    <a:pt x="639" y="731"/>
                  </a:lnTo>
                  <a:lnTo>
                    <a:pt x="639" y="731"/>
                  </a:lnTo>
                  <a:lnTo>
                    <a:pt x="639" y="731"/>
                  </a:lnTo>
                  <a:lnTo>
                    <a:pt x="639" y="731"/>
                  </a:lnTo>
                  <a:lnTo>
                    <a:pt x="639" y="734"/>
                  </a:lnTo>
                  <a:lnTo>
                    <a:pt x="639" y="734"/>
                  </a:lnTo>
                  <a:lnTo>
                    <a:pt x="642" y="734"/>
                  </a:lnTo>
                  <a:lnTo>
                    <a:pt x="642" y="734"/>
                  </a:lnTo>
                  <a:lnTo>
                    <a:pt x="639" y="734"/>
                  </a:lnTo>
                  <a:lnTo>
                    <a:pt x="637" y="734"/>
                  </a:lnTo>
                  <a:lnTo>
                    <a:pt x="637" y="734"/>
                  </a:lnTo>
                  <a:lnTo>
                    <a:pt x="637" y="731"/>
                  </a:lnTo>
                  <a:lnTo>
                    <a:pt x="637" y="734"/>
                  </a:lnTo>
                  <a:lnTo>
                    <a:pt x="635" y="734"/>
                  </a:lnTo>
                  <a:lnTo>
                    <a:pt x="635" y="734"/>
                  </a:lnTo>
                  <a:lnTo>
                    <a:pt x="635" y="734"/>
                  </a:lnTo>
                  <a:lnTo>
                    <a:pt x="637" y="736"/>
                  </a:lnTo>
                  <a:lnTo>
                    <a:pt x="637" y="736"/>
                  </a:lnTo>
                  <a:lnTo>
                    <a:pt x="639" y="739"/>
                  </a:lnTo>
                  <a:lnTo>
                    <a:pt x="637" y="739"/>
                  </a:lnTo>
                  <a:lnTo>
                    <a:pt x="637" y="741"/>
                  </a:lnTo>
                  <a:lnTo>
                    <a:pt x="637" y="741"/>
                  </a:lnTo>
                  <a:lnTo>
                    <a:pt x="639" y="741"/>
                  </a:lnTo>
                  <a:lnTo>
                    <a:pt x="639" y="741"/>
                  </a:lnTo>
                  <a:lnTo>
                    <a:pt x="639" y="743"/>
                  </a:lnTo>
                  <a:lnTo>
                    <a:pt x="639" y="743"/>
                  </a:lnTo>
                  <a:lnTo>
                    <a:pt x="639" y="746"/>
                  </a:lnTo>
                  <a:lnTo>
                    <a:pt x="646" y="741"/>
                  </a:lnTo>
                  <a:lnTo>
                    <a:pt x="651" y="741"/>
                  </a:lnTo>
                  <a:lnTo>
                    <a:pt x="654" y="741"/>
                  </a:lnTo>
                  <a:lnTo>
                    <a:pt x="668" y="736"/>
                  </a:lnTo>
                  <a:lnTo>
                    <a:pt x="670" y="736"/>
                  </a:lnTo>
                  <a:lnTo>
                    <a:pt x="670" y="736"/>
                  </a:lnTo>
                  <a:lnTo>
                    <a:pt x="670" y="739"/>
                  </a:lnTo>
                  <a:lnTo>
                    <a:pt x="670" y="739"/>
                  </a:lnTo>
                  <a:lnTo>
                    <a:pt x="673" y="739"/>
                  </a:lnTo>
                  <a:lnTo>
                    <a:pt x="673" y="739"/>
                  </a:lnTo>
                  <a:lnTo>
                    <a:pt x="675" y="736"/>
                  </a:lnTo>
                  <a:lnTo>
                    <a:pt x="677" y="736"/>
                  </a:lnTo>
                  <a:lnTo>
                    <a:pt x="677" y="736"/>
                  </a:lnTo>
                  <a:lnTo>
                    <a:pt x="677" y="736"/>
                  </a:lnTo>
                  <a:lnTo>
                    <a:pt x="689" y="731"/>
                  </a:lnTo>
                  <a:lnTo>
                    <a:pt x="691" y="734"/>
                  </a:lnTo>
                  <a:lnTo>
                    <a:pt x="694" y="731"/>
                  </a:lnTo>
                  <a:lnTo>
                    <a:pt x="696" y="731"/>
                  </a:lnTo>
                  <a:lnTo>
                    <a:pt x="696" y="731"/>
                  </a:lnTo>
                  <a:lnTo>
                    <a:pt x="696" y="731"/>
                  </a:lnTo>
                  <a:lnTo>
                    <a:pt x="713" y="729"/>
                  </a:lnTo>
                  <a:lnTo>
                    <a:pt x="710" y="729"/>
                  </a:lnTo>
                  <a:lnTo>
                    <a:pt x="710" y="729"/>
                  </a:lnTo>
                  <a:lnTo>
                    <a:pt x="727" y="727"/>
                  </a:lnTo>
                  <a:lnTo>
                    <a:pt x="727" y="727"/>
                  </a:lnTo>
                  <a:lnTo>
                    <a:pt x="727" y="729"/>
                  </a:lnTo>
                  <a:lnTo>
                    <a:pt x="727" y="729"/>
                  </a:lnTo>
                  <a:lnTo>
                    <a:pt x="727" y="729"/>
                  </a:lnTo>
                  <a:lnTo>
                    <a:pt x="706" y="731"/>
                  </a:lnTo>
                  <a:lnTo>
                    <a:pt x="706" y="731"/>
                  </a:lnTo>
                  <a:lnTo>
                    <a:pt x="706" y="734"/>
                  </a:lnTo>
                  <a:lnTo>
                    <a:pt x="706" y="734"/>
                  </a:lnTo>
                  <a:lnTo>
                    <a:pt x="706" y="734"/>
                  </a:lnTo>
                  <a:lnTo>
                    <a:pt x="706" y="736"/>
                  </a:lnTo>
                  <a:lnTo>
                    <a:pt x="710" y="736"/>
                  </a:lnTo>
                  <a:lnTo>
                    <a:pt x="710" y="739"/>
                  </a:lnTo>
                  <a:lnTo>
                    <a:pt x="708" y="739"/>
                  </a:lnTo>
                  <a:lnTo>
                    <a:pt x="708" y="739"/>
                  </a:lnTo>
                  <a:lnTo>
                    <a:pt x="703" y="741"/>
                  </a:lnTo>
                  <a:lnTo>
                    <a:pt x="701" y="741"/>
                  </a:lnTo>
                  <a:lnTo>
                    <a:pt x="701" y="741"/>
                  </a:lnTo>
                  <a:lnTo>
                    <a:pt x="701" y="741"/>
                  </a:lnTo>
                  <a:lnTo>
                    <a:pt x="703" y="741"/>
                  </a:lnTo>
                  <a:lnTo>
                    <a:pt x="706" y="741"/>
                  </a:lnTo>
                  <a:lnTo>
                    <a:pt x="706" y="741"/>
                  </a:lnTo>
                  <a:lnTo>
                    <a:pt x="696" y="743"/>
                  </a:lnTo>
                  <a:lnTo>
                    <a:pt x="696" y="743"/>
                  </a:lnTo>
                  <a:lnTo>
                    <a:pt x="703" y="746"/>
                  </a:lnTo>
                  <a:lnTo>
                    <a:pt x="701" y="748"/>
                  </a:lnTo>
                  <a:lnTo>
                    <a:pt x="696" y="746"/>
                  </a:lnTo>
                  <a:lnTo>
                    <a:pt x="696" y="748"/>
                  </a:lnTo>
                  <a:lnTo>
                    <a:pt x="703" y="748"/>
                  </a:lnTo>
                  <a:lnTo>
                    <a:pt x="701" y="750"/>
                  </a:lnTo>
                  <a:lnTo>
                    <a:pt x="684" y="750"/>
                  </a:lnTo>
                  <a:lnTo>
                    <a:pt x="684" y="753"/>
                  </a:lnTo>
                  <a:lnTo>
                    <a:pt x="687" y="750"/>
                  </a:lnTo>
                  <a:lnTo>
                    <a:pt x="689" y="753"/>
                  </a:lnTo>
                  <a:lnTo>
                    <a:pt x="689" y="753"/>
                  </a:lnTo>
                  <a:lnTo>
                    <a:pt x="689" y="753"/>
                  </a:lnTo>
                  <a:lnTo>
                    <a:pt x="689" y="755"/>
                  </a:lnTo>
                  <a:lnTo>
                    <a:pt x="691" y="755"/>
                  </a:lnTo>
                  <a:lnTo>
                    <a:pt x="691" y="755"/>
                  </a:lnTo>
                  <a:lnTo>
                    <a:pt x="691" y="757"/>
                  </a:lnTo>
                  <a:lnTo>
                    <a:pt x="691" y="757"/>
                  </a:lnTo>
                  <a:lnTo>
                    <a:pt x="689" y="757"/>
                  </a:lnTo>
                  <a:lnTo>
                    <a:pt x="689" y="757"/>
                  </a:lnTo>
                  <a:lnTo>
                    <a:pt x="687" y="760"/>
                  </a:lnTo>
                  <a:lnTo>
                    <a:pt x="687" y="757"/>
                  </a:lnTo>
                  <a:lnTo>
                    <a:pt x="687" y="757"/>
                  </a:lnTo>
                  <a:lnTo>
                    <a:pt x="687" y="757"/>
                  </a:lnTo>
                  <a:lnTo>
                    <a:pt x="687" y="757"/>
                  </a:lnTo>
                  <a:lnTo>
                    <a:pt x="689" y="757"/>
                  </a:lnTo>
                  <a:lnTo>
                    <a:pt x="687" y="755"/>
                  </a:lnTo>
                  <a:lnTo>
                    <a:pt x="687" y="755"/>
                  </a:lnTo>
                  <a:lnTo>
                    <a:pt x="684" y="757"/>
                  </a:lnTo>
                  <a:lnTo>
                    <a:pt x="684" y="757"/>
                  </a:lnTo>
                  <a:lnTo>
                    <a:pt x="684" y="760"/>
                  </a:lnTo>
                  <a:lnTo>
                    <a:pt x="687" y="760"/>
                  </a:lnTo>
                  <a:lnTo>
                    <a:pt x="689" y="762"/>
                  </a:lnTo>
                  <a:lnTo>
                    <a:pt x="691" y="765"/>
                  </a:lnTo>
                  <a:lnTo>
                    <a:pt x="696" y="762"/>
                  </a:lnTo>
                  <a:lnTo>
                    <a:pt x="696" y="765"/>
                  </a:lnTo>
                  <a:lnTo>
                    <a:pt x="694" y="765"/>
                  </a:lnTo>
                  <a:lnTo>
                    <a:pt x="694" y="765"/>
                  </a:lnTo>
                  <a:lnTo>
                    <a:pt x="694" y="765"/>
                  </a:lnTo>
                  <a:lnTo>
                    <a:pt x="694" y="767"/>
                  </a:lnTo>
                  <a:lnTo>
                    <a:pt x="696" y="767"/>
                  </a:lnTo>
                  <a:lnTo>
                    <a:pt x="699" y="767"/>
                  </a:lnTo>
                  <a:lnTo>
                    <a:pt x="699" y="767"/>
                  </a:lnTo>
                  <a:lnTo>
                    <a:pt x="701" y="767"/>
                  </a:lnTo>
                  <a:lnTo>
                    <a:pt x="701" y="767"/>
                  </a:lnTo>
                  <a:lnTo>
                    <a:pt x="703" y="769"/>
                  </a:lnTo>
                  <a:lnTo>
                    <a:pt x="701" y="769"/>
                  </a:lnTo>
                  <a:lnTo>
                    <a:pt x="691" y="769"/>
                  </a:lnTo>
                  <a:lnTo>
                    <a:pt x="691" y="769"/>
                  </a:lnTo>
                  <a:lnTo>
                    <a:pt x="689" y="772"/>
                  </a:lnTo>
                  <a:lnTo>
                    <a:pt x="689" y="772"/>
                  </a:lnTo>
                  <a:lnTo>
                    <a:pt x="689" y="774"/>
                  </a:lnTo>
                  <a:lnTo>
                    <a:pt x="691" y="774"/>
                  </a:lnTo>
                  <a:lnTo>
                    <a:pt x="694" y="774"/>
                  </a:lnTo>
                  <a:lnTo>
                    <a:pt x="694" y="776"/>
                  </a:lnTo>
                  <a:lnTo>
                    <a:pt x="691" y="776"/>
                  </a:lnTo>
                  <a:lnTo>
                    <a:pt x="691" y="776"/>
                  </a:lnTo>
                  <a:lnTo>
                    <a:pt x="691" y="776"/>
                  </a:lnTo>
                  <a:lnTo>
                    <a:pt x="694" y="779"/>
                  </a:lnTo>
                  <a:lnTo>
                    <a:pt x="694" y="779"/>
                  </a:lnTo>
                  <a:lnTo>
                    <a:pt x="694" y="781"/>
                  </a:lnTo>
                  <a:lnTo>
                    <a:pt x="694" y="781"/>
                  </a:lnTo>
                  <a:lnTo>
                    <a:pt x="694" y="783"/>
                  </a:lnTo>
                  <a:lnTo>
                    <a:pt x="694" y="783"/>
                  </a:lnTo>
                  <a:lnTo>
                    <a:pt x="694" y="786"/>
                  </a:lnTo>
                  <a:lnTo>
                    <a:pt x="694" y="788"/>
                  </a:lnTo>
                  <a:lnTo>
                    <a:pt x="694" y="788"/>
                  </a:lnTo>
                  <a:lnTo>
                    <a:pt x="710" y="791"/>
                  </a:lnTo>
                  <a:lnTo>
                    <a:pt x="713" y="791"/>
                  </a:lnTo>
                  <a:lnTo>
                    <a:pt x="715" y="791"/>
                  </a:lnTo>
                  <a:lnTo>
                    <a:pt x="715" y="791"/>
                  </a:lnTo>
                  <a:lnTo>
                    <a:pt x="715" y="791"/>
                  </a:lnTo>
                  <a:lnTo>
                    <a:pt x="715" y="788"/>
                  </a:lnTo>
                  <a:lnTo>
                    <a:pt x="715" y="788"/>
                  </a:lnTo>
                  <a:lnTo>
                    <a:pt x="715" y="786"/>
                  </a:lnTo>
                  <a:lnTo>
                    <a:pt x="715" y="786"/>
                  </a:lnTo>
                  <a:lnTo>
                    <a:pt x="715" y="783"/>
                  </a:lnTo>
                  <a:lnTo>
                    <a:pt x="717" y="783"/>
                  </a:lnTo>
                  <a:lnTo>
                    <a:pt x="717" y="781"/>
                  </a:lnTo>
                  <a:lnTo>
                    <a:pt x="717" y="779"/>
                  </a:lnTo>
                  <a:lnTo>
                    <a:pt x="720" y="779"/>
                  </a:lnTo>
                  <a:lnTo>
                    <a:pt x="720" y="779"/>
                  </a:lnTo>
                  <a:lnTo>
                    <a:pt x="720" y="779"/>
                  </a:lnTo>
                  <a:lnTo>
                    <a:pt x="720" y="781"/>
                  </a:lnTo>
                  <a:lnTo>
                    <a:pt x="717" y="786"/>
                  </a:lnTo>
                  <a:lnTo>
                    <a:pt x="717" y="786"/>
                  </a:lnTo>
                  <a:lnTo>
                    <a:pt x="717" y="788"/>
                  </a:lnTo>
                  <a:lnTo>
                    <a:pt x="717" y="788"/>
                  </a:lnTo>
                  <a:lnTo>
                    <a:pt x="717" y="788"/>
                  </a:lnTo>
                  <a:lnTo>
                    <a:pt x="717" y="791"/>
                  </a:lnTo>
                  <a:lnTo>
                    <a:pt x="727" y="788"/>
                  </a:lnTo>
                  <a:lnTo>
                    <a:pt x="727" y="788"/>
                  </a:lnTo>
                  <a:lnTo>
                    <a:pt x="727" y="786"/>
                  </a:lnTo>
                  <a:lnTo>
                    <a:pt x="727" y="786"/>
                  </a:lnTo>
                  <a:lnTo>
                    <a:pt x="727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6"/>
                  </a:lnTo>
                  <a:lnTo>
                    <a:pt x="729" y="786"/>
                  </a:lnTo>
                  <a:lnTo>
                    <a:pt x="729" y="786"/>
                  </a:lnTo>
                  <a:lnTo>
                    <a:pt x="729" y="786"/>
                  </a:lnTo>
                  <a:lnTo>
                    <a:pt x="729" y="788"/>
                  </a:lnTo>
                  <a:lnTo>
                    <a:pt x="732" y="788"/>
                  </a:lnTo>
                  <a:lnTo>
                    <a:pt x="732" y="788"/>
                  </a:lnTo>
                  <a:lnTo>
                    <a:pt x="732" y="788"/>
                  </a:lnTo>
                  <a:lnTo>
                    <a:pt x="732" y="788"/>
                  </a:lnTo>
                  <a:lnTo>
                    <a:pt x="732" y="791"/>
                  </a:lnTo>
                  <a:lnTo>
                    <a:pt x="751" y="786"/>
                  </a:lnTo>
                  <a:lnTo>
                    <a:pt x="751" y="788"/>
                  </a:lnTo>
                  <a:lnTo>
                    <a:pt x="751" y="786"/>
                  </a:lnTo>
                  <a:lnTo>
                    <a:pt x="753" y="786"/>
                  </a:lnTo>
                  <a:lnTo>
                    <a:pt x="753" y="783"/>
                  </a:lnTo>
                  <a:lnTo>
                    <a:pt x="753" y="781"/>
                  </a:lnTo>
                  <a:lnTo>
                    <a:pt x="751" y="781"/>
                  </a:lnTo>
                  <a:lnTo>
                    <a:pt x="751" y="781"/>
                  </a:lnTo>
                  <a:lnTo>
                    <a:pt x="751" y="779"/>
                  </a:lnTo>
                  <a:lnTo>
                    <a:pt x="751" y="779"/>
                  </a:lnTo>
                  <a:lnTo>
                    <a:pt x="751" y="779"/>
                  </a:lnTo>
                  <a:lnTo>
                    <a:pt x="751" y="779"/>
                  </a:lnTo>
                  <a:lnTo>
                    <a:pt x="748" y="776"/>
                  </a:lnTo>
                  <a:lnTo>
                    <a:pt x="748" y="776"/>
                  </a:lnTo>
                  <a:lnTo>
                    <a:pt x="746" y="774"/>
                  </a:lnTo>
                  <a:lnTo>
                    <a:pt x="746" y="774"/>
                  </a:lnTo>
                  <a:lnTo>
                    <a:pt x="748" y="774"/>
                  </a:lnTo>
                  <a:lnTo>
                    <a:pt x="746" y="772"/>
                  </a:lnTo>
                  <a:lnTo>
                    <a:pt x="746" y="772"/>
                  </a:lnTo>
                  <a:lnTo>
                    <a:pt x="748" y="772"/>
                  </a:lnTo>
                  <a:lnTo>
                    <a:pt x="748" y="772"/>
                  </a:lnTo>
                  <a:lnTo>
                    <a:pt x="748" y="769"/>
                  </a:lnTo>
                  <a:lnTo>
                    <a:pt x="748" y="769"/>
                  </a:lnTo>
                  <a:lnTo>
                    <a:pt x="748" y="769"/>
                  </a:lnTo>
                  <a:lnTo>
                    <a:pt x="751" y="769"/>
                  </a:lnTo>
                  <a:lnTo>
                    <a:pt x="751" y="772"/>
                  </a:lnTo>
                  <a:lnTo>
                    <a:pt x="748" y="772"/>
                  </a:lnTo>
                  <a:lnTo>
                    <a:pt x="748" y="774"/>
                  </a:lnTo>
                  <a:lnTo>
                    <a:pt x="751" y="774"/>
                  </a:lnTo>
                  <a:lnTo>
                    <a:pt x="755" y="779"/>
                  </a:lnTo>
                  <a:lnTo>
                    <a:pt x="758" y="779"/>
                  </a:lnTo>
                  <a:lnTo>
                    <a:pt x="760" y="776"/>
                  </a:lnTo>
                  <a:lnTo>
                    <a:pt x="760" y="776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58" y="774"/>
                  </a:lnTo>
                  <a:lnTo>
                    <a:pt x="758" y="772"/>
                  </a:lnTo>
                  <a:lnTo>
                    <a:pt x="758" y="772"/>
                  </a:lnTo>
                  <a:lnTo>
                    <a:pt x="758" y="772"/>
                  </a:lnTo>
                  <a:lnTo>
                    <a:pt x="758" y="772"/>
                  </a:lnTo>
                  <a:lnTo>
                    <a:pt x="755" y="772"/>
                  </a:lnTo>
                  <a:lnTo>
                    <a:pt x="755" y="772"/>
                  </a:lnTo>
                  <a:lnTo>
                    <a:pt x="755" y="769"/>
                  </a:lnTo>
                  <a:lnTo>
                    <a:pt x="755" y="769"/>
                  </a:lnTo>
                  <a:lnTo>
                    <a:pt x="755" y="769"/>
                  </a:lnTo>
                  <a:lnTo>
                    <a:pt x="755" y="767"/>
                  </a:lnTo>
                  <a:lnTo>
                    <a:pt x="753" y="765"/>
                  </a:lnTo>
                  <a:lnTo>
                    <a:pt x="753" y="765"/>
                  </a:lnTo>
                  <a:lnTo>
                    <a:pt x="753" y="762"/>
                  </a:lnTo>
                  <a:lnTo>
                    <a:pt x="753" y="762"/>
                  </a:lnTo>
                  <a:lnTo>
                    <a:pt x="753" y="762"/>
                  </a:lnTo>
                  <a:lnTo>
                    <a:pt x="751" y="765"/>
                  </a:lnTo>
                  <a:lnTo>
                    <a:pt x="753" y="765"/>
                  </a:lnTo>
                  <a:lnTo>
                    <a:pt x="753" y="765"/>
                  </a:lnTo>
                  <a:lnTo>
                    <a:pt x="751" y="765"/>
                  </a:lnTo>
                  <a:lnTo>
                    <a:pt x="751" y="765"/>
                  </a:lnTo>
                  <a:lnTo>
                    <a:pt x="751" y="762"/>
                  </a:lnTo>
                  <a:lnTo>
                    <a:pt x="751" y="762"/>
                  </a:lnTo>
                  <a:lnTo>
                    <a:pt x="751" y="762"/>
                  </a:lnTo>
                  <a:lnTo>
                    <a:pt x="753" y="760"/>
                  </a:lnTo>
                  <a:lnTo>
                    <a:pt x="751" y="760"/>
                  </a:lnTo>
                  <a:lnTo>
                    <a:pt x="751" y="760"/>
                  </a:lnTo>
                  <a:lnTo>
                    <a:pt x="751" y="762"/>
                  </a:lnTo>
                  <a:lnTo>
                    <a:pt x="748" y="762"/>
                  </a:lnTo>
                  <a:lnTo>
                    <a:pt x="748" y="762"/>
                  </a:lnTo>
                  <a:lnTo>
                    <a:pt x="748" y="765"/>
                  </a:lnTo>
                  <a:lnTo>
                    <a:pt x="748" y="765"/>
                  </a:lnTo>
                  <a:lnTo>
                    <a:pt x="748" y="762"/>
                  </a:lnTo>
                  <a:lnTo>
                    <a:pt x="746" y="762"/>
                  </a:lnTo>
                  <a:lnTo>
                    <a:pt x="746" y="762"/>
                  </a:lnTo>
                  <a:lnTo>
                    <a:pt x="748" y="762"/>
                  </a:lnTo>
                  <a:lnTo>
                    <a:pt x="748" y="760"/>
                  </a:lnTo>
                  <a:lnTo>
                    <a:pt x="748" y="760"/>
                  </a:lnTo>
                  <a:lnTo>
                    <a:pt x="748" y="760"/>
                  </a:lnTo>
                  <a:lnTo>
                    <a:pt x="748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57"/>
                  </a:lnTo>
                  <a:lnTo>
                    <a:pt x="746" y="757"/>
                  </a:lnTo>
                  <a:lnTo>
                    <a:pt x="748" y="755"/>
                  </a:lnTo>
                  <a:lnTo>
                    <a:pt x="748" y="755"/>
                  </a:lnTo>
                  <a:lnTo>
                    <a:pt x="748" y="757"/>
                  </a:lnTo>
                  <a:lnTo>
                    <a:pt x="748" y="757"/>
                  </a:lnTo>
                  <a:lnTo>
                    <a:pt x="748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3" y="757"/>
                  </a:lnTo>
                  <a:lnTo>
                    <a:pt x="753" y="755"/>
                  </a:lnTo>
                  <a:lnTo>
                    <a:pt x="753" y="755"/>
                  </a:lnTo>
                  <a:lnTo>
                    <a:pt x="748" y="755"/>
                  </a:lnTo>
                  <a:lnTo>
                    <a:pt x="748" y="753"/>
                  </a:lnTo>
                  <a:lnTo>
                    <a:pt x="748" y="753"/>
                  </a:lnTo>
                  <a:lnTo>
                    <a:pt x="753" y="753"/>
                  </a:lnTo>
                  <a:lnTo>
                    <a:pt x="753" y="753"/>
                  </a:lnTo>
                  <a:lnTo>
                    <a:pt x="753" y="753"/>
                  </a:lnTo>
                  <a:lnTo>
                    <a:pt x="755" y="753"/>
                  </a:lnTo>
                  <a:lnTo>
                    <a:pt x="755" y="753"/>
                  </a:lnTo>
                  <a:lnTo>
                    <a:pt x="755" y="753"/>
                  </a:lnTo>
                  <a:lnTo>
                    <a:pt x="755" y="753"/>
                  </a:lnTo>
                  <a:lnTo>
                    <a:pt x="755" y="750"/>
                  </a:lnTo>
                  <a:lnTo>
                    <a:pt x="753" y="750"/>
                  </a:lnTo>
                  <a:lnTo>
                    <a:pt x="751" y="748"/>
                  </a:lnTo>
                  <a:lnTo>
                    <a:pt x="748" y="750"/>
                  </a:lnTo>
                  <a:lnTo>
                    <a:pt x="748" y="748"/>
                  </a:lnTo>
                  <a:lnTo>
                    <a:pt x="748" y="748"/>
                  </a:lnTo>
                  <a:lnTo>
                    <a:pt x="751" y="748"/>
                  </a:lnTo>
                  <a:lnTo>
                    <a:pt x="751" y="748"/>
                  </a:lnTo>
                  <a:lnTo>
                    <a:pt x="751" y="748"/>
                  </a:lnTo>
                  <a:lnTo>
                    <a:pt x="748" y="748"/>
                  </a:lnTo>
                  <a:lnTo>
                    <a:pt x="748" y="746"/>
                  </a:lnTo>
                  <a:lnTo>
                    <a:pt x="748" y="746"/>
                  </a:lnTo>
                  <a:lnTo>
                    <a:pt x="751" y="746"/>
                  </a:lnTo>
                  <a:lnTo>
                    <a:pt x="751" y="743"/>
                  </a:lnTo>
                  <a:lnTo>
                    <a:pt x="751" y="743"/>
                  </a:lnTo>
                  <a:lnTo>
                    <a:pt x="751" y="743"/>
                  </a:lnTo>
                  <a:lnTo>
                    <a:pt x="753" y="743"/>
                  </a:lnTo>
                  <a:lnTo>
                    <a:pt x="753" y="743"/>
                  </a:lnTo>
                  <a:lnTo>
                    <a:pt x="753" y="746"/>
                  </a:lnTo>
                  <a:lnTo>
                    <a:pt x="753" y="746"/>
                  </a:lnTo>
                  <a:lnTo>
                    <a:pt x="753" y="746"/>
                  </a:lnTo>
                  <a:lnTo>
                    <a:pt x="753" y="748"/>
                  </a:lnTo>
                  <a:lnTo>
                    <a:pt x="753" y="748"/>
                  </a:lnTo>
                  <a:lnTo>
                    <a:pt x="753" y="748"/>
                  </a:lnTo>
                  <a:lnTo>
                    <a:pt x="755" y="748"/>
                  </a:lnTo>
                  <a:lnTo>
                    <a:pt x="755" y="748"/>
                  </a:lnTo>
                  <a:lnTo>
                    <a:pt x="755" y="748"/>
                  </a:lnTo>
                  <a:lnTo>
                    <a:pt x="755" y="748"/>
                  </a:lnTo>
                  <a:lnTo>
                    <a:pt x="755" y="746"/>
                  </a:lnTo>
                  <a:lnTo>
                    <a:pt x="755" y="746"/>
                  </a:lnTo>
                  <a:lnTo>
                    <a:pt x="755" y="743"/>
                  </a:lnTo>
                  <a:lnTo>
                    <a:pt x="753" y="743"/>
                  </a:lnTo>
                  <a:lnTo>
                    <a:pt x="753" y="741"/>
                  </a:lnTo>
                  <a:lnTo>
                    <a:pt x="753" y="741"/>
                  </a:lnTo>
                  <a:lnTo>
                    <a:pt x="753" y="741"/>
                  </a:lnTo>
                  <a:lnTo>
                    <a:pt x="755" y="741"/>
                  </a:lnTo>
                  <a:lnTo>
                    <a:pt x="755" y="741"/>
                  </a:lnTo>
                  <a:lnTo>
                    <a:pt x="755" y="739"/>
                  </a:lnTo>
                  <a:lnTo>
                    <a:pt x="755" y="739"/>
                  </a:lnTo>
                  <a:lnTo>
                    <a:pt x="762" y="746"/>
                  </a:lnTo>
                  <a:lnTo>
                    <a:pt x="760" y="746"/>
                  </a:lnTo>
                  <a:lnTo>
                    <a:pt x="760" y="746"/>
                  </a:lnTo>
                  <a:lnTo>
                    <a:pt x="760" y="746"/>
                  </a:lnTo>
                  <a:lnTo>
                    <a:pt x="762" y="748"/>
                  </a:lnTo>
                  <a:lnTo>
                    <a:pt x="760" y="748"/>
                  </a:lnTo>
                  <a:lnTo>
                    <a:pt x="760" y="750"/>
                  </a:lnTo>
                  <a:lnTo>
                    <a:pt x="762" y="750"/>
                  </a:lnTo>
                  <a:lnTo>
                    <a:pt x="762" y="750"/>
                  </a:lnTo>
                  <a:lnTo>
                    <a:pt x="765" y="753"/>
                  </a:lnTo>
                  <a:lnTo>
                    <a:pt x="765" y="753"/>
                  </a:lnTo>
                  <a:lnTo>
                    <a:pt x="767" y="753"/>
                  </a:lnTo>
                  <a:lnTo>
                    <a:pt x="765" y="750"/>
                  </a:lnTo>
                  <a:lnTo>
                    <a:pt x="762" y="748"/>
                  </a:lnTo>
                  <a:lnTo>
                    <a:pt x="762" y="743"/>
                  </a:lnTo>
                  <a:lnTo>
                    <a:pt x="762" y="741"/>
                  </a:lnTo>
                  <a:lnTo>
                    <a:pt x="762" y="741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6"/>
                  </a:lnTo>
                  <a:lnTo>
                    <a:pt x="762" y="734"/>
                  </a:lnTo>
                  <a:lnTo>
                    <a:pt x="762" y="731"/>
                  </a:lnTo>
                  <a:lnTo>
                    <a:pt x="762" y="731"/>
                  </a:lnTo>
                  <a:lnTo>
                    <a:pt x="762" y="731"/>
                  </a:lnTo>
                  <a:lnTo>
                    <a:pt x="762" y="731"/>
                  </a:lnTo>
                  <a:lnTo>
                    <a:pt x="762" y="729"/>
                  </a:lnTo>
                  <a:lnTo>
                    <a:pt x="762" y="729"/>
                  </a:lnTo>
                  <a:lnTo>
                    <a:pt x="762" y="727"/>
                  </a:lnTo>
                  <a:lnTo>
                    <a:pt x="758" y="727"/>
                  </a:lnTo>
                  <a:lnTo>
                    <a:pt x="758" y="727"/>
                  </a:lnTo>
                  <a:lnTo>
                    <a:pt x="755" y="724"/>
                  </a:lnTo>
                  <a:lnTo>
                    <a:pt x="755" y="724"/>
                  </a:lnTo>
                  <a:lnTo>
                    <a:pt x="751" y="724"/>
                  </a:lnTo>
                  <a:lnTo>
                    <a:pt x="751" y="724"/>
                  </a:lnTo>
                  <a:lnTo>
                    <a:pt x="751" y="722"/>
                  </a:lnTo>
                  <a:lnTo>
                    <a:pt x="753" y="720"/>
                  </a:lnTo>
                  <a:lnTo>
                    <a:pt x="755" y="720"/>
                  </a:lnTo>
                  <a:lnTo>
                    <a:pt x="755" y="720"/>
                  </a:lnTo>
                  <a:lnTo>
                    <a:pt x="755" y="717"/>
                  </a:lnTo>
                  <a:lnTo>
                    <a:pt x="755" y="717"/>
                  </a:lnTo>
                  <a:lnTo>
                    <a:pt x="755" y="717"/>
                  </a:lnTo>
                  <a:lnTo>
                    <a:pt x="758" y="715"/>
                  </a:lnTo>
                  <a:lnTo>
                    <a:pt x="758" y="712"/>
                  </a:lnTo>
                  <a:lnTo>
                    <a:pt x="758" y="712"/>
                  </a:lnTo>
                  <a:lnTo>
                    <a:pt x="758" y="708"/>
                  </a:lnTo>
                  <a:lnTo>
                    <a:pt x="755" y="708"/>
                  </a:lnTo>
                  <a:lnTo>
                    <a:pt x="755" y="705"/>
                  </a:lnTo>
                  <a:lnTo>
                    <a:pt x="755" y="705"/>
                  </a:lnTo>
                  <a:lnTo>
                    <a:pt x="755" y="705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1"/>
                  </a:lnTo>
                  <a:lnTo>
                    <a:pt x="755" y="701"/>
                  </a:lnTo>
                  <a:lnTo>
                    <a:pt x="755" y="698"/>
                  </a:lnTo>
                  <a:lnTo>
                    <a:pt x="758" y="698"/>
                  </a:lnTo>
                  <a:lnTo>
                    <a:pt x="758" y="698"/>
                  </a:lnTo>
                  <a:lnTo>
                    <a:pt x="758" y="698"/>
                  </a:lnTo>
                  <a:lnTo>
                    <a:pt x="758" y="696"/>
                  </a:lnTo>
                  <a:lnTo>
                    <a:pt x="758" y="694"/>
                  </a:lnTo>
                  <a:lnTo>
                    <a:pt x="758" y="694"/>
                  </a:lnTo>
                  <a:lnTo>
                    <a:pt x="758" y="694"/>
                  </a:lnTo>
                  <a:lnTo>
                    <a:pt x="758" y="691"/>
                  </a:lnTo>
                  <a:lnTo>
                    <a:pt x="758" y="691"/>
                  </a:lnTo>
                  <a:lnTo>
                    <a:pt x="758" y="689"/>
                  </a:lnTo>
                  <a:lnTo>
                    <a:pt x="758" y="686"/>
                  </a:lnTo>
                  <a:lnTo>
                    <a:pt x="758" y="684"/>
                  </a:lnTo>
                  <a:lnTo>
                    <a:pt x="758" y="684"/>
                  </a:lnTo>
                  <a:lnTo>
                    <a:pt x="758" y="682"/>
                  </a:lnTo>
                  <a:lnTo>
                    <a:pt x="758" y="682"/>
                  </a:lnTo>
                  <a:lnTo>
                    <a:pt x="753" y="677"/>
                  </a:lnTo>
                  <a:lnTo>
                    <a:pt x="753" y="677"/>
                  </a:lnTo>
                  <a:lnTo>
                    <a:pt x="753" y="677"/>
                  </a:lnTo>
                  <a:lnTo>
                    <a:pt x="753" y="675"/>
                  </a:lnTo>
                  <a:lnTo>
                    <a:pt x="753" y="675"/>
                  </a:lnTo>
                  <a:lnTo>
                    <a:pt x="753" y="675"/>
                  </a:lnTo>
                  <a:lnTo>
                    <a:pt x="753" y="675"/>
                  </a:lnTo>
                  <a:lnTo>
                    <a:pt x="751" y="672"/>
                  </a:lnTo>
                  <a:lnTo>
                    <a:pt x="751" y="672"/>
                  </a:lnTo>
                  <a:lnTo>
                    <a:pt x="753" y="672"/>
                  </a:lnTo>
                  <a:lnTo>
                    <a:pt x="753" y="670"/>
                  </a:lnTo>
                  <a:lnTo>
                    <a:pt x="753" y="670"/>
                  </a:lnTo>
                  <a:lnTo>
                    <a:pt x="753" y="668"/>
                  </a:lnTo>
                  <a:lnTo>
                    <a:pt x="753" y="668"/>
                  </a:lnTo>
                  <a:lnTo>
                    <a:pt x="753" y="668"/>
                  </a:lnTo>
                  <a:lnTo>
                    <a:pt x="753" y="665"/>
                  </a:lnTo>
                  <a:lnTo>
                    <a:pt x="753" y="665"/>
                  </a:lnTo>
                  <a:lnTo>
                    <a:pt x="753" y="665"/>
                  </a:lnTo>
                  <a:lnTo>
                    <a:pt x="753" y="663"/>
                  </a:lnTo>
                  <a:lnTo>
                    <a:pt x="753" y="663"/>
                  </a:lnTo>
                  <a:lnTo>
                    <a:pt x="753" y="660"/>
                  </a:lnTo>
                  <a:lnTo>
                    <a:pt x="753" y="660"/>
                  </a:lnTo>
                  <a:lnTo>
                    <a:pt x="753" y="660"/>
                  </a:lnTo>
                  <a:lnTo>
                    <a:pt x="753" y="658"/>
                  </a:lnTo>
                  <a:lnTo>
                    <a:pt x="751" y="656"/>
                  </a:lnTo>
                  <a:lnTo>
                    <a:pt x="744" y="656"/>
                  </a:lnTo>
                  <a:lnTo>
                    <a:pt x="744" y="656"/>
                  </a:lnTo>
                  <a:lnTo>
                    <a:pt x="744" y="653"/>
                  </a:lnTo>
                  <a:lnTo>
                    <a:pt x="744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39" y="653"/>
                  </a:lnTo>
                  <a:lnTo>
                    <a:pt x="739" y="651"/>
                  </a:lnTo>
                  <a:lnTo>
                    <a:pt x="736" y="651"/>
                  </a:lnTo>
                  <a:lnTo>
                    <a:pt x="739" y="651"/>
                  </a:lnTo>
                  <a:lnTo>
                    <a:pt x="739" y="651"/>
                  </a:lnTo>
                  <a:lnTo>
                    <a:pt x="739" y="651"/>
                  </a:lnTo>
                  <a:lnTo>
                    <a:pt x="744" y="651"/>
                  </a:lnTo>
                  <a:lnTo>
                    <a:pt x="741" y="651"/>
                  </a:lnTo>
                  <a:lnTo>
                    <a:pt x="741" y="649"/>
                  </a:lnTo>
                  <a:lnTo>
                    <a:pt x="739" y="649"/>
                  </a:lnTo>
                  <a:lnTo>
                    <a:pt x="736" y="646"/>
                  </a:lnTo>
                  <a:lnTo>
                    <a:pt x="736" y="646"/>
                  </a:lnTo>
                  <a:lnTo>
                    <a:pt x="736" y="646"/>
                  </a:lnTo>
                  <a:lnTo>
                    <a:pt x="736" y="644"/>
                  </a:lnTo>
                  <a:lnTo>
                    <a:pt x="736" y="644"/>
                  </a:lnTo>
                  <a:lnTo>
                    <a:pt x="736" y="644"/>
                  </a:lnTo>
                  <a:lnTo>
                    <a:pt x="736" y="641"/>
                  </a:lnTo>
                  <a:lnTo>
                    <a:pt x="727" y="644"/>
                  </a:lnTo>
                  <a:lnTo>
                    <a:pt x="727" y="644"/>
                  </a:lnTo>
                  <a:lnTo>
                    <a:pt x="729" y="646"/>
                  </a:lnTo>
                  <a:lnTo>
                    <a:pt x="732" y="646"/>
                  </a:lnTo>
                  <a:lnTo>
                    <a:pt x="734" y="644"/>
                  </a:lnTo>
                  <a:lnTo>
                    <a:pt x="734" y="644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9"/>
                  </a:lnTo>
                  <a:lnTo>
                    <a:pt x="732" y="649"/>
                  </a:lnTo>
                  <a:lnTo>
                    <a:pt x="729" y="649"/>
                  </a:lnTo>
                  <a:lnTo>
                    <a:pt x="729" y="651"/>
                  </a:lnTo>
                  <a:lnTo>
                    <a:pt x="729" y="651"/>
                  </a:lnTo>
                  <a:lnTo>
                    <a:pt x="729" y="651"/>
                  </a:lnTo>
                  <a:close/>
                  <a:moveTo>
                    <a:pt x="796" y="959"/>
                  </a:moveTo>
                  <a:lnTo>
                    <a:pt x="796" y="959"/>
                  </a:lnTo>
                  <a:lnTo>
                    <a:pt x="796" y="954"/>
                  </a:lnTo>
                  <a:lnTo>
                    <a:pt x="793" y="952"/>
                  </a:lnTo>
                  <a:lnTo>
                    <a:pt x="793" y="949"/>
                  </a:lnTo>
                  <a:lnTo>
                    <a:pt x="793" y="952"/>
                  </a:lnTo>
                  <a:lnTo>
                    <a:pt x="791" y="952"/>
                  </a:lnTo>
                  <a:lnTo>
                    <a:pt x="791" y="952"/>
                  </a:lnTo>
                  <a:lnTo>
                    <a:pt x="791" y="952"/>
                  </a:lnTo>
                  <a:lnTo>
                    <a:pt x="788" y="952"/>
                  </a:lnTo>
                  <a:lnTo>
                    <a:pt x="791" y="949"/>
                  </a:lnTo>
                  <a:lnTo>
                    <a:pt x="791" y="949"/>
                  </a:lnTo>
                  <a:lnTo>
                    <a:pt x="791" y="947"/>
                  </a:lnTo>
                  <a:lnTo>
                    <a:pt x="788" y="947"/>
                  </a:lnTo>
                  <a:lnTo>
                    <a:pt x="788" y="947"/>
                  </a:lnTo>
                  <a:lnTo>
                    <a:pt x="788" y="944"/>
                  </a:lnTo>
                  <a:lnTo>
                    <a:pt x="786" y="944"/>
                  </a:lnTo>
                  <a:lnTo>
                    <a:pt x="786" y="947"/>
                  </a:lnTo>
                  <a:lnTo>
                    <a:pt x="784" y="947"/>
                  </a:lnTo>
                  <a:lnTo>
                    <a:pt x="781" y="949"/>
                  </a:lnTo>
                  <a:lnTo>
                    <a:pt x="781" y="952"/>
                  </a:lnTo>
                  <a:lnTo>
                    <a:pt x="781" y="952"/>
                  </a:lnTo>
                  <a:lnTo>
                    <a:pt x="781" y="954"/>
                  </a:lnTo>
                  <a:lnTo>
                    <a:pt x="779" y="954"/>
                  </a:lnTo>
                  <a:lnTo>
                    <a:pt x="779" y="956"/>
                  </a:lnTo>
                  <a:lnTo>
                    <a:pt x="779" y="959"/>
                  </a:lnTo>
                  <a:lnTo>
                    <a:pt x="781" y="959"/>
                  </a:lnTo>
                  <a:lnTo>
                    <a:pt x="781" y="961"/>
                  </a:lnTo>
                  <a:lnTo>
                    <a:pt x="781" y="963"/>
                  </a:lnTo>
                  <a:lnTo>
                    <a:pt x="784" y="966"/>
                  </a:lnTo>
                  <a:lnTo>
                    <a:pt x="786" y="968"/>
                  </a:lnTo>
                  <a:lnTo>
                    <a:pt x="786" y="968"/>
                  </a:lnTo>
                  <a:lnTo>
                    <a:pt x="791" y="968"/>
                  </a:lnTo>
                  <a:lnTo>
                    <a:pt x="793" y="968"/>
                  </a:lnTo>
                  <a:lnTo>
                    <a:pt x="793" y="966"/>
                  </a:lnTo>
                  <a:lnTo>
                    <a:pt x="793" y="966"/>
                  </a:lnTo>
                  <a:lnTo>
                    <a:pt x="793" y="963"/>
                  </a:lnTo>
                  <a:lnTo>
                    <a:pt x="793" y="963"/>
                  </a:lnTo>
                  <a:lnTo>
                    <a:pt x="793" y="963"/>
                  </a:lnTo>
                  <a:lnTo>
                    <a:pt x="793" y="961"/>
                  </a:lnTo>
                  <a:lnTo>
                    <a:pt x="796" y="961"/>
                  </a:lnTo>
                  <a:lnTo>
                    <a:pt x="796" y="961"/>
                  </a:lnTo>
                  <a:lnTo>
                    <a:pt x="796" y="959"/>
                  </a:lnTo>
                  <a:close/>
                  <a:moveTo>
                    <a:pt x="725" y="881"/>
                  </a:moveTo>
                  <a:lnTo>
                    <a:pt x="717" y="883"/>
                  </a:lnTo>
                  <a:lnTo>
                    <a:pt x="717" y="885"/>
                  </a:lnTo>
                  <a:lnTo>
                    <a:pt x="717" y="888"/>
                  </a:lnTo>
                  <a:lnTo>
                    <a:pt x="720" y="888"/>
                  </a:lnTo>
                  <a:lnTo>
                    <a:pt x="722" y="890"/>
                  </a:lnTo>
                  <a:lnTo>
                    <a:pt x="732" y="890"/>
                  </a:lnTo>
                  <a:lnTo>
                    <a:pt x="732" y="890"/>
                  </a:lnTo>
                  <a:lnTo>
                    <a:pt x="734" y="890"/>
                  </a:lnTo>
                  <a:lnTo>
                    <a:pt x="732" y="892"/>
                  </a:lnTo>
                  <a:lnTo>
                    <a:pt x="725" y="890"/>
                  </a:lnTo>
                  <a:lnTo>
                    <a:pt x="725" y="890"/>
                  </a:lnTo>
                  <a:lnTo>
                    <a:pt x="725" y="892"/>
                  </a:lnTo>
                  <a:lnTo>
                    <a:pt x="729" y="892"/>
                  </a:lnTo>
                  <a:lnTo>
                    <a:pt x="732" y="892"/>
                  </a:lnTo>
                  <a:lnTo>
                    <a:pt x="732" y="892"/>
                  </a:lnTo>
                  <a:lnTo>
                    <a:pt x="734" y="892"/>
                  </a:lnTo>
                  <a:lnTo>
                    <a:pt x="734" y="892"/>
                  </a:lnTo>
                  <a:lnTo>
                    <a:pt x="736" y="892"/>
                  </a:lnTo>
                  <a:lnTo>
                    <a:pt x="734" y="890"/>
                  </a:lnTo>
                  <a:lnTo>
                    <a:pt x="734" y="890"/>
                  </a:lnTo>
                  <a:lnTo>
                    <a:pt x="736" y="888"/>
                  </a:lnTo>
                  <a:lnTo>
                    <a:pt x="736" y="890"/>
                  </a:lnTo>
                  <a:lnTo>
                    <a:pt x="751" y="888"/>
                  </a:lnTo>
                  <a:lnTo>
                    <a:pt x="751" y="885"/>
                  </a:lnTo>
                  <a:lnTo>
                    <a:pt x="751" y="885"/>
                  </a:lnTo>
                  <a:lnTo>
                    <a:pt x="753" y="885"/>
                  </a:lnTo>
                  <a:lnTo>
                    <a:pt x="753" y="885"/>
                  </a:lnTo>
                  <a:lnTo>
                    <a:pt x="753" y="885"/>
                  </a:lnTo>
                  <a:lnTo>
                    <a:pt x="753" y="883"/>
                  </a:lnTo>
                  <a:lnTo>
                    <a:pt x="753" y="883"/>
                  </a:lnTo>
                  <a:lnTo>
                    <a:pt x="753" y="883"/>
                  </a:lnTo>
                  <a:lnTo>
                    <a:pt x="753" y="883"/>
                  </a:lnTo>
                  <a:lnTo>
                    <a:pt x="753" y="881"/>
                  </a:lnTo>
                  <a:lnTo>
                    <a:pt x="753" y="881"/>
                  </a:lnTo>
                  <a:lnTo>
                    <a:pt x="755" y="881"/>
                  </a:lnTo>
                  <a:lnTo>
                    <a:pt x="758" y="878"/>
                  </a:lnTo>
                  <a:lnTo>
                    <a:pt x="762" y="873"/>
                  </a:lnTo>
                  <a:lnTo>
                    <a:pt x="762" y="869"/>
                  </a:lnTo>
                  <a:lnTo>
                    <a:pt x="762" y="866"/>
                  </a:lnTo>
                  <a:lnTo>
                    <a:pt x="762" y="866"/>
                  </a:lnTo>
                  <a:lnTo>
                    <a:pt x="760" y="866"/>
                  </a:lnTo>
                  <a:lnTo>
                    <a:pt x="748" y="869"/>
                  </a:lnTo>
                  <a:lnTo>
                    <a:pt x="741" y="873"/>
                  </a:lnTo>
                  <a:lnTo>
                    <a:pt x="734" y="873"/>
                  </a:lnTo>
                  <a:lnTo>
                    <a:pt x="734" y="873"/>
                  </a:lnTo>
                  <a:lnTo>
                    <a:pt x="732" y="876"/>
                  </a:lnTo>
                  <a:lnTo>
                    <a:pt x="729" y="876"/>
                  </a:lnTo>
                  <a:lnTo>
                    <a:pt x="727" y="878"/>
                  </a:lnTo>
                  <a:lnTo>
                    <a:pt x="727" y="878"/>
                  </a:lnTo>
                  <a:lnTo>
                    <a:pt x="727" y="881"/>
                  </a:lnTo>
                  <a:lnTo>
                    <a:pt x="729" y="881"/>
                  </a:lnTo>
                  <a:lnTo>
                    <a:pt x="729" y="881"/>
                  </a:lnTo>
                  <a:lnTo>
                    <a:pt x="729" y="881"/>
                  </a:lnTo>
                  <a:lnTo>
                    <a:pt x="725" y="881"/>
                  </a:lnTo>
                  <a:close/>
                  <a:moveTo>
                    <a:pt x="758" y="831"/>
                  </a:moveTo>
                  <a:lnTo>
                    <a:pt x="758" y="833"/>
                  </a:lnTo>
                  <a:lnTo>
                    <a:pt x="758" y="833"/>
                  </a:lnTo>
                  <a:lnTo>
                    <a:pt x="758" y="833"/>
                  </a:lnTo>
                  <a:lnTo>
                    <a:pt x="760" y="836"/>
                  </a:lnTo>
                  <a:lnTo>
                    <a:pt x="760" y="836"/>
                  </a:lnTo>
                  <a:lnTo>
                    <a:pt x="760" y="836"/>
                  </a:lnTo>
                  <a:lnTo>
                    <a:pt x="760" y="836"/>
                  </a:lnTo>
                  <a:lnTo>
                    <a:pt x="762" y="836"/>
                  </a:lnTo>
                  <a:lnTo>
                    <a:pt x="765" y="831"/>
                  </a:lnTo>
                  <a:lnTo>
                    <a:pt x="765" y="831"/>
                  </a:lnTo>
                  <a:lnTo>
                    <a:pt x="767" y="831"/>
                  </a:lnTo>
                  <a:lnTo>
                    <a:pt x="767" y="831"/>
                  </a:lnTo>
                  <a:lnTo>
                    <a:pt x="770" y="826"/>
                  </a:lnTo>
                  <a:lnTo>
                    <a:pt x="770" y="824"/>
                  </a:lnTo>
                  <a:lnTo>
                    <a:pt x="770" y="824"/>
                  </a:lnTo>
                  <a:lnTo>
                    <a:pt x="770" y="821"/>
                  </a:lnTo>
                  <a:lnTo>
                    <a:pt x="767" y="821"/>
                  </a:lnTo>
                  <a:lnTo>
                    <a:pt x="765" y="821"/>
                  </a:lnTo>
                  <a:lnTo>
                    <a:pt x="765" y="821"/>
                  </a:lnTo>
                  <a:lnTo>
                    <a:pt x="762" y="824"/>
                  </a:lnTo>
                  <a:lnTo>
                    <a:pt x="765" y="824"/>
                  </a:lnTo>
                  <a:lnTo>
                    <a:pt x="762" y="824"/>
                  </a:lnTo>
                  <a:lnTo>
                    <a:pt x="762" y="826"/>
                  </a:lnTo>
                  <a:lnTo>
                    <a:pt x="762" y="826"/>
                  </a:lnTo>
                  <a:lnTo>
                    <a:pt x="760" y="828"/>
                  </a:lnTo>
                  <a:lnTo>
                    <a:pt x="758" y="831"/>
                  </a:lnTo>
                  <a:close/>
                  <a:moveTo>
                    <a:pt x="784" y="736"/>
                  </a:moveTo>
                  <a:lnTo>
                    <a:pt x="779" y="739"/>
                  </a:lnTo>
                  <a:lnTo>
                    <a:pt x="779" y="739"/>
                  </a:lnTo>
                  <a:lnTo>
                    <a:pt x="772" y="743"/>
                  </a:lnTo>
                  <a:lnTo>
                    <a:pt x="772" y="746"/>
                  </a:lnTo>
                  <a:lnTo>
                    <a:pt x="772" y="746"/>
                  </a:lnTo>
                  <a:lnTo>
                    <a:pt x="772" y="748"/>
                  </a:lnTo>
                  <a:lnTo>
                    <a:pt x="772" y="748"/>
                  </a:lnTo>
                  <a:lnTo>
                    <a:pt x="772" y="748"/>
                  </a:lnTo>
                  <a:lnTo>
                    <a:pt x="772" y="748"/>
                  </a:lnTo>
                  <a:lnTo>
                    <a:pt x="774" y="750"/>
                  </a:lnTo>
                  <a:lnTo>
                    <a:pt x="774" y="750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5"/>
                  </a:lnTo>
                  <a:lnTo>
                    <a:pt x="777" y="755"/>
                  </a:lnTo>
                  <a:lnTo>
                    <a:pt x="777" y="755"/>
                  </a:lnTo>
                  <a:lnTo>
                    <a:pt x="777" y="757"/>
                  </a:lnTo>
                  <a:lnTo>
                    <a:pt x="777" y="757"/>
                  </a:lnTo>
                  <a:lnTo>
                    <a:pt x="779" y="755"/>
                  </a:lnTo>
                  <a:lnTo>
                    <a:pt x="781" y="753"/>
                  </a:lnTo>
                  <a:lnTo>
                    <a:pt x="781" y="753"/>
                  </a:lnTo>
                  <a:lnTo>
                    <a:pt x="781" y="753"/>
                  </a:lnTo>
                  <a:lnTo>
                    <a:pt x="781" y="753"/>
                  </a:lnTo>
                  <a:lnTo>
                    <a:pt x="781" y="750"/>
                  </a:lnTo>
                  <a:lnTo>
                    <a:pt x="779" y="750"/>
                  </a:lnTo>
                  <a:lnTo>
                    <a:pt x="781" y="750"/>
                  </a:lnTo>
                  <a:lnTo>
                    <a:pt x="784" y="748"/>
                  </a:lnTo>
                  <a:lnTo>
                    <a:pt x="784" y="748"/>
                  </a:lnTo>
                  <a:lnTo>
                    <a:pt x="784" y="748"/>
                  </a:lnTo>
                  <a:lnTo>
                    <a:pt x="784" y="748"/>
                  </a:lnTo>
                  <a:lnTo>
                    <a:pt x="784" y="746"/>
                  </a:lnTo>
                  <a:lnTo>
                    <a:pt x="784" y="746"/>
                  </a:lnTo>
                  <a:lnTo>
                    <a:pt x="784" y="746"/>
                  </a:lnTo>
                  <a:lnTo>
                    <a:pt x="784" y="743"/>
                  </a:lnTo>
                  <a:lnTo>
                    <a:pt x="784" y="743"/>
                  </a:lnTo>
                  <a:lnTo>
                    <a:pt x="784" y="741"/>
                  </a:lnTo>
                  <a:lnTo>
                    <a:pt x="784" y="739"/>
                  </a:lnTo>
                  <a:lnTo>
                    <a:pt x="784" y="739"/>
                  </a:lnTo>
                  <a:lnTo>
                    <a:pt x="786" y="739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6" y="739"/>
                  </a:lnTo>
                  <a:lnTo>
                    <a:pt x="786" y="739"/>
                  </a:lnTo>
                  <a:lnTo>
                    <a:pt x="786" y="739"/>
                  </a:lnTo>
                  <a:lnTo>
                    <a:pt x="786" y="739"/>
                  </a:lnTo>
                  <a:lnTo>
                    <a:pt x="786" y="741"/>
                  </a:lnTo>
                  <a:lnTo>
                    <a:pt x="786" y="741"/>
                  </a:lnTo>
                  <a:lnTo>
                    <a:pt x="788" y="743"/>
                  </a:lnTo>
                  <a:lnTo>
                    <a:pt x="788" y="743"/>
                  </a:lnTo>
                  <a:lnTo>
                    <a:pt x="791" y="746"/>
                  </a:lnTo>
                  <a:lnTo>
                    <a:pt x="791" y="746"/>
                  </a:lnTo>
                  <a:lnTo>
                    <a:pt x="791" y="748"/>
                  </a:lnTo>
                  <a:lnTo>
                    <a:pt x="793" y="746"/>
                  </a:lnTo>
                  <a:lnTo>
                    <a:pt x="793" y="746"/>
                  </a:lnTo>
                  <a:lnTo>
                    <a:pt x="793" y="743"/>
                  </a:lnTo>
                  <a:lnTo>
                    <a:pt x="793" y="743"/>
                  </a:lnTo>
                  <a:lnTo>
                    <a:pt x="796" y="743"/>
                  </a:lnTo>
                  <a:lnTo>
                    <a:pt x="796" y="743"/>
                  </a:lnTo>
                  <a:lnTo>
                    <a:pt x="796" y="741"/>
                  </a:lnTo>
                  <a:lnTo>
                    <a:pt x="796" y="741"/>
                  </a:lnTo>
                  <a:lnTo>
                    <a:pt x="796" y="741"/>
                  </a:lnTo>
                  <a:lnTo>
                    <a:pt x="798" y="739"/>
                  </a:lnTo>
                  <a:lnTo>
                    <a:pt x="798" y="739"/>
                  </a:lnTo>
                  <a:lnTo>
                    <a:pt x="798" y="739"/>
                  </a:lnTo>
                  <a:lnTo>
                    <a:pt x="798" y="736"/>
                  </a:lnTo>
                  <a:lnTo>
                    <a:pt x="796" y="734"/>
                  </a:lnTo>
                  <a:lnTo>
                    <a:pt x="796" y="734"/>
                  </a:lnTo>
                  <a:lnTo>
                    <a:pt x="796" y="734"/>
                  </a:lnTo>
                  <a:lnTo>
                    <a:pt x="793" y="734"/>
                  </a:lnTo>
                  <a:lnTo>
                    <a:pt x="793" y="734"/>
                  </a:lnTo>
                  <a:lnTo>
                    <a:pt x="793" y="734"/>
                  </a:lnTo>
                  <a:lnTo>
                    <a:pt x="788" y="731"/>
                  </a:lnTo>
                  <a:lnTo>
                    <a:pt x="786" y="729"/>
                  </a:lnTo>
                  <a:lnTo>
                    <a:pt x="786" y="731"/>
                  </a:lnTo>
                  <a:lnTo>
                    <a:pt x="786" y="734"/>
                  </a:lnTo>
                  <a:lnTo>
                    <a:pt x="786" y="734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4" y="736"/>
                  </a:lnTo>
                  <a:close/>
                  <a:moveTo>
                    <a:pt x="680" y="639"/>
                  </a:moveTo>
                  <a:lnTo>
                    <a:pt x="680" y="639"/>
                  </a:lnTo>
                  <a:lnTo>
                    <a:pt x="680" y="639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77" y="641"/>
                  </a:lnTo>
                  <a:lnTo>
                    <a:pt x="677" y="644"/>
                  </a:lnTo>
                  <a:lnTo>
                    <a:pt x="675" y="646"/>
                  </a:lnTo>
                  <a:lnTo>
                    <a:pt x="670" y="646"/>
                  </a:lnTo>
                  <a:lnTo>
                    <a:pt x="670" y="646"/>
                  </a:lnTo>
                  <a:lnTo>
                    <a:pt x="668" y="649"/>
                  </a:lnTo>
                  <a:lnTo>
                    <a:pt x="665" y="649"/>
                  </a:lnTo>
                  <a:lnTo>
                    <a:pt x="665" y="651"/>
                  </a:lnTo>
                  <a:lnTo>
                    <a:pt x="673" y="653"/>
                  </a:lnTo>
                  <a:lnTo>
                    <a:pt x="677" y="651"/>
                  </a:lnTo>
                  <a:lnTo>
                    <a:pt x="696" y="639"/>
                  </a:lnTo>
                  <a:lnTo>
                    <a:pt x="696" y="637"/>
                  </a:lnTo>
                  <a:lnTo>
                    <a:pt x="689" y="637"/>
                  </a:lnTo>
                  <a:lnTo>
                    <a:pt x="682" y="637"/>
                  </a:lnTo>
                  <a:lnTo>
                    <a:pt x="680" y="639"/>
                  </a:lnTo>
                  <a:close/>
                  <a:moveTo>
                    <a:pt x="625" y="720"/>
                  </a:moveTo>
                  <a:lnTo>
                    <a:pt x="625" y="722"/>
                  </a:lnTo>
                  <a:lnTo>
                    <a:pt x="635" y="722"/>
                  </a:lnTo>
                  <a:lnTo>
                    <a:pt x="637" y="722"/>
                  </a:lnTo>
                  <a:lnTo>
                    <a:pt x="637" y="722"/>
                  </a:lnTo>
                  <a:lnTo>
                    <a:pt x="637" y="720"/>
                  </a:lnTo>
                  <a:lnTo>
                    <a:pt x="637" y="722"/>
                  </a:lnTo>
                  <a:lnTo>
                    <a:pt x="637" y="722"/>
                  </a:lnTo>
                  <a:lnTo>
                    <a:pt x="639" y="722"/>
                  </a:lnTo>
                  <a:lnTo>
                    <a:pt x="639" y="722"/>
                  </a:lnTo>
                  <a:lnTo>
                    <a:pt x="639" y="720"/>
                  </a:lnTo>
                  <a:lnTo>
                    <a:pt x="639" y="720"/>
                  </a:lnTo>
                  <a:lnTo>
                    <a:pt x="642" y="722"/>
                  </a:lnTo>
                  <a:lnTo>
                    <a:pt x="642" y="722"/>
                  </a:lnTo>
                  <a:lnTo>
                    <a:pt x="644" y="720"/>
                  </a:lnTo>
                  <a:lnTo>
                    <a:pt x="644" y="717"/>
                  </a:lnTo>
                  <a:lnTo>
                    <a:pt x="646" y="717"/>
                  </a:lnTo>
                  <a:lnTo>
                    <a:pt x="646" y="712"/>
                  </a:lnTo>
                  <a:lnTo>
                    <a:pt x="646" y="712"/>
                  </a:lnTo>
                  <a:lnTo>
                    <a:pt x="649" y="710"/>
                  </a:lnTo>
                  <a:lnTo>
                    <a:pt x="654" y="708"/>
                  </a:lnTo>
                  <a:lnTo>
                    <a:pt x="656" y="708"/>
                  </a:lnTo>
                  <a:lnTo>
                    <a:pt x="656" y="708"/>
                  </a:lnTo>
                  <a:lnTo>
                    <a:pt x="656" y="705"/>
                  </a:lnTo>
                  <a:lnTo>
                    <a:pt x="656" y="705"/>
                  </a:lnTo>
                  <a:lnTo>
                    <a:pt x="658" y="705"/>
                  </a:lnTo>
                  <a:lnTo>
                    <a:pt x="656" y="705"/>
                  </a:lnTo>
                  <a:lnTo>
                    <a:pt x="656" y="705"/>
                  </a:lnTo>
                  <a:lnTo>
                    <a:pt x="656" y="705"/>
                  </a:lnTo>
                  <a:lnTo>
                    <a:pt x="656" y="703"/>
                  </a:lnTo>
                  <a:lnTo>
                    <a:pt x="651" y="703"/>
                  </a:lnTo>
                  <a:lnTo>
                    <a:pt x="646" y="703"/>
                  </a:lnTo>
                  <a:lnTo>
                    <a:pt x="646" y="703"/>
                  </a:lnTo>
                  <a:lnTo>
                    <a:pt x="632" y="708"/>
                  </a:lnTo>
                  <a:lnTo>
                    <a:pt x="632" y="710"/>
                  </a:lnTo>
                  <a:lnTo>
                    <a:pt x="632" y="710"/>
                  </a:lnTo>
                  <a:lnTo>
                    <a:pt x="630" y="712"/>
                  </a:lnTo>
                  <a:lnTo>
                    <a:pt x="630" y="712"/>
                  </a:lnTo>
                  <a:lnTo>
                    <a:pt x="630" y="715"/>
                  </a:lnTo>
                  <a:lnTo>
                    <a:pt x="632" y="715"/>
                  </a:lnTo>
                  <a:lnTo>
                    <a:pt x="632" y="715"/>
                  </a:lnTo>
                  <a:lnTo>
                    <a:pt x="630" y="715"/>
                  </a:lnTo>
                  <a:lnTo>
                    <a:pt x="628" y="715"/>
                  </a:lnTo>
                  <a:lnTo>
                    <a:pt x="625" y="717"/>
                  </a:lnTo>
                  <a:lnTo>
                    <a:pt x="628" y="717"/>
                  </a:lnTo>
                  <a:lnTo>
                    <a:pt x="628" y="720"/>
                  </a:lnTo>
                  <a:lnTo>
                    <a:pt x="625" y="720"/>
                  </a:lnTo>
                  <a:close/>
                  <a:moveTo>
                    <a:pt x="677" y="542"/>
                  </a:moveTo>
                  <a:lnTo>
                    <a:pt x="670" y="537"/>
                  </a:lnTo>
                  <a:lnTo>
                    <a:pt x="668" y="535"/>
                  </a:lnTo>
                  <a:lnTo>
                    <a:pt x="668" y="535"/>
                  </a:lnTo>
                  <a:lnTo>
                    <a:pt x="668" y="537"/>
                  </a:lnTo>
                  <a:lnTo>
                    <a:pt x="656" y="537"/>
                  </a:lnTo>
                  <a:lnTo>
                    <a:pt x="654" y="537"/>
                  </a:lnTo>
                  <a:lnTo>
                    <a:pt x="654" y="540"/>
                  </a:lnTo>
                  <a:lnTo>
                    <a:pt x="651" y="542"/>
                  </a:lnTo>
                  <a:lnTo>
                    <a:pt x="654" y="542"/>
                  </a:lnTo>
                  <a:lnTo>
                    <a:pt x="654" y="544"/>
                  </a:lnTo>
                  <a:lnTo>
                    <a:pt x="651" y="544"/>
                  </a:lnTo>
                  <a:lnTo>
                    <a:pt x="654" y="547"/>
                  </a:lnTo>
                  <a:lnTo>
                    <a:pt x="654" y="547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52"/>
                  </a:lnTo>
                  <a:lnTo>
                    <a:pt x="656" y="552"/>
                  </a:lnTo>
                  <a:lnTo>
                    <a:pt x="658" y="554"/>
                  </a:lnTo>
                  <a:lnTo>
                    <a:pt x="665" y="556"/>
                  </a:lnTo>
                  <a:lnTo>
                    <a:pt x="670" y="554"/>
                  </a:lnTo>
                  <a:lnTo>
                    <a:pt x="670" y="552"/>
                  </a:lnTo>
                  <a:lnTo>
                    <a:pt x="673" y="552"/>
                  </a:lnTo>
                  <a:lnTo>
                    <a:pt x="673" y="552"/>
                  </a:lnTo>
                  <a:lnTo>
                    <a:pt x="675" y="552"/>
                  </a:lnTo>
                  <a:lnTo>
                    <a:pt x="675" y="552"/>
                  </a:lnTo>
                  <a:lnTo>
                    <a:pt x="680" y="552"/>
                  </a:lnTo>
                  <a:lnTo>
                    <a:pt x="682" y="552"/>
                  </a:lnTo>
                  <a:lnTo>
                    <a:pt x="682" y="552"/>
                  </a:lnTo>
                  <a:lnTo>
                    <a:pt x="682" y="552"/>
                  </a:lnTo>
                  <a:lnTo>
                    <a:pt x="684" y="549"/>
                  </a:lnTo>
                  <a:lnTo>
                    <a:pt x="684" y="549"/>
                  </a:lnTo>
                  <a:lnTo>
                    <a:pt x="677" y="542"/>
                  </a:lnTo>
                  <a:close/>
                  <a:moveTo>
                    <a:pt x="644" y="701"/>
                  </a:moveTo>
                  <a:lnTo>
                    <a:pt x="649" y="701"/>
                  </a:lnTo>
                  <a:lnTo>
                    <a:pt x="649" y="698"/>
                  </a:lnTo>
                  <a:lnTo>
                    <a:pt x="649" y="698"/>
                  </a:lnTo>
                  <a:lnTo>
                    <a:pt x="649" y="696"/>
                  </a:lnTo>
                  <a:lnTo>
                    <a:pt x="649" y="694"/>
                  </a:lnTo>
                  <a:lnTo>
                    <a:pt x="646" y="694"/>
                  </a:lnTo>
                  <a:lnTo>
                    <a:pt x="635" y="696"/>
                  </a:lnTo>
                  <a:lnTo>
                    <a:pt x="632" y="696"/>
                  </a:lnTo>
                  <a:lnTo>
                    <a:pt x="632" y="696"/>
                  </a:lnTo>
                  <a:lnTo>
                    <a:pt x="630" y="698"/>
                  </a:lnTo>
                  <a:lnTo>
                    <a:pt x="630" y="698"/>
                  </a:lnTo>
                  <a:lnTo>
                    <a:pt x="628" y="698"/>
                  </a:lnTo>
                  <a:lnTo>
                    <a:pt x="623" y="701"/>
                  </a:lnTo>
                  <a:lnTo>
                    <a:pt x="618" y="701"/>
                  </a:lnTo>
                  <a:lnTo>
                    <a:pt x="616" y="705"/>
                  </a:lnTo>
                  <a:lnTo>
                    <a:pt x="611" y="705"/>
                  </a:lnTo>
                  <a:lnTo>
                    <a:pt x="611" y="705"/>
                  </a:lnTo>
                  <a:lnTo>
                    <a:pt x="613" y="705"/>
                  </a:lnTo>
                  <a:lnTo>
                    <a:pt x="613" y="705"/>
                  </a:lnTo>
                  <a:lnTo>
                    <a:pt x="613" y="708"/>
                  </a:lnTo>
                  <a:lnTo>
                    <a:pt x="613" y="708"/>
                  </a:lnTo>
                  <a:lnTo>
                    <a:pt x="616" y="708"/>
                  </a:lnTo>
                  <a:lnTo>
                    <a:pt x="618" y="710"/>
                  </a:lnTo>
                  <a:lnTo>
                    <a:pt x="644" y="701"/>
                  </a:lnTo>
                  <a:close/>
                  <a:moveTo>
                    <a:pt x="803" y="750"/>
                  </a:moveTo>
                  <a:lnTo>
                    <a:pt x="803" y="753"/>
                  </a:lnTo>
                  <a:lnTo>
                    <a:pt x="803" y="753"/>
                  </a:lnTo>
                  <a:lnTo>
                    <a:pt x="800" y="750"/>
                  </a:lnTo>
                  <a:lnTo>
                    <a:pt x="800" y="750"/>
                  </a:lnTo>
                  <a:lnTo>
                    <a:pt x="800" y="750"/>
                  </a:lnTo>
                  <a:lnTo>
                    <a:pt x="800" y="748"/>
                  </a:lnTo>
                  <a:lnTo>
                    <a:pt x="798" y="748"/>
                  </a:lnTo>
                  <a:lnTo>
                    <a:pt x="798" y="748"/>
                  </a:lnTo>
                  <a:lnTo>
                    <a:pt x="796" y="748"/>
                  </a:lnTo>
                  <a:lnTo>
                    <a:pt x="796" y="750"/>
                  </a:lnTo>
                  <a:lnTo>
                    <a:pt x="796" y="750"/>
                  </a:lnTo>
                  <a:lnTo>
                    <a:pt x="796" y="750"/>
                  </a:lnTo>
                  <a:lnTo>
                    <a:pt x="796" y="750"/>
                  </a:lnTo>
                  <a:lnTo>
                    <a:pt x="793" y="750"/>
                  </a:lnTo>
                  <a:lnTo>
                    <a:pt x="793" y="750"/>
                  </a:lnTo>
                  <a:lnTo>
                    <a:pt x="793" y="753"/>
                  </a:lnTo>
                  <a:lnTo>
                    <a:pt x="793" y="753"/>
                  </a:lnTo>
                  <a:lnTo>
                    <a:pt x="793" y="753"/>
                  </a:lnTo>
                  <a:lnTo>
                    <a:pt x="796" y="753"/>
                  </a:lnTo>
                  <a:lnTo>
                    <a:pt x="796" y="753"/>
                  </a:lnTo>
                  <a:lnTo>
                    <a:pt x="796" y="753"/>
                  </a:lnTo>
                  <a:lnTo>
                    <a:pt x="796" y="753"/>
                  </a:lnTo>
                  <a:lnTo>
                    <a:pt x="796" y="750"/>
                  </a:lnTo>
                  <a:lnTo>
                    <a:pt x="796" y="753"/>
                  </a:lnTo>
                  <a:lnTo>
                    <a:pt x="796" y="750"/>
                  </a:lnTo>
                  <a:lnTo>
                    <a:pt x="803" y="753"/>
                  </a:lnTo>
                  <a:lnTo>
                    <a:pt x="803" y="755"/>
                  </a:lnTo>
                  <a:lnTo>
                    <a:pt x="798" y="755"/>
                  </a:lnTo>
                  <a:lnTo>
                    <a:pt x="798" y="755"/>
                  </a:lnTo>
                  <a:lnTo>
                    <a:pt x="800" y="755"/>
                  </a:lnTo>
                  <a:lnTo>
                    <a:pt x="800" y="755"/>
                  </a:lnTo>
                  <a:lnTo>
                    <a:pt x="798" y="753"/>
                  </a:lnTo>
                  <a:lnTo>
                    <a:pt x="798" y="753"/>
                  </a:lnTo>
                  <a:lnTo>
                    <a:pt x="796" y="757"/>
                  </a:lnTo>
                  <a:lnTo>
                    <a:pt x="793" y="760"/>
                  </a:lnTo>
                  <a:lnTo>
                    <a:pt x="793" y="760"/>
                  </a:lnTo>
                  <a:lnTo>
                    <a:pt x="793" y="760"/>
                  </a:lnTo>
                  <a:lnTo>
                    <a:pt x="793" y="760"/>
                  </a:lnTo>
                  <a:lnTo>
                    <a:pt x="793" y="762"/>
                  </a:lnTo>
                  <a:lnTo>
                    <a:pt x="798" y="760"/>
                  </a:lnTo>
                  <a:lnTo>
                    <a:pt x="800" y="760"/>
                  </a:lnTo>
                  <a:lnTo>
                    <a:pt x="798" y="762"/>
                  </a:lnTo>
                  <a:lnTo>
                    <a:pt x="796" y="762"/>
                  </a:lnTo>
                  <a:lnTo>
                    <a:pt x="796" y="762"/>
                  </a:lnTo>
                  <a:lnTo>
                    <a:pt x="796" y="762"/>
                  </a:lnTo>
                  <a:lnTo>
                    <a:pt x="796" y="765"/>
                  </a:lnTo>
                  <a:lnTo>
                    <a:pt x="796" y="765"/>
                  </a:lnTo>
                  <a:lnTo>
                    <a:pt x="796" y="765"/>
                  </a:lnTo>
                  <a:lnTo>
                    <a:pt x="798" y="765"/>
                  </a:lnTo>
                  <a:lnTo>
                    <a:pt x="798" y="765"/>
                  </a:lnTo>
                  <a:lnTo>
                    <a:pt x="798" y="765"/>
                  </a:lnTo>
                  <a:lnTo>
                    <a:pt x="796" y="767"/>
                  </a:lnTo>
                  <a:lnTo>
                    <a:pt x="796" y="765"/>
                  </a:lnTo>
                  <a:lnTo>
                    <a:pt x="788" y="767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72"/>
                  </a:lnTo>
                  <a:lnTo>
                    <a:pt x="788" y="772"/>
                  </a:lnTo>
                  <a:lnTo>
                    <a:pt x="788" y="772"/>
                  </a:lnTo>
                  <a:lnTo>
                    <a:pt x="788" y="769"/>
                  </a:lnTo>
                  <a:lnTo>
                    <a:pt x="786" y="769"/>
                  </a:lnTo>
                  <a:lnTo>
                    <a:pt x="786" y="769"/>
                  </a:lnTo>
                  <a:lnTo>
                    <a:pt x="786" y="772"/>
                  </a:lnTo>
                  <a:lnTo>
                    <a:pt x="786" y="772"/>
                  </a:lnTo>
                  <a:lnTo>
                    <a:pt x="786" y="772"/>
                  </a:lnTo>
                  <a:lnTo>
                    <a:pt x="786" y="772"/>
                  </a:lnTo>
                  <a:lnTo>
                    <a:pt x="786" y="774"/>
                  </a:lnTo>
                  <a:lnTo>
                    <a:pt x="786" y="776"/>
                  </a:lnTo>
                  <a:lnTo>
                    <a:pt x="784" y="779"/>
                  </a:lnTo>
                  <a:lnTo>
                    <a:pt x="784" y="779"/>
                  </a:lnTo>
                  <a:lnTo>
                    <a:pt x="784" y="781"/>
                  </a:lnTo>
                  <a:lnTo>
                    <a:pt x="784" y="781"/>
                  </a:lnTo>
                  <a:lnTo>
                    <a:pt x="784" y="781"/>
                  </a:lnTo>
                  <a:lnTo>
                    <a:pt x="784" y="783"/>
                  </a:lnTo>
                  <a:lnTo>
                    <a:pt x="784" y="783"/>
                  </a:lnTo>
                  <a:lnTo>
                    <a:pt x="784" y="786"/>
                  </a:lnTo>
                  <a:lnTo>
                    <a:pt x="784" y="788"/>
                  </a:lnTo>
                  <a:lnTo>
                    <a:pt x="784" y="788"/>
                  </a:lnTo>
                  <a:lnTo>
                    <a:pt x="786" y="788"/>
                  </a:lnTo>
                  <a:lnTo>
                    <a:pt x="786" y="788"/>
                  </a:lnTo>
                  <a:lnTo>
                    <a:pt x="786" y="788"/>
                  </a:lnTo>
                  <a:lnTo>
                    <a:pt x="786" y="786"/>
                  </a:lnTo>
                  <a:lnTo>
                    <a:pt x="791" y="786"/>
                  </a:lnTo>
                  <a:lnTo>
                    <a:pt x="791" y="786"/>
                  </a:lnTo>
                  <a:lnTo>
                    <a:pt x="791" y="788"/>
                  </a:lnTo>
                  <a:lnTo>
                    <a:pt x="791" y="788"/>
                  </a:lnTo>
                  <a:lnTo>
                    <a:pt x="791" y="788"/>
                  </a:lnTo>
                  <a:lnTo>
                    <a:pt x="788" y="788"/>
                  </a:lnTo>
                  <a:lnTo>
                    <a:pt x="791" y="791"/>
                  </a:lnTo>
                  <a:lnTo>
                    <a:pt x="791" y="791"/>
                  </a:lnTo>
                  <a:lnTo>
                    <a:pt x="791" y="793"/>
                  </a:lnTo>
                  <a:lnTo>
                    <a:pt x="791" y="793"/>
                  </a:lnTo>
                  <a:lnTo>
                    <a:pt x="791" y="795"/>
                  </a:lnTo>
                  <a:lnTo>
                    <a:pt x="791" y="795"/>
                  </a:lnTo>
                  <a:lnTo>
                    <a:pt x="793" y="795"/>
                  </a:lnTo>
                  <a:lnTo>
                    <a:pt x="793" y="795"/>
                  </a:lnTo>
                  <a:lnTo>
                    <a:pt x="793" y="793"/>
                  </a:lnTo>
                  <a:lnTo>
                    <a:pt x="796" y="793"/>
                  </a:lnTo>
                  <a:lnTo>
                    <a:pt x="796" y="793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6" y="788"/>
                  </a:lnTo>
                  <a:lnTo>
                    <a:pt x="796" y="788"/>
                  </a:lnTo>
                  <a:lnTo>
                    <a:pt x="796" y="786"/>
                  </a:lnTo>
                  <a:lnTo>
                    <a:pt x="796" y="786"/>
                  </a:lnTo>
                  <a:lnTo>
                    <a:pt x="798" y="783"/>
                  </a:lnTo>
                  <a:lnTo>
                    <a:pt x="798" y="783"/>
                  </a:lnTo>
                  <a:lnTo>
                    <a:pt x="798" y="786"/>
                  </a:lnTo>
                  <a:lnTo>
                    <a:pt x="798" y="786"/>
                  </a:lnTo>
                  <a:lnTo>
                    <a:pt x="796" y="788"/>
                  </a:lnTo>
                  <a:lnTo>
                    <a:pt x="796" y="788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8" y="791"/>
                  </a:lnTo>
                  <a:lnTo>
                    <a:pt x="798" y="788"/>
                  </a:lnTo>
                  <a:lnTo>
                    <a:pt x="798" y="788"/>
                  </a:lnTo>
                  <a:lnTo>
                    <a:pt x="798" y="788"/>
                  </a:lnTo>
                  <a:lnTo>
                    <a:pt x="798" y="788"/>
                  </a:lnTo>
                  <a:lnTo>
                    <a:pt x="798" y="791"/>
                  </a:lnTo>
                  <a:lnTo>
                    <a:pt x="798" y="791"/>
                  </a:lnTo>
                  <a:lnTo>
                    <a:pt x="796" y="791"/>
                  </a:lnTo>
                  <a:lnTo>
                    <a:pt x="796" y="793"/>
                  </a:lnTo>
                  <a:lnTo>
                    <a:pt x="796" y="793"/>
                  </a:lnTo>
                  <a:lnTo>
                    <a:pt x="798" y="795"/>
                  </a:lnTo>
                  <a:lnTo>
                    <a:pt x="798" y="795"/>
                  </a:lnTo>
                  <a:lnTo>
                    <a:pt x="798" y="795"/>
                  </a:lnTo>
                  <a:lnTo>
                    <a:pt x="800" y="798"/>
                  </a:lnTo>
                  <a:lnTo>
                    <a:pt x="800" y="798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2"/>
                  </a:lnTo>
                  <a:lnTo>
                    <a:pt x="807" y="802"/>
                  </a:lnTo>
                  <a:lnTo>
                    <a:pt x="807" y="802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2"/>
                  </a:lnTo>
                  <a:lnTo>
                    <a:pt x="810" y="802"/>
                  </a:lnTo>
                  <a:lnTo>
                    <a:pt x="812" y="802"/>
                  </a:lnTo>
                  <a:lnTo>
                    <a:pt x="812" y="802"/>
                  </a:lnTo>
                  <a:lnTo>
                    <a:pt x="812" y="802"/>
                  </a:lnTo>
                  <a:lnTo>
                    <a:pt x="812" y="805"/>
                  </a:lnTo>
                  <a:lnTo>
                    <a:pt x="812" y="807"/>
                  </a:lnTo>
                  <a:lnTo>
                    <a:pt x="812" y="807"/>
                  </a:lnTo>
                  <a:lnTo>
                    <a:pt x="815" y="807"/>
                  </a:lnTo>
                  <a:lnTo>
                    <a:pt x="815" y="807"/>
                  </a:lnTo>
                  <a:lnTo>
                    <a:pt x="812" y="805"/>
                  </a:lnTo>
                  <a:lnTo>
                    <a:pt x="812" y="805"/>
                  </a:lnTo>
                  <a:lnTo>
                    <a:pt x="815" y="802"/>
                  </a:lnTo>
                  <a:lnTo>
                    <a:pt x="815" y="802"/>
                  </a:lnTo>
                  <a:lnTo>
                    <a:pt x="815" y="802"/>
                  </a:lnTo>
                  <a:lnTo>
                    <a:pt x="815" y="802"/>
                  </a:lnTo>
                  <a:lnTo>
                    <a:pt x="815" y="805"/>
                  </a:lnTo>
                  <a:lnTo>
                    <a:pt x="815" y="805"/>
                  </a:lnTo>
                  <a:lnTo>
                    <a:pt x="815" y="805"/>
                  </a:lnTo>
                  <a:lnTo>
                    <a:pt x="815" y="805"/>
                  </a:lnTo>
                  <a:lnTo>
                    <a:pt x="817" y="805"/>
                  </a:lnTo>
                  <a:lnTo>
                    <a:pt x="817" y="805"/>
                  </a:lnTo>
                  <a:lnTo>
                    <a:pt x="817" y="802"/>
                  </a:lnTo>
                  <a:lnTo>
                    <a:pt x="817" y="802"/>
                  </a:lnTo>
                  <a:lnTo>
                    <a:pt x="817" y="802"/>
                  </a:lnTo>
                  <a:lnTo>
                    <a:pt x="817" y="802"/>
                  </a:lnTo>
                  <a:lnTo>
                    <a:pt x="824" y="810"/>
                  </a:lnTo>
                  <a:lnTo>
                    <a:pt x="824" y="810"/>
                  </a:lnTo>
                  <a:lnTo>
                    <a:pt x="824" y="812"/>
                  </a:lnTo>
                  <a:lnTo>
                    <a:pt x="824" y="812"/>
                  </a:lnTo>
                  <a:lnTo>
                    <a:pt x="824" y="812"/>
                  </a:lnTo>
                  <a:lnTo>
                    <a:pt x="824" y="814"/>
                  </a:lnTo>
                  <a:lnTo>
                    <a:pt x="826" y="814"/>
                  </a:lnTo>
                  <a:lnTo>
                    <a:pt x="826" y="814"/>
                  </a:lnTo>
                  <a:lnTo>
                    <a:pt x="829" y="814"/>
                  </a:lnTo>
                  <a:lnTo>
                    <a:pt x="829" y="812"/>
                  </a:lnTo>
                  <a:lnTo>
                    <a:pt x="831" y="812"/>
                  </a:lnTo>
                  <a:lnTo>
                    <a:pt x="831" y="812"/>
                  </a:lnTo>
                  <a:lnTo>
                    <a:pt x="831" y="814"/>
                  </a:lnTo>
                  <a:lnTo>
                    <a:pt x="833" y="817"/>
                  </a:lnTo>
                  <a:lnTo>
                    <a:pt x="841" y="817"/>
                  </a:lnTo>
                  <a:lnTo>
                    <a:pt x="841" y="814"/>
                  </a:lnTo>
                  <a:lnTo>
                    <a:pt x="843" y="814"/>
                  </a:lnTo>
                  <a:lnTo>
                    <a:pt x="843" y="814"/>
                  </a:lnTo>
                  <a:lnTo>
                    <a:pt x="845" y="814"/>
                  </a:lnTo>
                  <a:lnTo>
                    <a:pt x="845" y="814"/>
                  </a:lnTo>
                  <a:lnTo>
                    <a:pt x="859" y="812"/>
                  </a:lnTo>
                  <a:lnTo>
                    <a:pt x="862" y="812"/>
                  </a:lnTo>
                  <a:lnTo>
                    <a:pt x="862" y="810"/>
                  </a:lnTo>
                  <a:lnTo>
                    <a:pt x="864" y="807"/>
                  </a:lnTo>
                  <a:lnTo>
                    <a:pt x="864" y="807"/>
                  </a:lnTo>
                  <a:lnTo>
                    <a:pt x="862" y="805"/>
                  </a:lnTo>
                  <a:lnTo>
                    <a:pt x="862" y="805"/>
                  </a:lnTo>
                  <a:lnTo>
                    <a:pt x="859" y="805"/>
                  </a:lnTo>
                  <a:lnTo>
                    <a:pt x="862" y="805"/>
                  </a:lnTo>
                  <a:lnTo>
                    <a:pt x="862" y="805"/>
                  </a:lnTo>
                  <a:lnTo>
                    <a:pt x="864" y="802"/>
                  </a:lnTo>
                  <a:lnTo>
                    <a:pt x="862" y="800"/>
                  </a:lnTo>
                  <a:lnTo>
                    <a:pt x="864" y="795"/>
                  </a:lnTo>
                  <a:lnTo>
                    <a:pt x="862" y="795"/>
                  </a:lnTo>
                  <a:lnTo>
                    <a:pt x="862" y="793"/>
                  </a:lnTo>
                  <a:lnTo>
                    <a:pt x="862" y="791"/>
                  </a:lnTo>
                  <a:lnTo>
                    <a:pt x="862" y="791"/>
                  </a:lnTo>
                  <a:lnTo>
                    <a:pt x="862" y="788"/>
                  </a:lnTo>
                  <a:lnTo>
                    <a:pt x="862" y="786"/>
                  </a:lnTo>
                  <a:lnTo>
                    <a:pt x="862" y="786"/>
                  </a:lnTo>
                  <a:lnTo>
                    <a:pt x="862" y="783"/>
                  </a:lnTo>
                  <a:lnTo>
                    <a:pt x="859" y="781"/>
                  </a:lnTo>
                  <a:lnTo>
                    <a:pt x="859" y="779"/>
                  </a:lnTo>
                  <a:lnTo>
                    <a:pt x="857" y="779"/>
                  </a:lnTo>
                  <a:lnTo>
                    <a:pt x="857" y="779"/>
                  </a:lnTo>
                  <a:lnTo>
                    <a:pt x="857" y="779"/>
                  </a:lnTo>
                  <a:lnTo>
                    <a:pt x="855" y="779"/>
                  </a:lnTo>
                  <a:lnTo>
                    <a:pt x="857" y="779"/>
                  </a:lnTo>
                  <a:lnTo>
                    <a:pt x="857" y="779"/>
                  </a:lnTo>
                  <a:lnTo>
                    <a:pt x="857" y="776"/>
                  </a:lnTo>
                  <a:lnTo>
                    <a:pt x="859" y="776"/>
                  </a:lnTo>
                  <a:lnTo>
                    <a:pt x="859" y="776"/>
                  </a:lnTo>
                  <a:lnTo>
                    <a:pt x="859" y="774"/>
                  </a:lnTo>
                  <a:lnTo>
                    <a:pt x="857" y="774"/>
                  </a:lnTo>
                  <a:lnTo>
                    <a:pt x="859" y="772"/>
                  </a:lnTo>
                  <a:lnTo>
                    <a:pt x="859" y="772"/>
                  </a:lnTo>
                  <a:lnTo>
                    <a:pt x="859" y="769"/>
                  </a:lnTo>
                  <a:lnTo>
                    <a:pt x="859" y="769"/>
                  </a:lnTo>
                  <a:lnTo>
                    <a:pt x="857" y="767"/>
                  </a:lnTo>
                  <a:lnTo>
                    <a:pt x="855" y="765"/>
                  </a:lnTo>
                  <a:lnTo>
                    <a:pt x="857" y="762"/>
                  </a:lnTo>
                  <a:lnTo>
                    <a:pt x="857" y="762"/>
                  </a:lnTo>
                  <a:lnTo>
                    <a:pt x="857" y="760"/>
                  </a:lnTo>
                  <a:lnTo>
                    <a:pt x="857" y="760"/>
                  </a:lnTo>
                  <a:lnTo>
                    <a:pt x="852" y="755"/>
                  </a:lnTo>
                  <a:lnTo>
                    <a:pt x="850" y="755"/>
                  </a:lnTo>
                  <a:lnTo>
                    <a:pt x="850" y="755"/>
                  </a:lnTo>
                  <a:lnTo>
                    <a:pt x="850" y="755"/>
                  </a:lnTo>
                  <a:lnTo>
                    <a:pt x="852" y="755"/>
                  </a:lnTo>
                  <a:lnTo>
                    <a:pt x="852" y="755"/>
                  </a:lnTo>
                  <a:lnTo>
                    <a:pt x="852" y="753"/>
                  </a:lnTo>
                  <a:lnTo>
                    <a:pt x="852" y="753"/>
                  </a:lnTo>
                  <a:lnTo>
                    <a:pt x="852" y="750"/>
                  </a:lnTo>
                  <a:lnTo>
                    <a:pt x="852" y="750"/>
                  </a:lnTo>
                  <a:lnTo>
                    <a:pt x="850" y="750"/>
                  </a:lnTo>
                  <a:lnTo>
                    <a:pt x="845" y="746"/>
                  </a:lnTo>
                  <a:lnTo>
                    <a:pt x="843" y="746"/>
                  </a:lnTo>
                  <a:lnTo>
                    <a:pt x="843" y="743"/>
                  </a:lnTo>
                  <a:lnTo>
                    <a:pt x="843" y="743"/>
                  </a:lnTo>
                  <a:lnTo>
                    <a:pt x="833" y="731"/>
                  </a:lnTo>
                  <a:lnTo>
                    <a:pt x="822" y="729"/>
                  </a:lnTo>
                  <a:lnTo>
                    <a:pt x="819" y="729"/>
                  </a:lnTo>
                  <a:lnTo>
                    <a:pt x="819" y="731"/>
                  </a:lnTo>
                  <a:lnTo>
                    <a:pt x="819" y="731"/>
                  </a:lnTo>
                  <a:lnTo>
                    <a:pt x="817" y="731"/>
                  </a:lnTo>
                  <a:lnTo>
                    <a:pt x="817" y="731"/>
                  </a:lnTo>
                  <a:lnTo>
                    <a:pt x="817" y="731"/>
                  </a:lnTo>
                  <a:lnTo>
                    <a:pt x="817" y="734"/>
                  </a:lnTo>
                  <a:lnTo>
                    <a:pt x="815" y="734"/>
                  </a:lnTo>
                  <a:lnTo>
                    <a:pt x="815" y="734"/>
                  </a:lnTo>
                  <a:lnTo>
                    <a:pt x="815" y="734"/>
                  </a:lnTo>
                  <a:lnTo>
                    <a:pt x="812" y="734"/>
                  </a:lnTo>
                  <a:lnTo>
                    <a:pt x="812" y="734"/>
                  </a:lnTo>
                  <a:lnTo>
                    <a:pt x="812" y="734"/>
                  </a:lnTo>
                  <a:lnTo>
                    <a:pt x="812" y="734"/>
                  </a:lnTo>
                  <a:lnTo>
                    <a:pt x="810" y="734"/>
                  </a:lnTo>
                  <a:lnTo>
                    <a:pt x="810" y="736"/>
                  </a:lnTo>
                  <a:lnTo>
                    <a:pt x="810" y="736"/>
                  </a:lnTo>
                  <a:lnTo>
                    <a:pt x="810" y="739"/>
                  </a:lnTo>
                  <a:lnTo>
                    <a:pt x="810" y="736"/>
                  </a:lnTo>
                  <a:lnTo>
                    <a:pt x="810" y="736"/>
                  </a:lnTo>
                  <a:lnTo>
                    <a:pt x="810" y="736"/>
                  </a:lnTo>
                  <a:lnTo>
                    <a:pt x="807" y="736"/>
                  </a:lnTo>
                  <a:lnTo>
                    <a:pt x="807" y="739"/>
                  </a:lnTo>
                  <a:lnTo>
                    <a:pt x="805" y="739"/>
                  </a:lnTo>
                  <a:lnTo>
                    <a:pt x="800" y="743"/>
                  </a:lnTo>
                  <a:lnTo>
                    <a:pt x="800" y="746"/>
                  </a:lnTo>
                  <a:lnTo>
                    <a:pt x="800" y="748"/>
                  </a:lnTo>
                  <a:lnTo>
                    <a:pt x="800" y="748"/>
                  </a:lnTo>
                  <a:lnTo>
                    <a:pt x="803" y="748"/>
                  </a:lnTo>
                  <a:lnTo>
                    <a:pt x="803" y="748"/>
                  </a:lnTo>
                  <a:lnTo>
                    <a:pt x="805" y="750"/>
                  </a:lnTo>
                  <a:lnTo>
                    <a:pt x="805" y="750"/>
                  </a:lnTo>
                  <a:lnTo>
                    <a:pt x="803" y="750"/>
                  </a:lnTo>
                  <a:lnTo>
                    <a:pt x="803" y="750"/>
                  </a:lnTo>
                  <a:close/>
                  <a:moveTo>
                    <a:pt x="642" y="516"/>
                  </a:moveTo>
                  <a:lnTo>
                    <a:pt x="644" y="516"/>
                  </a:lnTo>
                  <a:lnTo>
                    <a:pt x="646" y="511"/>
                  </a:lnTo>
                  <a:lnTo>
                    <a:pt x="649" y="509"/>
                  </a:lnTo>
                  <a:lnTo>
                    <a:pt x="649" y="509"/>
                  </a:lnTo>
                  <a:lnTo>
                    <a:pt x="649" y="509"/>
                  </a:lnTo>
                  <a:lnTo>
                    <a:pt x="649" y="507"/>
                  </a:lnTo>
                  <a:lnTo>
                    <a:pt x="649" y="504"/>
                  </a:lnTo>
                  <a:lnTo>
                    <a:pt x="649" y="504"/>
                  </a:lnTo>
                  <a:lnTo>
                    <a:pt x="646" y="504"/>
                  </a:lnTo>
                  <a:lnTo>
                    <a:pt x="644" y="504"/>
                  </a:lnTo>
                  <a:lnTo>
                    <a:pt x="644" y="504"/>
                  </a:lnTo>
                  <a:lnTo>
                    <a:pt x="639" y="509"/>
                  </a:lnTo>
                  <a:lnTo>
                    <a:pt x="639" y="511"/>
                  </a:lnTo>
                  <a:lnTo>
                    <a:pt x="639" y="514"/>
                  </a:lnTo>
                  <a:lnTo>
                    <a:pt x="639" y="514"/>
                  </a:lnTo>
                  <a:lnTo>
                    <a:pt x="639" y="516"/>
                  </a:lnTo>
                  <a:lnTo>
                    <a:pt x="642" y="516"/>
                  </a:lnTo>
                  <a:close/>
                  <a:moveTo>
                    <a:pt x="819" y="708"/>
                  </a:moveTo>
                  <a:lnTo>
                    <a:pt x="822" y="708"/>
                  </a:lnTo>
                  <a:lnTo>
                    <a:pt x="822" y="710"/>
                  </a:lnTo>
                  <a:lnTo>
                    <a:pt x="822" y="715"/>
                  </a:lnTo>
                  <a:lnTo>
                    <a:pt x="822" y="717"/>
                  </a:lnTo>
                  <a:lnTo>
                    <a:pt x="824" y="717"/>
                  </a:lnTo>
                  <a:lnTo>
                    <a:pt x="826" y="720"/>
                  </a:lnTo>
                  <a:lnTo>
                    <a:pt x="833" y="717"/>
                  </a:lnTo>
                  <a:lnTo>
                    <a:pt x="833" y="717"/>
                  </a:lnTo>
                  <a:lnTo>
                    <a:pt x="833" y="715"/>
                  </a:lnTo>
                  <a:lnTo>
                    <a:pt x="833" y="712"/>
                  </a:lnTo>
                  <a:lnTo>
                    <a:pt x="831" y="710"/>
                  </a:lnTo>
                  <a:lnTo>
                    <a:pt x="831" y="708"/>
                  </a:lnTo>
                  <a:lnTo>
                    <a:pt x="829" y="708"/>
                  </a:lnTo>
                  <a:lnTo>
                    <a:pt x="829" y="708"/>
                  </a:lnTo>
                  <a:lnTo>
                    <a:pt x="829" y="708"/>
                  </a:lnTo>
                  <a:lnTo>
                    <a:pt x="829" y="705"/>
                  </a:lnTo>
                  <a:lnTo>
                    <a:pt x="829" y="703"/>
                  </a:lnTo>
                  <a:lnTo>
                    <a:pt x="829" y="701"/>
                  </a:lnTo>
                  <a:lnTo>
                    <a:pt x="829" y="701"/>
                  </a:lnTo>
                  <a:lnTo>
                    <a:pt x="826" y="698"/>
                  </a:lnTo>
                  <a:lnTo>
                    <a:pt x="826" y="698"/>
                  </a:lnTo>
                  <a:lnTo>
                    <a:pt x="826" y="698"/>
                  </a:lnTo>
                  <a:lnTo>
                    <a:pt x="826" y="698"/>
                  </a:lnTo>
                  <a:lnTo>
                    <a:pt x="824" y="701"/>
                  </a:lnTo>
                  <a:lnTo>
                    <a:pt x="819" y="703"/>
                  </a:lnTo>
                  <a:lnTo>
                    <a:pt x="819" y="703"/>
                  </a:lnTo>
                  <a:lnTo>
                    <a:pt x="819" y="705"/>
                  </a:lnTo>
                  <a:lnTo>
                    <a:pt x="819" y="705"/>
                  </a:lnTo>
                  <a:lnTo>
                    <a:pt x="819" y="708"/>
                  </a:lnTo>
                  <a:close/>
                  <a:moveTo>
                    <a:pt x="923" y="481"/>
                  </a:moveTo>
                  <a:lnTo>
                    <a:pt x="923" y="483"/>
                  </a:lnTo>
                  <a:lnTo>
                    <a:pt x="923" y="483"/>
                  </a:lnTo>
                  <a:lnTo>
                    <a:pt x="923" y="485"/>
                  </a:lnTo>
                  <a:lnTo>
                    <a:pt x="923" y="488"/>
                  </a:lnTo>
                  <a:lnTo>
                    <a:pt x="923" y="488"/>
                  </a:lnTo>
                  <a:lnTo>
                    <a:pt x="926" y="490"/>
                  </a:lnTo>
                  <a:lnTo>
                    <a:pt x="926" y="488"/>
                  </a:lnTo>
                  <a:lnTo>
                    <a:pt x="926" y="488"/>
                  </a:lnTo>
                  <a:lnTo>
                    <a:pt x="926" y="485"/>
                  </a:lnTo>
                  <a:lnTo>
                    <a:pt x="928" y="483"/>
                  </a:lnTo>
                  <a:lnTo>
                    <a:pt x="928" y="483"/>
                  </a:lnTo>
                  <a:lnTo>
                    <a:pt x="926" y="481"/>
                  </a:lnTo>
                  <a:lnTo>
                    <a:pt x="926" y="478"/>
                  </a:lnTo>
                  <a:lnTo>
                    <a:pt x="928" y="473"/>
                  </a:lnTo>
                  <a:lnTo>
                    <a:pt x="928" y="473"/>
                  </a:lnTo>
                  <a:lnTo>
                    <a:pt x="926" y="471"/>
                  </a:lnTo>
                  <a:lnTo>
                    <a:pt x="926" y="469"/>
                  </a:lnTo>
                  <a:lnTo>
                    <a:pt x="926" y="469"/>
                  </a:lnTo>
                  <a:lnTo>
                    <a:pt x="926" y="471"/>
                  </a:lnTo>
                  <a:lnTo>
                    <a:pt x="926" y="471"/>
                  </a:lnTo>
                  <a:lnTo>
                    <a:pt x="926" y="471"/>
                  </a:lnTo>
                  <a:lnTo>
                    <a:pt x="923" y="471"/>
                  </a:lnTo>
                  <a:lnTo>
                    <a:pt x="923" y="471"/>
                  </a:lnTo>
                  <a:lnTo>
                    <a:pt x="923" y="471"/>
                  </a:lnTo>
                  <a:lnTo>
                    <a:pt x="923" y="473"/>
                  </a:lnTo>
                  <a:lnTo>
                    <a:pt x="923" y="473"/>
                  </a:lnTo>
                  <a:lnTo>
                    <a:pt x="923" y="473"/>
                  </a:lnTo>
                  <a:lnTo>
                    <a:pt x="923" y="476"/>
                  </a:lnTo>
                  <a:lnTo>
                    <a:pt x="923" y="476"/>
                  </a:lnTo>
                  <a:lnTo>
                    <a:pt x="923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3" y="481"/>
                  </a:lnTo>
                  <a:lnTo>
                    <a:pt x="923" y="481"/>
                  </a:lnTo>
                  <a:close/>
                  <a:moveTo>
                    <a:pt x="777" y="561"/>
                  </a:moveTo>
                  <a:lnTo>
                    <a:pt x="777" y="561"/>
                  </a:lnTo>
                  <a:lnTo>
                    <a:pt x="777" y="561"/>
                  </a:lnTo>
                  <a:lnTo>
                    <a:pt x="781" y="568"/>
                  </a:lnTo>
                  <a:lnTo>
                    <a:pt x="781" y="568"/>
                  </a:lnTo>
                  <a:lnTo>
                    <a:pt x="781" y="570"/>
                  </a:lnTo>
                  <a:lnTo>
                    <a:pt x="784" y="570"/>
                  </a:lnTo>
                  <a:lnTo>
                    <a:pt x="817" y="568"/>
                  </a:lnTo>
                  <a:lnTo>
                    <a:pt x="819" y="570"/>
                  </a:lnTo>
                  <a:lnTo>
                    <a:pt x="824" y="570"/>
                  </a:lnTo>
                  <a:lnTo>
                    <a:pt x="824" y="570"/>
                  </a:lnTo>
                  <a:lnTo>
                    <a:pt x="826" y="570"/>
                  </a:lnTo>
                  <a:lnTo>
                    <a:pt x="826" y="570"/>
                  </a:lnTo>
                  <a:lnTo>
                    <a:pt x="826" y="570"/>
                  </a:lnTo>
                  <a:lnTo>
                    <a:pt x="826" y="573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31" y="570"/>
                  </a:lnTo>
                  <a:lnTo>
                    <a:pt x="831" y="570"/>
                  </a:lnTo>
                  <a:lnTo>
                    <a:pt x="831" y="570"/>
                  </a:lnTo>
                  <a:lnTo>
                    <a:pt x="831" y="570"/>
                  </a:lnTo>
                  <a:lnTo>
                    <a:pt x="833" y="570"/>
                  </a:lnTo>
                  <a:lnTo>
                    <a:pt x="833" y="570"/>
                  </a:lnTo>
                  <a:lnTo>
                    <a:pt x="836" y="568"/>
                  </a:lnTo>
                  <a:lnTo>
                    <a:pt x="836" y="566"/>
                  </a:lnTo>
                  <a:lnTo>
                    <a:pt x="833" y="566"/>
                  </a:lnTo>
                  <a:lnTo>
                    <a:pt x="833" y="563"/>
                  </a:lnTo>
                  <a:lnTo>
                    <a:pt x="836" y="563"/>
                  </a:lnTo>
                  <a:lnTo>
                    <a:pt x="836" y="563"/>
                  </a:lnTo>
                  <a:lnTo>
                    <a:pt x="833" y="561"/>
                  </a:lnTo>
                  <a:lnTo>
                    <a:pt x="833" y="561"/>
                  </a:lnTo>
                  <a:lnTo>
                    <a:pt x="833" y="561"/>
                  </a:lnTo>
                  <a:lnTo>
                    <a:pt x="833" y="561"/>
                  </a:lnTo>
                  <a:lnTo>
                    <a:pt x="836" y="559"/>
                  </a:lnTo>
                  <a:lnTo>
                    <a:pt x="836" y="556"/>
                  </a:lnTo>
                  <a:lnTo>
                    <a:pt x="836" y="556"/>
                  </a:lnTo>
                  <a:lnTo>
                    <a:pt x="836" y="556"/>
                  </a:lnTo>
                  <a:lnTo>
                    <a:pt x="836" y="556"/>
                  </a:lnTo>
                  <a:lnTo>
                    <a:pt x="836" y="554"/>
                  </a:lnTo>
                  <a:lnTo>
                    <a:pt x="836" y="554"/>
                  </a:lnTo>
                  <a:lnTo>
                    <a:pt x="838" y="552"/>
                  </a:lnTo>
                  <a:lnTo>
                    <a:pt x="838" y="552"/>
                  </a:lnTo>
                  <a:lnTo>
                    <a:pt x="841" y="552"/>
                  </a:lnTo>
                  <a:lnTo>
                    <a:pt x="841" y="549"/>
                  </a:lnTo>
                  <a:lnTo>
                    <a:pt x="838" y="547"/>
                  </a:lnTo>
                  <a:lnTo>
                    <a:pt x="838" y="547"/>
                  </a:lnTo>
                  <a:lnTo>
                    <a:pt x="838" y="544"/>
                  </a:lnTo>
                  <a:lnTo>
                    <a:pt x="836" y="544"/>
                  </a:lnTo>
                  <a:lnTo>
                    <a:pt x="836" y="544"/>
                  </a:lnTo>
                  <a:lnTo>
                    <a:pt x="836" y="544"/>
                  </a:lnTo>
                  <a:lnTo>
                    <a:pt x="833" y="542"/>
                  </a:lnTo>
                  <a:lnTo>
                    <a:pt x="833" y="542"/>
                  </a:lnTo>
                  <a:lnTo>
                    <a:pt x="833" y="544"/>
                  </a:lnTo>
                  <a:lnTo>
                    <a:pt x="831" y="542"/>
                  </a:lnTo>
                  <a:lnTo>
                    <a:pt x="829" y="542"/>
                  </a:lnTo>
                  <a:lnTo>
                    <a:pt x="826" y="542"/>
                  </a:lnTo>
                  <a:lnTo>
                    <a:pt x="826" y="544"/>
                  </a:lnTo>
                  <a:lnTo>
                    <a:pt x="826" y="544"/>
                  </a:lnTo>
                  <a:lnTo>
                    <a:pt x="826" y="544"/>
                  </a:lnTo>
                  <a:lnTo>
                    <a:pt x="826" y="544"/>
                  </a:lnTo>
                  <a:lnTo>
                    <a:pt x="826" y="547"/>
                  </a:lnTo>
                  <a:lnTo>
                    <a:pt x="824" y="544"/>
                  </a:lnTo>
                  <a:lnTo>
                    <a:pt x="824" y="544"/>
                  </a:lnTo>
                  <a:lnTo>
                    <a:pt x="824" y="547"/>
                  </a:lnTo>
                  <a:lnTo>
                    <a:pt x="824" y="547"/>
                  </a:lnTo>
                  <a:lnTo>
                    <a:pt x="822" y="544"/>
                  </a:lnTo>
                  <a:lnTo>
                    <a:pt x="822" y="544"/>
                  </a:lnTo>
                  <a:lnTo>
                    <a:pt x="822" y="544"/>
                  </a:lnTo>
                  <a:lnTo>
                    <a:pt x="822" y="542"/>
                  </a:lnTo>
                  <a:lnTo>
                    <a:pt x="819" y="544"/>
                  </a:lnTo>
                  <a:lnTo>
                    <a:pt x="819" y="544"/>
                  </a:lnTo>
                  <a:lnTo>
                    <a:pt x="815" y="544"/>
                  </a:lnTo>
                  <a:lnTo>
                    <a:pt x="817" y="544"/>
                  </a:lnTo>
                  <a:lnTo>
                    <a:pt x="817" y="544"/>
                  </a:lnTo>
                  <a:lnTo>
                    <a:pt x="815" y="544"/>
                  </a:lnTo>
                  <a:lnTo>
                    <a:pt x="815" y="544"/>
                  </a:lnTo>
                  <a:lnTo>
                    <a:pt x="803" y="542"/>
                  </a:lnTo>
                  <a:lnTo>
                    <a:pt x="803" y="542"/>
                  </a:lnTo>
                  <a:lnTo>
                    <a:pt x="800" y="547"/>
                  </a:lnTo>
                  <a:lnTo>
                    <a:pt x="798" y="547"/>
                  </a:lnTo>
                  <a:lnTo>
                    <a:pt x="798" y="547"/>
                  </a:lnTo>
                  <a:lnTo>
                    <a:pt x="796" y="544"/>
                  </a:lnTo>
                  <a:lnTo>
                    <a:pt x="796" y="547"/>
                  </a:lnTo>
                  <a:lnTo>
                    <a:pt x="796" y="547"/>
                  </a:lnTo>
                  <a:lnTo>
                    <a:pt x="796" y="547"/>
                  </a:lnTo>
                  <a:lnTo>
                    <a:pt x="796" y="547"/>
                  </a:lnTo>
                  <a:lnTo>
                    <a:pt x="793" y="547"/>
                  </a:lnTo>
                  <a:lnTo>
                    <a:pt x="793" y="547"/>
                  </a:lnTo>
                  <a:lnTo>
                    <a:pt x="793" y="544"/>
                  </a:lnTo>
                  <a:lnTo>
                    <a:pt x="793" y="542"/>
                  </a:lnTo>
                  <a:lnTo>
                    <a:pt x="791" y="542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4" y="547"/>
                  </a:lnTo>
                  <a:lnTo>
                    <a:pt x="784" y="549"/>
                  </a:lnTo>
                  <a:lnTo>
                    <a:pt x="781" y="549"/>
                  </a:lnTo>
                  <a:lnTo>
                    <a:pt x="779" y="552"/>
                  </a:lnTo>
                  <a:lnTo>
                    <a:pt x="777" y="552"/>
                  </a:lnTo>
                  <a:lnTo>
                    <a:pt x="777" y="554"/>
                  </a:lnTo>
                  <a:lnTo>
                    <a:pt x="777" y="554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9"/>
                  </a:lnTo>
                  <a:lnTo>
                    <a:pt x="777" y="559"/>
                  </a:lnTo>
                  <a:lnTo>
                    <a:pt x="777" y="559"/>
                  </a:lnTo>
                  <a:lnTo>
                    <a:pt x="777" y="559"/>
                  </a:lnTo>
                  <a:lnTo>
                    <a:pt x="777" y="561"/>
                  </a:lnTo>
                  <a:close/>
                  <a:moveTo>
                    <a:pt x="881" y="554"/>
                  </a:moveTo>
                  <a:lnTo>
                    <a:pt x="881" y="556"/>
                  </a:lnTo>
                  <a:lnTo>
                    <a:pt x="881" y="556"/>
                  </a:lnTo>
                  <a:lnTo>
                    <a:pt x="881" y="556"/>
                  </a:lnTo>
                  <a:lnTo>
                    <a:pt x="881" y="559"/>
                  </a:lnTo>
                  <a:lnTo>
                    <a:pt x="881" y="559"/>
                  </a:lnTo>
                  <a:lnTo>
                    <a:pt x="881" y="559"/>
                  </a:lnTo>
                  <a:lnTo>
                    <a:pt x="883" y="563"/>
                  </a:lnTo>
                  <a:lnTo>
                    <a:pt x="883" y="566"/>
                  </a:lnTo>
                  <a:lnTo>
                    <a:pt x="883" y="566"/>
                  </a:lnTo>
                  <a:lnTo>
                    <a:pt x="883" y="568"/>
                  </a:lnTo>
                  <a:lnTo>
                    <a:pt x="883" y="568"/>
                  </a:lnTo>
                  <a:lnTo>
                    <a:pt x="883" y="570"/>
                  </a:lnTo>
                  <a:lnTo>
                    <a:pt x="883" y="570"/>
                  </a:lnTo>
                  <a:lnTo>
                    <a:pt x="885" y="570"/>
                  </a:lnTo>
                  <a:lnTo>
                    <a:pt x="885" y="573"/>
                  </a:lnTo>
                  <a:lnTo>
                    <a:pt x="885" y="573"/>
                  </a:lnTo>
                  <a:lnTo>
                    <a:pt x="890" y="575"/>
                  </a:lnTo>
                  <a:lnTo>
                    <a:pt x="902" y="582"/>
                  </a:lnTo>
                  <a:lnTo>
                    <a:pt x="902" y="582"/>
                  </a:lnTo>
                  <a:lnTo>
                    <a:pt x="902" y="582"/>
                  </a:lnTo>
                  <a:lnTo>
                    <a:pt x="902" y="582"/>
                  </a:lnTo>
                  <a:lnTo>
                    <a:pt x="902" y="585"/>
                  </a:lnTo>
                  <a:lnTo>
                    <a:pt x="902" y="585"/>
                  </a:lnTo>
                  <a:lnTo>
                    <a:pt x="904" y="582"/>
                  </a:lnTo>
                  <a:lnTo>
                    <a:pt x="904" y="582"/>
                  </a:lnTo>
                  <a:lnTo>
                    <a:pt x="907" y="582"/>
                  </a:lnTo>
                  <a:lnTo>
                    <a:pt x="907" y="582"/>
                  </a:lnTo>
                  <a:lnTo>
                    <a:pt x="914" y="575"/>
                  </a:lnTo>
                  <a:lnTo>
                    <a:pt x="914" y="570"/>
                  </a:lnTo>
                  <a:lnTo>
                    <a:pt x="914" y="570"/>
                  </a:lnTo>
                  <a:lnTo>
                    <a:pt x="914" y="570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6"/>
                  </a:lnTo>
                  <a:lnTo>
                    <a:pt x="914" y="566"/>
                  </a:lnTo>
                  <a:lnTo>
                    <a:pt x="914" y="566"/>
                  </a:lnTo>
                  <a:lnTo>
                    <a:pt x="914" y="566"/>
                  </a:lnTo>
                  <a:lnTo>
                    <a:pt x="912" y="563"/>
                  </a:lnTo>
                  <a:lnTo>
                    <a:pt x="912" y="563"/>
                  </a:lnTo>
                  <a:lnTo>
                    <a:pt x="912" y="561"/>
                  </a:lnTo>
                  <a:lnTo>
                    <a:pt x="912" y="561"/>
                  </a:lnTo>
                  <a:lnTo>
                    <a:pt x="909" y="559"/>
                  </a:lnTo>
                  <a:lnTo>
                    <a:pt x="902" y="552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897" y="547"/>
                  </a:lnTo>
                  <a:lnTo>
                    <a:pt x="885" y="547"/>
                  </a:lnTo>
                  <a:lnTo>
                    <a:pt x="883" y="547"/>
                  </a:lnTo>
                  <a:lnTo>
                    <a:pt x="883" y="549"/>
                  </a:lnTo>
                  <a:lnTo>
                    <a:pt x="881" y="549"/>
                  </a:lnTo>
                  <a:lnTo>
                    <a:pt x="881" y="549"/>
                  </a:lnTo>
                  <a:lnTo>
                    <a:pt x="881" y="549"/>
                  </a:lnTo>
                  <a:lnTo>
                    <a:pt x="881" y="552"/>
                  </a:lnTo>
                  <a:lnTo>
                    <a:pt x="881" y="552"/>
                  </a:lnTo>
                  <a:lnTo>
                    <a:pt x="881" y="554"/>
                  </a:lnTo>
                  <a:lnTo>
                    <a:pt x="881" y="554"/>
                  </a:lnTo>
                  <a:lnTo>
                    <a:pt x="881" y="554"/>
                  </a:lnTo>
                  <a:close/>
                  <a:moveTo>
                    <a:pt x="784" y="982"/>
                  </a:moveTo>
                  <a:lnTo>
                    <a:pt x="786" y="985"/>
                  </a:lnTo>
                  <a:lnTo>
                    <a:pt x="786" y="985"/>
                  </a:lnTo>
                  <a:lnTo>
                    <a:pt x="788" y="985"/>
                  </a:lnTo>
                  <a:lnTo>
                    <a:pt x="788" y="985"/>
                  </a:lnTo>
                  <a:lnTo>
                    <a:pt x="791" y="985"/>
                  </a:lnTo>
                  <a:lnTo>
                    <a:pt x="791" y="987"/>
                  </a:lnTo>
                  <a:lnTo>
                    <a:pt x="793" y="987"/>
                  </a:lnTo>
                  <a:lnTo>
                    <a:pt x="793" y="987"/>
                  </a:lnTo>
                  <a:lnTo>
                    <a:pt x="793" y="985"/>
                  </a:lnTo>
                  <a:lnTo>
                    <a:pt x="796" y="982"/>
                  </a:lnTo>
                  <a:lnTo>
                    <a:pt x="796" y="980"/>
                  </a:lnTo>
                  <a:lnTo>
                    <a:pt x="793" y="978"/>
                  </a:lnTo>
                  <a:lnTo>
                    <a:pt x="793" y="978"/>
                  </a:lnTo>
                  <a:lnTo>
                    <a:pt x="793" y="975"/>
                  </a:lnTo>
                  <a:lnTo>
                    <a:pt x="793" y="973"/>
                  </a:lnTo>
                  <a:lnTo>
                    <a:pt x="793" y="973"/>
                  </a:lnTo>
                  <a:lnTo>
                    <a:pt x="791" y="970"/>
                  </a:lnTo>
                  <a:lnTo>
                    <a:pt x="791" y="970"/>
                  </a:lnTo>
                  <a:lnTo>
                    <a:pt x="791" y="973"/>
                  </a:lnTo>
                  <a:lnTo>
                    <a:pt x="788" y="975"/>
                  </a:lnTo>
                  <a:lnTo>
                    <a:pt x="786" y="975"/>
                  </a:lnTo>
                  <a:lnTo>
                    <a:pt x="786" y="978"/>
                  </a:lnTo>
                  <a:lnTo>
                    <a:pt x="786" y="980"/>
                  </a:lnTo>
                  <a:lnTo>
                    <a:pt x="786" y="980"/>
                  </a:lnTo>
                  <a:lnTo>
                    <a:pt x="784" y="982"/>
                  </a:lnTo>
                  <a:close/>
                  <a:moveTo>
                    <a:pt x="810" y="826"/>
                  </a:moveTo>
                  <a:lnTo>
                    <a:pt x="819" y="828"/>
                  </a:lnTo>
                  <a:lnTo>
                    <a:pt x="819" y="828"/>
                  </a:lnTo>
                  <a:lnTo>
                    <a:pt x="822" y="828"/>
                  </a:lnTo>
                  <a:lnTo>
                    <a:pt x="819" y="826"/>
                  </a:lnTo>
                  <a:lnTo>
                    <a:pt x="817" y="821"/>
                  </a:lnTo>
                  <a:lnTo>
                    <a:pt x="817" y="819"/>
                  </a:lnTo>
                  <a:lnTo>
                    <a:pt x="815" y="819"/>
                  </a:lnTo>
                  <a:lnTo>
                    <a:pt x="812" y="817"/>
                  </a:lnTo>
                  <a:lnTo>
                    <a:pt x="810" y="817"/>
                  </a:lnTo>
                  <a:lnTo>
                    <a:pt x="807" y="819"/>
                  </a:lnTo>
                  <a:lnTo>
                    <a:pt x="807" y="819"/>
                  </a:lnTo>
                  <a:lnTo>
                    <a:pt x="807" y="821"/>
                  </a:lnTo>
                  <a:lnTo>
                    <a:pt x="807" y="821"/>
                  </a:lnTo>
                  <a:lnTo>
                    <a:pt x="807" y="821"/>
                  </a:lnTo>
                  <a:lnTo>
                    <a:pt x="805" y="821"/>
                  </a:lnTo>
                  <a:lnTo>
                    <a:pt x="805" y="824"/>
                  </a:lnTo>
                  <a:lnTo>
                    <a:pt x="805" y="824"/>
                  </a:lnTo>
                  <a:lnTo>
                    <a:pt x="807" y="826"/>
                  </a:lnTo>
                  <a:lnTo>
                    <a:pt x="810" y="826"/>
                  </a:lnTo>
                  <a:close/>
                  <a:moveTo>
                    <a:pt x="916" y="615"/>
                  </a:moveTo>
                  <a:lnTo>
                    <a:pt x="916" y="613"/>
                  </a:lnTo>
                  <a:lnTo>
                    <a:pt x="912" y="615"/>
                  </a:lnTo>
                  <a:lnTo>
                    <a:pt x="909" y="615"/>
                  </a:lnTo>
                  <a:lnTo>
                    <a:pt x="904" y="620"/>
                  </a:lnTo>
                  <a:lnTo>
                    <a:pt x="904" y="620"/>
                  </a:lnTo>
                  <a:lnTo>
                    <a:pt x="904" y="623"/>
                  </a:lnTo>
                  <a:lnTo>
                    <a:pt x="904" y="625"/>
                  </a:lnTo>
                  <a:lnTo>
                    <a:pt x="904" y="627"/>
                  </a:lnTo>
                  <a:lnTo>
                    <a:pt x="914" y="637"/>
                  </a:lnTo>
                  <a:lnTo>
                    <a:pt x="916" y="641"/>
                  </a:lnTo>
                  <a:lnTo>
                    <a:pt x="916" y="644"/>
                  </a:lnTo>
                  <a:lnTo>
                    <a:pt x="919" y="644"/>
                  </a:lnTo>
                  <a:lnTo>
                    <a:pt x="921" y="644"/>
                  </a:lnTo>
                  <a:lnTo>
                    <a:pt x="923" y="644"/>
                  </a:lnTo>
                  <a:lnTo>
                    <a:pt x="921" y="641"/>
                  </a:lnTo>
                  <a:lnTo>
                    <a:pt x="921" y="641"/>
                  </a:lnTo>
                  <a:lnTo>
                    <a:pt x="923" y="641"/>
                  </a:lnTo>
                  <a:lnTo>
                    <a:pt x="926" y="644"/>
                  </a:lnTo>
                  <a:lnTo>
                    <a:pt x="926" y="644"/>
                  </a:lnTo>
                  <a:lnTo>
                    <a:pt x="926" y="641"/>
                  </a:lnTo>
                  <a:lnTo>
                    <a:pt x="928" y="641"/>
                  </a:lnTo>
                  <a:lnTo>
                    <a:pt x="926" y="641"/>
                  </a:lnTo>
                  <a:lnTo>
                    <a:pt x="926" y="639"/>
                  </a:lnTo>
                  <a:lnTo>
                    <a:pt x="923" y="639"/>
                  </a:lnTo>
                  <a:lnTo>
                    <a:pt x="923" y="634"/>
                  </a:lnTo>
                  <a:lnTo>
                    <a:pt x="921" y="634"/>
                  </a:lnTo>
                  <a:lnTo>
                    <a:pt x="921" y="632"/>
                  </a:lnTo>
                  <a:lnTo>
                    <a:pt x="921" y="630"/>
                  </a:lnTo>
                  <a:lnTo>
                    <a:pt x="921" y="630"/>
                  </a:lnTo>
                  <a:lnTo>
                    <a:pt x="921" y="627"/>
                  </a:lnTo>
                  <a:lnTo>
                    <a:pt x="923" y="627"/>
                  </a:lnTo>
                  <a:lnTo>
                    <a:pt x="923" y="625"/>
                  </a:lnTo>
                  <a:lnTo>
                    <a:pt x="923" y="625"/>
                  </a:lnTo>
                  <a:lnTo>
                    <a:pt x="923" y="623"/>
                  </a:lnTo>
                  <a:lnTo>
                    <a:pt x="923" y="623"/>
                  </a:lnTo>
                  <a:lnTo>
                    <a:pt x="923" y="623"/>
                  </a:lnTo>
                  <a:lnTo>
                    <a:pt x="923" y="623"/>
                  </a:lnTo>
                  <a:lnTo>
                    <a:pt x="923" y="620"/>
                  </a:lnTo>
                  <a:lnTo>
                    <a:pt x="919" y="615"/>
                  </a:lnTo>
                  <a:lnTo>
                    <a:pt x="916" y="615"/>
                  </a:lnTo>
                  <a:close/>
                  <a:moveTo>
                    <a:pt x="786" y="1233"/>
                  </a:moveTo>
                  <a:lnTo>
                    <a:pt x="786" y="1233"/>
                  </a:lnTo>
                  <a:lnTo>
                    <a:pt x="786" y="1231"/>
                  </a:lnTo>
                  <a:lnTo>
                    <a:pt x="786" y="1231"/>
                  </a:lnTo>
                  <a:lnTo>
                    <a:pt x="784" y="1231"/>
                  </a:lnTo>
                  <a:lnTo>
                    <a:pt x="784" y="1231"/>
                  </a:lnTo>
                  <a:lnTo>
                    <a:pt x="781" y="1231"/>
                  </a:lnTo>
                  <a:lnTo>
                    <a:pt x="781" y="1233"/>
                  </a:lnTo>
                  <a:lnTo>
                    <a:pt x="781" y="1236"/>
                  </a:lnTo>
                  <a:lnTo>
                    <a:pt x="784" y="1236"/>
                  </a:lnTo>
                  <a:lnTo>
                    <a:pt x="784" y="1236"/>
                  </a:lnTo>
                  <a:lnTo>
                    <a:pt x="786" y="1236"/>
                  </a:lnTo>
                  <a:lnTo>
                    <a:pt x="788" y="1238"/>
                  </a:lnTo>
                  <a:lnTo>
                    <a:pt x="788" y="1238"/>
                  </a:lnTo>
                  <a:lnTo>
                    <a:pt x="788" y="1240"/>
                  </a:lnTo>
                  <a:lnTo>
                    <a:pt x="791" y="1238"/>
                  </a:lnTo>
                  <a:lnTo>
                    <a:pt x="791" y="1238"/>
                  </a:lnTo>
                  <a:lnTo>
                    <a:pt x="788" y="1236"/>
                  </a:lnTo>
                  <a:lnTo>
                    <a:pt x="788" y="1236"/>
                  </a:lnTo>
                  <a:lnTo>
                    <a:pt x="786" y="1236"/>
                  </a:lnTo>
                  <a:lnTo>
                    <a:pt x="786" y="1233"/>
                  </a:lnTo>
                  <a:lnTo>
                    <a:pt x="786" y="1233"/>
                  </a:lnTo>
                  <a:close/>
                  <a:moveTo>
                    <a:pt x="1785" y="2597"/>
                  </a:moveTo>
                  <a:lnTo>
                    <a:pt x="1785" y="2597"/>
                  </a:lnTo>
                  <a:lnTo>
                    <a:pt x="1782" y="2594"/>
                  </a:lnTo>
                  <a:lnTo>
                    <a:pt x="1782" y="2594"/>
                  </a:lnTo>
                  <a:lnTo>
                    <a:pt x="1782" y="2592"/>
                  </a:lnTo>
                  <a:lnTo>
                    <a:pt x="1782" y="2592"/>
                  </a:lnTo>
                  <a:lnTo>
                    <a:pt x="1780" y="2592"/>
                  </a:lnTo>
                  <a:lnTo>
                    <a:pt x="1778" y="2594"/>
                  </a:lnTo>
                  <a:lnTo>
                    <a:pt x="1778" y="2594"/>
                  </a:lnTo>
                  <a:lnTo>
                    <a:pt x="1778" y="2597"/>
                  </a:lnTo>
                  <a:lnTo>
                    <a:pt x="1780" y="2599"/>
                  </a:lnTo>
                  <a:lnTo>
                    <a:pt x="1780" y="2601"/>
                  </a:lnTo>
                  <a:lnTo>
                    <a:pt x="1782" y="2599"/>
                  </a:lnTo>
                  <a:lnTo>
                    <a:pt x="1785" y="2599"/>
                  </a:lnTo>
                  <a:lnTo>
                    <a:pt x="1785" y="2599"/>
                  </a:lnTo>
                  <a:lnTo>
                    <a:pt x="1785" y="2599"/>
                  </a:lnTo>
                  <a:lnTo>
                    <a:pt x="1785" y="2599"/>
                  </a:lnTo>
                  <a:lnTo>
                    <a:pt x="1787" y="2597"/>
                  </a:lnTo>
                  <a:lnTo>
                    <a:pt x="1787" y="2597"/>
                  </a:lnTo>
                  <a:lnTo>
                    <a:pt x="1785" y="2597"/>
                  </a:lnTo>
                  <a:lnTo>
                    <a:pt x="1785" y="2597"/>
                  </a:lnTo>
                  <a:close/>
                  <a:moveTo>
                    <a:pt x="1818" y="2187"/>
                  </a:moveTo>
                  <a:lnTo>
                    <a:pt x="1820" y="2187"/>
                  </a:lnTo>
                  <a:lnTo>
                    <a:pt x="1820" y="2190"/>
                  </a:lnTo>
                  <a:lnTo>
                    <a:pt x="1820" y="2190"/>
                  </a:lnTo>
                  <a:lnTo>
                    <a:pt x="1823" y="2190"/>
                  </a:lnTo>
                  <a:lnTo>
                    <a:pt x="1823" y="2192"/>
                  </a:lnTo>
                  <a:lnTo>
                    <a:pt x="1823" y="2190"/>
                  </a:lnTo>
                  <a:lnTo>
                    <a:pt x="1823" y="2190"/>
                  </a:lnTo>
                  <a:lnTo>
                    <a:pt x="1823" y="2190"/>
                  </a:lnTo>
                  <a:lnTo>
                    <a:pt x="1823" y="2187"/>
                  </a:lnTo>
                  <a:lnTo>
                    <a:pt x="1820" y="2187"/>
                  </a:lnTo>
                  <a:lnTo>
                    <a:pt x="1820" y="2187"/>
                  </a:lnTo>
                  <a:lnTo>
                    <a:pt x="1820" y="2185"/>
                  </a:lnTo>
                  <a:lnTo>
                    <a:pt x="1820" y="2185"/>
                  </a:lnTo>
                  <a:lnTo>
                    <a:pt x="1820" y="2185"/>
                  </a:lnTo>
                  <a:lnTo>
                    <a:pt x="1820" y="2182"/>
                  </a:lnTo>
                  <a:lnTo>
                    <a:pt x="1820" y="2182"/>
                  </a:lnTo>
                  <a:lnTo>
                    <a:pt x="1820" y="2182"/>
                  </a:lnTo>
                  <a:lnTo>
                    <a:pt x="1818" y="2182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2"/>
                  </a:lnTo>
                  <a:lnTo>
                    <a:pt x="1815" y="2182"/>
                  </a:lnTo>
                  <a:lnTo>
                    <a:pt x="1818" y="2182"/>
                  </a:lnTo>
                  <a:lnTo>
                    <a:pt x="1818" y="2185"/>
                  </a:lnTo>
                  <a:lnTo>
                    <a:pt x="1818" y="2187"/>
                  </a:lnTo>
                  <a:lnTo>
                    <a:pt x="1818" y="2187"/>
                  </a:lnTo>
                  <a:close/>
                  <a:moveTo>
                    <a:pt x="1811" y="2642"/>
                  </a:moveTo>
                  <a:lnTo>
                    <a:pt x="1811" y="2642"/>
                  </a:lnTo>
                  <a:lnTo>
                    <a:pt x="1811" y="2642"/>
                  </a:lnTo>
                  <a:lnTo>
                    <a:pt x="1811" y="2642"/>
                  </a:lnTo>
                  <a:lnTo>
                    <a:pt x="1808" y="2642"/>
                  </a:lnTo>
                  <a:lnTo>
                    <a:pt x="1808" y="2642"/>
                  </a:lnTo>
                  <a:lnTo>
                    <a:pt x="1808" y="2642"/>
                  </a:lnTo>
                  <a:lnTo>
                    <a:pt x="1808" y="2644"/>
                  </a:lnTo>
                  <a:lnTo>
                    <a:pt x="1808" y="2644"/>
                  </a:lnTo>
                  <a:lnTo>
                    <a:pt x="1808" y="2646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2"/>
                  </a:lnTo>
                  <a:close/>
                  <a:moveTo>
                    <a:pt x="1832" y="2201"/>
                  </a:moveTo>
                  <a:lnTo>
                    <a:pt x="1832" y="2201"/>
                  </a:lnTo>
                  <a:lnTo>
                    <a:pt x="1830" y="2201"/>
                  </a:lnTo>
                  <a:lnTo>
                    <a:pt x="1830" y="2201"/>
                  </a:lnTo>
                  <a:lnTo>
                    <a:pt x="1830" y="2199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9"/>
                  </a:lnTo>
                  <a:lnTo>
                    <a:pt x="1827" y="2199"/>
                  </a:lnTo>
                  <a:lnTo>
                    <a:pt x="1827" y="2199"/>
                  </a:lnTo>
                  <a:lnTo>
                    <a:pt x="1827" y="2201"/>
                  </a:lnTo>
                  <a:lnTo>
                    <a:pt x="1827" y="2201"/>
                  </a:lnTo>
                  <a:lnTo>
                    <a:pt x="1827" y="2201"/>
                  </a:lnTo>
                  <a:lnTo>
                    <a:pt x="1827" y="2204"/>
                  </a:lnTo>
                  <a:lnTo>
                    <a:pt x="1830" y="2204"/>
                  </a:lnTo>
                  <a:lnTo>
                    <a:pt x="1830" y="2206"/>
                  </a:lnTo>
                  <a:lnTo>
                    <a:pt x="1830" y="2206"/>
                  </a:lnTo>
                  <a:lnTo>
                    <a:pt x="1832" y="2209"/>
                  </a:lnTo>
                  <a:lnTo>
                    <a:pt x="1832" y="2209"/>
                  </a:lnTo>
                  <a:lnTo>
                    <a:pt x="1832" y="2209"/>
                  </a:lnTo>
                  <a:lnTo>
                    <a:pt x="1834" y="2209"/>
                  </a:lnTo>
                  <a:lnTo>
                    <a:pt x="1834" y="2209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4"/>
                  </a:lnTo>
                  <a:lnTo>
                    <a:pt x="1832" y="2204"/>
                  </a:lnTo>
                  <a:lnTo>
                    <a:pt x="1832" y="2204"/>
                  </a:lnTo>
                  <a:lnTo>
                    <a:pt x="1832" y="2201"/>
                  </a:lnTo>
                  <a:close/>
                  <a:moveTo>
                    <a:pt x="1799" y="2289"/>
                  </a:moveTo>
                  <a:lnTo>
                    <a:pt x="1794" y="2291"/>
                  </a:lnTo>
                  <a:lnTo>
                    <a:pt x="1794" y="2291"/>
                  </a:lnTo>
                  <a:lnTo>
                    <a:pt x="1794" y="2291"/>
                  </a:lnTo>
                  <a:lnTo>
                    <a:pt x="1794" y="2291"/>
                  </a:lnTo>
                  <a:lnTo>
                    <a:pt x="1794" y="2294"/>
                  </a:lnTo>
                  <a:lnTo>
                    <a:pt x="1794" y="2294"/>
                  </a:lnTo>
                  <a:lnTo>
                    <a:pt x="1794" y="2294"/>
                  </a:lnTo>
                  <a:lnTo>
                    <a:pt x="1794" y="2294"/>
                  </a:lnTo>
                  <a:lnTo>
                    <a:pt x="1797" y="2294"/>
                  </a:lnTo>
                  <a:lnTo>
                    <a:pt x="1797" y="2294"/>
                  </a:lnTo>
                  <a:lnTo>
                    <a:pt x="1797" y="2291"/>
                  </a:lnTo>
                  <a:lnTo>
                    <a:pt x="1799" y="2291"/>
                  </a:lnTo>
                  <a:lnTo>
                    <a:pt x="1799" y="2289"/>
                  </a:lnTo>
                  <a:lnTo>
                    <a:pt x="1799" y="2289"/>
                  </a:lnTo>
                  <a:lnTo>
                    <a:pt x="1799" y="2289"/>
                  </a:lnTo>
                  <a:close/>
                  <a:moveTo>
                    <a:pt x="1787" y="1584"/>
                  </a:moveTo>
                  <a:lnTo>
                    <a:pt x="1785" y="1584"/>
                  </a:lnTo>
                  <a:lnTo>
                    <a:pt x="1778" y="1591"/>
                  </a:lnTo>
                  <a:lnTo>
                    <a:pt x="1778" y="1591"/>
                  </a:lnTo>
                  <a:lnTo>
                    <a:pt x="1780" y="1591"/>
                  </a:lnTo>
                  <a:lnTo>
                    <a:pt x="1780" y="1588"/>
                  </a:lnTo>
                  <a:lnTo>
                    <a:pt x="1782" y="1591"/>
                  </a:lnTo>
                  <a:lnTo>
                    <a:pt x="1785" y="1591"/>
                  </a:lnTo>
                  <a:lnTo>
                    <a:pt x="1785" y="1588"/>
                  </a:lnTo>
                  <a:lnTo>
                    <a:pt x="1785" y="1588"/>
                  </a:lnTo>
                  <a:lnTo>
                    <a:pt x="1785" y="1588"/>
                  </a:lnTo>
                  <a:lnTo>
                    <a:pt x="1782" y="1588"/>
                  </a:lnTo>
                  <a:lnTo>
                    <a:pt x="1785" y="1586"/>
                  </a:lnTo>
                  <a:lnTo>
                    <a:pt x="1785" y="1586"/>
                  </a:lnTo>
                  <a:lnTo>
                    <a:pt x="1785" y="1586"/>
                  </a:lnTo>
                  <a:lnTo>
                    <a:pt x="1787" y="1586"/>
                  </a:lnTo>
                  <a:lnTo>
                    <a:pt x="1787" y="1586"/>
                  </a:lnTo>
                  <a:lnTo>
                    <a:pt x="1787" y="1586"/>
                  </a:lnTo>
                  <a:lnTo>
                    <a:pt x="1787" y="1586"/>
                  </a:lnTo>
                  <a:lnTo>
                    <a:pt x="1787" y="1584"/>
                  </a:lnTo>
                  <a:close/>
                  <a:moveTo>
                    <a:pt x="1811" y="2277"/>
                  </a:moveTo>
                  <a:lnTo>
                    <a:pt x="1811" y="2280"/>
                  </a:lnTo>
                  <a:lnTo>
                    <a:pt x="1811" y="2280"/>
                  </a:lnTo>
                  <a:lnTo>
                    <a:pt x="1811" y="2280"/>
                  </a:lnTo>
                  <a:lnTo>
                    <a:pt x="1813" y="2280"/>
                  </a:lnTo>
                  <a:lnTo>
                    <a:pt x="1813" y="2280"/>
                  </a:lnTo>
                  <a:lnTo>
                    <a:pt x="1813" y="2277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1" y="2275"/>
                  </a:lnTo>
                  <a:lnTo>
                    <a:pt x="1811" y="2275"/>
                  </a:lnTo>
                  <a:lnTo>
                    <a:pt x="1813" y="2275"/>
                  </a:lnTo>
                  <a:lnTo>
                    <a:pt x="1813" y="2277"/>
                  </a:lnTo>
                  <a:lnTo>
                    <a:pt x="1811" y="2277"/>
                  </a:lnTo>
                  <a:lnTo>
                    <a:pt x="1811" y="2277"/>
                  </a:lnTo>
                  <a:close/>
                  <a:moveTo>
                    <a:pt x="1839" y="2682"/>
                  </a:moveTo>
                  <a:lnTo>
                    <a:pt x="1839" y="2680"/>
                  </a:lnTo>
                  <a:lnTo>
                    <a:pt x="1839" y="2680"/>
                  </a:lnTo>
                  <a:lnTo>
                    <a:pt x="1839" y="2677"/>
                  </a:lnTo>
                  <a:lnTo>
                    <a:pt x="1837" y="2680"/>
                  </a:lnTo>
                  <a:lnTo>
                    <a:pt x="1834" y="2677"/>
                  </a:lnTo>
                  <a:lnTo>
                    <a:pt x="1834" y="2680"/>
                  </a:lnTo>
                  <a:lnTo>
                    <a:pt x="1834" y="2680"/>
                  </a:lnTo>
                  <a:lnTo>
                    <a:pt x="1832" y="2682"/>
                  </a:lnTo>
                  <a:lnTo>
                    <a:pt x="1830" y="2684"/>
                  </a:lnTo>
                  <a:lnTo>
                    <a:pt x="1830" y="2684"/>
                  </a:lnTo>
                  <a:lnTo>
                    <a:pt x="1827" y="2684"/>
                  </a:lnTo>
                  <a:lnTo>
                    <a:pt x="1827" y="2684"/>
                  </a:lnTo>
                  <a:lnTo>
                    <a:pt x="1827" y="2687"/>
                  </a:lnTo>
                  <a:lnTo>
                    <a:pt x="1827" y="2687"/>
                  </a:lnTo>
                  <a:lnTo>
                    <a:pt x="1825" y="2689"/>
                  </a:lnTo>
                  <a:lnTo>
                    <a:pt x="1825" y="2689"/>
                  </a:lnTo>
                  <a:lnTo>
                    <a:pt x="1823" y="2689"/>
                  </a:lnTo>
                  <a:lnTo>
                    <a:pt x="1823" y="2689"/>
                  </a:lnTo>
                  <a:lnTo>
                    <a:pt x="1823" y="2689"/>
                  </a:lnTo>
                  <a:lnTo>
                    <a:pt x="1820" y="2689"/>
                  </a:lnTo>
                  <a:lnTo>
                    <a:pt x="1820" y="2691"/>
                  </a:lnTo>
                  <a:lnTo>
                    <a:pt x="1820" y="2694"/>
                  </a:lnTo>
                  <a:lnTo>
                    <a:pt x="1825" y="2696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6"/>
                  </a:lnTo>
                  <a:lnTo>
                    <a:pt x="1825" y="2696"/>
                  </a:lnTo>
                  <a:lnTo>
                    <a:pt x="1830" y="2694"/>
                  </a:lnTo>
                  <a:lnTo>
                    <a:pt x="1834" y="2694"/>
                  </a:lnTo>
                  <a:lnTo>
                    <a:pt x="1837" y="2694"/>
                  </a:lnTo>
                  <a:lnTo>
                    <a:pt x="1837" y="2694"/>
                  </a:lnTo>
                  <a:lnTo>
                    <a:pt x="1837" y="2691"/>
                  </a:lnTo>
                  <a:lnTo>
                    <a:pt x="1839" y="2691"/>
                  </a:lnTo>
                  <a:lnTo>
                    <a:pt x="1839" y="2689"/>
                  </a:lnTo>
                  <a:lnTo>
                    <a:pt x="1839" y="2689"/>
                  </a:lnTo>
                  <a:lnTo>
                    <a:pt x="1837" y="2687"/>
                  </a:lnTo>
                  <a:lnTo>
                    <a:pt x="1837" y="2687"/>
                  </a:lnTo>
                  <a:lnTo>
                    <a:pt x="1837" y="2684"/>
                  </a:lnTo>
                  <a:lnTo>
                    <a:pt x="1837" y="2684"/>
                  </a:lnTo>
                  <a:lnTo>
                    <a:pt x="1839" y="2682"/>
                  </a:lnTo>
                  <a:close/>
                  <a:moveTo>
                    <a:pt x="1834" y="2365"/>
                  </a:moveTo>
                  <a:lnTo>
                    <a:pt x="1837" y="2362"/>
                  </a:lnTo>
                  <a:lnTo>
                    <a:pt x="1839" y="2360"/>
                  </a:lnTo>
                  <a:lnTo>
                    <a:pt x="1842" y="2348"/>
                  </a:lnTo>
                  <a:lnTo>
                    <a:pt x="1844" y="2348"/>
                  </a:lnTo>
                  <a:lnTo>
                    <a:pt x="1844" y="2346"/>
                  </a:lnTo>
                  <a:lnTo>
                    <a:pt x="1846" y="2341"/>
                  </a:lnTo>
                  <a:lnTo>
                    <a:pt x="1849" y="2339"/>
                  </a:lnTo>
                  <a:lnTo>
                    <a:pt x="1849" y="2339"/>
                  </a:lnTo>
                  <a:lnTo>
                    <a:pt x="1849" y="2339"/>
                  </a:lnTo>
                  <a:lnTo>
                    <a:pt x="1846" y="2339"/>
                  </a:lnTo>
                  <a:lnTo>
                    <a:pt x="1844" y="2343"/>
                  </a:lnTo>
                  <a:lnTo>
                    <a:pt x="1844" y="2343"/>
                  </a:lnTo>
                  <a:lnTo>
                    <a:pt x="1844" y="2343"/>
                  </a:lnTo>
                  <a:lnTo>
                    <a:pt x="1842" y="2346"/>
                  </a:lnTo>
                  <a:lnTo>
                    <a:pt x="1842" y="2348"/>
                  </a:lnTo>
                  <a:lnTo>
                    <a:pt x="1842" y="2348"/>
                  </a:lnTo>
                  <a:lnTo>
                    <a:pt x="1839" y="2353"/>
                  </a:lnTo>
                  <a:lnTo>
                    <a:pt x="1834" y="2362"/>
                  </a:lnTo>
                  <a:lnTo>
                    <a:pt x="1834" y="2365"/>
                  </a:lnTo>
                  <a:close/>
                  <a:moveTo>
                    <a:pt x="1851" y="2672"/>
                  </a:moveTo>
                  <a:lnTo>
                    <a:pt x="1851" y="2672"/>
                  </a:lnTo>
                  <a:lnTo>
                    <a:pt x="1849" y="2675"/>
                  </a:lnTo>
                  <a:lnTo>
                    <a:pt x="1849" y="2675"/>
                  </a:lnTo>
                  <a:lnTo>
                    <a:pt x="1851" y="2675"/>
                  </a:lnTo>
                  <a:lnTo>
                    <a:pt x="1853" y="2675"/>
                  </a:lnTo>
                  <a:lnTo>
                    <a:pt x="1853" y="2672"/>
                  </a:lnTo>
                  <a:lnTo>
                    <a:pt x="1851" y="2672"/>
                  </a:lnTo>
                  <a:lnTo>
                    <a:pt x="1851" y="2672"/>
                  </a:lnTo>
                  <a:close/>
                  <a:moveTo>
                    <a:pt x="1846" y="2239"/>
                  </a:moveTo>
                  <a:lnTo>
                    <a:pt x="1846" y="2239"/>
                  </a:lnTo>
                  <a:lnTo>
                    <a:pt x="1846" y="2239"/>
                  </a:lnTo>
                  <a:lnTo>
                    <a:pt x="1844" y="2237"/>
                  </a:lnTo>
                  <a:lnTo>
                    <a:pt x="1846" y="2244"/>
                  </a:lnTo>
                  <a:lnTo>
                    <a:pt x="1846" y="2246"/>
                  </a:lnTo>
                  <a:lnTo>
                    <a:pt x="1846" y="2249"/>
                  </a:lnTo>
                  <a:lnTo>
                    <a:pt x="1849" y="2249"/>
                  </a:lnTo>
                  <a:lnTo>
                    <a:pt x="1849" y="2251"/>
                  </a:lnTo>
                  <a:lnTo>
                    <a:pt x="1849" y="2251"/>
                  </a:lnTo>
                  <a:lnTo>
                    <a:pt x="1849" y="2253"/>
                  </a:lnTo>
                  <a:lnTo>
                    <a:pt x="1849" y="2251"/>
                  </a:lnTo>
                  <a:lnTo>
                    <a:pt x="1849" y="2251"/>
                  </a:lnTo>
                  <a:lnTo>
                    <a:pt x="1849" y="2249"/>
                  </a:lnTo>
                  <a:lnTo>
                    <a:pt x="1849" y="2246"/>
                  </a:lnTo>
                  <a:lnTo>
                    <a:pt x="1849" y="2244"/>
                  </a:lnTo>
                  <a:lnTo>
                    <a:pt x="1846" y="2244"/>
                  </a:lnTo>
                  <a:lnTo>
                    <a:pt x="1846" y="2244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39"/>
                  </a:lnTo>
                  <a:close/>
                  <a:moveTo>
                    <a:pt x="1827" y="2665"/>
                  </a:moveTo>
                  <a:lnTo>
                    <a:pt x="1825" y="2665"/>
                  </a:lnTo>
                  <a:lnTo>
                    <a:pt x="1823" y="2668"/>
                  </a:lnTo>
                  <a:lnTo>
                    <a:pt x="1823" y="2668"/>
                  </a:lnTo>
                  <a:lnTo>
                    <a:pt x="1823" y="2670"/>
                  </a:lnTo>
                  <a:lnTo>
                    <a:pt x="1823" y="2670"/>
                  </a:lnTo>
                  <a:lnTo>
                    <a:pt x="1825" y="2668"/>
                  </a:lnTo>
                  <a:lnTo>
                    <a:pt x="1827" y="2668"/>
                  </a:lnTo>
                  <a:lnTo>
                    <a:pt x="1830" y="2668"/>
                  </a:lnTo>
                  <a:lnTo>
                    <a:pt x="1830" y="2665"/>
                  </a:lnTo>
                  <a:lnTo>
                    <a:pt x="1830" y="2665"/>
                  </a:lnTo>
                  <a:lnTo>
                    <a:pt x="1827" y="2665"/>
                  </a:lnTo>
                  <a:close/>
                  <a:moveTo>
                    <a:pt x="1688" y="2504"/>
                  </a:moveTo>
                  <a:lnTo>
                    <a:pt x="1688" y="2504"/>
                  </a:lnTo>
                  <a:lnTo>
                    <a:pt x="1688" y="2504"/>
                  </a:lnTo>
                  <a:lnTo>
                    <a:pt x="1688" y="2504"/>
                  </a:lnTo>
                  <a:lnTo>
                    <a:pt x="1688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4"/>
                  </a:lnTo>
                  <a:lnTo>
                    <a:pt x="1688" y="2504"/>
                  </a:lnTo>
                  <a:close/>
                  <a:moveTo>
                    <a:pt x="1690" y="2261"/>
                  </a:moveTo>
                  <a:lnTo>
                    <a:pt x="1688" y="2261"/>
                  </a:lnTo>
                  <a:lnTo>
                    <a:pt x="1688" y="2263"/>
                  </a:lnTo>
                  <a:lnTo>
                    <a:pt x="1688" y="2263"/>
                  </a:lnTo>
                  <a:lnTo>
                    <a:pt x="1688" y="2263"/>
                  </a:lnTo>
                  <a:lnTo>
                    <a:pt x="1688" y="2263"/>
                  </a:lnTo>
                  <a:lnTo>
                    <a:pt x="1685" y="2263"/>
                  </a:lnTo>
                  <a:lnTo>
                    <a:pt x="1685" y="2265"/>
                  </a:lnTo>
                  <a:lnTo>
                    <a:pt x="1685" y="2268"/>
                  </a:lnTo>
                  <a:lnTo>
                    <a:pt x="1685" y="2268"/>
                  </a:lnTo>
                  <a:lnTo>
                    <a:pt x="1688" y="2268"/>
                  </a:lnTo>
                  <a:lnTo>
                    <a:pt x="1690" y="2265"/>
                  </a:lnTo>
                  <a:lnTo>
                    <a:pt x="1690" y="2268"/>
                  </a:lnTo>
                  <a:lnTo>
                    <a:pt x="1690" y="2270"/>
                  </a:lnTo>
                  <a:lnTo>
                    <a:pt x="1692" y="2272"/>
                  </a:lnTo>
                  <a:lnTo>
                    <a:pt x="1692" y="2272"/>
                  </a:lnTo>
                  <a:lnTo>
                    <a:pt x="1692" y="2275"/>
                  </a:lnTo>
                  <a:lnTo>
                    <a:pt x="1692" y="2275"/>
                  </a:lnTo>
                  <a:lnTo>
                    <a:pt x="1695" y="2275"/>
                  </a:lnTo>
                  <a:lnTo>
                    <a:pt x="1695" y="2275"/>
                  </a:lnTo>
                  <a:lnTo>
                    <a:pt x="1695" y="2275"/>
                  </a:lnTo>
                  <a:lnTo>
                    <a:pt x="1695" y="2272"/>
                  </a:lnTo>
                  <a:lnTo>
                    <a:pt x="1695" y="2270"/>
                  </a:lnTo>
                  <a:lnTo>
                    <a:pt x="1692" y="2265"/>
                  </a:lnTo>
                  <a:lnTo>
                    <a:pt x="1692" y="2265"/>
                  </a:lnTo>
                  <a:lnTo>
                    <a:pt x="1692" y="2263"/>
                  </a:lnTo>
                  <a:lnTo>
                    <a:pt x="1690" y="2263"/>
                  </a:lnTo>
                  <a:lnTo>
                    <a:pt x="1690" y="2263"/>
                  </a:lnTo>
                  <a:lnTo>
                    <a:pt x="1690" y="2261"/>
                  </a:lnTo>
                  <a:close/>
                  <a:moveTo>
                    <a:pt x="1692" y="2327"/>
                  </a:moveTo>
                  <a:lnTo>
                    <a:pt x="1692" y="2327"/>
                  </a:lnTo>
                  <a:lnTo>
                    <a:pt x="1692" y="2329"/>
                  </a:lnTo>
                  <a:lnTo>
                    <a:pt x="1692" y="2332"/>
                  </a:lnTo>
                  <a:lnTo>
                    <a:pt x="1692" y="2332"/>
                  </a:lnTo>
                  <a:lnTo>
                    <a:pt x="1695" y="2332"/>
                  </a:lnTo>
                  <a:lnTo>
                    <a:pt x="1695" y="2332"/>
                  </a:lnTo>
                  <a:lnTo>
                    <a:pt x="1697" y="2332"/>
                  </a:lnTo>
                  <a:lnTo>
                    <a:pt x="1700" y="2329"/>
                  </a:lnTo>
                  <a:lnTo>
                    <a:pt x="1709" y="2317"/>
                  </a:lnTo>
                  <a:lnTo>
                    <a:pt x="1711" y="2315"/>
                  </a:lnTo>
                  <a:lnTo>
                    <a:pt x="1711" y="2310"/>
                  </a:lnTo>
                  <a:lnTo>
                    <a:pt x="1711" y="2303"/>
                  </a:lnTo>
                  <a:lnTo>
                    <a:pt x="1711" y="2301"/>
                  </a:lnTo>
                  <a:lnTo>
                    <a:pt x="1711" y="2298"/>
                  </a:lnTo>
                  <a:lnTo>
                    <a:pt x="1711" y="2296"/>
                  </a:lnTo>
                  <a:lnTo>
                    <a:pt x="1711" y="2296"/>
                  </a:lnTo>
                  <a:lnTo>
                    <a:pt x="1711" y="2296"/>
                  </a:lnTo>
                  <a:lnTo>
                    <a:pt x="1711" y="2294"/>
                  </a:lnTo>
                  <a:lnTo>
                    <a:pt x="1711" y="2296"/>
                  </a:lnTo>
                  <a:lnTo>
                    <a:pt x="1711" y="2296"/>
                  </a:lnTo>
                  <a:lnTo>
                    <a:pt x="1711" y="2298"/>
                  </a:lnTo>
                  <a:lnTo>
                    <a:pt x="1711" y="2301"/>
                  </a:lnTo>
                  <a:lnTo>
                    <a:pt x="1711" y="2303"/>
                  </a:lnTo>
                  <a:lnTo>
                    <a:pt x="1711" y="2303"/>
                  </a:lnTo>
                  <a:lnTo>
                    <a:pt x="1711" y="2306"/>
                  </a:lnTo>
                  <a:lnTo>
                    <a:pt x="1709" y="2308"/>
                  </a:lnTo>
                  <a:lnTo>
                    <a:pt x="1709" y="2310"/>
                  </a:lnTo>
                  <a:lnTo>
                    <a:pt x="1709" y="2310"/>
                  </a:lnTo>
                  <a:lnTo>
                    <a:pt x="1709" y="2310"/>
                  </a:lnTo>
                  <a:lnTo>
                    <a:pt x="1707" y="2310"/>
                  </a:lnTo>
                  <a:lnTo>
                    <a:pt x="1707" y="2313"/>
                  </a:lnTo>
                  <a:lnTo>
                    <a:pt x="1704" y="2313"/>
                  </a:lnTo>
                  <a:lnTo>
                    <a:pt x="1702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2" y="2315"/>
                  </a:lnTo>
                  <a:lnTo>
                    <a:pt x="1702" y="2315"/>
                  </a:lnTo>
                  <a:lnTo>
                    <a:pt x="1702" y="2315"/>
                  </a:lnTo>
                  <a:lnTo>
                    <a:pt x="1700" y="2317"/>
                  </a:lnTo>
                  <a:lnTo>
                    <a:pt x="1695" y="2317"/>
                  </a:lnTo>
                  <a:lnTo>
                    <a:pt x="1695" y="2320"/>
                  </a:lnTo>
                  <a:lnTo>
                    <a:pt x="1692" y="2322"/>
                  </a:lnTo>
                  <a:lnTo>
                    <a:pt x="1692" y="2322"/>
                  </a:lnTo>
                  <a:lnTo>
                    <a:pt x="1695" y="2322"/>
                  </a:lnTo>
                  <a:lnTo>
                    <a:pt x="1695" y="2324"/>
                  </a:lnTo>
                  <a:lnTo>
                    <a:pt x="1692" y="2327"/>
                  </a:lnTo>
                  <a:close/>
                  <a:moveTo>
                    <a:pt x="1780" y="2561"/>
                  </a:moveTo>
                  <a:lnTo>
                    <a:pt x="1780" y="2561"/>
                  </a:lnTo>
                  <a:lnTo>
                    <a:pt x="1780" y="2561"/>
                  </a:lnTo>
                  <a:lnTo>
                    <a:pt x="1780" y="2561"/>
                  </a:lnTo>
                  <a:lnTo>
                    <a:pt x="1780" y="2559"/>
                  </a:lnTo>
                  <a:lnTo>
                    <a:pt x="1778" y="2559"/>
                  </a:lnTo>
                  <a:lnTo>
                    <a:pt x="1778" y="2559"/>
                  </a:lnTo>
                  <a:lnTo>
                    <a:pt x="1778" y="2559"/>
                  </a:lnTo>
                  <a:lnTo>
                    <a:pt x="1778" y="2559"/>
                  </a:lnTo>
                  <a:lnTo>
                    <a:pt x="1778" y="2561"/>
                  </a:lnTo>
                  <a:lnTo>
                    <a:pt x="1778" y="2561"/>
                  </a:lnTo>
                  <a:lnTo>
                    <a:pt x="1780" y="2561"/>
                  </a:lnTo>
                  <a:close/>
                  <a:moveTo>
                    <a:pt x="1752" y="2121"/>
                  </a:moveTo>
                  <a:lnTo>
                    <a:pt x="1752" y="2121"/>
                  </a:lnTo>
                  <a:lnTo>
                    <a:pt x="1752" y="2121"/>
                  </a:lnTo>
                  <a:lnTo>
                    <a:pt x="1752" y="2121"/>
                  </a:lnTo>
                  <a:lnTo>
                    <a:pt x="1745" y="2119"/>
                  </a:lnTo>
                  <a:lnTo>
                    <a:pt x="1737" y="2116"/>
                  </a:lnTo>
                  <a:lnTo>
                    <a:pt x="1740" y="2116"/>
                  </a:lnTo>
                  <a:lnTo>
                    <a:pt x="1737" y="2116"/>
                  </a:lnTo>
                  <a:lnTo>
                    <a:pt x="1737" y="2116"/>
                  </a:lnTo>
                  <a:lnTo>
                    <a:pt x="1737" y="2119"/>
                  </a:lnTo>
                  <a:lnTo>
                    <a:pt x="1749" y="2121"/>
                  </a:lnTo>
                  <a:lnTo>
                    <a:pt x="1752" y="2121"/>
                  </a:lnTo>
                  <a:close/>
                  <a:moveTo>
                    <a:pt x="1752" y="2223"/>
                  </a:moveTo>
                  <a:lnTo>
                    <a:pt x="1752" y="2223"/>
                  </a:lnTo>
                  <a:lnTo>
                    <a:pt x="1752" y="2223"/>
                  </a:lnTo>
                  <a:lnTo>
                    <a:pt x="1752" y="2223"/>
                  </a:lnTo>
                  <a:lnTo>
                    <a:pt x="1754" y="2223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2" y="2220"/>
                  </a:lnTo>
                  <a:lnTo>
                    <a:pt x="1752" y="2220"/>
                  </a:lnTo>
                  <a:lnTo>
                    <a:pt x="1752" y="2220"/>
                  </a:lnTo>
                  <a:lnTo>
                    <a:pt x="1749" y="2220"/>
                  </a:lnTo>
                  <a:lnTo>
                    <a:pt x="1749" y="2220"/>
                  </a:lnTo>
                  <a:lnTo>
                    <a:pt x="1749" y="2220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52" y="2223"/>
                  </a:lnTo>
                  <a:close/>
                  <a:moveTo>
                    <a:pt x="1707" y="2272"/>
                  </a:move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0"/>
                  </a:lnTo>
                  <a:lnTo>
                    <a:pt x="1704" y="2270"/>
                  </a:lnTo>
                  <a:lnTo>
                    <a:pt x="1704" y="2270"/>
                  </a:lnTo>
                  <a:lnTo>
                    <a:pt x="1702" y="2270"/>
                  </a:lnTo>
                  <a:lnTo>
                    <a:pt x="1702" y="2270"/>
                  </a:lnTo>
                  <a:lnTo>
                    <a:pt x="1702" y="2272"/>
                  </a:lnTo>
                  <a:lnTo>
                    <a:pt x="1702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5"/>
                  </a:lnTo>
                  <a:lnTo>
                    <a:pt x="1704" y="2275"/>
                  </a:lnTo>
                  <a:lnTo>
                    <a:pt x="1704" y="2275"/>
                  </a:lnTo>
                  <a:lnTo>
                    <a:pt x="1707" y="2277"/>
                  </a:lnTo>
                  <a:lnTo>
                    <a:pt x="1707" y="2277"/>
                  </a:lnTo>
                  <a:lnTo>
                    <a:pt x="1707" y="2280"/>
                  </a:lnTo>
                  <a:lnTo>
                    <a:pt x="1707" y="2280"/>
                  </a:lnTo>
                  <a:lnTo>
                    <a:pt x="1707" y="2282"/>
                  </a:lnTo>
                  <a:lnTo>
                    <a:pt x="1707" y="2284"/>
                  </a:lnTo>
                  <a:lnTo>
                    <a:pt x="1707" y="2284"/>
                  </a:lnTo>
                  <a:lnTo>
                    <a:pt x="1707" y="2284"/>
                  </a:lnTo>
                  <a:lnTo>
                    <a:pt x="1707" y="2287"/>
                  </a:lnTo>
                  <a:lnTo>
                    <a:pt x="1709" y="2287"/>
                  </a:lnTo>
                  <a:lnTo>
                    <a:pt x="1709" y="2287"/>
                  </a:lnTo>
                  <a:lnTo>
                    <a:pt x="1709" y="2284"/>
                  </a:lnTo>
                  <a:lnTo>
                    <a:pt x="1709" y="2282"/>
                  </a:lnTo>
                  <a:lnTo>
                    <a:pt x="1711" y="2282"/>
                  </a:lnTo>
                  <a:lnTo>
                    <a:pt x="1711" y="2282"/>
                  </a:lnTo>
                  <a:lnTo>
                    <a:pt x="1711" y="2280"/>
                  </a:lnTo>
                  <a:lnTo>
                    <a:pt x="1711" y="2280"/>
                  </a:lnTo>
                  <a:lnTo>
                    <a:pt x="1709" y="2277"/>
                  </a:lnTo>
                  <a:lnTo>
                    <a:pt x="1709" y="2277"/>
                  </a:lnTo>
                  <a:lnTo>
                    <a:pt x="1709" y="2275"/>
                  </a:lnTo>
                  <a:lnTo>
                    <a:pt x="1709" y="2272"/>
                  </a:lnTo>
                  <a:lnTo>
                    <a:pt x="1707" y="2272"/>
                  </a:lnTo>
                  <a:close/>
                  <a:moveTo>
                    <a:pt x="1773" y="2580"/>
                  </a:moveTo>
                  <a:lnTo>
                    <a:pt x="1773" y="2578"/>
                  </a:lnTo>
                  <a:lnTo>
                    <a:pt x="1773" y="2578"/>
                  </a:lnTo>
                  <a:lnTo>
                    <a:pt x="1771" y="2578"/>
                  </a:lnTo>
                  <a:lnTo>
                    <a:pt x="1771" y="2575"/>
                  </a:lnTo>
                  <a:lnTo>
                    <a:pt x="1773" y="2575"/>
                  </a:lnTo>
                  <a:lnTo>
                    <a:pt x="1771" y="2578"/>
                  </a:lnTo>
                  <a:lnTo>
                    <a:pt x="1766" y="2578"/>
                  </a:lnTo>
                  <a:lnTo>
                    <a:pt x="1766" y="2580"/>
                  </a:lnTo>
                  <a:lnTo>
                    <a:pt x="1766" y="2583"/>
                  </a:lnTo>
                  <a:lnTo>
                    <a:pt x="1766" y="2583"/>
                  </a:lnTo>
                  <a:lnTo>
                    <a:pt x="1768" y="2583"/>
                  </a:lnTo>
                  <a:lnTo>
                    <a:pt x="1771" y="2585"/>
                  </a:lnTo>
                  <a:lnTo>
                    <a:pt x="1773" y="2585"/>
                  </a:lnTo>
                  <a:lnTo>
                    <a:pt x="1775" y="2585"/>
                  </a:lnTo>
                  <a:lnTo>
                    <a:pt x="1775" y="2585"/>
                  </a:lnTo>
                  <a:lnTo>
                    <a:pt x="1775" y="2583"/>
                  </a:lnTo>
                  <a:lnTo>
                    <a:pt x="1773" y="2580"/>
                  </a:lnTo>
                  <a:close/>
                  <a:moveTo>
                    <a:pt x="1759" y="2526"/>
                  </a:moveTo>
                  <a:lnTo>
                    <a:pt x="1759" y="2526"/>
                  </a:lnTo>
                  <a:lnTo>
                    <a:pt x="1759" y="2528"/>
                  </a:lnTo>
                  <a:lnTo>
                    <a:pt x="1761" y="2528"/>
                  </a:lnTo>
                  <a:lnTo>
                    <a:pt x="1761" y="2528"/>
                  </a:lnTo>
                  <a:lnTo>
                    <a:pt x="1761" y="2528"/>
                  </a:lnTo>
                  <a:lnTo>
                    <a:pt x="1763" y="2528"/>
                  </a:lnTo>
                  <a:lnTo>
                    <a:pt x="1763" y="2528"/>
                  </a:lnTo>
                  <a:lnTo>
                    <a:pt x="1763" y="2528"/>
                  </a:lnTo>
                  <a:lnTo>
                    <a:pt x="1763" y="2526"/>
                  </a:lnTo>
                  <a:lnTo>
                    <a:pt x="1759" y="2526"/>
                  </a:lnTo>
                  <a:close/>
                  <a:moveTo>
                    <a:pt x="1766" y="2436"/>
                  </a:moveTo>
                  <a:lnTo>
                    <a:pt x="1766" y="2436"/>
                  </a:lnTo>
                  <a:lnTo>
                    <a:pt x="1768" y="2433"/>
                  </a:lnTo>
                  <a:lnTo>
                    <a:pt x="1768" y="2433"/>
                  </a:lnTo>
                  <a:lnTo>
                    <a:pt x="1773" y="2431"/>
                  </a:lnTo>
                  <a:lnTo>
                    <a:pt x="1778" y="2429"/>
                  </a:lnTo>
                  <a:lnTo>
                    <a:pt x="1778" y="2426"/>
                  </a:lnTo>
                  <a:lnTo>
                    <a:pt x="1780" y="2426"/>
                  </a:lnTo>
                  <a:lnTo>
                    <a:pt x="1766" y="2431"/>
                  </a:lnTo>
                  <a:lnTo>
                    <a:pt x="1766" y="2433"/>
                  </a:lnTo>
                  <a:lnTo>
                    <a:pt x="1763" y="2436"/>
                  </a:lnTo>
                  <a:lnTo>
                    <a:pt x="1763" y="2436"/>
                  </a:lnTo>
                  <a:lnTo>
                    <a:pt x="1759" y="2436"/>
                  </a:lnTo>
                  <a:lnTo>
                    <a:pt x="1749" y="2443"/>
                  </a:lnTo>
                  <a:lnTo>
                    <a:pt x="1747" y="2445"/>
                  </a:lnTo>
                  <a:lnTo>
                    <a:pt x="1747" y="2448"/>
                  </a:lnTo>
                  <a:lnTo>
                    <a:pt x="1749" y="2445"/>
                  </a:lnTo>
                  <a:lnTo>
                    <a:pt x="1749" y="2448"/>
                  </a:lnTo>
                  <a:lnTo>
                    <a:pt x="1747" y="2448"/>
                  </a:lnTo>
                  <a:lnTo>
                    <a:pt x="1747" y="2448"/>
                  </a:lnTo>
                  <a:lnTo>
                    <a:pt x="1745" y="2450"/>
                  </a:lnTo>
                  <a:lnTo>
                    <a:pt x="1745" y="2450"/>
                  </a:lnTo>
                  <a:lnTo>
                    <a:pt x="1747" y="2450"/>
                  </a:lnTo>
                  <a:lnTo>
                    <a:pt x="1752" y="2443"/>
                  </a:lnTo>
                  <a:lnTo>
                    <a:pt x="1761" y="2438"/>
                  </a:lnTo>
                  <a:lnTo>
                    <a:pt x="1766" y="2436"/>
                  </a:lnTo>
                  <a:close/>
                  <a:moveTo>
                    <a:pt x="1685" y="2272"/>
                  </a:moveTo>
                  <a:lnTo>
                    <a:pt x="1685" y="2275"/>
                  </a:lnTo>
                  <a:lnTo>
                    <a:pt x="1685" y="2277"/>
                  </a:lnTo>
                  <a:lnTo>
                    <a:pt x="1688" y="2280"/>
                  </a:lnTo>
                  <a:lnTo>
                    <a:pt x="1688" y="2280"/>
                  </a:lnTo>
                  <a:lnTo>
                    <a:pt x="1690" y="2280"/>
                  </a:lnTo>
                  <a:lnTo>
                    <a:pt x="1690" y="2280"/>
                  </a:lnTo>
                  <a:lnTo>
                    <a:pt x="1690" y="2280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5"/>
                  </a:lnTo>
                  <a:lnTo>
                    <a:pt x="1692" y="2275"/>
                  </a:lnTo>
                  <a:lnTo>
                    <a:pt x="1690" y="2272"/>
                  </a:lnTo>
                  <a:lnTo>
                    <a:pt x="1690" y="2270"/>
                  </a:lnTo>
                  <a:lnTo>
                    <a:pt x="1688" y="2270"/>
                  </a:lnTo>
                  <a:lnTo>
                    <a:pt x="1688" y="2270"/>
                  </a:lnTo>
                  <a:lnTo>
                    <a:pt x="1685" y="2270"/>
                  </a:lnTo>
                  <a:lnTo>
                    <a:pt x="1685" y="2270"/>
                  </a:lnTo>
                  <a:lnTo>
                    <a:pt x="1685" y="2272"/>
                  </a:lnTo>
                  <a:lnTo>
                    <a:pt x="1685" y="2272"/>
                  </a:lnTo>
                  <a:close/>
                  <a:moveTo>
                    <a:pt x="1856" y="2287"/>
                  </a:moveTo>
                  <a:lnTo>
                    <a:pt x="1853" y="2287"/>
                  </a:lnTo>
                  <a:lnTo>
                    <a:pt x="1853" y="2287"/>
                  </a:lnTo>
                  <a:lnTo>
                    <a:pt x="1856" y="2289"/>
                  </a:lnTo>
                  <a:lnTo>
                    <a:pt x="1856" y="2289"/>
                  </a:lnTo>
                  <a:lnTo>
                    <a:pt x="1856" y="2291"/>
                  </a:lnTo>
                  <a:lnTo>
                    <a:pt x="1856" y="2291"/>
                  </a:lnTo>
                  <a:lnTo>
                    <a:pt x="1856" y="2294"/>
                  </a:lnTo>
                  <a:lnTo>
                    <a:pt x="1858" y="2291"/>
                  </a:lnTo>
                  <a:lnTo>
                    <a:pt x="1858" y="2289"/>
                  </a:lnTo>
                  <a:lnTo>
                    <a:pt x="1858" y="2289"/>
                  </a:lnTo>
                  <a:lnTo>
                    <a:pt x="1858" y="2287"/>
                  </a:lnTo>
                  <a:lnTo>
                    <a:pt x="1856" y="2287"/>
                  </a:lnTo>
                  <a:lnTo>
                    <a:pt x="1856" y="2287"/>
                  </a:lnTo>
                  <a:lnTo>
                    <a:pt x="1856" y="2287"/>
                  </a:lnTo>
                  <a:lnTo>
                    <a:pt x="1856" y="2287"/>
                  </a:lnTo>
                  <a:close/>
                  <a:moveTo>
                    <a:pt x="1896" y="1283"/>
                  </a:moveTo>
                  <a:lnTo>
                    <a:pt x="1898" y="1283"/>
                  </a:lnTo>
                  <a:lnTo>
                    <a:pt x="1898" y="1283"/>
                  </a:lnTo>
                  <a:lnTo>
                    <a:pt x="1898" y="1283"/>
                  </a:lnTo>
                  <a:lnTo>
                    <a:pt x="1896" y="1283"/>
                  </a:lnTo>
                  <a:close/>
                  <a:moveTo>
                    <a:pt x="2118" y="1626"/>
                  </a:moveTo>
                  <a:lnTo>
                    <a:pt x="2118" y="1626"/>
                  </a:lnTo>
                  <a:lnTo>
                    <a:pt x="2116" y="1624"/>
                  </a:lnTo>
                  <a:lnTo>
                    <a:pt x="2116" y="1624"/>
                  </a:lnTo>
                  <a:lnTo>
                    <a:pt x="2114" y="1621"/>
                  </a:lnTo>
                  <a:lnTo>
                    <a:pt x="2114" y="1621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1" y="1624"/>
                  </a:lnTo>
                  <a:lnTo>
                    <a:pt x="2114" y="1621"/>
                  </a:lnTo>
                  <a:lnTo>
                    <a:pt x="2114" y="1621"/>
                  </a:lnTo>
                  <a:lnTo>
                    <a:pt x="2111" y="1621"/>
                  </a:lnTo>
                  <a:lnTo>
                    <a:pt x="2109" y="1624"/>
                  </a:lnTo>
                  <a:lnTo>
                    <a:pt x="2109" y="1626"/>
                  </a:lnTo>
                  <a:lnTo>
                    <a:pt x="2109" y="1631"/>
                  </a:lnTo>
                  <a:lnTo>
                    <a:pt x="2109" y="1631"/>
                  </a:lnTo>
                  <a:lnTo>
                    <a:pt x="2111" y="1631"/>
                  </a:lnTo>
                  <a:lnTo>
                    <a:pt x="2114" y="1631"/>
                  </a:lnTo>
                  <a:lnTo>
                    <a:pt x="2116" y="1631"/>
                  </a:lnTo>
                  <a:lnTo>
                    <a:pt x="2116" y="1631"/>
                  </a:lnTo>
                  <a:lnTo>
                    <a:pt x="2116" y="1629"/>
                  </a:lnTo>
                  <a:lnTo>
                    <a:pt x="2116" y="1629"/>
                  </a:lnTo>
                  <a:lnTo>
                    <a:pt x="2118" y="1629"/>
                  </a:lnTo>
                  <a:lnTo>
                    <a:pt x="2121" y="1629"/>
                  </a:lnTo>
                  <a:lnTo>
                    <a:pt x="2121" y="1629"/>
                  </a:lnTo>
                  <a:lnTo>
                    <a:pt x="2121" y="1629"/>
                  </a:lnTo>
                  <a:lnTo>
                    <a:pt x="2118" y="1626"/>
                  </a:lnTo>
                  <a:close/>
                  <a:moveTo>
                    <a:pt x="2002" y="1394"/>
                  </a:moveTo>
                  <a:lnTo>
                    <a:pt x="2002" y="1394"/>
                  </a:lnTo>
                  <a:lnTo>
                    <a:pt x="2002" y="1392"/>
                  </a:lnTo>
                  <a:lnTo>
                    <a:pt x="2005" y="1392"/>
                  </a:lnTo>
                  <a:lnTo>
                    <a:pt x="2005" y="1392"/>
                  </a:lnTo>
                  <a:lnTo>
                    <a:pt x="2005" y="1392"/>
                  </a:lnTo>
                  <a:lnTo>
                    <a:pt x="2005" y="1389"/>
                  </a:lnTo>
                  <a:lnTo>
                    <a:pt x="2005" y="1389"/>
                  </a:lnTo>
                  <a:lnTo>
                    <a:pt x="2005" y="1389"/>
                  </a:lnTo>
                  <a:lnTo>
                    <a:pt x="2005" y="1392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0" y="1389"/>
                  </a:lnTo>
                  <a:lnTo>
                    <a:pt x="2000" y="1387"/>
                  </a:lnTo>
                  <a:lnTo>
                    <a:pt x="2000" y="1385"/>
                  </a:lnTo>
                  <a:lnTo>
                    <a:pt x="2000" y="1385"/>
                  </a:lnTo>
                  <a:lnTo>
                    <a:pt x="2000" y="1385"/>
                  </a:lnTo>
                  <a:lnTo>
                    <a:pt x="1998" y="1385"/>
                  </a:lnTo>
                  <a:lnTo>
                    <a:pt x="1998" y="1382"/>
                  </a:lnTo>
                  <a:lnTo>
                    <a:pt x="1998" y="1385"/>
                  </a:lnTo>
                  <a:lnTo>
                    <a:pt x="1998" y="1387"/>
                  </a:lnTo>
                  <a:lnTo>
                    <a:pt x="1998" y="1387"/>
                  </a:lnTo>
                  <a:lnTo>
                    <a:pt x="1998" y="1392"/>
                  </a:lnTo>
                  <a:lnTo>
                    <a:pt x="1998" y="1392"/>
                  </a:lnTo>
                  <a:lnTo>
                    <a:pt x="1998" y="1392"/>
                  </a:lnTo>
                  <a:lnTo>
                    <a:pt x="1995" y="1387"/>
                  </a:lnTo>
                  <a:lnTo>
                    <a:pt x="1995" y="1387"/>
                  </a:lnTo>
                  <a:lnTo>
                    <a:pt x="1995" y="1385"/>
                  </a:lnTo>
                  <a:lnTo>
                    <a:pt x="1993" y="1385"/>
                  </a:lnTo>
                  <a:lnTo>
                    <a:pt x="1993" y="1387"/>
                  </a:lnTo>
                  <a:lnTo>
                    <a:pt x="1995" y="1389"/>
                  </a:lnTo>
                  <a:lnTo>
                    <a:pt x="1995" y="1392"/>
                  </a:lnTo>
                  <a:lnTo>
                    <a:pt x="1993" y="1394"/>
                  </a:lnTo>
                  <a:lnTo>
                    <a:pt x="1995" y="1397"/>
                  </a:lnTo>
                  <a:lnTo>
                    <a:pt x="1993" y="1399"/>
                  </a:lnTo>
                  <a:lnTo>
                    <a:pt x="1993" y="1404"/>
                  </a:lnTo>
                  <a:lnTo>
                    <a:pt x="1993" y="1406"/>
                  </a:lnTo>
                  <a:lnTo>
                    <a:pt x="1995" y="1408"/>
                  </a:lnTo>
                  <a:lnTo>
                    <a:pt x="1995" y="1408"/>
                  </a:lnTo>
                  <a:lnTo>
                    <a:pt x="1998" y="1406"/>
                  </a:lnTo>
                  <a:lnTo>
                    <a:pt x="2000" y="1404"/>
                  </a:lnTo>
                  <a:lnTo>
                    <a:pt x="2002" y="1404"/>
                  </a:lnTo>
                  <a:lnTo>
                    <a:pt x="2002" y="1404"/>
                  </a:lnTo>
                  <a:lnTo>
                    <a:pt x="2000" y="1404"/>
                  </a:lnTo>
                  <a:lnTo>
                    <a:pt x="2000" y="1404"/>
                  </a:lnTo>
                  <a:lnTo>
                    <a:pt x="1998" y="1404"/>
                  </a:lnTo>
                  <a:lnTo>
                    <a:pt x="2000" y="1401"/>
                  </a:lnTo>
                  <a:lnTo>
                    <a:pt x="2002" y="1399"/>
                  </a:lnTo>
                  <a:lnTo>
                    <a:pt x="2002" y="1397"/>
                  </a:lnTo>
                  <a:lnTo>
                    <a:pt x="2002" y="1399"/>
                  </a:lnTo>
                  <a:lnTo>
                    <a:pt x="2000" y="1399"/>
                  </a:lnTo>
                  <a:lnTo>
                    <a:pt x="2000" y="1399"/>
                  </a:lnTo>
                  <a:lnTo>
                    <a:pt x="2000" y="1397"/>
                  </a:lnTo>
                  <a:lnTo>
                    <a:pt x="2002" y="1394"/>
                  </a:lnTo>
                  <a:close/>
                  <a:moveTo>
                    <a:pt x="2102" y="1621"/>
                  </a:moveTo>
                  <a:lnTo>
                    <a:pt x="2102" y="1619"/>
                  </a:lnTo>
                  <a:lnTo>
                    <a:pt x="2102" y="1619"/>
                  </a:lnTo>
                  <a:lnTo>
                    <a:pt x="2099" y="1619"/>
                  </a:lnTo>
                  <a:lnTo>
                    <a:pt x="2099" y="1619"/>
                  </a:lnTo>
                  <a:lnTo>
                    <a:pt x="2099" y="1619"/>
                  </a:lnTo>
                  <a:lnTo>
                    <a:pt x="2099" y="1617"/>
                  </a:lnTo>
                  <a:lnTo>
                    <a:pt x="2099" y="1619"/>
                  </a:lnTo>
                  <a:lnTo>
                    <a:pt x="2097" y="1619"/>
                  </a:lnTo>
                  <a:lnTo>
                    <a:pt x="2097" y="1619"/>
                  </a:lnTo>
                  <a:lnTo>
                    <a:pt x="2095" y="1617"/>
                  </a:lnTo>
                  <a:lnTo>
                    <a:pt x="2095" y="1617"/>
                  </a:lnTo>
                  <a:lnTo>
                    <a:pt x="2095" y="1617"/>
                  </a:lnTo>
                  <a:lnTo>
                    <a:pt x="2092" y="1617"/>
                  </a:lnTo>
                  <a:lnTo>
                    <a:pt x="2092" y="1617"/>
                  </a:lnTo>
                  <a:lnTo>
                    <a:pt x="2092" y="1617"/>
                  </a:lnTo>
                  <a:lnTo>
                    <a:pt x="2092" y="1614"/>
                  </a:lnTo>
                  <a:lnTo>
                    <a:pt x="2092" y="1614"/>
                  </a:lnTo>
                  <a:lnTo>
                    <a:pt x="2092" y="1614"/>
                  </a:lnTo>
                  <a:lnTo>
                    <a:pt x="2092" y="1612"/>
                  </a:lnTo>
                  <a:lnTo>
                    <a:pt x="2088" y="1610"/>
                  </a:lnTo>
                  <a:lnTo>
                    <a:pt x="2088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07"/>
                  </a:lnTo>
                  <a:lnTo>
                    <a:pt x="2085" y="1607"/>
                  </a:lnTo>
                  <a:lnTo>
                    <a:pt x="2088" y="1610"/>
                  </a:lnTo>
                  <a:lnTo>
                    <a:pt x="2090" y="1610"/>
                  </a:lnTo>
                  <a:lnTo>
                    <a:pt x="2090" y="1610"/>
                  </a:lnTo>
                  <a:lnTo>
                    <a:pt x="2090" y="1610"/>
                  </a:lnTo>
                  <a:lnTo>
                    <a:pt x="2090" y="1610"/>
                  </a:lnTo>
                  <a:lnTo>
                    <a:pt x="2092" y="1610"/>
                  </a:lnTo>
                  <a:lnTo>
                    <a:pt x="2092" y="1610"/>
                  </a:lnTo>
                  <a:lnTo>
                    <a:pt x="2092" y="1610"/>
                  </a:lnTo>
                  <a:lnTo>
                    <a:pt x="2092" y="1610"/>
                  </a:lnTo>
                  <a:lnTo>
                    <a:pt x="2092" y="1607"/>
                  </a:lnTo>
                  <a:lnTo>
                    <a:pt x="2092" y="1607"/>
                  </a:lnTo>
                  <a:lnTo>
                    <a:pt x="2090" y="1607"/>
                  </a:lnTo>
                  <a:lnTo>
                    <a:pt x="2090" y="1605"/>
                  </a:lnTo>
                  <a:lnTo>
                    <a:pt x="2090" y="1605"/>
                  </a:lnTo>
                  <a:lnTo>
                    <a:pt x="2090" y="1605"/>
                  </a:lnTo>
                  <a:lnTo>
                    <a:pt x="2090" y="1605"/>
                  </a:lnTo>
                  <a:lnTo>
                    <a:pt x="2090" y="1603"/>
                  </a:lnTo>
                  <a:lnTo>
                    <a:pt x="2090" y="1600"/>
                  </a:lnTo>
                  <a:lnTo>
                    <a:pt x="2092" y="1598"/>
                  </a:lnTo>
                  <a:lnTo>
                    <a:pt x="2090" y="1598"/>
                  </a:lnTo>
                  <a:lnTo>
                    <a:pt x="2088" y="1595"/>
                  </a:lnTo>
                  <a:lnTo>
                    <a:pt x="2085" y="1595"/>
                  </a:lnTo>
                  <a:lnTo>
                    <a:pt x="2085" y="1598"/>
                  </a:lnTo>
                  <a:lnTo>
                    <a:pt x="2085" y="1595"/>
                  </a:lnTo>
                  <a:lnTo>
                    <a:pt x="2085" y="1598"/>
                  </a:lnTo>
                  <a:lnTo>
                    <a:pt x="2081" y="1600"/>
                  </a:lnTo>
                  <a:lnTo>
                    <a:pt x="2076" y="1598"/>
                  </a:lnTo>
                  <a:lnTo>
                    <a:pt x="2078" y="1598"/>
                  </a:lnTo>
                  <a:lnTo>
                    <a:pt x="2078" y="1598"/>
                  </a:lnTo>
                  <a:lnTo>
                    <a:pt x="2081" y="1598"/>
                  </a:lnTo>
                  <a:lnTo>
                    <a:pt x="2081" y="1598"/>
                  </a:lnTo>
                  <a:lnTo>
                    <a:pt x="2081" y="1598"/>
                  </a:lnTo>
                  <a:lnTo>
                    <a:pt x="2081" y="1598"/>
                  </a:lnTo>
                  <a:lnTo>
                    <a:pt x="2081" y="1595"/>
                  </a:lnTo>
                  <a:lnTo>
                    <a:pt x="2081" y="1595"/>
                  </a:lnTo>
                  <a:lnTo>
                    <a:pt x="2078" y="1595"/>
                  </a:lnTo>
                  <a:lnTo>
                    <a:pt x="2078" y="1595"/>
                  </a:lnTo>
                  <a:lnTo>
                    <a:pt x="2078" y="1593"/>
                  </a:lnTo>
                  <a:lnTo>
                    <a:pt x="2078" y="1593"/>
                  </a:lnTo>
                  <a:lnTo>
                    <a:pt x="2078" y="1593"/>
                  </a:lnTo>
                  <a:lnTo>
                    <a:pt x="2078" y="1593"/>
                  </a:lnTo>
                  <a:lnTo>
                    <a:pt x="2076" y="1593"/>
                  </a:lnTo>
                  <a:lnTo>
                    <a:pt x="2076" y="1593"/>
                  </a:lnTo>
                  <a:lnTo>
                    <a:pt x="2076" y="1593"/>
                  </a:lnTo>
                  <a:lnTo>
                    <a:pt x="2076" y="1591"/>
                  </a:lnTo>
                  <a:lnTo>
                    <a:pt x="2073" y="1591"/>
                  </a:lnTo>
                  <a:lnTo>
                    <a:pt x="2073" y="1591"/>
                  </a:lnTo>
                  <a:lnTo>
                    <a:pt x="2073" y="1591"/>
                  </a:lnTo>
                  <a:lnTo>
                    <a:pt x="2073" y="1593"/>
                  </a:lnTo>
                  <a:lnTo>
                    <a:pt x="2073" y="1593"/>
                  </a:lnTo>
                  <a:lnTo>
                    <a:pt x="2073" y="1593"/>
                  </a:lnTo>
                  <a:lnTo>
                    <a:pt x="2071" y="1593"/>
                  </a:lnTo>
                  <a:lnTo>
                    <a:pt x="2071" y="1593"/>
                  </a:lnTo>
                  <a:lnTo>
                    <a:pt x="2071" y="1593"/>
                  </a:lnTo>
                  <a:lnTo>
                    <a:pt x="2069" y="1593"/>
                  </a:lnTo>
                  <a:lnTo>
                    <a:pt x="2069" y="1595"/>
                  </a:lnTo>
                  <a:lnTo>
                    <a:pt x="2071" y="1598"/>
                  </a:lnTo>
                  <a:lnTo>
                    <a:pt x="2073" y="1598"/>
                  </a:lnTo>
                  <a:lnTo>
                    <a:pt x="2073" y="1600"/>
                  </a:lnTo>
                  <a:lnTo>
                    <a:pt x="2066" y="1598"/>
                  </a:lnTo>
                  <a:lnTo>
                    <a:pt x="2064" y="1598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6" y="1595"/>
                  </a:lnTo>
                  <a:lnTo>
                    <a:pt x="2066" y="1593"/>
                  </a:lnTo>
                  <a:lnTo>
                    <a:pt x="2066" y="1593"/>
                  </a:lnTo>
                  <a:lnTo>
                    <a:pt x="2066" y="1593"/>
                  </a:lnTo>
                  <a:lnTo>
                    <a:pt x="2066" y="1591"/>
                  </a:lnTo>
                  <a:lnTo>
                    <a:pt x="2069" y="1591"/>
                  </a:lnTo>
                  <a:lnTo>
                    <a:pt x="2069" y="1591"/>
                  </a:lnTo>
                  <a:lnTo>
                    <a:pt x="2069" y="1591"/>
                  </a:lnTo>
                  <a:lnTo>
                    <a:pt x="2064" y="1588"/>
                  </a:lnTo>
                  <a:lnTo>
                    <a:pt x="2064" y="1586"/>
                  </a:lnTo>
                  <a:lnTo>
                    <a:pt x="2064" y="1586"/>
                  </a:lnTo>
                  <a:lnTo>
                    <a:pt x="2064" y="1586"/>
                  </a:lnTo>
                  <a:lnTo>
                    <a:pt x="2062" y="1588"/>
                  </a:lnTo>
                  <a:lnTo>
                    <a:pt x="2062" y="1588"/>
                  </a:lnTo>
                  <a:lnTo>
                    <a:pt x="2062" y="1588"/>
                  </a:lnTo>
                  <a:lnTo>
                    <a:pt x="2059" y="1591"/>
                  </a:lnTo>
                  <a:lnTo>
                    <a:pt x="2059" y="1591"/>
                  </a:lnTo>
                  <a:lnTo>
                    <a:pt x="2059" y="1591"/>
                  </a:lnTo>
                  <a:lnTo>
                    <a:pt x="2059" y="1586"/>
                  </a:lnTo>
                  <a:lnTo>
                    <a:pt x="2057" y="1586"/>
                  </a:lnTo>
                  <a:lnTo>
                    <a:pt x="2057" y="1584"/>
                  </a:lnTo>
                  <a:lnTo>
                    <a:pt x="2057" y="1584"/>
                  </a:lnTo>
                  <a:lnTo>
                    <a:pt x="2055" y="1584"/>
                  </a:lnTo>
                  <a:lnTo>
                    <a:pt x="2055" y="1581"/>
                  </a:lnTo>
                  <a:lnTo>
                    <a:pt x="2052" y="1581"/>
                  </a:lnTo>
                  <a:lnTo>
                    <a:pt x="2050" y="1579"/>
                  </a:lnTo>
                  <a:lnTo>
                    <a:pt x="2047" y="1579"/>
                  </a:lnTo>
                  <a:lnTo>
                    <a:pt x="2047" y="1579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5" y="1576"/>
                  </a:lnTo>
                  <a:lnTo>
                    <a:pt x="2045" y="1579"/>
                  </a:lnTo>
                  <a:lnTo>
                    <a:pt x="2045" y="1579"/>
                  </a:lnTo>
                  <a:lnTo>
                    <a:pt x="2043" y="1579"/>
                  </a:lnTo>
                  <a:lnTo>
                    <a:pt x="2043" y="1579"/>
                  </a:lnTo>
                  <a:lnTo>
                    <a:pt x="2045" y="1576"/>
                  </a:lnTo>
                  <a:lnTo>
                    <a:pt x="2045" y="1576"/>
                  </a:lnTo>
                  <a:lnTo>
                    <a:pt x="2043" y="1576"/>
                  </a:lnTo>
                  <a:lnTo>
                    <a:pt x="2040" y="1579"/>
                  </a:lnTo>
                  <a:lnTo>
                    <a:pt x="2040" y="1576"/>
                  </a:lnTo>
                  <a:lnTo>
                    <a:pt x="2040" y="1576"/>
                  </a:lnTo>
                  <a:lnTo>
                    <a:pt x="2040" y="1574"/>
                  </a:lnTo>
                  <a:lnTo>
                    <a:pt x="2040" y="1574"/>
                  </a:lnTo>
                  <a:lnTo>
                    <a:pt x="2038" y="1574"/>
                  </a:lnTo>
                  <a:lnTo>
                    <a:pt x="2031" y="1581"/>
                  </a:lnTo>
                  <a:lnTo>
                    <a:pt x="2031" y="1581"/>
                  </a:lnTo>
                  <a:lnTo>
                    <a:pt x="2031" y="1579"/>
                  </a:lnTo>
                  <a:lnTo>
                    <a:pt x="2031" y="1579"/>
                  </a:lnTo>
                  <a:lnTo>
                    <a:pt x="2031" y="1576"/>
                  </a:lnTo>
                  <a:lnTo>
                    <a:pt x="2033" y="1576"/>
                  </a:lnTo>
                  <a:lnTo>
                    <a:pt x="2033" y="1576"/>
                  </a:lnTo>
                  <a:lnTo>
                    <a:pt x="2031" y="1576"/>
                  </a:lnTo>
                  <a:lnTo>
                    <a:pt x="2028" y="1576"/>
                  </a:lnTo>
                  <a:lnTo>
                    <a:pt x="2028" y="1579"/>
                  </a:lnTo>
                  <a:lnTo>
                    <a:pt x="2028" y="1579"/>
                  </a:lnTo>
                  <a:lnTo>
                    <a:pt x="2028" y="1576"/>
                  </a:lnTo>
                  <a:lnTo>
                    <a:pt x="2028" y="1574"/>
                  </a:lnTo>
                  <a:lnTo>
                    <a:pt x="2028" y="1574"/>
                  </a:lnTo>
                  <a:lnTo>
                    <a:pt x="2026" y="1574"/>
                  </a:lnTo>
                  <a:lnTo>
                    <a:pt x="2026" y="1574"/>
                  </a:lnTo>
                  <a:lnTo>
                    <a:pt x="2026" y="1572"/>
                  </a:lnTo>
                  <a:lnTo>
                    <a:pt x="2026" y="1572"/>
                  </a:lnTo>
                  <a:lnTo>
                    <a:pt x="2024" y="1572"/>
                  </a:lnTo>
                  <a:lnTo>
                    <a:pt x="2026" y="1572"/>
                  </a:lnTo>
                  <a:lnTo>
                    <a:pt x="2026" y="1572"/>
                  </a:lnTo>
                  <a:lnTo>
                    <a:pt x="2026" y="1572"/>
                  </a:lnTo>
                  <a:lnTo>
                    <a:pt x="2024" y="1572"/>
                  </a:lnTo>
                  <a:lnTo>
                    <a:pt x="2024" y="1572"/>
                  </a:lnTo>
                  <a:lnTo>
                    <a:pt x="2024" y="1572"/>
                  </a:lnTo>
                  <a:lnTo>
                    <a:pt x="2024" y="1574"/>
                  </a:lnTo>
                  <a:lnTo>
                    <a:pt x="2021" y="1574"/>
                  </a:lnTo>
                  <a:lnTo>
                    <a:pt x="2021" y="1574"/>
                  </a:lnTo>
                  <a:lnTo>
                    <a:pt x="2021" y="1572"/>
                  </a:lnTo>
                  <a:lnTo>
                    <a:pt x="2021" y="1572"/>
                  </a:lnTo>
                  <a:lnTo>
                    <a:pt x="2021" y="1569"/>
                  </a:lnTo>
                  <a:lnTo>
                    <a:pt x="2021" y="1569"/>
                  </a:lnTo>
                  <a:lnTo>
                    <a:pt x="2019" y="1569"/>
                  </a:lnTo>
                  <a:lnTo>
                    <a:pt x="2019" y="1569"/>
                  </a:lnTo>
                  <a:lnTo>
                    <a:pt x="2019" y="1572"/>
                  </a:lnTo>
                  <a:lnTo>
                    <a:pt x="2017" y="1569"/>
                  </a:lnTo>
                  <a:lnTo>
                    <a:pt x="2017" y="1569"/>
                  </a:lnTo>
                  <a:lnTo>
                    <a:pt x="2017" y="1572"/>
                  </a:lnTo>
                  <a:lnTo>
                    <a:pt x="2017" y="1572"/>
                  </a:lnTo>
                  <a:lnTo>
                    <a:pt x="2017" y="1572"/>
                  </a:lnTo>
                  <a:lnTo>
                    <a:pt x="2017" y="1569"/>
                  </a:lnTo>
                  <a:lnTo>
                    <a:pt x="2017" y="1567"/>
                  </a:lnTo>
                  <a:lnTo>
                    <a:pt x="2014" y="1567"/>
                  </a:lnTo>
                  <a:lnTo>
                    <a:pt x="2014" y="1567"/>
                  </a:lnTo>
                  <a:lnTo>
                    <a:pt x="2012" y="1567"/>
                  </a:lnTo>
                  <a:lnTo>
                    <a:pt x="2012" y="1569"/>
                  </a:lnTo>
                  <a:lnTo>
                    <a:pt x="2012" y="1569"/>
                  </a:lnTo>
                  <a:lnTo>
                    <a:pt x="2012" y="1569"/>
                  </a:lnTo>
                  <a:lnTo>
                    <a:pt x="2012" y="1569"/>
                  </a:lnTo>
                  <a:lnTo>
                    <a:pt x="2010" y="1572"/>
                  </a:lnTo>
                  <a:lnTo>
                    <a:pt x="2010" y="1569"/>
                  </a:lnTo>
                  <a:lnTo>
                    <a:pt x="2012" y="1567"/>
                  </a:lnTo>
                  <a:lnTo>
                    <a:pt x="2012" y="1567"/>
                  </a:lnTo>
                  <a:lnTo>
                    <a:pt x="2012" y="1567"/>
                  </a:lnTo>
                  <a:lnTo>
                    <a:pt x="2010" y="1567"/>
                  </a:lnTo>
                  <a:lnTo>
                    <a:pt x="2007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2" y="1562"/>
                  </a:lnTo>
                  <a:lnTo>
                    <a:pt x="2002" y="1562"/>
                  </a:lnTo>
                  <a:lnTo>
                    <a:pt x="2002" y="1562"/>
                  </a:lnTo>
                  <a:lnTo>
                    <a:pt x="2000" y="1562"/>
                  </a:lnTo>
                  <a:lnTo>
                    <a:pt x="2000" y="1562"/>
                  </a:lnTo>
                  <a:lnTo>
                    <a:pt x="2000" y="1562"/>
                  </a:lnTo>
                  <a:lnTo>
                    <a:pt x="1998" y="1565"/>
                  </a:lnTo>
                  <a:lnTo>
                    <a:pt x="1998" y="1565"/>
                  </a:lnTo>
                  <a:lnTo>
                    <a:pt x="1998" y="1565"/>
                  </a:lnTo>
                  <a:lnTo>
                    <a:pt x="1998" y="1567"/>
                  </a:lnTo>
                  <a:lnTo>
                    <a:pt x="1995" y="1569"/>
                  </a:lnTo>
                  <a:lnTo>
                    <a:pt x="1995" y="1572"/>
                  </a:lnTo>
                  <a:lnTo>
                    <a:pt x="1995" y="1569"/>
                  </a:lnTo>
                  <a:lnTo>
                    <a:pt x="1995" y="1572"/>
                  </a:lnTo>
                  <a:lnTo>
                    <a:pt x="1995" y="1572"/>
                  </a:lnTo>
                  <a:lnTo>
                    <a:pt x="1995" y="1569"/>
                  </a:lnTo>
                  <a:lnTo>
                    <a:pt x="1995" y="1569"/>
                  </a:lnTo>
                  <a:lnTo>
                    <a:pt x="1993" y="1569"/>
                  </a:lnTo>
                  <a:lnTo>
                    <a:pt x="1995" y="1569"/>
                  </a:lnTo>
                  <a:lnTo>
                    <a:pt x="1995" y="1567"/>
                  </a:lnTo>
                  <a:lnTo>
                    <a:pt x="1993" y="1567"/>
                  </a:lnTo>
                  <a:lnTo>
                    <a:pt x="1995" y="1565"/>
                  </a:lnTo>
                  <a:lnTo>
                    <a:pt x="1995" y="1565"/>
                  </a:lnTo>
                  <a:lnTo>
                    <a:pt x="1995" y="1565"/>
                  </a:lnTo>
                  <a:lnTo>
                    <a:pt x="1995" y="1562"/>
                  </a:lnTo>
                  <a:lnTo>
                    <a:pt x="1998" y="1562"/>
                  </a:lnTo>
                  <a:lnTo>
                    <a:pt x="1998" y="1562"/>
                  </a:lnTo>
                  <a:lnTo>
                    <a:pt x="1998" y="1560"/>
                  </a:lnTo>
                  <a:lnTo>
                    <a:pt x="1995" y="1560"/>
                  </a:lnTo>
                  <a:lnTo>
                    <a:pt x="1995" y="1558"/>
                  </a:lnTo>
                  <a:lnTo>
                    <a:pt x="1993" y="1558"/>
                  </a:lnTo>
                  <a:lnTo>
                    <a:pt x="1993" y="1560"/>
                  </a:lnTo>
                  <a:lnTo>
                    <a:pt x="1993" y="1560"/>
                  </a:lnTo>
                  <a:lnTo>
                    <a:pt x="1993" y="1560"/>
                  </a:lnTo>
                  <a:lnTo>
                    <a:pt x="1991" y="1560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3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88" y="1567"/>
                  </a:lnTo>
                  <a:lnTo>
                    <a:pt x="1988" y="1567"/>
                  </a:lnTo>
                  <a:lnTo>
                    <a:pt x="1988" y="1565"/>
                  </a:lnTo>
                  <a:lnTo>
                    <a:pt x="1986" y="1565"/>
                  </a:lnTo>
                  <a:lnTo>
                    <a:pt x="1986" y="1565"/>
                  </a:lnTo>
                  <a:lnTo>
                    <a:pt x="1988" y="1562"/>
                  </a:lnTo>
                  <a:lnTo>
                    <a:pt x="1988" y="1562"/>
                  </a:lnTo>
                  <a:lnTo>
                    <a:pt x="1988" y="1562"/>
                  </a:lnTo>
                  <a:lnTo>
                    <a:pt x="1988" y="1560"/>
                  </a:lnTo>
                  <a:lnTo>
                    <a:pt x="1991" y="1560"/>
                  </a:lnTo>
                  <a:lnTo>
                    <a:pt x="1991" y="1558"/>
                  </a:lnTo>
                  <a:lnTo>
                    <a:pt x="1991" y="1558"/>
                  </a:lnTo>
                  <a:lnTo>
                    <a:pt x="1991" y="1555"/>
                  </a:lnTo>
                  <a:lnTo>
                    <a:pt x="1988" y="1555"/>
                  </a:lnTo>
                  <a:lnTo>
                    <a:pt x="1988" y="1558"/>
                  </a:lnTo>
                  <a:lnTo>
                    <a:pt x="1986" y="1560"/>
                  </a:lnTo>
                  <a:lnTo>
                    <a:pt x="1984" y="1560"/>
                  </a:lnTo>
                  <a:lnTo>
                    <a:pt x="1979" y="1558"/>
                  </a:lnTo>
                  <a:lnTo>
                    <a:pt x="1979" y="1560"/>
                  </a:lnTo>
                  <a:lnTo>
                    <a:pt x="1979" y="1560"/>
                  </a:lnTo>
                  <a:lnTo>
                    <a:pt x="1979" y="1562"/>
                  </a:lnTo>
                  <a:lnTo>
                    <a:pt x="1979" y="1562"/>
                  </a:lnTo>
                  <a:lnTo>
                    <a:pt x="1979" y="1565"/>
                  </a:lnTo>
                  <a:lnTo>
                    <a:pt x="1979" y="1565"/>
                  </a:lnTo>
                  <a:lnTo>
                    <a:pt x="1976" y="1565"/>
                  </a:lnTo>
                  <a:lnTo>
                    <a:pt x="1976" y="1562"/>
                  </a:lnTo>
                  <a:lnTo>
                    <a:pt x="1976" y="1560"/>
                  </a:lnTo>
                  <a:lnTo>
                    <a:pt x="1976" y="1560"/>
                  </a:lnTo>
                  <a:lnTo>
                    <a:pt x="1976" y="1558"/>
                  </a:lnTo>
                  <a:lnTo>
                    <a:pt x="1976" y="1558"/>
                  </a:lnTo>
                  <a:lnTo>
                    <a:pt x="1976" y="1558"/>
                  </a:lnTo>
                  <a:lnTo>
                    <a:pt x="1974" y="1558"/>
                  </a:lnTo>
                  <a:lnTo>
                    <a:pt x="1972" y="1558"/>
                  </a:lnTo>
                  <a:lnTo>
                    <a:pt x="1969" y="1560"/>
                  </a:lnTo>
                  <a:lnTo>
                    <a:pt x="1969" y="1560"/>
                  </a:lnTo>
                  <a:lnTo>
                    <a:pt x="1967" y="1560"/>
                  </a:lnTo>
                  <a:lnTo>
                    <a:pt x="1967" y="1560"/>
                  </a:lnTo>
                  <a:lnTo>
                    <a:pt x="1967" y="1558"/>
                  </a:lnTo>
                  <a:lnTo>
                    <a:pt x="1965" y="1558"/>
                  </a:lnTo>
                  <a:lnTo>
                    <a:pt x="1962" y="1558"/>
                  </a:lnTo>
                  <a:lnTo>
                    <a:pt x="1962" y="1558"/>
                  </a:lnTo>
                  <a:lnTo>
                    <a:pt x="1962" y="1558"/>
                  </a:lnTo>
                  <a:lnTo>
                    <a:pt x="1962" y="1558"/>
                  </a:lnTo>
                  <a:lnTo>
                    <a:pt x="1962" y="1555"/>
                  </a:lnTo>
                  <a:lnTo>
                    <a:pt x="1962" y="1555"/>
                  </a:lnTo>
                  <a:lnTo>
                    <a:pt x="1962" y="1555"/>
                  </a:lnTo>
                  <a:lnTo>
                    <a:pt x="1960" y="1555"/>
                  </a:lnTo>
                  <a:lnTo>
                    <a:pt x="1960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0"/>
                  </a:lnTo>
                  <a:lnTo>
                    <a:pt x="1957" y="1550"/>
                  </a:lnTo>
                  <a:lnTo>
                    <a:pt x="1955" y="1550"/>
                  </a:lnTo>
                  <a:lnTo>
                    <a:pt x="1953" y="1550"/>
                  </a:lnTo>
                  <a:lnTo>
                    <a:pt x="1950" y="1548"/>
                  </a:lnTo>
                  <a:lnTo>
                    <a:pt x="1950" y="1546"/>
                  </a:lnTo>
                  <a:lnTo>
                    <a:pt x="1948" y="1546"/>
                  </a:lnTo>
                  <a:lnTo>
                    <a:pt x="1943" y="1543"/>
                  </a:lnTo>
                  <a:lnTo>
                    <a:pt x="1943" y="1543"/>
                  </a:lnTo>
                  <a:lnTo>
                    <a:pt x="1946" y="1543"/>
                  </a:lnTo>
                  <a:lnTo>
                    <a:pt x="1946" y="1543"/>
                  </a:lnTo>
                  <a:lnTo>
                    <a:pt x="1946" y="1541"/>
                  </a:lnTo>
                  <a:lnTo>
                    <a:pt x="1943" y="1543"/>
                  </a:lnTo>
                  <a:lnTo>
                    <a:pt x="1941" y="1543"/>
                  </a:lnTo>
                  <a:lnTo>
                    <a:pt x="1939" y="1541"/>
                  </a:lnTo>
                  <a:lnTo>
                    <a:pt x="1936" y="1541"/>
                  </a:lnTo>
                  <a:lnTo>
                    <a:pt x="1934" y="1541"/>
                  </a:lnTo>
                  <a:lnTo>
                    <a:pt x="1931" y="1539"/>
                  </a:lnTo>
                  <a:lnTo>
                    <a:pt x="1929" y="1539"/>
                  </a:lnTo>
                  <a:lnTo>
                    <a:pt x="1929" y="1536"/>
                  </a:lnTo>
                  <a:lnTo>
                    <a:pt x="1927" y="1536"/>
                  </a:lnTo>
                  <a:lnTo>
                    <a:pt x="1927" y="1536"/>
                  </a:lnTo>
                  <a:lnTo>
                    <a:pt x="1927" y="1536"/>
                  </a:lnTo>
                  <a:lnTo>
                    <a:pt x="1924" y="1536"/>
                  </a:lnTo>
                  <a:lnTo>
                    <a:pt x="1924" y="1536"/>
                  </a:lnTo>
                  <a:lnTo>
                    <a:pt x="1922" y="1536"/>
                  </a:lnTo>
                  <a:lnTo>
                    <a:pt x="1922" y="1534"/>
                  </a:lnTo>
                  <a:lnTo>
                    <a:pt x="1924" y="1534"/>
                  </a:lnTo>
                  <a:lnTo>
                    <a:pt x="1924" y="1532"/>
                  </a:lnTo>
                  <a:lnTo>
                    <a:pt x="1922" y="1532"/>
                  </a:lnTo>
                  <a:lnTo>
                    <a:pt x="1920" y="1529"/>
                  </a:lnTo>
                  <a:lnTo>
                    <a:pt x="1917" y="1529"/>
                  </a:lnTo>
                  <a:lnTo>
                    <a:pt x="1913" y="1527"/>
                  </a:lnTo>
                  <a:lnTo>
                    <a:pt x="1913" y="1527"/>
                  </a:lnTo>
                  <a:lnTo>
                    <a:pt x="1913" y="1524"/>
                  </a:lnTo>
                  <a:lnTo>
                    <a:pt x="1915" y="1524"/>
                  </a:lnTo>
                  <a:lnTo>
                    <a:pt x="1915" y="1524"/>
                  </a:lnTo>
                  <a:lnTo>
                    <a:pt x="1917" y="1524"/>
                  </a:lnTo>
                  <a:lnTo>
                    <a:pt x="1922" y="1524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0" y="1520"/>
                  </a:lnTo>
                  <a:lnTo>
                    <a:pt x="1920" y="1520"/>
                  </a:lnTo>
                  <a:lnTo>
                    <a:pt x="1920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31" y="1520"/>
                  </a:lnTo>
                  <a:lnTo>
                    <a:pt x="1931" y="1520"/>
                  </a:lnTo>
                  <a:lnTo>
                    <a:pt x="1934" y="1520"/>
                  </a:lnTo>
                  <a:lnTo>
                    <a:pt x="1934" y="1520"/>
                  </a:lnTo>
                  <a:lnTo>
                    <a:pt x="1934" y="1522"/>
                  </a:lnTo>
                  <a:lnTo>
                    <a:pt x="1936" y="1522"/>
                  </a:lnTo>
                  <a:lnTo>
                    <a:pt x="1936" y="1524"/>
                  </a:lnTo>
                  <a:lnTo>
                    <a:pt x="1939" y="1524"/>
                  </a:lnTo>
                  <a:lnTo>
                    <a:pt x="1939" y="1524"/>
                  </a:lnTo>
                  <a:lnTo>
                    <a:pt x="1941" y="1524"/>
                  </a:lnTo>
                  <a:lnTo>
                    <a:pt x="1943" y="1524"/>
                  </a:lnTo>
                  <a:lnTo>
                    <a:pt x="1943" y="1522"/>
                  </a:lnTo>
                  <a:lnTo>
                    <a:pt x="1941" y="1522"/>
                  </a:lnTo>
                  <a:lnTo>
                    <a:pt x="1939" y="1520"/>
                  </a:lnTo>
                  <a:lnTo>
                    <a:pt x="1939" y="1520"/>
                  </a:lnTo>
                  <a:lnTo>
                    <a:pt x="1939" y="1520"/>
                  </a:lnTo>
                  <a:lnTo>
                    <a:pt x="1941" y="1520"/>
                  </a:lnTo>
                  <a:lnTo>
                    <a:pt x="1941" y="1520"/>
                  </a:lnTo>
                  <a:lnTo>
                    <a:pt x="1943" y="1522"/>
                  </a:lnTo>
                  <a:lnTo>
                    <a:pt x="1946" y="1522"/>
                  </a:lnTo>
                  <a:lnTo>
                    <a:pt x="1946" y="1524"/>
                  </a:lnTo>
                  <a:lnTo>
                    <a:pt x="1946" y="1524"/>
                  </a:lnTo>
                  <a:lnTo>
                    <a:pt x="1946" y="1527"/>
                  </a:lnTo>
                  <a:lnTo>
                    <a:pt x="1948" y="1524"/>
                  </a:lnTo>
                  <a:lnTo>
                    <a:pt x="1948" y="1524"/>
                  </a:lnTo>
                  <a:lnTo>
                    <a:pt x="1948" y="1527"/>
                  </a:lnTo>
                  <a:lnTo>
                    <a:pt x="1950" y="1527"/>
                  </a:lnTo>
                  <a:lnTo>
                    <a:pt x="1950" y="1524"/>
                  </a:lnTo>
                  <a:lnTo>
                    <a:pt x="1948" y="1524"/>
                  </a:lnTo>
                  <a:lnTo>
                    <a:pt x="1950" y="1524"/>
                  </a:lnTo>
                  <a:lnTo>
                    <a:pt x="1950" y="1524"/>
                  </a:lnTo>
                  <a:lnTo>
                    <a:pt x="1953" y="1524"/>
                  </a:lnTo>
                  <a:lnTo>
                    <a:pt x="1953" y="1527"/>
                  </a:lnTo>
                  <a:lnTo>
                    <a:pt x="1953" y="1527"/>
                  </a:lnTo>
                  <a:lnTo>
                    <a:pt x="1955" y="1527"/>
                  </a:lnTo>
                  <a:lnTo>
                    <a:pt x="1957" y="1527"/>
                  </a:lnTo>
                  <a:lnTo>
                    <a:pt x="1957" y="1527"/>
                  </a:lnTo>
                  <a:lnTo>
                    <a:pt x="1960" y="1529"/>
                  </a:lnTo>
                  <a:lnTo>
                    <a:pt x="1965" y="1532"/>
                  </a:lnTo>
                  <a:lnTo>
                    <a:pt x="1965" y="1532"/>
                  </a:lnTo>
                  <a:lnTo>
                    <a:pt x="1967" y="1532"/>
                  </a:lnTo>
                  <a:lnTo>
                    <a:pt x="1967" y="1534"/>
                  </a:lnTo>
                  <a:lnTo>
                    <a:pt x="1969" y="1534"/>
                  </a:lnTo>
                  <a:lnTo>
                    <a:pt x="1969" y="1534"/>
                  </a:lnTo>
                  <a:lnTo>
                    <a:pt x="1972" y="1534"/>
                  </a:lnTo>
                  <a:lnTo>
                    <a:pt x="1974" y="1536"/>
                  </a:lnTo>
                  <a:lnTo>
                    <a:pt x="1974" y="1536"/>
                  </a:lnTo>
                  <a:lnTo>
                    <a:pt x="1974" y="1534"/>
                  </a:lnTo>
                  <a:lnTo>
                    <a:pt x="1972" y="1529"/>
                  </a:lnTo>
                  <a:lnTo>
                    <a:pt x="1969" y="1527"/>
                  </a:lnTo>
                  <a:lnTo>
                    <a:pt x="1965" y="1524"/>
                  </a:lnTo>
                  <a:lnTo>
                    <a:pt x="1965" y="1522"/>
                  </a:lnTo>
                  <a:lnTo>
                    <a:pt x="1962" y="1522"/>
                  </a:lnTo>
                  <a:lnTo>
                    <a:pt x="1962" y="1520"/>
                  </a:lnTo>
                  <a:lnTo>
                    <a:pt x="1962" y="1520"/>
                  </a:lnTo>
                  <a:lnTo>
                    <a:pt x="1960" y="1515"/>
                  </a:lnTo>
                  <a:lnTo>
                    <a:pt x="1960" y="1515"/>
                  </a:lnTo>
                  <a:lnTo>
                    <a:pt x="1957" y="1513"/>
                  </a:lnTo>
                  <a:lnTo>
                    <a:pt x="1955" y="1513"/>
                  </a:lnTo>
                  <a:lnTo>
                    <a:pt x="1955" y="1510"/>
                  </a:lnTo>
                  <a:lnTo>
                    <a:pt x="1955" y="1510"/>
                  </a:lnTo>
                  <a:lnTo>
                    <a:pt x="1950" y="1508"/>
                  </a:lnTo>
                  <a:lnTo>
                    <a:pt x="1950" y="1508"/>
                  </a:lnTo>
                  <a:lnTo>
                    <a:pt x="1953" y="1508"/>
                  </a:lnTo>
                  <a:lnTo>
                    <a:pt x="1955" y="1508"/>
                  </a:lnTo>
                  <a:lnTo>
                    <a:pt x="1955" y="1510"/>
                  </a:lnTo>
                  <a:lnTo>
                    <a:pt x="1955" y="1510"/>
                  </a:lnTo>
                  <a:lnTo>
                    <a:pt x="1957" y="1510"/>
                  </a:lnTo>
                  <a:lnTo>
                    <a:pt x="1957" y="1510"/>
                  </a:lnTo>
                  <a:lnTo>
                    <a:pt x="1957" y="1510"/>
                  </a:lnTo>
                  <a:lnTo>
                    <a:pt x="1957" y="1513"/>
                  </a:lnTo>
                  <a:lnTo>
                    <a:pt x="1960" y="1513"/>
                  </a:lnTo>
                  <a:lnTo>
                    <a:pt x="1960" y="1515"/>
                  </a:lnTo>
                  <a:lnTo>
                    <a:pt x="1962" y="1515"/>
                  </a:lnTo>
                  <a:lnTo>
                    <a:pt x="1962" y="1515"/>
                  </a:lnTo>
                  <a:lnTo>
                    <a:pt x="1962" y="1513"/>
                  </a:lnTo>
                  <a:lnTo>
                    <a:pt x="1965" y="1513"/>
                  </a:lnTo>
                  <a:lnTo>
                    <a:pt x="1965" y="1515"/>
                  </a:lnTo>
                  <a:lnTo>
                    <a:pt x="1965" y="1515"/>
                  </a:lnTo>
                  <a:lnTo>
                    <a:pt x="1967" y="1515"/>
                  </a:lnTo>
                  <a:lnTo>
                    <a:pt x="1969" y="1517"/>
                  </a:lnTo>
                  <a:lnTo>
                    <a:pt x="1969" y="1520"/>
                  </a:lnTo>
                  <a:lnTo>
                    <a:pt x="1972" y="1520"/>
                  </a:lnTo>
                  <a:lnTo>
                    <a:pt x="1972" y="1520"/>
                  </a:lnTo>
                  <a:lnTo>
                    <a:pt x="1974" y="1520"/>
                  </a:lnTo>
                  <a:lnTo>
                    <a:pt x="1974" y="1522"/>
                  </a:lnTo>
                  <a:lnTo>
                    <a:pt x="1976" y="1522"/>
                  </a:lnTo>
                  <a:lnTo>
                    <a:pt x="1976" y="1524"/>
                  </a:lnTo>
                  <a:lnTo>
                    <a:pt x="1979" y="1524"/>
                  </a:lnTo>
                  <a:lnTo>
                    <a:pt x="1979" y="1524"/>
                  </a:lnTo>
                  <a:lnTo>
                    <a:pt x="1979" y="1527"/>
                  </a:lnTo>
                  <a:lnTo>
                    <a:pt x="1979" y="1527"/>
                  </a:lnTo>
                  <a:lnTo>
                    <a:pt x="1981" y="1527"/>
                  </a:lnTo>
                  <a:lnTo>
                    <a:pt x="1981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1" y="1524"/>
                  </a:lnTo>
                  <a:lnTo>
                    <a:pt x="1981" y="1524"/>
                  </a:lnTo>
                  <a:lnTo>
                    <a:pt x="1981" y="1522"/>
                  </a:lnTo>
                  <a:lnTo>
                    <a:pt x="1981" y="1522"/>
                  </a:lnTo>
                  <a:lnTo>
                    <a:pt x="1981" y="1522"/>
                  </a:lnTo>
                  <a:lnTo>
                    <a:pt x="1981" y="1522"/>
                  </a:lnTo>
                  <a:lnTo>
                    <a:pt x="1984" y="1522"/>
                  </a:lnTo>
                  <a:lnTo>
                    <a:pt x="1984" y="1524"/>
                  </a:lnTo>
                  <a:lnTo>
                    <a:pt x="1986" y="1527"/>
                  </a:lnTo>
                  <a:lnTo>
                    <a:pt x="1986" y="1527"/>
                  </a:lnTo>
                  <a:lnTo>
                    <a:pt x="1988" y="1529"/>
                  </a:lnTo>
                  <a:lnTo>
                    <a:pt x="1993" y="1532"/>
                  </a:lnTo>
                  <a:lnTo>
                    <a:pt x="1998" y="1534"/>
                  </a:lnTo>
                  <a:lnTo>
                    <a:pt x="1998" y="1534"/>
                  </a:lnTo>
                  <a:lnTo>
                    <a:pt x="1998" y="1532"/>
                  </a:lnTo>
                  <a:lnTo>
                    <a:pt x="1998" y="1532"/>
                  </a:lnTo>
                  <a:lnTo>
                    <a:pt x="1998" y="1532"/>
                  </a:lnTo>
                  <a:lnTo>
                    <a:pt x="1995" y="1532"/>
                  </a:lnTo>
                  <a:lnTo>
                    <a:pt x="1995" y="1529"/>
                  </a:lnTo>
                  <a:lnTo>
                    <a:pt x="1998" y="1532"/>
                  </a:lnTo>
                  <a:lnTo>
                    <a:pt x="1998" y="1532"/>
                  </a:lnTo>
                  <a:lnTo>
                    <a:pt x="2000" y="1532"/>
                  </a:lnTo>
                  <a:lnTo>
                    <a:pt x="2002" y="1532"/>
                  </a:lnTo>
                  <a:lnTo>
                    <a:pt x="2002" y="1529"/>
                  </a:lnTo>
                  <a:lnTo>
                    <a:pt x="2000" y="1527"/>
                  </a:lnTo>
                  <a:lnTo>
                    <a:pt x="2000" y="1527"/>
                  </a:lnTo>
                  <a:lnTo>
                    <a:pt x="2000" y="1527"/>
                  </a:lnTo>
                  <a:lnTo>
                    <a:pt x="2000" y="1524"/>
                  </a:lnTo>
                  <a:lnTo>
                    <a:pt x="1998" y="1522"/>
                  </a:lnTo>
                  <a:lnTo>
                    <a:pt x="1998" y="1522"/>
                  </a:lnTo>
                  <a:lnTo>
                    <a:pt x="1998" y="1520"/>
                  </a:lnTo>
                  <a:lnTo>
                    <a:pt x="1998" y="1520"/>
                  </a:lnTo>
                  <a:lnTo>
                    <a:pt x="2000" y="1520"/>
                  </a:lnTo>
                  <a:lnTo>
                    <a:pt x="2000" y="1522"/>
                  </a:lnTo>
                  <a:lnTo>
                    <a:pt x="2000" y="1524"/>
                  </a:lnTo>
                  <a:lnTo>
                    <a:pt x="2002" y="1527"/>
                  </a:lnTo>
                  <a:lnTo>
                    <a:pt x="2002" y="1527"/>
                  </a:lnTo>
                  <a:lnTo>
                    <a:pt x="2005" y="1527"/>
                  </a:lnTo>
                  <a:lnTo>
                    <a:pt x="2005" y="1529"/>
                  </a:lnTo>
                  <a:lnTo>
                    <a:pt x="2005" y="1529"/>
                  </a:lnTo>
                  <a:lnTo>
                    <a:pt x="2005" y="1532"/>
                  </a:lnTo>
                  <a:lnTo>
                    <a:pt x="2005" y="1532"/>
                  </a:lnTo>
                  <a:lnTo>
                    <a:pt x="2005" y="1534"/>
                  </a:lnTo>
                  <a:lnTo>
                    <a:pt x="2007" y="1534"/>
                  </a:lnTo>
                  <a:lnTo>
                    <a:pt x="2010" y="1536"/>
                  </a:lnTo>
                  <a:lnTo>
                    <a:pt x="2010" y="1536"/>
                  </a:lnTo>
                  <a:lnTo>
                    <a:pt x="2012" y="1536"/>
                  </a:lnTo>
                  <a:lnTo>
                    <a:pt x="2014" y="1539"/>
                  </a:lnTo>
                  <a:lnTo>
                    <a:pt x="2014" y="1539"/>
                  </a:lnTo>
                  <a:lnTo>
                    <a:pt x="2017" y="1539"/>
                  </a:lnTo>
                  <a:lnTo>
                    <a:pt x="2017" y="1536"/>
                  </a:lnTo>
                  <a:lnTo>
                    <a:pt x="2014" y="1534"/>
                  </a:lnTo>
                  <a:lnTo>
                    <a:pt x="2014" y="1532"/>
                  </a:lnTo>
                  <a:lnTo>
                    <a:pt x="2012" y="1532"/>
                  </a:lnTo>
                  <a:lnTo>
                    <a:pt x="2012" y="1532"/>
                  </a:lnTo>
                  <a:lnTo>
                    <a:pt x="2012" y="1529"/>
                  </a:lnTo>
                  <a:lnTo>
                    <a:pt x="2010" y="1529"/>
                  </a:lnTo>
                  <a:lnTo>
                    <a:pt x="2012" y="1527"/>
                  </a:lnTo>
                  <a:lnTo>
                    <a:pt x="2012" y="1529"/>
                  </a:lnTo>
                  <a:lnTo>
                    <a:pt x="2014" y="1532"/>
                  </a:lnTo>
                  <a:lnTo>
                    <a:pt x="2017" y="1534"/>
                  </a:lnTo>
                  <a:lnTo>
                    <a:pt x="2017" y="1534"/>
                  </a:lnTo>
                  <a:lnTo>
                    <a:pt x="2017" y="1536"/>
                  </a:lnTo>
                  <a:lnTo>
                    <a:pt x="2017" y="1536"/>
                  </a:lnTo>
                  <a:lnTo>
                    <a:pt x="2017" y="1536"/>
                  </a:lnTo>
                  <a:lnTo>
                    <a:pt x="2019" y="1539"/>
                  </a:lnTo>
                  <a:lnTo>
                    <a:pt x="2019" y="1539"/>
                  </a:lnTo>
                  <a:lnTo>
                    <a:pt x="2019" y="1539"/>
                  </a:lnTo>
                  <a:lnTo>
                    <a:pt x="2019" y="1539"/>
                  </a:lnTo>
                  <a:lnTo>
                    <a:pt x="2021" y="1541"/>
                  </a:lnTo>
                  <a:lnTo>
                    <a:pt x="2021" y="1541"/>
                  </a:lnTo>
                  <a:lnTo>
                    <a:pt x="2021" y="1541"/>
                  </a:lnTo>
                  <a:lnTo>
                    <a:pt x="2026" y="1543"/>
                  </a:lnTo>
                  <a:lnTo>
                    <a:pt x="2026" y="1546"/>
                  </a:lnTo>
                  <a:lnTo>
                    <a:pt x="2028" y="1543"/>
                  </a:lnTo>
                  <a:lnTo>
                    <a:pt x="2028" y="1543"/>
                  </a:lnTo>
                  <a:lnTo>
                    <a:pt x="2028" y="1543"/>
                  </a:lnTo>
                  <a:lnTo>
                    <a:pt x="2026" y="1543"/>
                  </a:lnTo>
                  <a:lnTo>
                    <a:pt x="2031" y="1543"/>
                  </a:lnTo>
                  <a:lnTo>
                    <a:pt x="2033" y="1546"/>
                  </a:lnTo>
                  <a:lnTo>
                    <a:pt x="2033" y="1546"/>
                  </a:lnTo>
                  <a:lnTo>
                    <a:pt x="2033" y="1543"/>
                  </a:lnTo>
                  <a:lnTo>
                    <a:pt x="2031" y="1543"/>
                  </a:lnTo>
                  <a:lnTo>
                    <a:pt x="2031" y="1543"/>
                  </a:lnTo>
                  <a:lnTo>
                    <a:pt x="2028" y="1541"/>
                  </a:lnTo>
                  <a:lnTo>
                    <a:pt x="2026" y="1541"/>
                  </a:lnTo>
                  <a:lnTo>
                    <a:pt x="2026" y="1541"/>
                  </a:lnTo>
                  <a:lnTo>
                    <a:pt x="2024" y="1541"/>
                  </a:lnTo>
                  <a:lnTo>
                    <a:pt x="2024" y="1539"/>
                  </a:lnTo>
                  <a:lnTo>
                    <a:pt x="2024" y="1539"/>
                  </a:lnTo>
                  <a:lnTo>
                    <a:pt x="2026" y="1541"/>
                  </a:lnTo>
                  <a:lnTo>
                    <a:pt x="2028" y="1541"/>
                  </a:lnTo>
                  <a:lnTo>
                    <a:pt x="2028" y="1539"/>
                  </a:lnTo>
                  <a:lnTo>
                    <a:pt x="2028" y="1539"/>
                  </a:lnTo>
                  <a:lnTo>
                    <a:pt x="2028" y="1539"/>
                  </a:lnTo>
                  <a:lnTo>
                    <a:pt x="2028" y="1536"/>
                  </a:lnTo>
                  <a:lnTo>
                    <a:pt x="2028" y="1539"/>
                  </a:lnTo>
                  <a:lnTo>
                    <a:pt x="2026" y="1536"/>
                  </a:lnTo>
                  <a:lnTo>
                    <a:pt x="2026" y="1536"/>
                  </a:lnTo>
                  <a:lnTo>
                    <a:pt x="2026" y="1534"/>
                  </a:lnTo>
                  <a:lnTo>
                    <a:pt x="2026" y="1534"/>
                  </a:lnTo>
                  <a:lnTo>
                    <a:pt x="2026" y="1534"/>
                  </a:lnTo>
                  <a:lnTo>
                    <a:pt x="2024" y="1534"/>
                  </a:lnTo>
                  <a:lnTo>
                    <a:pt x="2024" y="1534"/>
                  </a:lnTo>
                  <a:lnTo>
                    <a:pt x="2021" y="1532"/>
                  </a:lnTo>
                  <a:lnTo>
                    <a:pt x="2021" y="1529"/>
                  </a:lnTo>
                  <a:lnTo>
                    <a:pt x="2021" y="1529"/>
                  </a:lnTo>
                  <a:lnTo>
                    <a:pt x="2019" y="1527"/>
                  </a:lnTo>
                  <a:lnTo>
                    <a:pt x="2019" y="1527"/>
                  </a:lnTo>
                  <a:lnTo>
                    <a:pt x="2019" y="1527"/>
                  </a:lnTo>
                  <a:lnTo>
                    <a:pt x="2014" y="1527"/>
                  </a:lnTo>
                  <a:lnTo>
                    <a:pt x="2014" y="1527"/>
                  </a:lnTo>
                  <a:lnTo>
                    <a:pt x="2012" y="1524"/>
                  </a:lnTo>
                  <a:lnTo>
                    <a:pt x="2012" y="1522"/>
                  </a:lnTo>
                  <a:lnTo>
                    <a:pt x="2012" y="1520"/>
                  </a:lnTo>
                  <a:lnTo>
                    <a:pt x="2012" y="1520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4" y="1517"/>
                  </a:lnTo>
                  <a:lnTo>
                    <a:pt x="2014" y="1517"/>
                  </a:lnTo>
                  <a:lnTo>
                    <a:pt x="2014" y="1517"/>
                  </a:lnTo>
                  <a:lnTo>
                    <a:pt x="2014" y="1517"/>
                  </a:lnTo>
                  <a:lnTo>
                    <a:pt x="2014" y="1520"/>
                  </a:lnTo>
                  <a:lnTo>
                    <a:pt x="2014" y="1522"/>
                  </a:lnTo>
                  <a:lnTo>
                    <a:pt x="2014" y="1522"/>
                  </a:lnTo>
                  <a:lnTo>
                    <a:pt x="2014" y="1524"/>
                  </a:lnTo>
                  <a:lnTo>
                    <a:pt x="2017" y="1524"/>
                  </a:lnTo>
                  <a:lnTo>
                    <a:pt x="2017" y="1524"/>
                  </a:lnTo>
                  <a:lnTo>
                    <a:pt x="2019" y="1527"/>
                  </a:lnTo>
                  <a:lnTo>
                    <a:pt x="2019" y="1527"/>
                  </a:lnTo>
                  <a:lnTo>
                    <a:pt x="2021" y="1527"/>
                  </a:lnTo>
                  <a:lnTo>
                    <a:pt x="2024" y="1527"/>
                  </a:lnTo>
                  <a:lnTo>
                    <a:pt x="2024" y="1529"/>
                  </a:lnTo>
                  <a:lnTo>
                    <a:pt x="2024" y="1529"/>
                  </a:lnTo>
                  <a:lnTo>
                    <a:pt x="2024" y="1532"/>
                  </a:lnTo>
                  <a:lnTo>
                    <a:pt x="2026" y="1534"/>
                  </a:lnTo>
                  <a:lnTo>
                    <a:pt x="2028" y="1534"/>
                  </a:lnTo>
                  <a:lnTo>
                    <a:pt x="2031" y="1536"/>
                  </a:lnTo>
                  <a:lnTo>
                    <a:pt x="2031" y="1536"/>
                  </a:lnTo>
                  <a:lnTo>
                    <a:pt x="2031" y="1536"/>
                  </a:lnTo>
                  <a:lnTo>
                    <a:pt x="2031" y="1539"/>
                  </a:lnTo>
                  <a:lnTo>
                    <a:pt x="2031" y="1539"/>
                  </a:lnTo>
                  <a:lnTo>
                    <a:pt x="2033" y="1539"/>
                  </a:lnTo>
                  <a:lnTo>
                    <a:pt x="2033" y="1539"/>
                  </a:lnTo>
                  <a:lnTo>
                    <a:pt x="2036" y="1541"/>
                  </a:lnTo>
                  <a:lnTo>
                    <a:pt x="2038" y="1541"/>
                  </a:lnTo>
                  <a:lnTo>
                    <a:pt x="2038" y="1541"/>
                  </a:lnTo>
                  <a:lnTo>
                    <a:pt x="2040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7" y="1541"/>
                  </a:lnTo>
                  <a:lnTo>
                    <a:pt x="2047" y="1543"/>
                  </a:lnTo>
                  <a:lnTo>
                    <a:pt x="2050" y="1543"/>
                  </a:lnTo>
                  <a:lnTo>
                    <a:pt x="2050" y="1541"/>
                  </a:lnTo>
                  <a:lnTo>
                    <a:pt x="2052" y="1541"/>
                  </a:lnTo>
                  <a:lnTo>
                    <a:pt x="2050" y="1539"/>
                  </a:lnTo>
                  <a:lnTo>
                    <a:pt x="2050" y="1539"/>
                  </a:lnTo>
                  <a:lnTo>
                    <a:pt x="2050" y="1539"/>
                  </a:lnTo>
                  <a:lnTo>
                    <a:pt x="2050" y="1539"/>
                  </a:lnTo>
                  <a:lnTo>
                    <a:pt x="2050" y="1536"/>
                  </a:lnTo>
                  <a:lnTo>
                    <a:pt x="2047" y="1536"/>
                  </a:lnTo>
                  <a:lnTo>
                    <a:pt x="2045" y="1536"/>
                  </a:lnTo>
                  <a:lnTo>
                    <a:pt x="2045" y="1536"/>
                  </a:lnTo>
                  <a:lnTo>
                    <a:pt x="2043" y="1536"/>
                  </a:lnTo>
                  <a:lnTo>
                    <a:pt x="2043" y="1534"/>
                  </a:lnTo>
                  <a:lnTo>
                    <a:pt x="2043" y="1534"/>
                  </a:lnTo>
                  <a:lnTo>
                    <a:pt x="2040" y="1532"/>
                  </a:lnTo>
                  <a:lnTo>
                    <a:pt x="2040" y="1532"/>
                  </a:lnTo>
                  <a:lnTo>
                    <a:pt x="2038" y="1532"/>
                  </a:lnTo>
                  <a:lnTo>
                    <a:pt x="2036" y="1529"/>
                  </a:lnTo>
                  <a:lnTo>
                    <a:pt x="2036" y="1529"/>
                  </a:lnTo>
                  <a:lnTo>
                    <a:pt x="2038" y="1529"/>
                  </a:lnTo>
                  <a:lnTo>
                    <a:pt x="2040" y="1529"/>
                  </a:lnTo>
                  <a:lnTo>
                    <a:pt x="2043" y="1529"/>
                  </a:lnTo>
                  <a:lnTo>
                    <a:pt x="2043" y="1529"/>
                  </a:lnTo>
                  <a:lnTo>
                    <a:pt x="2043" y="1532"/>
                  </a:lnTo>
                  <a:lnTo>
                    <a:pt x="2045" y="1534"/>
                  </a:lnTo>
                  <a:lnTo>
                    <a:pt x="2045" y="1534"/>
                  </a:lnTo>
                  <a:lnTo>
                    <a:pt x="2047" y="1534"/>
                  </a:lnTo>
                  <a:lnTo>
                    <a:pt x="2047" y="1534"/>
                  </a:lnTo>
                  <a:lnTo>
                    <a:pt x="2047" y="1532"/>
                  </a:lnTo>
                  <a:lnTo>
                    <a:pt x="2047" y="1532"/>
                  </a:lnTo>
                  <a:lnTo>
                    <a:pt x="2047" y="1532"/>
                  </a:lnTo>
                  <a:lnTo>
                    <a:pt x="2050" y="1532"/>
                  </a:lnTo>
                  <a:lnTo>
                    <a:pt x="2050" y="1534"/>
                  </a:lnTo>
                  <a:lnTo>
                    <a:pt x="2050" y="1534"/>
                  </a:lnTo>
                  <a:lnTo>
                    <a:pt x="2050" y="1534"/>
                  </a:lnTo>
                  <a:lnTo>
                    <a:pt x="2050" y="1534"/>
                  </a:lnTo>
                  <a:lnTo>
                    <a:pt x="2050" y="1536"/>
                  </a:lnTo>
                  <a:lnTo>
                    <a:pt x="2050" y="1536"/>
                  </a:lnTo>
                  <a:lnTo>
                    <a:pt x="2052" y="1536"/>
                  </a:lnTo>
                  <a:lnTo>
                    <a:pt x="2055" y="1536"/>
                  </a:lnTo>
                  <a:lnTo>
                    <a:pt x="2055" y="1536"/>
                  </a:lnTo>
                  <a:lnTo>
                    <a:pt x="2055" y="1536"/>
                  </a:lnTo>
                  <a:lnTo>
                    <a:pt x="2055" y="1534"/>
                  </a:lnTo>
                  <a:lnTo>
                    <a:pt x="2055" y="1534"/>
                  </a:lnTo>
                  <a:lnTo>
                    <a:pt x="2055" y="1534"/>
                  </a:lnTo>
                  <a:lnTo>
                    <a:pt x="2055" y="1532"/>
                  </a:lnTo>
                  <a:lnTo>
                    <a:pt x="2057" y="1529"/>
                  </a:lnTo>
                  <a:lnTo>
                    <a:pt x="2057" y="1529"/>
                  </a:lnTo>
                  <a:lnTo>
                    <a:pt x="2057" y="1529"/>
                  </a:lnTo>
                  <a:lnTo>
                    <a:pt x="2057" y="1529"/>
                  </a:lnTo>
                  <a:lnTo>
                    <a:pt x="2057" y="1532"/>
                  </a:lnTo>
                  <a:lnTo>
                    <a:pt x="2057" y="1532"/>
                  </a:lnTo>
                  <a:lnTo>
                    <a:pt x="2057" y="1532"/>
                  </a:lnTo>
                  <a:lnTo>
                    <a:pt x="2057" y="1536"/>
                  </a:lnTo>
                  <a:lnTo>
                    <a:pt x="2057" y="1539"/>
                  </a:lnTo>
                  <a:lnTo>
                    <a:pt x="2057" y="1539"/>
                  </a:lnTo>
                  <a:lnTo>
                    <a:pt x="2057" y="1541"/>
                  </a:lnTo>
                  <a:lnTo>
                    <a:pt x="2059" y="1539"/>
                  </a:lnTo>
                  <a:lnTo>
                    <a:pt x="2059" y="1539"/>
                  </a:lnTo>
                  <a:lnTo>
                    <a:pt x="2059" y="1539"/>
                  </a:lnTo>
                  <a:lnTo>
                    <a:pt x="2062" y="1539"/>
                  </a:lnTo>
                  <a:lnTo>
                    <a:pt x="2064" y="1541"/>
                  </a:lnTo>
                  <a:lnTo>
                    <a:pt x="2066" y="1541"/>
                  </a:lnTo>
                  <a:lnTo>
                    <a:pt x="2066" y="1541"/>
                  </a:lnTo>
                  <a:lnTo>
                    <a:pt x="2064" y="1539"/>
                  </a:lnTo>
                  <a:lnTo>
                    <a:pt x="2064" y="1539"/>
                  </a:lnTo>
                  <a:lnTo>
                    <a:pt x="2062" y="1536"/>
                  </a:lnTo>
                  <a:lnTo>
                    <a:pt x="2062" y="1536"/>
                  </a:lnTo>
                  <a:lnTo>
                    <a:pt x="2062" y="1534"/>
                  </a:lnTo>
                  <a:lnTo>
                    <a:pt x="2064" y="1532"/>
                  </a:lnTo>
                  <a:lnTo>
                    <a:pt x="2062" y="1532"/>
                  </a:lnTo>
                  <a:lnTo>
                    <a:pt x="2062" y="1529"/>
                  </a:lnTo>
                  <a:lnTo>
                    <a:pt x="2059" y="1527"/>
                  </a:lnTo>
                  <a:lnTo>
                    <a:pt x="2059" y="1527"/>
                  </a:lnTo>
                  <a:lnTo>
                    <a:pt x="2059" y="1524"/>
                  </a:lnTo>
                  <a:lnTo>
                    <a:pt x="2062" y="1524"/>
                  </a:lnTo>
                  <a:lnTo>
                    <a:pt x="2062" y="1527"/>
                  </a:lnTo>
                  <a:lnTo>
                    <a:pt x="2062" y="1527"/>
                  </a:lnTo>
                  <a:lnTo>
                    <a:pt x="2062" y="1527"/>
                  </a:lnTo>
                  <a:lnTo>
                    <a:pt x="2062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34"/>
                  </a:lnTo>
                  <a:lnTo>
                    <a:pt x="2064" y="1534"/>
                  </a:lnTo>
                  <a:lnTo>
                    <a:pt x="2064" y="1536"/>
                  </a:lnTo>
                  <a:lnTo>
                    <a:pt x="2066" y="1536"/>
                  </a:lnTo>
                  <a:lnTo>
                    <a:pt x="2069" y="1539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71" y="1539"/>
                  </a:lnTo>
                  <a:lnTo>
                    <a:pt x="2073" y="1541"/>
                  </a:lnTo>
                  <a:lnTo>
                    <a:pt x="2076" y="1541"/>
                  </a:lnTo>
                  <a:lnTo>
                    <a:pt x="2076" y="1541"/>
                  </a:lnTo>
                  <a:lnTo>
                    <a:pt x="2078" y="1541"/>
                  </a:lnTo>
                  <a:lnTo>
                    <a:pt x="2078" y="1541"/>
                  </a:lnTo>
                  <a:lnTo>
                    <a:pt x="2078" y="1539"/>
                  </a:lnTo>
                  <a:lnTo>
                    <a:pt x="2078" y="1541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78" y="1536"/>
                  </a:lnTo>
                  <a:lnTo>
                    <a:pt x="2078" y="1536"/>
                  </a:lnTo>
                  <a:lnTo>
                    <a:pt x="2081" y="1536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3" y="1539"/>
                  </a:lnTo>
                  <a:lnTo>
                    <a:pt x="2083" y="1536"/>
                  </a:lnTo>
                  <a:lnTo>
                    <a:pt x="2081" y="1532"/>
                  </a:lnTo>
                  <a:lnTo>
                    <a:pt x="2081" y="1529"/>
                  </a:lnTo>
                  <a:lnTo>
                    <a:pt x="2081" y="1529"/>
                  </a:lnTo>
                  <a:lnTo>
                    <a:pt x="2081" y="1529"/>
                  </a:lnTo>
                  <a:lnTo>
                    <a:pt x="2081" y="1532"/>
                  </a:lnTo>
                  <a:lnTo>
                    <a:pt x="2083" y="1534"/>
                  </a:lnTo>
                  <a:lnTo>
                    <a:pt x="2083" y="1534"/>
                  </a:lnTo>
                  <a:lnTo>
                    <a:pt x="2083" y="1534"/>
                  </a:lnTo>
                  <a:lnTo>
                    <a:pt x="2085" y="1534"/>
                  </a:lnTo>
                  <a:lnTo>
                    <a:pt x="2085" y="1534"/>
                  </a:lnTo>
                  <a:lnTo>
                    <a:pt x="2088" y="1534"/>
                  </a:lnTo>
                  <a:lnTo>
                    <a:pt x="2088" y="1536"/>
                  </a:lnTo>
                  <a:lnTo>
                    <a:pt x="2085" y="1536"/>
                  </a:lnTo>
                  <a:lnTo>
                    <a:pt x="2085" y="1536"/>
                  </a:lnTo>
                  <a:lnTo>
                    <a:pt x="2083" y="1536"/>
                  </a:lnTo>
                  <a:lnTo>
                    <a:pt x="2085" y="1539"/>
                  </a:lnTo>
                  <a:lnTo>
                    <a:pt x="2085" y="1539"/>
                  </a:lnTo>
                  <a:lnTo>
                    <a:pt x="2085" y="1541"/>
                  </a:lnTo>
                  <a:lnTo>
                    <a:pt x="2088" y="1541"/>
                  </a:lnTo>
                  <a:lnTo>
                    <a:pt x="2088" y="1539"/>
                  </a:lnTo>
                  <a:lnTo>
                    <a:pt x="2090" y="1539"/>
                  </a:lnTo>
                  <a:lnTo>
                    <a:pt x="2090" y="1541"/>
                  </a:lnTo>
                  <a:lnTo>
                    <a:pt x="2090" y="1543"/>
                  </a:lnTo>
                  <a:lnTo>
                    <a:pt x="2090" y="1546"/>
                  </a:lnTo>
                  <a:lnTo>
                    <a:pt x="2090" y="1548"/>
                  </a:lnTo>
                  <a:lnTo>
                    <a:pt x="2090" y="1548"/>
                  </a:lnTo>
                  <a:lnTo>
                    <a:pt x="2090" y="1548"/>
                  </a:lnTo>
                  <a:lnTo>
                    <a:pt x="2092" y="1548"/>
                  </a:lnTo>
                  <a:lnTo>
                    <a:pt x="2092" y="1548"/>
                  </a:lnTo>
                  <a:lnTo>
                    <a:pt x="2090" y="1548"/>
                  </a:lnTo>
                  <a:lnTo>
                    <a:pt x="2090" y="1546"/>
                  </a:lnTo>
                  <a:lnTo>
                    <a:pt x="2092" y="1546"/>
                  </a:lnTo>
                  <a:lnTo>
                    <a:pt x="2092" y="1546"/>
                  </a:lnTo>
                  <a:lnTo>
                    <a:pt x="2092" y="1548"/>
                  </a:lnTo>
                  <a:lnTo>
                    <a:pt x="2097" y="1553"/>
                  </a:lnTo>
                  <a:lnTo>
                    <a:pt x="2099" y="1553"/>
                  </a:lnTo>
                  <a:lnTo>
                    <a:pt x="2102" y="1553"/>
                  </a:lnTo>
                  <a:lnTo>
                    <a:pt x="2104" y="1553"/>
                  </a:lnTo>
                  <a:lnTo>
                    <a:pt x="2104" y="1553"/>
                  </a:lnTo>
                  <a:lnTo>
                    <a:pt x="2104" y="1550"/>
                  </a:lnTo>
                  <a:lnTo>
                    <a:pt x="2107" y="1548"/>
                  </a:lnTo>
                  <a:lnTo>
                    <a:pt x="2107" y="1546"/>
                  </a:lnTo>
                  <a:lnTo>
                    <a:pt x="2104" y="1546"/>
                  </a:lnTo>
                  <a:lnTo>
                    <a:pt x="2107" y="1543"/>
                  </a:lnTo>
                  <a:lnTo>
                    <a:pt x="2107" y="1546"/>
                  </a:lnTo>
                  <a:lnTo>
                    <a:pt x="2107" y="1546"/>
                  </a:lnTo>
                  <a:lnTo>
                    <a:pt x="2107" y="1543"/>
                  </a:lnTo>
                  <a:lnTo>
                    <a:pt x="2107" y="1543"/>
                  </a:lnTo>
                  <a:lnTo>
                    <a:pt x="2107" y="1543"/>
                  </a:lnTo>
                  <a:lnTo>
                    <a:pt x="2104" y="1541"/>
                  </a:lnTo>
                  <a:lnTo>
                    <a:pt x="2104" y="1541"/>
                  </a:lnTo>
                  <a:lnTo>
                    <a:pt x="2104" y="1541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099" y="1539"/>
                  </a:lnTo>
                  <a:lnTo>
                    <a:pt x="2099" y="1536"/>
                  </a:lnTo>
                  <a:lnTo>
                    <a:pt x="2099" y="1536"/>
                  </a:lnTo>
                  <a:lnTo>
                    <a:pt x="2097" y="1534"/>
                  </a:lnTo>
                  <a:lnTo>
                    <a:pt x="2095" y="1534"/>
                  </a:lnTo>
                  <a:lnTo>
                    <a:pt x="2095" y="1534"/>
                  </a:lnTo>
                  <a:lnTo>
                    <a:pt x="2092" y="1532"/>
                  </a:lnTo>
                  <a:lnTo>
                    <a:pt x="2088" y="1529"/>
                  </a:lnTo>
                  <a:lnTo>
                    <a:pt x="2088" y="1529"/>
                  </a:lnTo>
                  <a:lnTo>
                    <a:pt x="2085" y="1529"/>
                  </a:lnTo>
                  <a:lnTo>
                    <a:pt x="2085" y="1527"/>
                  </a:lnTo>
                  <a:lnTo>
                    <a:pt x="2085" y="1527"/>
                  </a:lnTo>
                  <a:lnTo>
                    <a:pt x="2085" y="1527"/>
                  </a:lnTo>
                  <a:lnTo>
                    <a:pt x="2083" y="1524"/>
                  </a:lnTo>
                  <a:lnTo>
                    <a:pt x="2081" y="1524"/>
                  </a:lnTo>
                  <a:lnTo>
                    <a:pt x="2078" y="1522"/>
                  </a:lnTo>
                  <a:lnTo>
                    <a:pt x="2078" y="1522"/>
                  </a:lnTo>
                  <a:lnTo>
                    <a:pt x="2081" y="1522"/>
                  </a:lnTo>
                  <a:lnTo>
                    <a:pt x="2081" y="1522"/>
                  </a:lnTo>
                  <a:lnTo>
                    <a:pt x="2081" y="1524"/>
                  </a:lnTo>
                  <a:lnTo>
                    <a:pt x="2085" y="1524"/>
                  </a:lnTo>
                  <a:lnTo>
                    <a:pt x="2088" y="1524"/>
                  </a:lnTo>
                  <a:lnTo>
                    <a:pt x="2088" y="1524"/>
                  </a:lnTo>
                  <a:lnTo>
                    <a:pt x="2085" y="1522"/>
                  </a:lnTo>
                  <a:lnTo>
                    <a:pt x="2085" y="1522"/>
                  </a:lnTo>
                  <a:lnTo>
                    <a:pt x="2085" y="1520"/>
                  </a:lnTo>
                  <a:lnTo>
                    <a:pt x="2083" y="1520"/>
                  </a:lnTo>
                  <a:lnTo>
                    <a:pt x="2085" y="1520"/>
                  </a:lnTo>
                  <a:lnTo>
                    <a:pt x="2085" y="1520"/>
                  </a:lnTo>
                  <a:lnTo>
                    <a:pt x="2085" y="1520"/>
                  </a:lnTo>
                  <a:lnTo>
                    <a:pt x="2088" y="1522"/>
                  </a:lnTo>
                  <a:lnTo>
                    <a:pt x="2088" y="1522"/>
                  </a:lnTo>
                  <a:lnTo>
                    <a:pt x="2090" y="1522"/>
                  </a:lnTo>
                  <a:lnTo>
                    <a:pt x="2092" y="1524"/>
                  </a:lnTo>
                  <a:lnTo>
                    <a:pt x="2095" y="1524"/>
                  </a:lnTo>
                  <a:lnTo>
                    <a:pt x="2097" y="1524"/>
                  </a:lnTo>
                  <a:lnTo>
                    <a:pt x="2099" y="1524"/>
                  </a:lnTo>
                  <a:lnTo>
                    <a:pt x="2102" y="1522"/>
                  </a:lnTo>
                  <a:lnTo>
                    <a:pt x="2104" y="1522"/>
                  </a:lnTo>
                  <a:lnTo>
                    <a:pt x="2104" y="1522"/>
                  </a:lnTo>
                  <a:lnTo>
                    <a:pt x="2104" y="1520"/>
                  </a:lnTo>
                  <a:lnTo>
                    <a:pt x="2104" y="1520"/>
                  </a:lnTo>
                  <a:lnTo>
                    <a:pt x="2104" y="1517"/>
                  </a:lnTo>
                  <a:lnTo>
                    <a:pt x="2107" y="1517"/>
                  </a:lnTo>
                  <a:lnTo>
                    <a:pt x="2107" y="1517"/>
                  </a:lnTo>
                  <a:lnTo>
                    <a:pt x="2107" y="1517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7"/>
                  </a:lnTo>
                  <a:lnTo>
                    <a:pt x="2102" y="1517"/>
                  </a:lnTo>
                  <a:lnTo>
                    <a:pt x="2099" y="1515"/>
                  </a:lnTo>
                  <a:lnTo>
                    <a:pt x="2099" y="1515"/>
                  </a:lnTo>
                  <a:lnTo>
                    <a:pt x="2097" y="1515"/>
                  </a:lnTo>
                  <a:lnTo>
                    <a:pt x="2095" y="1515"/>
                  </a:lnTo>
                  <a:lnTo>
                    <a:pt x="2095" y="1515"/>
                  </a:lnTo>
                  <a:lnTo>
                    <a:pt x="2097" y="1515"/>
                  </a:lnTo>
                  <a:lnTo>
                    <a:pt x="2097" y="1513"/>
                  </a:lnTo>
                  <a:lnTo>
                    <a:pt x="2097" y="1513"/>
                  </a:lnTo>
                  <a:lnTo>
                    <a:pt x="2097" y="1513"/>
                  </a:lnTo>
                  <a:lnTo>
                    <a:pt x="2095" y="1513"/>
                  </a:lnTo>
                  <a:lnTo>
                    <a:pt x="2095" y="1510"/>
                  </a:lnTo>
                  <a:lnTo>
                    <a:pt x="2095" y="1510"/>
                  </a:lnTo>
                  <a:lnTo>
                    <a:pt x="2095" y="1510"/>
                  </a:lnTo>
                  <a:lnTo>
                    <a:pt x="2095" y="1510"/>
                  </a:lnTo>
                  <a:lnTo>
                    <a:pt x="2092" y="1510"/>
                  </a:lnTo>
                  <a:lnTo>
                    <a:pt x="2092" y="1508"/>
                  </a:lnTo>
                  <a:lnTo>
                    <a:pt x="2092" y="1508"/>
                  </a:lnTo>
                  <a:lnTo>
                    <a:pt x="2095" y="1508"/>
                  </a:lnTo>
                  <a:lnTo>
                    <a:pt x="2095" y="1508"/>
                  </a:lnTo>
                  <a:lnTo>
                    <a:pt x="2095" y="1508"/>
                  </a:lnTo>
                  <a:lnTo>
                    <a:pt x="2095" y="1508"/>
                  </a:lnTo>
                  <a:lnTo>
                    <a:pt x="2092" y="1505"/>
                  </a:lnTo>
                  <a:lnTo>
                    <a:pt x="2090" y="1508"/>
                  </a:lnTo>
                  <a:lnTo>
                    <a:pt x="2088" y="1505"/>
                  </a:lnTo>
                  <a:lnTo>
                    <a:pt x="2090" y="1505"/>
                  </a:lnTo>
                  <a:lnTo>
                    <a:pt x="2092" y="1505"/>
                  </a:lnTo>
                  <a:lnTo>
                    <a:pt x="2092" y="1503"/>
                  </a:lnTo>
                  <a:lnTo>
                    <a:pt x="2092" y="1503"/>
                  </a:lnTo>
                  <a:lnTo>
                    <a:pt x="2092" y="1503"/>
                  </a:lnTo>
                  <a:lnTo>
                    <a:pt x="2090" y="1503"/>
                  </a:lnTo>
                  <a:lnTo>
                    <a:pt x="2090" y="1503"/>
                  </a:lnTo>
                  <a:lnTo>
                    <a:pt x="2090" y="1501"/>
                  </a:lnTo>
                  <a:lnTo>
                    <a:pt x="2088" y="1501"/>
                  </a:lnTo>
                  <a:lnTo>
                    <a:pt x="2085" y="1503"/>
                  </a:lnTo>
                  <a:lnTo>
                    <a:pt x="2085" y="1503"/>
                  </a:lnTo>
                  <a:lnTo>
                    <a:pt x="2085" y="1503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3" y="1501"/>
                  </a:lnTo>
                  <a:lnTo>
                    <a:pt x="2078" y="1503"/>
                  </a:lnTo>
                  <a:lnTo>
                    <a:pt x="2078" y="1503"/>
                  </a:lnTo>
                  <a:lnTo>
                    <a:pt x="2078" y="1503"/>
                  </a:lnTo>
                  <a:lnTo>
                    <a:pt x="2078" y="1503"/>
                  </a:lnTo>
                  <a:lnTo>
                    <a:pt x="2076" y="1501"/>
                  </a:lnTo>
                  <a:lnTo>
                    <a:pt x="2076" y="1501"/>
                  </a:lnTo>
                  <a:lnTo>
                    <a:pt x="2076" y="1501"/>
                  </a:lnTo>
                  <a:lnTo>
                    <a:pt x="2076" y="1501"/>
                  </a:lnTo>
                  <a:lnTo>
                    <a:pt x="2078" y="1501"/>
                  </a:lnTo>
                  <a:lnTo>
                    <a:pt x="2078" y="1501"/>
                  </a:lnTo>
                  <a:lnTo>
                    <a:pt x="2081" y="1501"/>
                  </a:lnTo>
                  <a:lnTo>
                    <a:pt x="2081" y="1498"/>
                  </a:lnTo>
                  <a:lnTo>
                    <a:pt x="2078" y="1498"/>
                  </a:lnTo>
                  <a:lnTo>
                    <a:pt x="2078" y="1498"/>
                  </a:lnTo>
                  <a:lnTo>
                    <a:pt x="2073" y="1498"/>
                  </a:lnTo>
                  <a:lnTo>
                    <a:pt x="2073" y="1498"/>
                  </a:lnTo>
                  <a:lnTo>
                    <a:pt x="2071" y="1496"/>
                  </a:lnTo>
                  <a:lnTo>
                    <a:pt x="2071" y="1496"/>
                  </a:lnTo>
                  <a:lnTo>
                    <a:pt x="2073" y="1496"/>
                  </a:lnTo>
                  <a:lnTo>
                    <a:pt x="2076" y="1496"/>
                  </a:lnTo>
                  <a:lnTo>
                    <a:pt x="2076" y="1494"/>
                  </a:lnTo>
                  <a:lnTo>
                    <a:pt x="2073" y="1494"/>
                  </a:lnTo>
                  <a:lnTo>
                    <a:pt x="2071" y="1494"/>
                  </a:lnTo>
                  <a:lnTo>
                    <a:pt x="2071" y="1491"/>
                  </a:lnTo>
                  <a:lnTo>
                    <a:pt x="2073" y="1491"/>
                  </a:lnTo>
                  <a:lnTo>
                    <a:pt x="2073" y="1494"/>
                  </a:lnTo>
                  <a:lnTo>
                    <a:pt x="2076" y="1494"/>
                  </a:lnTo>
                  <a:lnTo>
                    <a:pt x="2078" y="1496"/>
                  </a:lnTo>
                  <a:lnTo>
                    <a:pt x="2081" y="1496"/>
                  </a:lnTo>
                  <a:lnTo>
                    <a:pt x="2081" y="1496"/>
                  </a:lnTo>
                  <a:lnTo>
                    <a:pt x="2078" y="1494"/>
                  </a:lnTo>
                  <a:lnTo>
                    <a:pt x="2078" y="1494"/>
                  </a:lnTo>
                  <a:lnTo>
                    <a:pt x="2078" y="1491"/>
                  </a:lnTo>
                  <a:lnTo>
                    <a:pt x="2078" y="1491"/>
                  </a:lnTo>
                  <a:lnTo>
                    <a:pt x="2078" y="1491"/>
                  </a:lnTo>
                  <a:lnTo>
                    <a:pt x="2076" y="1489"/>
                  </a:lnTo>
                  <a:lnTo>
                    <a:pt x="2076" y="1489"/>
                  </a:lnTo>
                  <a:lnTo>
                    <a:pt x="2076" y="1489"/>
                  </a:lnTo>
                  <a:lnTo>
                    <a:pt x="2073" y="1487"/>
                  </a:lnTo>
                  <a:lnTo>
                    <a:pt x="2073" y="1487"/>
                  </a:lnTo>
                  <a:lnTo>
                    <a:pt x="2073" y="1487"/>
                  </a:lnTo>
                  <a:lnTo>
                    <a:pt x="2071" y="1487"/>
                  </a:lnTo>
                  <a:lnTo>
                    <a:pt x="2069" y="1484"/>
                  </a:lnTo>
                  <a:lnTo>
                    <a:pt x="2069" y="1484"/>
                  </a:lnTo>
                  <a:lnTo>
                    <a:pt x="2066" y="1487"/>
                  </a:lnTo>
                  <a:lnTo>
                    <a:pt x="2066" y="1487"/>
                  </a:lnTo>
                  <a:lnTo>
                    <a:pt x="2066" y="1484"/>
                  </a:lnTo>
                  <a:lnTo>
                    <a:pt x="2066" y="1484"/>
                  </a:lnTo>
                  <a:lnTo>
                    <a:pt x="2066" y="1482"/>
                  </a:lnTo>
                  <a:lnTo>
                    <a:pt x="2064" y="1484"/>
                  </a:lnTo>
                  <a:lnTo>
                    <a:pt x="2064" y="1484"/>
                  </a:lnTo>
                  <a:lnTo>
                    <a:pt x="2064" y="1484"/>
                  </a:lnTo>
                  <a:lnTo>
                    <a:pt x="2064" y="1484"/>
                  </a:lnTo>
                  <a:lnTo>
                    <a:pt x="2064" y="1482"/>
                  </a:lnTo>
                  <a:lnTo>
                    <a:pt x="2066" y="1482"/>
                  </a:lnTo>
                  <a:lnTo>
                    <a:pt x="2064" y="1479"/>
                  </a:lnTo>
                  <a:lnTo>
                    <a:pt x="2062" y="1477"/>
                  </a:lnTo>
                  <a:lnTo>
                    <a:pt x="2059" y="1475"/>
                  </a:lnTo>
                  <a:lnTo>
                    <a:pt x="2059" y="1472"/>
                  </a:lnTo>
                  <a:lnTo>
                    <a:pt x="2062" y="1470"/>
                  </a:lnTo>
                  <a:lnTo>
                    <a:pt x="2062" y="1470"/>
                  </a:lnTo>
                  <a:lnTo>
                    <a:pt x="2062" y="1468"/>
                  </a:lnTo>
                  <a:lnTo>
                    <a:pt x="2059" y="1468"/>
                  </a:lnTo>
                  <a:lnTo>
                    <a:pt x="2059" y="1468"/>
                  </a:lnTo>
                  <a:lnTo>
                    <a:pt x="2057" y="1468"/>
                  </a:lnTo>
                  <a:lnTo>
                    <a:pt x="2055" y="1465"/>
                  </a:lnTo>
                  <a:lnTo>
                    <a:pt x="2055" y="1465"/>
                  </a:lnTo>
                  <a:lnTo>
                    <a:pt x="2052" y="1463"/>
                  </a:lnTo>
                  <a:lnTo>
                    <a:pt x="2050" y="1463"/>
                  </a:lnTo>
                  <a:lnTo>
                    <a:pt x="2050" y="1460"/>
                  </a:lnTo>
                  <a:lnTo>
                    <a:pt x="2047" y="1460"/>
                  </a:lnTo>
                  <a:lnTo>
                    <a:pt x="2047" y="1460"/>
                  </a:lnTo>
                  <a:lnTo>
                    <a:pt x="2047" y="1460"/>
                  </a:lnTo>
                  <a:lnTo>
                    <a:pt x="2040" y="1458"/>
                  </a:lnTo>
                  <a:lnTo>
                    <a:pt x="2040" y="1458"/>
                  </a:lnTo>
                  <a:lnTo>
                    <a:pt x="2040" y="1458"/>
                  </a:lnTo>
                  <a:lnTo>
                    <a:pt x="2040" y="1458"/>
                  </a:lnTo>
                  <a:lnTo>
                    <a:pt x="2043" y="1456"/>
                  </a:lnTo>
                  <a:lnTo>
                    <a:pt x="2043" y="1456"/>
                  </a:lnTo>
                  <a:lnTo>
                    <a:pt x="2045" y="1456"/>
                  </a:lnTo>
                  <a:lnTo>
                    <a:pt x="2045" y="1456"/>
                  </a:lnTo>
                  <a:lnTo>
                    <a:pt x="2047" y="1458"/>
                  </a:lnTo>
                  <a:lnTo>
                    <a:pt x="2045" y="1458"/>
                  </a:lnTo>
                  <a:lnTo>
                    <a:pt x="2045" y="1458"/>
                  </a:lnTo>
                  <a:lnTo>
                    <a:pt x="2047" y="1458"/>
                  </a:lnTo>
                  <a:lnTo>
                    <a:pt x="2050" y="1460"/>
                  </a:lnTo>
                  <a:lnTo>
                    <a:pt x="2050" y="1460"/>
                  </a:lnTo>
                  <a:lnTo>
                    <a:pt x="2052" y="1463"/>
                  </a:lnTo>
                  <a:lnTo>
                    <a:pt x="2055" y="1463"/>
                  </a:lnTo>
                  <a:lnTo>
                    <a:pt x="2055" y="1463"/>
                  </a:lnTo>
                  <a:lnTo>
                    <a:pt x="2059" y="1465"/>
                  </a:lnTo>
                  <a:lnTo>
                    <a:pt x="2062" y="1465"/>
                  </a:lnTo>
                  <a:lnTo>
                    <a:pt x="2062" y="1465"/>
                  </a:lnTo>
                  <a:lnTo>
                    <a:pt x="2062" y="1465"/>
                  </a:lnTo>
                  <a:lnTo>
                    <a:pt x="2062" y="1468"/>
                  </a:lnTo>
                  <a:lnTo>
                    <a:pt x="2062" y="1468"/>
                  </a:lnTo>
                  <a:lnTo>
                    <a:pt x="2064" y="1468"/>
                  </a:lnTo>
                  <a:lnTo>
                    <a:pt x="2064" y="1470"/>
                  </a:lnTo>
                  <a:lnTo>
                    <a:pt x="2066" y="1470"/>
                  </a:lnTo>
                  <a:lnTo>
                    <a:pt x="2069" y="1472"/>
                  </a:lnTo>
                  <a:lnTo>
                    <a:pt x="2069" y="1472"/>
                  </a:lnTo>
                  <a:lnTo>
                    <a:pt x="2071" y="1472"/>
                  </a:lnTo>
                  <a:lnTo>
                    <a:pt x="2071" y="1472"/>
                  </a:lnTo>
                  <a:lnTo>
                    <a:pt x="2071" y="1472"/>
                  </a:lnTo>
                  <a:lnTo>
                    <a:pt x="2071" y="1472"/>
                  </a:lnTo>
                  <a:lnTo>
                    <a:pt x="2071" y="1475"/>
                  </a:lnTo>
                  <a:lnTo>
                    <a:pt x="2071" y="1475"/>
                  </a:lnTo>
                  <a:lnTo>
                    <a:pt x="2071" y="1475"/>
                  </a:lnTo>
                  <a:lnTo>
                    <a:pt x="2071" y="1475"/>
                  </a:lnTo>
                  <a:lnTo>
                    <a:pt x="2076" y="1479"/>
                  </a:lnTo>
                  <a:lnTo>
                    <a:pt x="2076" y="1479"/>
                  </a:lnTo>
                  <a:lnTo>
                    <a:pt x="2078" y="1482"/>
                  </a:lnTo>
                  <a:lnTo>
                    <a:pt x="2078" y="1482"/>
                  </a:lnTo>
                  <a:lnTo>
                    <a:pt x="2078" y="1482"/>
                  </a:lnTo>
                  <a:lnTo>
                    <a:pt x="2081" y="1482"/>
                  </a:lnTo>
                  <a:lnTo>
                    <a:pt x="2081" y="1484"/>
                  </a:lnTo>
                  <a:lnTo>
                    <a:pt x="2081" y="1484"/>
                  </a:lnTo>
                  <a:lnTo>
                    <a:pt x="2081" y="1487"/>
                  </a:lnTo>
                  <a:lnTo>
                    <a:pt x="2083" y="1487"/>
                  </a:lnTo>
                  <a:lnTo>
                    <a:pt x="2085" y="1487"/>
                  </a:lnTo>
                  <a:lnTo>
                    <a:pt x="2085" y="1487"/>
                  </a:lnTo>
                  <a:lnTo>
                    <a:pt x="2085" y="1489"/>
                  </a:lnTo>
                  <a:lnTo>
                    <a:pt x="2085" y="1489"/>
                  </a:lnTo>
                  <a:lnTo>
                    <a:pt x="2085" y="1489"/>
                  </a:lnTo>
                  <a:lnTo>
                    <a:pt x="2088" y="1489"/>
                  </a:lnTo>
                  <a:lnTo>
                    <a:pt x="2088" y="1489"/>
                  </a:lnTo>
                  <a:lnTo>
                    <a:pt x="2088" y="1489"/>
                  </a:lnTo>
                  <a:lnTo>
                    <a:pt x="2090" y="1489"/>
                  </a:lnTo>
                  <a:lnTo>
                    <a:pt x="2090" y="1491"/>
                  </a:lnTo>
                  <a:lnTo>
                    <a:pt x="2090" y="1491"/>
                  </a:lnTo>
                  <a:lnTo>
                    <a:pt x="2090" y="1491"/>
                  </a:lnTo>
                  <a:lnTo>
                    <a:pt x="2090" y="1489"/>
                  </a:lnTo>
                  <a:lnTo>
                    <a:pt x="2090" y="1489"/>
                  </a:lnTo>
                  <a:lnTo>
                    <a:pt x="2090" y="1489"/>
                  </a:lnTo>
                  <a:lnTo>
                    <a:pt x="2090" y="1489"/>
                  </a:lnTo>
                  <a:lnTo>
                    <a:pt x="2092" y="1489"/>
                  </a:lnTo>
                  <a:lnTo>
                    <a:pt x="2092" y="1489"/>
                  </a:lnTo>
                  <a:lnTo>
                    <a:pt x="2092" y="1489"/>
                  </a:lnTo>
                  <a:lnTo>
                    <a:pt x="2092" y="1487"/>
                  </a:lnTo>
                  <a:lnTo>
                    <a:pt x="2092" y="1487"/>
                  </a:lnTo>
                  <a:lnTo>
                    <a:pt x="2092" y="1487"/>
                  </a:lnTo>
                  <a:lnTo>
                    <a:pt x="2092" y="1487"/>
                  </a:lnTo>
                  <a:lnTo>
                    <a:pt x="2092" y="1484"/>
                  </a:lnTo>
                  <a:lnTo>
                    <a:pt x="2092" y="1484"/>
                  </a:lnTo>
                  <a:lnTo>
                    <a:pt x="2092" y="1484"/>
                  </a:lnTo>
                  <a:lnTo>
                    <a:pt x="2092" y="1484"/>
                  </a:lnTo>
                  <a:lnTo>
                    <a:pt x="2088" y="1484"/>
                  </a:lnTo>
                  <a:lnTo>
                    <a:pt x="2088" y="1484"/>
                  </a:lnTo>
                  <a:lnTo>
                    <a:pt x="2088" y="1482"/>
                  </a:lnTo>
                  <a:lnTo>
                    <a:pt x="2088" y="1482"/>
                  </a:lnTo>
                  <a:lnTo>
                    <a:pt x="2090" y="1484"/>
                  </a:lnTo>
                  <a:lnTo>
                    <a:pt x="2090" y="1482"/>
                  </a:lnTo>
                  <a:lnTo>
                    <a:pt x="2092" y="1482"/>
                  </a:lnTo>
                  <a:lnTo>
                    <a:pt x="2090" y="1482"/>
                  </a:lnTo>
                  <a:lnTo>
                    <a:pt x="2090" y="1479"/>
                  </a:lnTo>
                  <a:lnTo>
                    <a:pt x="2090" y="1479"/>
                  </a:lnTo>
                  <a:lnTo>
                    <a:pt x="2088" y="1477"/>
                  </a:lnTo>
                  <a:lnTo>
                    <a:pt x="2085" y="1479"/>
                  </a:lnTo>
                  <a:lnTo>
                    <a:pt x="2083" y="1477"/>
                  </a:lnTo>
                  <a:lnTo>
                    <a:pt x="2083" y="1475"/>
                  </a:lnTo>
                  <a:lnTo>
                    <a:pt x="2085" y="1477"/>
                  </a:lnTo>
                  <a:lnTo>
                    <a:pt x="2085" y="1475"/>
                  </a:lnTo>
                  <a:lnTo>
                    <a:pt x="2085" y="1475"/>
                  </a:lnTo>
                  <a:lnTo>
                    <a:pt x="2085" y="1472"/>
                  </a:lnTo>
                  <a:lnTo>
                    <a:pt x="2083" y="1470"/>
                  </a:lnTo>
                  <a:lnTo>
                    <a:pt x="2083" y="1470"/>
                  </a:lnTo>
                  <a:lnTo>
                    <a:pt x="2083" y="1470"/>
                  </a:lnTo>
                  <a:lnTo>
                    <a:pt x="2083" y="1468"/>
                  </a:lnTo>
                  <a:lnTo>
                    <a:pt x="2083" y="1468"/>
                  </a:lnTo>
                  <a:lnTo>
                    <a:pt x="2081" y="1465"/>
                  </a:lnTo>
                  <a:lnTo>
                    <a:pt x="2081" y="1465"/>
                  </a:lnTo>
                  <a:lnTo>
                    <a:pt x="2081" y="1465"/>
                  </a:lnTo>
                  <a:lnTo>
                    <a:pt x="2078" y="1463"/>
                  </a:lnTo>
                  <a:lnTo>
                    <a:pt x="2078" y="1463"/>
                  </a:lnTo>
                  <a:lnTo>
                    <a:pt x="2078" y="1463"/>
                  </a:lnTo>
                  <a:lnTo>
                    <a:pt x="2078" y="1460"/>
                  </a:lnTo>
                  <a:lnTo>
                    <a:pt x="2076" y="1460"/>
                  </a:lnTo>
                  <a:lnTo>
                    <a:pt x="2076" y="1460"/>
                  </a:lnTo>
                  <a:lnTo>
                    <a:pt x="2076" y="1460"/>
                  </a:lnTo>
                  <a:lnTo>
                    <a:pt x="2076" y="1460"/>
                  </a:lnTo>
                  <a:lnTo>
                    <a:pt x="2076" y="1458"/>
                  </a:lnTo>
                  <a:lnTo>
                    <a:pt x="2076" y="1458"/>
                  </a:lnTo>
                  <a:lnTo>
                    <a:pt x="2076" y="1458"/>
                  </a:lnTo>
                  <a:lnTo>
                    <a:pt x="2076" y="1456"/>
                  </a:lnTo>
                  <a:lnTo>
                    <a:pt x="2073" y="1453"/>
                  </a:lnTo>
                  <a:lnTo>
                    <a:pt x="2073" y="1453"/>
                  </a:lnTo>
                  <a:lnTo>
                    <a:pt x="2066" y="1451"/>
                  </a:lnTo>
                  <a:lnTo>
                    <a:pt x="2064" y="1451"/>
                  </a:lnTo>
                  <a:lnTo>
                    <a:pt x="2064" y="1451"/>
                  </a:lnTo>
                  <a:lnTo>
                    <a:pt x="2064" y="1451"/>
                  </a:lnTo>
                  <a:lnTo>
                    <a:pt x="2062" y="1453"/>
                  </a:lnTo>
                  <a:lnTo>
                    <a:pt x="2055" y="1453"/>
                  </a:lnTo>
                  <a:lnTo>
                    <a:pt x="2055" y="1453"/>
                  </a:lnTo>
                  <a:lnTo>
                    <a:pt x="2052" y="1451"/>
                  </a:lnTo>
                  <a:lnTo>
                    <a:pt x="2050" y="1451"/>
                  </a:lnTo>
                  <a:lnTo>
                    <a:pt x="2050" y="1449"/>
                  </a:lnTo>
                  <a:lnTo>
                    <a:pt x="2050" y="1449"/>
                  </a:lnTo>
                  <a:lnTo>
                    <a:pt x="2052" y="1446"/>
                  </a:lnTo>
                  <a:lnTo>
                    <a:pt x="2052" y="1446"/>
                  </a:lnTo>
                  <a:lnTo>
                    <a:pt x="2052" y="1446"/>
                  </a:lnTo>
                  <a:lnTo>
                    <a:pt x="2052" y="1444"/>
                  </a:lnTo>
                  <a:lnTo>
                    <a:pt x="2050" y="1444"/>
                  </a:lnTo>
                  <a:lnTo>
                    <a:pt x="2052" y="1442"/>
                  </a:lnTo>
                  <a:lnTo>
                    <a:pt x="2052" y="1439"/>
                  </a:lnTo>
                  <a:lnTo>
                    <a:pt x="2052" y="1439"/>
                  </a:lnTo>
                  <a:lnTo>
                    <a:pt x="2055" y="1432"/>
                  </a:lnTo>
                  <a:lnTo>
                    <a:pt x="2055" y="1432"/>
                  </a:lnTo>
                  <a:lnTo>
                    <a:pt x="2055" y="1432"/>
                  </a:lnTo>
                  <a:lnTo>
                    <a:pt x="2055" y="1430"/>
                  </a:lnTo>
                  <a:lnTo>
                    <a:pt x="2052" y="1430"/>
                  </a:lnTo>
                  <a:lnTo>
                    <a:pt x="2052" y="1430"/>
                  </a:lnTo>
                  <a:lnTo>
                    <a:pt x="2052" y="1430"/>
                  </a:lnTo>
                  <a:lnTo>
                    <a:pt x="2052" y="1427"/>
                  </a:lnTo>
                  <a:lnTo>
                    <a:pt x="2052" y="1427"/>
                  </a:lnTo>
                  <a:lnTo>
                    <a:pt x="2050" y="1427"/>
                  </a:lnTo>
                  <a:lnTo>
                    <a:pt x="2050" y="1430"/>
                  </a:lnTo>
                  <a:lnTo>
                    <a:pt x="2050" y="1430"/>
                  </a:lnTo>
                  <a:lnTo>
                    <a:pt x="2050" y="1432"/>
                  </a:lnTo>
                  <a:lnTo>
                    <a:pt x="2050" y="1432"/>
                  </a:lnTo>
                  <a:lnTo>
                    <a:pt x="2050" y="1432"/>
                  </a:lnTo>
                  <a:lnTo>
                    <a:pt x="2050" y="1430"/>
                  </a:lnTo>
                  <a:lnTo>
                    <a:pt x="2050" y="1430"/>
                  </a:lnTo>
                  <a:lnTo>
                    <a:pt x="2047" y="1430"/>
                  </a:lnTo>
                  <a:lnTo>
                    <a:pt x="2047" y="1430"/>
                  </a:lnTo>
                  <a:lnTo>
                    <a:pt x="2047" y="1432"/>
                  </a:lnTo>
                  <a:lnTo>
                    <a:pt x="2047" y="1432"/>
                  </a:lnTo>
                  <a:lnTo>
                    <a:pt x="2047" y="1434"/>
                  </a:lnTo>
                  <a:lnTo>
                    <a:pt x="2047" y="1437"/>
                  </a:lnTo>
                  <a:lnTo>
                    <a:pt x="2045" y="1437"/>
                  </a:lnTo>
                  <a:lnTo>
                    <a:pt x="2045" y="1439"/>
                  </a:lnTo>
                  <a:lnTo>
                    <a:pt x="2045" y="1437"/>
                  </a:lnTo>
                  <a:lnTo>
                    <a:pt x="2045" y="1434"/>
                  </a:lnTo>
                  <a:lnTo>
                    <a:pt x="2045" y="1434"/>
                  </a:lnTo>
                  <a:lnTo>
                    <a:pt x="2040" y="1437"/>
                  </a:lnTo>
                  <a:lnTo>
                    <a:pt x="2038" y="1437"/>
                  </a:lnTo>
                  <a:lnTo>
                    <a:pt x="2038" y="1437"/>
                  </a:lnTo>
                  <a:lnTo>
                    <a:pt x="2036" y="1439"/>
                  </a:lnTo>
                  <a:lnTo>
                    <a:pt x="2033" y="1439"/>
                  </a:lnTo>
                  <a:lnTo>
                    <a:pt x="2033" y="1437"/>
                  </a:lnTo>
                  <a:lnTo>
                    <a:pt x="2033" y="1437"/>
                  </a:lnTo>
                  <a:lnTo>
                    <a:pt x="2036" y="1434"/>
                  </a:lnTo>
                  <a:lnTo>
                    <a:pt x="2036" y="1432"/>
                  </a:lnTo>
                  <a:lnTo>
                    <a:pt x="2038" y="1432"/>
                  </a:lnTo>
                  <a:lnTo>
                    <a:pt x="2036" y="1432"/>
                  </a:lnTo>
                  <a:lnTo>
                    <a:pt x="2033" y="1432"/>
                  </a:lnTo>
                  <a:lnTo>
                    <a:pt x="2031" y="1434"/>
                  </a:lnTo>
                  <a:lnTo>
                    <a:pt x="2033" y="1430"/>
                  </a:lnTo>
                  <a:lnTo>
                    <a:pt x="2033" y="1430"/>
                  </a:lnTo>
                  <a:lnTo>
                    <a:pt x="2031" y="1430"/>
                  </a:lnTo>
                  <a:lnTo>
                    <a:pt x="2031" y="1430"/>
                  </a:lnTo>
                  <a:lnTo>
                    <a:pt x="2031" y="1430"/>
                  </a:lnTo>
                  <a:lnTo>
                    <a:pt x="2031" y="1430"/>
                  </a:lnTo>
                  <a:lnTo>
                    <a:pt x="2031" y="1427"/>
                  </a:lnTo>
                  <a:lnTo>
                    <a:pt x="2028" y="1430"/>
                  </a:lnTo>
                  <a:lnTo>
                    <a:pt x="2028" y="1430"/>
                  </a:lnTo>
                  <a:lnTo>
                    <a:pt x="2028" y="1427"/>
                  </a:lnTo>
                  <a:lnTo>
                    <a:pt x="2026" y="1427"/>
                  </a:lnTo>
                  <a:lnTo>
                    <a:pt x="2024" y="1427"/>
                  </a:lnTo>
                  <a:lnTo>
                    <a:pt x="2024" y="1427"/>
                  </a:lnTo>
                  <a:lnTo>
                    <a:pt x="2024" y="1427"/>
                  </a:lnTo>
                  <a:lnTo>
                    <a:pt x="2024" y="1430"/>
                  </a:lnTo>
                  <a:lnTo>
                    <a:pt x="2024" y="1432"/>
                  </a:lnTo>
                  <a:lnTo>
                    <a:pt x="2021" y="1432"/>
                  </a:lnTo>
                  <a:lnTo>
                    <a:pt x="2021" y="1432"/>
                  </a:lnTo>
                  <a:lnTo>
                    <a:pt x="2021" y="1430"/>
                  </a:lnTo>
                  <a:lnTo>
                    <a:pt x="2021" y="1427"/>
                  </a:lnTo>
                  <a:lnTo>
                    <a:pt x="2024" y="1427"/>
                  </a:lnTo>
                  <a:lnTo>
                    <a:pt x="2024" y="1425"/>
                  </a:lnTo>
                  <a:lnTo>
                    <a:pt x="2024" y="1425"/>
                  </a:lnTo>
                  <a:lnTo>
                    <a:pt x="2021" y="1425"/>
                  </a:lnTo>
                  <a:lnTo>
                    <a:pt x="2019" y="1425"/>
                  </a:lnTo>
                  <a:lnTo>
                    <a:pt x="2019" y="1425"/>
                  </a:lnTo>
                  <a:lnTo>
                    <a:pt x="2019" y="1425"/>
                  </a:lnTo>
                  <a:lnTo>
                    <a:pt x="2019" y="1423"/>
                  </a:lnTo>
                  <a:lnTo>
                    <a:pt x="2019" y="1423"/>
                  </a:lnTo>
                  <a:lnTo>
                    <a:pt x="2019" y="1423"/>
                  </a:lnTo>
                  <a:lnTo>
                    <a:pt x="2012" y="1427"/>
                  </a:lnTo>
                  <a:lnTo>
                    <a:pt x="2012" y="1427"/>
                  </a:lnTo>
                  <a:lnTo>
                    <a:pt x="2012" y="1427"/>
                  </a:lnTo>
                  <a:lnTo>
                    <a:pt x="2012" y="1425"/>
                  </a:lnTo>
                  <a:lnTo>
                    <a:pt x="2014" y="1425"/>
                  </a:lnTo>
                  <a:lnTo>
                    <a:pt x="2014" y="1423"/>
                  </a:lnTo>
                  <a:lnTo>
                    <a:pt x="2014" y="1423"/>
                  </a:lnTo>
                  <a:lnTo>
                    <a:pt x="2014" y="1423"/>
                  </a:lnTo>
                  <a:lnTo>
                    <a:pt x="2012" y="1423"/>
                  </a:lnTo>
                  <a:lnTo>
                    <a:pt x="2012" y="1423"/>
                  </a:lnTo>
                  <a:lnTo>
                    <a:pt x="2012" y="1423"/>
                  </a:lnTo>
                  <a:lnTo>
                    <a:pt x="2014" y="1423"/>
                  </a:lnTo>
                  <a:lnTo>
                    <a:pt x="2014" y="1423"/>
                  </a:lnTo>
                  <a:lnTo>
                    <a:pt x="2012" y="1420"/>
                  </a:lnTo>
                  <a:lnTo>
                    <a:pt x="2012" y="1420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7" y="1423"/>
                  </a:lnTo>
                  <a:lnTo>
                    <a:pt x="2007" y="1420"/>
                  </a:lnTo>
                  <a:lnTo>
                    <a:pt x="2007" y="1420"/>
                  </a:lnTo>
                  <a:lnTo>
                    <a:pt x="2010" y="1420"/>
                  </a:lnTo>
                  <a:lnTo>
                    <a:pt x="2019" y="1418"/>
                  </a:lnTo>
                  <a:lnTo>
                    <a:pt x="2021" y="1418"/>
                  </a:lnTo>
                  <a:lnTo>
                    <a:pt x="2021" y="1416"/>
                  </a:lnTo>
                  <a:lnTo>
                    <a:pt x="2019" y="1413"/>
                  </a:lnTo>
                  <a:lnTo>
                    <a:pt x="2019" y="1411"/>
                  </a:lnTo>
                  <a:lnTo>
                    <a:pt x="2014" y="1411"/>
                  </a:lnTo>
                  <a:lnTo>
                    <a:pt x="2014" y="1411"/>
                  </a:lnTo>
                  <a:lnTo>
                    <a:pt x="2014" y="1408"/>
                  </a:lnTo>
                  <a:lnTo>
                    <a:pt x="2019" y="1408"/>
                  </a:lnTo>
                  <a:lnTo>
                    <a:pt x="2019" y="1406"/>
                  </a:lnTo>
                  <a:lnTo>
                    <a:pt x="2019" y="1404"/>
                  </a:lnTo>
                  <a:lnTo>
                    <a:pt x="2019" y="1404"/>
                  </a:lnTo>
                  <a:lnTo>
                    <a:pt x="2017" y="1401"/>
                  </a:lnTo>
                  <a:lnTo>
                    <a:pt x="2017" y="1401"/>
                  </a:lnTo>
                  <a:lnTo>
                    <a:pt x="2017" y="1399"/>
                  </a:lnTo>
                  <a:lnTo>
                    <a:pt x="2017" y="1401"/>
                  </a:lnTo>
                  <a:lnTo>
                    <a:pt x="2014" y="1401"/>
                  </a:lnTo>
                  <a:lnTo>
                    <a:pt x="2014" y="1401"/>
                  </a:lnTo>
                  <a:lnTo>
                    <a:pt x="2014" y="1401"/>
                  </a:lnTo>
                  <a:lnTo>
                    <a:pt x="2014" y="1399"/>
                  </a:lnTo>
                  <a:lnTo>
                    <a:pt x="2014" y="1399"/>
                  </a:lnTo>
                  <a:lnTo>
                    <a:pt x="2012" y="1399"/>
                  </a:lnTo>
                  <a:lnTo>
                    <a:pt x="2012" y="1401"/>
                  </a:lnTo>
                  <a:lnTo>
                    <a:pt x="2012" y="1404"/>
                  </a:lnTo>
                  <a:lnTo>
                    <a:pt x="2012" y="1401"/>
                  </a:lnTo>
                  <a:lnTo>
                    <a:pt x="2012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401"/>
                  </a:lnTo>
                  <a:lnTo>
                    <a:pt x="2010" y="1401"/>
                  </a:lnTo>
                  <a:lnTo>
                    <a:pt x="2010" y="1401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12" y="1404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07" y="1404"/>
                  </a:lnTo>
                  <a:lnTo>
                    <a:pt x="2007" y="1404"/>
                  </a:lnTo>
                  <a:lnTo>
                    <a:pt x="2007" y="1406"/>
                  </a:lnTo>
                  <a:lnTo>
                    <a:pt x="2007" y="1406"/>
                  </a:lnTo>
                  <a:lnTo>
                    <a:pt x="2007" y="1408"/>
                  </a:lnTo>
                  <a:lnTo>
                    <a:pt x="2007" y="1408"/>
                  </a:lnTo>
                  <a:lnTo>
                    <a:pt x="2007" y="1408"/>
                  </a:lnTo>
                  <a:lnTo>
                    <a:pt x="2007" y="1408"/>
                  </a:lnTo>
                  <a:lnTo>
                    <a:pt x="2007" y="1406"/>
                  </a:lnTo>
                  <a:lnTo>
                    <a:pt x="2007" y="1404"/>
                  </a:lnTo>
                  <a:lnTo>
                    <a:pt x="2007" y="1401"/>
                  </a:lnTo>
                  <a:lnTo>
                    <a:pt x="2005" y="1401"/>
                  </a:lnTo>
                  <a:lnTo>
                    <a:pt x="2005" y="1401"/>
                  </a:lnTo>
                  <a:lnTo>
                    <a:pt x="2005" y="1401"/>
                  </a:lnTo>
                  <a:lnTo>
                    <a:pt x="2005" y="1401"/>
                  </a:lnTo>
                  <a:lnTo>
                    <a:pt x="2005" y="1404"/>
                  </a:lnTo>
                  <a:lnTo>
                    <a:pt x="2005" y="1406"/>
                  </a:lnTo>
                  <a:lnTo>
                    <a:pt x="2002" y="1408"/>
                  </a:lnTo>
                  <a:lnTo>
                    <a:pt x="2002" y="1408"/>
                  </a:lnTo>
                  <a:lnTo>
                    <a:pt x="2002" y="1408"/>
                  </a:lnTo>
                  <a:lnTo>
                    <a:pt x="2002" y="1406"/>
                  </a:lnTo>
                  <a:lnTo>
                    <a:pt x="2002" y="1406"/>
                  </a:lnTo>
                  <a:lnTo>
                    <a:pt x="1998" y="1408"/>
                  </a:lnTo>
                  <a:lnTo>
                    <a:pt x="1995" y="1411"/>
                  </a:lnTo>
                  <a:lnTo>
                    <a:pt x="1995" y="1411"/>
                  </a:lnTo>
                  <a:lnTo>
                    <a:pt x="1993" y="1411"/>
                  </a:lnTo>
                  <a:lnTo>
                    <a:pt x="1993" y="1408"/>
                  </a:lnTo>
                  <a:lnTo>
                    <a:pt x="1993" y="1408"/>
                  </a:lnTo>
                  <a:lnTo>
                    <a:pt x="1993" y="1406"/>
                  </a:lnTo>
                  <a:lnTo>
                    <a:pt x="1991" y="1406"/>
                  </a:lnTo>
                  <a:lnTo>
                    <a:pt x="1991" y="1404"/>
                  </a:lnTo>
                  <a:lnTo>
                    <a:pt x="1991" y="1404"/>
                  </a:lnTo>
                  <a:lnTo>
                    <a:pt x="1988" y="1404"/>
                  </a:lnTo>
                  <a:lnTo>
                    <a:pt x="1988" y="1401"/>
                  </a:lnTo>
                  <a:lnTo>
                    <a:pt x="1991" y="1401"/>
                  </a:lnTo>
                  <a:lnTo>
                    <a:pt x="1991" y="1401"/>
                  </a:lnTo>
                  <a:lnTo>
                    <a:pt x="1991" y="1401"/>
                  </a:lnTo>
                  <a:lnTo>
                    <a:pt x="1991" y="1397"/>
                  </a:lnTo>
                  <a:lnTo>
                    <a:pt x="1993" y="1397"/>
                  </a:lnTo>
                  <a:lnTo>
                    <a:pt x="1991" y="1394"/>
                  </a:lnTo>
                  <a:lnTo>
                    <a:pt x="1991" y="1394"/>
                  </a:lnTo>
                  <a:lnTo>
                    <a:pt x="1991" y="1394"/>
                  </a:lnTo>
                  <a:lnTo>
                    <a:pt x="1991" y="1394"/>
                  </a:lnTo>
                  <a:lnTo>
                    <a:pt x="1991" y="1392"/>
                  </a:lnTo>
                  <a:lnTo>
                    <a:pt x="1991" y="1392"/>
                  </a:lnTo>
                  <a:lnTo>
                    <a:pt x="1991" y="1392"/>
                  </a:lnTo>
                  <a:lnTo>
                    <a:pt x="1991" y="1392"/>
                  </a:lnTo>
                  <a:lnTo>
                    <a:pt x="1991" y="1389"/>
                  </a:lnTo>
                  <a:lnTo>
                    <a:pt x="1988" y="1387"/>
                  </a:lnTo>
                  <a:lnTo>
                    <a:pt x="1984" y="1387"/>
                  </a:lnTo>
                  <a:lnTo>
                    <a:pt x="1984" y="1389"/>
                  </a:lnTo>
                  <a:lnTo>
                    <a:pt x="1986" y="1394"/>
                  </a:lnTo>
                  <a:lnTo>
                    <a:pt x="1986" y="1394"/>
                  </a:lnTo>
                  <a:lnTo>
                    <a:pt x="1984" y="1392"/>
                  </a:lnTo>
                  <a:lnTo>
                    <a:pt x="1984" y="1392"/>
                  </a:lnTo>
                  <a:lnTo>
                    <a:pt x="1981" y="1392"/>
                  </a:lnTo>
                  <a:lnTo>
                    <a:pt x="1981" y="1389"/>
                  </a:lnTo>
                  <a:lnTo>
                    <a:pt x="1981" y="1387"/>
                  </a:lnTo>
                  <a:lnTo>
                    <a:pt x="1981" y="1385"/>
                  </a:lnTo>
                  <a:lnTo>
                    <a:pt x="1981" y="1385"/>
                  </a:lnTo>
                  <a:lnTo>
                    <a:pt x="1981" y="1382"/>
                  </a:lnTo>
                  <a:lnTo>
                    <a:pt x="1979" y="1382"/>
                  </a:lnTo>
                  <a:lnTo>
                    <a:pt x="1979" y="1382"/>
                  </a:lnTo>
                  <a:lnTo>
                    <a:pt x="1979" y="1385"/>
                  </a:lnTo>
                  <a:lnTo>
                    <a:pt x="1979" y="1385"/>
                  </a:lnTo>
                  <a:lnTo>
                    <a:pt x="1979" y="1387"/>
                  </a:lnTo>
                  <a:lnTo>
                    <a:pt x="1976" y="1387"/>
                  </a:lnTo>
                  <a:lnTo>
                    <a:pt x="1976" y="1385"/>
                  </a:lnTo>
                  <a:lnTo>
                    <a:pt x="1976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69" y="1382"/>
                  </a:lnTo>
                  <a:lnTo>
                    <a:pt x="1969" y="1382"/>
                  </a:lnTo>
                  <a:lnTo>
                    <a:pt x="1969" y="1385"/>
                  </a:lnTo>
                  <a:lnTo>
                    <a:pt x="1969" y="1385"/>
                  </a:lnTo>
                  <a:lnTo>
                    <a:pt x="1974" y="1387"/>
                  </a:lnTo>
                  <a:lnTo>
                    <a:pt x="1974" y="1387"/>
                  </a:lnTo>
                  <a:lnTo>
                    <a:pt x="1974" y="1389"/>
                  </a:lnTo>
                  <a:lnTo>
                    <a:pt x="1974" y="1389"/>
                  </a:lnTo>
                  <a:lnTo>
                    <a:pt x="1972" y="1389"/>
                  </a:lnTo>
                  <a:lnTo>
                    <a:pt x="1974" y="1389"/>
                  </a:lnTo>
                  <a:lnTo>
                    <a:pt x="1976" y="1392"/>
                  </a:lnTo>
                  <a:lnTo>
                    <a:pt x="1976" y="1392"/>
                  </a:lnTo>
                  <a:lnTo>
                    <a:pt x="1979" y="1392"/>
                  </a:lnTo>
                  <a:lnTo>
                    <a:pt x="1979" y="1392"/>
                  </a:lnTo>
                  <a:lnTo>
                    <a:pt x="1976" y="1394"/>
                  </a:lnTo>
                  <a:lnTo>
                    <a:pt x="1979" y="1394"/>
                  </a:lnTo>
                  <a:lnTo>
                    <a:pt x="1979" y="1397"/>
                  </a:lnTo>
                  <a:lnTo>
                    <a:pt x="1981" y="1397"/>
                  </a:lnTo>
                  <a:lnTo>
                    <a:pt x="1984" y="1399"/>
                  </a:lnTo>
                  <a:lnTo>
                    <a:pt x="1984" y="1399"/>
                  </a:lnTo>
                  <a:lnTo>
                    <a:pt x="1986" y="1401"/>
                  </a:lnTo>
                  <a:lnTo>
                    <a:pt x="1984" y="1401"/>
                  </a:lnTo>
                  <a:lnTo>
                    <a:pt x="1984" y="1401"/>
                  </a:lnTo>
                  <a:lnTo>
                    <a:pt x="1984" y="1399"/>
                  </a:lnTo>
                  <a:lnTo>
                    <a:pt x="1981" y="1399"/>
                  </a:lnTo>
                  <a:lnTo>
                    <a:pt x="1979" y="1399"/>
                  </a:lnTo>
                  <a:lnTo>
                    <a:pt x="1976" y="1394"/>
                  </a:lnTo>
                  <a:lnTo>
                    <a:pt x="1974" y="1394"/>
                  </a:lnTo>
                  <a:lnTo>
                    <a:pt x="1974" y="1394"/>
                  </a:lnTo>
                  <a:lnTo>
                    <a:pt x="1974" y="1394"/>
                  </a:lnTo>
                  <a:lnTo>
                    <a:pt x="1974" y="1392"/>
                  </a:lnTo>
                  <a:lnTo>
                    <a:pt x="1974" y="1392"/>
                  </a:lnTo>
                  <a:lnTo>
                    <a:pt x="1974" y="1394"/>
                  </a:lnTo>
                  <a:lnTo>
                    <a:pt x="1974" y="1394"/>
                  </a:lnTo>
                  <a:lnTo>
                    <a:pt x="1972" y="1394"/>
                  </a:lnTo>
                  <a:lnTo>
                    <a:pt x="1972" y="1394"/>
                  </a:lnTo>
                  <a:lnTo>
                    <a:pt x="1974" y="1397"/>
                  </a:lnTo>
                  <a:lnTo>
                    <a:pt x="1974" y="1397"/>
                  </a:lnTo>
                  <a:lnTo>
                    <a:pt x="1974" y="1399"/>
                  </a:lnTo>
                  <a:lnTo>
                    <a:pt x="1974" y="1399"/>
                  </a:lnTo>
                  <a:lnTo>
                    <a:pt x="1974" y="1399"/>
                  </a:lnTo>
                  <a:lnTo>
                    <a:pt x="1972" y="1397"/>
                  </a:lnTo>
                  <a:lnTo>
                    <a:pt x="1972" y="1394"/>
                  </a:lnTo>
                  <a:lnTo>
                    <a:pt x="1972" y="1392"/>
                  </a:lnTo>
                  <a:lnTo>
                    <a:pt x="1969" y="1392"/>
                  </a:lnTo>
                  <a:lnTo>
                    <a:pt x="1969" y="1389"/>
                  </a:lnTo>
                  <a:lnTo>
                    <a:pt x="1967" y="1387"/>
                  </a:lnTo>
                  <a:lnTo>
                    <a:pt x="1967" y="1392"/>
                  </a:lnTo>
                  <a:lnTo>
                    <a:pt x="1967" y="1392"/>
                  </a:lnTo>
                  <a:lnTo>
                    <a:pt x="1967" y="1392"/>
                  </a:lnTo>
                  <a:lnTo>
                    <a:pt x="1969" y="1397"/>
                  </a:lnTo>
                  <a:lnTo>
                    <a:pt x="1969" y="1399"/>
                  </a:lnTo>
                  <a:lnTo>
                    <a:pt x="1969" y="1401"/>
                  </a:lnTo>
                  <a:lnTo>
                    <a:pt x="1972" y="1404"/>
                  </a:lnTo>
                  <a:lnTo>
                    <a:pt x="1969" y="1404"/>
                  </a:lnTo>
                  <a:lnTo>
                    <a:pt x="1969" y="1401"/>
                  </a:lnTo>
                  <a:lnTo>
                    <a:pt x="1967" y="1401"/>
                  </a:lnTo>
                  <a:lnTo>
                    <a:pt x="1967" y="1401"/>
                  </a:lnTo>
                  <a:lnTo>
                    <a:pt x="1967" y="1399"/>
                  </a:lnTo>
                  <a:lnTo>
                    <a:pt x="1967" y="1399"/>
                  </a:lnTo>
                  <a:lnTo>
                    <a:pt x="1967" y="1399"/>
                  </a:lnTo>
                  <a:lnTo>
                    <a:pt x="1965" y="1399"/>
                  </a:lnTo>
                  <a:lnTo>
                    <a:pt x="1962" y="1399"/>
                  </a:lnTo>
                  <a:lnTo>
                    <a:pt x="1962" y="1399"/>
                  </a:lnTo>
                  <a:lnTo>
                    <a:pt x="1960" y="1399"/>
                  </a:lnTo>
                  <a:lnTo>
                    <a:pt x="1965" y="1397"/>
                  </a:lnTo>
                  <a:lnTo>
                    <a:pt x="1965" y="1397"/>
                  </a:lnTo>
                  <a:lnTo>
                    <a:pt x="1965" y="1394"/>
                  </a:lnTo>
                  <a:lnTo>
                    <a:pt x="1965" y="1394"/>
                  </a:lnTo>
                  <a:lnTo>
                    <a:pt x="1962" y="1392"/>
                  </a:lnTo>
                  <a:lnTo>
                    <a:pt x="1962" y="1392"/>
                  </a:lnTo>
                  <a:lnTo>
                    <a:pt x="1962" y="1389"/>
                  </a:lnTo>
                  <a:lnTo>
                    <a:pt x="1962" y="1389"/>
                  </a:lnTo>
                  <a:lnTo>
                    <a:pt x="1962" y="1387"/>
                  </a:lnTo>
                  <a:lnTo>
                    <a:pt x="1960" y="1387"/>
                  </a:lnTo>
                  <a:lnTo>
                    <a:pt x="1957" y="1387"/>
                  </a:lnTo>
                  <a:lnTo>
                    <a:pt x="1957" y="1387"/>
                  </a:lnTo>
                  <a:lnTo>
                    <a:pt x="1957" y="1387"/>
                  </a:lnTo>
                  <a:lnTo>
                    <a:pt x="1957" y="1389"/>
                  </a:lnTo>
                  <a:lnTo>
                    <a:pt x="1957" y="1389"/>
                  </a:lnTo>
                  <a:lnTo>
                    <a:pt x="1957" y="1392"/>
                  </a:lnTo>
                  <a:lnTo>
                    <a:pt x="1957" y="1392"/>
                  </a:lnTo>
                  <a:lnTo>
                    <a:pt x="1957" y="1389"/>
                  </a:lnTo>
                  <a:lnTo>
                    <a:pt x="1955" y="1389"/>
                  </a:lnTo>
                  <a:lnTo>
                    <a:pt x="1955" y="1387"/>
                  </a:lnTo>
                  <a:lnTo>
                    <a:pt x="1955" y="1387"/>
                  </a:lnTo>
                  <a:lnTo>
                    <a:pt x="1955" y="1387"/>
                  </a:lnTo>
                  <a:lnTo>
                    <a:pt x="1955" y="1387"/>
                  </a:lnTo>
                  <a:lnTo>
                    <a:pt x="1953" y="1387"/>
                  </a:lnTo>
                  <a:lnTo>
                    <a:pt x="1953" y="1385"/>
                  </a:lnTo>
                  <a:lnTo>
                    <a:pt x="1953" y="1385"/>
                  </a:lnTo>
                  <a:lnTo>
                    <a:pt x="1953" y="1387"/>
                  </a:lnTo>
                  <a:lnTo>
                    <a:pt x="1953" y="1387"/>
                  </a:lnTo>
                  <a:lnTo>
                    <a:pt x="1950" y="1389"/>
                  </a:lnTo>
                  <a:lnTo>
                    <a:pt x="1948" y="1389"/>
                  </a:lnTo>
                  <a:lnTo>
                    <a:pt x="1948" y="1387"/>
                  </a:lnTo>
                  <a:lnTo>
                    <a:pt x="1948" y="1385"/>
                  </a:lnTo>
                  <a:lnTo>
                    <a:pt x="1946" y="1385"/>
                  </a:lnTo>
                  <a:lnTo>
                    <a:pt x="1946" y="1385"/>
                  </a:lnTo>
                  <a:lnTo>
                    <a:pt x="1946" y="1385"/>
                  </a:lnTo>
                  <a:lnTo>
                    <a:pt x="1946" y="1385"/>
                  </a:lnTo>
                  <a:lnTo>
                    <a:pt x="1946" y="1387"/>
                  </a:lnTo>
                  <a:lnTo>
                    <a:pt x="1946" y="1387"/>
                  </a:lnTo>
                  <a:lnTo>
                    <a:pt x="1943" y="1385"/>
                  </a:lnTo>
                  <a:lnTo>
                    <a:pt x="1943" y="1385"/>
                  </a:lnTo>
                  <a:lnTo>
                    <a:pt x="1943" y="1382"/>
                  </a:lnTo>
                  <a:lnTo>
                    <a:pt x="1943" y="1382"/>
                  </a:lnTo>
                  <a:lnTo>
                    <a:pt x="1943" y="1385"/>
                  </a:lnTo>
                  <a:lnTo>
                    <a:pt x="1941" y="1385"/>
                  </a:lnTo>
                  <a:lnTo>
                    <a:pt x="1941" y="1382"/>
                  </a:lnTo>
                  <a:lnTo>
                    <a:pt x="1936" y="1382"/>
                  </a:lnTo>
                  <a:lnTo>
                    <a:pt x="1936" y="1385"/>
                  </a:lnTo>
                  <a:lnTo>
                    <a:pt x="1939" y="1385"/>
                  </a:lnTo>
                  <a:lnTo>
                    <a:pt x="1941" y="1387"/>
                  </a:lnTo>
                  <a:lnTo>
                    <a:pt x="1941" y="1389"/>
                  </a:lnTo>
                  <a:lnTo>
                    <a:pt x="1943" y="1389"/>
                  </a:lnTo>
                  <a:lnTo>
                    <a:pt x="1943" y="1392"/>
                  </a:lnTo>
                  <a:lnTo>
                    <a:pt x="1946" y="1397"/>
                  </a:lnTo>
                  <a:lnTo>
                    <a:pt x="1946" y="1399"/>
                  </a:lnTo>
                  <a:lnTo>
                    <a:pt x="1946" y="1401"/>
                  </a:lnTo>
                  <a:lnTo>
                    <a:pt x="1948" y="1401"/>
                  </a:lnTo>
                  <a:lnTo>
                    <a:pt x="1948" y="1404"/>
                  </a:lnTo>
                  <a:lnTo>
                    <a:pt x="1950" y="1404"/>
                  </a:lnTo>
                  <a:lnTo>
                    <a:pt x="1950" y="1404"/>
                  </a:lnTo>
                  <a:lnTo>
                    <a:pt x="1950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4"/>
                  </a:lnTo>
                  <a:lnTo>
                    <a:pt x="1948" y="1404"/>
                  </a:lnTo>
                  <a:lnTo>
                    <a:pt x="1948" y="1404"/>
                  </a:lnTo>
                  <a:lnTo>
                    <a:pt x="1946" y="1404"/>
                  </a:lnTo>
                  <a:lnTo>
                    <a:pt x="1946" y="1404"/>
                  </a:lnTo>
                  <a:lnTo>
                    <a:pt x="1946" y="1401"/>
                  </a:lnTo>
                  <a:lnTo>
                    <a:pt x="1946" y="1401"/>
                  </a:lnTo>
                  <a:lnTo>
                    <a:pt x="1946" y="1401"/>
                  </a:lnTo>
                  <a:lnTo>
                    <a:pt x="1943" y="1401"/>
                  </a:lnTo>
                  <a:lnTo>
                    <a:pt x="1943" y="1399"/>
                  </a:lnTo>
                  <a:lnTo>
                    <a:pt x="1943" y="1399"/>
                  </a:lnTo>
                  <a:lnTo>
                    <a:pt x="1941" y="1399"/>
                  </a:lnTo>
                  <a:lnTo>
                    <a:pt x="1941" y="1399"/>
                  </a:lnTo>
                  <a:lnTo>
                    <a:pt x="1941" y="1397"/>
                  </a:lnTo>
                  <a:lnTo>
                    <a:pt x="1941" y="1397"/>
                  </a:lnTo>
                  <a:lnTo>
                    <a:pt x="1941" y="1397"/>
                  </a:lnTo>
                  <a:lnTo>
                    <a:pt x="1941" y="1394"/>
                  </a:lnTo>
                  <a:lnTo>
                    <a:pt x="1939" y="1394"/>
                  </a:lnTo>
                  <a:lnTo>
                    <a:pt x="1936" y="1394"/>
                  </a:lnTo>
                  <a:lnTo>
                    <a:pt x="1939" y="1392"/>
                  </a:lnTo>
                  <a:lnTo>
                    <a:pt x="1939" y="1389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4" y="1387"/>
                  </a:lnTo>
                  <a:lnTo>
                    <a:pt x="1934" y="1387"/>
                  </a:lnTo>
                  <a:lnTo>
                    <a:pt x="1934" y="1387"/>
                  </a:lnTo>
                  <a:lnTo>
                    <a:pt x="1934" y="1387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2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29" y="1387"/>
                  </a:lnTo>
                  <a:lnTo>
                    <a:pt x="1929" y="1385"/>
                  </a:lnTo>
                  <a:lnTo>
                    <a:pt x="1931" y="1385"/>
                  </a:lnTo>
                  <a:lnTo>
                    <a:pt x="1931" y="1382"/>
                  </a:lnTo>
                  <a:lnTo>
                    <a:pt x="1929" y="1382"/>
                  </a:lnTo>
                  <a:lnTo>
                    <a:pt x="1929" y="1380"/>
                  </a:lnTo>
                  <a:lnTo>
                    <a:pt x="1931" y="1380"/>
                  </a:lnTo>
                  <a:lnTo>
                    <a:pt x="1931" y="1378"/>
                  </a:lnTo>
                  <a:lnTo>
                    <a:pt x="1929" y="1378"/>
                  </a:lnTo>
                  <a:lnTo>
                    <a:pt x="1929" y="1375"/>
                  </a:lnTo>
                  <a:lnTo>
                    <a:pt x="1929" y="1375"/>
                  </a:lnTo>
                  <a:lnTo>
                    <a:pt x="1929" y="1373"/>
                  </a:lnTo>
                  <a:lnTo>
                    <a:pt x="1929" y="1373"/>
                  </a:lnTo>
                  <a:lnTo>
                    <a:pt x="1929" y="1373"/>
                  </a:lnTo>
                  <a:lnTo>
                    <a:pt x="1927" y="1375"/>
                  </a:lnTo>
                  <a:lnTo>
                    <a:pt x="1927" y="1378"/>
                  </a:lnTo>
                  <a:lnTo>
                    <a:pt x="1927" y="1378"/>
                  </a:lnTo>
                  <a:lnTo>
                    <a:pt x="1927" y="1382"/>
                  </a:lnTo>
                  <a:lnTo>
                    <a:pt x="1929" y="1385"/>
                  </a:lnTo>
                  <a:lnTo>
                    <a:pt x="1929" y="1385"/>
                  </a:lnTo>
                  <a:lnTo>
                    <a:pt x="1927" y="1387"/>
                  </a:lnTo>
                  <a:lnTo>
                    <a:pt x="1927" y="1387"/>
                  </a:lnTo>
                  <a:lnTo>
                    <a:pt x="1927" y="1385"/>
                  </a:lnTo>
                  <a:lnTo>
                    <a:pt x="1924" y="1385"/>
                  </a:lnTo>
                  <a:lnTo>
                    <a:pt x="1924" y="1385"/>
                  </a:lnTo>
                  <a:lnTo>
                    <a:pt x="1924" y="1385"/>
                  </a:lnTo>
                  <a:lnTo>
                    <a:pt x="1922" y="1389"/>
                  </a:lnTo>
                  <a:lnTo>
                    <a:pt x="1922" y="1389"/>
                  </a:lnTo>
                  <a:lnTo>
                    <a:pt x="1922" y="1389"/>
                  </a:lnTo>
                  <a:lnTo>
                    <a:pt x="1922" y="1387"/>
                  </a:lnTo>
                  <a:lnTo>
                    <a:pt x="1922" y="1385"/>
                  </a:lnTo>
                  <a:lnTo>
                    <a:pt x="1922" y="1385"/>
                  </a:lnTo>
                  <a:lnTo>
                    <a:pt x="1922" y="1385"/>
                  </a:lnTo>
                  <a:lnTo>
                    <a:pt x="1924" y="1382"/>
                  </a:lnTo>
                  <a:lnTo>
                    <a:pt x="1924" y="1380"/>
                  </a:lnTo>
                  <a:lnTo>
                    <a:pt x="1920" y="1373"/>
                  </a:lnTo>
                  <a:lnTo>
                    <a:pt x="1920" y="1373"/>
                  </a:lnTo>
                  <a:lnTo>
                    <a:pt x="1920" y="1375"/>
                  </a:lnTo>
                  <a:lnTo>
                    <a:pt x="1920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5" y="1375"/>
                  </a:lnTo>
                  <a:lnTo>
                    <a:pt x="1915" y="1378"/>
                  </a:lnTo>
                  <a:lnTo>
                    <a:pt x="1915" y="1378"/>
                  </a:lnTo>
                  <a:lnTo>
                    <a:pt x="1915" y="1378"/>
                  </a:lnTo>
                  <a:lnTo>
                    <a:pt x="1915" y="1378"/>
                  </a:lnTo>
                  <a:lnTo>
                    <a:pt x="1913" y="1375"/>
                  </a:lnTo>
                  <a:lnTo>
                    <a:pt x="1913" y="1375"/>
                  </a:lnTo>
                  <a:lnTo>
                    <a:pt x="1913" y="1375"/>
                  </a:lnTo>
                  <a:lnTo>
                    <a:pt x="1913" y="1378"/>
                  </a:lnTo>
                  <a:lnTo>
                    <a:pt x="1913" y="1375"/>
                  </a:lnTo>
                  <a:lnTo>
                    <a:pt x="1913" y="1375"/>
                  </a:lnTo>
                  <a:lnTo>
                    <a:pt x="1915" y="1373"/>
                  </a:lnTo>
                  <a:lnTo>
                    <a:pt x="1915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0" y="1373"/>
                  </a:lnTo>
                  <a:lnTo>
                    <a:pt x="1910" y="1373"/>
                  </a:lnTo>
                  <a:lnTo>
                    <a:pt x="1910" y="1373"/>
                  </a:lnTo>
                  <a:lnTo>
                    <a:pt x="1910" y="1368"/>
                  </a:lnTo>
                  <a:lnTo>
                    <a:pt x="1908" y="1368"/>
                  </a:lnTo>
                  <a:lnTo>
                    <a:pt x="1905" y="1368"/>
                  </a:lnTo>
                  <a:lnTo>
                    <a:pt x="1903" y="1368"/>
                  </a:lnTo>
                  <a:lnTo>
                    <a:pt x="1903" y="1368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3"/>
                  </a:lnTo>
                  <a:lnTo>
                    <a:pt x="1903" y="1373"/>
                  </a:lnTo>
                  <a:lnTo>
                    <a:pt x="1901" y="1373"/>
                  </a:lnTo>
                  <a:lnTo>
                    <a:pt x="1901" y="1373"/>
                  </a:lnTo>
                  <a:lnTo>
                    <a:pt x="1898" y="1373"/>
                  </a:lnTo>
                  <a:lnTo>
                    <a:pt x="1898" y="1371"/>
                  </a:lnTo>
                  <a:lnTo>
                    <a:pt x="1901" y="1368"/>
                  </a:lnTo>
                  <a:lnTo>
                    <a:pt x="1901" y="1368"/>
                  </a:lnTo>
                  <a:lnTo>
                    <a:pt x="1908" y="1366"/>
                  </a:lnTo>
                  <a:lnTo>
                    <a:pt x="1908" y="1363"/>
                  </a:lnTo>
                  <a:lnTo>
                    <a:pt x="1908" y="1363"/>
                  </a:lnTo>
                  <a:lnTo>
                    <a:pt x="1908" y="1361"/>
                  </a:lnTo>
                  <a:lnTo>
                    <a:pt x="1908" y="1361"/>
                  </a:lnTo>
                  <a:lnTo>
                    <a:pt x="1908" y="1359"/>
                  </a:lnTo>
                  <a:lnTo>
                    <a:pt x="1908" y="1359"/>
                  </a:lnTo>
                  <a:lnTo>
                    <a:pt x="1905" y="1359"/>
                  </a:lnTo>
                  <a:lnTo>
                    <a:pt x="1905" y="1359"/>
                  </a:lnTo>
                  <a:lnTo>
                    <a:pt x="1905" y="1359"/>
                  </a:lnTo>
                  <a:lnTo>
                    <a:pt x="1905" y="1359"/>
                  </a:lnTo>
                  <a:lnTo>
                    <a:pt x="1905" y="1356"/>
                  </a:lnTo>
                  <a:lnTo>
                    <a:pt x="1905" y="1356"/>
                  </a:lnTo>
                  <a:lnTo>
                    <a:pt x="1905" y="1356"/>
                  </a:lnTo>
                  <a:lnTo>
                    <a:pt x="1903" y="1356"/>
                  </a:lnTo>
                  <a:lnTo>
                    <a:pt x="1903" y="1356"/>
                  </a:lnTo>
                  <a:lnTo>
                    <a:pt x="1901" y="1359"/>
                  </a:lnTo>
                  <a:lnTo>
                    <a:pt x="1901" y="1359"/>
                  </a:lnTo>
                  <a:lnTo>
                    <a:pt x="1901" y="1359"/>
                  </a:lnTo>
                  <a:lnTo>
                    <a:pt x="1898" y="1359"/>
                  </a:lnTo>
                  <a:lnTo>
                    <a:pt x="1898" y="1359"/>
                  </a:lnTo>
                  <a:lnTo>
                    <a:pt x="1898" y="1359"/>
                  </a:lnTo>
                  <a:lnTo>
                    <a:pt x="1898" y="1359"/>
                  </a:lnTo>
                  <a:lnTo>
                    <a:pt x="1898" y="1361"/>
                  </a:lnTo>
                  <a:lnTo>
                    <a:pt x="1898" y="1361"/>
                  </a:lnTo>
                  <a:lnTo>
                    <a:pt x="1896" y="1361"/>
                  </a:lnTo>
                  <a:lnTo>
                    <a:pt x="1896" y="1361"/>
                  </a:lnTo>
                  <a:lnTo>
                    <a:pt x="1896" y="1361"/>
                  </a:lnTo>
                  <a:lnTo>
                    <a:pt x="1896" y="1361"/>
                  </a:lnTo>
                  <a:lnTo>
                    <a:pt x="1894" y="1361"/>
                  </a:lnTo>
                  <a:lnTo>
                    <a:pt x="1891" y="1359"/>
                  </a:lnTo>
                  <a:lnTo>
                    <a:pt x="1891" y="1359"/>
                  </a:lnTo>
                  <a:lnTo>
                    <a:pt x="1891" y="1359"/>
                  </a:lnTo>
                  <a:lnTo>
                    <a:pt x="1894" y="1359"/>
                  </a:lnTo>
                  <a:lnTo>
                    <a:pt x="1894" y="1356"/>
                  </a:lnTo>
                  <a:lnTo>
                    <a:pt x="1894" y="1356"/>
                  </a:lnTo>
                  <a:lnTo>
                    <a:pt x="1894" y="1356"/>
                  </a:lnTo>
                  <a:lnTo>
                    <a:pt x="1891" y="1356"/>
                  </a:lnTo>
                  <a:lnTo>
                    <a:pt x="1891" y="1356"/>
                  </a:lnTo>
                  <a:lnTo>
                    <a:pt x="1891" y="1356"/>
                  </a:lnTo>
                  <a:lnTo>
                    <a:pt x="1891" y="1354"/>
                  </a:lnTo>
                  <a:lnTo>
                    <a:pt x="1894" y="1354"/>
                  </a:lnTo>
                  <a:lnTo>
                    <a:pt x="1896" y="1354"/>
                  </a:lnTo>
                  <a:lnTo>
                    <a:pt x="1896" y="1354"/>
                  </a:lnTo>
                  <a:lnTo>
                    <a:pt x="1894" y="1352"/>
                  </a:lnTo>
                  <a:lnTo>
                    <a:pt x="1894" y="1352"/>
                  </a:lnTo>
                  <a:lnTo>
                    <a:pt x="1894" y="1352"/>
                  </a:lnTo>
                  <a:lnTo>
                    <a:pt x="1894" y="1352"/>
                  </a:lnTo>
                  <a:lnTo>
                    <a:pt x="1891" y="1352"/>
                  </a:lnTo>
                  <a:lnTo>
                    <a:pt x="1891" y="1352"/>
                  </a:lnTo>
                  <a:lnTo>
                    <a:pt x="1891" y="1352"/>
                  </a:lnTo>
                  <a:lnTo>
                    <a:pt x="1891" y="1349"/>
                  </a:lnTo>
                  <a:lnTo>
                    <a:pt x="1894" y="1349"/>
                  </a:lnTo>
                  <a:lnTo>
                    <a:pt x="1894" y="1347"/>
                  </a:lnTo>
                  <a:lnTo>
                    <a:pt x="1891" y="1347"/>
                  </a:lnTo>
                  <a:lnTo>
                    <a:pt x="1891" y="1345"/>
                  </a:lnTo>
                  <a:lnTo>
                    <a:pt x="1886" y="1345"/>
                  </a:lnTo>
                  <a:lnTo>
                    <a:pt x="1884" y="1345"/>
                  </a:lnTo>
                  <a:lnTo>
                    <a:pt x="1884" y="1345"/>
                  </a:lnTo>
                  <a:lnTo>
                    <a:pt x="1884" y="1345"/>
                  </a:lnTo>
                  <a:lnTo>
                    <a:pt x="1882" y="1345"/>
                  </a:lnTo>
                  <a:lnTo>
                    <a:pt x="1882" y="1347"/>
                  </a:lnTo>
                  <a:lnTo>
                    <a:pt x="1882" y="1347"/>
                  </a:lnTo>
                  <a:lnTo>
                    <a:pt x="1884" y="1347"/>
                  </a:lnTo>
                  <a:lnTo>
                    <a:pt x="1884" y="1349"/>
                  </a:lnTo>
                  <a:lnTo>
                    <a:pt x="1882" y="1349"/>
                  </a:lnTo>
                  <a:lnTo>
                    <a:pt x="1882" y="1347"/>
                  </a:lnTo>
                  <a:lnTo>
                    <a:pt x="1879" y="1347"/>
                  </a:lnTo>
                  <a:lnTo>
                    <a:pt x="1875" y="1354"/>
                  </a:lnTo>
                  <a:lnTo>
                    <a:pt x="1875" y="1354"/>
                  </a:lnTo>
                  <a:lnTo>
                    <a:pt x="1875" y="1356"/>
                  </a:lnTo>
                  <a:lnTo>
                    <a:pt x="1875" y="1356"/>
                  </a:lnTo>
                  <a:lnTo>
                    <a:pt x="1875" y="1359"/>
                  </a:lnTo>
                  <a:lnTo>
                    <a:pt x="1875" y="1359"/>
                  </a:lnTo>
                  <a:lnTo>
                    <a:pt x="1875" y="1359"/>
                  </a:lnTo>
                  <a:lnTo>
                    <a:pt x="1872" y="1359"/>
                  </a:lnTo>
                  <a:lnTo>
                    <a:pt x="1872" y="1361"/>
                  </a:lnTo>
                  <a:lnTo>
                    <a:pt x="1872" y="1363"/>
                  </a:lnTo>
                  <a:lnTo>
                    <a:pt x="1872" y="1366"/>
                  </a:lnTo>
                  <a:lnTo>
                    <a:pt x="1872" y="1368"/>
                  </a:lnTo>
                  <a:lnTo>
                    <a:pt x="1872" y="1368"/>
                  </a:lnTo>
                  <a:lnTo>
                    <a:pt x="1872" y="1371"/>
                  </a:lnTo>
                  <a:lnTo>
                    <a:pt x="1872" y="1371"/>
                  </a:lnTo>
                  <a:lnTo>
                    <a:pt x="1872" y="1368"/>
                  </a:lnTo>
                  <a:lnTo>
                    <a:pt x="1872" y="1368"/>
                  </a:lnTo>
                  <a:lnTo>
                    <a:pt x="1872" y="1363"/>
                  </a:lnTo>
                  <a:lnTo>
                    <a:pt x="1872" y="1363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3"/>
                  </a:lnTo>
                  <a:lnTo>
                    <a:pt x="1870" y="1363"/>
                  </a:lnTo>
                  <a:lnTo>
                    <a:pt x="1870" y="1363"/>
                  </a:lnTo>
                  <a:lnTo>
                    <a:pt x="1868" y="1363"/>
                  </a:lnTo>
                  <a:lnTo>
                    <a:pt x="1868" y="1363"/>
                  </a:lnTo>
                  <a:lnTo>
                    <a:pt x="1868" y="1361"/>
                  </a:lnTo>
                  <a:lnTo>
                    <a:pt x="1868" y="1359"/>
                  </a:lnTo>
                  <a:lnTo>
                    <a:pt x="1870" y="1359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59"/>
                  </a:lnTo>
                  <a:lnTo>
                    <a:pt x="1868" y="1359"/>
                  </a:lnTo>
                  <a:lnTo>
                    <a:pt x="1868" y="1356"/>
                  </a:lnTo>
                  <a:lnTo>
                    <a:pt x="1868" y="1356"/>
                  </a:lnTo>
                  <a:lnTo>
                    <a:pt x="1870" y="1359"/>
                  </a:lnTo>
                  <a:lnTo>
                    <a:pt x="1870" y="1356"/>
                  </a:lnTo>
                  <a:lnTo>
                    <a:pt x="1870" y="1356"/>
                  </a:lnTo>
                  <a:lnTo>
                    <a:pt x="1870" y="1356"/>
                  </a:lnTo>
                  <a:lnTo>
                    <a:pt x="1870" y="1356"/>
                  </a:lnTo>
                  <a:lnTo>
                    <a:pt x="1870" y="1354"/>
                  </a:lnTo>
                  <a:lnTo>
                    <a:pt x="1870" y="1354"/>
                  </a:lnTo>
                  <a:lnTo>
                    <a:pt x="1870" y="1354"/>
                  </a:lnTo>
                  <a:lnTo>
                    <a:pt x="1868" y="1352"/>
                  </a:lnTo>
                  <a:lnTo>
                    <a:pt x="1868" y="1352"/>
                  </a:lnTo>
                  <a:lnTo>
                    <a:pt x="1868" y="1352"/>
                  </a:lnTo>
                  <a:lnTo>
                    <a:pt x="1868" y="1352"/>
                  </a:lnTo>
                  <a:lnTo>
                    <a:pt x="1868" y="1349"/>
                  </a:lnTo>
                  <a:lnTo>
                    <a:pt x="1868" y="1349"/>
                  </a:lnTo>
                  <a:lnTo>
                    <a:pt x="1868" y="1352"/>
                  </a:lnTo>
                  <a:lnTo>
                    <a:pt x="1865" y="1352"/>
                  </a:lnTo>
                  <a:lnTo>
                    <a:pt x="1865" y="1352"/>
                  </a:lnTo>
                  <a:lnTo>
                    <a:pt x="1865" y="1352"/>
                  </a:lnTo>
                  <a:lnTo>
                    <a:pt x="1865" y="1352"/>
                  </a:lnTo>
                  <a:lnTo>
                    <a:pt x="1865" y="1349"/>
                  </a:lnTo>
                  <a:lnTo>
                    <a:pt x="1863" y="1349"/>
                  </a:lnTo>
                  <a:lnTo>
                    <a:pt x="1863" y="1347"/>
                  </a:lnTo>
                  <a:lnTo>
                    <a:pt x="1865" y="1345"/>
                  </a:lnTo>
                  <a:lnTo>
                    <a:pt x="1865" y="1342"/>
                  </a:lnTo>
                  <a:lnTo>
                    <a:pt x="1865" y="1342"/>
                  </a:lnTo>
                  <a:lnTo>
                    <a:pt x="1865" y="1342"/>
                  </a:lnTo>
                  <a:lnTo>
                    <a:pt x="1865" y="1340"/>
                  </a:lnTo>
                  <a:lnTo>
                    <a:pt x="1865" y="1340"/>
                  </a:lnTo>
                  <a:lnTo>
                    <a:pt x="1863" y="1340"/>
                  </a:lnTo>
                  <a:lnTo>
                    <a:pt x="1863" y="1340"/>
                  </a:lnTo>
                  <a:lnTo>
                    <a:pt x="1863" y="1340"/>
                  </a:lnTo>
                  <a:lnTo>
                    <a:pt x="1863" y="1342"/>
                  </a:lnTo>
                  <a:lnTo>
                    <a:pt x="1863" y="1342"/>
                  </a:lnTo>
                  <a:lnTo>
                    <a:pt x="1860" y="1345"/>
                  </a:lnTo>
                  <a:lnTo>
                    <a:pt x="1860" y="1345"/>
                  </a:lnTo>
                  <a:lnTo>
                    <a:pt x="1860" y="1347"/>
                  </a:lnTo>
                  <a:lnTo>
                    <a:pt x="1858" y="1347"/>
                  </a:lnTo>
                  <a:lnTo>
                    <a:pt x="1856" y="1347"/>
                  </a:lnTo>
                  <a:lnTo>
                    <a:pt x="1856" y="1347"/>
                  </a:lnTo>
                  <a:lnTo>
                    <a:pt x="1853" y="1347"/>
                  </a:lnTo>
                  <a:lnTo>
                    <a:pt x="1853" y="1347"/>
                  </a:lnTo>
                  <a:lnTo>
                    <a:pt x="1853" y="1345"/>
                  </a:lnTo>
                  <a:lnTo>
                    <a:pt x="1856" y="1345"/>
                  </a:lnTo>
                  <a:lnTo>
                    <a:pt x="1856" y="1345"/>
                  </a:lnTo>
                  <a:lnTo>
                    <a:pt x="1856" y="1342"/>
                  </a:lnTo>
                  <a:lnTo>
                    <a:pt x="1856" y="1342"/>
                  </a:lnTo>
                  <a:lnTo>
                    <a:pt x="1853" y="1342"/>
                  </a:lnTo>
                  <a:lnTo>
                    <a:pt x="1851" y="1342"/>
                  </a:lnTo>
                  <a:lnTo>
                    <a:pt x="1851" y="1342"/>
                  </a:lnTo>
                  <a:lnTo>
                    <a:pt x="1851" y="1342"/>
                  </a:lnTo>
                  <a:lnTo>
                    <a:pt x="1851" y="1340"/>
                  </a:lnTo>
                  <a:lnTo>
                    <a:pt x="1851" y="1340"/>
                  </a:lnTo>
                  <a:lnTo>
                    <a:pt x="1851" y="1337"/>
                  </a:lnTo>
                  <a:lnTo>
                    <a:pt x="1851" y="1337"/>
                  </a:lnTo>
                  <a:lnTo>
                    <a:pt x="1849" y="1337"/>
                  </a:lnTo>
                  <a:lnTo>
                    <a:pt x="1849" y="1335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6" y="1340"/>
                  </a:lnTo>
                  <a:lnTo>
                    <a:pt x="1844" y="1340"/>
                  </a:lnTo>
                  <a:lnTo>
                    <a:pt x="1842" y="1340"/>
                  </a:lnTo>
                  <a:lnTo>
                    <a:pt x="1842" y="1337"/>
                  </a:lnTo>
                  <a:lnTo>
                    <a:pt x="1842" y="1335"/>
                  </a:lnTo>
                  <a:lnTo>
                    <a:pt x="1842" y="1335"/>
                  </a:lnTo>
                  <a:lnTo>
                    <a:pt x="1844" y="1335"/>
                  </a:lnTo>
                  <a:lnTo>
                    <a:pt x="1846" y="1335"/>
                  </a:lnTo>
                  <a:lnTo>
                    <a:pt x="1846" y="1335"/>
                  </a:lnTo>
                  <a:lnTo>
                    <a:pt x="1846" y="1335"/>
                  </a:lnTo>
                  <a:lnTo>
                    <a:pt x="1844" y="1335"/>
                  </a:lnTo>
                  <a:lnTo>
                    <a:pt x="1842" y="1335"/>
                  </a:lnTo>
                  <a:lnTo>
                    <a:pt x="1842" y="1333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9" y="1330"/>
                  </a:lnTo>
                  <a:lnTo>
                    <a:pt x="1842" y="1330"/>
                  </a:lnTo>
                  <a:lnTo>
                    <a:pt x="1846" y="1333"/>
                  </a:lnTo>
                  <a:lnTo>
                    <a:pt x="1846" y="1333"/>
                  </a:lnTo>
                  <a:lnTo>
                    <a:pt x="1849" y="1333"/>
                  </a:lnTo>
                  <a:lnTo>
                    <a:pt x="1846" y="1330"/>
                  </a:lnTo>
                  <a:lnTo>
                    <a:pt x="1846" y="1330"/>
                  </a:lnTo>
                  <a:lnTo>
                    <a:pt x="1844" y="1330"/>
                  </a:lnTo>
                  <a:lnTo>
                    <a:pt x="1844" y="1328"/>
                  </a:lnTo>
                  <a:lnTo>
                    <a:pt x="1844" y="1328"/>
                  </a:lnTo>
                  <a:lnTo>
                    <a:pt x="1846" y="1328"/>
                  </a:lnTo>
                  <a:lnTo>
                    <a:pt x="1846" y="1328"/>
                  </a:lnTo>
                  <a:lnTo>
                    <a:pt x="1846" y="1330"/>
                  </a:lnTo>
                  <a:lnTo>
                    <a:pt x="1849" y="1330"/>
                  </a:lnTo>
                  <a:lnTo>
                    <a:pt x="1849" y="1330"/>
                  </a:lnTo>
                  <a:lnTo>
                    <a:pt x="1849" y="1330"/>
                  </a:lnTo>
                  <a:lnTo>
                    <a:pt x="1849" y="1330"/>
                  </a:lnTo>
                  <a:lnTo>
                    <a:pt x="1849" y="1328"/>
                  </a:lnTo>
                  <a:lnTo>
                    <a:pt x="1849" y="1328"/>
                  </a:lnTo>
                  <a:lnTo>
                    <a:pt x="1846" y="1326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4" y="1323"/>
                  </a:lnTo>
                  <a:lnTo>
                    <a:pt x="1844" y="1323"/>
                  </a:lnTo>
                  <a:lnTo>
                    <a:pt x="1844" y="1323"/>
                  </a:lnTo>
                  <a:lnTo>
                    <a:pt x="1842" y="1321"/>
                  </a:lnTo>
                  <a:lnTo>
                    <a:pt x="1842" y="1321"/>
                  </a:lnTo>
                  <a:lnTo>
                    <a:pt x="1839" y="1321"/>
                  </a:lnTo>
                  <a:lnTo>
                    <a:pt x="1837" y="1321"/>
                  </a:lnTo>
                  <a:lnTo>
                    <a:pt x="1839" y="1323"/>
                  </a:lnTo>
                  <a:lnTo>
                    <a:pt x="1839" y="1323"/>
                  </a:lnTo>
                  <a:lnTo>
                    <a:pt x="1839" y="1323"/>
                  </a:lnTo>
                  <a:lnTo>
                    <a:pt x="1837" y="1323"/>
                  </a:lnTo>
                  <a:lnTo>
                    <a:pt x="1837" y="1323"/>
                  </a:lnTo>
                  <a:lnTo>
                    <a:pt x="1837" y="1323"/>
                  </a:lnTo>
                  <a:lnTo>
                    <a:pt x="1839" y="1323"/>
                  </a:lnTo>
                  <a:lnTo>
                    <a:pt x="1839" y="1326"/>
                  </a:lnTo>
                  <a:lnTo>
                    <a:pt x="1839" y="1326"/>
                  </a:lnTo>
                  <a:lnTo>
                    <a:pt x="1839" y="1326"/>
                  </a:lnTo>
                  <a:lnTo>
                    <a:pt x="1839" y="1326"/>
                  </a:lnTo>
                  <a:lnTo>
                    <a:pt x="1834" y="1323"/>
                  </a:lnTo>
                  <a:lnTo>
                    <a:pt x="1832" y="1323"/>
                  </a:lnTo>
                  <a:lnTo>
                    <a:pt x="1832" y="1323"/>
                  </a:lnTo>
                  <a:lnTo>
                    <a:pt x="1830" y="1321"/>
                  </a:lnTo>
                  <a:lnTo>
                    <a:pt x="1827" y="1321"/>
                  </a:lnTo>
                  <a:lnTo>
                    <a:pt x="1827" y="1321"/>
                  </a:lnTo>
                  <a:lnTo>
                    <a:pt x="1825" y="1321"/>
                  </a:lnTo>
                  <a:lnTo>
                    <a:pt x="1825" y="1321"/>
                  </a:lnTo>
                  <a:lnTo>
                    <a:pt x="1825" y="1321"/>
                  </a:lnTo>
                  <a:lnTo>
                    <a:pt x="1825" y="1323"/>
                  </a:lnTo>
                  <a:lnTo>
                    <a:pt x="1825" y="1323"/>
                  </a:lnTo>
                  <a:lnTo>
                    <a:pt x="1825" y="1323"/>
                  </a:lnTo>
                  <a:lnTo>
                    <a:pt x="1823" y="1323"/>
                  </a:lnTo>
                  <a:lnTo>
                    <a:pt x="1823" y="1323"/>
                  </a:lnTo>
                  <a:lnTo>
                    <a:pt x="1823" y="1323"/>
                  </a:lnTo>
                  <a:lnTo>
                    <a:pt x="1820" y="1323"/>
                  </a:lnTo>
                  <a:lnTo>
                    <a:pt x="1820" y="1323"/>
                  </a:lnTo>
                  <a:lnTo>
                    <a:pt x="1820" y="1323"/>
                  </a:lnTo>
                  <a:lnTo>
                    <a:pt x="1820" y="1326"/>
                  </a:lnTo>
                  <a:lnTo>
                    <a:pt x="1820" y="1326"/>
                  </a:lnTo>
                  <a:lnTo>
                    <a:pt x="1818" y="1326"/>
                  </a:lnTo>
                  <a:lnTo>
                    <a:pt x="1815" y="1326"/>
                  </a:lnTo>
                  <a:lnTo>
                    <a:pt x="1815" y="1326"/>
                  </a:lnTo>
                  <a:lnTo>
                    <a:pt x="1825" y="1321"/>
                  </a:lnTo>
                  <a:lnTo>
                    <a:pt x="1825" y="1318"/>
                  </a:lnTo>
                  <a:lnTo>
                    <a:pt x="1825" y="1318"/>
                  </a:lnTo>
                  <a:lnTo>
                    <a:pt x="1825" y="1318"/>
                  </a:lnTo>
                  <a:lnTo>
                    <a:pt x="1825" y="1316"/>
                  </a:lnTo>
                  <a:lnTo>
                    <a:pt x="1825" y="1316"/>
                  </a:lnTo>
                  <a:lnTo>
                    <a:pt x="1825" y="1316"/>
                  </a:lnTo>
                  <a:lnTo>
                    <a:pt x="1823" y="1316"/>
                  </a:lnTo>
                  <a:lnTo>
                    <a:pt x="1823" y="1314"/>
                  </a:lnTo>
                  <a:lnTo>
                    <a:pt x="1820" y="1311"/>
                  </a:lnTo>
                  <a:lnTo>
                    <a:pt x="1820" y="1311"/>
                  </a:lnTo>
                  <a:lnTo>
                    <a:pt x="1823" y="1311"/>
                  </a:lnTo>
                  <a:lnTo>
                    <a:pt x="1823" y="1311"/>
                  </a:lnTo>
                  <a:lnTo>
                    <a:pt x="1823" y="1314"/>
                  </a:lnTo>
                  <a:lnTo>
                    <a:pt x="1825" y="1314"/>
                  </a:lnTo>
                  <a:lnTo>
                    <a:pt x="1825" y="1314"/>
                  </a:lnTo>
                  <a:lnTo>
                    <a:pt x="1827" y="1318"/>
                  </a:lnTo>
                  <a:lnTo>
                    <a:pt x="1830" y="1318"/>
                  </a:lnTo>
                  <a:lnTo>
                    <a:pt x="1830" y="1318"/>
                  </a:lnTo>
                  <a:lnTo>
                    <a:pt x="1830" y="1318"/>
                  </a:lnTo>
                  <a:lnTo>
                    <a:pt x="1832" y="1318"/>
                  </a:lnTo>
                  <a:lnTo>
                    <a:pt x="1832" y="1318"/>
                  </a:lnTo>
                  <a:lnTo>
                    <a:pt x="1830" y="1316"/>
                  </a:lnTo>
                  <a:lnTo>
                    <a:pt x="1830" y="1316"/>
                  </a:lnTo>
                  <a:lnTo>
                    <a:pt x="1830" y="1314"/>
                  </a:lnTo>
                  <a:lnTo>
                    <a:pt x="1832" y="1314"/>
                  </a:lnTo>
                  <a:lnTo>
                    <a:pt x="1832" y="1314"/>
                  </a:lnTo>
                  <a:lnTo>
                    <a:pt x="1834" y="1316"/>
                  </a:lnTo>
                  <a:lnTo>
                    <a:pt x="1834" y="1318"/>
                  </a:lnTo>
                  <a:lnTo>
                    <a:pt x="1837" y="1318"/>
                  </a:lnTo>
                  <a:lnTo>
                    <a:pt x="1837" y="1321"/>
                  </a:lnTo>
                  <a:lnTo>
                    <a:pt x="1842" y="1321"/>
                  </a:lnTo>
                  <a:lnTo>
                    <a:pt x="1844" y="1321"/>
                  </a:lnTo>
                  <a:lnTo>
                    <a:pt x="1846" y="1321"/>
                  </a:lnTo>
                  <a:lnTo>
                    <a:pt x="1849" y="1321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9" y="1323"/>
                  </a:lnTo>
                  <a:lnTo>
                    <a:pt x="1849" y="1326"/>
                  </a:lnTo>
                  <a:lnTo>
                    <a:pt x="1849" y="1326"/>
                  </a:lnTo>
                  <a:lnTo>
                    <a:pt x="1849" y="1326"/>
                  </a:lnTo>
                  <a:lnTo>
                    <a:pt x="1849" y="1326"/>
                  </a:lnTo>
                  <a:lnTo>
                    <a:pt x="1849" y="1328"/>
                  </a:lnTo>
                  <a:lnTo>
                    <a:pt x="1849" y="1328"/>
                  </a:lnTo>
                  <a:lnTo>
                    <a:pt x="1851" y="1328"/>
                  </a:lnTo>
                  <a:lnTo>
                    <a:pt x="1851" y="1328"/>
                  </a:lnTo>
                  <a:lnTo>
                    <a:pt x="1853" y="1330"/>
                  </a:lnTo>
                  <a:lnTo>
                    <a:pt x="1853" y="1330"/>
                  </a:lnTo>
                  <a:lnTo>
                    <a:pt x="1853" y="1330"/>
                  </a:lnTo>
                  <a:lnTo>
                    <a:pt x="1856" y="1333"/>
                  </a:lnTo>
                  <a:lnTo>
                    <a:pt x="1856" y="1333"/>
                  </a:lnTo>
                  <a:lnTo>
                    <a:pt x="1856" y="1335"/>
                  </a:lnTo>
                  <a:lnTo>
                    <a:pt x="1858" y="1335"/>
                  </a:lnTo>
                  <a:lnTo>
                    <a:pt x="1863" y="1335"/>
                  </a:lnTo>
                  <a:lnTo>
                    <a:pt x="1863" y="1335"/>
                  </a:lnTo>
                  <a:lnTo>
                    <a:pt x="1863" y="1333"/>
                  </a:lnTo>
                  <a:lnTo>
                    <a:pt x="1863" y="1333"/>
                  </a:lnTo>
                  <a:lnTo>
                    <a:pt x="1865" y="1333"/>
                  </a:lnTo>
                  <a:lnTo>
                    <a:pt x="1865" y="1330"/>
                  </a:lnTo>
                  <a:lnTo>
                    <a:pt x="1863" y="1330"/>
                  </a:lnTo>
                  <a:lnTo>
                    <a:pt x="1863" y="1330"/>
                  </a:lnTo>
                  <a:lnTo>
                    <a:pt x="1860" y="1328"/>
                  </a:lnTo>
                  <a:lnTo>
                    <a:pt x="1860" y="1328"/>
                  </a:lnTo>
                  <a:lnTo>
                    <a:pt x="1860" y="1328"/>
                  </a:lnTo>
                  <a:lnTo>
                    <a:pt x="1863" y="1328"/>
                  </a:lnTo>
                  <a:lnTo>
                    <a:pt x="1863" y="1328"/>
                  </a:lnTo>
                  <a:lnTo>
                    <a:pt x="1865" y="1328"/>
                  </a:lnTo>
                  <a:lnTo>
                    <a:pt x="1865" y="1328"/>
                  </a:lnTo>
                  <a:lnTo>
                    <a:pt x="1868" y="1330"/>
                  </a:lnTo>
                  <a:lnTo>
                    <a:pt x="1868" y="1330"/>
                  </a:lnTo>
                  <a:lnTo>
                    <a:pt x="1868" y="1330"/>
                  </a:lnTo>
                  <a:lnTo>
                    <a:pt x="1868" y="1330"/>
                  </a:lnTo>
                  <a:lnTo>
                    <a:pt x="1870" y="1328"/>
                  </a:lnTo>
                  <a:lnTo>
                    <a:pt x="1870" y="1328"/>
                  </a:lnTo>
                  <a:lnTo>
                    <a:pt x="1872" y="1328"/>
                  </a:lnTo>
                  <a:lnTo>
                    <a:pt x="1872" y="1328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7" y="1323"/>
                  </a:lnTo>
                  <a:lnTo>
                    <a:pt x="1877" y="1323"/>
                  </a:lnTo>
                  <a:lnTo>
                    <a:pt x="1877" y="1323"/>
                  </a:lnTo>
                  <a:lnTo>
                    <a:pt x="1879" y="1323"/>
                  </a:lnTo>
                  <a:lnTo>
                    <a:pt x="1882" y="1321"/>
                  </a:lnTo>
                  <a:lnTo>
                    <a:pt x="1882" y="1321"/>
                  </a:lnTo>
                  <a:lnTo>
                    <a:pt x="1879" y="1321"/>
                  </a:lnTo>
                  <a:lnTo>
                    <a:pt x="1879" y="1321"/>
                  </a:lnTo>
                  <a:lnTo>
                    <a:pt x="1877" y="1321"/>
                  </a:lnTo>
                  <a:lnTo>
                    <a:pt x="1877" y="1318"/>
                  </a:lnTo>
                  <a:lnTo>
                    <a:pt x="1877" y="1318"/>
                  </a:lnTo>
                  <a:lnTo>
                    <a:pt x="1877" y="1318"/>
                  </a:lnTo>
                  <a:lnTo>
                    <a:pt x="1875" y="1318"/>
                  </a:lnTo>
                  <a:lnTo>
                    <a:pt x="1875" y="1316"/>
                  </a:lnTo>
                  <a:lnTo>
                    <a:pt x="1875" y="1318"/>
                  </a:lnTo>
                  <a:lnTo>
                    <a:pt x="1872" y="1316"/>
                  </a:lnTo>
                  <a:lnTo>
                    <a:pt x="1875" y="1316"/>
                  </a:lnTo>
                  <a:lnTo>
                    <a:pt x="1875" y="1316"/>
                  </a:lnTo>
                  <a:lnTo>
                    <a:pt x="1877" y="1311"/>
                  </a:lnTo>
                  <a:lnTo>
                    <a:pt x="1877" y="1311"/>
                  </a:lnTo>
                  <a:lnTo>
                    <a:pt x="1875" y="1311"/>
                  </a:lnTo>
                  <a:lnTo>
                    <a:pt x="1875" y="1311"/>
                  </a:lnTo>
                  <a:lnTo>
                    <a:pt x="1872" y="1311"/>
                  </a:lnTo>
                  <a:lnTo>
                    <a:pt x="1872" y="1311"/>
                  </a:lnTo>
                  <a:lnTo>
                    <a:pt x="1872" y="1311"/>
                  </a:lnTo>
                  <a:lnTo>
                    <a:pt x="1870" y="1311"/>
                  </a:lnTo>
                  <a:lnTo>
                    <a:pt x="1870" y="1309"/>
                  </a:lnTo>
                  <a:lnTo>
                    <a:pt x="1870" y="1309"/>
                  </a:lnTo>
                  <a:lnTo>
                    <a:pt x="1868" y="1307"/>
                  </a:lnTo>
                  <a:lnTo>
                    <a:pt x="1863" y="1309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56" y="1307"/>
                  </a:lnTo>
                  <a:lnTo>
                    <a:pt x="1853" y="1304"/>
                  </a:lnTo>
                  <a:lnTo>
                    <a:pt x="1851" y="1304"/>
                  </a:lnTo>
                  <a:lnTo>
                    <a:pt x="1851" y="1304"/>
                  </a:lnTo>
                  <a:lnTo>
                    <a:pt x="1851" y="1304"/>
                  </a:lnTo>
                  <a:lnTo>
                    <a:pt x="1851" y="1304"/>
                  </a:lnTo>
                  <a:lnTo>
                    <a:pt x="1849" y="1304"/>
                  </a:lnTo>
                  <a:lnTo>
                    <a:pt x="1849" y="1304"/>
                  </a:lnTo>
                  <a:lnTo>
                    <a:pt x="1849" y="1302"/>
                  </a:lnTo>
                  <a:lnTo>
                    <a:pt x="1849" y="1302"/>
                  </a:lnTo>
                  <a:lnTo>
                    <a:pt x="1849" y="1300"/>
                  </a:lnTo>
                  <a:lnTo>
                    <a:pt x="1846" y="1300"/>
                  </a:lnTo>
                  <a:lnTo>
                    <a:pt x="1846" y="1300"/>
                  </a:lnTo>
                  <a:lnTo>
                    <a:pt x="1844" y="1297"/>
                  </a:lnTo>
                  <a:lnTo>
                    <a:pt x="1844" y="1297"/>
                  </a:lnTo>
                  <a:lnTo>
                    <a:pt x="1844" y="1297"/>
                  </a:lnTo>
                  <a:lnTo>
                    <a:pt x="1844" y="1297"/>
                  </a:lnTo>
                  <a:lnTo>
                    <a:pt x="1842" y="1295"/>
                  </a:lnTo>
                  <a:lnTo>
                    <a:pt x="1842" y="1295"/>
                  </a:lnTo>
                  <a:lnTo>
                    <a:pt x="1842" y="1295"/>
                  </a:lnTo>
                  <a:lnTo>
                    <a:pt x="1839" y="1295"/>
                  </a:lnTo>
                  <a:lnTo>
                    <a:pt x="1839" y="1292"/>
                  </a:lnTo>
                  <a:lnTo>
                    <a:pt x="1837" y="1292"/>
                  </a:lnTo>
                  <a:lnTo>
                    <a:pt x="1837" y="1292"/>
                  </a:lnTo>
                  <a:lnTo>
                    <a:pt x="1837" y="1292"/>
                  </a:lnTo>
                  <a:lnTo>
                    <a:pt x="1837" y="1292"/>
                  </a:lnTo>
                  <a:lnTo>
                    <a:pt x="1834" y="1290"/>
                  </a:lnTo>
                  <a:lnTo>
                    <a:pt x="1834" y="1290"/>
                  </a:lnTo>
                  <a:lnTo>
                    <a:pt x="1834" y="1290"/>
                  </a:lnTo>
                  <a:lnTo>
                    <a:pt x="1834" y="1290"/>
                  </a:lnTo>
                  <a:lnTo>
                    <a:pt x="1832" y="1288"/>
                  </a:lnTo>
                  <a:lnTo>
                    <a:pt x="1832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5"/>
                  </a:lnTo>
                  <a:lnTo>
                    <a:pt x="1830" y="1285"/>
                  </a:lnTo>
                  <a:lnTo>
                    <a:pt x="1832" y="1288"/>
                  </a:lnTo>
                  <a:lnTo>
                    <a:pt x="1832" y="1288"/>
                  </a:lnTo>
                  <a:lnTo>
                    <a:pt x="1832" y="1285"/>
                  </a:lnTo>
                  <a:lnTo>
                    <a:pt x="1832" y="1285"/>
                  </a:lnTo>
                  <a:lnTo>
                    <a:pt x="1832" y="1285"/>
                  </a:lnTo>
                  <a:lnTo>
                    <a:pt x="1832" y="1283"/>
                  </a:lnTo>
                  <a:lnTo>
                    <a:pt x="1832" y="1285"/>
                  </a:lnTo>
                  <a:lnTo>
                    <a:pt x="1834" y="1288"/>
                  </a:lnTo>
                  <a:lnTo>
                    <a:pt x="1837" y="1288"/>
                  </a:lnTo>
                  <a:lnTo>
                    <a:pt x="1837" y="1288"/>
                  </a:lnTo>
                  <a:lnTo>
                    <a:pt x="1842" y="1288"/>
                  </a:lnTo>
                  <a:lnTo>
                    <a:pt x="1842" y="1288"/>
                  </a:lnTo>
                  <a:lnTo>
                    <a:pt x="1844" y="1288"/>
                  </a:lnTo>
                  <a:lnTo>
                    <a:pt x="1844" y="1288"/>
                  </a:lnTo>
                  <a:lnTo>
                    <a:pt x="1844" y="1288"/>
                  </a:lnTo>
                  <a:lnTo>
                    <a:pt x="1844" y="1288"/>
                  </a:lnTo>
                  <a:lnTo>
                    <a:pt x="1846" y="1288"/>
                  </a:lnTo>
                  <a:lnTo>
                    <a:pt x="1846" y="1288"/>
                  </a:lnTo>
                  <a:lnTo>
                    <a:pt x="1846" y="1288"/>
                  </a:lnTo>
                  <a:lnTo>
                    <a:pt x="1849" y="1290"/>
                  </a:lnTo>
                  <a:lnTo>
                    <a:pt x="1849" y="1290"/>
                  </a:lnTo>
                  <a:lnTo>
                    <a:pt x="1849" y="1290"/>
                  </a:lnTo>
                  <a:lnTo>
                    <a:pt x="1851" y="1290"/>
                  </a:lnTo>
                  <a:lnTo>
                    <a:pt x="1851" y="1290"/>
                  </a:lnTo>
                  <a:lnTo>
                    <a:pt x="1851" y="1290"/>
                  </a:lnTo>
                  <a:lnTo>
                    <a:pt x="1851" y="1292"/>
                  </a:lnTo>
                  <a:lnTo>
                    <a:pt x="1851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6" y="1295"/>
                  </a:lnTo>
                  <a:lnTo>
                    <a:pt x="1856" y="1295"/>
                  </a:lnTo>
                  <a:lnTo>
                    <a:pt x="1858" y="1295"/>
                  </a:lnTo>
                  <a:lnTo>
                    <a:pt x="1858" y="1295"/>
                  </a:lnTo>
                  <a:lnTo>
                    <a:pt x="1856" y="1292"/>
                  </a:lnTo>
                  <a:lnTo>
                    <a:pt x="1858" y="1292"/>
                  </a:lnTo>
                  <a:lnTo>
                    <a:pt x="1860" y="1295"/>
                  </a:lnTo>
                  <a:lnTo>
                    <a:pt x="1860" y="1295"/>
                  </a:lnTo>
                  <a:lnTo>
                    <a:pt x="1860" y="1295"/>
                  </a:lnTo>
                  <a:lnTo>
                    <a:pt x="1860" y="1292"/>
                  </a:lnTo>
                  <a:lnTo>
                    <a:pt x="1863" y="1292"/>
                  </a:lnTo>
                  <a:lnTo>
                    <a:pt x="1865" y="1290"/>
                  </a:lnTo>
                  <a:lnTo>
                    <a:pt x="1865" y="1290"/>
                  </a:lnTo>
                  <a:lnTo>
                    <a:pt x="1865" y="1290"/>
                  </a:lnTo>
                  <a:lnTo>
                    <a:pt x="1865" y="1288"/>
                  </a:lnTo>
                  <a:lnTo>
                    <a:pt x="1860" y="1288"/>
                  </a:lnTo>
                  <a:lnTo>
                    <a:pt x="1860" y="1288"/>
                  </a:lnTo>
                  <a:lnTo>
                    <a:pt x="1860" y="1288"/>
                  </a:lnTo>
                  <a:lnTo>
                    <a:pt x="1858" y="1288"/>
                  </a:lnTo>
                  <a:lnTo>
                    <a:pt x="1856" y="1288"/>
                  </a:lnTo>
                  <a:lnTo>
                    <a:pt x="1856" y="1288"/>
                  </a:lnTo>
                  <a:lnTo>
                    <a:pt x="1853" y="1288"/>
                  </a:lnTo>
                  <a:lnTo>
                    <a:pt x="1853" y="1285"/>
                  </a:lnTo>
                  <a:lnTo>
                    <a:pt x="1851" y="1285"/>
                  </a:lnTo>
                  <a:lnTo>
                    <a:pt x="1851" y="1283"/>
                  </a:lnTo>
                  <a:lnTo>
                    <a:pt x="1853" y="1283"/>
                  </a:lnTo>
                  <a:lnTo>
                    <a:pt x="1853" y="1283"/>
                  </a:lnTo>
                  <a:lnTo>
                    <a:pt x="1853" y="1285"/>
                  </a:lnTo>
                  <a:lnTo>
                    <a:pt x="1853" y="1285"/>
                  </a:lnTo>
                  <a:lnTo>
                    <a:pt x="1853" y="1285"/>
                  </a:lnTo>
                  <a:lnTo>
                    <a:pt x="1853" y="1285"/>
                  </a:lnTo>
                  <a:lnTo>
                    <a:pt x="1858" y="1283"/>
                  </a:lnTo>
                  <a:lnTo>
                    <a:pt x="1858" y="1285"/>
                  </a:lnTo>
                  <a:lnTo>
                    <a:pt x="1860" y="1285"/>
                  </a:lnTo>
                  <a:lnTo>
                    <a:pt x="1860" y="1285"/>
                  </a:lnTo>
                  <a:lnTo>
                    <a:pt x="1863" y="1285"/>
                  </a:lnTo>
                  <a:lnTo>
                    <a:pt x="1863" y="1285"/>
                  </a:lnTo>
                  <a:lnTo>
                    <a:pt x="1860" y="1283"/>
                  </a:lnTo>
                  <a:lnTo>
                    <a:pt x="1860" y="1283"/>
                  </a:lnTo>
                  <a:lnTo>
                    <a:pt x="1858" y="1281"/>
                  </a:lnTo>
                  <a:lnTo>
                    <a:pt x="1858" y="1281"/>
                  </a:lnTo>
                  <a:lnTo>
                    <a:pt x="1858" y="1281"/>
                  </a:lnTo>
                  <a:lnTo>
                    <a:pt x="1858" y="1278"/>
                  </a:lnTo>
                  <a:lnTo>
                    <a:pt x="1853" y="1278"/>
                  </a:lnTo>
                  <a:lnTo>
                    <a:pt x="1853" y="1276"/>
                  </a:lnTo>
                  <a:lnTo>
                    <a:pt x="1851" y="1276"/>
                  </a:lnTo>
                  <a:lnTo>
                    <a:pt x="1851" y="1276"/>
                  </a:lnTo>
                  <a:lnTo>
                    <a:pt x="1849" y="1273"/>
                  </a:lnTo>
                  <a:lnTo>
                    <a:pt x="1846" y="1276"/>
                  </a:lnTo>
                  <a:lnTo>
                    <a:pt x="1846" y="1273"/>
                  </a:lnTo>
                  <a:lnTo>
                    <a:pt x="1837" y="1278"/>
                  </a:lnTo>
                  <a:lnTo>
                    <a:pt x="1834" y="1278"/>
                  </a:lnTo>
                  <a:lnTo>
                    <a:pt x="1834" y="1278"/>
                  </a:lnTo>
                  <a:lnTo>
                    <a:pt x="1834" y="1276"/>
                  </a:lnTo>
                  <a:lnTo>
                    <a:pt x="1837" y="1276"/>
                  </a:lnTo>
                  <a:lnTo>
                    <a:pt x="1837" y="1276"/>
                  </a:lnTo>
                  <a:lnTo>
                    <a:pt x="1837" y="1276"/>
                  </a:lnTo>
                  <a:lnTo>
                    <a:pt x="1837" y="1276"/>
                  </a:lnTo>
                  <a:lnTo>
                    <a:pt x="1837" y="1273"/>
                  </a:lnTo>
                  <a:lnTo>
                    <a:pt x="1837" y="1273"/>
                  </a:lnTo>
                  <a:lnTo>
                    <a:pt x="1837" y="1273"/>
                  </a:lnTo>
                  <a:lnTo>
                    <a:pt x="1839" y="1276"/>
                  </a:lnTo>
                  <a:lnTo>
                    <a:pt x="1839" y="1276"/>
                  </a:lnTo>
                  <a:lnTo>
                    <a:pt x="1842" y="1276"/>
                  </a:lnTo>
                  <a:lnTo>
                    <a:pt x="1842" y="1273"/>
                  </a:lnTo>
                  <a:lnTo>
                    <a:pt x="1839" y="1273"/>
                  </a:lnTo>
                  <a:lnTo>
                    <a:pt x="1839" y="1271"/>
                  </a:lnTo>
                  <a:lnTo>
                    <a:pt x="1837" y="1271"/>
                  </a:lnTo>
                  <a:lnTo>
                    <a:pt x="1837" y="1271"/>
                  </a:lnTo>
                  <a:lnTo>
                    <a:pt x="1839" y="1271"/>
                  </a:lnTo>
                  <a:lnTo>
                    <a:pt x="1839" y="1271"/>
                  </a:lnTo>
                  <a:lnTo>
                    <a:pt x="1839" y="1271"/>
                  </a:lnTo>
                  <a:lnTo>
                    <a:pt x="1842" y="1273"/>
                  </a:lnTo>
                  <a:lnTo>
                    <a:pt x="1844" y="1273"/>
                  </a:lnTo>
                  <a:lnTo>
                    <a:pt x="1844" y="1273"/>
                  </a:lnTo>
                  <a:lnTo>
                    <a:pt x="1844" y="1271"/>
                  </a:lnTo>
                  <a:lnTo>
                    <a:pt x="1846" y="1271"/>
                  </a:lnTo>
                  <a:lnTo>
                    <a:pt x="1846" y="1271"/>
                  </a:lnTo>
                  <a:lnTo>
                    <a:pt x="1846" y="1271"/>
                  </a:lnTo>
                  <a:lnTo>
                    <a:pt x="1849" y="1273"/>
                  </a:lnTo>
                  <a:lnTo>
                    <a:pt x="1849" y="1273"/>
                  </a:lnTo>
                  <a:lnTo>
                    <a:pt x="1853" y="1273"/>
                  </a:lnTo>
                  <a:lnTo>
                    <a:pt x="1853" y="1273"/>
                  </a:lnTo>
                  <a:lnTo>
                    <a:pt x="1853" y="1276"/>
                  </a:lnTo>
                  <a:lnTo>
                    <a:pt x="1856" y="1276"/>
                  </a:lnTo>
                  <a:lnTo>
                    <a:pt x="1856" y="1276"/>
                  </a:lnTo>
                  <a:lnTo>
                    <a:pt x="1858" y="1276"/>
                  </a:lnTo>
                  <a:lnTo>
                    <a:pt x="1858" y="1273"/>
                  </a:lnTo>
                  <a:lnTo>
                    <a:pt x="1858" y="1273"/>
                  </a:lnTo>
                  <a:lnTo>
                    <a:pt x="1858" y="1273"/>
                  </a:lnTo>
                  <a:lnTo>
                    <a:pt x="1856" y="1273"/>
                  </a:lnTo>
                  <a:lnTo>
                    <a:pt x="1853" y="1273"/>
                  </a:lnTo>
                  <a:lnTo>
                    <a:pt x="1856" y="1271"/>
                  </a:lnTo>
                  <a:lnTo>
                    <a:pt x="1856" y="1271"/>
                  </a:lnTo>
                  <a:lnTo>
                    <a:pt x="1858" y="1271"/>
                  </a:lnTo>
                  <a:lnTo>
                    <a:pt x="1858" y="1271"/>
                  </a:lnTo>
                  <a:lnTo>
                    <a:pt x="1858" y="1271"/>
                  </a:lnTo>
                  <a:lnTo>
                    <a:pt x="1858" y="1271"/>
                  </a:lnTo>
                  <a:lnTo>
                    <a:pt x="1858" y="1269"/>
                  </a:lnTo>
                  <a:lnTo>
                    <a:pt x="1858" y="1269"/>
                  </a:lnTo>
                  <a:lnTo>
                    <a:pt x="1860" y="1269"/>
                  </a:lnTo>
                  <a:lnTo>
                    <a:pt x="1860" y="1266"/>
                  </a:lnTo>
                  <a:lnTo>
                    <a:pt x="1860" y="1264"/>
                  </a:lnTo>
                  <a:lnTo>
                    <a:pt x="1853" y="1262"/>
                  </a:lnTo>
                  <a:lnTo>
                    <a:pt x="1853" y="1262"/>
                  </a:lnTo>
                  <a:lnTo>
                    <a:pt x="1853" y="1262"/>
                  </a:lnTo>
                  <a:lnTo>
                    <a:pt x="1856" y="1262"/>
                  </a:lnTo>
                  <a:lnTo>
                    <a:pt x="1860" y="1264"/>
                  </a:lnTo>
                  <a:lnTo>
                    <a:pt x="1863" y="1264"/>
                  </a:lnTo>
                  <a:lnTo>
                    <a:pt x="1863" y="1262"/>
                  </a:lnTo>
                  <a:lnTo>
                    <a:pt x="1865" y="1262"/>
                  </a:lnTo>
                  <a:lnTo>
                    <a:pt x="1865" y="1262"/>
                  </a:lnTo>
                  <a:lnTo>
                    <a:pt x="1863" y="1266"/>
                  </a:lnTo>
                  <a:lnTo>
                    <a:pt x="1863" y="1266"/>
                  </a:lnTo>
                  <a:lnTo>
                    <a:pt x="1865" y="1266"/>
                  </a:lnTo>
                  <a:lnTo>
                    <a:pt x="1865" y="1266"/>
                  </a:lnTo>
                  <a:lnTo>
                    <a:pt x="1865" y="1266"/>
                  </a:lnTo>
                  <a:lnTo>
                    <a:pt x="1865" y="1266"/>
                  </a:lnTo>
                  <a:lnTo>
                    <a:pt x="1868" y="1269"/>
                  </a:lnTo>
                  <a:lnTo>
                    <a:pt x="1868" y="1271"/>
                  </a:lnTo>
                  <a:lnTo>
                    <a:pt x="1868" y="1271"/>
                  </a:lnTo>
                  <a:lnTo>
                    <a:pt x="1870" y="1273"/>
                  </a:lnTo>
                  <a:lnTo>
                    <a:pt x="1870" y="1273"/>
                  </a:lnTo>
                  <a:lnTo>
                    <a:pt x="1872" y="1273"/>
                  </a:lnTo>
                  <a:lnTo>
                    <a:pt x="1872" y="1273"/>
                  </a:lnTo>
                  <a:lnTo>
                    <a:pt x="1872" y="1273"/>
                  </a:lnTo>
                  <a:lnTo>
                    <a:pt x="1872" y="1271"/>
                  </a:lnTo>
                  <a:lnTo>
                    <a:pt x="1872" y="1271"/>
                  </a:lnTo>
                  <a:lnTo>
                    <a:pt x="1872" y="1271"/>
                  </a:lnTo>
                  <a:lnTo>
                    <a:pt x="1875" y="1273"/>
                  </a:lnTo>
                  <a:lnTo>
                    <a:pt x="1875" y="1276"/>
                  </a:lnTo>
                  <a:lnTo>
                    <a:pt x="1875" y="1276"/>
                  </a:lnTo>
                  <a:lnTo>
                    <a:pt x="1875" y="1278"/>
                  </a:lnTo>
                  <a:lnTo>
                    <a:pt x="1875" y="1278"/>
                  </a:lnTo>
                  <a:lnTo>
                    <a:pt x="1877" y="1278"/>
                  </a:lnTo>
                  <a:lnTo>
                    <a:pt x="1879" y="1276"/>
                  </a:lnTo>
                  <a:lnTo>
                    <a:pt x="1879" y="1276"/>
                  </a:lnTo>
                  <a:lnTo>
                    <a:pt x="1879" y="1276"/>
                  </a:lnTo>
                  <a:lnTo>
                    <a:pt x="1879" y="1273"/>
                  </a:lnTo>
                  <a:lnTo>
                    <a:pt x="1879" y="1273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4" y="1271"/>
                  </a:lnTo>
                  <a:lnTo>
                    <a:pt x="1884" y="1271"/>
                  </a:lnTo>
                  <a:lnTo>
                    <a:pt x="1879" y="1276"/>
                  </a:lnTo>
                  <a:lnTo>
                    <a:pt x="1879" y="1276"/>
                  </a:lnTo>
                  <a:lnTo>
                    <a:pt x="1882" y="1278"/>
                  </a:lnTo>
                  <a:lnTo>
                    <a:pt x="1882" y="1278"/>
                  </a:lnTo>
                  <a:lnTo>
                    <a:pt x="1884" y="1276"/>
                  </a:lnTo>
                  <a:lnTo>
                    <a:pt x="1884" y="1276"/>
                  </a:lnTo>
                  <a:lnTo>
                    <a:pt x="1884" y="1278"/>
                  </a:lnTo>
                  <a:lnTo>
                    <a:pt x="1884" y="1278"/>
                  </a:lnTo>
                  <a:lnTo>
                    <a:pt x="1884" y="1278"/>
                  </a:lnTo>
                  <a:lnTo>
                    <a:pt x="1886" y="1278"/>
                  </a:lnTo>
                  <a:lnTo>
                    <a:pt x="1886" y="1281"/>
                  </a:lnTo>
                  <a:lnTo>
                    <a:pt x="1886" y="1281"/>
                  </a:lnTo>
                  <a:lnTo>
                    <a:pt x="1886" y="1281"/>
                  </a:lnTo>
                  <a:lnTo>
                    <a:pt x="1886" y="1283"/>
                  </a:lnTo>
                  <a:lnTo>
                    <a:pt x="1884" y="1281"/>
                  </a:lnTo>
                  <a:lnTo>
                    <a:pt x="1884" y="1283"/>
                  </a:lnTo>
                  <a:lnTo>
                    <a:pt x="1886" y="1283"/>
                  </a:lnTo>
                  <a:lnTo>
                    <a:pt x="1886" y="1285"/>
                  </a:lnTo>
                  <a:lnTo>
                    <a:pt x="1889" y="1288"/>
                  </a:lnTo>
                  <a:lnTo>
                    <a:pt x="1891" y="1288"/>
                  </a:lnTo>
                  <a:lnTo>
                    <a:pt x="1894" y="1288"/>
                  </a:lnTo>
                  <a:lnTo>
                    <a:pt x="1894" y="1285"/>
                  </a:lnTo>
                  <a:lnTo>
                    <a:pt x="1894" y="1285"/>
                  </a:lnTo>
                  <a:lnTo>
                    <a:pt x="1891" y="1283"/>
                  </a:lnTo>
                  <a:lnTo>
                    <a:pt x="1891" y="1283"/>
                  </a:lnTo>
                  <a:lnTo>
                    <a:pt x="1889" y="1283"/>
                  </a:lnTo>
                  <a:lnTo>
                    <a:pt x="1889" y="1281"/>
                  </a:lnTo>
                  <a:lnTo>
                    <a:pt x="1891" y="1281"/>
                  </a:lnTo>
                  <a:lnTo>
                    <a:pt x="1891" y="1281"/>
                  </a:lnTo>
                  <a:lnTo>
                    <a:pt x="1894" y="1281"/>
                  </a:lnTo>
                  <a:lnTo>
                    <a:pt x="1894" y="1281"/>
                  </a:lnTo>
                  <a:lnTo>
                    <a:pt x="1894" y="1278"/>
                  </a:lnTo>
                  <a:lnTo>
                    <a:pt x="1894" y="1281"/>
                  </a:lnTo>
                  <a:lnTo>
                    <a:pt x="1896" y="1281"/>
                  </a:lnTo>
                  <a:lnTo>
                    <a:pt x="1896" y="1281"/>
                  </a:lnTo>
                  <a:lnTo>
                    <a:pt x="1898" y="1276"/>
                  </a:lnTo>
                  <a:lnTo>
                    <a:pt x="1898" y="1278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3"/>
                  </a:lnTo>
                  <a:lnTo>
                    <a:pt x="1901" y="1283"/>
                  </a:lnTo>
                  <a:lnTo>
                    <a:pt x="1901" y="1283"/>
                  </a:lnTo>
                  <a:lnTo>
                    <a:pt x="1901" y="1285"/>
                  </a:lnTo>
                  <a:lnTo>
                    <a:pt x="1901" y="1285"/>
                  </a:lnTo>
                  <a:lnTo>
                    <a:pt x="1901" y="1285"/>
                  </a:lnTo>
                  <a:lnTo>
                    <a:pt x="1901" y="1285"/>
                  </a:lnTo>
                  <a:lnTo>
                    <a:pt x="1903" y="1285"/>
                  </a:lnTo>
                  <a:lnTo>
                    <a:pt x="1903" y="1285"/>
                  </a:lnTo>
                  <a:lnTo>
                    <a:pt x="1905" y="1288"/>
                  </a:lnTo>
                  <a:lnTo>
                    <a:pt x="1905" y="1288"/>
                  </a:lnTo>
                  <a:lnTo>
                    <a:pt x="1910" y="1288"/>
                  </a:lnTo>
                  <a:lnTo>
                    <a:pt x="1913" y="1285"/>
                  </a:lnTo>
                  <a:lnTo>
                    <a:pt x="1913" y="1285"/>
                  </a:lnTo>
                  <a:lnTo>
                    <a:pt x="1913" y="1285"/>
                  </a:lnTo>
                  <a:lnTo>
                    <a:pt x="1913" y="1285"/>
                  </a:lnTo>
                  <a:lnTo>
                    <a:pt x="1915" y="1283"/>
                  </a:lnTo>
                  <a:lnTo>
                    <a:pt x="1915" y="1283"/>
                  </a:lnTo>
                  <a:lnTo>
                    <a:pt x="1915" y="1281"/>
                  </a:lnTo>
                  <a:lnTo>
                    <a:pt x="1915" y="1278"/>
                  </a:lnTo>
                  <a:lnTo>
                    <a:pt x="1915" y="1278"/>
                  </a:lnTo>
                  <a:lnTo>
                    <a:pt x="1917" y="1276"/>
                  </a:lnTo>
                  <a:lnTo>
                    <a:pt x="1917" y="1276"/>
                  </a:lnTo>
                  <a:lnTo>
                    <a:pt x="1917" y="1269"/>
                  </a:lnTo>
                  <a:lnTo>
                    <a:pt x="1917" y="1266"/>
                  </a:lnTo>
                  <a:lnTo>
                    <a:pt x="1917" y="1266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59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7" y="1259"/>
                  </a:lnTo>
                  <a:lnTo>
                    <a:pt x="1917" y="1262"/>
                  </a:lnTo>
                  <a:lnTo>
                    <a:pt x="1915" y="1262"/>
                  </a:lnTo>
                  <a:lnTo>
                    <a:pt x="1917" y="1264"/>
                  </a:lnTo>
                  <a:lnTo>
                    <a:pt x="1917" y="1262"/>
                  </a:lnTo>
                  <a:lnTo>
                    <a:pt x="1917" y="1262"/>
                  </a:lnTo>
                  <a:lnTo>
                    <a:pt x="1917" y="1264"/>
                  </a:lnTo>
                  <a:lnTo>
                    <a:pt x="1917" y="1266"/>
                  </a:lnTo>
                  <a:lnTo>
                    <a:pt x="1917" y="1266"/>
                  </a:lnTo>
                  <a:lnTo>
                    <a:pt x="1920" y="1269"/>
                  </a:lnTo>
                  <a:lnTo>
                    <a:pt x="1920" y="1269"/>
                  </a:lnTo>
                  <a:lnTo>
                    <a:pt x="1920" y="1271"/>
                  </a:lnTo>
                  <a:lnTo>
                    <a:pt x="1920" y="1273"/>
                  </a:lnTo>
                  <a:lnTo>
                    <a:pt x="1920" y="1273"/>
                  </a:lnTo>
                  <a:lnTo>
                    <a:pt x="1920" y="1276"/>
                  </a:lnTo>
                  <a:lnTo>
                    <a:pt x="1920" y="1276"/>
                  </a:lnTo>
                  <a:lnTo>
                    <a:pt x="1920" y="1278"/>
                  </a:lnTo>
                  <a:lnTo>
                    <a:pt x="1917" y="1285"/>
                  </a:lnTo>
                  <a:lnTo>
                    <a:pt x="1915" y="1285"/>
                  </a:lnTo>
                  <a:lnTo>
                    <a:pt x="1915" y="1288"/>
                  </a:lnTo>
                  <a:lnTo>
                    <a:pt x="1915" y="1288"/>
                  </a:lnTo>
                  <a:lnTo>
                    <a:pt x="1915" y="1288"/>
                  </a:lnTo>
                  <a:lnTo>
                    <a:pt x="1915" y="1290"/>
                  </a:lnTo>
                  <a:lnTo>
                    <a:pt x="1915" y="1290"/>
                  </a:lnTo>
                  <a:lnTo>
                    <a:pt x="1915" y="1290"/>
                  </a:lnTo>
                  <a:lnTo>
                    <a:pt x="1915" y="1292"/>
                  </a:lnTo>
                  <a:lnTo>
                    <a:pt x="1915" y="1292"/>
                  </a:lnTo>
                  <a:lnTo>
                    <a:pt x="1917" y="1292"/>
                  </a:lnTo>
                  <a:lnTo>
                    <a:pt x="1917" y="1295"/>
                  </a:lnTo>
                  <a:lnTo>
                    <a:pt x="1920" y="1297"/>
                  </a:lnTo>
                  <a:lnTo>
                    <a:pt x="1920" y="1297"/>
                  </a:lnTo>
                  <a:lnTo>
                    <a:pt x="1922" y="1297"/>
                  </a:lnTo>
                  <a:lnTo>
                    <a:pt x="1922" y="1297"/>
                  </a:lnTo>
                  <a:lnTo>
                    <a:pt x="1924" y="1297"/>
                  </a:lnTo>
                  <a:lnTo>
                    <a:pt x="1924" y="1295"/>
                  </a:lnTo>
                  <a:lnTo>
                    <a:pt x="1936" y="1288"/>
                  </a:lnTo>
                  <a:lnTo>
                    <a:pt x="1936" y="1288"/>
                  </a:lnTo>
                  <a:lnTo>
                    <a:pt x="1936" y="1285"/>
                  </a:lnTo>
                  <a:lnTo>
                    <a:pt x="1939" y="1285"/>
                  </a:lnTo>
                  <a:lnTo>
                    <a:pt x="1939" y="1283"/>
                  </a:lnTo>
                  <a:lnTo>
                    <a:pt x="1939" y="1283"/>
                  </a:lnTo>
                  <a:lnTo>
                    <a:pt x="1936" y="1281"/>
                  </a:lnTo>
                  <a:lnTo>
                    <a:pt x="1936" y="1281"/>
                  </a:lnTo>
                  <a:lnTo>
                    <a:pt x="1939" y="1281"/>
                  </a:lnTo>
                  <a:lnTo>
                    <a:pt x="1939" y="1281"/>
                  </a:lnTo>
                  <a:lnTo>
                    <a:pt x="1939" y="1281"/>
                  </a:lnTo>
                  <a:lnTo>
                    <a:pt x="1939" y="1281"/>
                  </a:lnTo>
                  <a:lnTo>
                    <a:pt x="1941" y="1281"/>
                  </a:lnTo>
                  <a:lnTo>
                    <a:pt x="1943" y="1276"/>
                  </a:lnTo>
                  <a:lnTo>
                    <a:pt x="1943" y="1273"/>
                  </a:lnTo>
                  <a:lnTo>
                    <a:pt x="1943" y="1273"/>
                  </a:lnTo>
                  <a:lnTo>
                    <a:pt x="1946" y="1273"/>
                  </a:lnTo>
                  <a:lnTo>
                    <a:pt x="1946" y="1271"/>
                  </a:lnTo>
                  <a:lnTo>
                    <a:pt x="1946" y="1271"/>
                  </a:lnTo>
                  <a:lnTo>
                    <a:pt x="1948" y="1269"/>
                  </a:lnTo>
                  <a:lnTo>
                    <a:pt x="1948" y="1266"/>
                  </a:lnTo>
                  <a:lnTo>
                    <a:pt x="1946" y="1266"/>
                  </a:lnTo>
                  <a:lnTo>
                    <a:pt x="1946" y="1264"/>
                  </a:lnTo>
                  <a:lnTo>
                    <a:pt x="1946" y="1264"/>
                  </a:lnTo>
                  <a:lnTo>
                    <a:pt x="1943" y="1262"/>
                  </a:lnTo>
                  <a:lnTo>
                    <a:pt x="1943" y="1262"/>
                  </a:lnTo>
                  <a:lnTo>
                    <a:pt x="1943" y="1262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7"/>
                  </a:lnTo>
                  <a:lnTo>
                    <a:pt x="1943" y="1255"/>
                  </a:lnTo>
                  <a:lnTo>
                    <a:pt x="1943" y="1252"/>
                  </a:lnTo>
                  <a:lnTo>
                    <a:pt x="1946" y="1250"/>
                  </a:lnTo>
                  <a:lnTo>
                    <a:pt x="1946" y="1247"/>
                  </a:lnTo>
                  <a:lnTo>
                    <a:pt x="1946" y="1247"/>
                  </a:lnTo>
                  <a:lnTo>
                    <a:pt x="1948" y="1247"/>
                  </a:lnTo>
                  <a:lnTo>
                    <a:pt x="1948" y="1245"/>
                  </a:lnTo>
                  <a:lnTo>
                    <a:pt x="1948" y="1243"/>
                  </a:lnTo>
                  <a:lnTo>
                    <a:pt x="1948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0"/>
                  </a:lnTo>
                  <a:lnTo>
                    <a:pt x="1950" y="1240"/>
                  </a:lnTo>
                  <a:lnTo>
                    <a:pt x="1953" y="1240"/>
                  </a:lnTo>
                  <a:lnTo>
                    <a:pt x="1953" y="1243"/>
                  </a:lnTo>
                  <a:lnTo>
                    <a:pt x="1950" y="1245"/>
                  </a:lnTo>
                  <a:lnTo>
                    <a:pt x="1950" y="1247"/>
                  </a:lnTo>
                  <a:lnTo>
                    <a:pt x="1948" y="1247"/>
                  </a:lnTo>
                  <a:lnTo>
                    <a:pt x="1948" y="1250"/>
                  </a:lnTo>
                  <a:lnTo>
                    <a:pt x="1948" y="1255"/>
                  </a:lnTo>
                  <a:lnTo>
                    <a:pt x="1946" y="1257"/>
                  </a:lnTo>
                  <a:lnTo>
                    <a:pt x="1946" y="1259"/>
                  </a:lnTo>
                  <a:lnTo>
                    <a:pt x="1948" y="1262"/>
                  </a:lnTo>
                  <a:lnTo>
                    <a:pt x="1950" y="1264"/>
                  </a:lnTo>
                  <a:lnTo>
                    <a:pt x="1950" y="1266"/>
                  </a:lnTo>
                  <a:lnTo>
                    <a:pt x="1950" y="1269"/>
                  </a:lnTo>
                  <a:lnTo>
                    <a:pt x="1950" y="1271"/>
                  </a:lnTo>
                  <a:lnTo>
                    <a:pt x="1950" y="1273"/>
                  </a:lnTo>
                  <a:lnTo>
                    <a:pt x="1950" y="1273"/>
                  </a:lnTo>
                  <a:lnTo>
                    <a:pt x="1953" y="1273"/>
                  </a:lnTo>
                  <a:lnTo>
                    <a:pt x="1953" y="1276"/>
                  </a:lnTo>
                  <a:lnTo>
                    <a:pt x="1955" y="1276"/>
                  </a:lnTo>
                  <a:lnTo>
                    <a:pt x="1955" y="1276"/>
                  </a:lnTo>
                  <a:lnTo>
                    <a:pt x="1957" y="1276"/>
                  </a:lnTo>
                  <a:lnTo>
                    <a:pt x="1957" y="1276"/>
                  </a:lnTo>
                  <a:lnTo>
                    <a:pt x="1957" y="1278"/>
                  </a:lnTo>
                  <a:lnTo>
                    <a:pt x="1957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0" y="1278"/>
                  </a:lnTo>
                  <a:lnTo>
                    <a:pt x="1950" y="1278"/>
                  </a:lnTo>
                  <a:lnTo>
                    <a:pt x="1950" y="1278"/>
                  </a:lnTo>
                  <a:lnTo>
                    <a:pt x="1946" y="1281"/>
                  </a:lnTo>
                  <a:lnTo>
                    <a:pt x="1946" y="1283"/>
                  </a:lnTo>
                  <a:lnTo>
                    <a:pt x="1946" y="1283"/>
                  </a:lnTo>
                  <a:lnTo>
                    <a:pt x="1946" y="1283"/>
                  </a:lnTo>
                  <a:lnTo>
                    <a:pt x="1946" y="1285"/>
                  </a:lnTo>
                  <a:lnTo>
                    <a:pt x="1943" y="1288"/>
                  </a:lnTo>
                  <a:lnTo>
                    <a:pt x="1943" y="1288"/>
                  </a:lnTo>
                  <a:lnTo>
                    <a:pt x="1943" y="1290"/>
                  </a:lnTo>
                  <a:lnTo>
                    <a:pt x="1941" y="1290"/>
                  </a:lnTo>
                  <a:lnTo>
                    <a:pt x="1941" y="1292"/>
                  </a:lnTo>
                  <a:lnTo>
                    <a:pt x="1941" y="1292"/>
                  </a:lnTo>
                  <a:lnTo>
                    <a:pt x="1941" y="1295"/>
                  </a:lnTo>
                  <a:lnTo>
                    <a:pt x="1941" y="1300"/>
                  </a:lnTo>
                  <a:lnTo>
                    <a:pt x="1941" y="1300"/>
                  </a:lnTo>
                  <a:lnTo>
                    <a:pt x="1943" y="1304"/>
                  </a:lnTo>
                  <a:lnTo>
                    <a:pt x="1943" y="1304"/>
                  </a:lnTo>
                  <a:lnTo>
                    <a:pt x="1943" y="1307"/>
                  </a:lnTo>
                  <a:lnTo>
                    <a:pt x="1943" y="1307"/>
                  </a:lnTo>
                  <a:lnTo>
                    <a:pt x="1943" y="1309"/>
                  </a:lnTo>
                  <a:lnTo>
                    <a:pt x="1946" y="1307"/>
                  </a:lnTo>
                  <a:lnTo>
                    <a:pt x="1946" y="1307"/>
                  </a:lnTo>
                  <a:lnTo>
                    <a:pt x="1946" y="1304"/>
                  </a:lnTo>
                  <a:lnTo>
                    <a:pt x="1946" y="1302"/>
                  </a:lnTo>
                  <a:lnTo>
                    <a:pt x="1946" y="1302"/>
                  </a:lnTo>
                  <a:lnTo>
                    <a:pt x="1946" y="1302"/>
                  </a:lnTo>
                  <a:lnTo>
                    <a:pt x="1946" y="1304"/>
                  </a:lnTo>
                  <a:lnTo>
                    <a:pt x="1946" y="1304"/>
                  </a:lnTo>
                  <a:lnTo>
                    <a:pt x="1948" y="1307"/>
                  </a:lnTo>
                  <a:lnTo>
                    <a:pt x="1948" y="1311"/>
                  </a:lnTo>
                  <a:lnTo>
                    <a:pt x="1948" y="1311"/>
                  </a:lnTo>
                  <a:lnTo>
                    <a:pt x="1957" y="1309"/>
                  </a:lnTo>
                  <a:lnTo>
                    <a:pt x="1960" y="1309"/>
                  </a:lnTo>
                  <a:lnTo>
                    <a:pt x="1960" y="1307"/>
                  </a:lnTo>
                  <a:lnTo>
                    <a:pt x="1960" y="1304"/>
                  </a:lnTo>
                  <a:lnTo>
                    <a:pt x="1960" y="1302"/>
                  </a:lnTo>
                  <a:lnTo>
                    <a:pt x="1960" y="1302"/>
                  </a:lnTo>
                  <a:lnTo>
                    <a:pt x="1967" y="1297"/>
                  </a:lnTo>
                  <a:lnTo>
                    <a:pt x="1967" y="1297"/>
                  </a:lnTo>
                  <a:lnTo>
                    <a:pt x="1967" y="1300"/>
                  </a:lnTo>
                  <a:lnTo>
                    <a:pt x="1967" y="1300"/>
                  </a:lnTo>
                  <a:lnTo>
                    <a:pt x="1965" y="1300"/>
                  </a:lnTo>
                  <a:lnTo>
                    <a:pt x="1962" y="1302"/>
                  </a:lnTo>
                  <a:lnTo>
                    <a:pt x="1962" y="1304"/>
                  </a:lnTo>
                  <a:lnTo>
                    <a:pt x="1960" y="1307"/>
                  </a:lnTo>
                  <a:lnTo>
                    <a:pt x="1960" y="1307"/>
                  </a:lnTo>
                  <a:lnTo>
                    <a:pt x="1962" y="1309"/>
                  </a:lnTo>
                  <a:lnTo>
                    <a:pt x="1962" y="1309"/>
                  </a:lnTo>
                  <a:lnTo>
                    <a:pt x="1960" y="1311"/>
                  </a:lnTo>
                  <a:lnTo>
                    <a:pt x="1957" y="1311"/>
                  </a:lnTo>
                  <a:lnTo>
                    <a:pt x="1957" y="1311"/>
                  </a:lnTo>
                  <a:lnTo>
                    <a:pt x="1955" y="1314"/>
                  </a:lnTo>
                  <a:lnTo>
                    <a:pt x="1957" y="1314"/>
                  </a:lnTo>
                  <a:lnTo>
                    <a:pt x="1957" y="1316"/>
                  </a:lnTo>
                  <a:lnTo>
                    <a:pt x="1957" y="1316"/>
                  </a:lnTo>
                  <a:lnTo>
                    <a:pt x="1957" y="1316"/>
                  </a:lnTo>
                  <a:lnTo>
                    <a:pt x="1957" y="1316"/>
                  </a:lnTo>
                  <a:lnTo>
                    <a:pt x="1957" y="1318"/>
                  </a:lnTo>
                  <a:lnTo>
                    <a:pt x="1957" y="1318"/>
                  </a:lnTo>
                  <a:lnTo>
                    <a:pt x="1960" y="1318"/>
                  </a:lnTo>
                  <a:lnTo>
                    <a:pt x="1960" y="1318"/>
                  </a:lnTo>
                  <a:lnTo>
                    <a:pt x="1960" y="1314"/>
                  </a:lnTo>
                  <a:lnTo>
                    <a:pt x="1960" y="1314"/>
                  </a:lnTo>
                  <a:lnTo>
                    <a:pt x="1962" y="1316"/>
                  </a:lnTo>
                  <a:lnTo>
                    <a:pt x="1962" y="1316"/>
                  </a:lnTo>
                  <a:lnTo>
                    <a:pt x="1962" y="1316"/>
                  </a:lnTo>
                  <a:lnTo>
                    <a:pt x="1962" y="1318"/>
                  </a:lnTo>
                  <a:lnTo>
                    <a:pt x="1965" y="1318"/>
                  </a:lnTo>
                  <a:lnTo>
                    <a:pt x="1965" y="1318"/>
                  </a:lnTo>
                  <a:lnTo>
                    <a:pt x="1967" y="1316"/>
                  </a:lnTo>
                  <a:lnTo>
                    <a:pt x="1969" y="1316"/>
                  </a:lnTo>
                  <a:lnTo>
                    <a:pt x="1969" y="1314"/>
                  </a:lnTo>
                  <a:lnTo>
                    <a:pt x="1969" y="1314"/>
                  </a:lnTo>
                  <a:lnTo>
                    <a:pt x="1969" y="1304"/>
                  </a:lnTo>
                  <a:lnTo>
                    <a:pt x="1969" y="1304"/>
                  </a:lnTo>
                  <a:lnTo>
                    <a:pt x="1969" y="1302"/>
                  </a:lnTo>
                  <a:lnTo>
                    <a:pt x="1974" y="1302"/>
                  </a:lnTo>
                  <a:lnTo>
                    <a:pt x="1974" y="1302"/>
                  </a:lnTo>
                  <a:lnTo>
                    <a:pt x="1974" y="1302"/>
                  </a:lnTo>
                  <a:lnTo>
                    <a:pt x="1972" y="1304"/>
                  </a:lnTo>
                  <a:lnTo>
                    <a:pt x="1972" y="1304"/>
                  </a:lnTo>
                  <a:lnTo>
                    <a:pt x="1972" y="1307"/>
                  </a:lnTo>
                  <a:lnTo>
                    <a:pt x="1972" y="1307"/>
                  </a:lnTo>
                  <a:lnTo>
                    <a:pt x="1972" y="1307"/>
                  </a:lnTo>
                  <a:lnTo>
                    <a:pt x="1974" y="1307"/>
                  </a:lnTo>
                  <a:lnTo>
                    <a:pt x="1974" y="1309"/>
                  </a:lnTo>
                  <a:lnTo>
                    <a:pt x="1974" y="1309"/>
                  </a:lnTo>
                  <a:lnTo>
                    <a:pt x="1974" y="1309"/>
                  </a:lnTo>
                  <a:lnTo>
                    <a:pt x="1972" y="1309"/>
                  </a:lnTo>
                  <a:lnTo>
                    <a:pt x="1972" y="1309"/>
                  </a:lnTo>
                  <a:lnTo>
                    <a:pt x="1972" y="1309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4"/>
                  </a:lnTo>
                  <a:lnTo>
                    <a:pt x="1972" y="1314"/>
                  </a:lnTo>
                  <a:lnTo>
                    <a:pt x="1972" y="1314"/>
                  </a:lnTo>
                  <a:lnTo>
                    <a:pt x="1972" y="1316"/>
                  </a:lnTo>
                  <a:lnTo>
                    <a:pt x="1969" y="1318"/>
                  </a:lnTo>
                  <a:lnTo>
                    <a:pt x="1967" y="1321"/>
                  </a:lnTo>
                  <a:lnTo>
                    <a:pt x="1967" y="1321"/>
                  </a:lnTo>
                  <a:lnTo>
                    <a:pt x="1967" y="1323"/>
                  </a:lnTo>
                  <a:lnTo>
                    <a:pt x="1969" y="1323"/>
                  </a:lnTo>
                  <a:lnTo>
                    <a:pt x="1969" y="1323"/>
                  </a:lnTo>
                  <a:lnTo>
                    <a:pt x="1969" y="1326"/>
                  </a:lnTo>
                  <a:lnTo>
                    <a:pt x="1969" y="1326"/>
                  </a:lnTo>
                  <a:lnTo>
                    <a:pt x="1972" y="1326"/>
                  </a:lnTo>
                  <a:lnTo>
                    <a:pt x="1974" y="1328"/>
                  </a:lnTo>
                  <a:lnTo>
                    <a:pt x="1974" y="1328"/>
                  </a:lnTo>
                  <a:lnTo>
                    <a:pt x="1976" y="1328"/>
                  </a:lnTo>
                  <a:lnTo>
                    <a:pt x="1976" y="1328"/>
                  </a:lnTo>
                  <a:lnTo>
                    <a:pt x="1979" y="1328"/>
                  </a:lnTo>
                  <a:lnTo>
                    <a:pt x="1976" y="1326"/>
                  </a:lnTo>
                  <a:lnTo>
                    <a:pt x="1976" y="1326"/>
                  </a:lnTo>
                  <a:lnTo>
                    <a:pt x="1979" y="1323"/>
                  </a:lnTo>
                  <a:lnTo>
                    <a:pt x="1979" y="1321"/>
                  </a:lnTo>
                  <a:lnTo>
                    <a:pt x="1981" y="1321"/>
                  </a:lnTo>
                  <a:lnTo>
                    <a:pt x="1981" y="1321"/>
                  </a:lnTo>
                  <a:lnTo>
                    <a:pt x="1984" y="1318"/>
                  </a:lnTo>
                  <a:lnTo>
                    <a:pt x="1984" y="1318"/>
                  </a:lnTo>
                  <a:lnTo>
                    <a:pt x="1984" y="1318"/>
                  </a:lnTo>
                  <a:lnTo>
                    <a:pt x="1986" y="1316"/>
                  </a:lnTo>
                  <a:lnTo>
                    <a:pt x="1984" y="1316"/>
                  </a:lnTo>
                  <a:lnTo>
                    <a:pt x="1984" y="1316"/>
                  </a:lnTo>
                  <a:lnTo>
                    <a:pt x="1986" y="1314"/>
                  </a:lnTo>
                  <a:lnTo>
                    <a:pt x="1986" y="1316"/>
                  </a:lnTo>
                  <a:lnTo>
                    <a:pt x="1986" y="1316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1"/>
                  </a:lnTo>
                  <a:lnTo>
                    <a:pt x="1991" y="1311"/>
                  </a:lnTo>
                  <a:lnTo>
                    <a:pt x="1991" y="1309"/>
                  </a:lnTo>
                  <a:lnTo>
                    <a:pt x="1991" y="1309"/>
                  </a:lnTo>
                  <a:lnTo>
                    <a:pt x="1993" y="1309"/>
                  </a:lnTo>
                  <a:lnTo>
                    <a:pt x="1993" y="1314"/>
                  </a:lnTo>
                  <a:lnTo>
                    <a:pt x="1993" y="1314"/>
                  </a:lnTo>
                  <a:lnTo>
                    <a:pt x="1993" y="1316"/>
                  </a:lnTo>
                  <a:lnTo>
                    <a:pt x="1993" y="1316"/>
                  </a:lnTo>
                  <a:lnTo>
                    <a:pt x="1991" y="1316"/>
                  </a:lnTo>
                  <a:lnTo>
                    <a:pt x="1991" y="1316"/>
                  </a:lnTo>
                  <a:lnTo>
                    <a:pt x="1988" y="1316"/>
                  </a:lnTo>
                  <a:lnTo>
                    <a:pt x="1988" y="1318"/>
                  </a:lnTo>
                  <a:lnTo>
                    <a:pt x="1988" y="1318"/>
                  </a:lnTo>
                  <a:lnTo>
                    <a:pt x="1986" y="1321"/>
                  </a:lnTo>
                  <a:lnTo>
                    <a:pt x="1986" y="1323"/>
                  </a:lnTo>
                  <a:lnTo>
                    <a:pt x="1984" y="1326"/>
                  </a:lnTo>
                  <a:lnTo>
                    <a:pt x="1981" y="1328"/>
                  </a:lnTo>
                  <a:lnTo>
                    <a:pt x="1981" y="1330"/>
                  </a:lnTo>
                  <a:lnTo>
                    <a:pt x="1984" y="1330"/>
                  </a:lnTo>
                  <a:lnTo>
                    <a:pt x="1986" y="1326"/>
                  </a:lnTo>
                  <a:lnTo>
                    <a:pt x="1991" y="1326"/>
                  </a:lnTo>
                  <a:lnTo>
                    <a:pt x="1988" y="1328"/>
                  </a:lnTo>
                  <a:lnTo>
                    <a:pt x="1988" y="1328"/>
                  </a:lnTo>
                  <a:lnTo>
                    <a:pt x="1988" y="1328"/>
                  </a:lnTo>
                  <a:lnTo>
                    <a:pt x="1986" y="1328"/>
                  </a:lnTo>
                  <a:lnTo>
                    <a:pt x="1986" y="1328"/>
                  </a:lnTo>
                  <a:lnTo>
                    <a:pt x="1986" y="1330"/>
                  </a:lnTo>
                  <a:lnTo>
                    <a:pt x="1984" y="1330"/>
                  </a:lnTo>
                  <a:lnTo>
                    <a:pt x="1984" y="1333"/>
                  </a:lnTo>
                  <a:lnTo>
                    <a:pt x="1984" y="1333"/>
                  </a:lnTo>
                  <a:lnTo>
                    <a:pt x="1984" y="1333"/>
                  </a:lnTo>
                  <a:lnTo>
                    <a:pt x="1984" y="1333"/>
                  </a:lnTo>
                  <a:lnTo>
                    <a:pt x="1986" y="1333"/>
                  </a:lnTo>
                  <a:lnTo>
                    <a:pt x="1986" y="1333"/>
                  </a:lnTo>
                  <a:lnTo>
                    <a:pt x="1986" y="1333"/>
                  </a:lnTo>
                  <a:lnTo>
                    <a:pt x="1986" y="1335"/>
                  </a:lnTo>
                  <a:lnTo>
                    <a:pt x="1988" y="1335"/>
                  </a:lnTo>
                  <a:lnTo>
                    <a:pt x="1988" y="1335"/>
                  </a:lnTo>
                  <a:lnTo>
                    <a:pt x="1991" y="1335"/>
                  </a:lnTo>
                  <a:lnTo>
                    <a:pt x="1991" y="1333"/>
                  </a:lnTo>
                  <a:lnTo>
                    <a:pt x="1991" y="1333"/>
                  </a:lnTo>
                  <a:lnTo>
                    <a:pt x="1991" y="1333"/>
                  </a:lnTo>
                  <a:lnTo>
                    <a:pt x="1991" y="1330"/>
                  </a:lnTo>
                  <a:lnTo>
                    <a:pt x="1991" y="1330"/>
                  </a:lnTo>
                  <a:lnTo>
                    <a:pt x="1991" y="1330"/>
                  </a:lnTo>
                  <a:lnTo>
                    <a:pt x="1993" y="1330"/>
                  </a:lnTo>
                  <a:lnTo>
                    <a:pt x="1993" y="1333"/>
                  </a:lnTo>
                  <a:lnTo>
                    <a:pt x="1993" y="1333"/>
                  </a:lnTo>
                  <a:lnTo>
                    <a:pt x="1995" y="1333"/>
                  </a:lnTo>
                  <a:lnTo>
                    <a:pt x="1995" y="1333"/>
                  </a:lnTo>
                  <a:lnTo>
                    <a:pt x="1995" y="1333"/>
                  </a:lnTo>
                  <a:lnTo>
                    <a:pt x="1993" y="1333"/>
                  </a:lnTo>
                  <a:lnTo>
                    <a:pt x="1993" y="1335"/>
                  </a:lnTo>
                  <a:lnTo>
                    <a:pt x="1993" y="1335"/>
                  </a:lnTo>
                  <a:lnTo>
                    <a:pt x="1995" y="1335"/>
                  </a:lnTo>
                  <a:lnTo>
                    <a:pt x="1995" y="1335"/>
                  </a:lnTo>
                  <a:lnTo>
                    <a:pt x="1995" y="1337"/>
                  </a:lnTo>
                  <a:lnTo>
                    <a:pt x="1995" y="1337"/>
                  </a:lnTo>
                  <a:lnTo>
                    <a:pt x="1995" y="1340"/>
                  </a:lnTo>
                  <a:lnTo>
                    <a:pt x="1998" y="1340"/>
                  </a:lnTo>
                  <a:lnTo>
                    <a:pt x="1998" y="1340"/>
                  </a:lnTo>
                  <a:lnTo>
                    <a:pt x="1998" y="1340"/>
                  </a:lnTo>
                  <a:lnTo>
                    <a:pt x="1998" y="1337"/>
                  </a:lnTo>
                  <a:lnTo>
                    <a:pt x="1998" y="1337"/>
                  </a:lnTo>
                  <a:lnTo>
                    <a:pt x="1998" y="1337"/>
                  </a:lnTo>
                  <a:lnTo>
                    <a:pt x="1998" y="1337"/>
                  </a:lnTo>
                  <a:lnTo>
                    <a:pt x="1998" y="1335"/>
                  </a:lnTo>
                  <a:lnTo>
                    <a:pt x="1998" y="1335"/>
                  </a:lnTo>
                  <a:lnTo>
                    <a:pt x="2000" y="1337"/>
                  </a:lnTo>
                  <a:lnTo>
                    <a:pt x="2000" y="1340"/>
                  </a:lnTo>
                  <a:lnTo>
                    <a:pt x="2000" y="1340"/>
                  </a:lnTo>
                  <a:lnTo>
                    <a:pt x="2000" y="1340"/>
                  </a:lnTo>
                  <a:lnTo>
                    <a:pt x="2002" y="1340"/>
                  </a:lnTo>
                  <a:lnTo>
                    <a:pt x="2002" y="1340"/>
                  </a:lnTo>
                  <a:lnTo>
                    <a:pt x="2000" y="1340"/>
                  </a:lnTo>
                  <a:lnTo>
                    <a:pt x="2000" y="1342"/>
                  </a:lnTo>
                  <a:lnTo>
                    <a:pt x="2002" y="1342"/>
                  </a:lnTo>
                  <a:lnTo>
                    <a:pt x="2002" y="1342"/>
                  </a:lnTo>
                  <a:lnTo>
                    <a:pt x="2002" y="1340"/>
                  </a:lnTo>
                  <a:lnTo>
                    <a:pt x="2002" y="1340"/>
                  </a:lnTo>
                  <a:lnTo>
                    <a:pt x="2005" y="1342"/>
                  </a:lnTo>
                  <a:lnTo>
                    <a:pt x="2005" y="1342"/>
                  </a:lnTo>
                  <a:lnTo>
                    <a:pt x="2005" y="1342"/>
                  </a:lnTo>
                  <a:lnTo>
                    <a:pt x="2005" y="1337"/>
                  </a:lnTo>
                  <a:lnTo>
                    <a:pt x="2002" y="1333"/>
                  </a:lnTo>
                  <a:lnTo>
                    <a:pt x="2002" y="1330"/>
                  </a:lnTo>
                  <a:lnTo>
                    <a:pt x="2000" y="1328"/>
                  </a:lnTo>
                  <a:lnTo>
                    <a:pt x="2000" y="1326"/>
                  </a:lnTo>
                  <a:lnTo>
                    <a:pt x="2000" y="1326"/>
                  </a:lnTo>
                  <a:lnTo>
                    <a:pt x="1998" y="1323"/>
                  </a:lnTo>
                  <a:lnTo>
                    <a:pt x="1998" y="1321"/>
                  </a:lnTo>
                  <a:lnTo>
                    <a:pt x="1998" y="1321"/>
                  </a:lnTo>
                  <a:lnTo>
                    <a:pt x="2000" y="1321"/>
                  </a:lnTo>
                  <a:lnTo>
                    <a:pt x="2000" y="1318"/>
                  </a:lnTo>
                  <a:lnTo>
                    <a:pt x="2000" y="1318"/>
                  </a:lnTo>
                  <a:lnTo>
                    <a:pt x="1998" y="1316"/>
                  </a:lnTo>
                  <a:lnTo>
                    <a:pt x="1998" y="1316"/>
                  </a:lnTo>
                  <a:lnTo>
                    <a:pt x="1998" y="1316"/>
                  </a:lnTo>
                  <a:lnTo>
                    <a:pt x="2000" y="1314"/>
                  </a:lnTo>
                  <a:lnTo>
                    <a:pt x="2000" y="1314"/>
                  </a:lnTo>
                  <a:lnTo>
                    <a:pt x="1998" y="1311"/>
                  </a:lnTo>
                  <a:lnTo>
                    <a:pt x="1998" y="1311"/>
                  </a:lnTo>
                  <a:lnTo>
                    <a:pt x="2000" y="1311"/>
                  </a:lnTo>
                  <a:lnTo>
                    <a:pt x="2000" y="1311"/>
                  </a:lnTo>
                  <a:lnTo>
                    <a:pt x="2000" y="1311"/>
                  </a:lnTo>
                  <a:lnTo>
                    <a:pt x="2000" y="1311"/>
                  </a:lnTo>
                  <a:lnTo>
                    <a:pt x="2000" y="1314"/>
                  </a:lnTo>
                  <a:lnTo>
                    <a:pt x="2000" y="1314"/>
                  </a:lnTo>
                  <a:lnTo>
                    <a:pt x="2000" y="1314"/>
                  </a:lnTo>
                  <a:lnTo>
                    <a:pt x="2000" y="1318"/>
                  </a:lnTo>
                  <a:lnTo>
                    <a:pt x="2000" y="1321"/>
                  </a:lnTo>
                  <a:lnTo>
                    <a:pt x="2000" y="1323"/>
                  </a:lnTo>
                  <a:lnTo>
                    <a:pt x="2000" y="1326"/>
                  </a:lnTo>
                  <a:lnTo>
                    <a:pt x="2002" y="1326"/>
                  </a:lnTo>
                  <a:lnTo>
                    <a:pt x="2002" y="1326"/>
                  </a:lnTo>
                  <a:lnTo>
                    <a:pt x="2002" y="1326"/>
                  </a:lnTo>
                  <a:lnTo>
                    <a:pt x="2002" y="1323"/>
                  </a:lnTo>
                  <a:lnTo>
                    <a:pt x="2002" y="1323"/>
                  </a:lnTo>
                  <a:lnTo>
                    <a:pt x="2002" y="1323"/>
                  </a:lnTo>
                  <a:lnTo>
                    <a:pt x="2002" y="1323"/>
                  </a:lnTo>
                  <a:lnTo>
                    <a:pt x="2002" y="1326"/>
                  </a:lnTo>
                  <a:lnTo>
                    <a:pt x="2002" y="1326"/>
                  </a:lnTo>
                  <a:lnTo>
                    <a:pt x="2002" y="1328"/>
                  </a:lnTo>
                  <a:lnTo>
                    <a:pt x="2002" y="1328"/>
                  </a:lnTo>
                  <a:lnTo>
                    <a:pt x="2005" y="1328"/>
                  </a:lnTo>
                  <a:lnTo>
                    <a:pt x="2005" y="1330"/>
                  </a:lnTo>
                  <a:lnTo>
                    <a:pt x="2005" y="1330"/>
                  </a:lnTo>
                  <a:lnTo>
                    <a:pt x="2007" y="1330"/>
                  </a:lnTo>
                  <a:lnTo>
                    <a:pt x="2007" y="1333"/>
                  </a:lnTo>
                  <a:lnTo>
                    <a:pt x="2007" y="1333"/>
                  </a:lnTo>
                  <a:lnTo>
                    <a:pt x="2010" y="1333"/>
                  </a:lnTo>
                  <a:lnTo>
                    <a:pt x="2010" y="1335"/>
                  </a:lnTo>
                  <a:lnTo>
                    <a:pt x="2010" y="1335"/>
                  </a:lnTo>
                  <a:lnTo>
                    <a:pt x="2010" y="1333"/>
                  </a:lnTo>
                  <a:lnTo>
                    <a:pt x="2010" y="1333"/>
                  </a:lnTo>
                  <a:lnTo>
                    <a:pt x="2010" y="1333"/>
                  </a:lnTo>
                  <a:lnTo>
                    <a:pt x="2012" y="1330"/>
                  </a:lnTo>
                  <a:lnTo>
                    <a:pt x="2012" y="1330"/>
                  </a:lnTo>
                  <a:lnTo>
                    <a:pt x="2012" y="1330"/>
                  </a:lnTo>
                  <a:lnTo>
                    <a:pt x="2012" y="1328"/>
                  </a:lnTo>
                  <a:lnTo>
                    <a:pt x="2012" y="1328"/>
                  </a:lnTo>
                  <a:lnTo>
                    <a:pt x="2014" y="1326"/>
                  </a:lnTo>
                  <a:lnTo>
                    <a:pt x="2017" y="1326"/>
                  </a:lnTo>
                  <a:lnTo>
                    <a:pt x="2017" y="1326"/>
                  </a:lnTo>
                  <a:lnTo>
                    <a:pt x="2017" y="1328"/>
                  </a:lnTo>
                  <a:lnTo>
                    <a:pt x="2014" y="1330"/>
                  </a:lnTo>
                  <a:lnTo>
                    <a:pt x="2014" y="1330"/>
                  </a:lnTo>
                  <a:lnTo>
                    <a:pt x="2014" y="1335"/>
                  </a:lnTo>
                  <a:lnTo>
                    <a:pt x="2014" y="1337"/>
                  </a:lnTo>
                  <a:lnTo>
                    <a:pt x="2014" y="1337"/>
                  </a:lnTo>
                  <a:lnTo>
                    <a:pt x="2017" y="1337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21" y="1337"/>
                  </a:lnTo>
                  <a:lnTo>
                    <a:pt x="2021" y="1337"/>
                  </a:lnTo>
                  <a:lnTo>
                    <a:pt x="2021" y="1337"/>
                  </a:lnTo>
                  <a:lnTo>
                    <a:pt x="2021" y="1337"/>
                  </a:lnTo>
                  <a:lnTo>
                    <a:pt x="2021" y="1335"/>
                  </a:lnTo>
                  <a:lnTo>
                    <a:pt x="2021" y="1333"/>
                  </a:lnTo>
                  <a:lnTo>
                    <a:pt x="2019" y="1333"/>
                  </a:lnTo>
                  <a:lnTo>
                    <a:pt x="2021" y="1333"/>
                  </a:lnTo>
                  <a:lnTo>
                    <a:pt x="2024" y="1333"/>
                  </a:lnTo>
                  <a:lnTo>
                    <a:pt x="2024" y="1333"/>
                  </a:lnTo>
                  <a:lnTo>
                    <a:pt x="2024" y="1330"/>
                  </a:lnTo>
                  <a:lnTo>
                    <a:pt x="2024" y="1330"/>
                  </a:lnTo>
                  <a:lnTo>
                    <a:pt x="2024" y="1328"/>
                  </a:lnTo>
                  <a:lnTo>
                    <a:pt x="2024" y="1328"/>
                  </a:lnTo>
                  <a:lnTo>
                    <a:pt x="2026" y="1328"/>
                  </a:lnTo>
                  <a:lnTo>
                    <a:pt x="2026" y="1326"/>
                  </a:lnTo>
                  <a:lnTo>
                    <a:pt x="2024" y="1323"/>
                  </a:lnTo>
                  <a:lnTo>
                    <a:pt x="2024" y="1323"/>
                  </a:lnTo>
                  <a:lnTo>
                    <a:pt x="2024" y="1323"/>
                  </a:lnTo>
                  <a:lnTo>
                    <a:pt x="2026" y="1321"/>
                  </a:lnTo>
                  <a:lnTo>
                    <a:pt x="2026" y="1323"/>
                  </a:lnTo>
                  <a:lnTo>
                    <a:pt x="2026" y="1323"/>
                  </a:lnTo>
                  <a:lnTo>
                    <a:pt x="2026" y="1328"/>
                  </a:lnTo>
                  <a:lnTo>
                    <a:pt x="2026" y="1330"/>
                  </a:lnTo>
                  <a:lnTo>
                    <a:pt x="2028" y="1330"/>
                  </a:lnTo>
                  <a:lnTo>
                    <a:pt x="2028" y="1333"/>
                  </a:lnTo>
                  <a:lnTo>
                    <a:pt x="2031" y="1335"/>
                  </a:lnTo>
                  <a:lnTo>
                    <a:pt x="2031" y="1335"/>
                  </a:lnTo>
                  <a:lnTo>
                    <a:pt x="2033" y="1335"/>
                  </a:lnTo>
                  <a:lnTo>
                    <a:pt x="2033" y="1333"/>
                  </a:lnTo>
                  <a:lnTo>
                    <a:pt x="2033" y="1330"/>
                  </a:lnTo>
                  <a:lnTo>
                    <a:pt x="2036" y="1330"/>
                  </a:lnTo>
                  <a:lnTo>
                    <a:pt x="2036" y="1330"/>
                  </a:lnTo>
                  <a:lnTo>
                    <a:pt x="2038" y="1330"/>
                  </a:lnTo>
                  <a:lnTo>
                    <a:pt x="2036" y="1333"/>
                  </a:lnTo>
                  <a:lnTo>
                    <a:pt x="2036" y="1335"/>
                  </a:lnTo>
                  <a:lnTo>
                    <a:pt x="2036" y="1335"/>
                  </a:lnTo>
                  <a:lnTo>
                    <a:pt x="2036" y="1335"/>
                  </a:lnTo>
                  <a:lnTo>
                    <a:pt x="2036" y="1335"/>
                  </a:lnTo>
                  <a:lnTo>
                    <a:pt x="2033" y="1335"/>
                  </a:lnTo>
                  <a:lnTo>
                    <a:pt x="2033" y="1335"/>
                  </a:lnTo>
                  <a:lnTo>
                    <a:pt x="2033" y="1335"/>
                  </a:lnTo>
                  <a:lnTo>
                    <a:pt x="2033" y="1335"/>
                  </a:lnTo>
                  <a:lnTo>
                    <a:pt x="2033" y="1337"/>
                  </a:lnTo>
                  <a:lnTo>
                    <a:pt x="2033" y="1337"/>
                  </a:lnTo>
                  <a:lnTo>
                    <a:pt x="2036" y="1337"/>
                  </a:lnTo>
                  <a:lnTo>
                    <a:pt x="2033" y="1337"/>
                  </a:lnTo>
                  <a:lnTo>
                    <a:pt x="2036" y="1337"/>
                  </a:lnTo>
                  <a:lnTo>
                    <a:pt x="2038" y="1337"/>
                  </a:lnTo>
                  <a:lnTo>
                    <a:pt x="2038" y="1337"/>
                  </a:lnTo>
                  <a:lnTo>
                    <a:pt x="2038" y="1337"/>
                  </a:lnTo>
                  <a:lnTo>
                    <a:pt x="2038" y="1337"/>
                  </a:lnTo>
                  <a:lnTo>
                    <a:pt x="2038" y="1335"/>
                  </a:lnTo>
                  <a:lnTo>
                    <a:pt x="2040" y="1335"/>
                  </a:lnTo>
                  <a:lnTo>
                    <a:pt x="2040" y="1333"/>
                  </a:lnTo>
                  <a:lnTo>
                    <a:pt x="2040" y="1333"/>
                  </a:lnTo>
                  <a:lnTo>
                    <a:pt x="2040" y="1333"/>
                  </a:lnTo>
                  <a:lnTo>
                    <a:pt x="2043" y="1333"/>
                  </a:lnTo>
                  <a:lnTo>
                    <a:pt x="2043" y="1335"/>
                  </a:lnTo>
                  <a:lnTo>
                    <a:pt x="2043" y="1335"/>
                  </a:lnTo>
                  <a:lnTo>
                    <a:pt x="2043" y="1337"/>
                  </a:lnTo>
                  <a:lnTo>
                    <a:pt x="2043" y="1337"/>
                  </a:lnTo>
                  <a:lnTo>
                    <a:pt x="2043" y="1337"/>
                  </a:lnTo>
                  <a:lnTo>
                    <a:pt x="2043" y="1340"/>
                  </a:lnTo>
                  <a:lnTo>
                    <a:pt x="2045" y="1340"/>
                  </a:lnTo>
                  <a:lnTo>
                    <a:pt x="2043" y="1340"/>
                  </a:lnTo>
                  <a:lnTo>
                    <a:pt x="2047" y="1340"/>
                  </a:lnTo>
                  <a:lnTo>
                    <a:pt x="2047" y="1340"/>
                  </a:lnTo>
                  <a:lnTo>
                    <a:pt x="2050" y="1340"/>
                  </a:lnTo>
                  <a:lnTo>
                    <a:pt x="2047" y="1337"/>
                  </a:lnTo>
                  <a:lnTo>
                    <a:pt x="2047" y="1337"/>
                  </a:lnTo>
                  <a:lnTo>
                    <a:pt x="2047" y="1337"/>
                  </a:lnTo>
                  <a:lnTo>
                    <a:pt x="2047" y="1335"/>
                  </a:lnTo>
                  <a:lnTo>
                    <a:pt x="2047" y="1335"/>
                  </a:lnTo>
                  <a:lnTo>
                    <a:pt x="2047" y="1335"/>
                  </a:lnTo>
                  <a:lnTo>
                    <a:pt x="2047" y="1335"/>
                  </a:lnTo>
                  <a:lnTo>
                    <a:pt x="2045" y="1333"/>
                  </a:lnTo>
                  <a:lnTo>
                    <a:pt x="2045" y="1333"/>
                  </a:lnTo>
                  <a:lnTo>
                    <a:pt x="2045" y="1330"/>
                  </a:lnTo>
                  <a:lnTo>
                    <a:pt x="2045" y="1330"/>
                  </a:lnTo>
                  <a:lnTo>
                    <a:pt x="2045" y="1328"/>
                  </a:lnTo>
                  <a:lnTo>
                    <a:pt x="2045" y="1328"/>
                  </a:lnTo>
                  <a:lnTo>
                    <a:pt x="2045" y="1328"/>
                  </a:lnTo>
                  <a:lnTo>
                    <a:pt x="2045" y="1328"/>
                  </a:lnTo>
                  <a:lnTo>
                    <a:pt x="2047" y="1326"/>
                  </a:lnTo>
                  <a:lnTo>
                    <a:pt x="2047" y="1326"/>
                  </a:lnTo>
                  <a:lnTo>
                    <a:pt x="2045" y="1326"/>
                  </a:lnTo>
                  <a:lnTo>
                    <a:pt x="2043" y="1326"/>
                  </a:lnTo>
                  <a:lnTo>
                    <a:pt x="2043" y="1326"/>
                  </a:lnTo>
                  <a:lnTo>
                    <a:pt x="2045" y="1326"/>
                  </a:lnTo>
                  <a:lnTo>
                    <a:pt x="2045" y="1323"/>
                  </a:lnTo>
                  <a:lnTo>
                    <a:pt x="2045" y="1323"/>
                  </a:lnTo>
                  <a:lnTo>
                    <a:pt x="2045" y="1323"/>
                  </a:lnTo>
                  <a:lnTo>
                    <a:pt x="2045" y="1323"/>
                  </a:lnTo>
                  <a:lnTo>
                    <a:pt x="2043" y="1323"/>
                  </a:lnTo>
                  <a:lnTo>
                    <a:pt x="2043" y="1323"/>
                  </a:lnTo>
                  <a:lnTo>
                    <a:pt x="2043" y="1323"/>
                  </a:lnTo>
                  <a:lnTo>
                    <a:pt x="2043" y="1321"/>
                  </a:lnTo>
                  <a:lnTo>
                    <a:pt x="2043" y="1321"/>
                  </a:lnTo>
                  <a:lnTo>
                    <a:pt x="2043" y="1321"/>
                  </a:lnTo>
                  <a:lnTo>
                    <a:pt x="2043" y="1318"/>
                  </a:lnTo>
                  <a:lnTo>
                    <a:pt x="2043" y="1318"/>
                  </a:lnTo>
                  <a:lnTo>
                    <a:pt x="2043" y="1316"/>
                  </a:lnTo>
                  <a:lnTo>
                    <a:pt x="2040" y="1316"/>
                  </a:lnTo>
                  <a:lnTo>
                    <a:pt x="2038" y="1318"/>
                  </a:lnTo>
                  <a:lnTo>
                    <a:pt x="2038" y="1318"/>
                  </a:lnTo>
                  <a:lnTo>
                    <a:pt x="2038" y="1318"/>
                  </a:lnTo>
                  <a:lnTo>
                    <a:pt x="2038" y="1316"/>
                  </a:lnTo>
                  <a:lnTo>
                    <a:pt x="2038" y="1316"/>
                  </a:lnTo>
                  <a:lnTo>
                    <a:pt x="2038" y="1316"/>
                  </a:lnTo>
                  <a:lnTo>
                    <a:pt x="2036" y="1316"/>
                  </a:lnTo>
                  <a:lnTo>
                    <a:pt x="2036" y="1316"/>
                  </a:lnTo>
                  <a:lnTo>
                    <a:pt x="2038" y="1314"/>
                  </a:lnTo>
                  <a:lnTo>
                    <a:pt x="2038" y="1314"/>
                  </a:lnTo>
                  <a:lnTo>
                    <a:pt x="2038" y="1311"/>
                  </a:lnTo>
                  <a:lnTo>
                    <a:pt x="2040" y="1311"/>
                  </a:lnTo>
                  <a:lnTo>
                    <a:pt x="2040" y="1314"/>
                  </a:lnTo>
                  <a:lnTo>
                    <a:pt x="2040" y="1314"/>
                  </a:lnTo>
                  <a:lnTo>
                    <a:pt x="2040" y="1311"/>
                  </a:lnTo>
                  <a:lnTo>
                    <a:pt x="2040" y="1311"/>
                  </a:lnTo>
                  <a:lnTo>
                    <a:pt x="2040" y="1311"/>
                  </a:lnTo>
                  <a:lnTo>
                    <a:pt x="2038" y="1311"/>
                  </a:lnTo>
                  <a:lnTo>
                    <a:pt x="2036" y="1311"/>
                  </a:lnTo>
                  <a:lnTo>
                    <a:pt x="2036" y="1311"/>
                  </a:lnTo>
                  <a:lnTo>
                    <a:pt x="2036" y="1309"/>
                  </a:lnTo>
                  <a:lnTo>
                    <a:pt x="2036" y="1309"/>
                  </a:lnTo>
                  <a:lnTo>
                    <a:pt x="2038" y="1309"/>
                  </a:lnTo>
                  <a:lnTo>
                    <a:pt x="2038" y="1309"/>
                  </a:lnTo>
                  <a:lnTo>
                    <a:pt x="2038" y="1307"/>
                  </a:lnTo>
                  <a:lnTo>
                    <a:pt x="2036" y="1307"/>
                  </a:lnTo>
                  <a:lnTo>
                    <a:pt x="2036" y="1307"/>
                  </a:lnTo>
                  <a:lnTo>
                    <a:pt x="2036" y="1307"/>
                  </a:lnTo>
                  <a:lnTo>
                    <a:pt x="2036" y="1307"/>
                  </a:lnTo>
                  <a:lnTo>
                    <a:pt x="2036" y="1309"/>
                  </a:lnTo>
                  <a:lnTo>
                    <a:pt x="2033" y="1309"/>
                  </a:lnTo>
                  <a:lnTo>
                    <a:pt x="2033" y="1309"/>
                  </a:lnTo>
                  <a:lnTo>
                    <a:pt x="2033" y="1309"/>
                  </a:lnTo>
                  <a:lnTo>
                    <a:pt x="2033" y="1307"/>
                  </a:lnTo>
                  <a:lnTo>
                    <a:pt x="2033" y="1307"/>
                  </a:lnTo>
                  <a:lnTo>
                    <a:pt x="2036" y="1304"/>
                  </a:lnTo>
                  <a:lnTo>
                    <a:pt x="2036" y="1304"/>
                  </a:lnTo>
                  <a:lnTo>
                    <a:pt x="2036" y="1304"/>
                  </a:lnTo>
                  <a:lnTo>
                    <a:pt x="2033" y="1304"/>
                  </a:lnTo>
                  <a:lnTo>
                    <a:pt x="2033" y="1304"/>
                  </a:lnTo>
                  <a:lnTo>
                    <a:pt x="2033" y="1304"/>
                  </a:lnTo>
                  <a:lnTo>
                    <a:pt x="2033" y="1302"/>
                  </a:lnTo>
                  <a:lnTo>
                    <a:pt x="2028" y="1302"/>
                  </a:lnTo>
                  <a:lnTo>
                    <a:pt x="2028" y="1302"/>
                  </a:lnTo>
                  <a:lnTo>
                    <a:pt x="2028" y="1302"/>
                  </a:lnTo>
                  <a:lnTo>
                    <a:pt x="2026" y="1302"/>
                  </a:lnTo>
                  <a:lnTo>
                    <a:pt x="2026" y="1302"/>
                  </a:lnTo>
                  <a:lnTo>
                    <a:pt x="2026" y="1302"/>
                  </a:lnTo>
                  <a:lnTo>
                    <a:pt x="2028" y="1302"/>
                  </a:lnTo>
                  <a:lnTo>
                    <a:pt x="2026" y="1300"/>
                  </a:lnTo>
                  <a:lnTo>
                    <a:pt x="2026" y="1302"/>
                  </a:lnTo>
                  <a:lnTo>
                    <a:pt x="2024" y="1302"/>
                  </a:lnTo>
                  <a:lnTo>
                    <a:pt x="2028" y="1297"/>
                  </a:lnTo>
                  <a:lnTo>
                    <a:pt x="2028" y="1297"/>
                  </a:lnTo>
                  <a:lnTo>
                    <a:pt x="2026" y="1300"/>
                  </a:lnTo>
                  <a:lnTo>
                    <a:pt x="2017" y="1297"/>
                  </a:lnTo>
                  <a:lnTo>
                    <a:pt x="2017" y="1295"/>
                  </a:lnTo>
                  <a:lnTo>
                    <a:pt x="2019" y="1295"/>
                  </a:lnTo>
                  <a:lnTo>
                    <a:pt x="2026" y="1295"/>
                  </a:lnTo>
                  <a:lnTo>
                    <a:pt x="2026" y="1295"/>
                  </a:lnTo>
                  <a:lnTo>
                    <a:pt x="2026" y="1295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31" y="1292"/>
                  </a:lnTo>
                  <a:lnTo>
                    <a:pt x="2031" y="1292"/>
                  </a:lnTo>
                  <a:lnTo>
                    <a:pt x="2024" y="1292"/>
                  </a:lnTo>
                  <a:lnTo>
                    <a:pt x="2021" y="1292"/>
                  </a:lnTo>
                  <a:lnTo>
                    <a:pt x="2021" y="1292"/>
                  </a:lnTo>
                  <a:lnTo>
                    <a:pt x="2021" y="1292"/>
                  </a:lnTo>
                  <a:lnTo>
                    <a:pt x="2019" y="1292"/>
                  </a:lnTo>
                  <a:lnTo>
                    <a:pt x="2019" y="1292"/>
                  </a:lnTo>
                  <a:lnTo>
                    <a:pt x="2019" y="1290"/>
                  </a:lnTo>
                  <a:lnTo>
                    <a:pt x="2014" y="1290"/>
                  </a:lnTo>
                  <a:lnTo>
                    <a:pt x="2014" y="1290"/>
                  </a:lnTo>
                  <a:lnTo>
                    <a:pt x="2014" y="1290"/>
                  </a:lnTo>
                  <a:lnTo>
                    <a:pt x="2014" y="1290"/>
                  </a:lnTo>
                  <a:lnTo>
                    <a:pt x="2017" y="1290"/>
                  </a:lnTo>
                  <a:lnTo>
                    <a:pt x="2014" y="1288"/>
                  </a:lnTo>
                  <a:lnTo>
                    <a:pt x="2014" y="1288"/>
                  </a:lnTo>
                  <a:lnTo>
                    <a:pt x="2014" y="1288"/>
                  </a:lnTo>
                  <a:lnTo>
                    <a:pt x="2014" y="1288"/>
                  </a:lnTo>
                  <a:lnTo>
                    <a:pt x="2012" y="1288"/>
                  </a:lnTo>
                  <a:lnTo>
                    <a:pt x="2012" y="1288"/>
                  </a:lnTo>
                  <a:lnTo>
                    <a:pt x="2012" y="1285"/>
                  </a:lnTo>
                  <a:lnTo>
                    <a:pt x="2012" y="1285"/>
                  </a:lnTo>
                  <a:lnTo>
                    <a:pt x="2014" y="1285"/>
                  </a:lnTo>
                  <a:lnTo>
                    <a:pt x="2014" y="1285"/>
                  </a:lnTo>
                  <a:lnTo>
                    <a:pt x="2017" y="1288"/>
                  </a:lnTo>
                  <a:lnTo>
                    <a:pt x="2019" y="1290"/>
                  </a:lnTo>
                  <a:lnTo>
                    <a:pt x="2019" y="1290"/>
                  </a:lnTo>
                  <a:lnTo>
                    <a:pt x="2024" y="1285"/>
                  </a:lnTo>
                  <a:lnTo>
                    <a:pt x="2024" y="1285"/>
                  </a:lnTo>
                  <a:lnTo>
                    <a:pt x="2021" y="1283"/>
                  </a:lnTo>
                  <a:lnTo>
                    <a:pt x="2021" y="1283"/>
                  </a:lnTo>
                  <a:lnTo>
                    <a:pt x="2021" y="1283"/>
                  </a:lnTo>
                  <a:lnTo>
                    <a:pt x="2021" y="1281"/>
                  </a:lnTo>
                  <a:lnTo>
                    <a:pt x="2021" y="1281"/>
                  </a:lnTo>
                  <a:lnTo>
                    <a:pt x="2021" y="1281"/>
                  </a:lnTo>
                  <a:lnTo>
                    <a:pt x="2021" y="1281"/>
                  </a:lnTo>
                  <a:lnTo>
                    <a:pt x="2019" y="1281"/>
                  </a:lnTo>
                  <a:lnTo>
                    <a:pt x="2019" y="1278"/>
                  </a:lnTo>
                  <a:lnTo>
                    <a:pt x="2017" y="1278"/>
                  </a:lnTo>
                  <a:lnTo>
                    <a:pt x="2014" y="1281"/>
                  </a:lnTo>
                  <a:lnTo>
                    <a:pt x="2012" y="1281"/>
                  </a:lnTo>
                  <a:lnTo>
                    <a:pt x="2010" y="1281"/>
                  </a:lnTo>
                  <a:lnTo>
                    <a:pt x="2010" y="1281"/>
                  </a:lnTo>
                  <a:lnTo>
                    <a:pt x="2007" y="1283"/>
                  </a:lnTo>
                  <a:lnTo>
                    <a:pt x="2007" y="1283"/>
                  </a:lnTo>
                  <a:lnTo>
                    <a:pt x="2005" y="1283"/>
                  </a:lnTo>
                  <a:lnTo>
                    <a:pt x="2005" y="1283"/>
                  </a:lnTo>
                  <a:lnTo>
                    <a:pt x="2005" y="1281"/>
                  </a:lnTo>
                  <a:lnTo>
                    <a:pt x="2007" y="1281"/>
                  </a:lnTo>
                  <a:lnTo>
                    <a:pt x="2010" y="1281"/>
                  </a:lnTo>
                  <a:lnTo>
                    <a:pt x="2010" y="1281"/>
                  </a:lnTo>
                  <a:lnTo>
                    <a:pt x="2010" y="1278"/>
                  </a:lnTo>
                  <a:lnTo>
                    <a:pt x="2012" y="1276"/>
                  </a:lnTo>
                  <a:lnTo>
                    <a:pt x="2017" y="1276"/>
                  </a:lnTo>
                  <a:lnTo>
                    <a:pt x="2017" y="1276"/>
                  </a:lnTo>
                  <a:lnTo>
                    <a:pt x="2017" y="1276"/>
                  </a:lnTo>
                  <a:lnTo>
                    <a:pt x="2014" y="1273"/>
                  </a:lnTo>
                  <a:lnTo>
                    <a:pt x="2014" y="1273"/>
                  </a:lnTo>
                  <a:lnTo>
                    <a:pt x="2014" y="1273"/>
                  </a:lnTo>
                  <a:lnTo>
                    <a:pt x="2012" y="1271"/>
                  </a:lnTo>
                  <a:lnTo>
                    <a:pt x="2012" y="1271"/>
                  </a:lnTo>
                  <a:lnTo>
                    <a:pt x="2010" y="1269"/>
                  </a:lnTo>
                  <a:lnTo>
                    <a:pt x="2002" y="1264"/>
                  </a:lnTo>
                  <a:lnTo>
                    <a:pt x="2000" y="1264"/>
                  </a:lnTo>
                  <a:lnTo>
                    <a:pt x="2000" y="1262"/>
                  </a:lnTo>
                  <a:lnTo>
                    <a:pt x="2000" y="1259"/>
                  </a:lnTo>
                  <a:lnTo>
                    <a:pt x="2000" y="1259"/>
                  </a:lnTo>
                  <a:lnTo>
                    <a:pt x="2000" y="1259"/>
                  </a:lnTo>
                  <a:lnTo>
                    <a:pt x="1998" y="1259"/>
                  </a:lnTo>
                  <a:lnTo>
                    <a:pt x="1998" y="1259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2000" y="1257"/>
                  </a:lnTo>
                  <a:lnTo>
                    <a:pt x="2002" y="1259"/>
                  </a:lnTo>
                  <a:lnTo>
                    <a:pt x="2002" y="1262"/>
                  </a:lnTo>
                  <a:lnTo>
                    <a:pt x="2005" y="1264"/>
                  </a:lnTo>
                  <a:lnTo>
                    <a:pt x="2012" y="1266"/>
                  </a:lnTo>
                  <a:lnTo>
                    <a:pt x="2012" y="1269"/>
                  </a:lnTo>
                  <a:lnTo>
                    <a:pt x="2014" y="1271"/>
                  </a:lnTo>
                  <a:lnTo>
                    <a:pt x="2017" y="1271"/>
                  </a:lnTo>
                  <a:lnTo>
                    <a:pt x="2019" y="1273"/>
                  </a:lnTo>
                  <a:lnTo>
                    <a:pt x="2021" y="1273"/>
                  </a:lnTo>
                  <a:lnTo>
                    <a:pt x="2021" y="1276"/>
                  </a:lnTo>
                  <a:lnTo>
                    <a:pt x="2024" y="1276"/>
                  </a:lnTo>
                  <a:lnTo>
                    <a:pt x="2024" y="1276"/>
                  </a:lnTo>
                  <a:lnTo>
                    <a:pt x="2024" y="1273"/>
                  </a:lnTo>
                  <a:lnTo>
                    <a:pt x="2024" y="1273"/>
                  </a:lnTo>
                  <a:lnTo>
                    <a:pt x="2028" y="1273"/>
                  </a:lnTo>
                  <a:lnTo>
                    <a:pt x="2031" y="1273"/>
                  </a:lnTo>
                  <a:lnTo>
                    <a:pt x="2031" y="1273"/>
                  </a:lnTo>
                  <a:lnTo>
                    <a:pt x="2031" y="1273"/>
                  </a:lnTo>
                  <a:lnTo>
                    <a:pt x="2031" y="1276"/>
                  </a:lnTo>
                  <a:lnTo>
                    <a:pt x="2033" y="1276"/>
                  </a:lnTo>
                  <a:lnTo>
                    <a:pt x="2033" y="1276"/>
                  </a:lnTo>
                  <a:lnTo>
                    <a:pt x="2033" y="1271"/>
                  </a:lnTo>
                  <a:lnTo>
                    <a:pt x="2033" y="1271"/>
                  </a:lnTo>
                  <a:lnTo>
                    <a:pt x="2033" y="1269"/>
                  </a:lnTo>
                  <a:lnTo>
                    <a:pt x="2031" y="1269"/>
                  </a:lnTo>
                  <a:lnTo>
                    <a:pt x="2028" y="1266"/>
                  </a:lnTo>
                  <a:lnTo>
                    <a:pt x="2028" y="1264"/>
                  </a:lnTo>
                  <a:lnTo>
                    <a:pt x="2026" y="1264"/>
                  </a:lnTo>
                  <a:lnTo>
                    <a:pt x="2026" y="1264"/>
                  </a:lnTo>
                  <a:lnTo>
                    <a:pt x="2024" y="1262"/>
                  </a:lnTo>
                  <a:lnTo>
                    <a:pt x="2026" y="1262"/>
                  </a:lnTo>
                  <a:lnTo>
                    <a:pt x="2026" y="1262"/>
                  </a:lnTo>
                  <a:lnTo>
                    <a:pt x="2028" y="1264"/>
                  </a:lnTo>
                  <a:lnTo>
                    <a:pt x="2031" y="1264"/>
                  </a:lnTo>
                  <a:lnTo>
                    <a:pt x="2033" y="1269"/>
                  </a:lnTo>
                  <a:lnTo>
                    <a:pt x="2033" y="1269"/>
                  </a:lnTo>
                  <a:lnTo>
                    <a:pt x="2033" y="1269"/>
                  </a:lnTo>
                  <a:lnTo>
                    <a:pt x="2036" y="1269"/>
                  </a:lnTo>
                  <a:lnTo>
                    <a:pt x="2036" y="1269"/>
                  </a:lnTo>
                  <a:lnTo>
                    <a:pt x="2036" y="1269"/>
                  </a:lnTo>
                  <a:lnTo>
                    <a:pt x="2036" y="1269"/>
                  </a:lnTo>
                  <a:lnTo>
                    <a:pt x="2036" y="1271"/>
                  </a:lnTo>
                  <a:lnTo>
                    <a:pt x="2036" y="1271"/>
                  </a:lnTo>
                  <a:lnTo>
                    <a:pt x="2038" y="1271"/>
                  </a:lnTo>
                  <a:lnTo>
                    <a:pt x="2038" y="1271"/>
                  </a:lnTo>
                  <a:lnTo>
                    <a:pt x="2040" y="1271"/>
                  </a:lnTo>
                  <a:lnTo>
                    <a:pt x="2040" y="1271"/>
                  </a:lnTo>
                  <a:lnTo>
                    <a:pt x="2040" y="1271"/>
                  </a:lnTo>
                  <a:lnTo>
                    <a:pt x="2040" y="1271"/>
                  </a:lnTo>
                  <a:lnTo>
                    <a:pt x="2038" y="1269"/>
                  </a:lnTo>
                  <a:lnTo>
                    <a:pt x="2038" y="1266"/>
                  </a:lnTo>
                  <a:lnTo>
                    <a:pt x="2040" y="1266"/>
                  </a:lnTo>
                  <a:lnTo>
                    <a:pt x="2040" y="1266"/>
                  </a:lnTo>
                  <a:lnTo>
                    <a:pt x="2040" y="1269"/>
                  </a:lnTo>
                  <a:lnTo>
                    <a:pt x="2043" y="1269"/>
                  </a:lnTo>
                  <a:lnTo>
                    <a:pt x="2043" y="1269"/>
                  </a:lnTo>
                  <a:lnTo>
                    <a:pt x="2043" y="1266"/>
                  </a:lnTo>
                  <a:lnTo>
                    <a:pt x="2043" y="1264"/>
                  </a:lnTo>
                  <a:lnTo>
                    <a:pt x="2040" y="1264"/>
                  </a:lnTo>
                  <a:lnTo>
                    <a:pt x="2040" y="1262"/>
                  </a:lnTo>
                  <a:lnTo>
                    <a:pt x="2040" y="1262"/>
                  </a:lnTo>
                  <a:lnTo>
                    <a:pt x="2038" y="1262"/>
                  </a:lnTo>
                  <a:lnTo>
                    <a:pt x="2036" y="1262"/>
                  </a:lnTo>
                  <a:lnTo>
                    <a:pt x="2036" y="1262"/>
                  </a:lnTo>
                  <a:lnTo>
                    <a:pt x="2033" y="1262"/>
                  </a:lnTo>
                  <a:lnTo>
                    <a:pt x="2031" y="1262"/>
                  </a:lnTo>
                  <a:lnTo>
                    <a:pt x="2028" y="1259"/>
                  </a:lnTo>
                  <a:lnTo>
                    <a:pt x="2028" y="1259"/>
                  </a:lnTo>
                  <a:lnTo>
                    <a:pt x="2033" y="1259"/>
                  </a:lnTo>
                  <a:lnTo>
                    <a:pt x="2036" y="1259"/>
                  </a:lnTo>
                  <a:lnTo>
                    <a:pt x="2038" y="1259"/>
                  </a:lnTo>
                  <a:lnTo>
                    <a:pt x="2038" y="1257"/>
                  </a:lnTo>
                  <a:lnTo>
                    <a:pt x="2038" y="1257"/>
                  </a:lnTo>
                  <a:lnTo>
                    <a:pt x="2038" y="1257"/>
                  </a:lnTo>
                  <a:lnTo>
                    <a:pt x="2038" y="1255"/>
                  </a:lnTo>
                  <a:lnTo>
                    <a:pt x="2036" y="1255"/>
                  </a:lnTo>
                  <a:lnTo>
                    <a:pt x="2036" y="1255"/>
                  </a:lnTo>
                  <a:lnTo>
                    <a:pt x="2031" y="1252"/>
                  </a:lnTo>
                  <a:lnTo>
                    <a:pt x="2031" y="1252"/>
                  </a:lnTo>
                  <a:lnTo>
                    <a:pt x="2028" y="1255"/>
                  </a:lnTo>
                  <a:lnTo>
                    <a:pt x="2028" y="1255"/>
                  </a:lnTo>
                  <a:lnTo>
                    <a:pt x="2026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1" y="1250"/>
                  </a:lnTo>
                  <a:lnTo>
                    <a:pt x="2021" y="1250"/>
                  </a:lnTo>
                  <a:lnTo>
                    <a:pt x="2021" y="1250"/>
                  </a:lnTo>
                  <a:lnTo>
                    <a:pt x="2021" y="1250"/>
                  </a:lnTo>
                  <a:lnTo>
                    <a:pt x="2019" y="1250"/>
                  </a:lnTo>
                  <a:lnTo>
                    <a:pt x="2021" y="1247"/>
                  </a:lnTo>
                  <a:lnTo>
                    <a:pt x="2021" y="1247"/>
                  </a:lnTo>
                  <a:lnTo>
                    <a:pt x="2024" y="1250"/>
                  </a:lnTo>
                  <a:lnTo>
                    <a:pt x="2024" y="1250"/>
                  </a:lnTo>
                  <a:lnTo>
                    <a:pt x="2024" y="1250"/>
                  </a:lnTo>
                  <a:lnTo>
                    <a:pt x="2024" y="1250"/>
                  </a:lnTo>
                  <a:lnTo>
                    <a:pt x="2026" y="1250"/>
                  </a:lnTo>
                  <a:lnTo>
                    <a:pt x="2026" y="1250"/>
                  </a:lnTo>
                  <a:lnTo>
                    <a:pt x="2026" y="1250"/>
                  </a:lnTo>
                  <a:lnTo>
                    <a:pt x="2026" y="1250"/>
                  </a:lnTo>
                  <a:lnTo>
                    <a:pt x="2028" y="1252"/>
                  </a:lnTo>
                  <a:lnTo>
                    <a:pt x="2028" y="1252"/>
                  </a:lnTo>
                  <a:lnTo>
                    <a:pt x="2028" y="1252"/>
                  </a:lnTo>
                  <a:lnTo>
                    <a:pt x="2033" y="1252"/>
                  </a:lnTo>
                  <a:lnTo>
                    <a:pt x="2033" y="1252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8" y="1252"/>
                  </a:lnTo>
                  <a:lnTo>
                    <a:pt x="2040" y="1247"/>
                  </a:lnTo>
                  <a:lnTo>
                    <a:pt x="2040" y="1247"/>
                  </a:lnTo>
                  <a:lnTo>
                    <a:pt x="2040" y="1247"/>
                  </a:lnTo>
                  <a:lnTo>
                    <a:pt x="2043" y="1247"/>
                  </a:lnTo>
                  <a:lnTo>
                    <a:pt x="2043" y="1245"/>
                  </a:lnTo>
                  <a:lnTo>
                    <a:pt x="2043" y="1245"/>
                  </a:lnTo>
                  <a:lnTo>
                    <a:pt x="2043" y="1245"/>
                  </a:lnTo>
                  <a:lnTo>
                    <a:pt x="2038" y="1243"/>
                  </a:lnTo>
                  <a:lnTo>
                    <a:pt x="2038" y="1243"/>
                  </a:lnTo>
                  <a:lnTo>
                    <a:pt x="2038" y="1243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3" y="1240"/>
                  </a:lnTo>
                  <a:lnTo>
                    <a:pt x="2033" y="1240"/>
                  </a:lnTo>
                  <a:lnTo>
                    <a:pt x="2033" y="1240"/>
                  </a:lnTo>
                  <a:lnTo>
                    <a:pt x="2033" y="1240"/>
                  </a:lnTo>
                  <a:lnTo>
                    <a:pt x="2033" y="1238"/>
                  </a:lnTo>
                  <a:lnTo>
                    <a:pt x="2033" y="1238"/>
                  </a:lnTo>
                  <a:lnTo>
                    <a:pt x="2031" y="1236"/>
                  </a:lnTo>
                  <a:lnTo>
                    <a:pt x="2031" y="1236"/>
                  </a:lnTo>
                  <a:lnTo>
                    <a:pt x="2031" y="1236"/>
                  </a:lnTo>
                  <a:lnTo>
                    <a:pt x="2028" y="1236"/>
                  </a:lnTo>
                  <a:lnTo>
                    <a:pt x="2028" y="1236"/>
                  </a:lnTo>
                  <a:lnTo>
                    <a:pt x="2026" y="1236"/>
                  </a:lnTo>
                  <a:lnTo>
                    <a:pt x="2026" y="1236"/>
                  </a:lnTo>
                  <a:lnTo>
                    <a:pt x="2017" y="1240"/>
                  </a:lnTo>
                  <a:lnTo>
                    <a:pt x="2014" y="1238"/>
                  </a:lnTo>
                  <a:lnTo>
                    <a:pt x="2014" y="1238"/>
                  </a:lnTo>
                  <a:lnTo>
                    <a:pt x="2012" y="1238"/>
                  </a:lnTo>
                  <a:lnTo>
                    <a:pt x="2012" y="1236"/>
                  </a:lnTo>
                  <a:lnTo>
                    <a:pt x="2010" y="1236"/>
                  </a:lnTo>
                  <a:lnTo>
                    <a:pt x="2007" y="1233"/>
                  </a:lnTo>
                  <a:lnTo>
                    <a:pt x="2007" y="1233"/>
                  </a:lnTo>
                  <a:lnTo>
                    <a:pt x="2007" y="1233"/>
                  </a:lnTo>
                  <a:lnTo>
                    <a:pt x="2007" y="1233"/>
                  </a:lnTo>
                  <a:lnTo>
                    <a:pt x="2005" y="1236"/>
                  </a:lnTo>
                  <a:lnTo>
                    <a:pt x="2005" y="1236"/>
                  </a:lnTo>
                  <a:lnTo>
                    <a:pt x="2002" y="1236"/>
                  </a:lnTo>
                  <a:lnTo>
                    <a:pt x="2005" y="1231"/>
                  </a:lnTo>
                  <a:lnTo>
                    <a:pt x="2007" y="1231"/>
                  </a:lnTo>
                  <a:lnTo>
                    <a:pt x="2010" y="1231"/>
                  </a:lnTo>
                  <a:lnTo>
                    <a:pt x="2010" y="1233"/>
                  </a:lnTo>
                  <a:lnTo>
                    <a:pt x="2012" y="1236"/>
                  </a:lnTo>
                  <a:lnTo>
                    <a:pt x="2012" y="1236"/>
                  </a:lnTo>
                  <a:lnTo>
                    <a:pt x="2014" y="1236"/>
                  </a:lnTo>
                  <a:lnTo>
                    <a:pt x="2014" y="1238"/>
                  </a:lnTo>
                  <a:lnTo>
                    <a:pt x="2017" y="1238"/>
                  </a:lnTo>
                  <a:lnTo>
                    <a:pt x="2017" y="1238"/>
                  </a:lnTo>
                  <a:lnTo>
                    <a:pt x="2017" y="1236"/>
                  </a:lnTo>
                  <a:lnTo>
                    <a:pt x="2017" y="1236"/>
                  </a:lnTo>
                  <a:lnTo>
                    <a:pt x="2019" y="1236"/>
                  </a:lnTo>
                  <a:lnTo>
                    <a:pt x="2019" y="1236"/>
                  </a:lnTo>
                  <a:lnTo>
                    <a:pt x="2019" y="1236"/>
                  </a:lnTo>
                  <a:lnTo>
                    <a:pt x="2021" y="1236"/>
                  </a:lnTo>
                  <a:lnTo>
                    <a:pt x="2021" y="1236"/>
                  </a:lnTo>
                  <a:lnTo>
                    <a:pt x="2024" y="1233"/>
                  </a:lnTo>
                  <a:lnTo>
                    <a:pt x="2026" y="1233"/>
                  </a:lnTo>
                  <a:lnTo>
                    <a:pt x="2028" y="1233"/>
                  </a:lnTo>
                  <a:lnTo>
                    <a:pt x="2028" y="1233"/>
                  </a:lnTo>
                  <a:lnTo>
                    <a:pt x="2028" y="1231"/>
                  </a:lnTo>
                  <a:lnTo>
                    <a:pt x="2028" y="1231"/>
                  </a:lnTo>
                  <a:lnTo>
                    <a:pt x="2031" y="1233"/>
                  </a:lnTo>
                  <a:lnTo>
                    <a:pt x="2031" y="1233"/>
                  </a:lnTo>
                  <a:lnTo>
                    <a:pt x="2031" y="1233"/>
                  </a:lnTo>
                  <a:lnTo>
                    <a:pt x="2033" y="1233"/>
                  </a:lnTo>
                  <a:lnTo>
                    <a:pt x="2033" y="1233"/>
                  </a:lnTo>
                  <a:lnTo>
                    <a:pt x="2033" y="1233"/>
                  </a:lnTo>
                  <a:lnTo>
                    <a:pt x="2036" y="1229"/>
                  </a:lnTo>
                  <a:lnTo>
                    <a:pt x="2036" y="1229"/>
                  </a:lnTo>
                  <a:lnTo>
                    <a:pt x="2038" y="1229"/>
                  </a:lnTo>
                  <a:lnTo>
                    <a:pt x="2038" y="1229"/>
                  </a:lnTo>
                  <a:lnTo>
                    <a:pt x="2040" y="1226"/>
                  </a:lnTo>
                  <a:lnTo>
                    <a:pt x="2040" y="1224"/>
                  </a:lnTo>
                  <a:lnTo>
                    <a:pt x="2043" y="1224"/>
                  </a:lnTo>
                  <a:lnTo>
                    <a:pt x="2043" y="1224"/>
                  </a:lnTo>
                  <a:lnTo>
                    <a:pt x="2043" y="1224"/>
                  </a:lnTo>
                  <a:lnTo>
                    <a:pt x="2040" y="1221"/>
                  </a:lnTo>
                  <a:lnTo>
                    <a:pt x="2040" y="1221"/>
                  </a:lnTo>
                  <a:lnTo>
                    <a:pt x="2038" y="1224"/>
                  </a:lnTo>
                  <a:lnTo>
                    <a:pt x="2038" y="1224"/>
                  </a:lnTo>
                  <a:lnTo>
                    <a:pt x="2036" y="1224"/>
                  </a:lnTo>
                  <a:lnTo>
                    <a:pt x="2036" y="1221"/>
                  </a:lnTo>
                  <a:lnTo>
                    <a:pt x="2038" y="1221"/>
                  </a:lnTo>
                  <a:lnTo>
                    <a:pt x="2038" y="1221"/>
                  </a:lnTo>
                  <a:lnTo>
                    <a:pt x="2038" y="1219"/>
                  </a:lnTo>
                  <a:lnTo>
                    <a:pt x="2038" y="1219"/>
                  </a:lnTo>
                  <a:lnTo>
                    <a:pt x="2036" y="1221"/>
                  </a:lnTo>
                  <a:lnTo>
                    <a:pt x="2036" y="1221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3" y="1221"/>
                  </a:lnTo>
                  <a:lnTo>
                    <a:pt x="2033" y="1221"/>
                  </a:lnTo>
                  <a:lnTo>
                    <a:pt x="2031" y="1219"/>
                  </a:lnTo>
                  <a:lnTo>
                    <a:pt x="2031" y="1219"/>
                  </a:lnTo>
                  <a:lnTo>
                    <a:pt x="2031" y="1217"/>
                  </a:lnTo>
                  <a:lnTo>
                    <a:pt x="2031" y="1217"/>
                  </a:lnTo>
                  <a:lnTo>
                    <a:pt x="2024" y="1219"/>
                  </a:lnTo>
                  <a:lnTo>
                    <a:pt x="2024" y="1219"/>
                  </a:lnTo>
                  <a:lnTo>
                    <a:pt x="2021" y="1219"/>
                  </a:lnTo>
                  <a:lnTo>
                    <a:pt x="2021" y="1219"/>
                  </a:lnTo>
                  <a:lnTo>
                    <a:pt x="2019" y="1219"/>
                  </a:lnTo>
                  <a:lnTo>
                    <a:pt x="2017" y="1219"/>
                  </a:lnTo>
                  <a:lnTo>
                    <a:pt x="2017" y="1219"/>
                  </a:lnTo>
                  <a:lnTo>
                    <a:pt x="2014" y="1219"/>
                  </a:lnTo>
                  <a:lnTo>
                    <a:pt x="2014" y="1219"/>
                  </a:lnTo>
                  <a:lnTo>
                    <a:pt x="2012" y="1221"/>
                  </a:lnTo>
                  <a:lnTo>
                    <a:pt x="2012" y="1224"/>
                  </a:lnTo>
                  <a:lnTo>
                    <a:pt x="2010" y="1224"/>
                  </a:lnTo>
                  <a:lnTo>
                    <a:pt x="2007" y="1221"/>
                  </a:lnTo>
                  <a:lnTo>
                    <a:pt x="2007" y="1221"/>
                  </a:lnTo>
                  <a:lnTo>
                    <a:pt x="2005" y="1221"/>
                  </a:lnTo>
                  <a:lnTo>
                    <a:pt x="2002" y="1219"/>
                  </a:lnTo>
                  <a:lnTo>
                    <a:pt x="2002" y="1219"/>
                  </a:lnTo>
                  <a:lnTo>
                    <a:pt x="2000" y="1217"/>
                  </a:lnTo>
                  <a:lnTo>
                    <a:pt x="2000" y="1217"/>
                  </a:lnTo>
                  <a:lnTo>
                    <a:pt x="1998" y="1217"/>
                  </a:lnTo>
                  <a:lnTo>
                    <a:pt x="1998" y="1217"/>
                  </a:lnTo>
                  <a:lnTo>
                    <a:pt x="2000" y="1214"/>
                  </a:lnTo>
                  <a:lnTo>
                    <a:pt x="2000" y="1214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7" y="1221"/>
                  </a:lnTo>
                  <a:lnTo>
                    <a:pt x="2010" y="1221"/>
                  </a:lnTo>
                  <a:lnTo>
                    <a:pt x="2010" y="1221"/>
                  </a:lnTo>
                  <a:lnTo>
                    <a:pt x="2012" y="1221"/>
                  </a:lnTo>
                  <a:lnTo>
                    <a:pt x="2012" y="1221"/>
                  </a:lnTo>
                  <a:lnTo>
                    <a:pt x="2012" y="1219"/>
                  </a:lnTo>
                  <a:lnTo>
                    <a:pt x="2012" y="1219"/>
                  </a:lnTo>
                  <a:lnTo>
                    <a:pt x="2014" y="1214"/>
                  </a:lnTo>
                  <a:lnTo>
                    <a:pt x="2017" y="1212"/>
                  </a:lnTo>
                  <a:lnTo>
                    <a:pt x="2017" y="1210"/>
                  </a:lnTo>
                  <a:lnTo>
                    <a:pt x="2017" y="1210"/>
                  </a:lnTo>
                  <a:lnTo>
                    <a:pt x="2014" y="1207"/>
                  </a:lnTo>
                  <a:lnTo>
                    <a:pt x="2012" y="1207"/>
                  </a:lnTo>
                  <a:lnTo>
                    <a:pt x="2010" y="1205"/>
                  </a:lnTo>
                  <a:lnTo>
                    <a:pt x="2007" y="1205"/>
                  </a:lnTo>
                  <a:lnTo>
                    <a:pt x="2007" y="1202"/>
                  </a:lnTo>
                  <a:lnTo>
                    <a:pt x="2005" y="1205"/>
                  </a:lnTo>
                  <a:lnTo>
                    <a:pt x="2005" y="1205"/>
                  </a:lnTo>
                  <a:lnTo>
                    <a:pt x="2005" y="1207"/>
                  </a:lnTo>
                  <a:lnTo>
                    <a:pt x="2005" y="1207"/>
                  </a:lnTo>
                  <a:lnTo>
                    <a:pt x="2002" y="1207"/>
                  </a:lnTo>
                  <a:lnTo>
                    <a:pt x="2000" y="1207"/>
                  </a:lnTo>
                  <a:lnTo>
                    <a:pt x="2000" y="1207"/>
                  </a:lnTo>
                  <a:lnTo>
                    <a:pt x="2000" y="1207"/>
                  </a:lnTo>
                  <a:lnTo>
                    <a:pt x="2000" y="1207"/>
                  </a:lnTo>
                  <a:lnTo>
                    <a:pt x="2002" y="1207"/>
                  </a:lnTo>
                  <a:lnTo>
                    <a:pt x="2002" y="1207"/>
                  </a:lnTo>
                  <a:lnTo>
                    <a:pt x="2002" y="1205"/>
                  </a:lnTo>
                  <a:lnTo>
                    <a:pt x="2002" y="1205"/>
                  </a:lnTo>
                  <a:lnTo>
                    <a:pt x="2002" y="1205"/>
                  </a:lnTo>
                  <a:lnTo>
                    <a:pt x="2000" y="1202"/>
                  </a:lnTo>
                  <a:lnTo>
                    <a:pt x="2002" y="1202"/>
                  </a:lnTo>
                  <a:lnTo>
                    <a:pt x="2005" y="1202"/>
                  </a:lnTo>
                  <a:lnTo>
                    <a:pt x="2007" y="1200"/>
                  </a:lnTo>
                  <a:lnTo>
                    <a:pt x="2010" y="1200"/>
                  </a:lnTo>
                  <a:lnTo>
                    <a:pt x="2012" y="1200"/>
                  </a:lnTo>
                  <a:lnTo>
                    <a:pt x="2012" y="1200"/>
                  </a:lnTo>
                  <a:lnTo>
                    <a:pt x="2014" y="1200"/>
                  </a:lnTo>
                  <a:lnTo>
                    <a:pt x="2017" y="1200"/>
                  </a:lnTo>
                  <a:lnTo>
                    <a:pt x="2017" y="1202"/>
                  </a:lnTo>
                  <a:lnTo>
                    <a:pt x="2017" y="1202"/>
                  </a:lnTo>
                  <a:lnTo>
                    <a:pt x="2019" y="1205"/>
                  </a:lnTo>
                  <a:lnTo>
                    <a:pt x="2019" y="1205"/>
                  </a:lnTo>
                  <a:lnTo>
                    <a:pt x="2021" y="1205"/>
                  </a:lnTo>
                  <a:lnTo>
                    <a:pt x="2021" y="1205"/>
                  </a:lnTo>
                  <a:lnTo>
                    <a:pt x="2024" y="1202"/>
                  </a:lnTo>
                  <a:lnTo>
                    <a:pt x="2024" y="1202"/>
                  </a:lnTo>
                  <a:lnTo>
                    <a:pt x="2024" y="1202"/>
                  </a:lnTo>
                  <a:lnTo>
                    <a:pt x="2024" y="1202"/>
                  </a:lnTo>
                  <a:lnTo>
                    <a:pt x="2026" y="1202"/>
                  </a:lnTo>
                  <a:lnTo>
                    <a:pt x="2028" y="1202"/>
                  </a:lnTo>
                  <a:lnTo>
                    <a:pt x="2028" y="1202"/>
                  </a:lnTo>
                  <a:lnTo>
                    <a:pt x="2031" y="1202"/>
                  </a:lnTo>
                  <a:lnTo>
                    <a:pt x="2031" y="1202"/>
                  </a:lnTo>
                  <a:lnTo>
                    <a:pt x="2033" y="1200"/>
                  </a:lnTo>
                  <a:lnTo>
                    <a:pt x="2033" y="1200"/>
                  </a:lnTo>
                  <a:lnTo>
                    <a:pt x="2031" y="1198"/>
                  </a:lnTo>
                  <a:lnTo>
                    <a:pt x="2031" y="1195"/>
                  </a:lnTo>
                  <a:lnTo>
                    <a:pt x="2033" y="1195"/>
                  </a:lnTo>
                  <a:lnTo>
                    <a:pt x="2036" y="1195"/>
                  </a:lnTo>
                  <a:lnTo>
                    <a:pt x="2036" y="1195"/>
                  </a:lnTo>
                  <a:lnTo>
                    <a:pt x="2036" y="1193"/>
                  </a:lnTo>
                  <a:lnTo>
                    <a:pt x="2036" y="1193"/>
                  </a:lnTo>
                  <a:lnTo>
                    <a:pt x="2036" y="1193"/>
                  </a:lnTo>
                  <a:lnTo>
                    <a:pt x="2036" y="1191"/>
                  </a:lnTo>
                  <a:lnTo>
                    <a:pt x="2038" y="1191"/>
                  </a:lnTo>
                  <a:lnTo>
                    <a:pt x="2038" y="1191"/>
                  </a:lnTo>
                  <a:lnTo>
                    <a:pt x="2038" y="1191"/>
                  </a:lnTo>
                  <a:lnTo>
                    <a:pt x="2040" y="1188"/>
                  </a:lnTo>
                  <a:lnTo>
                    <a:pt x="2040" y="1188"/>
                  </a:lnTo>
                  <a:lnTo>
                    <a:pt x="2038" y="1188"/>
                  </a:lnTo>
                  <a:lnTo>
                    <a:pt x="2038" y="1188"/>
                  </a:lnTo>
                  <a:lnTo>
                    <a:pt x="2036" y="1186"/>
                  </a:lnTo>
                  <a:lnTo>
                    <a:pt x="2036" y="1186"/>
                  </a:lnTo>
                  <a:lnTo>
                    <a:pt x="2036" y="1186"/>
                  </a:lnTo>
                  <a:lnTo>
                    <a:pt x="2036" y="1186"/>
                  </a:lnTo>
                  <a:lnTo>
                    <a:pt x="2026" y="1191"/>
                  </a:lnTo>
                  <a:lnTo>
                    <a:pt x="2024" y="1193"/>
                  </a:lnTo>
                  <a:lnTo>
                    <a:pt x="2024" y="1193"/>
                  </a:lnTo>
                  <a:lnTo>
                    <a:pt x="2021" y="1193"/>
                  </a:lnTo>
                  <a:lnTo>
                    <a:pt x="2021" y="1193"/>
                  </a:lnTo>
                  <a:lnTo>
                    <a:pt x="2024" y="1191"/>
                  </a:lnTo>
                  <a:lnTo>
                    <a:pt x="2024" y="1191"/>
                  </a:lnTo>
                  <a:lnTo>
                    <a:pt x="2024" y="1191"/>
                  </a:lnTo>
                  <a:lnTo>
                    <a:pt x="2024" y="1188"/>
                  </a:lnTo>
                  <a:lnTo>
                    <a:pt x="2024" y="1188"/>
                  </a:lnTo>
                  <a:lnTo>
                    <a:pt x="2026" y="1188"/>
                  </a:lnTo>
                  <a:lnTo>
                    <a:pt x="2026" y="1188"/>
                  </a:lnTo>
                  <a:lnTo>
                    <a:pt x="2026" y="1188"/>
                  </a:lnTo>
                  <a:lnTo>
                    <a:pt x="2028" y="1188"/>
                  </a:lnTo>
                  <a:lnTo>
                    <a:pt x="2028" y="1186"/>
                  </a:lnTo>
                  <a:lnTo>
                    <a:pt x="2028" y="1186"/>
                  </a:lnTo>
                  <a:lnTo>
                    <a:pt x="2028" y="1186"/>
                  </a:lnTo>
                  <a:lnTo>
                    <a:pt x="2031" y="1184"/>
                  </a:lnTo>
                  <a:lnTo>
                    <a:pt x="2031" y="1184"/>
                  </a:lnTo>
                  <a:lnTo>
                    <a:pt x="2031" y="1184"/>
                  </a:lnTo>
                  <a:lnTo>
                    <a:pt x="2031" y="1181"/>
                  </a:lnTo>
                  <a:lnTo>
                    <a:pt x="2031" y="1181"/>
                  </a:lnTo>
                  <a:lnTo>
                    <a:pt x="2028" y="1181"/>
                  </a:lnTo>
                  <a:lnTo>
                    <a:pt x="2028" y="1179"/>
                  </a:lnTo>
                  <a:lnTo>
                    <a:pt x="2026" y="1181"/>
                  </a:lnTo>
                  <a:lnTo>
                    <a:pt x="2026" y="1179"/>
                  </a:lnTo>
                  <a:lnTo>
                    <a:pt x="2019" y="1176"/>
                  </a:lnTo>
                  <a:lnTo>
                    <a:pt x="2017" y="1174"/>
                  </a:lnTo>
                  <a:lnTo>
                    <a:pt x="2017" y="1174"/>
                  </a:lnTo>
                  <a:lnTo>
                    <a:pt x="2010" y="1176"/>
                  </a:lnTo>
                  <a:lnTo>
                    <a:pt x="2010" y="1176"/>
                  </a:lnTo>
                  <a:lnTo>
                    <a:pt x="2010" y="1176"/>
                  </a:lnTo>
                  <a:lnTo>
                    <a:pt x="2010" y="1179"/>
                  </a:lnTo>
                  <a:lnTo>
                    <a:pt x="2010" y="1181"/>
                  </a:lnTo>
                  <a:lnTo>
                    <a:pt x="2007" y="1181"/>
                  </a:lnTo>
                  <a:lnTo>
                    <a:pt x="2005" y="1181"/>
                  </a:lnTo>
                  <a:lnTo>
                    <a:pt x="2005" y="1181"/>
                  </a:lnTo>
                  <a:lnTo>
                    <a:pt x="2007" y="1176"/>
                  </a:lnTo>
                  <a:lnTo>
                    <a:pt x="2007" y="1176"/>
                  </a:lnTo>
                  <a:lnTo>
                    <a:pt x="2007" y="1174"/>
                  </a:lnTo>
                  <a:lnTo>
                    <a:pt x="2007" y="1174"/>
                  </a:lnTo>
                  <a:lnTo>
                    <a:pt x="2007" y="1172"/>
                  </a:lnTo>
                  <a:lnTo>
                    <a:pt x="2010" y="1172"/>
                  </a:lnTo>
                  <a:lnTo>
                    <a:pt x="2012" y="1174"/>
                  </a:lnTo>
                  <a:lnTo>
                    <a:pt x="2012" y="1174"/>
                  </a:lnTo>
                  <a:lnTo>
                    <a:pt x="2017" y="1172"/>
                  </a:lnTo>
                  <a:lnTo>
                    <a:pt x="2017" y="1172"/>
                  </a:lnTo>
                  <a:lnTo>
                    <a:pt x="2021" y="1172"/>
                  </a:lnTo>
                  <a:lnTo>
                    <a:pt x="2024" y="1174"/>
                  </a:lnTo>
                  <a:lnTo>
                    <a:pt x="2024" y="1174"/>
                  </a:lnTo>
                  <a:lnTo>
                    <a:pt x="2024" y="1174"/>
                  </a:lnTo>
                  <a:lnTo>
                    <a:pt x="2026" y="1176"/>
                  </a:lnTo>
                  <a:lnTo>
                    <a:pt x="2026" y="1176"/>
                  </a:lnTo>
                  <a:lnTo>
                    <a:pt x="2026" y="1176"/>
                  </a:lnTo>
                  <a:lnTo>
                    <a:pt x="2031" y="1174"/>
                  </a:lnTo>
                  <a:lnTo>
                    <a:pt x="2031" y="1174"/>
                  </a:lnTo>
                  <a:lnTo>
                    <a:pt x="2031" y="1172"/>
                  </a:lnTo>
                  <a:lnTo>
                    <a:pt x="2031" y="1172"/>
                  </a:lnTo>
                  <a:lnTo>
                    <a:pt x="2031" y="1172"/>
                  </a:lnTo>
                  <a:lnTo>
                    <a:pt x="2031" y="1169"/>
                  </a:lnTo>
                  <a:lnTo>
                    <a:pt x="2031" y="1169"/>
                  </a:lnTo>
                  <a:lnTo>
                    <a:pt x="2031" y="1169"/>
                  </a:lnTo>
                  <a:lnTo>
                    <a:pt x="2033" y="1169"/>
                  </a:lnTo>
                  <a:lnTo>
                    <a:pt x="2033" y="1169"/>
                  </a:lnTo>
                  <a:lnTo>
                    <a:pt x="2033" y="1169"/>
                  </a:lnTo>
                  <a:lnTo>
                    <a:pt x="2033" y="1167"/>
                  </a:lnTo>
                  <a:lnTo>
                    <a:pt x="2033" y="1167"/>
                  </a:lnTo>
                  <a:lnTo>
                    <a:pt x="2033" y="1167"/>
                  </a:lnTo>
                  <a:lnTo>
                    <a:pt x="2033" y="1165"/>
                  </a:lnTo>
                  <a:lnTo>
                    <a:pt x="2033" y="1165"/>
                  </a:lnTo>
                  <a:lnTo>
                    <a:pt x="2033" y="1165"/>
                  </a:lnTo>
                  <a:lnTo>
                    <a:pt x="2031" y="1162"/>
                  </a:lnTo>
                  <a:lnTo>
                    <a:pt x="2028" y="1162"/>
                  </a:lnTo>
                  <a:lnTo>
                    <a:pt x="2026" y="1160"/>
                  </a:lnTo>
                  <a:lnTo>
                    <a:pt x="2024" y="1158"/>
                  </a:lnTo>
                  <a:lnTo>
                    <a:pt x="2021" y="1158"/>
                  </a:lnTo>
                  <a:lnTo>
                    <a:pt x="2021" y="1158"/>
                  </a:lnTo>
                  <a:lnTo>
                    <a:pt x="2019" y="1158"/>
                  </a:lnTo>
                  <a:lnTo>
                    <a:pt x="2019" y="1158"/>
                  </a:lnTo>
                  <a:lnTo>
                    <a:pt x="2017" y="1155"/>
                  </a:lnTo>
                  <a:lnTo>
                    <a:pt x="2012" y="1158"/>
                  </a:lnTo>
                  <a:lnTo>
                    <a:pt x="2007" y="1158"/>
                  </a:lnTo>
                  <a:lnTo>
                    <a:pt x="2010" y="1155"/>
                  </a:lnTo>
                  <a:lnTo>
                    <a:pt x="2010" y="1155"/>
                  </a:lnTo>
                  <a:lnTo>
                    <a:pt x="2010" y="1153"/>
                  </a:lnTo>
                  <a:lnTo>
                    <a:pt x="2005" y="1153"/>
                  </a:lnTo>
                  <a:lnTo>
                    <a:pt x="2005" y="1155"/>
                  </a:lnTo>
                  <a:lnTo>
                    <a:pt x="2005" y="1155"/>
                  </a:lnTo>
                  <a:lnTo>
                    <a:pt x="2002" y="1155"/>
                  </a:lnTo>
                  <a:lnTo>
                    <a:pt x="1998" y="1158"/>
                  </a:lnTo>
                  <a:lnTo>
                    <a:pt x="1998" y="1158"/>
                  </a:lnTo>
                  <a:lnTo>
                    <a:pt x="1998" y="1160"/>
                  </a:lnTo>
                  <a:lnTo>
                    <a:pt x="1998" y="1158"/>
                  </a:lnTo>
                  <a:lnTo>
                    <a:pt x="1998" y="1158"/>
                  </a:lnTo>
                  <a:lnTo>
                    <a:pt x="1998" y="1155"/>
                  </a:lnTo>
                  <a:lnTo>
                    <a:pt x="2002" y="1153"/>
                  </a:lnTo>
                  <a:lnTo>
                    <a:pt x="2002" y="1150"/>
                  </a:lnTo>
                  <a:lnTo>
                    <a:pt x="2002" y="1150"/>
                  </a:lnTo>
                  <a:lnTo>
                    <a:pt x="2002" y="1148"/>
                  </a:lnTo>
                  <a:lnTo>
                    <a:pt x="2000" y="1148"/>
                  </a:lnTo>
                  <a:lnTo>
                    <a:pt x="2000" y="1148"/>
                  </a:lnTo>
                  <a:lnTo>
                    <a:pt x="2000" y="1150"/>
                  </a:lnTo>
                  <a:lnTo>
                    <a:pt x="2000" y="1150"/>
                  </a:lnTo>
                  <a:lnTo>
                    <a:pt x="2000" y="1150"/>
                  </a:lnTo>
                  <a:lnTo>
                    <a:pt x="1998" y="1150"/>
                  </a:lnTo>
                  <a:lnTo>
                    <a:pt x="1998" y="1148"/>
                  </a:lnTo>
                  <a:lnTo>
                    <a:pt x="1998" y="1148"/>
                  </a:lnTo>
                  <a:lnTo>
                    <a:pt x="1995" y="1150"/>
                  </a:lnTo>
                  <a:lnTo>
                    <a:pt x="1995" y="1150"/>
                  </a:lnTo>
                  <a:lnTo>
                    <a:pt x="1995" y="1150"/>
                  </a:lnTo>
                  <a:lnTo>
                    <a:pt x="1995" y="1150"/>
                  </a:lnTo>
                  <a:lnTo>
                    <a:pt x="1995" y="1155"/>
                  </a:lnTo>
                  <a:lnTo>
                    <a:pt x="1995" y="1158"/>
                  </a:lnTo>
                  <a:lnTo>
                    <a:pt x="1995" y="1158"/>
                  </a:lnTo>
                  <a:lnTo>
                    <a:pt x="1993" y="1158"/>
                  </a:lnTo>
                  <a:lnTo>
                    <a:pt x="1993" y="1158"/>
                  </a:lnTo>
                  <a:lnTo>
                    <a:pt x="1993" y="1158"/>
                  </a:lnTo>
                  <a:lnTo>
                    <a:pt x="1993" y="1155"/>
                  </a:lnTo>
                  <a:lnTo>
                    <a:pt x="1993" y="1155"/>
                  </a:lnTo>
                  <a:lnTo>
                    <a:pt x="1991" y="1155"/>
                  </a:lnTo>
                  <a:lnTo>
                    <a:pt x="1991" y="1153"/>
                  </a:lnTo>
                  <a:lnTo>
                    <a:pt x="1991" y="1153"/>
                  </a:lnTo>
                  <a:lnTo>
                    <a:pt x="1991" y="1150"/>
                  </a:lnTo>
                  <a:lnTo>
                    <a:pt x="1991" y="1148"/>
                  </a:lnTo>
                  <a:lnTo>
                    <a:pt x="1988" y="1146"/>
                  </a:lnTo>
                  <a:lnTo>
                    <a:pt x="1988" y="1146"/>
                  </a:lnTo>
                  <a:lnTo>
                    <a:pt x="1986" y="1146"/>
                  </a:lnTo>
                  <a:lnTo>
                    <a:pt x="1984" y="1148"/>
                  </a:lnTo>
                  <a:lnTo>
                    <a:pt x="1984" y="1148"/>
                  </a:lnTo>
                  <a:lnTo>
                    <a:pt x="1984" y="1150"/>
                  </a:lnTo>
                  <a:lnTo>
                    <a:pt x="1984" y="1150"/>
                  </a:lnTo>
                  <a:lnTo>
                    <a:pt x="1984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3"/>
                  </a:lnTo>
                  <a:lnTo>
                    <a:pt x="1981" y="1153"/>
                  </a:lnTo>
                  <a:lnTo>
                    <a:pt x="1984" y="1155"/>
                  </a:lnTo>
                  <a:lnTo>
                    <a:pt x="1986" y="1158"/>
                  </a:lnTo>
                  <a:lnTo>
                    <a:pt x="1986" y="1158"/>
                  </a:lnTo>
                  <a:lnTo>
                    <a:pt x="1986" y="1160"/>
                  </a:lnTo>
                  <a:lnTo>
                    <a:pt x="1984" y="1160"/>
                  </a:lnTo>
                  <a:lnTo>
                    <a:pt x="1984" y="1162"/>
                  </a:lnTo>
                  <a:lnTo>
                    <a:pt x="1981" y="1162"/>
                  </a:lnTo>
                  <a:lnTo>
                    <a:pt x="1984" y="1165"/>
                  </a:lnTo>
                  <a:lnTo>
                    <a:pt x="1984" y="1165"/>
                  </a:lnTo>
                  <a:lnTo>
                    <a:pt x="1984" y="1165"/>
                  </a:lnTo>
                  <a:lnTo>
                    <a:pt x="1984" y="1165"/>
                  </a:lnTo>
                  <a:lnTo>
                    <a:pt x="1986" y="1167"/>
                  </a:lnTo>
                  <a:lnTo>
                    <a:pt x="1986" y="1169"/>
                  </a:lnTo>
                  <a:lnTo>
                    <a:pt x="1986" y="1169"/>
                  </a:lnTo>
                  <a:lnTo>
                    <a:pt x="1988" y="1169"/>
                  </a:lnTo>
                  <a:lnTo>
                    <a:pt x="1988" y="1169"/>
                  </a:lnTo>
                  <a:lnTo>
                    <a:pt x="1991" y="1169"/>
                  </a:lnTo>
                  <a:lnTo>
                    <a:pt x="1991" y="1172"/>
                  </a:lnTo>
                  <a:lnTo>
                    <a:pt x="1993" y="1172"/>
                  </a:lnTo>
                  <a:lnTo>
                    <a:pt x="1995" y="1172"/>
                  </a:lnTo>
                  <a:lnTo>
                    <a:pt x="1995" y="1174"/>
                  </a:lnTo>
                  <a:lnTo>
                    <a:pt x="1995" y="1174"/>
                  </a:lnTo>
                  <a:lnTo>
                    <a:pt x="1995" y="1174"/>
                  </a:lnTo>
                  <a:lnTo>
                    <a:pt x="1995" y="1176"/>
                  </a:lnTo>
                  <a:lnTo>
                    <a:pt x="1995" y="1176"/>
                  </a:lnTo>
                  <a:lnTo>
                    <a:pt x="1991" y="1172"/>
                  </a:lnTo>
                  <a:lnTo>
                    <a:pt x="1988" y="1172"/>
                  </a:lnTo>
                  <a:lnTo>
                    <a:pt x="1986" y="1169"/>
                  </a:lnTo>
                  <a:lnTo>
                    <a:pt x="1986" y="1172"/>
                  </a:lnTo>
                  <a:lnTo>
                    <a:pt x="1984" y="1169"/>
                  </a:lnTo>
                  <a:lnTo>
                    <a:pt x="1984" y="1169"/>
                  </a:lnTo>
                  <a:lnTo>
                    <a:pt x="1981" y="1167"/>
                  </a:lnTo>
                  <a:lnTo>
                    <a:pt x="1981" y="1165"/>
                  </a:lnTo>
                  <a:lnTo>
                    <a:pt x="1979" y="1165"/>
                  </a:lnTo>
                  <a:lnTo>
                    <a:pt x="1979" y="1165"/>
                  </a:lnTo>
                  <a:lnTo>
                    <a:pt x="1976" y="1165"/>
                  </a:lnTo>
                  <a:lnTo>
                    <a:pt x="1976" y="1165"/>
                  </a:lnTo>
                  <a:lnTo>
                    <a:pt x="1974" y="1165"/>
                  </a:lnTo>
                  <a:lnTo>
                    <a:pt x="1974" y="1165"/>
                  </a:lnTo>
                  <a:lnTo>
                    <a:pt x="1974" y="1165"/>
                  </a:lnTo>
                  <a:lnTo>
                    <a:pt x="1972" y="1167"/>
                  </a:lnTo>
                  <a:lnTo>
                    <a:pt x="1972" y="1167"/>
                  </a:lnTo>
                  <a:lnTo>
                    <a:pt x="1972" y="1169"/>
                  </a:lnTo>
                  <a:lnTo>
                    <a:pt x="1972" y="1169"/>
                  </a:lnTo>
                  <a:lnTo>
                    <a:pt x="1972" y="1169"/>
                  </a:lnTo>
                  <a:lnTo>
                    <a:pt x="1974" y="1169"/>
                  </a:lnTo>
                  <a:lnTo>
                    <a:pt x="1974" y="1172"/>
                  </a:lnTo>
                  <a:lnTo>
                    <a:pt x="1974" y="1172"/>
                  </a:lnTo>
                  <a:lnTo>
                    <a:pt x="1976" y="1172"/>
                  </a:lnTo>
                  <a:lnTo>
                    <a:pt x="1976" y="1174"/>
                  </a:lnTo>
                  <a:lnTo>
                    <a:pt x="1976" y="1174"/>
                  </a:lnTo>
                  <a:lnTo>
                    <a:pt x="1979" y="1176"/>
                  </a:lnTo>
                  <a:lnTo>
                    <a:pt x="1979" y="1176"/>
                  </a:lnTo>
                  <a:lnTo>
                    <a:pt x="1979" y="1179"/>
                  </a:lnTo>
                  <a:lnTo>
                    <a:pt x="1979" y="1179"/>
                  </a:lnTo>
                  <a:lnTo>
                    <a:pt x="1979" y="1181"/>
                  </a:lnTo>
                  <a:lnTo>
                    <a:pt x="1979" y="1184"/>
                  </a:lnTo>
                  <a:lnTo>
                    <a:pt x="1981" y="1184"/>
                  </a:lnTo>
                  <a:lnTo>
                    <a:pt x="1981" y="1184"/>
                  </a:lnTo>
                  <a:lnTo>
                    <a:pt x="1981" y="1186"/>
                  </a:lnTo>
                  <a:lnTo>
                    <a:pt x="1981" y="1186"/>
                  </a:lnTo>
                  <a:lnTo>
                    <a:pt x="1981" y="1186"/>
                  </a:lnTo>
                  <a:lnTo>
                    <a:pt x="1981" y="1188"/>
                  </a:lnTo>
                  <a:lnTo>
                    <a:pt x="1984" y="1188"/>
                  </a:lnTo>
                  <a:lnTo>
                    <a:pt x="1984" y="1191"/>
                  </a:lnTo>
                  <a:lnTo>
                    <a:pt x="1981" y="1191"/>
                  </a:lnTo>
                  <a:lnTo>
                    <a:pt x="1984" y="1193"/>
                  </a:lnTo>
                  <a:lnTo>
                    <a:pt x="1981" y="1193"/>
                  </a:lnTo>
                  <a:lnTo>
                    <a:pt x="1981" y="1191"/>
                  </a:lnTo>
                  <a:lnTo>
                    <a:pt x="1981" y="1188"/>
                  </a:lnTo>
                  <a:lnTo>
                    <a:pt x="1981" y="1186"/>
                  </a:lnTo>
                  <a:lnTo>
                    <a:pt x="1981" y="1186"/>
                  </a:lnTo>
                  <a:lnTo>
                    <a:pt x="1979" y="1186"/>
                  </a:lnTo>
                  <a:lnTo>
                    <a:pt x="1979" y="1186"/>
                  </a:lnTo>
                  <a:lnTo>
                    <a:pt x="1979" y="1184"/>
                  </a:lnTo>
                  <a:lnTo>
                    <a:pt x="1979" y="1184"/>
                  </a:lnTo>
                  <a:lnTo>
                    <a:pt x="1976" y="1181"/>
                  </a:lnTo>
                  <a:lnTo>
                    <a:pt x="1976" y="1181"/>
                  </a:lnTo>
                  <a:lnTo>
                    <a:pt x="1976" y="1179"/>
                  </a:lnTo>
                  <a:lnTo>
                    <a:pt x="1976" y="1176"/>
                  </a:lnTo>
                  <a:lnTo>
                    <a:pt x="1974" y="1174"/>
                  </a:lnTo>
                  <a:lnTo>
                    <a:pt x="1972" y="1172"/>
                  </a:lnTo>
                  <a:lnTo>
                    <a:pt x="1969" y="1169"/>
                  </a:lnTo>
                  <a:lnTo>
                    <a:pt x="1969" y="1169"/>
                  </a:lnTo>
                  <a:lnTo>
                    <a:pt x="1967" y="1167"/>
                  </a:lnTo>
                  <a:lnTo>
                    <a:pt x="1967" y="1167"/>
                  </a:lnTo>
                  <a:lnTo>
                    <a:pt x="1965" y="1167"/>
                  </a:lnTo>
                  <a:lnTo>
                    <a:pt x="1965" y="1167"/>
                  </a:lnTo>
                  <a:lnTo>
                    <a:pt x="1965" y="1169"/>
                  </a:lnTo>
                  <a:lnTo>
                    <a:pt x="1965" y="1169"/>
                  </a:lnTo>
                  <a:lnTo>
                    <a:pt x="1965" y="1169"/>
                  </a:lnTo>
                  <a:lnTo>
                    <a:pt x="1965" y="1172"/>
                  </a:lnTo>
                  <a:lnTo>
                    <a:pt x="1960" y="1174"/>
                  </a:lnTo>
                  <a:lnTo>
                    <a:pt x="1960" y="1176"/>
                  </a:lnTo>
                  <a:lnTo>
                    <a:pt x="1960" y="1179"/>
                  </a:lnTo>
                  <a:lnTo>
                    <a:pt x="1957" y="1179"/>
                  </a:lnTo>
                  <a:lnTo>
                    <a:pt x="1955" y="1181"/>
                  </a:lnTo>
                  <a:lnTo>
                    <a:pt x="1957" y="1184"/>
                  </a:lnTo>
                  <a:lnTo>
                    <a:pt x="1960" y="1186"/>
                  </a:lnTo>
                  <a:lnTo>
                    <a:pt x="1960" y="1188"/>
                  </a:lnTo>
                  <a:lnTo>
                    <a:pt x="1962" y="1188"/>
                  </a:lnTo>
                  <a:lnTo>
                    <a:pt x="1962" y="1193"/>
                  </a:lnTo>
                  <a:lnTo>
                    <a:pt x="1962" y="1193"/>
                  </a:lnTo>
                  <a:lnTo>
                    <a:pt x="1962" y="1195"/>
                  </a:lnTo>
                  <a:lnTo>
                    <a:pt x="1962" y="1195"/>
                  </a:lnTo>
                  <a:lnTo>
                    <a:pt x="1962" y="1198"/>
                  </a:lnTo>
                  <a:lnTo>
                    <a:pt x="1962" y="1198"/>
                  </a:lnTo>
                  <a:lnTo>
                    <a:pt x="1960" y="1191"/>
                  </a:lnTo>
                  <a:lnTo>
                    <a:pt x="1957" y="1188"/>
                  </a:lnTo>
                  <a:lnTo>
                    <a:pt x="1957" y="1186"/>
                  </a:lnTo>
                  <a:lnTo>
                    <a:pt x="1955" y="1184"/>
                  </a:lnTo>
                  <a:lnTo>
                    <a:pt x="1953" y="1181"/>
                  </a:lnTo>
                  <a:lnTo>
                    <a:pt x="1953" y="1181"/>
                  </a:lnTo>
                  <a:lnTo>
                    <a:pt x="1953" y="1181"/>
                  </a:lnTo>
                  <a:lnTo>
                    <a:pt x="1950" y="1181"/>
                  </a:lnTo>
                  <a:lnTo>
                    <a:pt x="1950" y="1181"/>
                  </a:lnTo>
                  <a:lnTo>
                    <a:pt x="1950" y="1184"/>
                  </a:lnTo>
                  <a:lnTo>
                    <a:pt x="1953" y="1184"/>
                  </a:lnTo>
                  <a:lnTo>
                    <a:pt x="1953" y="1184"/>
                  </a:lnTo>
                  <a:lnTo>
                    <a:pt x="1953" y="1186"/>
                  </a:lnTo>
                  <a:lnTo>
                    <a:pt x="1953" y="1186"/>
                  </a:lnTo>
                  <a:lnTo>
                    <a:pt x="1955" y="1186"/>
                  </a:lnTo>
                  <a:lnTo>
                    <a:pt x="1955" y="1186"/>
                  </a:lnTo>
                  <a:lnTo>
                    <a:pt x="1955" y="1188"/>
                  </a:lnTo>
                  <a:lnTo>
                    <a:pt x="1955" y="1188"/>
                  </a:lnTo>
                  <a:lnTo>
                    <a:pt x="1955" y="1188"/>
                  </a:lnTo>
                  <a:lnTo>
                    <a:pt x="1955" y="1191"/>
                  </a:lnTo>
                  <a:lnTo>
                    <a:pt x="1953" y="1191"/>
                  </a:lnTo>
                  <a:lnTo>
                    <a:pt x="1946" y="1195"/>
                  </a:lnTo>
                  <a:lnTo>
                    <a:pt x="1946" y="1193"/>
                  </a:lnTo>
                  <a:lnTo>
                    <a:pt x="1946" y="1193"/>
                  </a:lnTo>
                  <a:lnTo>
                    <a:pt x="1948" y="1193"/>
                  </a:lnTo>
                  <a:lnTo>
                    <a:pt x="1950" y="1191"/>
                  </a:lnTo>
                  <a:lnTo>
                    <a:pt x="1953" y="1191"/>
                  </a:lnTo>
                  <a:lnTo>
                    <a:pt x="1953" y="1188"/>
                  </a:lnTo>
                  <a:lnTo>
                    <a:pt x="1953" y="1188"/>
                  </a:lnTo>
                  <a:lnTo>
                    <a:pt x="1950" y="1186"/>
                  </a:lnTo>
                  <a:lnTo>
                    <a:pt x="1950" y="1186"/>
                  </a:lnTo>
                  <a:lnTo>
                    <a:pt x="1950" y="1186"/>
                  </a:lnTo>
                  <a:lnTo>
                    <a:pt x="1950" y="1186"/>
                  </a:lnTo>
                  <a:lnTo>
                    <a:pt x="1950" y="1184"/>
                  </a:lnTo>
                  <a:lnTo>
                    <a:pt x="1950" y="1181"/>
                  </a:lnTo>
                  <a:lnTo>
                    <a:pt x="1950" y="1181"/>
                  </a:lnTo>
                  <a:lnTo>
                    <a:pt x="1955" y="1179"/>
                  </a:lnTo>
                  <a:lnTo>
                    <a:pt x="1955" y="1176"/>
                  </a:lnTo>
                  <a:lnTo>
                    <a:pt x="1955" y="1174"/>
                  </a:lnTo>
                  <a:lnTo>
                    <a:pt x="1955" y="1172"/>
                  </a:lnTo>
                  <a:lnTo>
                    <a:pt x="1955" y="1172"/>
                  </a:lnTo>
                  <a:lnTo>
                    <a:pt x="1953" y="1169"/>
                  </a:lnTo>
                  <a:lnTo>
                    <a:pt x="1953" y="1167"/>
                  </a:lnTo>
                  <a:lnTo>
                    <a:pt x="1948" y="1165"/>
                  </a:lnTo>
                  <a:lnTo>
                    <a:pt x="1948" y="1165"/>
                  </a:lnTo>
                  <a:lnTo>
                    <a:pt x="1948" y="1165"/>
                  </a:lnTo>
                  <a:lnTo>
                    <a:pt x="1948" y="1162"/>
                  </a:lnTo>
                  <a:lnTo>
                    <a:pt x="1948" y="1162"/>
                  </a:lnTo>
                  <a:lnTo>
                    <a:pt x="1948" y="1160"/>
                  </a:lnTo>
                  <a:lnTo>
                    <a:pt x="1950" y="1155"/>
                  </a:lnTo>
                  <a:lnTo>
                    <a:pt x="1950" y="1155"/>
                  </a:lnTo>
                  <a:lnTo>
                    <a:pt x="1950" y="1150"/>
                  </a:lnTo>
                  <a:lnTo>
                    <a:pt x="1950" y="1150"/>
                  </a:lnTo>
                  <a:lnTo>
                    <a:pt x="1948" y="1148"/>
                  </a:lnTo>
                  <a:lnTo>
                    <a:pt x="1946" y="1146"/>
                  </a:lnTo>
                  <a:lnTo>
                    <a:pt x="1946" y="1143"/>
                  </a:lnTo>
                  <a:lnTo>
                    <a:pt x="1943" y="1143"/>
                  </a:lnTo>
                  <a:lnTo>
                    <a:pt x="1941" y="1143"/>
                  </a:lnTo>
                  <a:lnTo>
                    <a:pt x="1939" y="1143"/>
                  </a:lnTo>
                  <a:lnTo>
                    <a:pt x="1939" y="1146"/>
                  </a:lnTo>
                  <a:lnTo>
                    <a:pt x="1941" y="1146"/>
                  </a:lnTo>
                  <a:lnTo>
                    <a:pt x="1941" y="1148"/>
                  </a:lnTo>
                  <a:lnTo>
                    <a:pt x="1941" y="1148"/>
                  </a:lnTo>
                  <a:lnTo>
                    <a:pt x="1941" y="1150"/>
                  </a:lnTo>
                  <a:lnTo>
                    <a:pt x="1941" y="1153"/>
                  </a:lnTo>
                  <a:lnTo>
                    <a:pt x="1941" y="1153"/>
                  </a:lnTo>
                  <a:lnTo>
                    <a:pt x="1939" y="1153"/>
                  </a:lnTo>
                  <a:lnTo>
                    <a:pt x="1941" y="1150"/>
                  </a:lnTo>
                  <a:lnTo>
                    <a:pt x="1941" y="1150"/>
                  </a:lnTo>
                  <a:lnTo>
                    <a:pt x="1941" y="1148"/>
                  </a:lnTo>
                  <a:lnTo>
                    <a:pt x="1941" y="1148"/>
                  </a:lnTo>
                  <a:lnTo>
                    <a:pt x="1941" y="1148"/>
                  </a:lnTo>
                  <a:lnTo>
                    <a:pt x="1939" y="1148"/>
                  </a:lnTo>
                  <a:lnTo>
                    <a:pt x="1939" y="1148"/>
                  </a:lnTo>
                  <a:lnTo>
                    <a:pt x="1936" y="1148"/>
                  </a:lnTo>
                  <a:lnTo>
                    <a:pt x="1936" y="1148"/>
                  </a:lnTo>
                  <a:lnTo>
                    <a:pt x="1936" y="1150"/>
                  </a:lnTo>
                  <a:lnTo>
                    <a:pt x="1939" y="1158"/>
                  </a:lnTo>
                  <a:lnTo>
                    <a:pt x="1939" y="1160"/>
                  </a:lnTo>
                  <a:lnTo>
                    <a:pt x="1941" y="1160"/>
                  </a:lnTo>
                  <a:lnTo>
                    <a:pt x="1941" y="1160"/>
                  </a:lnTo>
                  <a:lnTo>
                    <a:pt x="1941" y="1162"/>
                  </a:lnTo>
                  <a:lnTo>
                    <a:pt x="1941" y="1165"/>
                  </a:lnTo>
                  <a:lnTo>
                    <a:pt x="1941" y="1169"/>
                  </a:lnTo>
                  <a:lnTo>
                    <a:pt x="1941" y="1172"/>
                  </a:lnTo>
                  <a:lnTo>
                    <a:pt x="1939" y="1174"/>
                  </a:lnTo>
                  <a:lnTo>
                    <a:pt x="1939" y="1176"/>
                  </a:lnTo>
                  <a:lnTo>
                    <a:pt x="1939" y="1179"/>
                  </a:lnTo>
                  <a:lnTo>
                    <a:pt x="1939" y="1179"/>
                  </a:lnTo>
                  <a:lnTo>
                    <a:pt x="1939" y="1181"/>
                  </a:lnTo>
                  <a:lnTo>
                    <a:pt x="1941" y="1184"/>
                  </a:lnTo>
                  <a:lnTo>
                    <a:pt x="1939" y="1181"/>
                  </a:lnTo>
                  <a:lnTo>
                    <a:pt x="1939" y="1181"/>
                  </a:lnTo>
                  <a:lnTo>
                    <a:pt x="1936" y="1179"/>
                  </a:lnTo>
                  <a:lnTo>
                    <a:pt x="1936" y="1176"/>
                  </a:lnTo>
                  <a:lnTo>
                    <a:pt x="1939" y="1174"/>
                  </a:lnTo>
                  <a:lnTo>
                    <a:pt x="1939" y="1167"/>
                  </a:lnTo>
                  <a:lnTo>
                    <a:pt x="1939" y="1162"/>
                  </a:lnTo>
                  <a:lnTo>
                    <a:pt x="1939" y="1162"/>
                  </a:lnTo>
                  <a:lnTo>
                    <a:pt x="1939" y="1160"/>
                  </a:lnTo>
                  <a:lnTo>
                    <a:pt x="1936" y="1158"/>
                  </a:lnTo>
                  <a:lnTo>
                    <a:pt x="1936" y="1158"/>
                  </a:lnTo>
                  <a:lnTo>
                    <a:pt x="1934" y="1158"/>
                  </a:lnTo>
                  <a:lnTo>
                    <a:pt x="1931" y="1158"/>
                  </a:lnTo>
                  <a:lnTo>
                    <a:pt x="1929" y="1160"/>
                  </a:lnTo>
                  <a:lnTo>
                    <a:pt x="1929" y="1162"/>
                  </a:lnTo>
                  <a:lnTo>
                    <a:pt x="1927" y="1162"/>
                  </a:lnTo>
                  <a:lnTo>
                    <a:pt x="1927" y="1162"/>
                  </a:lnTo>
                  <a:lnTo>
                    <a:pt x="1927" y="1162"/>
                  </a:lnTo>
                  <a:lnTo>
                    <a:pt x="1927" y="1162"/>
                  </a:lnTo>
                  <a:lnTo>
                    <a:pt x="1924" y="1162"/>
                  </a:lnTo>
                  <a:lnTo>
                    <a:pt x="1922" y="1162"/>
                  </a:lnTo>
                  <a:lnTo>
                    <a:pt x="1922" y="1162"/>
                  </a:lnTo>
                  <a:lnTo>
                    <a:pt x="1922" y="1165"/>
                  </a:lnTo>
                  <a:lnTo>
                    <a:pt x="1924" y="1167"/>
                  </a:lnTo>
                  <a:lnTo>
                    <a:pt x="1924" y="1167"/>
                  </a:lnTo>
                  <a:lnTo>
                    <a:pt x="1924" y="1169"/>
                  </a:lnTo>
                  <a:lnTo>
                    <a:pt x="1922" y="1169"/>
                  </a:lnTo>
                  <a:lnTo>
                    <a:pt x="1917" y="1172"/>
                  </a:lnTo>
                  <a:lnTo>
                    <a:pt x="1915" y="1176"/>
                  </a:lnTo>
                  <a:lnTo>
                    <a:pt x="1915" y="1176"/>
                  </a:lnTo>
                  <a:lnTo>
                    <a:pt x="1913" y="1179"/>
                  </a:lnTo>
                  <a:lnTo>
                    <a:pt x="1910" y="1181"/>
                  </a:lnTo>
                  <a:lnTo>
                    <a:pt x="1908" y="1184"/>
                  </a:lnTo>
                  <a:lnTo>
                    <a:pt x="1908" y="1184"/>
                  </a:lnTo>
                  <a:lnTo>
                    <a:pt x="1908" y="1186"/>
                  </a:lnTo>
                  <a:lnTo>
                    <a:pt x="1908" y="1186"/>
                  </a:lnTo>
                  <a:lnTo>
                    <a:pt x="1908" y="1188"/>
                  </a:lnTo>
                  <a:lnTo>
                    <a:pt x="1908" y="1188"/>
                  </a:lnTo>
                  <a:lnTo>
                    <a:pt x="1910" y="1193"/>
                  </a:lnTo>
                  <a:lnTo>
                    <a:pt x="1910" y="1193"/>
                  </a:lnTo>
                  <a:lnTo>
                    <a:pt x="1910" y="1193"/>
                  </a:lnTo>
                  <a:lnTo>
                    <a:pt x="1910" y="1195"/>
                  </a:lnTo>
                  <a:lnTo>
                    <a:pt x="1910" y="1195"/>
                  </a:lnTo>
                  <a:lnTo>
                    <a:pt x="1910" y="1195"/>
                  </a:lnTo>
                  <a:lnTo>
                    <a:pt x="1908" y="1193"/>
                  </a:lnTo>
                  <a:lnTo>
                    <a:pt x="1905" y="1188"/>
                  </a:lnTo>
                  <a:lnTo>
                    <a:pt x="1905" y="1186"/>
                  </a:lnTo>
                  <a:lnTo>
                    <a:pt x="1905" y="1184"/>
                  </a:lnTo>
                  <a:lnTo>
                    <a:pt x="1915" y="1172"/>
                  </a:lnTo>
                  <a:lnTo>
                    <a:pt x="1915" y="1169"/>
                  </a:lnTo>
                  <a:lnTo>
                    <a:pt x="1915" y="1169"/>
                  </a:lnTo>
                  <a:lnTo>
                    <a:pt x="1917" y="1169"/>
                  </a:lnTo>
                  <a:lnTo>
                    <a:pt x="1920" y="1169"/>
                  </a:lnTo>
                  <a:lnTo>
                    <a:pt x="1920" y="1167"/>
                  </a:lnTo>
                  <a:lnTo>
                    <a:pt x="1920" y="1167"/>
                  </a:lnTo>
                  <a:lnTo>
                    <a:pt x="1920" y="1162"/>
                  </a:lnTo>
                  <a:lnTo>
                    <a:pt x="1917" y="1162"/>
                  </a:lnTo>
                  <a:lnTo>
                    <a:pt x="1917" y="1162"/>
                  </a:lnTo>
                  <a:lnTo>
                    <a:pt x="1910" y="1169"/>
                  </a:lnTo>
                  <a:lnTo>
                    <a:pt x="1903" y="1174"/>
                  </a:lnTo>
                  <a:lnTo>
                    <a:pt x="1901" y="1176"/>
                  </a:lnTo>
                  <a:lnTo>
                    <a:pt x="1898" y="1181"/>
                  </a:lnTo>
                  <a:lnTo>
                    <a:pt x="1898" y="1181"/>
                  </a:lnTo>
                  <a:lnTo>
                    <a:pt x="1896" y="1181"/>
                  </a:lnTo>
                  <a:lnTo>
                    <a:pt x="1896" y="1179"/>
                  </a:lnTo>
                  <a:lnTo>
                    <a:pt x="1903" y="1172"/>
                  </a:lnTo>
                  <a:lnTo>
                    <a:pt x="1908" y="1172"/>
                  </a:lnTo>
                  <a:lnTo>
                    <a:pt x="1908" y="1169"/>
                  </a:lnTo>
                  <a:lnTo>
                    <a:pt x="1908" y="1167"/>
                  </a:lnTo>
                  <a:lnTo>
                    <a:pt x="1910" y="1165"/>
                  </a:lnTo>
                  <a:lnTo>
                    <a:pt x="1908" y="1165"/>
                  </a:lnTo>
                  <a:lnTo>
                    <a:pt x="1905" y="1167"/>
                  </a:lnTo>
                  <a:lnTo>
                    <a:pt x="1889" y="1169"/>
                  </a:lnTo>
                  <a:lnTo>
                    <a:pt x="1891" y="1169"/>
                  </a:lnTo>
                  <a:lnTo>
                    <a:pt x="1915" y="1160"/>
                  </a:lnTo>
                  <a:lnTo>
                    <a:pt x="1917" y="1160"/>
                  </a:lnTo>
                  <a:lnTo>
                    <a:pt x="1920" y="1160"/>
                  </a:lnTo>
                  <a:lnTo>
                    <a:pt x="1920" y="1158"/>
                  </a:lnTo>
                  <a:lnTo>
                    <a:pt x="1917" y="1158"/>
                  </a:lnTo>
                  <a:lnTo>
                    <a:pt x="1915" y="1158"/>
                  </a:lnTo>
                  <a:lnTo>
                    <a:pt x="1915" y="1158"/>
                  </a:lnTo>
                  <a:lnTo>
                    <a:pt x="1915" y="1158"/>
                  </a:lnTo>
                  <a:lnTo>
                    <a:pt x="1915" y="1155"/>
                  </a:lnTo>
                  <a:lnTo>
                    <a:pt x="1913" y="1153"/>
                  </a:lnTo>
                  <a:lnTo>
                    <a:pt x="1913" y="1153"/>
                  </a:lnTo>
                  <a:lnTo>
                    <a:pt x="1913" y="1150"/>
                  </a:lnTo>
                  <a:lnTo>
                    <a:pt x="1908" y="1148"/>
                  </a:lnTo>
                  <a:lnTo>
                    <a:pt x="1908" y="1148"/>
                  </a:lnTo>
                  <a:lnTo>
                    <a:pt x="1905" y="1150"/>
                  </a:lnTo>
                  <a:lnTo>
                    <a:pt x="1903" y="1153"/>
                  </a:lnTo>
                  <a:lnTo>
                    <a:pt x="1898" y="1155"/>
                  </a:lnTo>
                  <a:lnTo>
                    <a:pt x="1896" y="1155"/>
                  </a:lnTo>
                  <a:lnTo>
                    <a:pt x="1894" y="1153"/>
                  </a:lnTo>
                  <a:lnTo>
                    <a:pt x="1901" y="1153"/>
                  </a:lnTo>
                  <a:lnTo>
                    <a:pt x="1901" y="1153"/>
                  </a:lnTo>
                  <a:lnTo>
                    <a:pt x="1903" y="1148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3"/>
                  </a:lnTo>
                  <a:lnTo>
                    <a:pt x="1903" y="1143"/>
                  </a:lnTo>
                  <a:lnTo>
                    <a:pt x="1903" y="1143"/>
                  </a:lnTo>
                  <a:lnTo>
                    <a:pt x="1903" y="1143"/>
                  </a:lnTo>
                  <a:lnTo>
                    <a:pt x="1901" y="1143"/>
                  </a:lnTo>
                  <a:lnTo>
                    <a:pt x="1901" y="1141"/>
                  </a:lnTo>
                  <a:lnTo>
                    <a:pt x="1901" y="1139"/>
                  </a:lnTo>
                  <a:lnTo>
                    <a:pt x="1898" y="1139"/>
                  </a:lnTo>
                  <a:lnTo>
                    <a:pt x="1898" y="1136"/>
                  </a:lnTo>
                  <a:lnTo>
                    <a:pt x="1898" y="1139"/>
                  </a:lnTo>
                  <a:lnTo>
                    <a:pt x="1894" y="1141"/>
                  </a:lnTo>
                  <a:lnTo>
                    <a:pt x="1894" y="1141"/>
                  </a:lnTo>
                  <a:lnTo>
                    <a:pt x="1891" y="1141"/>
                  </a:lnTo>
                  <a:lnTo>
                    <a:pt x="1894" y="1139"/>
                  </a:lnTo>
                  <a:lnTo>
                    <a:pt x="1894" y="1139"/>
                  </a:lnTo>
                  <a:lnTo>
                    <a:pt x="1894" y="1136"/>
                  </a:lnTo>
                  <a:lnTo>
                    <a:pt x="1891" y="1134"/>
                  </a:lnTo>
                  <a:lnTo>
                    <a:pt x="1889" y="1134"/>
                  </a:lnTo>
                  <a:lnTo>
                    <a:pt x="1889" y="1134"/>
                  </a:lnTo>
                  <a:lnTo>
                    <a:pt x="1886" y="1131"/>
                  </a:lnTo>
                  <a:lnTo>
                    <a:pt x="1886" y="1131"/>
                  </a:lnTo>
                  <a:lnTo>
                    <a:pt x="1884" y="1134"/>
                  </a:lnTo>
                  <a:lnTo>
                    <a:pt x="1886" y="1134"/>
                  </a:lnTo>
                  <a:lnTo>
                    <a:pt x="1886" y="1136"/>
                  </a:lnTo>
                  <a:lnTo>
                    <a:pt x="1884" y="1136"/>
                  </a:lnTo>
                  <a:lnTo>
                    <a:pt x="1884" y="1136"/>
                  </a:lnTo>
                  <a:lnTo>
                    <a:pt x="1879" y="1143"/>
                  </a:lnTo>
                  <a:lnTo>
                    <a:pt x="1879" y="1143"/>
                  </a:lnTo>
                  <a:lnTo>
                    <a:pt x="1879" y="1141"/>
                  </a:lnTo>
                  <a:lnTo>
                    <a:pt x="1879" y="1139"/>
                  </a:lnTo>
                  <a:lnTo>
                    <a:pt x="1882" y="1136"/>
                  </a:lnTo>
                  <a:lnTo>
                    <a:pt x="1884" y="1136"/>
                  </a:lnTo>
                  <a:lnTo>
                    <a:pt x="1884" y="1134"/>
                  </a:lnTo>
                  <a:lnTo>
                    <a:pt x="1884" y="1134"/>
                  </a:lnTo>
                  <a:lnTo>
                    <a:pt x="1884" y="1134"/>
                  </a:lnTo>
                  <a:lnTo>
                    <a:pt x="1884" y="1134"/>
                  </a:lnTo>
                  <a:lnTo>
                    <a:pt x="1884" y="1131"/>
                  </a:lnTo>
                  <a:lnTo>
                    <a:pt x="1882" y="1131"/>
                  </a:lnTo>
                  <a:lnTo>
                    <a:pt x="1882" y="1131"/>
                  </a:lnTo>
                  <a:lnTo>
                    <a:pt x="1882" y="1131"/>
                  </a:lnTo>
                  <a:lnTo>
                    <a:pt x="1879" y="1131"/>
                  </a:lnTo>
                  <a:lnTo>
                    <a:pt x="1879" y="1129"/>
                  </a:lnTo>
                  <a:lnTo>
                    <a:pt x="1877" y="1129"/>
                  </a:lnTo>
                  <a:lnTo>
                    <a:pt x="1872" y="1129"/>
                  </a:lnTo>
                  <a:lnTo>
                    <a:pt x="1872" y="1129"/>
                  </a:lnTo>
                  <a:lnTo>
                    <a:pt x="1870" y="1129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68" y="1131"/>
                  </a:lnTo>
                  <a:lnTo>
                    <a:pt x="1868" y="1131"/>
                  </a:lnTo>
                  <a:lnTo>
                    <a:pt x="1870" y="1134"/>
                  </a:lnTo>
                  <a:lnTo>
                    <a:pt x="1870" y="1136"/>
                  </a:lnTo>
                  <a:lnTo>
                    <a:pt x="1870" y="1136"/>
                  </a:lnTo>
                  <a:lnTo>
                    <a:pt x="1872" y="1139"/>
                  </a:lnTo>
                  <a:lnTo>
                    <a:pt x="1872" y="1141"/>
                  </a:lnTo>
                  <a:lnTo>
                    <a:pt x="1872" y="1143"/>
                  </a:lnTo>
                  <a:lnTo>
                    <a:pt x="1872" y="1143"/>
                  </a:lnTo>
                  <a:lnTo>
                    <a:pt x="1872" y="1143"/>
                  </a:lnTo>
                  <a:lnTo>
                    <a:pt x="1870" y="1143"/>
                  </a:lnTo>
                  <a:lnTo>
                    <a:pt x="1872" y="1143"/>
                  </a:lnTo>
                  <a:lnTo>
                    <a:pt x="1872" y="1141"/>
                  </a:lnTo>
                  <a:lnTo>
                    <a:pt x="1870" y="1141"/>
                  </a:lnTo>
                  <a:lnTo>
                    <a:pt x="1870" y="1139"/>
                  </a:lnTo>
                  <a:lnTo>
                    <a:pt x="1870" y="1139"/>
                  </a:lnTo>
                  <a:lnTo>
                    <a:pt x="1868" y="1136"/>
                  </a:lnTo>
                  <a:lnTo>
                    <a:pt x="1868" y="1136"/>
                  </a:lnTo>
                  <a:lnTo>
                    <a:pt x="1868" y="1136"/>
                  </a:lnTo>
                  <a:lnTo>
                    <a:pt x="1865" y="1136"/>
                  </a:lnTo>
                  <a:lnTo>
                    <a:pt x="1865" y="1136"/>
                  </a:lnTo>
                  <a:lnTo>
                    <a:pt x="1865" y="1136"/>
                  </a:lnTo>
                  <a:lnTo>
                    <a:pt x="1865" y="1139"/>
                  </a:lnTo>
                  <a:lnTo>
                    <a:pt x="1865" y="1139"/>
                  </a:lnTo>
                  <a:lnTo>
                    <a:pt x="1865" y="1139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6"/>
                  </a:lnTo>
                  <a:lnTo>
                    <a:pt x="1863" y="1146"/>
                  </a:lnTo>
                  <a:lnTo>
                    <a:pt x="1863" y="1146"/>
                  </a:lnTo>
                  <a:lnTo>
                    <a:pt x="1863" y="1146"/>
                  </a:lnTo>
                  <a:lnTo>
                    <a:pt x="1863" y="1148"/>
                  </a:lnTo>
                  <a:lnTo>
                    <a:pt x="1863" y="1148"/>
                  </a:lnTo>
                  <a:lnTo>
                    <a:pt x="1863" y="1150"/>
                  </a:lnTo>
                  <a:lnTo>
                    <a:pt x="1863" y="1153"/>
                  </a:lnTo>
                  <a:lnTo>
                    <a:pt x="1865" y="1153"/>
                  </a:lnTo>
                  <a:lnTo>
                    <a:pt x="1865" y="1153"/>
                  </a:lnTo>
                  <a:lnTo>
                    <a:pt x="1863" y="1153"/>
                  </a:lnTo>
                  <a:lnTo>
                    <a:pt x="1863" y="1153"/>
                  </a:lnTo>
                  <a:lnTo>
                    <a:pt x="1860" y="1150"/>
                  </a:lnTo>
                  <a:lnTo>
                    <a:pt x="1860" y="1150"/>
                  </a:lnTo>
                  <a:lnTo>
                    <a:pt x="1860" y="1148"/>
                  </a:lnTo>
                  <a:lnTo>
                    <a:pt x="1860" y="1146"/>
                  </a:lnTo>
                  <a:lnTo>
                    <a:pt x="1860" y="1143"/>
                  </a:lnTo>
                  <a:lnTo>
                    <a:pt x="1863" y="1143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39"/>
                  </a:lnTo>
                  <a:lnTo>
                    <a:pt x="1860" y="1139"/>
                  </a:lnTo>
                  <a:lnTo>
                    <a:pt x="1860" y="1136"/>
                  </a:lnTo>
                  <a:lnTo>
                    <a:pt x="1860" y="1136"/>
                  </a:lnTo>
                  <a:lnTo>
                    <a:pt x="1860" y="1136"/>
                  </a:lnTo>
                  <a:lnTo>
                    <a:pt x="1858" y="1136"/>
                  </a:lnTo>
                  <a:lnTo>
                    <a:pt x="1858" y="1136"/>
                  </a:lnTo>
                  <a:lnTo>
                    <a:pt x="1858" y="1141"/>
                  </a:lnTo>
                  <a:lnTo>
                    <a:pt x="1858" y="1141"/>
                  </a:lnTo>
                  <a:lnTo>
                    <a:pt x="1858" y="1141"/>
                  </a:lnTo>
                  <a:lnTo>
                    <a:pt x="1858" y="1139"/>
                  </a:lnTo>
                  <a:lnTo>
                    <a:pt x="1856" y="1136"/>
                  </a:lnTo>
                  <a:lnTo>
                    <a:pt x="1856" y="1136"/>
                  </a:lnTo>
                  <a:lnTo>
                    <a:pt x="1856" y="1136"/>
                  </a:lnTo>
                  <a:lnTo>
                    <a:pt x="1856" y="1134"/>
                  </a:lnTo>
                  <a:lnTo>
                    <a:pt x="1856" y="1134"/>
                  </a:lnTo>
                  <a:lnTo>
                    <a:pt x="1858" y="1136"/>
                  </a:lnTo>
                  <a:lnTo>
                    <a:pt x="1858" y="1136"/>
                  </a:lnTo>
                  <a:lnTo>
                    <a:pt x="1858" y="1134"/>
                  </a:lnTo>
                  <a:lnTo>
                    <a:pt x="1858" y="1134"/>
                  </a:lnTo>
                  <a:lnTo>
                    <a:pt x="1858" y="1129"/>
                  </a:lnTo>
                  <a:lnTo>
                    <a:pt x="1856" y="1129"/>
                  </a:lnTo>
                  <a:lnTo>
                    <a:pt x="1856" y="1129"/>
                  </a:lnTo>
                  <a:lnTo>
                    <a:pt x="1853" y="1129"/>
                  </a:lnTo>
                  <a:lnTo>
                    <a:pt x="1853" y="1127"/>
                  </a:lnTo>
                  <a:lnTo>
                    <a:pt x="1858" y="1124"/>
                  </a:lnTo>
                  <a:lnTo>
                    <a:pt x="1860" y="1122"/>
                  </a:lnTo>
                  <a:lnTo>
                    <a:pt x="1860" y="1120"/>
                  </a:lnTo>
                  <a:lnTo>
                    <a:pt x="1860" y="1120"/>
                  </a:lnTo>
                  <a:lnTo>
                    <a:pt x="1858" y="1117"/>
                  </a:lnTo>
                  <a:lnTo>
                    <a:pt x="1856" y="1120"/>
                  </a:lnTo>
                  <a:lnTo>
                    <a:pt x="1851" y="1117"/>
                  </a:lnTo>
                  <a:lnTo>
                    <a:pt x="1849" y="1120"/>
                  </a:lnTo>
                  <a:lnTo>
                    <a:pt x="1849" y="1120"/>
                  </a:lnTo>
                  <a:lnTo>
                    <a:pt x="1849" y="1120"/>
                  </a:lnTo>
                  <a:lnTo>
                    <a:pt x="1849" y="1122"/>
                  </a:lnTo>
                  <a:lnTo>
                    <a:pt x="1849" y="1122"/>
                  </a:lnTo>
                  <a:lnTo>
                    <a:pt x="1849" y="1122"/>
                  </a:lnTo>
                  <a:lnTo>
                    <a:pt x="1849" y="1122"/>
                  </a:lnTo>
                  <a:lnTo>
                    <a:pt x="1846" y="1122"/>
                  </a:lnTo>
                  <a:lnTo>
                    <a:pt x="1846" y="1122"/>
                  </a:lnTo>
                  <a:lnTo>
                    <a:pt x="1846" y="1122"/>
                  </a:lnTo>
                  <a:lnTo>
                    <a:pt x="1846" y="1124"/>
                  </a:lnTo>
                  <a:lnTo>
                    <a:pt x="1849" y="1127"/>
                  </a:lnTo>
                  <a:lnTo>
                    <a:pt x="1849" y="1129"/>
                  </a:lnTo>
                  <a:lnTo>
                    <a:pt x="1846" y="1131"/>
                  </a:lnTo>
                  <a:lnTo>
                    <a:pt x="1844" y="1134"/>
                  </a:lnTo>
                  <a:lnTo>
                    <a:pt x="1844" y="1134"/>
                  </a:lnTo>
                  <a:lnTo>
                    <a:pt x="1844" y="1136"/>
                  </a:lnTo>
                  <a:lnTo>
                    <a:pt x="1844" y="1136"/>
                  </a:lnTo>
                  <a:lnTo>
                    <a:pt x="1846" y="1143"/>
                  </a:lnTo>
                  <a:lnTo>
                    <a:pt x="1846" y="1143"/>
                  </a:lnTo>
                  <a:lnTo>
                    <a:pt x="1846" y="1146"/>
                  </a:lnTo>
                  <a:lnTo>
                    <a:pt x="1846" y="1146"/>
                  </a:lnTo>
                  <a:lnTo>
                    <a:pt x="1846" y="1146"/>
                  </a:lnTo>
                  <a:lnTo>
                    <a:pt x="1846" y="1148"/>
                  </a:lnTo>
                  <a:lnTo>
                    <a:pt x="1846" y="1148"/>
                  </a:lnTo>
                  <a:lnTo>
                    <a:pt x="1849" y="1148"/>
                  </a:lnTo>
                  <a:lnTo>
                    <a:pt x="1853" y="1150"/>
                  </a:lnTo>
                  <a:lnTo>
                    <a:pt x="1856" y="1150"/>
                  </a:lnTo>
                  <a:lnTo>
                    <a:pt x="1856" y="1153"/>
                  </a:lnTo>
                  <a:lnTo>
                    <a:pt x="1860" y="1158"/>
                  </a:lnTo>
                  <a:lnTo>
                    <a:pt x="1860" y="1160"/>
                  </a:lnTo>
                  <a:lnTo>
                    <a:pt x="1860" y="1160"/>
                  </a:lnTo>
                  <a:lnTo>
                    <a:pt x="1860" y="1160"/>
                  </a:lnTo>
                  <a:lnTo>
                    <a:pt x="1856" y="1155"/>
                  </a:lnTo>
                  <a:lnTo>
                    <a:pt x="1853" y="1153"/>
                  </a:lnTo>
                  <a:lnTo>
                    <a:pt x="1853" y="1153"/>
                  </a:lnTo>
                  <a:lnTo>
                    <a:pt x="1851" y="1150"/>
                  </a:lnTo>
                  <a:lnTo>
                    <a:pt x="1851" y="1153"/>
                  </a:lnTo>
                  <a:lnTo>
                    <a:pt x="1846" y="1150"/>
                  </a:lnTo>
                  <a:lnTo>
                    <a:pt x="1846" y="1150"/>
                  </a:lnTo>
                  <a:lnTo>
                    <a:pt x="1844" y="1150"/>
                  </a:lnTo>
                  <a:lnTo>
                    <a:pt x="1844" y="1148"/>
                  </a:lnTo>
                  <a:lnTo>
                    <a:pt x="1844" y="1148"/>
                  </a:lnTo>
                  <a:lnTo>
                    <a:pt x="1844" y="1148"/>
                  </a:lnTo>
                  <a:lnTo>
                    <a:pt x="1844" y="1146"/>
                  </a:lnTo>
                  <a:lnTo>
                    <a:pt x="1844" y="1146"/>
                  </a:lnTo>
                  <a:lnTo>
                    <a:pt x="1844" y="1143"/>
                  </a:lnTo>
                  <a:lnTo>
                    <a:pt x="1844" y="1143"/>
                  </a:lnTo>
                  <a:lnTo>
                    <a:pt x="1844" y="1141"/>
                  </a:lnTo>
                  <a:lnTo>
                    <a:pt x="1842" y="1136"/>
                  </a:lnTo>
                  <a:lnTo>
                    <a:pt x="1842" y="1134"/>
                  </a:lnTo>
                  <a:lnTo>
                    <a:pt x="1839" y="1129"/>
                  </a:lnTo>
                  <a:lnTo>
                    <a:pt x="1839" y="1129"/>
                  </a:lnTo>
                  <a:lnTo>
                    <a:pt x="1839" y="1129"/>
                  </a:lnTo>
                  <a:lnTo>
                    <a:pt x="1839" y="1129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2" y="1134"/>
                  </a:lnTo>
                  <a:lnTo>
                    <a:pt x="1832" y="1134"/>
                  </a:lnTo>
                  <a:lnTo>
                    <a:pt x="1832" y="1136"/>
                  </a:lnTo>
                  <a:lnTo>
                    <a:pt x="1832" y="1136"/>
                  </a:lnTo>
                  <a:lnTo>
                    <a:pt x="1830" y="1136"/>
                  </a:lnTo>
                  <a:lnTo>
                    <a:pt x="1830" y="1136"/>
                  </a:lnTo>
                  <a:lnTo>
                    <a:pt x="1830" y="1136"/>
                  </a:lnTo>
                  <a:lnTo>
                    <a:pt x="1830" y="1139"/>
                  </a:lnTo>
                  <a:lnTo>
                    <a:pt x="1830" y="1139"/>
                  </a:lnTo>
                  <a:lnTo>
                    <a:pt x="1832" y="1139"/>
                  </a:lnTo>
                  <a:lnTo>
                    <a:pt x="1832" y="1141"/>
                  </a:lnTo>
                  <a:lnTo>
                    <a:pt x="1832" y="1141"/>
                  </a:lnTo>
                  <a:lnTo>
                    <a:pt x="1834" y="1141"/>
                  </a:lnTo>
                  <a:lnTo>
                    <a:pt x="1834" y="1143"/>
                  </a:lnTo>
                  <a:lnTo>
                    <a:pt x="1834" y="1143"/>
                  </a:lnTo>
                  <a:lnTo>
                    <a:pt x="1834" y="1143"/>
                  </a:lnTo>
                  <a:lnTo>
                    <a:pt x="1834" y="1146"/>
                  </a:lnTo>
                  <a:lnTo>
                    <a:pt x="1834" y="1146"/>
                  </a:lnTo>
                  <a:lnTo>
                    <a:pt x="1834" y="1146"/>
                  </a:lnTo>
                  <a:lnTo>
                    <a:pt x="1832" y="1148"/>
                  </a:lnTo>
                  <a:lnTo>
                    <a:pt x="1832" y="1150"/>
                  </a:lnTo>
                  <a:lnTo>
                    <a:pt x="1832" y="1153"/>
                  </a:lnTo>
                  <a:lnTo>
                    <a:pt x="1834" y="1153"/>
                  </a:lnTo>
                  <a:lnTo>
                    <a:pt x="1834" y="1155"/>
                  </a:lnTo>
                  <a:lnTo>
                    <a:pt x="1834" y="1155"/>
                  </a:lnTo>
                  <a:lnTo>
                    <a:pt x="1837" y="1160"/>
                  </a:lnTo>
                  <a:lnTo>
                    <a:pt x="1837" y="1160"/>
                  </a:lnTo>
                  <a:lnTo>
                    <a:pt x="1839" y="1162"/>
                  </a:lnTo>
                  <a:lnTo>
                    <a:pt x="1839" y="1165"/>
                  </a:lnTo>
                  <a:lnTo>
                    <a:pt x="1839" y="1165"/>
                  </a:lnTo>
                  <a:lnTo>
                    <a:pt x="1839" y="1167"/>
                  </a:lnTo>
                  <a:lnTo>
                    <a:pt x="1839" y="1167"/>
                  </a:lnTo>
                  <a:lnTo>
                    <a:pt x="1839" y="1167"/>
                  </a:lnTo>
                  <a:lnTo>
                    <a:pt x="1837" y="1165"/>
                  </a:lnTo>
                  <a:lnTo>
                    <a:pt x="1837" y="1162"/>
                  </a:lnTo>
                  <a:lnTo>
                    <a:pt x="1834" y="1162"/>
                  </a:lnTo>
                  <a:lnTo>
                    <a:pt x="1834" y="1160"/>
                  </a:lnTo>
                  <a:lnTo>
                    <a:pt x="1834" y="1160"/>
                  </a:lnTo>
                  <a:lnTo>
                    <a:pt x="1834" y="1158"/>
                  </a:lnTo>
                  <a:lnTo>
                    <a:pt x="1834" y="1155"/>
                  </a:lnTo>
                  <a:lnTo>
                    <a:pt x="1832" y="1155"/>
                  </a:lnTo>
                  <a:lnTo>
                    <a:pt x="1832" y="1153"/>
                  </a:lnTo>
                  <a:lnTo>
                    <a:pt x="1832" y="1153"/>
                  </a:lnTo>
                  <a:lnTo>
                    <a:pt x="1830" y="1150"/>
                  </a:lnTo>
                  <a:lnTo>
                    <a:pt x="1830" y="1148"/>
                  </a:lnTo>
                  <a:lnTo>
                    <a:pt x="1830" y="1148"/>
                  </a:lnTo>
                  <a:lnTo>
                    <a:pt x="1830" y="1146"/>
                  </a:lnTo>
                  <a:lnTo>
                    <a:pt x="1827" y="1143"/>
                  </a:lnTo>
                  <a:lnTo>
                    <a:pt x="1825" y="1143"/>
                  </a:lnTo>
                  <a:lnTo>
                    <a:pt x="1825" y="1143"/>
                  </a:lnTo>
                  <a:lnTo>
                    <a:pt x="1825" y="1143"/>
                  </a:lnTo>
                  <a:lnTo>
                    <a:pt x="1825" y="1141"/>
                  </a:lnTo>
                  <a:lnTo>
                    <a:pt x="1823" y="1141"/>
                  </a:lnTo>
                  <a:lnTo>
                    <a:pt x="1825" y="1136"/>
                  </a:lnTo>
                  <a:lnTo>
                    <a:pt x="1825" y="1136"/>
                  </a:lnTo>
                  <a:lnTo>
                    <a:pt x="1825" y="1134"/>
                  </a:lnTo>
                  <a:lnTo>
                    <a:pt x="1823" y="1131"/>
                  </a:lnTo>
                  <a:lnTo>
                    <a:pt x="1823" y="1131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7"/>
                  </a:lnTo>
                  <a:lnTo>
                    <a:pt x="1820" y="1127"/>
                  </a:lnTo>
                  <a:lnTo>
                    <a:pt x="1820" y="1124"/>
                  </a:lnTo>
                  <a:lnTo>
                    <a:pt x="1818" y="1124"/>
                  </a:lnTo>
                  <a:lnTo>
                    <a:pt x="1818" y="1124"/>
                  </a:lnTo>
                  <a:lnTo>
                    <a:pt x="1815" y="1124"/>
                  </a:lnTo>
                  <a:lnTo>
                    <a:pt x="1818" y="1127"/>
                  </a:lnTo>
                  <a:lnTo>
                    <a:pt x="1818" y="1127"/>
                  </a:lnTo>
                  <a:lnTo>
                    <a:pt x="1818" y="1127"/>
                  </a:lnTo>
                  <a:lnTo>
                    <a:pt x="1818" y="1129"/>
                  </a:lnTo>
                  <a:lnTo>
                    <a:pt x="1820" y="1129"/>
                  </a:lnTo>
                  <a:lnTo>
                    <a:pt x="1820" y="1129"/>
                  </a:lnTo>
                  <a:lnTo>
                    <a:pt x="1820" y="1131"/>
                  </a:lnTo>
                  <a:lnTo>
                    <a:pt x="1823" y="1134"/>
                  </a:lnTo>
                  <a:lnTo>
                    <a:pt x="1823" y="1134"/>
                  </a:lnTo>
                  <a:lnTo>
                    <a:pt x="1823" y="1136"/>
                  </a:lnTo>
                  <a:lnTo>
                    <a:pt x="1820" y="1136"/>
                  </a:lnTo>
                  <a:lnTo>
                    <a:pt x="1820" y="1139"/>
                  </a:lnTo>
                  <a:lnTo>
                    <a:pt x="1820" y="1141"/>
                  </a:lnTo>
                  <a:lnTo>
                    <a:pt x="1820" y="1141"/>
                  </a:lnTo>
                  <a:lnTo>
                    <a:pt x="1818" y="1143"/>
                  </a:lnTo>
                  <a:lnTo>
                    <a:pt x="1818" y="1143"/>
                  </a:lnTo>
                  <a:lnTo>
                    <a:pt x="1818" y="1143"/>
                  </a:lnTo>
                  <a:lnTo>
                    <a:pt x="1818" y="1146"/>
                  </a:lnTo>
                  <a:lnTo>
                    <a:pt x="1815" y="1146"/>
                  </a:lnTo>
                  <a:lnTo>
                    <a:pt x="1815" y="1146"/>
                  </a:lnTo>
                  <a:lnTo>
                    <a:pt x="1815" y="1148"/>
                  </a:lnTo>
                  <a:lnTo>
                    <a:pt x="1818" y="1150"/>
                  </a:lnTo>
                  <a:lnTo>
                    <a:pt x="1818" y="1150"/>
                  </a:lnTo>
                  <a:lnTo>
                    <a:pt x="1818" y="1153"/>
                  </a:lnTo>
                  <a:lnTo>
                    <a:pt x="1818" y="1153"/>
                  </a:lnTo>
                  <a:lnTo>
                    <a:pt x="1818" y="1153"/>
                  </a:lnTo>
                  <a:lnTo>
                    <a:pt x="1818" y="1155"/>
                  </a:lnTo>
                  <a:lnTo>
                    <a:pt x="1818" y="1155"/>
                  </a:lnTo>
                  <a:lnTo>
                    <a:pt x="1818" y="1155"/>
                  </a:lnTo>
                  <a:lnTo>
                    <a:pt x="1820" y="1155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3" y="1160"/>
                  </a:lnTo>
                  <a:lnTo>
                    <a:pt x="1820" y="1162"/>
                  </a:lnTo>
                  <a:lnTo>
                    <a:pt x="1820" y="1160"/>
                  </a:lnTo>
                  <a:lnTo>
                    <a:pt x="1820" y="1160"/>
                  </a:lnTo>
                  <a:lnTo>
                    <a:pt x="1818" y="1158"/>
                  </a:lnTo>
                  <a:lnTo>
                    <a:pt x="1815" y="1160"/>
                  </a:lnTo>
                  <a:lnTo>
                    <a:pt x="1813" y="1160"/>
                  </a:lnTo>
                  <a:lnTo>
                    <a:pt x="1813" y="1158"/>
                  </a:lnTo>
                  <a:lnTo>
                    <a:pt x="1811" y="1160"/>
                  </a:lnTo>
                  <a:lnTo>
                    <a:pt x="1808" y="1160"/>
                  </a:lnTo>
                  <a:lnTo>
                    <a:pt x="1806" y="1160"/>
                  </a:lnTo>
                  <a:lnTo>
                    <a:pt x="1806" y="1160"/>
                  </a:lnTo>
                  <a:lnTo>
                    <a:pt x="1806" y="1158"/>
                  </a:lnTo>
                  <a:lnTo>
                    <a:pt x="1808" y="1158"/>
                  </a:lnTo>
                  <a:lnTo>
                    <a:pt x="1813" y="1158"/>
                  </a:lnTo>
                  <a:lnTo>
                    <a:pt x="1815" y="1155"/>
                  </a:lnTo>
                  <a:lnTo>
                    <a:pt x="1815" y="1155"/>
                  </a:lnTo>
                  <a:lnTo>
                    <a:pt x="1815" y="1153"/>
                  </a:lnTo>
                  <a:lnTo>
                    <a:pt x="1815" y="1153"/>
                  </a:lnTo>
                  <a:lnTo>
                    <a:pt x="1815" y="1153"/>
                  </a:lnTo>
                  <a:lnTo>
                    <a:pt x="1815" y="1150"/>
                  </a:lnTo>
                  <a:lnTo>
                    <a:pt x="1815" y="1150"/>
                  </a:lnTo>
                  <a:lnTo>
                    <a:pt x="1815" y="1148"/>
                  </a:lnTo>
                  <a:lnTo>
                    <a:pt x="1815" y="1148"/>
                  </a:lnTo>
                  <a:lnTo>
                    <a:pt x="1813" y="1146"/>
                  </a:lnTo>
                  <a:lnTo>
                    <a:pt x="1813" y="1143"/>
                  </a:lnTo>
                  <a:lnTo>
                    <a:pt x="1815" y="1141"/>
                  </a:lnTo>
                  <a:lnTo>
                    <a:pt x="1815" y="1141"/>
                  </a:lnTo>
                  <a:lnTo>
                    <a:pt x="1815" y="1139"/>
                  </a:lnTo>
                  <a:lnTo>
                    <a:pt x="1815" y="1139"/>
                  </a:lnTo>
                  <a:lnTo>
                    <a:pt x="1813" y="1139"/>
                  </a:lnTo>
                  <a:lnTo>
                    <a:pt x="1813" y="1136"/>
                  </a:lnTo>
                  <a:lnTo>
                    <a:pt x="1813" y="1136"/>
                  </a:lnTo>
                  <a:lnTo>
                    <a:pt x="1813" y="1136"/>
                  </a:lnTo>
                  <a:lnTo>
                    <a:pt x="1811" y="1136"/>
                  </a:lnTo>
                  <a:lnTo>
                    <a:pt x="1811" y="1136"/>
                  </a:lnTo>
                  <a:lnTo>
                    <a:pt x="1811" y="1136"/>
                  </a:lnTo>
                  <a:lnTo>
                    <a:pt x="1808" y="1136"/>
                  </a:lnTo>
                  <a:lnTo>
                    <a:pt x="1808" y="1139"/>
                  </a:lnTo>
                  <a:lnTo>
                    <a:pt x="1806" y="1139"/>
                  </a:lnTo>
                  <a:lnTo>
                    <a:pt x="1804" y="1139"/>
                  </a:lnTo>
                  <a:lnTo>
                    <a:pt x="1808" y="1136"/>
                  </a:lnTo>
                  <a:lnTo>
                    <a:pt x="1808" y="1136"/>
                  </a:lnTo>
                  <a:lnTo>
                    <a:pt x="1808" y="1134"/>
                  </a:lnTo>
                  <a:lnTo>
                    <a:pt x="1806" y="1134"/>
                  </a:lnTo>
                  <a:lnTo>
                    <a:pt x="1799" y="1134"/>
                  </a:lnTo>
                  <a:lnTo>
                    <a:pt x="1799" y="1136"/>
                  </a:lnTo>
                  <a:lnTo>
                    <a:pt x="1799" y="1136"/>
                  </a:lnTo>
                  <a:lnTo>
                    <a:pt x="1799" y="1139"/>
                  </a:lnTo>
                  <a:lnTo>
                    <a:pt x="1801" y="1146"/>
                  </a:lnTo>
                  <a:lnTo>
                    <a:pt x="1801" y="1148"/>
                  </a:lnTo>
                  <a:lnTo>
                    <a:pt x="1801" y="1150"/>
                  </a:lnTo>
                  <a:lnTo>
                    <a:pt x="1801" y="1150"/>
                  </a:lnTo>
                  <a:lnTo>
                    <a:pt x="1801" y="1150"/>
                  </a:lnTo>
                  <a:lnTo>
                    <a:pt x="1801" y="1148"/>
                  </a:lnTo>
                  <a:lnTo>
                    <a:pt x="1801" y="1146"/>
                  </a:lnTo>
                  <a:lnTo>
                    <a:pt x="1801" y="1146"/>
                  </a:lnTo>
                  <a:lnTo>
                    <a:pt x="1799" y="1141"/>
                  </a:lnTo>
                  <a:lnTo>
                    <a:pt x="1799" y="1141"/>
                  </a:lnTo>
                  <a:lnTo>
                    <a:pt x="1799" y="1141"/>
                  </a:lnTo>
                  <a:lnTo>
                    <a:pt x="1799" y="1141"/>
                  </a:lnTo>
                  <a:lnTo>
                    <a:pt x="1797" y="1141"/>
                  </a:lnTo>
                  <a:lnTo>
                    <a:pt x="1797" y="1141"/>
                  </a:lnTo>
                  <a:lnTo>
                    <a:pt x="1797" y="1141"/>
                  </a:lnTo>
                  <a:lnTo>
                    <a:pt x="1797" y="1139"/>
                  </a:lnTo>
                  <a:lnTo>
                    <a:pt x="1797" y="1139"/>
                  </a:lnTo>
                  <a:lnTo>
                    <a:pt x="1797" y="1139"/>
                  </a:lnTo>
                  <a:lnTo>
                    <a:pt x="1794" y="1136"/>
                  </a:lnTo>
                  <a:lnTo>
                    <a:pt x="1794" y="1139"/>
                  </a:lnTo>
                  <a:lnTo>
                    <a:pt x="1794" y="1139"/>
                  </a:lnTo>
                  <a:lnTo>
                    <a:pt x="1794" y="1139"/>
                  </a:lnTo>
                  <a:lnTo>
                    <a:pt x="1794" y="1141"/>
                  </a:lnTo>
                  <a:lnTo>
                    <a:pt x="1794" y="1141"/>
                  </a:lnTo>
                  <a:lnTo>
                    <a:pt x="1794" y="1141"/>
                  </a:lnTo>
                  <a:lnTo>
                    <a:pt x="1794" y="1143"/>
                  </a:lnTo>
                  <a:lnTo>
                    <a:pt x="1792" y="1148"/>
                  </a:lnTo>
                  <a:lnTo>
                    <a:pt x="1792" y="1148"/>
                  </a:lnTo>
                  <a:lnTo>
                    <a:pt x="1794" y="1148"/>
                  </a:lnTo>
                  <a:lnTo>
                    <a:pt x="1794" y="1150"/>
                  </a:lnTo>
                  <a:lnTo>
                    <a:pt x="1794" y="1150"/>
                  </a:lnTo>
                  <a:lnTo>
                    <a:pt x="1794" y="1150"/>
                  </a:lnTo>
                  <a:lnTo>
                    <a:pt x="1794" y="1150"/>
                  </a:lnTo>
                  <a:lnTo>
                    <a:pt x="1792" y="1150"/>
                  </a:lnTo>
                  <a:lnTo>
                    <a:pt x="1792" y="1150"/>
                  </a:lnTo>
                  <a:lnTo>
                    <a:pt x="1792" y="1148"/>
                  </a:lnTo>
                  <a:lnTo>
                    <a:pt x="1792" y="1148"/>
                  </a:lnTo>
                  <a:lnTo>
                    <a:pt x="1792" y="1141"/>
                  </a:lnTo>
                  <a:lnTo>
                    <a:pt x="1792" y="1141"/>
                  </a:lnTo>
                  <a:lnTo>
                    <a:pt x="1792" y="1139"/>
                  </a:lnTo>
                  <a:lnTo>
                    <a:pt x="1789" y="1139"/>
                  </a:lnTo>
                  <a:lnTo>
                    <a:pt x="1789" y="1136"/>
                  </a:lnTo>
                  <a:lnTo>
                    <a:pt x="1789" y="1136"/>
                  </a:lnTo>
                  <a:lnTo>
                    <a:pt x="1789" y="1134"/>
                  </a:lnTo>
                  <a:lnTo>
                    <a:pt x="1789" y="1134"/>
                  </a:lnTo>
                  <a:lnTo>
                    <a:pt x="1789" y="1134"/>
                  </a:lnTo>
                  <a:lnTo>
                    <a:pt x="1789" y="1131"/>
                  </a:lnTo>
                  <a:lnTo>
                    <a:pt x="1789" y="1131"/>
                  </a:lnTo>
                  <a:lnTo>
                    <a:pt x="1789" y="1131"/>
                  </a:lnTo>
                  <a:lnTo>
                    <a:pt x="1789" y="1131"/>
                  </a:lnTo>
                  <a:lnTo>
                    <a:pt x="1787" y="1131"/>
                  </a:lnTo>
                  <a:lnTo>
                    <a:pt x="1785" y="1131"/>
                  </a:lnTo>
                  <a:lnTo>
                    <a:pt x="1782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78" y="1131"/>
                  </a:lnTo>
                  <a:lnTo>
                    <a:pt x="1778" y="1131"/>
                  </a:lnTo>
                  <a:lnTo>
                    <a:pt x="1775" y="1131"/>
                  </a:lnTo>
                  <a:lnTo>
                    <a:pt x="1775" y="1134"/>
                  </a:lnTo>
                  <a:lnTo>
                    <a:pt x="1773" y="1139"/>
                  </a:lnTo>
                  <a:lnTo>
                    <a:pt x="1773" y="1139"/>
                  </a:lnTo>
                  <a:lnTo>
                    <a:pt x="1775" y="1141"/>
                  </a:lnTo>
                  <a:lnTo>
                    <a:pt x="1775" y="1141"/>
                  </a:lnTo>
                  <a:lnTo>
                    <a:pt x="1775" y="1141"/>
                  </a:lnTo>
                  <a:lnTo>
                    <a:pt x="1775" y="1141"/>
                  </a:lnTo>
                  <a:lnTo>
                    <a:pt x="1775" y="1143"/>
                  </a:lnTo>
                  <a:lnTo>
                    <a:pt x="1775" y="1143"/>
                  </a:lnTo>
                  <a:lnTo>
                    <a:pt x="1775" y="1143"/>
                  </a:lnTo>
                  <a:lnTo>
                    <a:pt x="1775" y="1146"/>
                  </a:lnTo>
                  <a:lnTo>
                    <a:pt x="1775" y="1146"/>
                  </a:lnTo>
                  <a:lnTo>
                    <a:pt x="1775" y="1148"/>
                  </a:lnTo>
                  <a:lnTo>
                    <a:pt x="1775" y="1148"/>
                  </a:lnTo>
                  <a:lnTo>
                    <a:pt x="1775" y="1148"/>
                  </a:lnTo>
                  <a:lnTo>
                    <a:pt x="1775" y="1150"/>
                  </a:lnTo>
                  <a:lnTo>
                    <a:pt x="1768" y="1150"/>
                  </a:lnTo>
                  <a:lnTo>
                    <a:pt x="1768" y="1148"/>
                  </a:lnTo>
                  <a:lnTo>
                    <a:pt x="1768" y="1148"/>
                  </a:lnTo>
                  <a:lnTo>
                    <a:pt x="1771" y="1148"/>
                  </a:lnTo>
                  <a:lnTo>
                    <a:pt x="1771" y="1148"/>
                  </a:lnTo>
                  <a:lnTo>
                    <a:pt x="1773" y="1148"/>
                  </a:lnTo>
                  <a:lnTo>
                    <a:pt x="1775" y="1148"/>
                  </a:lnTo>
                  <a:lnTo>
                    <a:pt x="1775" y="1146"/>
                  </a:lnTo>
                  <a:lnTo>
                    <a:pt x="1775" y="1143"/>
                  </a:lnTo>
                  <a:lnTo>
                    <a:pt x="1773" y="1141"/>
                  </a:lnTo>
                  <a:lnTo>
                    <a:pt x="1773" y="1139"/>
                  </a:lnTo>
                  <a:lnTo>
                    <a:pt x="1773" y="1136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8" y="1129"/>
                  </a:lnTo>
                  <a:lnTo>
                    <a:pt x="1778" y="1129"/>
                  </a:lnTo>
                  <a:lnTo>
                    <a:pt x="1778" y="1129"/>
                  </a:lnTo>
                  <a:lnTo>
                    <a:pt x="1771" y="1129"/>
                  </a:lnTo>
                  <a:lnTo>
                    <a:pt x="1771" y="1129"/>
                  </a:lnTo>
                  <a:lnTo>
                    <a:pt x="1768" y="1129"/>
                  </a:lnTo>
                  <a:lnTo>
                    <a:pt x="1768" y="1129"/>
                  </a:lnTo>
                  <a:lnTo>
                    <a:pt x="1768" y="1129"/>
                  </a:lnTo>
                  <a:lnTo>
                    <a:pt x="1768" y="1131"/>
                  </a:lnTo>
                  <a:lnTo>
                    <a:pt x="1768" y="1131"/>
                  </a:lnTo>
                  <a:lnTo>
                    <a:pt x="1768" y="1134"/>
                  </a:lnTo>
                  <a:lnTo>
                    <a:pt x="1768" y="1131"/>
                  </a:lnTo>
                  <a:lnTo>
                    <a:pt x="1766" y="1131"/>
                  </a:lnTo>
                  <a:lnTo>
                    <a:pt x="1766" y="1131"/>
                  </a:lnTo>
                  <a:lnTo>
                    <a:pt x="1763" y="1131"/>
                  </a:lnTo>
                  <a:lnTo>
                    <a:pt x="1763" y="1136"/>
                  </a:lnTo>
                  <a:lnTo>
                    <a:pt x="1763" y="1136"/>
                  </a:lnTo>
                  <a:lnTo>
                    <a:pt x="1763" y="1139"/>
                  </a:lnTo>
                  <a:lnTo>
                    <a:pt x="1763" y="1139"/>
                  </a:lnTo>
                  <a:lnTo>
                    <a:pt x="1763" y="1139"/>
                  </a:lnTo>
                  <a:lnTo>
                    <a:pt x="1763" y="1139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43"/>
                  </a:lnTo>
                  <a:lnTo>
                    <a:pt x="1761" y="1143"/>
                  </a:lnTo>
                  <a:lnTo>
                    <a:pt x="1761" y="1146"/>
                  </a:lnTo>
                  <a:lnTo>
                    <a:pt x="1761" y="1143"/>
                  </a:lnTo>
                  <a:lnTo>
                    <a:pt x="1761" y="1143"/>
                  </a:lnTo>
                  <a:lnTo>
                    <a:pt x="1761" y="1143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39"/>
                  </a:lnTo>
                  <a:lnTo>
                    <a:pt x="1761" y="1139"/>
                  </a:lnTo>
                  <a:lnTo>
                    <a:pt x="1761" y="1139"/>
                  </a:lnTo>
                  <a:lnTo>
                    <a:pt x="1761" y="1136"/>
                  </a:lnTo>
                  <a:lnTo>
                    <a:pt x="1761" y="1136"/>
                  </a:lnTo>
                  <a:lnTo>
                    <a:pt x="1761" y="1136"/>
                  </a:lnTo>
                  <a:lnTo>
                    <a:pt x="1761" y="1134"/>
                  </a:lnTo>
                  <a:lnTo>
                    <a:pt x="1761" y="1134"/>
                  </a:lnTo>
                  <a:lnTo>
                    <a:pt x="1761" y="1134"/>
                  </a:lnTo>
                  <a:lnTo>
                    <a:pt x="1761" y="1134"/>
                  </a:lnTo>
                  <a:lnTo>
                    <a:pt x="1761" y="1136"/>
                  </a:lnTo>
                  <a:lnTo>
                    <a:pt x="1759" y="1139"/>
                  </a:lnTo>
                  <a:lnTo>
                    <a:pt x="1756" y="1139"/>
                  </a:lnTo>
                  <a:lnTo>
                    <a:pt x="1756" y="1139"/>
                  </a:lnTo>
                  <a:lnTo>
                    <a:pt x="1756" y="1141"/>
                  </a:lnTo>
                  <a:lnTo>
                    <a:pt x="1754" y="1141"/>
                  </a:lnTo>
                  <a:lnTo>
                    <a:pt x="1754" y="1143"/>
                  </a:lnTo>
                  <a:lnTo>
                    <a:pt x="1756" y="1143"/>
                  </a:lnTo>
                  <a:lnTo>
                    <a:pt x="1756" y="1143"/>
                  </a:lnTo>
                  <a:lnTo>
                    <a:pt x="1756" y="1146"/>
                  </a:lnTo>
                  <a:lnTo>
                    <a:pt x="1754" y="1146"/>
                  </a:lnTo>
                  <a:lnTo>
                    <a:pt x="1754" y="1143"/>
                  </a:lnTo>
                  <a:lnTo>
                    <a:pt x="1754" y="1143"/>
                  </a:lnTo>
                  <a:lnTo>
                    <a:pt x="1754" y="1141"/>
                  </a:lnTo>
                  <a:lnTo>
                    <a:pt x="1754" y="1141"/>
                  </a:lnTo>
                  <a:lnTo>
                    <a:pt x="1754" y="113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7"/>
                  </a:lnTo>
                  <a:lnTo>
                    <a:pt x="1763" y="1127"/>
                  </a:lnTo>
                  <a:lnTo>
                    <a:pt x="1771" y="1124"/>
                  </a:lnTo>
                  <a:lnTo>
                    <a:pt x="1773" y="1127"/>
                  </a:lnTo>
                  <a:lnTo>
                    <a:pt x="1775" y="1127"/>
                  </a:lnTo>
                  <a:lnTo>
                    <a:pt x="1775" y="1124"/>
                  </a:lnTo>
                  <a:lnTo>
                    <a:pt x="1778" y="1124"/>
                  </a:lnTo>
                  <a:lnTo>
                    <a:pt x="1778" y="1122"/>
                  </a:lnTo>
                  <a:lnTo>
                    <a:pt x="1778" y="1122"/>
                  </a:lnTo>
                  <a:lnTo>
                    <a:pt x="1775" y="1120"/>
                  </a:lnTo>
                  <a:lnTo>
                    <a:pt x="1778" y="1120"/>
                  </a:lnTo>
                  <a:lnTo>
                    <a:pt x="1778" y="1117"/>
                  </a:lnTo>
                  <a:lnTo>
                    <a:pt x="1780" y="1120"/>
                  </a:lnTo>
                  <a:lnTo>
                    <a:pt x="1780" y="1117"/>
                  </a:lnTo>
                  <a:lnTo>
                    <a:pt x="1780" y="1117"/>
                  </a:lnTo>
                  <a:lnTo>
                    <a:pt x="1780" y="1117"/>
                  </a:lnTo>
                  <a:lnTo>
                    <a:pt x="1780" y="1115"/>
                  </a:lnTo>
                  <a:lnTo>
                    <a:pt x="1782" y="1115"/>
                  </a:lnTo>
                  <a:lnTo>
                    <a:pt x="1782" y="1115"/>
                  </a:lnTo>
                  <a:lnTo>
                    <a:pt x="1782" y="1113"/>
                  </a:lnTo>
                  <a:lnTo>
                    <a:pt x="1778" y="1113"/>
                  </a:lnTo>
                  <a:lnTo>
                    <a:pt x="1775" y="1115"/>
                  </a:lnTo>
                  <a:lnTo>
                    <a:pt x="1773" y="1117"/>
                  </a:lnTo>
                  <a:lnTo>
                    <a:pt x="1773" y="1117"/>
                  </a:lnTo>
                  <a:lnTo>
                    <a:pt x="1773" y="1117"/>
                  </a:lnTo>
                  <a:lnTo>
                    <a:pt x="1771" y="1117"/>
                  </a:lnTo>
                  <a:lnTo>
                    <a:pt x="1768" y="1117"/>
                  </a:lnTo>
                  <a:lnTo>
                    <a:pt x="1766" y="1117"/>
                  </a:lnTo>
                  <a:lnTo>
                    <a:pt x="1768" y="1117"/>
                  </a:lnTo>
                  <a:lnTo>
                    <a:pt x="1768" y="1117"/>
                  </a:lnTo>
                  <a:lnTo>
                    <a:pt x="1768" y="1120"/>
                  </a:lnTo>
                  <a:lnTo>
                    <a:pt x="1771" y="1120"/>
                  </a:lnTo>
                  <a:lnTo>
                    <a:pt x="1771" y="1122"/>
                  </a:lnTo>
                  <a:lnTo>
                    <a:pt x="1771" y="1122"/>
                  </a:lnTo>
                  <a:lnTo>
                    <a:pt x="1771" y="1122"/>
                  </a:lnTo>
                  <a:lnTo>
                    <a:pt x="1763" y="1127"/>
                  </a:lnTo>
                  <a:lnTo>
                    <a:pt x="1763" y="1124"/>
                  </a:lnTo>
                  <a:lnTo>
                    <a:pt x="1766" y="1124"/>
                  </a:lnTo>
                  <a:lnTo>
                    <a:pt x="1768" y="1122"/>
                  </a:lnTo>
                  <a:lnTo>
                    <a:pt x="1768" y="1122"/>
                  </a:lnTo>
                  <a:lnTo>
                    <a:pt x="1766" y="1122"/>
                  </a:lnTo>
                  <a:lnTo>
                    <a:pt x="1766" y="1120"/>
                  </a:lnTo>
                  <a:lnTo>
                    <a:pt x="1766" y="1120"/>
                  </a:lnTo>
                  <a:lnTo>
                    <a:pt x="1763" y="1120"/>
                  </a:lnTo>
                  <a:lnTo>
                    <a:pt x="1763" y="1117"/>
                  </a:lnTo>
                  <a:lnTo>
                    <a:pt x="1763" y="1120"/>
                  </a:lnTo>
                  <a:lnTo>
                    <a:pt x="1763" y="1120"/>
                  </a:lnTo>
                  <a:lnTo>
                    <a:pt x="1763" y="1122"/>
                  </a:lnTo>
                  <a:lnTo>
                    <a:pt x="1763" y="1122"/>
                  </a:lnTo>
                  <a:lnTo>
                    <a:pt x="1763" y="1120"/>
                  </a:lnTo>
                  <a:lnTo>
                    <a:pt x="1761" y="1120"/>
                  </a:lnTo>
                  <a:lnTo>
                    <a:pt x="1761" y="1120"/>
                  </a:lnTo>
                  <a:lnTo>
                    <a:pt x="1761" y="1120"/>
                  </a:lnTo>
                  <a:lnTo>
                    <a:pt x="1759" y="1120"/>
                  </a:lnTo>
                  <a:lnTo>
                    <a:pt x="1759" y="1120"/>
                  </a:lnTo>
                  <a:lnTo>
                    <a:pt x="1761" y="1122"/>
                  </a:lnTo>
                  <a:lnTo>
                    <a:pt x="1759" y="1122"/>
                  </a:lnTo>
                  <a:lnTo>
                    <a:pt x="1759" y="1122"/>
                  </a:lnTo>
                  <a:lnTo>
                    <a:pt x="1759" y="1120"/>
                  </a:lnTo>
                  <a:lnTo>
                    <a:pt x="1759" y="1120"/>
                  </a:lnTo>
                  <a:lnTo>
                    <a:pt x="1756" y="1120"/>
                  </a:lnTo>
                  <a:lnTo>
                    <a:pt x="1756" y="1122"/>
                  </a:lnTo>
                  <a:lnTo>
                    <a:pt x="1754" y="1122"/>
                  </a:lnTo>
                  <a:lnTo>
                    <a:pt x="1754" y="1124"/>
                  </a:lnTo>
                  <a:lnTo>
                    <a:pt x="1754" y="1124"/>
                  </a:lnTo>
                  <a:lnTo>
                    <a:pt x="1756" y="1124"/>
                  </a:lnTo>
                  <a:lnTo>
                    <a:pt x="1756" y="1127"/>
                  </a:lnTo>
                  <a:lnTo>
                    <a:pt x="1756" y="1127"/>
                  </a:lnTo>
                  <a:lnTo>
                    <a:pt x="1756" y="1129"/>
                  </a:lnTo>
                  <a:lnTo>
                    <a:pt x="1756" y="1131"/>
                  </a:lnTo>
                  <a:lnTo>
                    <a:pt x="1756" y="1131"/>
                  </a:lnTo>
                  <a:lnTo>
                    <a:pt x="1756" y="1131"/>
                  </a:lnTo>
                  <a:lnTo>
                    <a:pt x="1756" y="1131"/>
                  </a:lnTo>
                  <a:lnTo>
                    <a:pt x="1756" y="1129"/>
                  </a:lnTo>
                  <a:lnTo>
                    <a:pt x="1756" y="1129"/>
                  </a:lnTo>
                  <a:lnTo>
                    <a:pt x="1754" y="1127"/>
                  </a:lnTo>
                  <a:lnTo>
                    <a:pt x="1754" y="1127"/>
                  </a:lnTo>
                  <a:lnTo>
                    <a:pt x="1752" y="1124"/>
                  </a:lnTo>
                  <a:lnTo>
                    <a:pt x="1752" y="1122"/>
                  </a:lnTo>
                  <a:lnTo>
                    <a:pt x="1754" y="1122"/>
                  </a:lnTo>
                  <a:lnTo>
                    <a:pt x="1754" y="1120"/>
                  </a:lnTo>
                  <a:lnTo>
                    <a:pt x="1754" y="1117"/>
                  </a:lnTo>
                  <a:lnTo>
                    <a:pt x="1752" y="1117"/>
                  </a:lnTo>
                  <a:lnTo>
                    <a:pt x="1752" y="1117"/>
                  </a:lnTo>
                  <a:lnTo>
                    <a:pt x="1752" y="1117"/>
                  </a:lnTo>
                  <a:lnTo>
                    <a:pt x="1752" y="1120"/>
                  </a:lnTo>
                  <a:lnTo>
                    <a:pt x="1749" y="1120"/>
                  </a:lnTo>
                  <a:lnTo>
                    <a:pt x="1749" y="1120"/>
                  </a:lnTo>
                  <a:lnTo>
                    <a:pt x="1749" y="1117"/>
                  </a:lnTo>
                  <a:lnTo>
                    <a:pt x="1749" y="1117"/>
                  </a:lnTo>
                  <a:lnTo>
                    <a:pt x="1747" y="1120"/>
                  </a:lnTo>
                  <a:lnTo>
                    <a:pt x="1747" y="1120"/>
                  </a:lnTo>
                  <a:lnTo>
                    <a:pt x="1745" y="1122"/>
                  </a:lnTo>
                  <a:lnTo>
                    <a:pt x="1745" y="1122"/>
                  </a:lnTo>
                  <a:lnTo>
                    <a:pt x="1742" y="1122"/>
                  </a:lnTo>
                  <a:lnTo>
                    <a:pt x="1742" y="1122"/>
                  </a:lnTo>
                  <a:lnTo>
                    <a:pt x="1742" y="1124"/>
                  </a:lnTo>
                  <a:lnTo>
                    <a:pt x="1742" y="1124"/>
                  </a:lnTo>
                  <a:lnTo>
                    <a:pt x="1745" y="1127"/>
                  </a:lnTo>
                  <a:lnTo>
                    <a:pt x="1745" y="1127"/>
                  </a:lnTo>
                  <a:lnTo>
                    <a:pt x="1745" y="1129"/>
                  </a:lnTo>
                  <a:lnTo>
                    <a:pt x="1747" y="1131"/>
                  </a:lnTo>
                  <a:lnTo>
                    <a:pt x="1747" y="1131"/>
                  </a:lnTo>
                  <a:lnTo>
                    <a:pt x="1747" y="1134"/>
                  </a:lnTo>
                  <a:lnTo>
                    <a:pt x="1747" y="1134"/>
                  </a:lnTo>
                  <a:lnTo>
                    <a:pt x="1747" y="1136"/>
                  </a:lnTo>
                  <a:lnTo>
                    <a:pt x="1747" y="1136"/>
                  </a:lnTo>
                  <a:lnTo>
                    <a:pt x="1747" y="1134"/>
                  </a:lnTo>
                  <a:lnTo>
                    <a:pt x="1745" y="1131"/>
                  </a:lnTo>
                  <a:lnTo>
                    <a:pt x="1745" y="1129"/>
                  </a:lnTo>
                  <a:lnTo>
                    <a:pt x="1745" y="1129"/>
                  </a:lnTo>
                  <a:lnTo>
                    <a:pt x="1742" y="1127"/>
                  </a:lnTo>
                  <a:lnTo>
                    <a:pt x="1742" y="1124"/>
                  </a:lnTo>
                  <a:lnTo>
                    <a:pt x="1740" y="1124"/>
                  </a:lnTo>
                  <a:lnTo>
                    <a:pt x="1740" y="1124"/>
                  </a:lnTo>
                  <a:lnTo>
                    <a:pt x="1740" y="1124"/>
                  </a:lnTo>
                  <a:lnTo>
                    <a:pt x="1740" y="1122"/>
                  </a:lnTo>
                  <a:lnTo>
                    <a:pt x="1740" y="1124"/>
                  </a:lnTo>
                  <a:lnTo>
                    <a:pt x="1740" y="1124"/>
                  </a:lnTo>
                  <a:lnTo>
                    <a:pt x="1740" y="1127"/>
                  </a:lnTo>
                  <a:lnTo>
                    <a:pt x="1740" y="1127"/>
                  </a:lnTo>
                  <a:lnTo>
                    <a:pt x="1740" y="1127"/>
                  </a:lnTo>
                  <a:lnTo>
                    <a:pt x="1737" y="1127"/>
                  </a:lnTo>
                  <a:lnTo>
                    <a:pt x="1737" y="1124"/>
                  </a:lnTo>
                  <a:lnTo>
                    <a:pt x="1737" y="1124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3" y="1124"/>
                  </a:lnTo>
                  <a:lnTo>
                    <a:pt x="1733" y="1124"/>
                  </a:lnTo>
                  <a:lnTo>
                    <a:pt x="1733" y="1124"/>
                  </a:lnTo>
                  <a:lnTo>
                    <a:pt x="1733" y="1124"/>
                  </a:lnTo>
                  <a:lnTo>
                    <a:pt x="1730" y="1124"/>
                  </a:lnTo>
                  <a:lnTo>
                    <a:pt x="1730" y="1124"/>
                  </a:lnTo>
                  <a:lnTo>
                    <a:pt x="1726" y="1127"/>
                  </a:lnTo>
                  <a:lnTo>
                    <a:pt x="1726" y="1127"/>
                  </a:lnTo>
                  <a:lnTo>
                    <a:pt x="1726" y="1127"/>
                  </a:lnTo>
                  <a:lnTo>
                    <a:pt x="1723" y="1127"/>
                  </a:lnTo>
                  <a:lnTo>
                    <a:pt x="1723" y="1127"/>
                  </a:lnTo>
                  <a:lnTo>
                    <a:pt x="1723" y="1127"/>
                  </a:lnTo>
                  <a:lnTo>
                    <a:pt x="1723" y="1129"/>
                  </a:lnTo>
                  <a:lnTo>
                    <a:pt x="1723" y="1129"/>
                  </a:lnTo>
                  <a:lnTo>
                    <a:pt x="1723" y="1129"/>
                  </a:lnTo>
                  <a:lnTo>
                    <a:pt x="1714" y="1134"/>
                  </a:lnTo>
                  <a:lnTo>
                    <a:pt x="1716" y="1131"/>
                  </a:lnTo>
                  <a:lnTo>
                    <a:pt x="1721" y="1129"/>
                  </a:lnTo>
                  <a:lnTo>
                    <a:pt x="1721" y="1129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16" y="1127"/>
                  </a:lnTo>
                  <a:lnTo>
                    <a:pt x="1714" y="1127"/>
                  </a:lnTo>
                  <a:lnTo>
                    <a:pt x="1714" y="1129"/>
                  </a:lnTo>
                  <a:lnTo>
                    <a:pt x="1714" y="1129"/>
                  </a:lnTo>
                  <a:lnTo>
                    <a:pt x="1714" y="1129"/>
                  </a:lnTo>
                  <a:lnTo>
                    <a:pt x="1714" y="1131"/>
                  </a:lnTo>
                  <a:lnTo>
                    <a:pt x="1714" y="1131"/>
                  </a:lnTo>
                  <a:lnTo>
                    <a:pt x="1711" y="1134"/>
                  </a:lnTo>
                  <a:lnTo>
                    <a:pt x="1711" y="1134"/>
                  </a:lnTo>
                  <a:lnTo>
                    <a:pt x="1709" y="1134"/>
                  </a:lnTo>
                  <a:lnTo>
                    <a:pt x="1709" y="1134"/>
                  </a:lnTo>
                  <a:lnTo>
                    <a:pt x="1709" y="1131"/>
                  </a:lnTo>
                  <a:lnTo>
                    <a:pt x="1711" y="1131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7"/>
                  </a:lnTo>
                  <a:lnTo>
                    <a:pt x="1711" y="1127"/>
                  </a:lnTo>
                  <a:lnTo>
                    <a:pt x="1711" y="1127"/>
                  </a:lnTo>
                  <a:lnTo>
                    <a:pt x="1714" y="1124"/>
                  </a:lnTo>
                  <a:lnTo>
                    <a:pt x="1723" y="1124"/>
                  </a:lnTo>
                  <a:lnTo>
                    <a:pt x="1723" y="1124"/>
                  </a:lnTo>
                  <a:lnTo>
                    <a:pt x="1726" y="1120"/>
                  </a:lnTo>
                  <a:lnTo>
                    <a:pt x="1726" y="1120"/>
                  </a:lnTo>
                  <a:lnTo>
                    <a:pt x="1728" y="1120"/>
                  </a:lnTo>
                  <a:lnTo>
                    <a:pt x="1730" y="1120"/>
                  </a:lnTo>
                  <a:lnTo>
                    <a:pt x="1733" y="1120"/>
                  </a:lnTo>
                  <a:lnTo>
                    <a:pt x="1733" y="1117"/>
                  </a:lnTo>
                  <a:lnTo>
                    <a:pt x="1730" y="1117"/>
                  </a:lnTo>
                  <a:lnTo>
                    <a:pt x="1728" y="1117"/>
                  </a:lnTo>
                  <a:lnTo>
                    <a:pt x="1728" y="1117"/>
                  </a:lnTo>
                  <a:lnTo>
                    <a:pt x="1730" y="1117"/>
                  </a:lnTo>
                  <a:lnTo>
                    <a:pt x="1730" y="1115"/>
                  </a:lnTo>
                  <a:lnTo>
                    <a:pt x="1730" y="1117"/>
                  </a:lnTo>
                  <a:lnTo>
                    <a:pt x="1730" y="1115"/>
                  </a:lnTo>
                  <a:lnTo>
                    <a:pt x="1730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6" y="1115"/>
                  </a:lnTo>
                  <a:lnTo>
                    <a:pt x="1718" y="1115"/>
                  </a:lnTo>
                  <a:lnTo>
                    <a:pt x="1716" y="1117"/>
                  </a:lnTo>
                  <a:lnTo>
                    <a:pt x="1714" y="1117"/>
                  </a:lnTo>
                  <a:lnTo>
                    <a:pt x="1714" y="1115"/>
                  </a:lnTo>
                  <a:lnTo>
                    <a:pt x="1709" y="1120"/>
                  </a:lnTo>
                  <a:lnTo>
                    <a:pt x="1707" y="1117"/>
                  </a:lnTo>
                  <a:lnTo>
                    <a:pt x="1702" y="1120"/>
                  </a:lnTo>
                  <a:lnTo>
                    <a:pt x="1702" y="1120"/>
                  </a:lnTo>
                  <a:lnTo>
                    <a:pt x="1702" y="1122"/>
                  </a:lnTo>
                  <a:lnTo>
                    <a:pt x="1702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0"/>
                  </a:lnTo>
                  <a:lnTo>
                    <a:pt x="1700" y="1120"/>
                  </a:lnTo>
                  <a:lnTo>
                    <a:pt x="1700" y="1120"/>
                  </a:lnTo>
                  <a:lnTo>
                    <a:pt x="1700" y="1117"/>
                  </a:lnTo>
                  <a:lnTo>
                    <a:pt x="1697" y="1117"/>
                  </a:lnTo>
                  <a:lnTo>
                    <a:pt x="1685" y="1122"/>
                  </a:lnTo>
                  <a:lnTo>
                    <a:pt x="1685" y="1120"/>
                  </a:lnTo>
                  <a:lnTo>
                    <a:pt x="1692" y="1117"/>
                  </a:lnTo>
                  <a:lnTo>
                    <a:pt x="1690" y="1117"/>
                  </a:lnTo>
                  <a:lnTo>
                    <a:pt x="1688" y="1117"/>
                  </a:lnTo>
                  <a:lnTo>
                    <a:pt x="1683" y="1120"/>
                  </a:lnTo>
                  <a:lnTo>
                    <a:pt x="1683" y="1117"/>
                  </a:lnTo>
                  <a:lnTo>
                    <a:pt x="1685" y="1115"/>
                  </a:lnTo>
                  <a:lnTo>
                    <a:pt x="1690" y="1117"/>
                  </a:lnTo>
                  <a:lnTo>
                    <a:pt x="1692" y="1115"/>
                  </a:lnTo>
                  <a:lnTo>
                    <a:pt x="1695" y="1115"/>
                  </a:lnTo>
                  <a:lnTo>
                    <a:pt x="1697" y="1117"/>
                  </a:lnTo>
                  <a:lnTo>
                    <a:pt x="1697" y="1117"/>
                  </a:lnTo>
                  <a:lnTo>
                    <a:pt x="1700" y="1117"/>
                  </a:lnTo>
                  <a:lnTo>
                    <a:pt x="1702" y="1115"/>
                  </a:lnTo>
                  <a:lnTo>
                    <a:pt x="1702" y="1115"/>
                  </a:lnTo>
                  <a:lnTo>
                    <a:pt x="1704" y="1115"/>
                  </a:lnTo>
                  <a:lnTo>
                    <a:pt x="1704" y="1115"/>
                  </a:lnTo>
                  <a:lnTo>
                    <a:pt x="1707" y="1115"/>
                  </a:lnTo>
                  <a:lnTo>
                    <a:pt x="1707" y="1115"/>
                  </a:lnTo>
                  <a:lnTo>
                    <a:pt x="1707" y="1115"/>
                  </a:lnTo>
                  <a:lnTo>
                    <a:pt x="1709" y="1115"/>
                  </a:lnTo>
                  <a:lnTo>
                    <a:pt x="1709" y="1115"/>
                  </a:lnTo>
                  <a:lnTo>
                    <a:pt x="1709" y="1115"/>
                  </a:lnTo>
                  <a:lnTo>
                    <a:pt x="1709" y="1113"/>
                  </a:lnTo>
                  <a:lnTo>
                    <a:pt x="1709" y="1113"/>
                  </a:lnTo>
                  <a:lnTo>
                    <a:pt x="1714" y="1113"/>
                  </a:lnTo>
                  <a:lnTo>
                    <a:pt x="1711" y="1110"/>
                  </a:lnTo>
                  <a:lnTo>
                    <a:pt x="1709" y="1110"/>
                  </a:lnTo>
                  <a:lnTo>
                    <a:pt x="1707" y="1110"/>
                  </a:lnTo>
                  <a:lnTo>
                    <a:pt x="1707" y="1110"/>
                  </a:lnTo>
                  <a:lnTo>
                    <a:pt x="1707" y="1108"/>
                  </a:lnTo>
                  <a:lnTo>
                    <a:pt x="1709" y="1108"/>
                  </a:lnTo>
                  <a:lnTo>
                    <a:pt x="1711" y="1108"/>
                  </a:lnTo>
                  <a:lnTo>
                    <a:pt x="1714" y="1108"/>
                  </a:lnTo>
                  <a:lnTo>
                    <a:pt x="1718" y="1108"/>
                  </a:lnTo>
                  <a:lnTo>
                    <a:pt x="1718" y="1105"/>
                  </a:lnTo>
                  <a:lnTo>
                    <a:pt x="1733" y="1105"/>
                  </a:lnTo>
                  <a:lnTo>
                    <a:pt x="1733" y="1103"/>
                  </a:lnTo>
                  <a:lnTo>
                    <a:pt x="1735" y="1103"/>
                  </a:lnTo>
                  <a:lnTo>
                    <a:pt x="1733" y="1103"/>
                  </a:lnTo>
                  <a:lnTo>
                    <a:pt x="1733" y="1103"/>
                  </a:lnTo>
                  <a:lnTo>
                    <a:pt x="1730" y="1103"/>
                  </a:lnTo>
                  <a:lnTo>
                    <a:pt x="1730" y="1103"/>
                  </a:lnTo>
                  <a:lnTo>
                    <a:pt x="1730" y="1103"/>
                  </a:lnTo>
                  <a:lnTo>
                    <a:pt x="1730" y="1103"/>
                  </a:lnTo>
                  <a:lnTo>
                    <a:pt x="1728" y="1103"/>
                  </a:lnTo>
                  <a:lnTo>
                    <a:pt x="1721" y="1103"/>
                  </a:lnTo>
                  <a:lnTo>
                    <a:pt x="1718" y="1103"/>
                  </a:lnTo>
                  <a:lnTo>
                    <a:pt x="1718" y="1103"/>
                  </a:lnTo>
                  <a:lnTo>
                    <a:pt x="1716" y="1103"/>
                  </a:lnTo>
                  <a:lnTo>
                    <a:pt x="1716" y="1103"/>
                  </a:lnTo>
                  <a:lnTo>
                    <a:pt x="1716" y="1103"/>
                  </a:lnTo>
                  <a:lnTo>
                    <a:pt x="1709" y="1105"/>
                  </a:lnTo>
                  <a:lnTo>
                    <a:pt x="1709" y="1103"/>
                  </a:lnTo>
                  <a:lnTo>
                    <a:pt x="1718" y="1101"/>
                  </a:lnTo>
                  <a:lnTo>
                    <a:pt x="1721" y="1101"/>
                  </a:lnTo>
                  <a:lnTo>
                    <a:pt x="1726" y="1101"/>
                  </a:lnTo>
                  <a:lnTo>
                    <a:pt x="1726" y="1098"/>
                  </a:lnTo>
                  <a:lnTo>
                    <a:pt x="1723" y="1098"/>
                  </a:lnTo>
                  <a:lnTo>
                    <a:pt x="1723" y="1098"/>
                  </a:lnTo>
                  <a:lnTo>
                    <a:pt x="1721" y="1098"/>
                  </a:lnTo>
                  <a:lnTo>
                    <a:pt x="1721" y="1098"/>
                  </a:lnTo>
                  <a:lnTo>
                    <a:pt x="1721" y="1098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18" y="1094"/>
                  </a:lnTo>
                  <a:lnTo>
                    <a:pt x="1716" y="1096"/>
                  </a:lnTo>
                  <a:lnTo>
                    <a:pt x="1714" y="1096"/>
                  </a:lnTo>
                  <a:lnTo>
                    <a:pt x="1711" y="1096"/>
                  </a:lnTo>
                  <a:lnTo>
                    <a:pt x="1711" y="1096"/>
                  </a:lnTo>
                  <a:lnTo>
                    <a:pt x="1709" y="1094"/>
                  </a:lnTo>
                  <a:lnTo>
                    <a:pt x="1704" y="1098"/>
                  </a:lnTo>
                  <a:lnTo>
                    <a:pt x="1704" y="1098"/>
                  </a:lnTo>
                  <a:lnTo>
                    <a:pt x="1704" y="1098"/>
                  </a:lnTo>
                  <a:lnTo>
                    <a:pt x="1704" y="1098"/>
                  </a:lnTo>
                  <a:lnTo>
                    <a:pt x="1702" y="1098"/>
                  </a:lnTo>
                  <a:lnTo>
                    <a:pt x="1702" y="1096"/>
                  </a:lnTo>
                  <a:lnTo>
                    <a:pt x="1704" y="1098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7" y="1096"/>
                  </a:lnTo>
                  <a:lnTo>
                    <a:pt x="1707" y="1094"/>
                  </a:lnTo>
                  <a:lnTo>
                    <a:pt x="1711" y="1091"/>
                  </a:lnTo>
                  <a:lnTo>
                    <a:pt x="1718" y="1091"/>
                  </a:lnTo>
                  <a:lnTo>
                    <a:pt x="1718" y="1091"/>
                  </a:lnTo>
                  <a:lnTo>
                    <a:pt x="1721" y="1089"/>
                  </a:lnTo>
                  <a:lnTo>
                    <a:pt x="1718" y="1089"/>
                  </a:lnTo>
                  <a:lnTo>
                    <a:pt x="1718" y="1086"/>
                  </a:lnTo>
                  <a:lnTo>
                    <a:pt x="1726" y="1084"/>
                  </a:lnTo>
                  <a:lnTo>
                    <a:pt x="1726" y="1082"/>
                  </a:lnTo>
                  <a:lnTo>
                    <a:pt x="1723" y="1082"/>
                  </a:lnTo>
                  <a:lnTo>
                    <a:pt x="1709" y="1079"/>
                  </a:lnTo>
                  <a:lnTo>
                    <a:pt x="1707" y="1079"/>
                  </a:lnTo>
                  <a:lnTo>
                    <a:pt x="1707" y="1079"/>
                  </a:lnTo>
                  <a:lnTo>
                    <a:pt x="1707" y="1079"/>
                  </a:lnTo>
                  <a:lnTo>
                    <a:pt x="1700" y="1079"/>
                  </a:lnTo>
                  <a:lnTo>
                    <a:pt x="1697" y="1082"/>
                  </a:lnTo>
                  <a:lnTo>
                    <a:pt x="1692" y="1086"/>
                  </a:lnTo>
                  <a:lnTo>
                    <a:pt x="1692" y="1089"/>
                  </a:lnTo>
                  <a:lnTo>
                    <a:pt x="1690" y="1091"/>
                  </a:lnTo>
                  <a:lnTo>
                    <a:pt x="1690" y="1094"/>
                  </a:lnTo>
                  <a:lnTo>
                    <a:pt x="1688" y="1094"/>
                  </a:lnTo>
                  <a:lnTo>
                    <a:pt x="1690" y="1096"/>
                  </a:lnTo>
                  <a:lnTo>
                    <a:pt x="1690" y="1096"/>
                  </a:lnTo>
                  <a:lnTo>
                    <a:pt x="1690" y="1096"/>
                  </a:lnTo>
                  <a:lnTo>
                    <a:pt x="1690" y="1096"/>
                  </a:lnTo>
                  <a:lnTo>
                    <a:pt x="1690" y="1098"/>
                  </a:lnTo>
                  <a:lnTo>
                    <a:pt x="1690" y="1098"/>
                  </a:lnTo>
                  <a:lnTo>
                    <a:pt x="1690" y="1098"/>
                  </a:lnTo>
                  <a:lnTo>
                    <a:pt x="1690" y="1101"/>
                  </a:lnTo>
                  <a:lnTo>
                    <a:pt x="1690" y="1103"/>
                  </a:lnTo>
                  <a:lnTo>
                    <a:pt x="1690" y="1105"/>
                  </a:lnTo>
                  <a:lnTo>
                    <a:pt x="1690" y="1105"/>
                  </a:lnTo>
                  <a:lnTo>
                    <a:pt x="1690" y="1103"/>
                  </a:lnTo>
                  <a:lnTo>
                    <a:pt x="1690" y="1101"/>
                  </a:lnTo>
                  <a:lnTo>
                    <a:pt x="1690" y="1101"/>
                  </a:lnTo>
                  <a:lnTo>
                    <a:pt x="1688" y="1101"/>
                  </a:lnTo>
                  <a:lnTo>
                    <a:pt x="1688" y="1098"/>
                  </a:lnTo>
                  <a:lnTo>
                    <a:pt x="1688" y="1096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3" y="1094"/>
                  </a:lnTo>
                  <a:lnTo>
                    <a:pt x="1683" y="1094"/>
                  </a:lnTo>
                  <a:lnTo>
                    <a:pt x="1683" y="1096"/>
                  </a:lnTo>
                  <a:lnTo>
                    <a:pt x="1683" y="1096"/>
                  </a:lnTo>
                  <a:lnTo>
                    <a:pt x="1683" y="1096"/>
                  </a:lnTo>
                  <a:lnTo>
                    <a:pt x="1683" y="1094"/>
                  </a:lnTo>
                  <a:lnTo>
                    <a:pt x="1683" y="1094"/>
                  </a:lnTo>
                  <a:lnTo>
                    <a:pt x="1685" y="1091"/>
                  </a:lnTo>
                  <a:lnTo>
                    <a:pt x="1688" y="1089"/>
                  </a:lnTo>
                  <a:lnTo>
                    <a:pt x="1690" y="1089"/>
                  </a:lnTo>
                  <a:lnTo>
                    <a:pt x="1692" y="1086"/>
                  </a:lnTo>
                  <a:lnTo>
                    <a:pt x="1692" y="1086"/>
                  </a:lnTo>
                  <a:lnTo>
                    <a:pt x="1692" y="1084"/>
                  </a:lnTo>
                  <a:lnTo>
                    <a:pt x="1695" y="1082"/>
                  </a:lnTo>
                  <a:lnTo>
                    <a:pt x="1695" y="1079"/>
                  </a:lnTo>
                  <a:lnTo>
                    <a:pt x="1692" y="1079"/>
                  </a:lnTo>
                  <a:lnTo>
                    <a:pt x="1690" y="1082"/>
                  </a:lnTo>
                  <a:lnTo>
                    <a:pt x="1688" y="1082"/>
                  </a:lnTo>
                  <a:lnTo>
                    <a:pt x="1683" y="1084"/>
                  </a:lnTo>
                  <a:lnTo>
                    <a:pt x="1681" y="1084"/>
                  </a:lnTo>
                  <a:lnTo>
                    <a:pt x="1681" y="1084"/>
                  </a:lnTo>
                  <a:lnTo>
                    <a:pt x="1685" y="1082"/>
                  </a:lnTo>
                  <a:lnTo>
                    <a:pt x="1688" y="1079"/>
                  </a:lnTo>
                  <a:lnTo>
                    <a:pt x="1690" y="1079"/>
                  </a:lnTo>
                  <a:lnTo>
                    <a:pt x="1702" y="1075"/>
                  </a:lnTo>
                  <a:lnTo>
                    <a:pt x="1704" y="1075"/>
                  </a:lnTo>
                  <a:lnTo>
                    <a:pt x="1704" y="1075"/>
                  </a:lnTo>
                  <a:lnTo>
                    <a:pt x="1704" y="1075"/>
                  </a:lnTo>
                  <a:lnTo>
                    <a:pt x="1707" y="1072"/>
                  </a:lnTo>
                  <a:lnTo>
                    <a:pt x="1707" y="1072"/>
                  </a:lnTo>
                  <a:lnTo>
                    <a:pt x="1707" y="1072"/>
                  </a:lnTo>
                  <a:lnTo>
                    <a:pt x="1704" y="1072"/>
                  </a:lnTo>
                  <a:lnTo>
                    <a:pt x="1704" y="1072"/>
                  </a:lnTo>
                  <a:lnTo>
                    <a:pt x="1704" y="1070"/>
                  </a:lnTo>
                  <a:lnTo>
                    <a:pt x="1702" y="1070"/>
                  </a:lnTo>
                  <a:lnTo>
                    <a:pt x="1702" y="1070"/>
                  </a:lnTo>
                  <a:lnTo>
                    <a:pt x="1700" y="1070"/>
                  </a:lnTo>
                  <a:lnTo>
                    <a:pt x="1695" y="1072"/>
                  </a:lnTo>
                  <a:lnTo>
                    <a:pt x="1685" y="1075"/>
                  </a:lnTo>
                  <a:lnTo>
                    <a:pt x="1681" y="1075"/>
                  </a:lnTo>
                  <a:lnTo>
                    <a:pt x="1676" y="1075"/>
                  </a:lnTo>
                  <a:lnTo>
                    <a:pt x="1674" y="1075"/>
                  </a:lnTo>
                  <a:lnTo>
                    <a:pt x="1671" y="1079"/>
                  </a:lnTo>
                  <a:lnTo>
                    <a:pt x="1671" y="1084"/>
                  </a:lnTo>
                  <a:lnTo>
                    <a:pt x="1671" y="1084"/>
                  </a:lnTo>
                  <a:lnTo>
                    <a:pt x="1669" y="1084"/>
                  </a:lnTo>
                  <a:lnTo>
                    <a:pt x="1669" y="1082"/>
                  </a:lnTo>
                  <a:lnTo>
                    <a:pt x="1674" y="1075"/>
                  </a:lnTo>
                  <a:lnTo>
                    <a:pt x="1695" y="1070"/>
                  </a:lnTo>
                  <a:lnTo>
                    <a:pt x="1697" y="1068"/>
                  </a:lnTo>
                  <a:lnTo>
                    <a:pt x="1700" y="1068"/>
                  </a:lnTo>
                  <a:lnTo>
                    <a:pt x="1702" y="1068"/>
                  </a:lnTo>
                  <a:lnTo>
                    <a:pt x="1704" y="1068"/>
                  </a:lnTo>
                  <a:lnTo>
                    <a:pt x="1707" y="1068"/>
                  </a:lnTo>
                  <a:lnTo>
                    <a:pt x="1709" y="1068"/>
                  </a:lnTo>
                  <a:lnTo>
                    <a:pt x="1711" y="1070"/>
                  </a:lnTo>
                  <a:lnTo>
                    <a:pt x="1718" y="1070"/>
                  </a:lnTo>
                  <a:lnTo>
                    <a:pt x="1726" y="1070"/>
                  </a:lnTo>
                  <a:lnTo>
                    <a:pt x="1726" y="1068"/>
                  </a:lnTo>
                  <a:lnTo>
                    <a:pt x="1728" y="1065"/>
                  </a:lnTo>
                  <a:lnTo>
                    <a:pt x="1728" y="1065"/>
                  </a:lnTo>
                  <a:lnTo>
                    <a:pt x="1730" y="1065"/>
                  </a:lnTo>
                  <a:lnTo>
                    <a:pt x="1733" y="1065"/>
                  </a:lnTo>
                  <a:lnTo>
                    <a:pt x="1735" y="1065"/>
                  </a:lnTo>
                  <a:lnTo>
                    <a:pt x="1735" y="1065"/>
                  </a:lnTo>
                  <a:lnTo>
                    <a:pt x="1733" y="1065"/>
                  </a:lnTo>
                  <a:lnTo>
                    <a:pt x="1733" y="1065"/>
                  </a:lnTo>
                  <a:lnTo>
                    <a:pt x="1733" y="1063"/>
                  </a:lnTo>
                  <a:lnTo>
                    <a:pt x="1735" y="1063"/>
                  </a:lnTo>
                  <a:lnTo>
                    <a:pt x="1740" y="1060"/>
                  </a:lnTo>
                  <a:lnTo>
                    <a:pt x="1747" y="1060"/>
                  </a:lnTo>
                  <a:lnTo>
                    <a:pt x="1747" y="1060"/>
                  </a:lnTo>
                  <a:lnTo>
                    <a:pt x="1747" y="1056"/>
                  </a:lnTo>
                  <a:lnTo>
                    <a:pt x="1747" y="1053"/>
                  </a:lnTo>
                  <a:lnTo>
                    <a:pt x="1747" y="1051"/>
                  </a:lnTo>
                  <a:lnTo>
                    <a:pt x="1745" y="1051"/>
                  </a:lnTo>
                  <a:lnTo>
                    <a:pt x="1745" y="1049"/>
                  </a:lnTo>
                  <a:lnTo>
                    <a:pt x="1742" y="1049"/>
                  </a:lnTo>
                  <a:lnTo>
                    <a:pt x="1742" y="1049"/>
                  </a:lnTo>
                  <a:lnTo>
                    <a:pt x="1742" y="1049"/>
                  </a:lnTo>
                  <a:lnTo>
                    <a:pt x="1740" y="1046"/>
                  </a:lnTo>
                  <a:lnTo>
                    <a:pt x="1737" y="1046"/>
                  </a:lnTo>
                  <a:lnTo>
                    <a:pt x="1737" y="1044"/>
                  </a:lnTo>
                  <a:lnTo>
                    <a:pt x="1718" y="1042"/>
                  </a:lnTo>
                  <a:lnTo>
                    <a:pt x="1709" y="1046"/>
                  </a:lnTo>
                  <a:lnTo>
                    <a:pt x="1709" y="1044"/>
                  </a:lnTo>
                  <a:lnTo>
                    <a:pt x="1702" y="1049"/>
                  </a:lnTo>
                  <a:lnTo>
                    <a:pt x="1702" y="1051"/>
                  </a:lnTo>
                  <a:lnTo>
                    <a:pt x="1700" y="1051"/>
                  </a:lnTo>
                  <a:lnTo>
                    <a:pt x="1697" y="1053"/>
                  </a:lnTo>
                  <a:lnTo>
                    <a:pt x="1683" y="1051"/>
                  </a:lnTo>
                  <a:lnTo>
                    <a:pt x="1681" y="1051"/>
                  </a:lnTo>
                  <a:lnTo>
                    <a:pt x="1676" y="1051"/>
                  </a:lnTo>
                  <a:lnTo>
                    <a:pt x="1669" y="1051"/>
                  </a:lnTo>
                  <a:lnTo>
                    <a:pt x="1666" y="1056"/>
                  </a:lnTo>
                  <a:lnTo>
                    <a:pt x="1666" y="1060"/>
                  </a:lnTo>
                  <a:lnTo>
                    <a:pt x="1664" y="1060"/>
                  </a:lnTo>
                  <a:lnTo>
                    <a:pt x="1662" y="1060"/>
                  </a:lnTo>
                  <a:lnTo>
                    <a:pt x="1662" y="1060"/>
                  </a:lnTo>
                  <a:lnTo>
                    <a:pt x="1662" y="1063"/>
                  </a:lnTo>
                  <a:lnTo>
                    <a:pt x="1662" y="1063"/>
                  </a:lnTo>
                  <a:lnTo>
                    <a:pt x="1662" y="1063"/>
                  </a:lnTo>
                  <a:lnTo>
                    <a:pt x="1659" y="1065"/>
                  </a:lnTo>
                  <a:lnTo>
                    <a:pt x="1659" y="1065"/>
                  </a:lnTo>
                  <a:lnTo>
                    <a:pt x="1645" y="1068"/>
                  </a:lnTo>
                  <a:lnTo>
                    <a:pt x="1643" y="1070"/>
                  </a:lnTo>
                  <a:lnTo>
                    <a:pt x="1643" y="1070"/>
                  </a:lnTo>
                  <a:lnTo>
                    <a:pt x="1643" y="1072"/>
                  </a:lnTo>
                  <a:lnTo>
                    <a:pt x="1640" y="1075"/>
                  </a:lnTo>
                  <a:lnTo>
                    <a:pt x="1638" y="1075"/>
                  </a:lnTo>
                  <a:lnTo>
                    <a:pt x="1638" y="1075"/>
                  </a:lnTo>
                  <a:lnTo>
                    <a:pt x="1638" y="1075"/>
                  </a:lnTo>
                  <a:lnTo>
                    <a:pt x="1636" y="1072"/>
                  </a:lnTo>
                  <a:lnTo>
                    <a:pt x="1636" y="1072"/>
                  </a:lnTo>
                  <a:lnTo>
                    <a:pt x="1636" y="1072"/>
                  </a:lnTo>
                  <a:lnTo>
                    <a:pt x="1638" y="1072"/>
                  </a:lnTo>
                  <a:lnTo>
                    <a:pt x="1643" y="1068"/>
                  </a:lnTo>
                  <a:lnTo>
                    <a:pt x="1643" y="1065"/>
                  </a:lnTo>
                  <a:lnTo>
                    <a:pt x="1659" y="1063"/>
                  </a:lnTo>
                  <a:lnTo>
                    <a:pt x="1659" y="1063"/>
                  </a:lnTo>
                  <a:lnTo>
                    <a:pt x="1659" y="1060"/>
                  </a:lnTo>
                  <a:lnTo>
                    <a:pt x="1662" y="1058"/>
                  </a:lnTo>
                  <a:lnTo>
                    <a:pt x="1664" y="1056"/>
                  </a:lnTo>
                  <a:lnTo>
                    <a:pt x="1664" y="1056"/>
                  </a:lnTo>
                  <a:lnTo>
                    <a:pt x="1664" y="1053"/>
                  </a:lnTo>
                  <a:lnTo>
                    <a:pt x="1666" y="1051"/>
                  </a:lnTo>
                  <a:lnTo>
                    <a:pt x="1669" y="1049"/>
                  </a:lnTo>
                  <a:lnTo>
                    <a:pt x="1669" y="1049"/>
                  </a:lnTo>
                  <a:lnTo>
                    <a:pt x="1669" y="1049"/>
                  </a:lnTo>
                  <a:lnTo>
                    <a:pt x="1669" y="1046"/>
                  </a:lnTo>
                  <a:lnTo>
                    <a:pt x="1669" y="1046"/>
                  </a:lnTo>
                  <a:lnTo>
                    <a:pt x="1671" y="1046"/>
                  </a:lnTo>
                  <a:lnTo>
                    <a:pt x="1674" y="1046"/>
                  </a:lnTo>
                  <a:lnTo>
                    <a:pt x="1681" y="1044"/>
                  </a:lnTo>
                  <a:lnTo>
                    <a:pt x="1681" y="1042"/>
                  </a:lnTo>
                  <a:lnTo>
                    <a:pt x="1681" y="1042"/>
                  </a:lnTo>
                  <a:lnTo>
                    <a:pt x="1681" y="1039"/>
                  </a:lnTo>
                  <a:lnTo>
                    <a:pt x="1681" y="1037"/>
                  </a:lnTo>
                  <a:lnTo>
                    <a:pt x="1681" y="1034"/>
                  </a:lnTo>
                  <a:lnTo>
                    <a:pt x="1681" y="1034"/>
                  </a:lnTo>
                  <a:lnTo>
                    <a:pt x="1681" y="1032"/>
                  </a:lnTo>
                  <a:lnTo>
                    <a:pt x="1681" y="1032"/>
                  </a:lnTo>
                  <a:lnTo>
                    <a:pt x="1681" y="1030"/>
                  </a:lnTo>
                  <a:lnTo>
                    <a:pt x="1681" y="1030"/>
                  </a:lnTo>
                  <a:lnTo>
                    <a:pt x="1683" y="1030"/>
                  </a:lnTo>
                  <a:lnTo>
                    <a:pt x="1683" y="1027"/>
                  </a:lnTo>
                  <a:lnTo>
                    <a:pt x="1690" y="1023"/>
                  </a:lnTo>
                  <a:lnTo>
                    <a:pt x="1692" y="1023"/>
                  </a:lnTo>
                  <a:lnTo>
                    <a:pt x="1692" y="1025"/>
                  </a:lnTo>
                  <a:lnTo>
                    <a:pt x="1695" y="1023"/>
                  </a:lnTo>
                  <a:lnTo>
                    <a:pt x="1697" y="1025"/>
                  </a:lnTo>
                  <a:lnTo>
                    <a:pt x="1704" y="1023"/>
                  </a:lnTo>
                  <a:lnTo>
                    <a:pt x="1709" y="1018"/>
                  </a:lnTo>
                  <a:lnTo>
                    <a:pt x="1709" y="1018"/>
                  </a:lnTo>
                  <a:lnTo>
                    <a:pt x="1709" y="1015"/>
                  </a:lnTo>
                  <a:lnTo>
                    <a:pt x="1707" y="1015"/>
                  </a:lnTo>
                  <a:lnTo>
                    <a:pt x="1707" y="1013"/>
                  </a:lnTo>
                  <a:lnTo>
                    <a:pt x="1704" y="1011"/>
                  </a:lnTo>
                  <a:lnTo>
                    <a:pt x="1702" y="1011"/>
                  </a:lnTo>
                  <a:lnTo>
                    <a:pt x="1700" y="1008"/>
                  </a:lnTo>
                  <a:lnTo>
                    <a:pt x="1697" y="1004"/>
                  </a:lnTo>
                  <a:lnTo>
                    <a:pt x="1697" y="1004"/>
                  </a:lnTo>
                  <a:lnTo>
                    <a:pt x="1695" y="1001"/>
                  </a:lnTo>
                  <a:lnTo>
                    <a:pt x="1692" y="1001"/>
                  </a:lnTo>
                  <a:lnTo>
                    <a:pt x="1690" y="1001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88" y="997"/>
                  </a:lnTo>
                  <a:lnTo>
                    <a:pt x="1688" y="997"/>
                  </a:lnTo>
                  <a:lnTo>
                    <a:pt x="1685" y="997"/>
                  </a:lnTo>
                  <a:lnTo>
                    <a:pt x="1688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3" y="994"/>
                  </a:lnTo>
                  <a:lnTo>
                    <a:pt x="1683" y="994"/>
                  </a:lnTo>
                  <a:lnTo>
                    <a:pt x="1678" y="992"/>
                  </a:lnTo>
                  <a:lnTo>
                    <a:pt x="1678" y="992"/>
                  </a:lnTo>
                  <a:lnTo>
                    <a:pt x="1671" y="987"/>
                  </a:lnTo>
                  <a:lnTo>
                    <a:pt x="1669" y="987"/>
                  </a:lnTo>
                  <a:lnTo>
                    <a:pt x="1666" y="987"/>
                  </a:lnTo>
                  <a:lnTo>
                    <a:pt x="1664" y="985"/>
                  </a:lnTo>
                  <a:lnTo>
                    <a:pt x="1659" y="987"/>
                  </a:lnTo>
                  <a:lnTo>
                    <a:pt x="1659" y="987"/>
                  </a:lnTo>
                  <a:lnTo>
                    <a:pt x="1659" y="987"/>
                  </a:lnTo>
                  <a:lnTo>
                    <a:pt x="1659" y="985"/>
                  </a:lnTo>
                  <a:lnTo>
                    <a:pt x="1657" y="985"/>
                  </a:lnTo>
                  <a:lnTo>
                    <a:pt x="1657" y="985"/>
                  </a:lnTo>
                  <a:lnTo>
                    <a:pt x="1657" y="985"/>
                  </a:lnTo>
                  <a:lnTo>
                    <a:pt x="1655" y="987"/>
                  </a:lnTo>
                  <a:lnTo>
                    <a:pt x="1655" y="987"/>
                  </a:lnTo>
                  <a:lnTo>
                    <a:pt x="1655" y="989"/>
                  </a:lnTo>
                  <a:lnTo>
                    <a:pt x="1655" y="992"/>
                  </a:lnTo>
                  <a:lnTo>
                    <a:pt x="1655" y="994"/>
                  </a:lnTo>
                  <a:lnTo>
                    <a:pt x="1655" y="997"/>
                  </a:lnTo>
                  <a:lnTo>
                    <a:pt x="1655" y="997"/>
                  </a:lnTo>
                  <a:lnTo>
                    <a:pt x="1655" y="997"/>
                  </a:lnTo>
                  <a:lnTo>
                    <a:pt x="1657" y="999"/>
                  </a:lnTo>
                  <a:lnTo>
                    <a:pt x="1657" y="999"/>
                  </a:lnTo>
                  <a:lnTo>
                    <a:pt x="1655" y="999"/>
                  </a:lnTo>
                  <a:lnTo>
                    <a:pt x="1655" y="999"/>
                  </a:lnTo>
                  <a:lnTo>
                    <a:pt x="1655" y="999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4"/>
                  </a:lnTo>
                  <a:lnTo>
                    <a:pt x="1662" y="1001"/>
                  </a:lnTo>
                  <a:lnTo>
                    <a:pt x="1662" y="1001"/>
                  </a:lnTo>
                  <a:lnTo>
                    <a:pt x="1662" y="1006"/>
                  </a:lnTo>
                  <a:lnTo>
                    <a:pt x="1662" y="1008"/>
                  </a:lnTo>
                  <a:lnTo>
                    <a:pt x="1659" y="1011"/>
                  </a:lnTo>
                  <a:lnTo>
                    <a:pt x="1659" y="1008"/>
                  </a:lnTo>
                  <a:lnTo>
                    <a:pt x="1657" y="1011"/>
                  </a:lnTo>
                  <a:lnTo>
                    <a:pt x="1657" y="1011"/>
                  </a:lnTo>
                  <a:lnTo>
                    <a:pt x="1657" y="1011"/>
                  </a:lnTo>
                  <a:lnTo>
                    <a:pt x="1657" y="1011"/>
                  </a:lnTo>
                  <a:lnTo>
                    <a:pt x="1659" y="1011"/>
                  </a:lnTo>
                  <a:lnTo>
                    <a:pt x="1657" y="1011"/>
                  </a:lnTo>
                  <a:lnTo>
                    <a:pt x="1657" y="1013"/>
                  </a:lnTo>
                  <a:lnTo>
                    <a:pt x="1657" y="1013"/>
                  </a:lnTo>
                  <a:lnTo>
                    <a:pt x="1655" y="1013"/>
                  </a:lnTo>
                  <a:lnTo>
                    <a:pt x="1655" y="1013"/>
                  </a:lnTo>
                  <a:lnTo>
                    <a:pt x="1655" y="1013"/>
                  </a:lnTo>
                  <a:lnTo>
                    <a:pt x="1657" y="1013"/>
                  </a:lnTo>
                  <a:lnTo>
                    <a:pt x="1657" y="1013"/>
                  </a:lnTo>
                  <a:lnTo>
                    <a:pt x="1657" y="1015"/>
                  </a:lnTo>
                  <a:lnTo>
                    <a:pt x="1657" y="1015"/>
                  </a:lnTo>
                  <a:lnTo>
                    <a:pt x="1657" y="1018"/>
                  </a:lnTo>
                  <a:lnTo>
                    <a:pt x="1657" y="1018"/>
                  </a:lnTo>
                  <a:lnTo>
                    <a:pt x="1655" y="1018"/>
                  </a:lnTo>
                  <a:lnTo>
                    <a:pt x="1655" y="1020"/>
                  </a:lnTo>
                  <a:lnTo>
                    <a:pt x="1655" y="1020"/>
                  </a:lnTo>
                  <a:lnTo>
                    <a:pt x="1657" y="1020"/>
                  </a:lnTo>
                  <a:lnTo>
                    <a:pt x="1657" y="1020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5"/>
                  </a:lnTo>
                  <a:lnTo>
                    <a:pt x="1657" y="1025"/>
                  </a:lnTo>
                  <a:lnTo>
                    <a:pt x="1655" y="1025"/>
                  </a:lnTo>
                  <a:lnTo>
                    <a:pt x="1650" y="1025"/>
                  </a:lnTo>
                  <a:lnTo>
                    <a:pt x="1650" y="1025"/>
                  </a:lnTo>
                  <a:lnTo>
                    <a:pt x="1647" y="1027"/>
                  </a:lnTo>
                  <a:lnTo>
                    <a:pt x="1645" y="1030"/>
                  </a:lnTo>
                  <a:lnTo>
                    <a:pt x="1645" y="1032"/>
                  </a:lnTo>
                  <a:lnTo>
                    <a:pt x="1645" y="1034"/>
                  </a:lnTo>
                  <a:lnTo>
                    <a:pt x="1645" y="1044"/>
                  </a:lnTo>
                  <a:lnTo>
                    <a:pt x="1643" y="1046"/>
                  </a:lnTo>
                  <a:lnTo>
                    <a:pt x="1640" y="1046"/>
                  </a:lnTo>
                  <a:lnTo>
                    <a:pt x="1640" y="1046"/>
                  </a:lnTo>
                  <a:lnTo>
                    <a:pt x="1638" y="1046"/>
                  </a:lnTo>
                  <a:lnTo>
                    <a:pt x="1636" y="1046"/>
                  </a:lnTo>
                  <a:lnTo>
                    <a:pt x="1633" y="1049"/>
                  </a:lnTo>
                  <a:lnTo>
                    <a:pt x="1633" y="1049"/>
                  </a:lnTo>
                  <a:lnTo>
                    <a:pt x="1633" y="1051"/>
                  </a:lnTo>
                  <a:lnTo>
                    <a:pt x="1633" y="1051"/>
                  </a:lnTo>
                  <a:lnTo>
                    <a:pt x="1633" y="1053"/>
                  </a:lnTo>
                  <a:lnTo>
                    <a:pt x="1633" y="1053"/>
                  </a:lnTo>
                  <a:lnTo>
                    <a:pt x="1633" y="1053"/>
                  </a:lnTo>
                  <a:lnTo>
                    <a:pt x="1633" y="1056"/>
                  </a:lnTo>
                  <a:lnTo>
                    <a:pt x="1633" y="1058"/>
                  </a:lnTo>
                  <a:lnTo>
                    <a:pt x="1633" y="1060"/>
                  </a:lnTo>
                  <a:lnTo>
                    <a:pt x="1633" y="1060"/>
                  </a:lnTo>
                  <a:lnTo>
                    <a:pt x="1633" y="1063"/>
                  </a:lnTo>
                  <a:lnTo>
                    <a:pt x="1633" y="1065"/>
                  </a:lnTo>
                  <a:lnTo>
                    <a:pt x="1633" y="1065"/>
                  </a:lnTo>
                  <a:lnTo>
                    <a:pt x="1633" y="1065"/>
                  </a:lnTo>
                  <a:lnTo>
                    <a:pt x="1633" y="1065"/>
                  </a:lnTo>
                  <a:lnTo>
                    <a:pt x="1631" y="1063"/>
                  </a:lnTo>
                  <a:lnTo>
                    <a:pt x="1631" y="1063"/>
                  </a:lnTo>
                  <a:lnTo>
                    <a:pt x="1631" y="1063"/>
                  </a:lnTo>
                  <a:lnTo>
                    <a:pt x="1631" y="1060"/>
                  </a:lnTo>
                  <a:lnTo>
                    <a:pt x="1631" y="1060"/>
                  </a:lnTo>
                  <a:lnTo>
                    <a:pt x="1631" y="1058"/>
                  </a:lnTo>
                  <a:lnTo>
                    <a:pt x="1631" y="1056"/>
                  </a:lnTo>
                  <a:lnTo>
                    <a:pt x="1631" y="1056"/>
                  </a:lnTo>
                  <a:lnTo>
                    <a:pt x="1631" y="1053"/>
                  </a:lnTo>
                  <a:lnTo>
                    <a:pt x="1631" y="1051"/>
                  </a:lnTo>
                  <a:lnTo>
                    <a:pt x="1631" y="1051"/>
                  </a:lnTo>
                  <a:lnTo>
                    <a:pt x="1631" y="1049"/>
                  </a:lnTo>
                  <a:lnTo>
                    <a:pt x="1631" y="1046"/>
                  </a:lnTo>
                  <a:lnTo>
                    <a:pt x="1631" y="1046"/>
                  </a:lnTo>
                  <a:lnTo>
                    <a:pt x="1633" y="1044"/>
                  </a:lnTo>
                  <a:lnTo>
                    <a:pt x="1640" y="1044"/>
                  </a:lnTo>
                  <a:lnTo>
                    <a:pt x="1640" y="1044"/>
                  </a:lnTo>
                  <a:lnTo>
                    <a:pt x="1640" y="1042"/>
                  </a:lnTo>
                  <a:lnTo>
                    <a:pt x="1643" y="1039"/>
                  </a:lnTo>
                  <a:lnTo>
                    <a:pt x="1640" y="1034"/>
                  </a:lnTo>
                  <a:lnTo>
                    <a:pt x="1643" y="1034"/>
                  </a:lnTo>
                  <a:lnTo>
                    <a:pt x="1643" y="1032"/>
                  </a:lnTo>
                  <a:lnTo>
                    <a:pt x="1643" y="1032"/>
                  </a:lnTo>
                  <a:lnTo>
                    <a:pt x="1643" y="1030"/>
                  </a:lnTo>
                  <a:lnTo>
                    <a:pt x="1643" y="1030"/>
                  </a:lnTo>
                  <a:lnTo>
                    <a:pt x="1643" y="1027"/>
                  </a:lnTo>
                  <a:lnTo>
                    <a:pt x="1643" y="1025"/>
                  </a:lnTo>
                  <a:lnTo>
                    <a:pt x="1647" y="1020"/>
                  </a:lnTo>
                  <a:lnTo>
                    <a:pt x="1650" y="1018"/>
                  </a:lnTo>
                  <a:lnTo>
                    <a:pt x="1650" y="1013"/>
                  </a:lnTo>
                  <a:lnTo>
                    <a:pt x="1647" y="1013"/>
                  </a:lnTo>
                  <a:lnTo>
                    <a:pt x="1647" y="1011"/>
                  </a:lnTo>
                  <a:lnTo>
                    <a:pt x="1650" y="1006"/>
                  </a:lnTo>
                  <a:lnTo>
                    <a:pt x="1647" y="1006"/>
                  </a:lnTo>
                  <a:lnTo>
                    <a:pt x="1647" y="1004"/>
                  </a:lnTo>
                  <a:lnTo>
                    <a:pt x="1647" y="1004"/>
                  </a:lnTo>
                  <a:lnTo>
                    <a:pt x="1645" y="1004"/>
                  </a:lnTo>
                  <a:lnTo>
                    <a:pt x="1645" y="1004"/>
                  </a:lnTo>
                  <a:lnTo>
                    <a:pt x="1645" y="1004"/>
                  </a:lnTo>
                  <a:lnTo>
                    <a:pt x="1645" y="1001"/>
                  </a:lnTo>
                  <a:lnTo>
                    <a:pt x="1638" y="1006"/>
                  </a:lnTo>
                  <a:lnTo>
                    <a:pt x="1636" y="1006"/>
                  </a:lnTo>
                  <a:lnTo>
                    <a:pt x="1633" y="1006"/>
                  </a:lnTo>
                  <a:lnTo>
                    <a:pt x="1633" y="1008"/>
                  </a:lnTo>
                  <a:lnTo>
                    <a:pt x="1633" y="1008"/>
                  </a:lnTo>
                  <a:lnTo>
                    <a:pt x="1636" y="1008"/>
                  </a:lnTo>
                  <a:lnTo>
                    <a:pt x="1638" y="1011"/>
                  </a:lnTo>
                  <a:lnTo>
                    <a:pt x="1636" y="1011"/>
                  </a:lnTo>
                  <a:lnTo>
                    <a:pt x="1633" y="1011"/>
                  </a:lnTo>
                  <a:lnTo>
                    <a:pt x="1631" y="1011"/>
                  </a:lnTo>
                  <a:lnTo>
                    <a:pt x="1619" y="1020"/>
                  </a:lnTo>
                  <a:lnTo>
                    <a:pt x="1619" y="1023"/>
                  </a:lnTo>
                  <a:lnTo>
                    <a:pt x="1619" y="1025"/>
                  </a:lnTo>
                  <a:lnTo>
                    <a:pt x="1619" y="1027"/>
                  </a:lnTo>
                  <a:lnTo>
                    <a:pt x="1619" y="1027"/>
                  </a:lnTo>
                  <a:lnTo>
                    <a:pt x="1621" y="1030"/>
                  </a:lnTo>
                  <a:lnTo>
                    <a:pt x="1621" y="1030"/>
                  </a:lnTo>
                  <a:lnTo>
                    <a:pt x="1621" y="1030"/>
                  </a:lnTo>
                  <a:lnTo>
                    <a:pt x="1621" y="1030"/>
                  </a:lnTo>
                  <a:lnTo>
                    <a:pt x="1624" y="1032"/>
                  </a:lnTo>
                  <a:lnTo>
                    <a:pt x="1624" y="1032"/>
                  </a:lnTo>
                  <a:lnTo>
                    <a:pt x="1624" y="1032"/>
                  </a:lnTo>
                  <a:lnTo>
                    <a:pt x="1626" y="1034"/>
                  </a:lnTo>
                  <a:lnTo>
                    <a:pt x="1626" y="1034"/>
                  </a:lnTo>
                  <a:lnTo>
                    <a:pt x="1624" y="1037"/>
                  </a:lnTo>
                  <a:lnTo>
                    <a:pt x="1624" y="1037"/>
                  </a:lnTo>
                  <a:lnTo>
                    <a:pt x="1624" y="1037"/>
                  </a:lnTo>
                  <a:lnTo>
                    <a:pt x="1624" y="1039"/>
                  </a:lnTo>
                  <a:lnTo>
                    <a:pt x="1621" y="1037"/>
                  </a:lnTo>
                  <a:lnTo>
                    <a:pt x="1621" y="1037"/>
                  </a:lnTo>
                  <a:lnTo>
                    <a:pt x="1617" y="1039"/>
                  </a:lnTo>
                  <a:lnTo>
                    <a:pt x="1617" y="1042"/>
                  </a:lnTo>
                  <a:lnTo>
                    <a:pt x="1614" y="1051"/>
                  </a:lnTo>
                  <a:lnTo>
                    <a:pt x="1614" y="1053"/>
                  </a:lnTo>
                  <a:lnTo>
                    <a:pt x="1610" y="1053"/>
                  </a:lnTo>
                  <a:lnTo>
                    <a:pt x="1610" y="1053"/>
                  </a:lnTo>
                  <a:lnTo>
                    <a:pt x="1610" y="1051"/>
                  </a:lnTo>
                  <a:lnTo>
                    <a:pt x="1612" y="1051"/>
                  </a:lnTo>
                  <a:lnTo>
                    <a:pt x="1612" y="1051"/>
                  </a:lnTo>
                  <a:lnTo>
                    <a:pt x="1612" y="1051"/>
                  </a:lnTo>
                  <a:lnTo>
                    <a:pt x="1612" y="1049"/>
                  </a:lnTo>
                  <a:lnTo>
                    <a:pt x="1612" y="1049"/>
                  </a:lnTo>
                  <a:lnTo>
                    <a:pt x="1614" y="1046"/>
                  </a:lnTo>
                  <a:lnTo>
                    <a:pt x="1614" y="1046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2"/>
                  </a:lnTo>
                  <a:lnTo>
                    <a:pt x="1614" y="1042"/>
                  </a:lnTo>
                  <a:lnTo>
                    <a:pt x="1614" y="1042"/>
                  </a:lnTo>
                  <a:lnTo>
                    <a:pt x="1614" y="1039"/>
                  </a:lnTo>
                  <a:lnTo>
                    <a:pt x="1614" y="1039"/>
                  </a:lnTo>
                  <a:lnTo>
                    <a:pt x="1617" y="1037"/>
                  </a:lnTo>
                  <a:lnTo>
                    <a:pt x="1617" y="1037"/>
                  </a:lnTo>
                  <a:lnTo>
                    <a:pt x="1624" y="1034"/>
                  </a:lnTo>
                  <a:lnTo>
                    <a:pt x="1624" y="1034"/>
                  </a:lnTo>
                  <a:lnTo>
                    <a:pt x="1621" y="1032"/>
                  </a:lnTo>
                  <a:lnTo>
                    <a:pt x="1619" y="1032"/>
                  </a:lnTo>
                  <a:lnTo>
                    <a:pt x="1619" y="1030"/>
                  </a:lnTo>
                  <a:lnTo>
                    <a:pt x="1617" y="1030"/>
                  </a:lnTo>
                  <a:lnTo>
                    <a:pt x="1614" y="1030"/>
                  </a:lnTo>
                  <a:lnTo>
                    <a:pt x="1612" y="1032"/>
                  </a:lnTo>
                  <a:lnTo>
                    <a:pt x="1612" y="1034"/>
                  </a:lnTo>
                  <a:lnTo>
                    <a:pt x="1612" y="1037"/>
                  </a:lnTo>
                  <a:lnTo>
                    <a:pt x="1612" y="1037"/>
                  </a:lnTo>
                  <a:lnTo>
                    <a:pt x="1612" y="1034"/>
                  </a:lnTo>
                  <a:lnTo>
                    <a:pt x="1612" y="1034"/>
                  </a:lnTo>
                  <a:lnTo>
                    <a:pt x="1612" y="1032"/>
                  </a:lnTo>
                  <a:lnTo>
                    <a:pt x="1612" y="1032"/>
                  </a:lnTo>
                  <a:lnTo>
                    <a:pt x="1617" y="1027"/>
                  </a:lnTo>
                  <a:lnTo>
                    <a:pt x="1617" y="1027"/>
                  </a:lnTo>
                  <a:lnTo>
                    <a:pt x="1617" y="1025"/>
                  </a:lnTo>
                  <a:lnTo>
                    <a:pt x="1617" y="1023"/>
                  </a:lnTo>
                  <a:lnTo>
                    <a:pt x="1617" y="1023"/>
                  </a:lnTo>
                  <a:lnTo>
                    <a:pt x="1617" y="1023"/>
                  </a:lnTo>
                  <a:lnTo>
                    <a:pt x="1614" y="1020"/>
                  </a:lnTo>
                  <a:lnTo>
                    <a:pt x="1614" y="1020"/>
                  </a:lnTo>
                  <a:lnTo>
                    <a:pt x="1617" y="1020"/>
                  </a:lnTo>
                  <a:lnTo>
                    <a:pt x="1617" y="1018"/>
                  </a:lnTo>
                  <a:lnTo>
                    <a:pt x="1619" y="1013"/>
                  </a:lnTo>
                  <a:lnTo>
                    <a:pt x="1621" y="1013"/>
                  </a:lnTo>
                  <a:lnTo>
                    <a:pt x="1621" y="1011"/>
                  </a:lnTo>
                  <a:lnTo>
                    <a:pt x="1621" y="1011"/>
                  </a:lnTo>
                  <a:lnTo>
                    <a:pt x="1621" y="1008"/>
                  </a:lnTo>
                  <a:lnTo>
                    <a:pt x="1624" y="1006"/>
                  </a:lnTo>
                  <a:lnTo>
                    <a:pt x="1624" y="1006"/>
                  </a:lnTo>
                  <a:lnTo>
                    <a:pt x="1626" y="1004"/>
                  </a:lnTo>
                  <a:lnTo>
                    <a:pt x="1626" y="1004"/>
                  </a:lnTo>
                  <a:lnTo>
                    <a:pt x="1626" y="1004"/>
                  </a:lnTo>
                  <a:lnTo>
                    <a:pt x="1629" y="1001"/>
                  </a:lnTo>
                  <a:lnTo>
                    <a:pt x="1631" y="1001"/>
                  </a:lnTo>
                  <a:lnTo>
                    <a:pt x="1631" y="999"/>
                  </a:lnTo>
                  <a:lnTo>
                    <a:pt x="1636" y="999"/>
                  </a:lnTo>
                  <a:lnTo>
                    <a:pt x="1636" y="997"/>
                  </a:lnTo>
                  <a:lnTo>
                    <a:pt x="1638" y="994"/>
                  </a:lnTo>
                  <a:lnTo>
                    <a:pt x="1640" y="992"/>
                  </a:lnTo>
                  <a:lnTo>
                    <a:pt x="1640" y="992"/>
                  </a:lnTo>
                  <a:lnTo>
                    <a:pt x="1638" y="989"/>
                  </a:lnTo>
                  <a:lnTo>
                    <a:pt x="1638" y="987"/>
                  </a:lnTo>
                  <a:lnTo>
                    <a:pt x="1636" y="987"/>
                  </a:lnTo>
                  <a:lnTo>
                    <a:pt x="1636" y="985"/>
                  </a:lnTo>
                  <a:lnTo>
                    <a:pt x="1636" y="982"/>
                  </a:lnTo>
                  <a:lnTo>
                    <a:pt x="1636" y="982"/>
                  </a:lnTo>
                  <a:lnTo>
                    <a:pt x="1636" y="980"/>
                  </a:lnTo>
                  <a:lnTo>
                    <a:pt x="1636" y="980"/>
                  </a:lnTo>
                  <a:lnTo>
                    <a:pt x="1636" y="980"/>
                  </a:lnTo>
                  <a:lnTo>
                    <a:pt x="1638" y="980"/>
                  </a:lnTo>
                  <a:lnTo>
                    <a:pt x="1638" y="982"/>
                  </a:lnTo>
                  <a:lnTo>
                    <a:pt x="1638" y="982"/>
                  </a:lnTo>
                  <a:lnTo>
                    <a:pt x="1638" y="985"/>
                  </a:lnTo>
                  <a:lnTo>
                    <a:pt x="1638" y="985"/>
                  </a:lnTo>
                  <a:lnTo>
                    <a:pt x="1640" y="985"/>
                  </a:lnTo>
                  <a:lnTo>
                    <a:pt x="1643" y="987"/>
                  </a:lnTo>
                  <a:lnTo>
                    <a:pt x="1643" y="987"/>
                  </a:lnTo>
                  <a:lnTo>
                    <a:pt x="1643" y="987"/>
                  </a:lnTo>
                  <a:lnTo>
                    <a:pt x="1643" y="985"/>
                  </a:lnTo>
                  <a:lnTo>
                    <a:pt x="1643" y="982"/>
                  </a:lnTo>
                  <a:lnTo>
                    <a:pt x="1643" y="982"/>
                  </a:lnTo>
                  <a:lnTo>
                    <a:pt x="1643" y="980"/>
                  </a:lnTo>
                  <a:lnTo>
                    <a:pt x="1643" y="980"/>
                  </a:lnTo>
                  <a:lnTo>
                    <a:pt x="1643" y="978"/>
                  </a:lnTo>
                  <a:lnTo>
                    <a:pt x="1643" y="978"/>
                  </a:lnTo>
                  <a:lnTo>
                    <a:pt x="1643" y="978"/>
                  </a:lnTo>
                  <a:lnTo>
                    <a:pt x="1643" y="978"/>
                  </a:lnTo>
                  <a:lnTo>
                    <a:pt x="1643" y="975"/>
                  </a:lnTo>
                  <a:lnTo>
                    <a:pt x="1643" y="973"/>
                  </a:lnTo>
                  <a:lnTo>
                    <a:pt x="1643" y="973"/>
                  </a:lnTo>
                  <a:lnTo>
                    <a:pt x="1643" y="970"/>
                  </a:lnTo>
                  <a:lnTo>
                    <a:pt x="1640" y="970"/>
                  </a:lnTo>
                  <a:lnTo>
                    <a:pt x="1640" y="970"/>
                  </a:lnTo>
                  <a:lnTo>
                    <a:pt x="1640" y="970"/>
                  </a:lnTo>
                  <a:lnTo>
                    <a:pt x="1638" y="968"/>
                  </a:lnTo>
                  <a:lnTo>
                    <a:pt x="1638" y="968"/>
                  </a:lnTo>
                  <a:lnTo>
                    <a:pt x="1612" y="966"/>
                  </a:lnTo>
                  <a:lnTo>
                    <a:pt x="1610" y="966"/>
                  </a:lnTo>
                  <a:lnTo>
                    <a:pt x="1605" y="963"/>
                  </a:lnTo>
                  <a:lnTo>
                    <a:pt x="1603" y="963"/>
                  </a:lnTo>
                  <a:lnTo>
                    <a:pt x="1600" y="966"/>
                  </a:lnTo>
                  <a:lnTo>
                    <a:pt x="1600" y="966"/>
                  </a:lnTo>
                  <a:lnTo>
                    <a:pt x="1600" y="966"/>
                  </a:lnTo>
                  <a:lnTo>
                    <a:pt x="1598" y="966"/>
                  </a:lnTo>
                  <a:lnTo>
                    <a:pt x="1595" y="968"/>
                  </a:lnTo>
                  <a:lnTo>
                    <a:pt x="1595" y="970"/>
                  </a:lnTo>
                  <a:lnTo>
                    <a:pt x="1595" y="970"/>
                  </a:lnTo>
                  <a:lnTo>
                    <a:pt x="1595" y="973"/>
                  </a:lnTo>
                  <a:lnTo>
                    <a:pt x="1595" y="975"/>
                  </a:lnTo>
                  <a:lnTo>
                    <a:pt x="1598" y="975"/>
                  </a:lnTo>
                  <a:lnTo>
                    <a:pt x="1598" y="978"/>
                  </a:lnTo>
                  <a:lnTo>
                    <a:pt x="1595" y="978"/>
                  </a:lnTo>
                  <a:lnTo>
                    <a:pt x="1593" y="975"/>
                  </a:lnTo>
                  <a:lnTo>
                    <a:pt x="1593" y="975"/>
                  </a:lnTo>
                  <a:lnTo>
                    <a:pt x="1593" y="978"/>
                  </a:lnTo>
                  <a:lnTo>
                    <a:pt x="1593" y="978"/>
                  </a:lnTo>
                  <a:lnTo>
                    <a:pt x="1593" y="978"/>
                  </a:lnTo>
                  <a:lnTo>
                    <a:pt x="1593" y="978"/>
                  </a:lnTo>
                  <a:lnTo>
                    <a:pt x="1591" y="978"/>
                  </a:lnTo>
                  <a:lnTo>
                    <a:pt x="1591" y="980"/>
                  </a:lnTo>
                  <a:lnTo>
                    <a:pt x="1591" y="982"/>
                  </a:lnTo>
                  <a:lnTo>
                    <a:pt x="1591" y="982"/>
                  </a:lnTo>
                  <a:lnTo>
                    <a:pt x="1591" y="987"/>
                  </a:lnTo>
                  <a:lnTo>
                    <a:pt x="1591" y="989"/>
                  </a:lnTo>
                  <a:lnTo>
                    <a:pt x="1591" y="987"/>
                  </a:lnTo>
                  <a:lnTo>
                    <a:pt x="1588" y="985"/>
                  </a:lnTo>
                  <a:lnTo>
                    <a:pt x="1588" y="987"/>
                  </a:lnTo>
                  <a:lnTo>
                    <a:pt x="1588" y="987"/>
                  </a:lnTo>
                  <a:lnTo>
                    <a:pt x="1588" y="987"/>
                  </a:lnTo>
                  <a:lnTo>
                    <a:pt x="1586" y="989"/>
                  </a:lnTo>
                  <a:lnTo>
                    <a:pt x="1581" y="992"/>
                  </a:lnTo>
                  <a:lnTo>
                    <a:pt x="1581" y="992"/>
                  </a:lnTo>
                  <a:lnTo>
                    <a:pt x="1581" y="992"/>
                  </a:lnTo>
                  <a:lnTo>
                    <a:pt x="1581" y="992"/>
                  </a:lnTo>
                  <a:lnTo>
                    <a:pt x="1581" y="994"/>
                  </a:lnTo>
                  <a:lnTo>
                    <a:pt x="1584" y="994"/>
                  </a:lnTo>
                  <a:lnTo>
                    <a:pt x="1586" y="997"/>
                  </a:lnTo>
                  <a:lnTo>
                    <a:pt x="1588" y="999"/>
                  </a:lnTo>
                  <a:lnTo>
                    <a:pt x="1586" y="999"/>
                  </a:lnTo>
                  <a:lnTo>
                    <a:pt x="1584" y="1004"/>
                  </a:lnTo>
                  <a:lnTo>
                    <a:pt x="1584" y="1004"/>
                  </a:lnTo>
                  <a:lnTo>
                    <a:pt x="1584" y="1004"/>
                  </a:lnTo>
                  <a:lnTo>
                    <a:pt x="1584" y="1004"/>
                  </a:lnTo>
                  <a:lnTo>
                    <a:pt x="1584" y="999"/>
                  </a:lnTo>
                  <a:lnTo>
                    <a:pt x="1584" y="999"/>
                  </a:lnTo>
                  <a:lnTo>
                    <a:pt x="1584" y="997"/>
                  </a:lnTo>
                  <a:lnTo>
                    <a:pt x="1581" y="997"/>
                  </a:lnTo>
                  <a:lnTo>
                    <a:pt x="1579" y="994"/>
                  </a:lnTo>
                  <a:lnTo>
                    <a:pt x="1579" y="994"/>
                  </a:lnTo>
                  <a:lnTo>
                    <a:pt x="1579" y="994"/>
                  </a:lnTo>
                  <a:lnTo>
                    <a:pt x="1579" y="992"/>
                  </a:lnTo>
                  <a:lnTo>
                    <a:pt x="1579" y="989"/>
                  </a:lnTo>
                  <a:lnTo>
                    <a:pt x="1579" y="989"/>
                  </a:lnTo>
                  <a:lnTo>
                    <a:pt x="1581" y="987"/>
                  </a:lnTo>
                  <a:lnTo>
                    <a:pt x="1584" y="985"/>
                  </a:lnTo>
                  <a:lnTo>
                    <a:pt x="1588" y="975"/>
                  </a:lnTo>
                  <a:lnTo>
                    <a:pt x="1588" y="973"/>
                  </a:lnTo>
                  <a:lnTo>
                    <a:pt x="1588" y="968"/>
                  </a:lnTo>
                  <a:lnTo>
                    <a:pt x="1588" y="966"/>
                  </a:lnTo>
                  <a:lnTo>
                    <a:pt x="1588" y="966"/>
                  </a:lnTo>
                  <a:lnTo>
                    <a:pt x="1588" y="966"/>
                  </a:lnTo>
                  <a:lnTo>
                    <a:pt x="1586" y="963"/>
                  </a:lnTo>
                  <a:lnTo>
                    <a:pt x="1586" y="963"/>
                  </a:lnTo>
                  <a:lnTo>
                    <a:pt x="1586" y="963"/>
                  </a:lnTo>
                  <a:lnTo>
                    <a:pt x="1586" y="963"/>
                  </a:lnTo>
                  <a:lnTo>
                    <a:pt x="1584" y="963"/>
                  </a:lnTo>
                  <a:lnTo>
                    <a:pt x="1581" y="963"/>
                  </a:lnTo>
                  <a:lnTo>
                    <a:pt x="1576" y="975"/>
                  </a:lnTo>
                  <a:lnTo>
                    <a:pt x="1574" y="978"/>
                  </a:lnTo>
                  <a:lnTo>
                    <a:pt x="1572" y="980"/>
                  </a:lnTo>
                  <a:lnTo>
                    <a:pt x="1572" y="982"/>
                  </a:lnTo>
                  <a:lnTo>
                    <a:pt x="1572" y="982"/>
                  </a:lnTo>
                  <a:lnTo>
                    <a:pt x="1569" y="982"/>
                  </a:lnTo>
                  <a:lnTo>
                    <a:pt x="1569" y="985"/>
                  </a:lnTo>
                  <a:lnTo>
                    <a:pt x="1569" y="985"/>
                  </a:lnTo>
                  <a:lnTo>
                    <a:pt x="1569" y="987"/>
                  </a:lnTo>
                  <a:lnTo>
                    <a:pt x="1569" y="987"/>
                  </a:lnTo>
                  <a:lnTo>
                    <a:pt x="1569" y="987"/>
                  </a:lnTo>
                  <a:lnTo>
                    <a:pt x="1567" y="994"/>
                  </a:lnTo>
                  <a:lnTo>
                    <a:pt x="1562" y="997"/>
                  </a:lnTo>
                  <a:lnTo>
                    <a:pt x="1562" y="999"/>
                  </a:lnTo>
                  <a:lnTo>
                    <a:pt x="1565" y="1001"/>
                  </a:lnTo>
                  <a:lnTo>
                    <a:pt x="1565" y="1001"/>
                  </a:lnTo>
                  <a:lnTo>
                    <a:pt x="1565" y="1004"/>
                  </a:lnTo>
                  <a:lnTo>
                    <a:pt x="1565" y="1004"/>
                  </a:lnTo>
                  <a:lnTo>
                    <a:pt x="1567" y="1006"/>
                  </a:lnTo>
                  <a:lnTo>
                    <a:pt x="1567" y="1006"/>
                  </a:lnTo>
                  <a:lnTo>
                    <a:pt x="1567" y="1006"/>
                  </a:lnTo>
                  <a:lnTo>
                    <a:pt x="1567" y="1006"/>
                  </a:lnTo>
                  <a:lnTo>
                    <a:pt x="1565" y="1008"/>
                  </a:lnTo>
                  <a:lnTo>
                    <a:pt x="1567" y="1008"/>
                  </a:lnTo>
                  <a:lnTo>
                    <a:pt x="1567" y="1008"/>
                  </a:lnTo>
                  <a:lnTo>
                    <a:pt x="1567" y="1015"/>
                  </a:lnTo>
                  <a:lnTo>
                    <a:pt x="1567" y="1015"/>
                  </a:lnTo>
                  <a:lnTo>
                    <a:pt x="1569" y="1018"/>
                  </a:lnTo>
                  <a:lnTo>
                    <a:pt x="1569" y="1018"/>
                  </a:lnTo>
                  <a:lnTo>
                    <a:pt x="1569" y="1018"/>
                  </a:lnTo>
                  <a:lnTo>
                    <a:pt x="1569" y="1018"/>
                  </a:lnTo>
                  <a:lnTo>
                    <a:pt x="1569" y="1020"/>
                  </a:lnTo>
                  <a:lnTo>
                    <a:pt x="1569" y="1023"/>
                  </a:lnTo>
                  <a:lnTo>
                    <a:pt x="1569" y="1023"/>
                  </a:lnTo>
                  <a:lnTo>
                    <a:pt x="1569" y="1025"/>
                  </a:lnTo>
                  <a:lnTo>
                    <a:pt x="1569" y="1023"/>
                  </a:lnTo>
                  <a:lnTo>
                    <a:pt x="1569" y="1027"/>
                  </a:lnTo>
                  <a:lnTo>
                    <a:pt x="1569" y="1027"/>
                  </a:lnTo>
                  <a:lnTo>
                    <a:pt x="1572" y="1027"/>
                  </a:lnTo>
                  <a:lnTo>
                    <a:pt x="1572" y="1027"/>
                  </a:lnTo>
                  <a:lnTo>
                    <a:pt x="1572" y="1030"/>
                  </a:lnTo>
                  <a:lnTo>
                    <a:pt x="1572" y="1030"/>
                  </a:lnTo>
                  <a:lnTo>
                    <a:pt x="1572" y="1032"/>
                  </a:lnTo>
                  <a:lnTo>
                    <a:pt x="1572" y="1034"/>
                  </a:lnTo>
                  <a:lnTo>
                    <a:pt x="1572" y="1034"/>
                  </a:lnTo>
                  <a:lnTo>
                    <a:pt x="1572" y="1037"/>
                  </a:lnTo>
                  <a:lnTo>
                    <a:pt x="1574" y="1039"/>
                  </a:lnTo>
                  <a:lnTo>
                    <a:pt x="1574" y="1042"/>
                  </a:lnTo>
                  <a:lnTo>
                    <a:pt x="1574" y="1042"/>
                  </a:lnTo>
                  <a:lnTo>
                    <a:pt x="1574" y="1042"/>
                  </a:lnTo>
                  <a:lnTo>
                    <a:pt x="1572" y="1046"/>
                  </a:lnTo>
                  <a:lnTo>
                    <a:pt x="1572" y="1049"/>
                  </a:lnTo>
                  <a:lnTo>
                    <a:pt x="1574" y="1051"/>
                  </a:lnTo>
                  <a:lnTo>
                    <a:pt x="1574" y="1053"/>
                  </a:lnTo>
                  <a:lnTo>
                    <a:pt x="1572" y="1053"/>
                  </a:lnTo>
                  <a:lnTo>
                    <a:pt x="1572" y="1051"/>
                  </a:lnTo>
                  <a:lnTo>
                    <a:pt x="1572" y="1049"/>
                  </a:lnTo>
                  <a:lnTo>
                    <a:pt x="1572" y="1046"/>
                  </a:lnTo>
                  <a:lnTo>
                    <a:pt x="1572" y="1044"/>
                  </a:lnTo>
                  <a:lnTo>
                    <a:pt x="1572" y="1042"/>
                  </a:lnTo>
                  <a:lnTo>
                    <a:pt x="1572" y="1042"/>
                  </a:lnTo>
                  <a:lnTo>
                    <a:pt x="1572" y="1044"/>
                  </a:lnTo>
                  <a:lnTo>
                    <a:pt x="1572" y="1044"/>
                  </a:lnTo>
                  <a:lnTo>
                    <a:pt x="1572" y="1042"/>
                  </a:lnTo>
                  <a:lnTo>
                    <a:pt x="1572" y="1042"/>
                  </a:lnTo>
                  <a:lnTo>
                    <a:pt x="1572" y="1039"/>
                  </a:lnTo>
                  <a:lnTo>
                    <a:pt x="1572" y="1039"/>
                  </a:lnTo>
                  <a:lnTo>
                    <a:pt x="1572" y="1039"/>
                  </a:lnTo>
                  <a:lnTo>
                    <a:pt x="1572" y="1039"/>
                  </a:lnTo>
                  <a:lnTo>
                    <a:pt x="1569" y="1037"/>
                  </a:lnTo>
                  <a:lnTo>
                    <a:pt x="1572" y="1034"/>
                  </a:lnTo>
                  <a:lnTo>
                    <a:pt x="1572" y="1034"/>
                  </a:lnTo>
                  <a:lnTo>
                    <a:pt x="1569" y="1030"/>
                  </a:lnTo>
                  <a:lnTo>
                    <a:pt x="1569" y="1027"/>
                  </a:lnTo>
                  <a:lnTo>
                    <a:pt x="1567" y="1027"/>
                  </a:lnTo>
                  <a:lnTo>
                    <a:pt x="1567" y="1027"/>
                  </a:lnTo>
                  <a:lnTo>
                    <a:pt x="1567" y="1025"/>
                  </a:lnTo>
                  <a:lnTo>
                    <a:pt x="1567" y="1025"/>
                  </a:lnTo>
                  <a:lnTo>
                    <a:pt x="1567" y="1025"/>
                  </a:lnTo>
                  <a:lnTo>
                    <a:pt x="1565" y="1020"/>
                  </a:lnTo>
                  <a:lnTo>
                    <a:pt x="1565" y="1018"/>
                  </a:lnTo>
                  <a:lnTo>
                    <a:pt x="1562" y="1008"/>
                  </a:lnTo>
                  <a:lnTo>
                    <a:pt x="1562" y="1006"/>
                  </a:lnTo>
                  <a:lnTo>
                    <a:pt x="1562" y="1006"/>
                  </a:lnTo>
                  <a:lnTo>
                    <a:pt x="1560" y="1006"/>
                  </a:lnTo>
                  <a:lnTo>
                    <a:pt x="1560" y="1006"/>
                  </a:lnTo>
                  <a:lnTo>
                    <a:pt x="1560" y="1006"/>
                  </a:lnTo>
                  <a:lnTo>
                    <a:pt x="1558" y="1006"/>
                  </a:lnTo>
                  <a:lnTo>
                    <a:pt x="1555" y="1006"/>
                  </a:lnTo>
                  <a:lnTo>
                    <a:pt x="1555" y="1008"/>
                  </a:lnTo>
                  <a:lnTo>
                    <a:pt x="1553" y="1008"/>
                  </a:lnTo>
                  <a:lnTo>
                    <a:pt x="1555" y="1006"/>
                  </a:lnTo>
                  <a:lnTo>
                    <a:pt x="1553" y="1006"/>
                  </a:lnTo>
                  <a:lnTo>
                    <a:pt x="1553" y="1006"/>
                  </a:lnTo>
                  <a:lnTo>
                    <a:pt x="1550" y="1006"/>
                  </a:lnTo>
                  <a:lnTo>
                    <a:pt x="1550" y="1008"/>
                  </a:lnTo>
                  <a:lnTo>
                    <a:pt x="1553" y="1011"/>
                  </a:lnTo>
                  <a:lnTo>
                    <a:pt x="1553" y="1013"/>
                  </a:lnTo>
                  <a:lnTo>
                    <a:pt x="1550" y="1018"/>
                  </a:lnTo>
                  <a:lnTo>
                    <a:pt x="1553" y="1018"/>
                  </a:lnTo>
                  <a:lnTo>
                    <a:pt x="1553" y="1018"/>
                  </a:lnTo>
                  <a:lnTo>
                    <a:pt x="1553" y="1018"/>
                  </a:lnTo>
                  <a:lnTo>
                    <a:pt x="1553" y="1023"/>
                  </a:lnTo>
                  <a:lnTo>
                    <a:pt x="1555" y="1025"/>
                  </a:lnTo>
                  <a:lnTo>
                    <a:pt x="1555" y="1027"/>
                  </a:lnTo>
                  <a:lnTo>
                    <a:pt x="1555" y="1032"/>
                  </a:lnTo>
                  <a:lnTo>
                    <a:pt x="1555" y="1034"/>
                  </a:lnTo>
                  <a:lnTo>
                    <a:pt x="1553" y="1034"/>
                  </a:lnTo>
                  <a:lnTo>
                    <a:pt x="1553" y="1034"/>
                  </a:lnTo>
                  <a:lnTo>
                    <a:pt x="1553" y="1032"/>
                  </a:lnTo>
                  <a:lnTo>
                    <a:pt x="1553" y="1032"/>
                  </a:lnTo>
                  <a:lnTo>
                    <a:pt x="1553" y="1027"/>
                  </a:lnTo>
                  <a:lnTo>
                    <a:pt x="1550" y="1023"/>
                  </a:lnTo>
                  <a:lnTo>
                    <a:pt x="1550" y="1023"/>
                  </a:lnTo>
                  <a:lnTo>
                    <a:pt x="1550" y="1023"/>
                  </a:lnTo>
                  <a:lnTo>
                    <a:pt x="1548" y="1023"/>
                  </a:lnTo>
                  <a:lnTo>
                    <a:pt x="1546" y="1025"/>
                  </a:lnTo>
                  <a:lnTo>
                    <a:pt x="1546" y="1025"/>
                  </a:lnTo>
                  <a:lnTo>
                    <a:pt x="1546" y="1025"/>
                  </a:lnTo>
                  <a:lnTo>
                    <a:pt x="1546" y="1023"/>
                  </a:lnTo>
                  <a:lnTo>
                    <a:pt x="1550" y="1023"/>
                  </a:lnTo>
                  <a:lnTo>
                    <a:pt x="1550" y="1020"/>
                  </a:lnTo>
                  <a:lnTo>
                    <a:pt x="1550" y="1020"/>
                  </a:lnTo>
                  <a:lnTo>
                    <a:pt x="1548" y="1018"/>
                  </a:lnTo>
                  <a:lnTo>
                    <a:pt x="1548" y="1018"/>
                  </a:lnTo>
                  <a:lnTo>
                    <a:pt x="1548" y="1018"/>
                  </a:lnTo>
                  <a:lnTo>
                    <a:pt x="1550" y="1011"/>
                  </a:lnTo>
                  <a:lnTo>
                    <a:pt x="1550" y="1011"/>
                  </a:lnTo>
                  <a:lnTo>
                    <a:pt x="1550" y="1011"/>
                  </a:lnTo>
                  <a:lnTo>
                    <a:pt x="1550" y="1008"/>
                  </a:lnTo>
                  <a:lnTo>
                    <a:pt x="1548" y="1008"/>
                  </a:lnTo>
                  <a:lnTo>
                    <a:pt x="1548" y="1008"/>
                  </a:lnTo>
                  <a:lnTo>
                    <a:pt x="1548" y="1006"/>
                  </a:lnTo>
                  <a:lnTo>
                    <a:pt x="1548" y="1006"/>
                  </a:lnTo>
                  <a:lnTo>
                    <a:pt x="1548" y="1006"/>
                  </a:lnTo>
                  <a:lnTo>
                    <a:pt x="1548" y="1004"/>
                  </a:lnTo>
                  <a:lnTo>
                    <a:pt x="1558" y="1004"/>
                  </a:lnTo>
                  <a:lnTo>
                    <a:pt x="1560" y="1004"/>
                  </a:lnTo>
                  <a:lnTo>
                    <a:pt x="1560" y="1004"/>
                  </a:lnTo>
                  <a:lnTo>
                    <a:pt x="1560" y="1001"/>
                  </a:lnTo>
                  <a:lnTo>
                    <a:pt x="1560" y="999"/>
                  </a:lnTo>
                  <a:lnTo>
                    <a:pt x="1560" y="999"/>
                  </a:lnTo>
                  <a:lnTo>
                    <a:pt x="1560" y="997"/>
                  </a:lnTo>
                  <a:lnTo>
                    <a:pt x="1560" y="994"/>
                  </a:lnTo>
                  <a:lnTo>
                    <a:pt x="1565" y="987"/>
                  </a:lnTo>
                  <a:lnTo>
                    <a:pt x="1565" y="985"/>
                  </a:lnTo>
                  <a:lnTo>
                    <a:pt x="1562" y="980"/>
                  </a:lnTo>
                  <a:lnTo>
                    <a:pt x="1562" y="980"/>
                  </a:lnTo>
                  <a:lnTo>
                    <a:pt x="1562" y="978"/>
                  </a:lnTo>
                  <a:lnTo>
                    <a:pt x="1562" y="978"/>
                  </a:lnTo>
                  <a:lnTo>
                    <a:pt x="1565" y="970"/>
                  </a:lnTo>
                  <a:lnTo>
                    <a:pt x="1565" y="968"/>
                  </a:lnTo>
                  <a:lnTo>
                    <a:pt x="1562" y="968"/>
                  </a:lnTo>
                  <a:lnTo>
                    <a:pt x="1562" y="966"/>
                  </a:lnTo>
                  <a:lnTo>
                    <a:pt x="1560" y="963"/>
                  </a:lnTo>
                  <a:lnTo>
                    <a:pt x="1560" y="963"/>
                  </a:lnTo>
                  <a:lnTo>
                    <a:pt x="1558" y="961"/>
                  </a:lnTo>
                  <a:lnTo>
                    <a:pt x="1558" y="961"/>
                  </a:lnTo>
                  <a:lnTo>
                    <a:pt x="1555" y="959"/>
                  </a:lnTo>
                  <a:lnTo>
                    <a:pt x="1555" y="956"/>
                  </a:lnTo>
                  <a:lnTo>
                    <a:pt x="1550" y="956"/>
                  </a:lnTo>
                  <a:lnTo>
                    <a:pt x="1548" y="956"/>
                  </a:lnTo>
                  <a:lnTo>
                    <a:pt x="1548" y="956"/>
                  </a:lnTo>
                  <a:lnTo>
                    <a:pt x="1546" y="961"/>
                  </a:lnTo>
                  <a:lnTo>
                    <a:pt x="1541" y="966"/>
                  </a:lnTo>
                  <a:lnTo>
                    <a:pt x="1541" y="968"/>
                  </a:lnTo>
                  <a:lnTo>
                    <a:pt x="1541" y="970"/>
                  </a:lnTo>
                  <a:lnTo>
                    <a:pt x="1543" y="970"/>
                  </a:lnTo>
                  <a:lnTo>
                    <a:pt x="1543" y="973"/>
                  </a:lnTo>
                  <a:lnTo>
                    <a:pt x="1543" y="973"/>
                  </a:lnTo>
                  <a:lnTo>
                    <a:pt x="1543" y="973"/>
                  </a:lnTo>
                  <a:lnTo>
                    <a:pt x="1543" y="975"/>
                  </a:lnTo>
                  <a:lnTo>
                    <a:pt x="1543" y="975"/>
                  </a:lnTo>
                  <a:lnTo>
                    <a:pt x="1543" y="978"/>
                  </a:lnTo>
                  <a:lnTo>
                    <a:pt x="1543" y="978"/>
                  </a:lnTo>
                  <a:lnTo>
                    <a:pt x="1543" y="978"/>
                  </a:lnTo>
                  <a:lnTo>
                    <a:pt x="1546" y="978"/>
                  </a:lnTo>
                  <a:lnTo>
                    <a:pt x="1548" y="980"/>
                  </a:lnTo>
                  <a:lnTo>
                    <a:pt x="1548" y="982"/>
                  </a:lnTo>
                  <a:lnTo>
                    <a:pt x="1548" y="982"/>
                  </a:lnTo>
                  <a:lnTo>
                    <a:pt x="1548" y="982"/>
                  </a:lnTo>
                  <a:lnTo>
                    <a:pt x="1543" y="980"/>
                  </a:lnTo>
                  <a:lnTo>
                    <a:pt x="1543" y="980"/>
                  </a:lnTo>
                  <a:lnTo>
                    <a:pt x="1536" y="985"/>
                  </a:lnTo>
                  <a:lnTo>
                    <a:pt x="1534" y="989"/>
                  </a:lnTo>
                  <a:lnTo>
                    <a:pt x="1532" y="992"/>
                  </a:lnTo>
                  <a:lnTo>
                    <a:pt x="1529" y="997"/>
                  </a:lnTo>
                  <a:lnTo>
                    <a:pt x="1524" y="1001"/>
                  </a:lnTo>
                  <a:lnTo>
                    <a:pt x="1524" y="1001"/>
                  </a:lnTo>
                  <a:lnTo>
                    <a:pt x="1524" y="1006"/>
                  </a:lnTo>
                  <a:lnTo>
                    <a:pt x="1524" y="1008"/>
                  </a:lnTo>
                  <a:lnTo>
                    <a:pt x="1524" y="1008"/>
                  </a:lnTo>
                  <a:lnTo>
                    <a:pt x="1524" y="1011"/>
                  </a:lnTo>
                  <a:lnTo>
                    <a:pt x="1524" y="1011"/>
                  </a:lnTo>
                  <a:lnTo>
                    <a:pt x="1522" y="1013"/>
                  </a:lnTo>
                  <a:lnTo>
                    <a:pt x="1522" y="1013"/>
                  </a:lnTo>
                  <a:lnTo>
                    <a:pt x="1522" y="1015"/>
                  </a:lnTo>
                  <a:lnTo>
                    <a:pt x="1522" y="1015"/>
                  </a:lnTo>
                  <a:lnTo>
                    <a:pt x="1520" y="1018"/>
                  </a:lnTo>
                  <a:lnTo>
                    <a:pt x="1520" y="1018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17" y="1015"/>
                  </a:lnTo>
                  <a:lnTo>
                    <a:pt x="1520" y="1015"/>
                  </a:lnTo>
                  <a:lnTo>
                    <a:pt x="1522" y="1013"/>
                  </a:lnTo>
                  <a:lnTo>
                    <a:pt x="1522" y="1008"/>
                  </a:lnTo>
                  <a:lnTo>
                    <a:pt x="1522" y="1008"/>
                  </a:lnTo>
                  <a:lnTo>
                    <a:pt x="1522" y="1004"/>
                  </a:lnTo>
                  <a:lnTo>
                    <a:pt x="1522" y="1004"/>
                  </a:lnTo>
                  <a:lnTo>
                    <a:pt x="1522" y="1004"/>
                  </a:lnTo>
                  <a:lnTo>
                    <a:pt x="1522" y="1004"/>
                  </a:lnTo>
                  <a:lnTo>
                    <a:pt x="1522" y="1001"/>
                  </a:lnTo>
                  <a:lnTo>
                    <a:pt x="1522" y="1001"/>
                  </a:lnTo>
                  <a:lnTo>
                    <a:pt x="1522" y="997"/>
                  </a:lnTo>
                  <a:lnTo>
                    <a:pt x="1522" y="997"/>
                  </a:lnTo>
                  <a:lnTo>
                    <a:pt x="1522" y="997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0" y="994"/>
                  </a:lnTo>
                  <a:lnTo>
                    <a:pt x="1517" y="992"/>
                  </a:lnTo>
                  <a:lnTo>
                    <a:pt x="1517" y="992"/>
                  </a:lnTo>
                  <a:lnTo>
                    <a:pt x="1515" y="999"/>
                  </a:lnTo>
                  <a:lnTo>
                    <a:pt x="1505" y="1004"/>
                  </a:lnTo>
                  <a:lnTo>
                    <a:pt x="1508" y="1001"/>
                  </a:lnTo>
                  <a:lnTo>
                    <a:pt x="1515" y="994"/>
                  </a:lnTo>
                  <a:lnTo>
                    <a:pt x="1515" y="992"/>
                  </a:lnTo>
                  <a:lnTo>
                    <a:pt x="1515" y="992"/>
                  </a:lnTo>
                  <a:lnTo>
                    <a:pt x="1515" y="989"/>
                  </a:lnTo>
                  <a:lnTo>
                    <a:pt x="1515" y="989"/>
                  </a:lnTo>
                  <a:lnTo>
                    <a:pt x="1515" y="987"/>
                  </a:lnTo>
                  <a:lnTo>
                    <a:pt x="1515" y="985"/>
                  </a:lnTo>
                  <a:lnTo>
                    <a:pt x="1517" y="985"/>
                  </a:lnTo>
                  <a:lnTo>
                    <a:pt x="1517" y="982"/>
                  </a:lnTo>
                  <a:lnTo>
                    <a:pt x="1517" y="980"/>
                  </a:lnTo>
                  <a:lnTo>
                    <a:pt x="1517" y="980"/>
                  </a:lnTo>
                  <a:lnTo>
                    <a:pt x="1517" y="980"/>
                  </a:lnTo>
                  <a:lnTo>
                    <a:pt x="1517" y="978"/>
                  </a:lnTo>
                  <a:lnTo>
                    <a:pt x="1517" y="978"/>
                  </a:lnTo>
                  <a:lnTo>
                    <a:pt x="1515" y="978"/>
                  </a:lnTo>
                  <a:lnTo>
                    <a:pt x="1515" y="978"/>
                  </a:lnTo>
                  <a:lnTo>
                    <a:pt x="1515" y="975"/>
                  </a:lnTo>
                  <a:lnTo>
                    <a:pt x="1515" y="975"/>
                  </a:lnTo>
                  <a:lnTo>
                    <a:pt x="1515" y="973"/>
                  </a:lnTo>
                  <a:lnTo>
                    <a:pt x="1515" y="973"/>
                  </a:lnTo>
                  <a:lnTo>
                    <a:pt x="1517" y="973"/>
                  </a:lnTo>
                  <a:lnTo>
                    <a:pt x="1520" y="968"/>
                  </a:lnTo>
                  <a:lnTo>
                    <a:pt x="1520" y="968"/>
                  </a:lnTo>
                  <a:lnTo>
                    <a:pt x="1524" y="968"/>
                  </a:lnTo>
                  <a:lnTo>
                    <a:pt x="1529" y="968"/>
                  </a:lnTo>
                  <a:lnTo>
                    <a:pt x="1532" y="968"/>
                  </a:lnTo>
                  <a:lnTo>
                    <a:pt x="1532" y="966"/>
                  </a:lnTo>
                  <a:lnTo>
                    <a:pt x="1532" y="966"/>
                  </a:lnTo>
                  <a:lnTo>
                    <a:pt x="1532" y="961"/>
                  </a:lnTo>
                  <a:lnTo>
                    <a:pt x="1532" y="959"/>
                  </a:lnTo>
                  <a:lnTo>
                    <a:pt x="1532" y="959"/>
                  </a:lnTo>
                  <a:lnTo>
                    <a:pt x="1532" y="956"/>
                  </a:lnTo>
                  <a:lnTo>
                    <a:pt x="1532" y="954"/>
                  </a:lnTo>
                  <a:lnTo>
                    <a:pt x="1534" y="949"/>
                  </a:lnTo>
                  <a:lnTo>
                    <a:pt x="1534" y="947"/>
                  </a:lnTo>
                  <a:lnTo>
                    <a:pt x="1532" y="947"/>
                  </a:lnTo>
                  <a:lnTo>
                    <a:pt x="1524" y="940"/>
                  </a:lnTo>
                  <a:lnTo>
                    <a:pt x="1520" y="940"/>
                  </a:lnTo>
                  <a:lnTo>
                    <a:pt x="1517" y="937"/>
                  </a:lnTo>
                  <a:lnTo>
                    <a:pt x="1517" y="937"/>
                  </a:lnTo>
                  <a:lnTo>
                    <a:pt x="1517" y="935"/>
                  </a:lnTo>
                  <a:lnTo>
                    <a:pt x="1515" y="935"/>
                  </a:lnTo>
                  <a:lnTo>
                    <a:pt x="1513" y="935"/>
                  </a:lnTo>
                  <a:lnTo>
                    <a:pt x="1513" y="933"/>
                  </a:lnTo>
                  <a:lnTo>
                    <a:pt x="1510" y="933"/>
                  </a:lnTo>
                  <a:lnTo>
                    <a:pt x="1505" y="933"/>
                  </a:lnTo>
                  <a:lnTo>
                    <a:pt x="1501" y="933"/>
                  </a:lnTo>
                  <a:lnTo>
                    <a:pt x="1482" y="933"/>
                  </a:lnTo>
                  <a:lnTo>
                    <a:pt x="1479" y="933"/>
                  </a:lnTo>
                  <a:lnTo>
                    <a:pt x="1479" y="933"/>
                  </a:lnTo>
                  <a:lnTo>
                    <a:pt x="1479" y="933"/>
                  </a:lnTo>
                  <a:lnTo>
                    <a:pt x="1479" y="933"/>
                  </a:lnTo>
                  <a:lnTo>
                    <a:pt x="1479" y="935"/>
                  </a:lnTo>
                  <a:lnTo>
                    <a:pt x="1479" y="935"/>
                  </a:lnTo>
                  <a:lnTo>
                    <a:pt x="1479" y="937"/>
                  </a:lnTo>
                  <a:lnTo>
                    <a:pt x="1482" y="937"/>
                  </a:lnTo>
                  <a:lnTo>
                    <a:pt x="1482" y="940"/>
                  </a:lnTo>
                  <a:lnTo>
                    <a:pt x="1482" y="942"/>
                  </a:lnTo>
                  <a:lnTo>
                    <a:pt x="1479" y="947"/>
                  </a:lnTo>
                  <a:lnTo>
                    <a:pt x="1477" y="947"/>
                  </a:lnTo>
                  <a:lnTo>
                    <a:pt x="1477" y="947"/>
                  </a:lnTo>
                  <a:lnTo>
                    <a:pt x="1479" y="947"/>
                  </a:lnTo>
                  <a:lnTo>
                    <a:pt x="1479" y="949"/>
                  </a:lnTo>
                  <a:lnTo>
                    <a:pt x="1479" y="949"/>
                  </a:lnTo>
                  <a:lnTo>
                    <a:pt x="1479" y="949"/>
                  </a:lnTo>
                  <a:lnTo>
                    <a:pt x="1482" y="949"/>
                  </a:lnTo>
                  <a:lnTo>
                    <a:pt x="1482" y="952"/>
                  </a:lnTo>
                  <a:lnTo>
                    <a:pt x="1482" y="952"/>
                  </a:lnTo>
                  <a:lnTo>
                    <a:pt x="1482" y="954"/>
                  </a:lnTo>
                  <a:lnTo>
                    <a:pt x="1479" y="956"/>
                  </a:lnTo>
                  <a:lnTo>
                    <a:pt x="1477" y="956"/>
                  </a:lnTo>
                  <a:lnTo>
                    <a:pt x="1479" y="959"/>
                  </a:lnTo>
                  <a:lnTo>
                    <a:pt x="1479" y="959"/>
                  </a:lnTo>
                  <a:lnTo>
                    <a:pt x="1479" y="961"/>
                  </a:lnTo>
                  <a:lnTo>
                    <a:pt x="1482" y="963"/>
                  </a:lnTo>
                  <a:lnTo>
                    <a:pt x="1482" y="963"/>
                  </a:lnTo>
                  <a:lnTo>
                    <a:pt x="1482" y="966"/>
                  </a:lnTo>
                  <a:lnTo>
                    <a:pt x="1482" y="966"/>
                  </a:lnTo>
                  <a:lnTo>
                    <a:pt x="1484" y="968"/>
                  </a:lnTo>
                  <a:lnTo>
                    <a:pt x="1484" y="970"/>
                  </a:lnTo>
                  <a:lnTo>
                    <a:pt x="1484" y="970"/>
                  </a:lnTo>
                  <a:lnTo>
                    <a:pt x="1484" y="973"/>
                  </a:lnTo>
                  <a:lnTo>
                    <a:pt x="1482" y="973"/>
                  </a:lnTo>
                  <a:lnTo>
                    <a:pt x="1482" y="973"/>
                  </a:lnTo>
                  <a:lnTo>
                    <a:pt x="1479" y="973"/>
                  </a:lnTo>
                  <a:lnTo>
                    <a:pt x="1479" y="975"/>
                  </a:lnTo>
                  <a:lnTo>
                    <a:pt x="1479" y="975"/>
                  </a:lnTo>
                  <a:lnTo>
                    <a:pt x="1482" y="978"/>
                  </a:lnTo>
                  <a:lnTo>
                    <a:pt x="1482" y="978"/>
                  </a:lnTo>
                  <a:lnTo>
                    <a:pt x="1482" y="980"/>
                  </a:lnTo>
                  <a:lnTo>
                    <a:pt x="1482" y="980"/>
                  </a:lnTo>
                  <a:lnTo>
                    <a:pt x="1482" y="982"/>
                  </a:lnTo>
                  <a:lnTo>
                    <a:pt x="1482" y="985"/>
                  </a:lnTo>
                  <a:lnTo>
                    <a:pt x="1482" y="987"/>
                  </a:lnTo>
                  <a:lnTo>
                    <a:pt x="1482" y="987"/>
                  </a:lnTo>
                  <a:lnTo>
                    <a:pt x="1482" y="989"/>
                  </a:lnTo>
                  <a:lnTo>
                    <a:pt x="1479" y="992"/>
                  </a:lnTo>
                  <a:lnTo>
                    <a:pt x="1482" y="992"/>
                  </a:lnTo>
                  <a:lnTo>
                    <a:pt x="1482" y="994"/>
                  </a:lnTo>
                  <a:lnTo>
                    <a:pt x="1484" y="997"/>
                  </a:lnTo>
                  <a:lnTo>
                    <a:pt x="1482" y="994"/>
                  </a:lnTo>
                  <a:lnTo>
                    <a:pt x="1479" y="994"/>
                  </a:lnTo>
                  <a:lnTo>
                    <a:pt x="1479" y="992"/>
                  </a:lnTo>
                  <a:lnTo>
                    <a:pt x="1479" y="989"/>
                  </a:lnTo>
                  <a:lnTo>
                    <a:pt x="1482" y="987"/>
                  </a:lnTo>
                  <a:lnTo>
                    <a:pt x="1482" y="985"/>
                  </a:lnTo>
                  <a:lnTo>
                    <a:pt x="1482" y="982"/>
                  </a:lnTo>
                  <a:lnTo>
                    <a:pt x="1479" y="980"/>
                  </a:lnTo>
                  <a:lnTo>
                    <a:pt x="1479" y="978"/>
                  </a:lnTo>
                  <a:lnTo>
                    <a:pt x="1479" y="978"/>
                  </a:lnTo>
                  <a:lnTo>
                    <a:pt x="1477" y="975"/>
                  </a:lnTo>
                  <a:lnTo>
                    <a:pt x="1477" y="975"/>
                  </a:lnTo>
                  <a:lnTo>
                    <a:pt x="1477" y="973"/>
                  </a:lnTo>
                  <a:lnTo>
                    <a:pt x="1482" y="968"/>
                  </a:lnTo>
                  <a:lnTo>
                    <a:pt x="1479" y="968"/>
                  </a:lnTo>
                  <a:lnTo>
                    <a:pt x="1479" y="968"/>
                  </a:lnTo>
                  <a:lnTo>
                    <a:pt x="1479" y="968"/>
                  </a:lnTo>
                  <a:lnTo>
                    <a:pt x="1477" y="968"/>
                  </a:lnTo>
                  <a:lnTo>
                    <a:pt x="1477" y="968"/>
                  </a:lnTo>
                  <a:lnTo>
                    <a:pt x="1477" y="968"/>
                  </a:lnTo>
                  <a:lnTo>
                    <a:pt x="1477" y="968"/>
                  </a:lnTo>
                  <a:lnTo>
                    <a:pt x="1472" y="966"/>
                  </a:lnTo>
                  <a:lnTo>
                    <a:pt x="1472" y="966"/>
                  </a:lnTo>
                  <a:lnTo>
                    <a:pt x="1468" y="966"/>
                  </a:lnTo>
                  <a:lnTo>
                    <a:pt x="1468" y="968"/>
                  </a:lnTo>
                  <a:lnTo>
                    <a:pt x="1470" y="968"/>
                  </a:lnTo>
                  <a:lnTo>
                    <a:pt x="1470" y="970"/>
                  </a:lnTo>
                  <a:lnTo>
                    <a:pt x="1470" y="970"/>
                  </a:lnTo>
                  <a:lnTo>
                    <a:pt x="1470" y="970"/>
                  </a:lnTo>
                  <a:lnTo>
                    <a:pt x="1468" y="973"/>
                  </a:lnTo>
                  <a:lnTo>
                    <a:pt x="1468" y="973"/>
                  </a:lnTo>
                  <a:lnTo>
                    <a:pt x="1468" y="973"/>
                  </a:lnTo>
                  <a:lnTo>
                    <a:pt x="1468" y="973"/>
                  </a:lnTo>
                  <a:lnTo>
                    <a:pt x="1468" y="975"/>
                  </a:lnTo>
                  <a:lnTo>
                    <a:pt x="1468" y="978"/>
                  </a:lnTo>
                  <a:lnTo>
                    <a:pt x="1468" y="978"/>
                  </a:lnTo>
                  <a:lnTo>
                    <a:pt x="1468" y="978"/>
                  </a:lnTo>
                  <a:lnTo>
                    <a:pt x="1468" y="980"/>
                  </a:lnTo>
                  <a:lnTo>
                    <a:pt x="1468" y="980"/>
                  </a:lnTo>
                  <a:lnTo>
                    <a:pt x="1468" y="982"/>
                  </a:lnTo>
                  <a:lnTo>
                    <a:pt x="1468" y="982"/>
                  </a:lnTo>
                  <a:lnTo>
                    <a:pt x="1470" y="985"/>
                  </a:lnTo>
                  <a:lnTo>
                    <a:pt x="1470" y="987"/>
                  </a:lnTo>
                  <a:lnTo>
                    <a:pt x="1470" y="989"/>
                  </a:lnTo>
                  <a:lnTo>
                    <a:pt x="1470" y="992"/>
                  </a:lnTo>
                  <a:lnTo>
                    <a:pt x="1470" y="992"/>
                  </a:lnTo>
                  <a:lnTo>
                    <a:pt x="1470" y="994"/>
                  </a:lnTo>
                  <a:lnTo>
                    <a:pt x="1468" y="994"/>
                  </a:lnTo>
                  <a:lnTo>
                    <a:pt x="1468" y="994"/>
                  </a:lnTo>
                  <a:lnTo>
                    <a:pt x="1468" y="994"/>
                  </a:lnTo>
                  <a:lnTo>
                    <a:pt x="1468" y="997"/>
                  </a:lnTo>
                  <a:lnTo>
                    <a:pt x="1465" y="994"/>
                  </a:lnTo>
                  <a:lnTo>
                    <a:pt x="1468" y="994"/>
                  </a:lnTo>
                  <a:lnTo>
                    <a:pt x="1470" y="992"/>
                  </a:lnTo>
                  <a:lnTo>
                    <a:pt x="1470" y="989"/>
                  </a:lnTo>
                  <a:lnTo>
                    <a:pt x="1468" y="987"/>
                  </a:lnTo>
                  <a:lnTo>
                    <a:pt x="1468" y="985"/>
                  </a:lnTo>
                  <a:lnTo>
                    <a:pt x="1468" y="985"/>
                  </a:lnTo>
                  <a:lnTo>
                    <a:pt x="1468" y="982"/>
                  </a:lnTo>
                  <a:lnTo>
                    <a:pt x="1468" y="982"/>
                  </a:lnTo>
                  <a:lnTo>
                    <a:pt x="1468" y="980"/>
                  </a:lnTo>
                  <a:lnTo>
                    <a:pt x="1465" y="980"/>
                  </a:lnTo>
                  <a:lnTo>
                    <a:pt x="1465" y="980"/>
                  </a:lnTo>
                  <a:lnTo>
                    <a:pt x="1465" y="978"/>
                  </a:lnTo>
                  <a:lnTo>
                    <a:pt x="1465" y="978"/>
                  </a:lnTo>
                  <a:lnTo>
                    <a:pt x="1465" y="978"/>
                  </a:lnTo>
                  <a:lnTo>
                    <a:pt x="1465" y="975"/>
                  </a:lnTo>
                  <a:lnTo>
                    <a:pt x="1465" y="973"/>
                  </a:lnTo>
                  <a:lnTo>
                    <a:pt x="1465" y="970"/>
                  </a:lnTo>
                  <a:lnTo>
                    <a:pt x="1465" y="968"/>
                  </a:lnTo>
                  <a:lnTo>
                    <a:pt x="1465" y="968"/>
                  </a:lnTo>
                  <a:lnTo>
                    <a:pt x="1465" y="968"/>
                  </a:lnTo>
                  <a:lnTo>
                    <a:pt x="1465" y="968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8" y="966"/>
                  </a:lnTo>
                  <a:lnTo>
                    <a:pt x="1468" y="963"/>
                  </a:lnTo>
                  <a:lnTo>
                    <a:pt x="1468" y="963"/>
                  </a:lnTo>
                  <a:lnTo>
                    <a:pt x="1468" y="961"/>
                  </a:lnTo>
                  <a:lnTo>
                    <a:pt x="1465" y="961"/>
                  </a:lnTo>
                  <a:lnTo>
                    <a:pt x="1465" y="961"/>
                  </a:lnTo>
                  <a:lnTo>
                    <a:pt x="1465" y="959"/>
                  </a:lnTo>
                  <a:lnTo>
                    <a:pt x="1465" y="959"/>
                  </a:lnTo>
                  <a:lnTo>
                    <a:pt x="1463" y="959"/>
                  </a:lnTo>
                  <a:lnTo>
                    <a:pt x="1463" y="961"/>
                  </a:lnTo>
                  <a:lnTo>
                    <a:pt x="1463" y="961"/>
                  </a:lnTo>
                  <a:lnTo>
                    <a:pt x="1463" y="961"/>
                  </a:lnTo>
                  <a:lnTo>
                    <a:pt x="1465" y="963"/>
                  </a:lnTo>
                  <a:lnTo>
                    <a:pt x="1465" y="966"/>
                  </a:lnTo>
                  <a:lnTo>
                    <a:pt x="1463" y="966"/>
                  </a:lnTo>
                  <a:lnTo>
                    <a:pt x="1463" y="968"/>
                  </a:lnTo>
                  <a:lnTo>
                    <a:pt x="1463" y="968"/>
                  </a:lnTo>
                  <a:lnTo>
                    <a:pt x="1463" y="963"/>
                  </a:lnTo>
                  <a:lnTo>
                    <a:pt x="1463" y="963"/>
                  </a:lnTo>
                  <a:lnTo>
                    <a:pt x="1461" y="963"/>
                  </a:lnTo>
                  <a:lnTo>
                    <a:pt x="1458" y="961"/>
                  </a:lnTo>
                  <a:lnTo>
                    <a:pt x="1458" y="961"/>
                  </a:lnTo>
                  <a:lnTo>
                    <a:pt x="1458" y="959"/>
                  </a:lnTo>
                  <a:lnTo>
                    <a:pt x="1458" y="956"/>
                  </a:lnTo>
                  <a:lnTo>
                    <a:pt x="1456" y="954"/>
                  </a:lnTo>
                  <a:lnTo>
                    <a:pt x="1456" y="954"/>
                  </a:lnTo>
                  <a:lnTo>
                    <a:pt x="1456" y="952"/>
                  </a:lnTo>
                  <a:lnTo>
                    <a:pt x="1456" y="952"/>
                  </a:lnTo>
                  <a:lnTo>
                    <a:pt x="1453" y="949"/>
                  </a:lnTo>
                  <a:lnTo>
                    <a:pt x="1453" y="949"/>
                  </a:lnTo>
                  <a:lnTo>
                    <a:pt x="1451" y="949"/>
                  </a:lnTo>
                  <a:lnTo>
                    <a:pt x="1451" y="949"/>
                  </a:lnTo>
                  <a:lnTo>
                    <a:pt x="1451" y="952"/>
                  </a:lnTo>
                  <a:lnTo>
                    <a:pt x="1449" y="954"/>
                  </a:lnTo>
                  <a:lnTo>
                    <a:pt x="1449" y="956"/>
                  </a:lnTo>
                  <a:lnTo>
                    <a:pt x="1449" y="956"/>
                  </a:lnTo>
                  <a:lnTo>
                    <a:pt x="1449" y="956"/>
                  </a:lnTo>
                  <a:lnTo>
                    <a:pt x="1449" y="956"/>
                  </a:lnTo>
                  <a:lnTo>
                    <a:pt x="1451" y="959"/>
                  </a:lnTo>
                  <a:lnTo>
                    <a:pt x="1451" y="959"/>
                  </a:lnTo>
                  <a:lnTo>
                    <a:pt x="1451" y="961"/>
                  </a:lnTo>
                  <a:lnTo>
                    <a:pt x="1451" y="961"/>
                  </a:lnTo>
                  <a:lnTo>
                    <a:pt x="1451" y="961"/>
                  </a:lnTo>
                  <a:lnTo>
                    <a:pt x="1451" y="963"/>
                  </a:lnTo>
                  <a:lnTo>
                    <a:pt x="1451" y="963"/>
                  </a:lnTo>
                  <a:lnTo>
                    <a:pt x="1451" y="963"/>
                  </a:lnTo>
                  <a:lnTo>
                    <a:pt x="1451" y="966"/>
                  </a:lnTo>
                  <a:lnTo>
                    <a:pt x="1451" y="966"/>
                  </a:lnTo>
                  <a:lnTo>
                    <a:pt x="1451" y="970"/>
                  </a:lnTo>
                  <a:lnTo>
                    <a:pt x="1451" y="973"/>
                  </a:lnTo>
                  <a:lnTo>
                    <a:pt x="1453" y="973"/>
                  </a:lnTo>
                  <a:lnTo>
                    <a:pt x="1453" y="973"/>
                  </a:lnTo>
                  <a:lnTo>
                    <a:pt x="1453" y="975"/>
                  </a:lnTo>
                  <a:lnTo>
                    <a:pt x="1453" y="985"/>
                  </a:lnTo>
                  <a:lnTo>
                    <a:pt x="1451" y="987"/>
                  </a:lnTo>
                  <a:lnTo>
                    <a:pt x="1451" y="987"/>
                  </a:lnTo>
                  <a:lnTo>
                    <a:pt x="1451" y="985"/>
                  </a:lnTo>
                  <a:lnTo>
                    <a:pt x="1451" y="982"/>
                  </a:lnTo>
                  <a:lnTo>
                    <a:pt x="1451" y="980"/>
                  </a:lnTo>
                  <a:lnTo>
                    <a:pt x="1453" y="980"/>
                  </a:lnTo>
                  <a:lnTo>
                    <a:pt x="1453" y="980"/>
                  </a:lnTo>
                  <a:lnTo>
                    <a:pt x="1451" y="978"/>
                  </a:lnTo>
                  <a:lnTo>
                    <a:pt x="1451" y="978"/>
                  </a:lnTo>
                  <a:lnTo>
                    <a:pt x="1451" y="978"/>
                  </a:lnTo>
                  <a:lnTo>
                    <a:pt x="1449" y="978"/>
                  </a:lnTo>
                  <a:lnTo>
                    <a:pt x="1449" y="978"/>
                  </a:lnTo>
                  <a:lnTo>
                    <a:pt x="1451" y="975"/>
                  </a:lnTo>
                  <a:lnTo>
                    <a:pt x="1451" y="975"/>
                  </a:lnTo>
                  <a:lnTo>
                    <a:pt x="1451" y="973"/>
                  </a:lnTo>
                  <a:lnTo>
                    <a:pt x="1451" y="973"/>
                  </a:lnTo>
                  <a:lnTo>
                    <a:pt x="1449" y="970"/>
                  </a:lnTo>
                  <a:lnTo>
                    <a:pt x="1449" y="970"/>
                  </a:lnTo>
                  <a:lnTo>
                    <a:pt x="1449" y="968"/>
                  </a:lnTo>
                  <a:lnTo>
                    <a:pt x="1449" y="966"/>
                  </a:lnTo>
                  <a:lnTo>
                    <a:pt x="1449" y="966"/>
                  </a:lnTo>
                  <a:lnTo>
                    <a:pt x="1449" y="966"/>
                  </a:lnTo>
                  <a:lnTo>
                    <a:pt x="1444" y="968"/>
                  </a:lnTo>
                  <a:lnTo>
                    <a:pt x="1444" y="970"/>
                  </a:lnTo>
                  <a:lnTo>
                    <a:pt x="1442" y="970"/>
                  </a:lnTo>
                  <a:lnTo>
                    <a:pt x="1442" y="970"/>
                  </a:lnTo>
                  <a:lnTo>
                    <a:pt x="1442" y="968"/>
                  </a:lnTo>
                  <a:lnTo>
                    <a:pt x="1444" y="966"/>
                  </a:lnTo>
                  <a:lnTo>
                    <a:pt x="1444" y="966"/>
                  </a:lnTo>
                  <a:lnTo>
                    <a:pt x="1444" y="966"/>
                  </a:lnTo>
                  <a:lnTo>
                    <a:pt x="1446" y="963"/>
                  </a:lnTo>
                  <a:lnTo>
                    <a:pt x="1446" y="963"/>
                  </a:lnTo>
                  <a:lnTo>
                    <a:pt x="1449" y="963"/>
                  </a:lnTo>
                  <a:lnTo>
                    <a:pt x="1449" y="963"/>
                  </a:lnTo>
                  <a:lnTo>
                    <a:pt x="1449" y="961"/>
                  </a:lnTo>
                  <a:lnTo>
                    <a:pt x="1449" y="961"/>
                  </a:lnTo>
                  <a:lnTo>
                    <a:pt x="1449" y="961"/>
                  </a:lnTo>
                  <a:lnTo>
                    <a:pt x="1446" y="961"/>
                  </a:lnTo>
                  <a:lnTo>
                    <a:pt x="1446" y="961"/>
                  </a:lnTo>
                  <a:lnTo>
                    <a:pt x="1446" y="961"/>
                  </a:lnTo>
                  <a:lnTo>
                    <a:pt x="1446" y="959"/>
                  </a:lnTo>
                  <a:lnTo>
                    <a:pt x="1446" y="959"/>
                  </a:lnTo>
                  <a:lnTo>
                    <a:pt x="1446" y="956"/>
                  </a:lnTo>
                  <a:lnTo>
                    <a:pt x="1446" y="956"/>
                  </a:lnTo>
                  <a:lnTo>
                    <a:pt x="1446" y="954"/>
                  </a:lnTo>
                  <a:lnTo>
                    <a:pt x="1446" y="952"/>
                  </a:lnTo>
                  <a:lnTo>
                    <a:pt x="1446" y="952"/>
                  </a:lnTo>
                  <a:lnTo>
                    <a:pt x="1446" y="949"/>
                  </a:lnTo>
                  <a:lnTo>
                    <a:pt x="1446" y="949"/>
                  </a:lnTo>
                  <a:lnTo>
                    <a:pt x="1446" y="949"/>
                  </a:lnTo>
                  <a:lnTo>
                    <a:pt x="1446" y="947"/>
                  </a:lnTo>
                  <a:lnTo>
                    <a:pt x="1446" y="947"/>
                  </a:lnTo>
                  <a:lnTo>
                    <a:pt x="1446" y="947"/>
                  </a:lnTo>
                  <a:lnTo>
                    <a:pt x="1446" y="947"/>
                  </a:lnTo>
                  <a:lnTo>
                    <a:pt x="1446" y="944"/>
                  </a:lnTo>
                  <a:lnTo>
                    <a:pt x="1446" y="944"/>
                  </a:lnTo>
                  <a:lnTo>
                    <a:pt x="1446" y="944"/>
                  </a:lnTo>
                  <a:lnTo>
                    <a:pt x="1449" y="940"/>
                  </a:lnTo>
                  <a:lnTo>
                    <a:pt x="1449" y="937"/>
                  </a:lnTo>
                  <a:lnTo>
                    <a:pt x="1449" y="937"/>
                  </a:lnTo>
                  <a:lnTo>
                    <a:pt x="1449" y="935"/>
                  </a:lnTo>
                  <a:lnTo>
                    <a:pt x="1446" y="935"/>
                  </a:lnTo>
                  <a:lnTo>
                    <a:pt x="1446" y="935"/>
                  </a:lnTo>
                  <a:lnTo>
                    <a:pt x="1446" y="940"/>
                  </a:lnTo>
                  <a:lnTo>
                    <a:pt x="1446" y="940"/>
                  </a:lnTo>
                  <a:lnTo>
                    <a:pt x="1446" y="937"/>
                  </a:lnTo>
                  <a:lnTo>
                    <a:pt x="1446" y="937"/>
                  </a:lnTo>
                  <a:lnTo>
                    <a:pt x="1446" y="935"/>
                  </a:lnTo>
                  <a:lnTo>
                    <a:pt x="1444" y="935"/>
                  </a:lnTo>
                  <a:lnTo>
                    <a:pt x="1444" y="935"/>
                  </a:lnTo>
                  <a:lnTo>
                    <a:pt x="1439" y="937"/>
                  </a:lnTo>
                  <a:lnTo>
                    <a:pt x="1437" y="940"/>
                  </a:lnTo>
                  <a:lnTo>
                    <a:pt x="1437" y="944"/>
                  </a:lnTo>
                  <a:lnTo>
                    <a:pt x="1437" y="947"/>
                  </a:lnTo>
                  <a:lnTo>
                    <a:pt x="1439" y="949"/>
                  </a:lnTo>
                  <a:lnTo>
                    <a:pt x="1437" y="949"/>
                  </a:lnTo>
                  <a:lnTo>
                    <a:pt x="1437" y="952"/>
                  </a:lnTo>
                  <a:lnTo>
                    <a:pt x="1437" y="952"/>
                  </a:lnTo>
                  <a:lnTo>
                    <a:pt x="1439" y="954"/>
                  </a:lnTo>
                  <a:lnTo>
                    <a:pt x="1442" y="959"/>
                  </a:lnTo>
                  <a:lnTo>
                    <a:pt x="1442" y="959"/>
                  </a:lnTo>
                  <a:lnTo>
                    <a:pt x="1439" y="959"/>
                  </a:lnTo>
                  <a:lnTo>
                    <a:pt x="1439" y="956"/>
                  </a:lnTo>
                  <a:lnTo>
                    <a:pt x="1437" y="956"/>
                  </a:lnTo>
                  <a:lnTo>
                    <a:pt x="1437" y="954"/>
                  </a:lnTo>
                  <a:lnTo>
                    <a:pt x="1435" y="952"/>
                  </a:lnTo>
                  <a:lnTo>
                    <a:pt x="1435" y="952"/>
                  </a:lnTo>
                  <a:lnTo>
                    <a:pt x="1437" y="949"/>
                  </a:lnTo>
                  <a:lnTo>
                    <a:pt x="1437" y="947"/>
                  </a:lnTo>
                  <a:lnTo>
                    <a:pt x="1437" y="947"/>
                  </a:lnTo>
                  <a:lnTo>
                    <a:pt x="1437" y="944"/>
                  </a:lnTo>
                  <a:lnTo>
                    <a:pt x="1437" y="944"/>
                  </a:lnTo>
                  <a:lnTo>
                    <a:pt x="1437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0" y="944"/>
                  </a:lnTo>
                  <a:lnTo>
                    <a:pt x="1430" y="944"/>
                  </a:lnTo>
                  <a:lnTo>
                    <a:pt x="1430" y="947"/>
                  </a:lnTo>
                  <a:lnTo>
                    <a:pt x="1430" y="952"/>
                  </a:lnTo>
                  <a:lnTo>
                    <a:pt x="1427" y="952"/>
                  </a:lnTo>
                  <a:lnTo>
                    <a:pt x="1427" y="952"/>
                  </a:lnTo>
                  <a:lnTo>
                    <a:pt x="1427" y="954"/>
                  </a:lnTo>
                  <a:lnTo>
                    <a:pt x="1427" y="954"/>
                  </a:lnTo>
                  <a:lnTo>
                    <a:pt x="1427" y="961"/>
                  </a:lnTo>
                  <a:lnTo>
                    <a:pt x="1427" y="961"/>
                  </a:lnTo>
                  <a:lnTo>
                    <a:pt x="1427" y="963"/>
                  </a:lnTo>
                  <a:lnTo>
                    <a:pt x="1425" y="963"/>
                  </a:lnTo>
                  <a:lnTo>
                    <a:pt x="1425" y="963"/>
                  </a:lnTo>
                  <a:lnTo>
                    <a:pt x="1427" y="966"/>
                  </a:lnTo>
                  <a:lnTo>
                    <a:pt x="1427" y="970"/>
                  </a:lnTo>
                  <a:lnTo>
                    <a:pt x="1430" y="970"/>
                  </a:lnTo>
                  <a:lnTo>
                    <a:pt x="1432" y="973"/>
                  </a:lnTo>
                  <a:lnTo>
                    <a:pt x="1432" y="973"/>
                  </a:lnTo>
                  <a:lnTo>
                    <a:pt x="1435" y="975"/>
                  </a:lnTo>
                  <a:lnTo>
                    <a:pt x="1435" y="978"/>
                  </a:lnTo>
                  <a:lnTo>
                    <a:pt x="1432" y="980"/>
                  </a:lnTo>
                  <a:lnTo>
                    <a:pt x="1432" y="982"/>
                  </a:lnTo>
                  <a:lnTo>
                    <a:pt x="1432" y="985"/>
                  </a:lnTo>
                  <a:lnTo>
                    <a:pt x="1432" y="987"/>
                  </a:lnTo>
                  <a:lnTo>
                    <a:pt x="1432" y="989"/>
                  </a:lnTo>
                  <a:lnTo>
                    <a:pt x="1430" y="997"/>
                  </a:lnTo>
                  <a:lnTo>
                    <a:pt x="1430" y="997"/>
                  </a:lnTo>
                  <a:lnTo>
                    <a:pt x="1427" y="997"/>
                  </a:lnTo>
                  <a:lnTo>
                    <a:pt x="1427" y="997"/>
                  </a:lnTo>
                  <a:lnTo>
                    <a:pt x="1430" y="994"/>
                  </a:lnTo>
                  <a:lnTo>
                    <a:pt x="1430" y="994"/>
                  </a:lnTo>
                  <a:lnTo>
                    <a:pt x="1430" y="992"/>
                  </a:lnTo>
                  <a:lnTo>
                    <a:pt x="1430" y="992"/>
                  </a:lnTo>
                  <a:lnTo>
                    <a:pt x="1430" y="992"/>
                  </a:lnTo>
                  <a:lnTo>
                    <a:pt x="1430" y="989"/>
                  </a:lnTo>
                  <a:lnTo>
                    <a:pt x="1430" y="989"/>
                  </a:lnTo>
                  <a:lnTo>
                    <a:pt x="1430" y="989"/>
                  </a:lnTo>
                  <a:lnTo>
                    <a:pt x="1430" y="989"/>
                  </a:lnTo>
                  <a:lnTo>
                    <a:pt x="1430" y="985"/>
                  </a:lnTo>
                  <a:lnTo>
                    <a:pt x="1430" y="985"/>
                  </a:lnTo>
                  <a:lnTo>
                    <a:pt x="1430" y="985"/>
                  </a:lnTo>
                  <a:lnTo>
                    <a:pt x="1430" y="982"/>
                  </a:lnTo>
                  <a:lnTo>
                    <a:pt x="1430" y="982"/>
                  </a:lnTo>
                  <a:lnTo>
                    <a:pt x="1430" y="980"/>
                  </a:lnTo>
                  <a:lnTo>
                    <a:pt x="1430" y="980"/>
                  </a:lnTo>
                  <a:lnTo>
                    <a:pt x="1430" y="980"/>
                  </a:lnTo>
                  <a:lnTo>
                    <a:pt x="1430" y="980"/>
                  </a:lnTo>
                  <a:lnTo>
                    <a:pt x="1432" y="980"/>
                  </a:lnTo>
                  <a:lnTo>
                    <a:pt x="1432" y="978"/>
                  </a:lnTo>
                  <a:lnTo>
                    <a:pt x="1432" y="978"/>
                  </a:lnTo>
                  <a:lnTo>
                    <a:pt x="1432" y="978"/>
                  </a:lnTo>
                  <a:lnTo>
                    <a:pt x="1432" y="975"/>
                  </a:lnTo>
                  <a:lnTo>
                    <a:pt x="1432" y="975"/>
                  </a:lnTo>
                  <a:lnTo>
                    <a:pt x="1430" y="975"/>
                  </a:lnTo>
                  <a:lnTo>
                    <a:pt x="1430" y="973"/>
                  </a:lnTo>
                  <a:lnTo>
                    <a:pt x="1427" y="973"/>
                  </a:lnTo>
                  <a:lnTo>
                    <a:pt x="1423" y="973"/>
                  </a:lnTo>
                  <a:lnTo>
                    <a:pt x="1425" y="973"/>
                  </a:lnTo>
                  <a:lnTo>
                    <a:pt x="1425" y="970"/>
                  </a:lnTo>
                  <a:lnTo>
                    <a:pt x="1425" y="970"/>
                  </a:lnTo>
                  <a:lnTo>
                    <a:pt x="1425" y="968"/>
                  </a:lnTo>
                  <a:lnTo>
                    <a:pt x="1423" y="966"/>
                  </a:lnTo>
                  <a:lnTo>
                    <a:pt x="1418" y="968"/>
                  </a:lnTo>
                  <a:lnTo>
                    <a:pt x="1418" y="970"/>
                  </a:lnTo>
                  <a:lnTo>
                    <a:pt x="1418" y="970"/>
                  </a:lnTo>
                  <a:lnTo>
                    <a:pt x="1418" y="973"/>
                  </a:lnTo>
                  <a:lnTo>
                    <a:pt x="1418" y="973"/>
                  </a:lnTo>
                  <a:lnTo>
                    <a:pt x="1416" y="975"/>
                  </a:lnTo>
                  <a:lnTo>
                    <a:pt x="1416" y="973"/>
                  </a:lnTo>
                  <a:lnTo>
                    <a:pt x="1418" y="970"/>
                  </a:lnTo>
                  <a:lnTo>
                    <a:pt x="1418" y="968"/>
                  </a:lnTo>
                  <a:lnTo>
                    <a:pt x="1418" y="968"/>
                  </a:lnTo>
                  <a:lnTo>
                    <a:pt x="1423" y="966"/>
                  </a:lnTo>
                  <a:lnTo>
                    <a:pt x="1423" y="963"/>
                  </a:lnTo>
                  <a:lnTo>
                    <a:pt x="1423" y="963"/>
                  </a:lnTo>
                  <a:lnTo>
                    <a:pt x="1423" y="963"/>
                  </a:lnTo>
                  <a:lnTo>
                    <a:pt x="1423" y="961"/>
                  </a:lnTo>
                  <a:lnTo>
                    <a:pt x="1425" y="961"/>
                  </a:lnTo>
                  <a:lnTo>
                    <a:pt x="1425" y="961"/>
                  </a:lnTo>
                  <a:lnTo>
                    <a:pt x="1425" y="959"/>
                  </a:lnTo>
                  <a:lnTo>
                    <a:pt x="1425" y="959"/>
                  </a:lnTo>
                  <a:lnTo>
                    <a:pt x="1425" y="956"/>
                  </a:lnTo>
                  <a:lnTo>
                    <a:pt x="1425" y="954"/>
                  </a:lnTo>
                  <a:lnTo>
                    <a:pt x="1425" y="954"/>
                  </a:lnTo>
                  <a:lnTo>
                    <a:pt x="1423" y="954"/>
                  </a:lnTo>
                  <a:lnTo>
                    <a:pt x="1423" y="952"/>
                  </a:lnTo>
                  <a:lnTo>
                    <a:pt x="1423" y="952"/>
                  </a:lnTo>
                  <a:lnTo>
                    <a:pt x="1420" y="952"/>
                  </a:lnTo>
                  <a:lnTo>
                    <a:pt x="1420" y="952"/>
                  </a:lnTo>
                  <a:lnTo>
                    <a:pt x="1420" y="952"/>
                  </a:lnTo>
                  <a:lnTo>
                    <a:pt x="1418" y="954"/>
                  </a:lnTo>
                  <a:lnTo>
                    <a:pt x="1418" y="956"/>
                  </a:lnTo>
                  <a:lnTo>
                    <a:pt x="1418" y="956"/>
                  </a:lnTo>
                  <a:lnTo>
                    <a:pt x="1418" y="959"/>
                  </a:lnTo>
                  <a:lnTo>
                    <a:pt x="1418" y="959"/>
                  </a:lnTo>
                  <a:lnTo>
                    <a:pt x="1418" y="959"/>
                  </a:lnTo>
                  <a:lnTo>
                    <a:pt x="1418" y="959"/>
                  </a:lnTo>
                  <a:lnTo>
                    <a:pt x="1416" y="961"/>
                  </a:lnTo>
                  <a:lnTo>
                    <a:pt x="1413" y="968"/>
                  </a:lnTo>
                  <a:lnTo>
                    <a:pt x="1411" y="970"/>
                  </a:lnTo>
                  <a:lnTo>
                    <a:pt x="1408" y="973"/>
                  </a:lnTo>
                  <a:lnTo>
                    <a:pt x="1408" y="973"/>
                  </a:lnTo>
                  <a:lnTo>
                    <a:pt x="1411" y="968"/>
                  </a:lnTo>
                  <a:lnTo>
                    <a:pt x="1411" y="963"/>
                  </a:lnTo>
                  <a:lnTo>
                    <a:pt x="1416" y="956"/>
                  </a:lnTo>
                  <a:lnTo>
                    <a:pt x="1416" y="956"/>
                  </a:lnTo>
                  <a:lnTo>
                    <a:pt x="1416" y="956"/>
                  </a:lnTo>
                  <a:lnTo>
                    <a:pt x="1413" y="954"/>
                  </a:lnTo>
                  <a:lnTo>
                    <a:pt x="1413" y="954"/>
                  </a:lnTo>
                  <a:lnTo>
                    <a:pt x="1411" y="954"/>
                  </a:lnTo>
                  <a:lnTo>
                    <a:pt x="1404" y="961"/>
                  </a:lnTo>
                  <a:lnTo>
                    <a:pt x="1404" y="959"/>
                  </a:lnTo>
                  <a:lnTo>
                    <a:pt x="1404" y="956"/>
                  </a:lnTo>
                  <a:lnTo>
                    <a:pt x="1411" y="952"/>
                  </a:lnTo>
                  <a:lnTo>
                    <a:pt x="1413" y="952"/>
                  </a:lnTo>
                  <a:lnTo>
                    <a:pt x="1416" y="952"/>
                  </a:lnTo>
                  <a:lnTo>
                    <a:pt x="1416" y="949"/>
                  </a:lnTo>
                  <a:lnTo>
                    <a:pt x="1416" y="949"/>
                  </a:lnTo>
                  <a:lnTo>
                    <a:pt x="1418" y="949"/>
                  </a:lnTo>
                  <a:lnTo>
                    <a:pt x="1418" y="947"/>
                  </a:lnTo>
                  <a:lnTo>
                    <a:pt x="1420" y="947"/>
                  </a:lnTo>
                  <a:lnTo>
                    <a:pt x="1418" y="944"/>
                  </a:lnTo>
                  <a:lnTo>
                    <a:pt x="1420" y="944"/>
                  </a:lnTo>
                  <a:lnTo>
                    <a:pt x="1420" y="944"/>
                  </a:lnTo>
                  <a:lnTo>
                    <a:pt x="1420" y="942"/>
                  </a:lnTo>
                  <a:lnTo>
                    <a:pt x="1420" y="942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3" y="940"/>
                  </a:lnTo>
                  <a:lnTo>
                    <a:pt x="1423" y="940"/>
                  </a:lnTo>
                  <a:lnTo>
                    <a:pt x="1425" y="940"/>
                  </a:lnTo>
                  <a:lnTo>
                    <a:pt x="1427" y="937"/>
                  </a:lnTo>
                  <a:lnTo>
                    <a:pt x="1427" y="937"/>
                  </a:lnTo>
                  <a:lnTo>
                    <a:pt x="1427" y="937"/>
                  </a:lnTo>
                  <a:lnTo>
                    <a:pt x="1427" y="935"/>
                  </a:lnTo>
                  <a:lnTo>
                    <a:pt x="1427" y="933"/>
                  </a:lnTo>
                  <a:lnTo>
                    <a:pt x="1427" y="933"/>
                  </a:lnTo>
                  <a:lnTo>
                    <a:pt x="1427" y="930"/>
                  </a:lnTo>
                  <a:lnTo>
                    <a:pt x="1427" y="930"/>
                  </a:lnTo>
                  <a:lnTo>
                    <a:pt x="1427" y="930"/>
                  </a:lnTo>
                  <a:lnTo>
                    <a:pt x="1427" y="930"/>
                  </a:lnTo>
                  <a:lnTo>
                    <a:pt x="1425" y="928"/>
                  </a:lnTo>
                  <a:lnTo>
                    <a:pt x="1425" y="928"/>
                  </a:lnTo>
                  <a:lnTo>
                    <a:pt x="1425" y="928"/>
                  </a:lnTo>
                  <a:lnTo>
                    <a:pt x="1427" y="923"/>
                  </a:lnTo>
                  <a:lnTo>
                    <a:pt x="1425" y="923"/>
                  </a:lnTo>
                  <a:lnTo>
                    <a:pt x="1425" y="921"/>
                  </a:lnTo>
                  <a:lnTo>
                    <a:pt x="1423" y="918"/>
                  </a:lnTo>
                  <a:lnTo>
                    <a:pt x="1420" y="916"/>
                  </a:lnTo>
                  <a:lnTo>
                    <a:pt x="1420" y="916"/>
                  </a:lnTo>
                  <a:lnTo>
                    <a:pt x="1418" y="916"/>
                  </a:lnTo>
                  <a:lnTo>
                    <a:pt x="1418" y="916"/>
                  </a:lnTo>
                  <a:lnTo>
                    <a:pt x="1418" y="916"/>
                  </a:lnTo>
                  <a:lnTo>
                    <a:pt x="1418" y="916"/>
                  </a:lnTo>
                  <a:lnTo>
                    <a:pt x="1416" y="916"/>
                  </a:lnTo>
                  <a:lnTo>
                    <a:pt x="1401" y="918"/>
                  </a:lnTo>
                  <a:lnTo>
                    <a:pt x="1397" y="918"/>
                  </a:lnTo>
                  <a:lnTo>
                    <a:pt x="1397" y="918"/>
                  </a:lnTo>
                  <a:lnTo>
                    <a:pt x="1394" y="918"/>
                  </a:lnTo>
                  <a:lnTo>
                    <a:pt x="1394" y="921"/>
                  </a:lnTo>
                  <a:lnTo>
                    <a:pt x="1394" y="921"/>
                  </a:lnTo>
                  <a:lnTo>
                    <a:pt x="1394" y="923"/>
                  </a:lnTo>
                  <a:lnTo>
                    <a:pt x="1394" y="923"/>
                  </a:lnTo>
                  <a:lnTo>
                    <a:pt x="1394" y="926"/>
                  </a:lnTo>
                  <a:lnTo>
                    <a:pt x="1397" y="926"/>
                  </a:lnTo>
                  <a:lnTo>
                    <a:pt x="1397" y="928"/>
                  </a:lnTo>
                  <a:lnTo>
                    <a:pt x="1397" y="930"/>
                  </a:lnTo>
                  <a:lnTo>
                    <a:pt x="1394" y="930"/>
                  </a:lnTo>
                  <a:lnTo>
                    <a:pt x="1394" y="933"/>
                  </a:lnTo>
                  <a:lnTo>
                    <a:pt x="1392" y="933"/>
                  </a:lnTo>
                  <a:lnTo>
                    <a:pt x="1392" y="933"/>
                  </a:lnTo>
                  <a:lnTo>
                    <a:pt x="1392" y="933"/>
                  </a:lnTo>
                  <a:lnTo>
                    <a:pt x="1392" y="933"/>
                  </a:lnTo>
                  <a:lnTo>
                    <a:pt x="1390" y="933"/>
                  </a:lnTo>
                  <a:lnTo>
                    <a:pt x="1387" y="935"/>
                  </a:lnTo>
                  <a:lnTo>
                    <a:pt x="1387" y="935"/>
                  </a:lnTo>
                  <a:lnTo>
                    <a:pt x="1387" y="937"/>
                  </a:lnTo>
                  <a:lnTo>
                    <a:pt x="1387" y="940"/>
                  </a:lnTo>
                  <a:lnTo>
                    <a:pt x="1390" y="940"/>
                  </a:lnTo>
                  <a:lnTo>
                    <a:pt x="1390" y="942"/>
                  </a:lnTo>
                  <a:lnTo>
                    <a:pt x="1390" y="942"/>
                  </a:lnTo>
                  <a:lnTo>
                    <a:pt x="1390" y="944"/>
                  </a:lnTo>
                  <a:lnTo>
                    <a:pt x="1390" y="947"/>
                  </a:lnTo>
                  <a:lnTo>
                    <a:pt x="1390" y="947"/>
                  </a:lnTo>
                  <a:lnTo>
                    <a:pt x="1390" y="949"/>
                  </a:lnTo>
                  <a:lnTo>
                    <a:pt x="1390" y="949"/>
                  </a:lnTo>
                  <a:lnTo>
                    <a:pt x="1390" y="952"/>
                  </a:lnTo>
                  <a:lnTo>
                    <a:pt x="1390" y="954"/>
                  </a:lnTo>
                  <a:lnTo>
                    <a:pt x="1390" y="959"/>
                  </a:lnTo>
                  <a:lnTo>
                    <a:pt x="1390" y="959"/>
                  </a:lnTo>
                  <a:lnTo>
                    <a:pt x="1390" y="961"/>
                  </a:lnTo>
                  <a:lnTo>
                    <a:pt x="1390" y="961"/>
                  </a:lnTo>
                  <a:lnTo>
                    <a:pt x="1387" y="963"/>
                  </a:lnTo>
                  <a:lnTo>
                    <a:pt x="1385" y="963"/>
                  </a:lnTo>
                  <a:lnTo>
                    <a:pt x="1385" y="963"/>
                  </a:lnTo>
                  <a:lnTo>
                    <a:pt x="1382" y="966"/>
                  </a:lnTo>
                  <a:lnTo>
                    <a:pt x="1382" y="963"/>
                  </a:lnTo>
                  <a:lnTo>
                    <a:pt x="1385" y="963"/>
                  </a:lnTo>
                  <a:lnTo>
                    <a:pt x="1387" y="961"/>
                  </a:lnTo>
                  <a:lnTo>
                    <a:pt x="1390" y="956"/>
                  </a:lnTo>
                  <a:lnTo>
                    <a:pt x="1390" y="954"/>
                  </a:lnTo>
                  <a:lnTo>
                    <a:pt x="1390" y="952"/>
                  </a:lnTo>
                  <a:lnTo>
                    <a:pt x="1390" y="949"/>
                  </a:lnTo>
                  <a:lnTo>
                    <a:pt x="1390" y="949"/>
                  </a:lnTo>
                  <a:lnTo>
                    <a:pt x="1387" y="947"/>
                  </a:lnTo>
                  <a:lnTo>
                    <a:pt x="1387" y="947"/>
                  </a:lnTo>
                  <a:lnTo>
                    <a:pt x="1387" y="944"/>
                  </a:lnTo>
                  <a:lnTo>
                    <a:pt x="1387" y="944"/>
                  </a:lnTo>
                  <a:lnTo>
                    <a:pt x="1387" y="944"/>
                  </a:lnTo>
                  <a:lnTo>
                    <a:pt x="1387" y="944"/>
                  </a:lnTo>
                  <a:lnTo>
                    <a:pt x="1387" y="942"/>
                  </a:lnTo>
                  <a:lnTo>
                    <a:pt x="1387" y="942"/>
                  </a:lnTo>
                  <a:lnTo>
                    <a:pt x="1387" y="940"/>
                  </a:lnTo>
                  <a:lnTo>
                    <a:pt x="1387" y="937"/>
                  </a:lnTo>
                  <a:lnTo>
                    <a:pt x="1385" y="935"/>
                  </a:lnTo>
                  <a:lnTo>
                    <a:pt x="1387" y="935"/>
                  </a:lnTo>
                  <a:lnTo>
                    <a:pt x="1387" y="933"/>
                  </a:lnTo>
                  <a:lnTo>
                    <a:pt x="1392" y="928"/>
                  </a:lnTo>
                  <a:lnTo>
                    <a:pt x="1394" y="928"/>
                  </a:lnTo>
                  <a:lnTo>
                    <a:pt x="1394" y="926"/>
                  </a:lnTo>
                  <a:lnTo>
                    <a:pt x="1392" y="926"/>
                  </a:lnTo>
                  <a:lnTo>
                    <a:pt x="1385" y="923"/>
                  </a:lnTo>
                  <a:lnTo>
                    <a:pt x="1380" y="926"/>
                  </a:lnTo>
                  <a:lnTo>
                    <a:pt x="1373" y="935"/>
                  </a:lnTo>
                  <a:lnTo>
                    <a:pt x="1373" y="935"/>
                  </a:lnTo>
                  <a:lnTo>
                    <a:pt x="1373" y="935"/>
                  </a:lnTo>
                  <a:lnTo>
                    <a:pt x="1373" y="937"/>
                  </a:lnTo>
                  <a:lnTo>
                    <a:pt x="1373" y="940"/>
                  </a:lnTo>
                  <a:lnTo>
                    <a:pt x="1373" y="942"/>
                  </a:lnTo>
                  <a:lnTo>
                    <a:pt x="1371" y="944"/>
                  </a:lnTo>
                  <a:lnTo>
                    <a:pt x="1371" y="947"/>
                  </a:lnTo>
                  <a:lnTo>
                    <a:pt x="1371" y="949"/>
                  </a:lnTo>
                  <a:lnTo>
                    <a:pt x="1371" y="952"/>
                  </a:lnTo>
                  <a:lnTo>
                    <a:pt x="1371" y="954"/>
                  </a:lnTo>
                  <a:lnTo>
                    <a:pt x="1371" y="954"/>
                  </a:lnTo>
                  <a:lnTo>
                    <a:pt x="1368" y="954"/>
                  </a:lnTo>
                  <a:lnTo>
                    <a:pt x="1368" y="954"/>
                  </a:lnTo>
                  <a:lnTo>
                    <a:pt x="1368" y="952"/>
                  </a:lnTo>
                  <a:lnTo>
                    <a:pt x="1368" y="947"/>
                  </a:lnTo>
                  <a:lnTo>
                    <a:pt x="1371" y="947"/>
                  </a:lnTo>
                  <a:lnTo>
                    <a:pt x="1371" y="942"/>
                  </a:lnTo>
                  <a:lnTo>
                    <a:pt x="1371" y="942"/>
                  </a:lnTo>
                  <a:lnTo>
                    <a:pt x="1371" y="940"/>
                  </a:lnTo>
                  <a:lnTo>
                    <a:pt x="1371" y="937"/>
                  </a:lnTo>
                  <a:lnTo>
                    <a:pt x="1371" y="935"/>
                  </a:lnTo>
                  <a:lnTo>
                    <a:pt x="1371" y="933"/>
                  </a:lnTo>
                  <a:lnTo>
                    <a:pt x="1371" y="933"/>
                  </a:lnTo>
                  <a:lnTo>
                    <a:pt x="1380" y="923"/>
                  </a:lnTo>
                  <a:lnTo>
                    <a:pt x="1385" y="921"/>
                  </a:lnTo>
                  <a:lnTo>
                    <a:pt x="1390" y="921"/>
                  </a:lnTo>
                  <a:lnTo>
                    <a:pt x="1390" y="921"/>
                  </a:lnTo>
                  <a:lnTo>
                    <a:pt x="1394" y="914"/>
                  </a:lnTo>
                  <a:lnTo>
                    <a:pt x="1394" y="914"/>
                  </a:lnTo>
                  <a:lnTo>
                    <a:pt x="1394" y="914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07"/>
                  </a:lnTo>
                  <a:lnTo>
                    <a:pt x="1392" y="907"/>
                  </a:lnTo>
                  <a:lnTo>
                    <a:pt x="1390" y="904"/>
                  </a:lnTo>
                  <a:lnTo>
                    <a:pt x="1387" y="902"/>
                  </a:lnTo>
                  <a:lnTo>
                    <a:pt x="1387" y="899"/>
                  </a:lnTo>
                  <a:lnTo>
                    <a:pt x="1382" y="897"/>
                  </a:lnTo>
                  <a:lnTo>
                    <a:pt x="1382" y="897"/>
                  </a:lnTo>
                  <a:lnTo>
                    <a:pt x="1382" y="895"/>
                  </a:lnTo>
                  <a:lnTo>
                    <a:pt x="1380" y="895"/>
                  </a:lnTo>
                  <a:lnTo>
                    <a:pt x="1380" y="895"/>
                  </a:lnTo>
                  <a:lnTo>
                    <a:pt x="1380" y="892"/>
                  </a:lnTo>
                  <a:lnTo>
                    <a:pt x="1380" y="892"/>
                  </a:lnTo>
                  <a:lnTo>
                    <a:pt x="1378" y="890"/>
                  </a:lnTo>
                  <a:lnTo>
                    <a:pt x="1378" y="890"/>
                  </a:lnTo>
                  <a:lnTo>
                    <a:pt x="1371" y="890"/>
                  </a:lnTo>
                  <a:lnTo>
                    <a:pt x="1368" y="890"/>
                  </a:lnTo>
                  <a:lnTo>
                    <a:pt x="1366" y="890"/>
                  </a:lnTo>
                  <a:lnTo>
                    <a:pt x="1366" y="890"/>
                  </a:lnTo>
                  <a:lnTo>
                    <a:pt x="1361" y="888"/>
                  </a:lnTo>
                  <a:lnTo>
                    <a:pt x="1356" y="890"/>
                  </a:lnTo>
                  <a:lnTo>
                    <a:pt x="1354" y="890"/>
                  </a:lnTo>
                  <a:lnTo>
                    <a:pt x="1354" y="890"/>
                  </a:lnTo>
                  <a:lnTo>
                    <a:pt x="1354" y="892"/>
                  </a:lnTo>
                  <a:lnTo>
                    <a:pt x="1354" y="895"/>
                  </a:lnTo>
                  <a:lnTo>
                    <a:pt x="1354" y="895"/>
                  </a:lnTo>
                  <a:lnTo>
                    <a:pt x="1356" y="897"/>
                  </a:lnTo>
                  <a:lnTo>
                    <a:pt x="1356" y="899"/>
                  </a:lnTo>
                  <a:lnTo>
                    <a:pt x="1356" y="899"/>
                  </a:lnTo>
                  <a:lnTo>
                    <a:pt x="1356" y="899"/>
                  </a:lnTo>
                  <a:lnTo>
                    <a:pt x="1354" y="899"/>
                  </a:lnTo>
                  <a:lnTo>
                    <a:pt x="1352" y="897"/>
                  </a:lnTo>
                  <a:lnTo>
                    <a:pt x="1352" y="897"/>
                  </a:lnTo>
                  <a:lnTo>
                    <a:pt x="1352" y="895"/>
                  </a:lnTo>
                  <a:lnTo>
                    <a:pt x="1352" y="895"/>
                  </a:lnTo>
                  <a:lnTo>
                    <a:pt x="1352" y="895"/>
                  </a:lnTo>
                  <a:lnTo>
                    <a:pt x="1352" y="892"/>
                  </a:lnTo>
                  <a:lnTo>
                    <a:pt x="1349" y="892"/>
                  </a:lnTo>
                  <a:lnTo>
                    <a:pt x="1349" y="892"/>
                  </a:lnTo>
                  <a:lnTo>
                    <a:pt x="1335" y="892"/>
                  </a:lnTo>
                  <a:lnTo>
                    <a:pt x="1335" y="890"/>
                  </a:lnTo>
                  <a:lnTo>
                    <a:pt x="1335" y="890"/>
                  </a:lnTo>
                  <a:lnTo>
                    <a:pt x="1335" y="890"/>
                  </a:lnTo>
                  <a:lnTo>
                    <a:pt x="1335" y="890"/>
                  </a:lnTo>
                  <a:lnTo>
                    <a:pt x="1333" y="888"/>
                  </a:lnTo>
                  <a:lnTo>
                    <a:pt x="1333" y="888"/>
                  </a:lnTo>
                  <a:lnTo>
                    <a:pt x="1330" y="885"/>
                  </a:lnTo>
                  <a:lnTo>
                    <a:pt x="1326" y="885"/>
                  </a:lnTo>
                  <a:lnTo>
                    <a:pt x="1307" y="890"/>
                  </a:lnTo>
                  <a:lnTo>
                    <a:pt x="1307" y="892"/>
                  </a:lnTo>
                  <a:lnTo>
                    <a:pt x="1304" y="895"/>
                  </a:lnTo>
                  <a:lnTo>
                    <a:pt x="1304" y="897"/>
                  </a:lnTo>
                  <a:lnTo>
                    <a:pt x="1300" y="899"/>
                  </a:lnTo>
                  <a:lnTo>
                    <a:pt x="1300" y="899"/>
                  </a:lnTo>
                  <a:lnTo>
                    <a:pt x="1300" y="899"/>
                  </a:lnTo>
                  <a:lnTo>
                    <a:pt x="1300" y="902"/>
                  </a:lnTo>
                  <a:lnTo>
                    <a:pt x="1295" y="904"/>
                  </a:lnTo>
                  <a:lnTo>
                    <a:pt x="1293" y="911"/>
                  </a:lnTo>
                  <a:lnTo>
                    <a:pt x="1293" y="911"/>
                  </a:lnTo>
                  <a:lnTo>
                    <a:pt x="1293" y="911"/>
                  </a:lnTo>
                  <a:lnTo>
                    <a:pt x="1290" y="911"/>
                  </a:lnTo>
                  <a:lnTo>
                    <a:pt x="1290" y="911"/>
                  </a:lnTo>
                  <a:lnTo>
                    <a:pt x="1290" y="911"/>
                  </a:lnTo>
                  <a:lnTo>
                    <a:pt x="1293" y="914"/>
                  </a:lnTo>
                  <a:lnTo>
                    <a:pt x="1293" y="914"/>
                  </a:lnTo>
                  <a:lnTo>
                    <a:pt x="1290" y="918"/>
                  </a:lnTo>
                  <a:lnTo>
                    <a:pt x="1290" y="918"/>
                  </a:lnTo>
                  <a:lnTo>
                    <a:pt x="1293" y="921"/>
                  </a:lnTo>
                  <a:lnTo>
                    <a:pt x="1293" y="923"/>
                  </a:lnTo>
                  <a:lnTo>
                    <a:pt x="1293" y="926"/>
                  </a:lnTo>
                  <a:lnTo>
                    <a:pt x="1295" y="926"/>
                  </a:lnTo>
                  <a:lnTo>
                    <a:pt x="1304" y="930"/>
                  </a:lnTo>
                  <a:lnTo>
                    <a:pt x="1311" y="930"/>
                  </a:lnTo>
                  <a:lnTo>
                    <a:pt x="1314" y="933"/>
                  </a:lnTo>
                  <a:lnTo>
                    <a:pt x="1316" y="933"/>
                  </a:lnTo>
                  <a:lnTo>
                    <a:pt x="1323" y="935"/>
                  </a:lnTo>
                  <a:lnTo>
                    <a:pt x="1323" y="935"/>
                  </a:lnTo>
                  <a:lnTo>
                    <a:pt x="1328" y="937"/>
                  </a:lnTo>
                  <a:lnTo>
                    <a:pt x="1335" y="935"/>
                  </a:lnTo>
                  <a:lnTo>
                    <a:pt x="1340" y="935"/>
                  </a:lnTo>
                  <a:lnTo>
                    <a:pt x="1345" y="937"/>
                  </a:lnTo>
                  <a:lnTo>
                    <a:pt x="1337" y="937"/>
                  </a:lnTo>
                  <a:lnTo>
                    <a:pt x="1335" y="935"/>
                  </a:lnTo>
                  <a:lnTo>
                    <a:pt x="1335" y="935"/>
                  </a:lnTo>
                  <a:lnTo>
                    <a:pt x="1326" y="937"/>
                  </a:lnTo>
                  <a:lnTo>
                    <a:pt x="1326" y="940"/>
                  </a:lnTo>
                  <a:lnTo>
                    <a:pt x="1326" y="940"/>
                  </a:lnTo>
                  <a:lnTo>
                    <a:pt x="1328" y="940"/>
                  </a:lnTo>
                  <a:lnTo>
                    <a:pt x="1328" y="942"/>
                  </a:lnTo>
                  <a:lnTo>
                    <a:pt x="1328" y="942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2"/>
                  </a:lnTo>
                  <a:lnTo>
                    <a:pt x="1328" y="942"/>
                  </a:lnTo>
                  <a:lnTo>
                    <a:pt x="1326" y="942"/>
                  </a:lnTo>
                  <a:lnTo>
                    <a:pt x="1326" y="940"/>
                  </a:lnTo>
                  <a:lnTo>
                    <a:pt x="1326" y="940"/>
                  </a:lnTo>
                  <a:lnTo>
                    <a:pt x="1326" y="940"/>
                  </a:lnTo>
                  <a:lnTo>
                    <a:pt x="1326" y="937"/>
                  </a:lnTo>
                  <a:lnTo>
                    <a:pt x="1323" y="935"/>
                  </a:lnTo>
                  <a:lnTo>
                    <a:pt x="1319" y="935"/>
                  </a:lnTo>
                  <a:lnTo>
                    <a:pt x="1316" y="935"/>
                  </a:lnTo>
                  <a:lnTo>
                    <a:pt x="1314" y="935"/>
                  </a:lnTo>
                  <a:lnTo>
                    <a:pt x="1314" y="935"/>
                  </a:lnTo>
                  <a:lnTo>
                    <a:pt x="1311" y="935"/>
                  </a:lnTo>
                  <a:lnTo>
                    <a:pt x="1311" y="933"/>
                  </a:lnTo>
                  <a:lnTo>
                    <a:pt x="1300" y="933"/>
                  </a:lnTo>
                  <a:lnTo>
                    <a:pt x="1300" y="935"/>
                  </a:lnTo>
                  <a:lnTo>
                    <a:pt x="1300" y="935"/>
                  </a:lnTo>
                  <a:lnTo>
                    <a:pt x="1300" y="937"/>
                  </a:lnTo>
                  <a:lnTo>
                    <a:pt x="1302" y="940"/>
                  </a:lnTo>
                  <a:lnTo>
                    <a:pt x="1302" y="942"/>
                  </a:lnTo>
                  <a:lnTo>
                    <a:pt x="1304" y="942"/>
                  </a:lnTo>
                  <a:lnTo>
                    <a:pt x="1304" y="942"/>
                  </a:lnTo>
                  <a:lnTo>
                    <a:pt x="1304" y="942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2" y="944"/>
                  </a:lnTo>
                  <a:lnTo>
                    <a:pt x="1302" y="942"/>
                  </a:lnTo>
                  <a:lnTo>
                    <a:pt x="1302" y="942"/>
                  </a:lnTo>
                  <a:lnTo>
                    <a:pt x="1300" y="942"/>
                  </a:lnTo>
                  <a:lnTo>
                    <a:pt x="1300" y="942"/>
                  </a:lnTo>
                  <a:lnTo>
                    <a:pt x="1300" y="940"/>
                  </a:lnTo>
                  <a:lnTo>
                    <a:pt x="1300" y="940"/>
                  </a:lnTo>
                  <a:lnTo>
                    <a:pt x="1300" y="937"/>
                  </a:lnTo>
                  <a:lnTo>
                    <a:pt x="1297" y="937"/>
                  </a:lnTo>
                  <a:lnTo>
                    <a:pt x="1297" y="935"/>
                  </a:lnTo>
                  <a:lnTo>
                    <a:pt x="1297" y="935"/>
                  </a:lnTo>
                  <a:lnTo>
                    <a:pt x="1297" y="935"/>
                  </a:lnTo>
                  <a:lnTo>
                    <a:pt x="1297" y="935"/>
                  </a:lnTo>
                  <a:lnTo>
                    <a:pt x="1297" y="933"/>
                  </a:lnTo>
                  <a:lnTo>
                    <a:pt x="1295" y="933"/>
                  </a:lnTo>
                  <a:lnTo>
                    <a:pt x="1295" y="933"/>
                  </a:lnTo>
                  <a:lnTo>
                    <a:pt x="1293" y="933"/>
                  </a:lnTo>
                  <a:lnTo>
                    <a:pt x="1293" y="935"/>
                  </a:lnTo>
                  <a:lnTo>
                    <a:pt x="1290" y="935"/>
                  </a:lnTo>
                  <a:lnTo>
                    <a:pt x="1290" y="935"/>
                  </a:lnTo>
                  <a:lnTo>
                    <a:pt x="1290" y="935"/>
                  </a:lnTo>
                  <a:lnTo>
                    <a:pt x="1290" y="935"/>
                  </a:lnTo>
                  <a:lnTo>
                    <a:pt x="1290" y="937"/>
                  </a:lnTo>
                  <a:lnTo>
                    <a:pt x="1290" y="937"/>
                  </a:lnTo>
                  <a:lnTo>
                    <a:pt x="1290" y="937"/>
                  </a:lnTo>
                  <a:lnTo>
                    <a:pt x="1290" y="937"/>
                  </a:lnTo>
                  <a:lnTo>
                    <a:pt x="1293" y="937"/>
                  </a:lnTo>
                  <a:lnTo>
                    <a:pt x="1293" y="940"/>
                  </a:lnTo>
                  <a:lnTo>
                    <a:pt x="1293" y="942"/>
                  </a:lnTo>
                  <a:lnTo>
                    <a:pt x="1293" y="942"/>
                  </a:lnTo>
                  <a:lnTo>
                    <a:pt x="1290" y="944"/>
                  </a:lnTo>
                  <a:lnTo>
                    <a:pt x="1293" y="947"/>
                  </a:lnTo>
                  <a:lnTo>
                    <a:pt x="1297" y="949"/>
                  </a:lnTo>
                  <a:lnTo>
                    <a:pt x="1300" y="949"/>
                  </a:lnTo>
                  <a:lnTo>
                    <a:pt x="1302" y="949"/>
                  </a:lnTo>
                  <a:lnTo>
                    <a:pt x="1304" y="949"/>
                  </a:lnTo>
                  <a:lnTo>
                    <a:pt x="1307" y="952"/>
                  </a:lnTo>
                  <a:lnTo>
                    <a:pt x="1307" y="952"/>
                  </a:lnTo>
                  <a:lnTo>
                    <a:pt x="1309" y="952"/>
                  </a:lnTo>
                  <a:lnTo>
                    <a:pt x="1309" y="954"/>
                  </a:lnTo>
                  <a:lnTo>
                    <a:pt x="1309" y="954"/>
                  </a:lnTo>
                  <a:lnTo>
                    <a:pt x="1311" y="956"/>
                  </a:lnTo>
                  <a:lnTo>
                    <a:pt x="1311" y="959"/>
                  </a:lnTo>
                  <a:lnTo>
                    <a:pt x="1314" y="961"/>
                  </a:lnTo>
                  <a:lnTo>
                    <a:pt x="1314" y="961"/>
                  </a:lnTo>
                  <a:lnTo>
                    <a:pt x="1316" y="961"/>
                  </a:lnTo>
                  <a:lnTo>
                    <a:pt x="1316" y="959"/>
                  </a:lnTo>
                  <a:lnTo>
                    <a:pt x="1319" y="959"/>
                  </a:lnTo>
                  <a:lnTo>
                    <a:pt x="1321" y="961"/>
                  </a:lnTo>
                  <a:lnTo>
                    <a:pt x="1321" y="961"/>
                  </a:lnTo>
                  <a:lnTo>
                    <a:pt x="1321" y="963"/>
                  </a:lnTo>
                  <a:lnTo>
                    <a:pt x="1323" y="963"/>
                  </a:lnTo>
                  <a:lnTo>
                    <a:pt x="1328" y="968"/>
                  </a:lnTo>
                  <a:lnTo>
                    <a:pt x="1328" y="968"/>
                  </a:lnTo>
                  <a:lnTo>
                    <a:pt x="1330" y="968"/>
                  </a:lnTo>
                  <a:lnTo>
                    <a:pt x="1330" y="970"/>
                  </a:lnTo>
                  <a:lnTo>
                    <a:pt x="1333" y="970"/>
                  </a:lnTo>
                  <a:lnTo>
                    <a:pt x="1333" y="970"/>
                  </a:lnTo>
                  <a:lnTo>
                    <a:pt x="1333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3"/>
                  </a:lnTo>
                  <a:lnTo>
                    <a:pt x="1337" y="975"/>
                  </a:lnTo>
                  <a:lnTo>
                    <a:pt x="1335" y="975"/>
                  </a:lnTo>
                  <a:lnTo>
                    <a:pt x="1335" y="973"/>
                  </a:lnTo>
                  <a:lnTo>
                    <a:pt x="1333" y="970"/>
                  </a:lnTo>
                  <a:lnTo>
                    <a:pt x="1328" y="970"/>
                  </a:lnTo>
                  <a:lnTo>
                    <a:pt x="1328" y="970"/>
                  </a:lnTo>
                  <a:lnTo>
                    <a:pt x="1326" y="966"/>
                  </a:lnTo>
                  <a:lnTo>
                    <a:pt x="1323" y="966"/>
                  </a:lnTo>
                  <a:lnTo>
                    <a:pt x="1321" y="963"/>
                  </a:lnTo>
                  <a:lnTo>
                    <a:pt x="1319" y="963"/>
                  </a:lnTo>
                  <a:lnTo>
                    <a:pt x="1319" y="963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6" y="963"/>
                  </a:lnTo>
                  <a:lnTo>
                    <a:pt x="1314" y="963"/>
                  </a:lnTo>
                  <a:lnTo>
                    <a:pt x="1316" y="966"/>
                  </a:lnTo>
                  <a:lnTo>
                    <a:pt x="1316" y="966"/>
                  </a:lnTo>
                  <a:lnTo>
                    <a:pt x="1319" y="968"/>
                  </a:lnTo>
                  <a:lnTo>
                    <a:pt x="1319" y="968"/>
                  </a:lnTo>
                  <a:lnTo>
                    <a:pt x="1321" y="970"/>
                  </a:lnTo>
                  <a:lnTo>
                    <a:pt x="1326" y="973"/>
                  </a:lnTo>
                  <a:lnTo>
                    <a:pt x="1328" y="973"/>
                  </a:lnTo>
                  <a:lnTo>
                    <a:pt x="1330" y="975"/>
                  </a:lnTo>
                  <a:lnTo>
                    <a:pt x="1330" y="975"/>
                  </a:lnTo>
                  <a:lnTo>
                    <a:pt x="1330" y="975"/>
                  </a:lnTo>
                  <a:lnTo>
                    <a:pt x="1330" y="975"/>
                  </a:lnTo>
                  <a:lnTo>
                    <a:pt x="1328" y="975"/>
                  </a:lnTo>
                  <a:lnTo>
                    <a:pt x="1323" y="973"/>
                  </a:lnTo>
                  <a:lnTo>
                    <a:pt x="1321" y="973"/>
                  </a:lnTo>
                  <a:lnTo>
                    <a:pt x="1314" y="966"/>
                  </a:lnTo>
                  <a:lnTo>
                    <a:pt x="1311" y="963"/>
                  </a:lnTo>
                  <a:lnTo>
                    <a:pt x="1309" y="956"/>
                  </a:lnTo>
                  <a:lnTo>
                    <a:pt x="1307" y="954"/>
                  </a:lnTo>
                  <a:lnTo>
                    <a:pt x="1304" y="952"/>
                  </a:lnTo>
                  <a:lnTo>
                    <a:pt x="1293" y="949"/>
                  </a:lnTo>
                  <a:lnTo>
                    <a:pt x="1293" y="949"/>
                  </a:lnTo>
                  <a:lnTo>
                    <a:pt x="1293" y="949"/>
                  </a:lnTo>
                  <a:lnTo>
                    <a:pt x="1293" y="952"/>
                  </a:lnTo>
                  <a:lnTo>
                    <a:pt x="1293" y="952"/>
                  </a:lnTo>
                  <a:lnTo>
                    <a:pt x="1295" y="954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9"/>
                  </a:lnTo>
                  <a:lnTo>
                    <a:pt x="1295" y="959"/>
                  </a:lnTo>
                  <a:lnTo>
                    <a:pt x="1295" y="959"/>
                  </a:lnTo>
                  <a:lnTo>
                    <a:pt x="1295" y="961"/>
                  </a:lnTo>
                  <a:lnTo>
                    <a:pt x="1295" y="961"/>
                  </a:lnTo>
                  <a:lnTo>
                    <a:pt x="1295" y="961"/>
                  </a:lnTo>
                  <a:lnTo>
                    <a:pt x="1295" y="961"/>
                  </a:lnTo>
                  <a:lnTo>
                    <a:pt x="1297" y="963"/>
                  </a:lnTo>
                  <a:lnTo>
                    <a:pt x="1297" y="963"/>
                  </a:lnTo>
                  <a:lnTo>
                    <a:pt x="1300" y="966"/>
                  </a:lnTo>
                  <a:lnTo>
                    <a:pt x="1300" y="966"/>
                  </a:lnTo>
                  <a:lnTo>
                    <a:pt x="1302" y="966"/>
                  </a:lnTo>
                  <a:lnTo>
                    <a:pt x="1307" y="966"/>
                  </a:lnTo>
                  <a:lnTo>
                    <a:pt x="1307" y="966"/>
                  </a:lnTo>
                  <a:lnTo>
                    <a:pt x="1307" y="968"/>
                  </a:lnTo>
                  <a:lnTo>
                    <a:pt x="1307" y="968"/>
                  </a:lnTo>
                  <a:lnTo>
                    <a:pt x="1309" y="968"/>
                  </a:lnTo>
                  <a:lnTo>
                    <a:pt x="1309" y="968"/>
                  </a:lnTo>
                  <a:lnTo>
                    <a:pt x="1309" y="970"/>
                  </a:lnTo>
                  <a:lnTo>
                    <a:pt x="1309" y="970"/>
                  </a:lnTo>
                  <a:lnTo>
                    <a:pt x="1311" y="970"/>
                  </a:lnTo>
                  <a:lnTo>
                    <a:pt x="1311" y="970"/>
                  </a:lnTo>
                  <a:lnTo>
                    <a:pt x="1311" y="973"/>
                  </a:lnTo>
                  <a:lnTo>
                    <a:pt x="1309" y="973"/>
                  </a:lnTo>
                  <a:lnTo>
                    <a:pt x="1304" y="970"/>
                  </a:lnTo>
                  <a:lnTo>
                    <a:pt x="1293" y="968"/>
                  </a:lnTo>
                  <a:lnTo>
                    <a:pt x="1293" y="968"/>
                  </a:lnTo>
                  <a:lnTo>
                    <a:pt x="1293" y="970"/>
                  </a:lnTo>
                  <a:lnTo>
                    <a:pt x="1293" y="970"/>
                  </a:lnTo>
                  <a:lnTo>
                    <a:pt x="1290" y="970"/>
                  </a:lnTo>
                  <a:lnTo>
                    <a:pt x="1288" y="968"/>
                  </a:lnTo>
                  <a:lnTo>
                    <a:pt x="1290" y="968"/>
                  </a:lnTo>
                  <a:lnTo>
                    <a:pt x="1290" y="966"/>
                  </a:lnTo>
                  <a:lnTo>
                    <a:pt x="1290" y="963"/>
                  </a:lnTo>
                  <a:lnTo>
                    <a:pt x="1290" y="961"/>
                  </a:lnTo>
                  <a:lnTo>
                    <a:pt x="1290" y="959"/>
                  </a:lnTo>
                  <a:lnTo>
                    <a:pt x="1290" y="959"/>
                  </a:lnTo>
                  <a:lnTo>
                    <a:pt x="1290" y="954"/>
                  </a:lnTo>
                  <a:lnTo>
                    <a:pt x="1290" y="954"/>
                  </a:lnTo>
                  <a:lnTo>
                    <a:pt x="1290" y="952"/>
                  </a:lnTo>
                  <a:lnTo>
                    <a:pt x="1290" y="952"/>
                  </a:lnTo>
                  <a:lnTo>
                    <a:pt x="1290" y="949"/>
                  </a:lnTo>
                  <a:lnTo>
                    <a:pt x="1288" y="947"/>
                  </a:lnTo>
                  <a:lnTo>
                    <a:pt x="1288" y="947"/>
                  </a:lnTo>
                  <a:lnTo>
                    <a:pt x="1288" y="944"/>
                  </a:lnTo>
                  <a:lnTo>
                    <a:pt x="1288" y="944"/>
                  </a:lnTo>
                  <a:lnTo>
                    <a:pt x="1288" y="944"/>
                  </a:lnTo>
                  <a:lnTo>
                    <a:pt x="1288" y="942"/>
                  </a:lnTo>
                  <a:lnTo>
                    <a:pt x="1288" y="942"/>
                  </a:lnTo>
                  <a:lnTo>
                    <a:pt x="1288" y="942"/>
                  </a:lnTo>
                  <a:lnTo>
                    <a:pt x="1285" y="942"/>
                  </a:lnTo>
                  <a:lnTo>
                    <a:pt x="1285" y="942"/>
                  </a:lnTo>
                  <a:lnTo>
                    <a:pt x="1285" y="942"/>
                  </a:lnTo>
                  <a:lnTo>
                    <a:pt x="1283" y="940"/>
                  </a:lnTo>
                  <a:lnTo>
                    <a:pt x="1281" y="937"/>
                  </a:lnTo>
                  <a:lnTo>
                    <a:pt x="1276" y="935"/>
                  </a:lnTo>
                  <a:lnTo>
                    <a:pt x="1274" y="935"/>
                  </a:lnTo>
                  <a:lnTo>
                    <a:pt x="1274" y="935"/>
                  </a:lnTo>
                  <a:lnTo>
                    <a:pt x="1274" y="937"/>
                  </a:lnTo>
                  <a:lnTo>
                    <a:pt x="1274" y="937"/>
                  </a:lnTo>
                  <a:lnTo>
                    <a:pt x="1274" y="940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7"/>
                  </a:lnTo>
                  <a:lnTo>
                    <a:pt x="1271" y="947"/>
                  </a:lnTo>
                  <a:lnTo>
                    <a:pt x="1274" y="947"/>
                  </a:lnTo>
                  <a:lnTo>
                    <a:pt x="1274" y="947"/>
                  </a:lnTo>
                  <a:lnTo>
                    <a:pt x="1274" y="949"/>
                  </a:lnTo>
                  <a:lnTo>
                    <a:pt x="1276" y="949"/>
                  </a:lnTo>
                  <a:lnTo>
                    <a:pt x="1276" y="949"/>
                  </a:lnTo>
                  <a:lnTo>
                    <a:pt x="1276" y="952"/>
                  </a:lnTo>
                  <a:lnTo>
                    <a:pt x="1276" y="952"/>
                  </a:lnTo>
                  <a:lnTo>
                    <a:pt x="1276" y="952"/>
                  </a:lnTo>
                  <a:lnTo>
                    <a:pt x="1276" y="954"/>
                  </a:lnTo>
                  <a:lnTo>
                    <a:pt x="1276" y="952"/>
                  </a:lnTo>
                  <a:lnTo>
                    <a:pt x="1274" y="949"/>
                  </a:lnTo>
                  <a:lnTo>
                    <a:pt x="1274" y="949"/>
                  </a:lnTo>
                  <a:lnTo>
                    <a:pt x="1274" y="949"/>
                  </a:lnTo>
                  <a:lnTo>
                    <a:pt x="1274" y="947"/>
                  </a:lnTo>
                  <a:lnTo>
                    <a:pt x="1271" y="947"/>
                  </a:lnTo>
                  <a:lnTo>
                    <a:pt x="1271" y="947"/>
                  </a:lnTo>
                  <a:lnTo>
                    <a:pt x="1271" y="947"/>
                  </a:lnTo>
                  <a:lnTo>
                    <a:pt x="1269" y="947"/>
                  </a:lnTo>
                  <a:lnTo>
                    <a:pt x="1269" y="947"/>
                  </a:lnTo>
                  <a:lnTo>
                    <a:pt x="1269" y="949"/>
                  </a:lnTo>
                  <a:lnTo>
                    <a:pt x="1269" y="952"/>
                  </a:lnTo>
                  <a:lnTo>
                    <a:pt x="1269" y="952"/>
                  </a:lnTo>
                  <a:lnTo>
                    <a:pt x="1269" y="952"/>
                  </a:lnTo>
                  <a:lnTo>
                    <a:pt x="1269" y="952"/>
                  </a:lnTo>
                  <a:lnTo>
                    <a:pt x="1269" y="954"/>
                  </a:lnTo>
                  <a:lnTo>
                    <a:pt x="1266" y="954"/>
                  </a:lnTo>
                  <a:lnTo>
                    <a:pt x="1266" y="952"/>
                  </a:lnTo>
                  <a:lnTo>
                    <a:pt x="1266" y="952"/>
                  </a:lnTo>
                  <a:lnTo>
                    <a:pt x="1266" y="949"/>
                  </a:lnTo>
                  <a:lnTo>
                    <a:pt x="1266" y="949"/>
                  </a:lnTo>
                  <a:lnTo>
                    <a:pt x="1269" y="947"/>
                  </a:lnTo>
                  <a:lnTo>
                    <a:pt x="1269" y="944"/>
                  </a:lnTo>
                  <a:lnTo>
                    <a:pt x="1269" y="944"/>
                  </a:lnTo>
                  <a:lnTo>
                    <a:pt x="1269" y="942"/>
                  </a:lnTo>
                  <a:lnTo>
                    <a:pt x="1269" y="942"/>
                  </a:lnTo>
                  <a:lnTo>
                    <a:pt x="1266" y="942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2" y="937"/>
                  </a:lnTo>
                  <a:lnTo>
                    <a:pt x="1262" y="937"/>
                  </a:lnTo>
                  <a:lnTo>
                    <a:pt x="1262" y="935"/>
                  </a:lnTo>
                  <a:lnTo>
                    <a:pt x="1262" y="933"/>
                  </a:lnTo>
                  <a:lnTo>
                    <a:pt x="1262" y="933"/>
                  </a:lnTo>
                  <a:lnTo>
                    <a:pt x="1262" y="930"/>
                  </a:lnTo>
                  <a:lnTo>
                    <a:pt x="1262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7" y="930"/>
                  </a:lnTo>
                  <a:lnTo>
                    <a:pt x="1257" y="930"/>
                  </a:lnTo>
                  <a:lnTo>
                    <a:pt x="1257" y="930"/>
                  </a:lnTo>
                  <a:lnTo>
                    <a:pt x="1257" y="930"/>
                  </a:lnTo>
                  <a:lnTo>
                    <a:pt x="1257" y="933"/>
                  </a:lnTo>
                  <a:lnTo>
                    <a:pt x="1257" y="933"/>
                  </a:lnTo>
                  <a:lnTo>
                    <a:pt x="1257" y="935"/>
                  </a:lnTo>
                  <a:lnTo>
                    <a:pt x="1257" y="937"/>
                  </a:lnTo>
                  <a:lnTo>
                    <a:pt x="1257" y="937"/>
                  </a:lnTo>
                  <a:lnTo>
                    <a:pt x="1255" y="940"/>
                  </a:lnTo>
                  <a:lnTo>
                    <a:pt x="1252" y="947"/>
                  </a:lnTo>
                  <a:lnTo>
                    <a:pt x="1252" y="947"/>
                  </a:lnTo>
                  <a:lnTo>
                    <a:pt x="1255" y="949"/>
                  </a:lnTo>
                  <a:lnTo>
                    <a:pt x="1257" y="952"/>
                  </a:lnTo>
                  <a:lnTo>
                    <a:pt x="1259" y="952"/>
                  </a:lnTo>
                  <a:lnTo>
                    <a:pt x="1259" y="954"/>
                  </a:lnTo>
                  <a:lnTo>
                    <a:pt x="1264" y="956"/>
                  </a:lnTo>
                  <a:lnTo>
                    <a:pt x="1266" y="959"/>
                  </a:lnTo>
                  <a:lnTo>
                    <a:pt x="1269" y="959"/>
                  </a:lnTo>
                  <a:lnTo>
                    <a:pt x="1271" y="959"/>
                  </a:lnTo>
                  <a:lnTo>
                    <a:pt x="1271" y="961"/>
                  </a:lnTo>
                  <a:lnTo>
                    <a:pt x="1264" y="959"/>
                  </a:lnTo>
                  <a:lnTo>
                    <a:pt x="1262" y="959"/>
                  </a:lnTo>
                  <a:lnTo>
                    <a:pt x="1262" y="959"/>
                  </a:lnTo>
                  <a:lnTo>
                    <a:pt x="1262" y="959"/>
                  </a:lnTo>
                  <a:lnTo>
                    <a:pt x="1262" y="959"/>
                  </a:lnTo>
                  <a:lnTo>
                    <a:pt x="1262" y="956"/>
                  </a:lnTo>
                  <a:lnTo>
                    <a:pt x="1259" y="956"/>
                  </a:lnTo>
                  <a:lnTo>
                    <a:pt x="1255" y="952"/>
                  </a:lnTo>
                  <a:lnTo>
                    <a:pt x="1252" y="949"/>
                  </a:lnTo>
                  <a:lnTo>
                    <a:pt x="1252" y="949"/>
                  </a:lnTo>
                  <a:lnTo>
                    <a:pt x="1252" y="952"/>
                  </a:lnTo>
                  <a:lnTo>
                    <a:pt x="1252" y="954"/>
                  </a:lnTo>
                  <a:lnTo>
                    <a:pt x="1252" y="956"/>
                  </a:lnTo>
                  <a:lnTo>
                    <a:pt x="1255" y="959"/>
                  </a:lnTo>
                  <a:lnTo>
                    <a:pt x="1255" y="959"/>
                  </a:lnTo>
                  <a:lnTo>
                    <a:pt x="1255" y="959"/>
                  </a:lnTo>
                  <a:lnTo>
                    <a:pt x="1255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61"/>
                  </a:lnTo>
                  <a:lnTo>
                    <a:pt x="1252" y="961"/>
                  </a:lnTo>
                  <a:lnTo>
                    <a:pt x="1252" y="961"/>
                  </a:lnTo>
                  <a:lnTo>
                    <a:pt x="1252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3"/>
                  </a:lnTo>
                  <a:lnTo>
                    <a:pt x="1252" y="966"/>
                  </a:lnTo>
                  <a:lnTo>
                    <a:pt x="1252" y="966"/>
                  </a:lnTo>
                  <a:lnTo>
                    <a:pt x="1255" y="966"/>
                  </a:lnTo>
                  <a:lnTo>
                    <a:pt x="1255" y="970"/>
                  </a:lnTo>
                  <a:lnTo>
                    <a:pt x="1255" y="973"/>
                  </a:lnTo>
                  <a:lnTo>
                    <a:pt x="1255" y="973"/>
                  </a:lnTo>
                  <a:lnTo>
                    <a:pt x="1252" y="975"/>
                  </a:lnTo>
                  <a:lnTo>
                    <a:pt x="1252" y="975"/>
                  </a:lnTo>
                  <a:lnTo>
                    <a:pt x="1252" y="978"/>
                  </a:lnTo>
                  <a:lnTo>
                    <a:pt x="1250" y="978"/>
                  </a:lnTo>
                  <a:lnTo>
                    <a:pt x="1248" y="980"/>
                  </a:lnTo>
                  <a:lnTo>
                    <a:pt x="1248" y="985"/>
                  </a:lnTo>
                  <a:lnTo>
                    <a:pt x="1248" y="987"/>
                  </a:lnTo>
                  <a:lnTo>
                    <a:pt x="1243" y="989"/>
                  </a:lnTo>
                  <a:lnTo>
                    <a:pt x="1243" y="989"/>
                  </a:lnTo>
                  <a:lnTo>
                    <a:pt x="1245" y="987"/>
                  </a:lnTo>
                  <a:lnTo>
                    <a:pt x="1245" y="985"/>
                  </a:lnTo>
                  <a:lnTo>
                    <a:pt x="1245" y="982"/>
                  </a:lnTo>
                  <a:lnTo>
                    <a:pt x="1245" y="982"/>
                  </a:lnTo>
                  <a:lnTo>
                    <a:pt x="1245" y="982"/>
                  </a:lnTo>
                  <a:lnTo>
                    <a:pt x="1245" y="980"/>
                  </a:lnTo>
                  <a:lnTo>
                    <a:pt x="1245" y="980"/>
                  </a:lnTo>
                  <a:lnTo>
                    <a:pt x="1245" y="980"/>
                  </a:lnTo>
                  <a:lnTo>
                    <a:pt x="1245" y="978"/>
                  </a:lnTo>
                  <a:lnTo>
                    <a:pt x="1245" y="978"/>
                  </a:lnTo>
                  <a:lnTo>
                    <a:pt x="1245" y="978"/>
                  </a:lnTo>
                  <a:lnTo>
                    <a:pt x="1245" y="978"/>
                  </a:lnTo>
                  <a:lnTo>
                    <a:pt x="1243" y="975"/>
                  </a:lnTo>
                  <a:lnTo>
                    <a:pt x="1243" y="975"/>
                  </a:lnTo>
                  <a:lnTo>
                    <a:pt x="1240" y="978"/>
                  </a:lnTo>
                  <a:lnTo>
                    <a:pt x="1238" y="978"/>
                  </a:lnTo>
                  <a:lnTo>
                    <a:pt x="1238" y="978"/>
                  </a:lnTo>
                  <a:lnTo>
                    <a:pt x="1236" y="978"/>
                  </a:lnTo>
                  <a:lnTo>
                    <a:pt x="1238" y="975"/>
                  </a:lnTo>
                  <a:lnTo>
                    <a:pt x="1238" y="975"/>
                  </a:lnTo>
                  <a:lnTo>
                    <a:pt x="1238" y="975"/>
                  </a:lnTo>
                  <a:lnTo>
                    <a:pt x="1238" y="973"/>
                  </a:lnTo>
                  <a:lnTo>
                    <a:pt x="1236" y="973"/>
                  </a:lnTo>
                  <a:lnTo>
                    <a:pt x="1236" y="973"/>
                  </a:lnTo>
                  <a:lnTo>
                    <a:pt x="1238" y="973"/>
                  </a:lnTo>
                  <a:lnTo>
                    <a:pt x="1243" y="970"/>
                  </a:lnTo>
                  <a:lnTo>
                    <a:pt x="1245" y="973"/>
                  </a:lnTo>
                  <a:lnTo>
                    <a:pt x="1250" y="973"/>
                  </a:lnTo>
                  <a:lnTo>
                    <a:pt x="1250" y="973"/>
                  </a:lnTo>
                  <a:lnTo>
                    <a:pt x="1250" y="970"/>
                  </a:lnTo>
                  <a:lnTo>
                    <a:pt x="1250" y="970"/>
                  </a:lnTo>
                  <a:lnTo>
                    <a:pt x="1248" y="968"/>
                  </a:lnTo>
                  <a:lnTo>
                    <a:pt x="1245" y="968"/>
                  </a:lnTo>
                  <a:lnTo>
                    <a:pt x="1243" y="968"/>
                  </a:lnTo>
                  <a:lnTo>
                    <a:pt x="1243" y="968"/>
                  </a:lnTo>
                  <a:lnTo>
                    <a:pt x="1243" y="968"/>
                  </a:lnTo>
                  <a:lnTo>
                    <a:pt x="1236" y="963"/>
                  </a:lnTo>
                  <a:lnTo>
                    <a:pt x="1238" y="963"/>
                  </a:lnTo>
                  <a:lnTo>
                    <a:pt x="1238" y="961"/>
                  </a:lnTo>
                  <a:lnTo>
                    <a:pt x="1238" y="961"/>
                  </a:lnTo>
                  <a:lnTo>
                    <a:pt x="1238" y="959"/>
                  </a:lnTo>
                  <a:lnTo>
                    <a:pt x="1238" y="954"/>
                  </a:lnTo>
                  <a:lnTo>
                    <a:pt x="1240" y="949"/>
                  </a:lnTo>
                  <a:lnTo>
                    <a:pt x="1240" y="947"/>
                  </a:lnTo>
                  <a:lnTo>
                    <a:pt x="1243" y="944"/>
                  </a:lnTo>
                  <a:lnTo>
                    <a:pt x="1243" y="944"/>
                  </a:lnTo>
                  <a:lnTo>
                    <a:pt x="1240" y="944"/>
                  </a:lnTo>
                  <a:lnTo>
                    <a:pt x="1240" y="942"/>
                  </a:lnTo>
                  <a:lnTo>
                    <a:pt x="1240" y="942"/>
                  </a:lnTo>
                  <a:lnTo>
                    <a:pt x="1240" y="940"/>
                  </a:lnTo>
                  <a:lnTo>
                    <a:pt x="1240" y="940"/>
                  </a:lnTo>
                  <a:lnTo>
                    <a:pt x="1240" y="937"/>
                  </a:lnTo>
                  <a:lnTo>
                    <a:pt x="1240" y="937"/>
                  </a:lnTo>
                  <a:lnTo>
                    <a:pt x="1240" y="935"/>
                  </a:lnTo>
                  <a:lnTo>
                    <a:pt x="1238" y="935"/>
                  </a:lnTo>
                  <a:lnTo>
                    <a:pt x="1238" y="935"/>
                  </a:lnTo>
                  <a:lnTo>
                    <a:pt x="1238" y="935"/>
                  </a:lnTo>
                  <a:lnTo>
                    <a:pt x="1238" y="935"/>
                  </a:lnTo>
                  <a:lnTo>
                    <a:pt x="1233" y="940"/>
                  </a:lnTo>
                  <a:lnTo>
                    <a:pt x="1233" y="942"/>
                  </a:lnTo>
                  <a:lnTo>
                    <a:pt x="1233" y="942"/>
                  </a:lnTo>
                  <a:lnTo>
                    <a:pt x="1231" y="942"/>
                  </a:lnTo>
                  <a:lnTo>
                    <a:pt x="1231" y="942"/>
                  </a:lnTo>
                  <a:lnTo>
                    <a:pt x="1226" y="961"/>
                  </a:lnTo>
                  <a:lnTo>
                    <a:pt x="1224" y="963"/>
                  </a:lnTo>
                  <a:lnTo>
                    <a:pt x="1222" y="963"/>
                  </a:lnTo>
                  <a:lnTo>
                    <a:pt x="1224" y="959"/>
                  </a:lnTo>
                  <a:lnTo>
                    <a:pt x="1226" y="959"/>
                  </a:lnTo>
                  <a:lnTo>
                    <a:pt x="1226" y="959"/>
                  </a:lnTo>
                  <a:lnTo>
                    <a:pt x="1226" y="956"/>
                  </a:lnTo>
                  <a:lnTo>
                    <a:pt x="1226" y="956"/>
                  </a:lnTo>
                  <a:lnTo>
                    <a:pt x="1226" y="954"/>
                  </a:lnTo>
                  <a:lnTo>
                    <a:pt x="1226" y="954"/>
                  </a:lnTo>
                  <a:lnTo>
                    <a:pt x="1226" y="954"/>
                  </a:lnTo>
                  <a:lnTo>
                    <a:pt x="1226" y="952"/>
                  </a:lnTo>
                  <a:lnTo>
                    <a:pt x="1226" y="952"/>
                  </a:lnTo>
                  <a:lnTo>
                    <a:pt x="1226" y="952"/>
                  </a:lnTo>
                  <a:lnTo>
                    <a:pt x="1226" y="952"/>
                  </a:lnTo>
                  <a:lnTo>
                    <a:pt x="1226" y="949"/>
                  </a:lnTo>
                  <a:lnTo>
                    <a:pt x="1226" y="949"/>
                  </a:lnTo>
                  <a:lnTo>
                    <a:pt x="1229" y="949"/>
                  </a:lnTo>
                  <a:lnTo>
                    <a:pt x="1229" y="944"/>
                  </a:lnTo>
                  <a:lnTo>
                    <a:pt x="1229" y="942"/>
                  </a:lnTo>
                  <a:lnTo>
                    <a:pt x="1229" y="942"/>
                  </a:lnTo>
                  <a:lnTo>
                    <a:pt x="1231" y="935"/>
                  </a:lnTo>
                  <a:lnTo>
                    <a:pt x="1236" y="928"/>
                  </a:lnTo>
                  <a:lnTo>
                    <a:pt x="1236" y="926"/>
                  </a:lnTo>
                  <a:lnTo>
                    <a:pt x="1233" y="926"/>
                  </a:lnTo>
                  <a:lnTo>
                    <a:pt x="1233" y="923"/>
                  </a:lnTo>
                  <a:lnTo>
                    <a:pt x="1236" y="923"/>
                  </a:lnTo>
                  <a:lnTo>
                    <a:pt x="1236" y="923"/>
                  </a:lnTo>
                  <a:lnTo>
                    <a:pt x="1236" y="921"/>
                  </a:lnTo>
                  <a:lnTo>
                    <a:pt x="1236" y="921"/>
                  </a:lnTo>
                  <a:lnTo>
                    <a:pt x="1236" y="921"/>
                  </a:lnTo>
                  <a:lnTo>
                    <a:pt x="1236" y="918"/>
                  </a:lnTo>
                  <a:lnTo>
                    <a:pt x="1236" y="916"/>
                  </a:lnTo>
                  <a:lnTo>
                    <a:pt x="1236" y="916"/>
                  </a:lnTo>
                  <a:lnTo>
                    <a:pt x="1238" y="916"/>
                  </a:lnTo>
                  <a:lnTo>
                    <a:pt x="1238" y="914"/>
                  </a:lnTo>
                  <a:lnTo>
                    <a:pt x="1238" y="914"/>
                  </a:lnTo>
                  <a:lnTo>
                    <a:pt x="1238" y="914"/>
                  </a:lnTo>
                  <a:lnTo>
                    <a:pt x="1238" y="911"/>
                  </a:lnTo>
                  <a:lnTo>
                    <a:pt x="1238" y="911"/>
                  </a:lnTo>
                  <a:lnTo>
                    <a:pt x="1238" y="911"/>
                  </a:lnTo>
                  <a:lnTo>
                    <a:pt x="1236" y="909"/>
                  </a:lnTo>
                  <a:lnTo>
                    <a:pt x="1236" y="909"/>
                  </a:lnTo>
                  <a:lnTo>
                    <a:pt x="1233" y="907"/>
                  </a:lnTo>
                  <a:lnTo>
                    <a:pt x="1231" y="907"/>
                  </a:lnTo>
                  <a:lnTo>
                    <a:pt x="1229" y="907"/>
                  </a:lnTo>
                  <a:lnTo>
                    <a:pt x="1229" y="904"/>
                  </a:lnTo>
                  <a:lnTo>
                    <a:pt x="1226" y="902"/>
                  </a:lnTo>
                  <a:lnTo>
                    <a:pt x="1224" y="902"/>
                  </a:lnTo>
                  <a:lnTo>
                    <a:pt x="1224" y="902"/>
                  </a:lnTo>
                  <a:lnTo>
                    <a:pt x="1224" y="899"/>
                  </a:lnTo>
                  <a:lnTo>
                    <a:pt x="1224" y="899"/>
                  </a:lnTo>
                  <a:lnTo>
                    <a:pt x="1224" y="897"/>
                  </a:lnTo>
                  <a:lnTo>
                    <a:pt x="1222" y="897"/>
                  </a:lnTo>
                  <a:lnTo>
                    <a:pt x="1222" y="897"/>
                  </a:lnTo>
                  <a:lnTo>
                    <a:pt x="1222" y="897"/>
                  </a:lnTo>
                  <a:lnTo>
                    <a:pt x="1222" y="895"/>
                  </a:lnTo>
                  <a:lnTo>
                    <a:pt x="1222" y="892"/>
                  </a:lnTo>
                  <a:lnTo>
                    <a:pt x="1222" y="892"/>
                  </a:lnTo>
                  <a:lnTo>
                    <a:pt x="1222" y="890"/>
                  </a:lnTo>
                  <a:lnTo>
                    <a:pt x="1222" y="888"/>
                  </a:lnTo>
                  <a:lnTo>
                    <a:pt x="1222" y="885"/>
                  </a:lnTo>
                  <a:lnTo>
                    <a:pt x="1219" y="883"/>
                  </a:lnTo>
                  <a:lnTo>
                    <a:pt x="1217" y="881"/>
                  </a:lnTo>
                  <a:lnTo>
                    <a:pt x="1217" y="881"/>
                  </a:lnTo>
                  <a:lnTo>
                    <a:pt x="1203" y="876"/>
                  </a:lnTo>
                  <a:lnTo>
                    <a:pt x="1200" y="876"/>
                  </a:lnTo>
                  <a:lnTo>
                    <a:pt x="1198" y="873"/>
                  </a:lnTo>
                  <a:lnTo>
                    <a:pt x="1198" y="871"/>
                  </a:lnTo>
                  <a:lnTo>
                    <a:pt x="1198" y="871"/>
                  </a:lnTo>
                  <a:lnTo>
                    <a:pt x="1198" y="871"/>
                  </a:lnTo>
                  <a:lnTo>
                    <a:pt x="1198" y="869"/>
                  </a:lnTo>
                  <a:lnTo>
                    <a:pt x="1198" y="866"/>
                  </a:lnTo>
                  <a:lnTo>
                    <a:pt x="1195" y="864"/>
                  </a:lnTo>
                  <a:lnTo>
                    <a:pt x="1195" y="862"/>
                  </a:lnTo>
                  <a:lnTo>
                    <a:pt x="1195" y="862"/>
                  </a:lnTo>
                  <a:lnTo>
                    <a:pt x="1193" y="859"/>
                  </a:lnTo>
                  <a:lnTo>
                    <a:pt x="1193" y="859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1" y="855"/>
                  </a:lnTo>
                  <a:lnTo>
                    <a:pt x="1191" y="852"/>
                  </a:lnTo>
                  <a:lnTo>
                    <a:pt x="1191" y="852"/>
                  </a:lnTo>
                  <a:lnTo>
                    <a:pt x="1188" y="850"/>
                  </a:lnTo>
                  <a:lnTo>
                    <a:pt x="1186" y="847"/>
                  </a:lnTo>
                  <a:lnTo>
                    <a:pt x="1184" y="845"/>
                  </a:lnTo>
                  <a:lnTo>
                    <a:pt x="1184" y="845"/>
                  </a:lnTo>
                  <a:lnTo>
                    <a:pt x="1184" y="845"/>
                  </a:lnTo>
                  <a:lnTo>
                    <a:pt x="1181" y="845"/>
                  </a:lnTo>
                  <a:lnTo>
                    <a:pt x="1181" y="843"/>
                  </a:lnTo>
                  <a:lnTo>
                    <a:pt x="1181" y="843"/>
                  </a:lnTo>
                  <a:lnTo>
                    <a:pt x="1181" y="840"/>
                  </a:lnTo>
                  <a:lnTo>
                    <a:pt x="1179" y="840"/>
                  </a:lnTo>
                  <a:lnTo>
                    <a:pt x="1169" y="843"/>
                  </a:lnTo>
                  <a:lnTo>
                    <a:pt x="1165" y="840"/>
                  </a:lnTo>
                  <a:lnTo>
                    <a:pt x="1155" y="845"/>
                  </a:lnTo>
                  <a:lnTo>
                    <a:pt x="1146" y="847"/>
                  </a:lnTo>
                  <a:lnTo>
                    <a:pt x="1146" y="847"/>
                  </a:lnTo>
                  <a:lnTo>
                    <a:pt x="1146" y="847"/>
                  </a:lnTo>
                  <a:lnTo>
                    <a:pt x="1143" y="850"/>
                  </a:lnTo>
                  <a:lnTo>
                    <a:pt x="1143" y="852"/>
                  </a:lnTo>
                  <a:lnTo>
                    <a:pt x="1143" y="855"/>
                  </a:lnTo>
                  <a:lnTo>
                    <a:pt x="1141" y="855"/>
                  </a:lnTo>
                  <a:lnTo>
                    <a:pt x="1139" y="855"/>
                  </a:lnTo>
                  <a:lnTo>
                    <a:pt x="1139" y="855"/>
                  </a:lnTo>
                  <a:lnTo>
                    <a:pt x="1134" y="857"/>
                  </a:lnTo>
                  <a:lnTo>
                    <a:pt x="1132" y="862"/>
                  </a:lnTo>
                  <a:lnTo>
                    <a:pt x="1129" y="864"/>
                  </a:lnTo>
                  <a:lnTo>
                    <a:pt x="1122" y="871"/>
                  </a:lnTo>
                  <a:lnTo>
                    <a:pt x="1122" y="873"/>
                  </a:lnTo>
                  <a:lnTo>
                    <a:pt x="1132" y="876"/>
                  </a:lnTo>
                  <a:lnTo>
                    <a:pt x="1132" y="876"/>
                  </a:lnTo>
                  <a:lnTo>
                    <a:pt x="1134" y="878"/>
                  </a:lnTo>
                  <a:lnTo>
                    <a:pt x="1134" y="878"/>
                  </a:lnTo>
                  <a:lnTo>
                    <a:pt x="1134" y="881"/>
                  </a:lnTo>
                  <a:lnTo>
                    <a:pt x="1134" y="881"/>
                  </a:lnTo>
                  <a:lnTo>
                    <a:pt x="1134" y="883"/>
                  </a:lnTo>
                  <a:lnTo>
                    <a:pt x="1134" y="883"/>
                  </a:lnTo>
                  <a:lnTo>
                    <a:pt x="1136" y="885"/>
                  </a:lnTo>
                  <a:lnTo>
                    <a:pt x="1136" y="885"/>
                  </a:lnTo>
                  <a:lnTo>
                    <a:pt x="1136" y="888"/>
                  </a:lnTo>
                  <a:lnTo>
                    <a:pt x="1136" y="888"/>
                  </a:lnTo>
                  <a:lnTo>
                    <a:pt x="1136" y="888"/>
                  </a:lnTo>
                  <a:lnTo>
                    <a:pt x="1136" y="888"/>
                  </a:lnTo>
                  <a:lnTo>
                    <a:pt x="1134" y="888"/>
                  </a:lnTo>
                  <a:lnTo>
                    <a:pt x="1134" y="885"/>
                  </a:lnTo>
                  <a:lnTo>
                    <a:pt x="1132" y="883"/>
                  </a:lnTo>
                  <a:lnTo>
                    <a:pt x="1132" y="881"/>
                  </a:lnTo>
                  <a:lnTo>
                    <a:pt x="1132" y="881"/>
                  </a:lnTo>
                  <a:lnTo>
                    <a:pt x="1129" y="878"/>
                  </a:lnTo>
                  <a:lnTo>
                    <a:pt x="1129" y="878"/>
                  </a:lnTo>
                  <a:lnTo>
                    <a:pt x="1129" y="878"/>
                  </a:lnTo>
                  <a:lnTo>
                    <a:pt x="1117" y="876"/>
                  </a:lnTo>
                  <a:lnTo>
                    <a:pt x="1115" y="878"/>
                  </a:lnTo>
                  <a:lnTo>
                    <a:pt x="1108" y="885"/>
                  </a:lnTo>
                  <a:lnTo>
                    <a:pt x="1108" y="885"/>
                  </a:lnTo>
                  <a:lnTo>
                    <a:pt x="1108" y="888"/>
                  </a:lnTo>
                  <a:lnTo>
                    <a:pt x="1108" y="888"/>
                  </a:lnTo>
                  <a:lnTo>
                    <a:pt x="1110" y="888"/>
                  </a:lnTo>
                  <a:lnTo>
                    <a:pt x="1110" y="890"/>
                  </a:lnTo>
                  <a:lnTo>
                    <a:pt x="1110" y="890"/>
                  </a:lnTo>
                  <a:lnTo>
                    <a:pt x="1110" y="892"/>
                  </a:lnTo>
                  <a:lnTo>
                    <a:pt x="1117" y="897"/>
                  </a:lnTo>
                  <a:lnTo>
                    <a:pt x="1120" y="899"/>
                  </a:lnTo>
                  <a:lnTo>
                    <a:pt x="1117" y="899"/>
                  </a:lnTo>
                  <a:lnTo>
                    <a:pt x="1115" y="897"/>
                  </a:lnTo>
                  <a:lnTo>
                    <a:pt x="1113" y="895"/>
                  </a:lnTo>
                  <a:lnTo>
                    <a:pt x="1113" y="895"/>
                  </a:lnTo>
                  <a:lnTo>
                    <a:pt x="1110" y="895"/>
                  </a:lnTo>
                  <a:lnTo>
                    <a:pt x="1110" y="895"/>
                  </a:lnTo>
                  <a:lnTo>
                    <a:pt x="1108" y="892"/>
                  </a:lnTo>
                  <a:lnTo>
                    <a:pt x="1108" y="892"/>
                  </a:lnTo>
                  <a:lnTo>
                    <a:pt x="1106" y="888"/>
                  </a:lnTo>
                  <a:lnTo>
                    <a:pt x="1106" y="888"/>
                  </a:lnTo>
                  <a:lnTo>
                    <a:pt x="1103" y="888"/>
                  </a:lnTo>
                  <a:lnTo>
                    <a:pt x="1103" y="888"/>
                  </a:lnTo>
                  <a:lnTo>
                    <a:pt x="1096" y="895"/>
                  </a:lnTo>
                  <a:lnTo>
                    <a:pt x="1096" y="897"/>
                  </a:lnTo>
                  <a:lnTo>
                    <a:pt x="1096" y="897"/>
                  </a:lnTo>
                  <a:lnTo>
                    <a:pt x="1096" y="899"/>
                  </a:lnTo>
                  <a:lnTo>
                    <a:pt x="1096" y="902"/>
                  </a:lnTo>
                  <a:lnTo>
                    <a:pt x="1096" y="902"/>
                  </a:lnTo>
                  <a:lnTo>
                    <a:pt x="1096" y="904"/>
                  </a:lnTo>
                  <a:lnTo>
                    <a:pt x="1098" y="904"/>
                  </a:lnTo>
                  <a:lnTo>
                    <a:pt x="1098" y="904"/>
                  </a:lnTo>
                  <a:lnTo>
                    <a:pt x="1101" y="904"/>
                  </a:lnTo>
                  <a:lnTo>
                    <a:pt x="1115" y="909"/>
                  </a:lnTo>
                  <a:lnTo>
                    <a:pt x="1117" y="909"/>
                  </a:lnTo>
                  <a:lnTo>
                    <a:pt x="1125" y="909"/>
                  </a:lnTo>
                  <a:lnTo>
                    <a:pt x="1127" y="911"/>
                  </a:lnTo>
                  <a:lnTo>
                    <a:pt x="1134" y="911"/>
                  </a:lnTo>
                  <a:lnTo>
                    <a:pt x="1139" y="911"/>
                  </a:lnTo>
                  <a:lnTo>
                    <a:pt x="1139" y="911"/>
                  </a:lnTo>
                  <a:lnTo>
                    <a:pt x="1139" y="911"/>
                  </a:lnTo>
                  <a:lnTo>
                    <a:pt x="1141" y="914"/>
                  </a:lnTo>
                  <a:lnTo>
                    <a:pt x="1143" y="916"/>
                  </a:lnTo>
                  <a:lnTo>
                    <a:pt x="1143" y="914"/>
                  </a:lnTo>
                  <a:lnTo>
                    <a:pt x="1141" y="914"/>
                  </a:lnTo>
                  <a:lnTo>
                    <a:pt x="1136" y="911"/>
                  </a:lnTo>
                  <a:lnTo>
                    <a:pt x="1132" y="914"/>
                  </a:lnTo>
                  <a:lnTo>
                    <a:pt x="1127" y="914"/>
                  </a:lnTo>
                  <a:lnTo>
                    <a:pt x="1120" y="914"/>
                  </a:lnTo>
                  <a:lnTo>
                    <a:pt x="1113" y="914"/>
                  </a:lnTo>
                  <a:lnTo>
                    <a:pt x="1108" y="914"/>
                  </a:lnTo>
                  <a:lnTo>
                    <a:pt x="1103" y="911"/>
                  </a:lnTo>
                  <a:lnTo>
                    <a:pt x="1098" y="911"/>
                  </a:lnTo>
                  <a:lnTo>
                    <a:pt x="1098" y="911"/>
                  </a:lnTo>
                  <a:lnTo>
                    <a:pt x="1098" y="914"/>
                  </a:lnTo>
                  <a:lnTo>
                    <a:pt x="1101" y="916"/>
                  </a:lnTo>
                  <a:lnTo>
                    <a:pt x="1103" y="918"/>
                  </a:lnTo>
                  <a:lnTo>
                    <a:pt x="1101" y="918"/>
                  </a:lnTo>
                  <a:lnTo>
                    <a:pt x="1096" y="916"/>
                  </a:lnTo>
                  <a:lnTo>
                    <a:pt x="1096" y="916"/>
                  </a:lnTo>
                  <a:lnTo>
                    <a:pt x="1094" y="914"/>
                  </a:lnTo>
                  <a:lnTo>
                    <a:pt x="1094" y="914"/>
                  </a:lnTo>
                  <a:lnTo>
                    <a:pt x="1094" y="911"/>
                  </a:lnTo>
                  <a:lnTo>
                    <a:pt x="1094" y="911"/>
                  </a:lnTo>
                  <a:lnTo>
                    <a:pt x="1091" y="914"/>
                  </a:lnTo>
                  <a:lnTo>
                    <a:pt x="1091" y="916"/>
                  </a:lnTo>
                  <a:lnTo>
                    <a:pt x="1091" y="921"/>
                  </a:lnTo>
                  <a:lnTo>
                    <a:pt x="1091" y="923"/>
                  </a:lnTo>
                  <a:lnTo>
                    <a:pt x="1103" y="921"/>
                  </a:lnTo>
                  <a:lnTo>
                    <a:pt x="1101" y="921"/>
                  </a:lnTo>
                  <a:lnTo>
                    <a:pt x="1103" y="921"/>
                  </a:lnTo>
                  <a:lnTo>
                    <a:pt x="1103" y="921"/>
                  </a:lnTo>
                  <a:lnTo>
                    <a:pt x="1106" y="921"/>
                  </a:lnTo>
                  <a:lnTo>
                    <a:pt x="1106" y="923"/>
                  </a:lnTo>
                  <a:lnTo>
                    <a:pt x="1106" y="923"/>
                  </a:lnTo>
                  <a:lnTo>
                    <a:pt x="1106" y="923"/>
                  </a:lnTo>
                  <a:lnTo>
                    <a:pt x="1110" y="926"/>
                  </a:lnTo>
                  <a:lnTo>
                    <a:pt x="1110" y="926"/>
                  </a:lnTo>
                  <a:lnTo>
                    <a:pt x="1117" y="928"/>
                  </a:lnTo>
                  <a:lnTo>
                    <a:pt x="1120" y="928"/>
                  </a:lnTo>
                  <a:lnTo>
                    <a:pt x="1132" y="935"/>
                  </a:lnTo>
                  <a:lnTo>
                    <a:pt x="1136" y="935"/>
                  </a:lnTo>
                  <a:lnTo>
                    <a:pt x="1141" y="937"/>
                  </a:lnTo>
                  <a:lnTo>
                    <a:pt x="1139" y="937"/>
                  </a:lnTo>
                  <a:lnTo>
                    <a:pt x="1136" y="935"/>
                  </a:lnTo>
                  <a:lnTo>
                    <a:pt x="1132" y="935"/>
                  </a:lnTo>
                  <a:lnTo>
                    <a:pt x="1129" y="935"/>
                  </a:lnTo>
                  <a:lnTo>
                    <a:pt x="1127" y="935"/>
                  </a:lnTo>
                  <a:lnTo>
                    <a:pt x="1125" y="933"/>
                  </a:lnTo>
                  <a:lnTo>
                    <a:pt x="1110" y="930"/>
                  </a:lnTo>
                  <a:lnTo>
                    <a:pt x="1103" y="928"/>
                  </a:lnTo>
                  <a:lnTo>
                    <a:pt x="1098" y="928"/>
                  </a:lnTo>
                  <a:lnTo>
                    <a:pt x="1094" y="928"/>
                  </a:lnTo>
                  <a:lnTo>
                    <a:pt x="1091" y="928"/>
                  </a:lnTo>
                  <a:lnTo>
                    <a:pt x="1091" y="928"/>
                  </a:lnTo>
                  <a:lnTo>
                    <a:pt x="1091" y="930"/>
                  </a:lnTo>
                  <a:lnTo>
                    <a:pt x="1091" y="930"/>
                  </a:lnTo>
                  <a:lnTo>
                    <a:pt x="1091" y="933"/>
                  </a:lnTo>
                  <a:lnTo>
                    <a:pt x="1091" y="933"/>
                  </a:lnTo>
                  <a:lnTo>
                    <a:pt x="1091" y="935"/>
                  </a:lnTo>
                  <a:lnTo>
                    <a:pt x="1091" y="935"/>
                  </a:lnTo>
                  <a:lnTo>
                    <a:pt x="1091" y="935"/>
                  </a:lnTo>
                  <a:lnTo>
                    <a:pt x="1091" y="937"/>
                  </a:lnTo>
                  <a:lnTo>
                    <a:pt x="1091" y="937"/>
                  </a:lnTo>
                  <a:lnTo>
                    <a:pt x="1091" y="937"/>
                  </a:lnTo>
                  <a:lnTo>
                    <a:pt x="1091" y="940"/>
                  </a:lnTo>
                  <a:lnTo>
                    <a:pt x="1094" y="940"/>
                  </a:lnTo>
                  <a:lnTo>
                    <a:pt x="1094" y="942"/>
                  </a:lnTo>
                  <a:lnTo>
                    <a:pt x="1094" y="942"/>
                  </a:lnTo>
                  <a:lnTo>
                    <a:pt x="1094" y="944"/>
                  </a:lnTo>
                  <a:lnTo>
                    <a:pt x="1094" y="944"/>
                  </a:lnTo>
                  <a:lnTo>
                    <a:pt x="1094" y="944"/>
                  </a:lnTo>
                  <a:lnTo>
                    <a:pt x="1094" y="947"/>
                  </a:lnTo>
                  <a:lnTo>
                    <a:pt x="1094" y="947"/>
                  </a:lnTo>
                  <a:lnTo>
                    <a:pt x="1094" y="947"/>
                  </a:lnTo>
                  <a:lnTo>
                    <a:pt x="1094" y="949"/>
                  </a:lnTo>
                  <a:lnTo>
                    <a:pt x="1094" y="949"/>
                  </a:lnTo>
                  <a:lnTo>
                    <a:pt x="1094" y="949"/>
                  </a:lnTo>
                  <a:lnTo>
                    <a:pt x="1094" y="949"/>
                  </a:lnTo>
                  <a:lnTo>
                    <a:pt x="1096" y="952"/>
                  </a:lnTo>
                  <a:lnTo>
                    <a:pt x="1096" y="952"/>
                  </a:lnTo>
                  <a:lnTo>
                    <a:pt x="1096" y="954"/>
                  </a:lnTo>
                  <a:lnTo>
                    <a:pt x="1096" y="954"/>
                  </a:lnTo>
                  <a:lnTo>
                    <a:pt x="1096" y="956"/>
                  </a:lnTo>
                  <a:lnTo>
                    <a:pt x="1096" y="956"/>
                  </a:lnTo>
                  <a:lnTo>
                    <a:pt x="1096" y="956"/>
                  </a:lnTo>
                  <a:lnTo>
                    <a:pt x="1098" y="961"/>
                  </a:lnTo>
                  <a:lnTo>
                    <a:pt x="1101" y="961"/>
                  </a:lnTo>
                  <a:lnTo>
                    <a:pt x="1103" y="961"/>
                  </a:lnTo>
                  <a:lnTo>
                    <a:pt x="1103" y="961"/>
                  </a:lnTo>
                  <a:lnTo>
                    <a:pt x="1103" y="961"/>
                  </a:lnTo>
                  <a:lnTo>
                    <a:pt x="1101" y="963"/>
                  </a:lnTo>
                  <a:lnTo>
                    <a:pt x="1101" y="963"/>
                  </a:lnTo>
                  <a:lnTo>
                    <a:pt x="1101" y="963"/>
                  </a:lnTo>
                  <a:lnTo>
                    <a:pt x="1101" y="966"/>
                  </a:lnTo>
                  <a:lnTo>
                    <a:pt x="1101" y="966"/>
                  </a:lnTo>
                  <a:lnTo>
                    <a:pt x="1101" y="966"/>
                  </a:lnTo>
                  <a:lnTo>
                    <a:pt x="1101" y="966"/>
                  </a:lnTo>
                  <a:lnTo>
                    <a:pt x="1103" y="966"/>
                  </a:lnTo>
                  <a:lnTo>
                    <a:pt x="1103" y="968"/>
                  </a:lnTo>
                  <a:lnTo>
                    <a:pt x="1103" y="968"/>
                  </a:lnTo>
                  <a:lnTo>
                    <a:pt x="1103" y="968"/>
                  </a:lnTo>
                  <a:lnTo>
                    <a:pt x="1106" y="970"/>
                  </a:lnTo>
                  <a:lnTo>
                    <a:pt x="1108" y="970"/>
                  </a:lnTo>
                  <a:lnTo>
                    <a:pt x="1110" y="975"/>
                  </a:lnTo>
                  <a:lnTo>
                    <a:pt x="1117" y="975"/>
                  </a:lnTo>
                  <a:lnTo>
                    <a:pt x="1117" y="975"/>
                  </a:lnTo>
                  <a:lnTo>
                    <a:pt x="1117" y="975"/>
                  </a:lnTo>
                  <a:lnTo>
                    <a:pt x="1117" y="975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20" y="975"/>
                  </a:lnTo>
                  <a:lnTo>
                    <a:pt x="1120" y="975"/>
                  </a:lnTo>
                  <a:lnTo>
                    <a:pt x="1120" y="975"/>
                  </a:lnTo>
                  <a:lnTo>
                    <a:pt x="1120" y="973"/>
                  </a:lnTo>
                  <a:lnTo>
                    <a:pt x="1120" y="973"/>
                  </a:lnTo>
                  <a:lnTo>
                    <a:pt x="1122" y="970"/>
                  </a:lnTo>
                  <a:lnTo>
                    <a:pt x="1125" y="968"/>
                  </a:lnTo>
                  <a:lnTo>
                    <a:pt x="1125" y="966"/>
                  </a:lnTo>
                  <a:lnTo>
                    <a:pt x="1125" y="966"/>
                  </a:lnTo>
                  <a:lnTo>
                    <a:pt x="1125" y="968"/>
                  </a:lnTo>
                  <a:lnTo>
                    <a:pt x="1125" y="970"/>
                  </a:lnTo>
                  <a:lnTo>
                    <a:pt x="1125" y="970"/>
                  </a:lnTo>
                  <a:lnTo>
                    <a:pt x="1125" y="970"/>
                  </a:lnTo>
                  <a:lnTo>
                    <a:pt x="1125" y="973"/>
                  </a:lnTo>
                  <a:lnTo>
                    <a:pt x="1125" y="973"/>
                  </a:lnTo>
                  <a:lnTo>
                    <a:pt x="1125" y="973"/>
                  </a:lnTo>
                  <a:lnTo>
                    <a:pt x="1125" y="975"/>
                  </a:lnTo>
                  <a:lnTo>
                    <a:pt x="1125" y="975"/>
                  </a:lnTo>
                  <a:lnTo>
                    <a:pt x="1125" y="975"/>
                  </a:lnTo>
                  <a:lnTo>
                    <a:pt x="1125" y="975"/>
                  </a:lnTo>
                  <a:lnTo>
                    <a:pt x="1134" y="973"/>
                  </a:lnTo>
                  <a:lnTo>
                    <a:pt x="1136" y="970"/>
                  </a:lnTo>
                  <a:lnTo>
                    <a:pt x="1136" y="970"/>
                  </a:lnTo>
                  <a:lnTo>
                    <a:pt x="1134" y="975"/>
                  </a:lnTo>
                  <a:lnTo>
                    <a:pt x="1134" y="975"/>
                  </a:lnTo>
                  <a:lnTo>
                    <a:pt x="1127" y="975"/>
                  </a:lnTo>
                  <a:lnTo>
                    <a:pt x="1127" y="975"/>
                  </a:lnTo>
                  <a:lnTo>
                    <a:pt x="1125" y="980"/>
                  </a:lnTo>
                  <a:lnTo>
                    <a:pt x="1125" y="980"/>
                  </a:lnTo>
                  <a:lnTo>
                    <a:pt x="1125" y="980"/>
                  </a:lnTo>
                  <a:lnTo>
                    <a:pt x="1125" y="982"/>
                  </a:lnTo>
                  <a:lnTo>
                    <a:pt x="1125" y="982"/>
                  </a:lnTo>
                  <a:lnTo>
                    <a:pt x="1125" y="982"/>
                  </a:lnTo>
                  <a:lnTo>
                    <a:pt x="1129" y="985"/>
                  </a:lnTo>
                  <a:lnTo>
                    <a:pt x="1129" y="985"/>
                  </a:lnTo>
                  <a:lnTo>
                    <a:pt x="1132" y="985"/>
                  </a:lnTo>
                  <a:lnTo>
                    <a:pt x="1132" y="985"/>
                  </a:lnTo>
                  <a:lnTo>
                    <a:pt x="1132" y="985"/>
                  </a:lnTo>
                  <a:lnTo>
                    <a:pt x="1134" y="985"/>
                  </a:lnTo>
                  <a:lnTo>
                    <a:pt x="1132" y="987"/>
                  </a:lnTo>
                  <a:lnTo>
                    <a:pt x="1132" y="987"/>
                  </a:lnTo>
                  <a:lnTo>
                    <a:pt x="1132" y="987"/>
                  </a:lnTo>
                  <a:lnTo>
                    <a:pt x="1136" y="992"/>
                  </a:lnTo>
                  <a:lnTo>
                    <a:pt x="1136" y="992"/>
                  </a:lnTo>
                  <a:lnTo>
                    <a:pt x="1141" y="992"/>
                  </a:lnTo>
                  <a:lnTo>
                    <a:pt x="1143" y="992"/>
                  </a:lnTo>
                  <a:lnTo>
                    <a:pt x="1143" y="994"/>
                  </a:lnTo>
                  <a:lnTo>
                    <a:pt x="1143" y="994"/>
                  </a:lnTo>
                  <a:lnTo>
                    <a:pt x="1143" y="994"/>
                  </a:lnTo>
                  <a:lnTo>
                    <a:pt x="1143" y="994"/>
                  </a:lnTo>
                  <a:lnTo>
                    <a:pt x="1146" y="997"/>
                  </a:lnTo>
                  <a:lnTo>
                    <a:pt x="1146" y="997"/>
                  </a:lnTo>
                  <a:lnTo>
                    <a:pt x="1146" y="999"/>
                  </a:lnTo>
                  <a:lnTo>
                    <a:pt x="1148" y="999"/>
                  </a:lnTo>
                  <a:lnTo>
                    <a:pt x="1151" y="1001"/>
                  </a:lnTo>
                  <a:lnTo>
                    <a:pt x="1153" y="1001"/>
                  </a:lnTo>
                  <a:lnTo>
                    <a:pt x="1151" y="1001"/>
                  </a:lnTo>
                  <a:lnTo>
                    <a:pt x="1153" y="1001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6"/>
                  </a:lnTo>
                  <a:lnTo>
                    <a:pt x="1153" y="1008"/>
                  </a:lnTo>
                  <a:lnTo>
                    <a:pt x="1153" y="1008"/>
                  </a:lnTo>
                  <a:lnTo>
                    <a:pt x="1151" y="1006"/>
                  </a:lnTo>
                  <a:lnTo>
                    <a:pt x="1151" y="1006"/>
                  </a:lnTo>
                  <a:lnTo>
                    <a:pt x="1151" y="1004"/>
                  </a:lnTo>
                  <a:lnTo>
                    <a:pt x="1151" y="1001"/>
                  </a:lnTo>
                  <a:lnTo>
                    <a:pt x="1148" y="1001"/>
                  </a:lnTo>
                  <a:lnTo>
                    <a:pt x="1148" y="1001"/>
                  </a:lnTo>
                  <a:lnTo>
                    <a:pt x="1148" y="999"/>
                  </a:lnTo>
                  <a:lnTo>
                    <a:pt x="1146" y="999"/>
                  </a:lnTo>
                  <a:lnTo>
                    <a:pt x="1146" y="999"/>
                  </a:lnTo>
                  <a:lnTo>
                    <a:pt x="1146" y="999"/>
                  </a:lnTo>
                  <a:lnTo>
                    <a:pt x="1143" y="999"/>
                  </a:lnTo>
                  <a:lnTo>
                    <a:pt x="1143" y="999"/>
                  </a:lnTo>
                  <a:lnTo>
                    <a:pt x="1143" y="999"/>
                  </a:lnTo>
                  <a:lnTo>
                    <a:pt x="1143" y="997"/>
                  </a:lnTo>
                  <a:lnTo>
                    <a:pt x="1141" y="997"/>
                  </a:lnTo>
                  <a:lnTo>
                    <a:pt x="1141" y="997"/>
                  </a:lnTo>
                  <a:lnTo>
                    <a:pt x="1141" y="994"/>
                  </a:lnTo>
                  <a:lnTo>
                    <a:pt x="1139" y="994"/>
                  </a:lnTo>
                  <a:lnTo>
                    <a:pt x="1139" y="994"/>
                  </a:lnTo>
                  <a:lnTo>
                    <a:pt x="1139" y="994"/>
                  </a:lnTo>
                  <a:lnTo>
                    <a:pt x="1136" y="994"/>
                  </a:lnTo>
                  <a:lnTo>
                    <a:pt x="1134" y="994"/>
                  </a:lnTo>
                  <a:lnTo>
                    <a:pt x="1129" y="989"/>
                  </a:lnTo>
                  <a:lnTo>
                    <a:pt x="1129" y="989"/>
                  </a:lnTo>
                  <a:lnTo>
                    <a:pt x="1129" y="989"/>
                  </a:lnTo>
                  <a:lnTo>
                    <a:pt x="1129" y="987"/>
                  </a:lnTo>
                  <a:lnTo>
                    <a:pt x="1127" y="987"/>
                  </a:lnTo>
                  <a:lnTo>
                    <a:pt x="1127" y="987"/>
                  </a:lnTo>
                  <a:lnTo>
                    <a:pt x="1127" y="987"/>
                  </a:lnTo>
                  <a:lnTo>
                    <a:pt x="1125" y="987"/>
                  </a:lnTo>
                  <a:lnTo>
                    <a:pt x="1125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2" y="989"/>
                  </a:lnTo>
                  <a:lnTo>
                    <a:pt x="1122" y="989"/>
                  </a:lnTo>
                  <a:lnTo>
                    <a:pt x="1120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0" y="987"/>
                  </a:lnTo>
                  <a:lnTo>
                    <a:pt x="1120" y="987"/>
                  </a:lnTo>
                  <a:lnTo>
                    <a:pt x="1120" y="987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20" y="987"/>
                  </a:lnTo>
                  <a:lnTo>
                    <a:pt x="1117" y="989"/>
                  </a:lnTo>
                  <a:lnTo>
                    <a:pt x="1117" y="989"/>
                  </a:lnTo>
                  <a:lnTo>
                    <a:pt x="1117" y="989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15" y="987"/>
                  </a:lnTo>
                  <a:lnTo>
                    <a:pt x="1115" y="987"/>
                  </a:lnTo>
                  <a:lnTo>
                    <a:pt x="1115" y="987"/>
                  </a:lnTo>
                  <a:lnTo>
                    <a:pt x="1113" y="987"/>
                  </a:lnTo>
                  <a:lnTo>
                    <a:pt x="1110" y="987"/>
                  </a:lnTo>
                  <a:lnTo>
                    <a:pt x="1110" y="987"/>
                  </a:lnTo>
                  <a:lnTo>
                    <a:pt x="1110" y="989"/>
                  </a:lnTo>
                  <a:lnTo>
                    <a:pt x="1110" y="989"/>
                  </a:lnTo>
                  <a:lnTo>
                    <a:pt x="1110" y="989"/>
                  </a:lnTo>
                  <a:lnTo>
                    <a:pt x="1113" y="989"/>
                  </a:lnTo>
                  <a:lnTo>
                    <a:pt x="1113" y="992"/>
                  </a:lnTo>
                  <a:lnTo>
                    <a:pt x="1113" y="992"/>
                  </a:lnTo>
                  <a:lnTo>
                    <a:pt x="1110" y="989"/>
                  </a:lnTo>
                  <a:lnTo>
                    <a:pt x="1108" y="989"/>
                  </a:lnTo>
                  <a:lnTo>
                    <a:pt x="1110" y="992"/>
                  </a:lnTo>
                  <a:lnTo>
                    <a:pt x="1110" y="992"/>
                  </a:lnTo>
                  <a:lnTo>
                    <a:pt x="1110" y="994"/>
                  </a:lnTo>
                  <a:lnTo>
                    <a:pt x="1110" y="997"/>
                  </a:lnTo>
                  <a:lnTo>
                    <a:pt x="1113" y="997"/>
                  </a:lnTo>
                  <a:lnTo>
                    <a:pt x="1113" y="997"/>
                  </a:lnTo>
                  <a:lnTo>
                    <a:pt x="1115" y="997"/>
                  </a:lnTo>
                  <a:lnTo>
                    <a:pt x="1115" y="999"/>
                  </a:lnTo>
                  <a:lnTo>
                    <a:pt x="1115" y="999"/>
                  </a:lnTo>
                  <a:lnTo>
                    <a:pt x="1115" y="999"/>
                  </a:lnTo>
                  <a:lnTo>
                    <a:pt x="1113" y="999"/>
                  </a:lnTo>
                  <a:lnTo>
                    <a:pt x="1110" y="999"/>
                  </a:lnTo>
                  <a:lnTo>
                    <a:pt x="1110" y="1001"/>
                  </a:lnTo>
                  <a:lnTo>
                    <a:pt x="1113" y="1001"/>
                  </a:lnTo>
                  <a:lnTo>
                    <a:pt x="1113" y="1004"/>
                  </a:lnTo>
                  <a:lnTo>
                    <a:pt x="1113" y="1004"/>
                  </a:lnTo>
                  <a:lnTo>
                    <a:pt x="1113" y="1004"/>
                  </a:lnTo>
                  <a:lnTo>
                    <a:pt x="1113" y="1006"/>
                  </a:lnTo>
                  <a:lnTo>
                    <a:pt x="1113" y="1006"/>
                  </a:lnTo>
                  <a:lnTo>
                    <a:pt x="1110" y="1006"/>
                  </a:lnTo>
                  <a:lnTo>
                    <a:pt x="1110" y="1006"/>
                  </a:lnTo>
                  <a:lnTo>
                    <a:pt x="1110" y="1006"/>
                  </a:lnTo>
                  <a:lnTo>
                    <a:pt x="1108" y="1008"/>
                  </a:lnTo>
                  <a:lnTo>
                    <a:pt x="1106" y="1008"/>
                  </a:lnTo>
                  <a:lnTo>
                    <a:pt x="1108" y="1011"/>
                  </a:lnTo>
                  <a:lnTo>
                    <a:pt x="1108" y="1011"/>
                  </a:lnTo>
                  <a:lnTo>
                    <a:pt x="1108" y="1011"/>
                  </a:lnTo>
                  <a:lnTo>
                    <a:pt x="1103" y="1011"/>
                  </a:lnTo>
                  <a:lnTo>
                    <a:pt x="1103" y="1011"/>
                  </a:lnTo>
                  <a:lnTo>
                    <a:pt x="1103" y="1011"/>
                  </a:lnTo>
                  <a:lnTo>
                    <a:pt x="1103" y="1011"/>
                  </a:lnTo>
                  <a:lnTo>
                    <a:pt x="1101" y="1011"/>
                  </a:lnTo>
                  <a:lnTo>
                    <a:pt x="1101" y="1011"/>
                  </a:lnTo>
                  <a:lnTo>
                    <a:pt x="1101" y="1011"/>
                  </a:lnTo>
                  <a:lnTo>
                    <a:pt x="1101" y="1011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3" y="1013"/>
                  </a:lnTo>
                  <a:lnTo>
                    <a:pt x="1103" y="1015"/>
                  </a:lnTo>
                  <a:lnTo>
                    <a:pt x="1103" y="1015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098" y="1013"/>
                  </a:lnTo>
                  <a:lnTo>
                    <a:pt x="1098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5"/>
                  </a:lnTo>
                  <a:lnTo>
                    <a:pt x="1110" y="1015"/>
                  </a:lnTo>
                  <a:lnTo>
                    <a:pt x="1113" y="1018"/>
                  </a:lnTo>
                  <a:lnTo>
                    <a:pt x="1115" y="1018"/>
                  </a:lnTo>
                  <a:lnTo>
                    <a:pt x="1115" y="1020"/>
                  </a:lnTo>
                  <a:lnTo>
                    <a:pt x="1115" y="1020"/>
                  </a:lnTo>
                  <a:lnTo>
                    <a:pt x="1117" y="1020"/>
                  </a:lnTo>
                  <a:lnTo>
                    <a:pt x="1117" y="1023"/>
                  </a:lnTo>
                  <a:lnTo>
                    <a:pt x="1120" y="1025"/>
                  </a:lnTo>
                  <a:lnTo>
                    <a:pt x="1120" y="1025"/>
                  </a:lnTo>
                  <a:lnTo>
                    <a:pt x="1120" y="1027"/>
                  </a:lnTo>
                  <a:lnTo>
                    <a:pt x="1122" y="1027"/>
                  </a:lnTo>
                  <a:lnTo>
                    <a:pt x="1120" y="1027"/>
                  </a:lnTo>
                  <a:lnTo>
                    <a:pt x="1117" y="1030"/>
                  </a:lnTo>
                  <a:lnTo>
                    <a:pt x="1117" y="1030"/>
                  </a:lnTo>
                  <a:lnTo>
                    <a:pt x="1120" y="1030"/>
                  </a:lnTo>
                  <a:lnTo>
                    <a:pt x="1120" y="1030"/>
                  </a:lnTo>
                  <a:lnTo>
                    <a:pt x="1120" y="1030"/>
                  </a:lnTo>
                  <a:lnTo>
                    <a:pt x="1122" y="1032"/>
                  </a:lnTo>
                  <a:lnTo>
                    <a:pt x="1127" y="1037"/>
                  </a:lnTo>
                  <a:lnTo>
                    <a:pt x="1129" y="1037"/>
                  </a:lnTo>
                  <a:lnTo>
                    <a:pt x="1141" y="1039"/>
                  </a:lnTo>
                  <a:lnTo>
                    <a:pt x="1141" y="1039"/>
                  </a:lnTo>
                  <a:lnTo>
                    <a:pt x="1141" y="1037"/>
                  </a:lnTo>
                  <a:lnTo>
                    <a:pt x="1141" y="1037"/>
                  </a:lnTo>
                  <a:lnTo>
                    <a:pt x="1141" y="1037"/>
                  </a:lnTo>
                  <a:lnTo>
                    <a:pt x="1141" y="1037"/>
                  </a:lnTo>
                  <a:lnTo>
                    <a:pt x="1141" y="1034"/>
                  </a:lnTo>
                  <a:lnTo>
                    <a:pt x="1141" y="1034"/>
                  </a:lnTo>
                  <a:lnTo>
                    <a:pt x="1143" y="1034"/>
                  </a:lnTo>
                  <a:lnTo>
                    <a:pt x="1146" y="1034"/>
                  </a:lnTo>
                  <a:lnTo>
                    <a:pt x="1146" y="1034"/>
                  </a:lnTo>
                  <a:lnTo>
                    <a:pt x="1148" y="1034"/>
                  </a:lnTo>
                  <a:lnTo>
                    <a:pt x="1148" y="1034"/>
                  </a:lnTo>
                  <a:lnTo>
                    <a:pt x="1148" y="1037"/>
                  </a:lnTo>
                  <a:lnTo>
                    <a:pt x="1148" y="1039"/>
                  </a:lnTo>
                  <a:lnTo>
                    <a:pt x="1148" y="1042"/>
                  </a:lnTo>
                  <a:lnTo>
                    <a:pt x="1151" y="1042"/>
                  </a:lnTo>
                  <a:lnTo>
                    <a:pt x="1151" y="1042"/>
                  </a:lnTo>
                  <a:lnTo>
                    <a:pt x="1151" y="1044"/>
                  </a:lnTo>
                  <a:lnTo>
                    <a:pt x="1153" y="1044"/>
                  </a:lnTo>
                  <a:lnTo>
                    <a:pt x="1153" y="1049"/>
                  </a:lnTo>
                  <a:lnTo>
                    <a:pt x="1155" y="1051"/>
                  </a:lnTo>
                  <a:lnTo>
                    <a:pt x="1155" y="1051"/>
                  </a:lnTo>
                  <a:lnTo>
                    <a:pt x="1153" y="1053"/>
                  </a:lnTo>
                  <a:lnTo>
                    <a:pt x="1151" y="1056"/>
                  </a:lnTo>
                  <a:lnTo>
                    <a:pt x="1148" y="1056"/>
                  </a:lnTo>
                  <a:lnTo>
                    <a:pt x="1148" y="1058"/>
                  </a:lnTo>
                  <a:lnTo>
                    <a:pt x="1151" y="1060"/>
                  </a:lnTo>
                  <a:lnTo>
                    <a:pt x="1151" y="1060"/>
                  </a:lnTo>
                  <a:lnTo>
                    <a:pt x="1151" y="1065"/>
                  </a:lnTo>
                  <a:lnTo>
                    <a:pt x="1151" y="1068"/>
                  </a:lnTo>
                  <a:lnTo>
                    <a:pt x="1153" y="1070"/>
                  </a:lnTo>
                  <a:lnTo>
                    <a:pt x="1155" y="1072"/>
                  </a:lnTo>
                  <a:lnTo>
                    <a:pt x="1155" y="1072"/>
                  </a:lnTo>
                  <a:lnTo>
                    <a:pt x="1153" y="1075"/>
                  </a:lnTo>
                  <a:lnTo>
                    <a:pt x="1153" y="1075"/>
                  </a:lnTo>
                  <a:lnTo>
                    <a:pt x="1153" y="1077"/>
                  </a:lnTo>
                  <a:lnTo>
                    <a:pt x="1153" y="1077"/>
                  </a:lnTo>
                  <a:lnTo>
                    <a:pt x="1153" y="1079"/>
                  </a:lnTo>
                  <a:lnTo>
                    <a:pt x="1153" y="1082"/>
                  </a:lnTo>
                  <a:lnTo>
                    <a:pt x="1153" y="1084"/>
                  </a:lnTo>
                  <a:lnTo>
                    <a:pt x="1155" y="1084"/>
                  </a:lnTo>
                  <a:lnTo>
                    <a:pt x="1155" y="1086"/>
                  </a:lnTo>
                  <a:lnTo>
                    <a:pt x="1155" y="1086"/>
                  </a:lnTo>
                  <a:lnTo>
                    <a:pt x="1158" y="1089"/>
                  </a:lnTo>
                  <a:lnTo>
                    <a:pt x="1158" y="1091"/>
                  </a:lnTo>
                  <a:lnTo>
                    <a:pt x="1158" y="1091"/>
                  </a:lnTo>
                  <a:lnTo>
                    <a:pt x="1158" y="1091"/>
                  </a:lnTo>
                  <a:lnTo>
                    <a:pt x="1158" y="1091"/>
                  </a:lnTo>
                  <a:lnTo>
                    <a:pt x="1160" y="1094"/>
                  </a:lnTo>
                  <a:lnTo>
                    <a:pt x="1160" y="1096"/>
                  </a:lnTo>
                  <a:lnTo>
                    <a:pt x="1158" y="1096"/>
                  </a:lnTo>
                  <a:lnTo>
                    <a:pt x="1158" y="1096"/>
                  </a:lnTo>
                  <a:lnTo>
                    <a:pt x="1158" y="1096"/>
                  </a:lnTo>
                  <a:lnTo>
                    <a:pt x="1158" y="1098"/>
                  </a:lnTo>
                  <a:lnTo>
                    <a:pt x="1158" y="1098"/>
                  </a:lnTo>
                  <a:lnTo>
                    <a:pt x="1155" y="1098"/>
                  </a:lnTo>
                  <a:lnTo>
                    <a:pt x="1155" y="1101"/>
                  </a:lnTo>
                  <a:lnTo>
                    <a:pt x="1153" y="1101"/>
                  </a:lnTo>
                  <a:lnTo>
                    <a:pt x="1153" y="1098"/>
                  </a:lnTo>
                  <a:lnTo>
                    <a:pt x="1153" y="1098"/>
                  </a:lnTo>
                  <a:lnTo>
                    <a:pt x="1153" y="1096"/>
                  </a:lnTo>
                  <a:lnTo>
                    <a:pt x="1153" y="1096"/>
                  </a:lnTo>
                  <a:lnTo>
                    <a:pt x="1153" y="1096"/>
                  </a:lnTo>
                  <a:lnTo>
                    <a:pt x="1153" y="1094"/>
                  </a:lnTo>
                  <a:lnTo>
                    <a:pt x="1153" y="1091"/>
                  </a:lnTo>
                  <a:lnTo>
                    <a:pt x="1151" y="1091"/>
                  </a:lnTo>
                  <a:lnTo>
                    <a:pt x="1151" y="1091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6"/>
                  </a:lnTo>
                  <a:lnTo>
                    <a:pt x="1146" y="1086"/>
                  </a:lnTo>
                  <a:lnTo>
                    <a:pt x="1146" y="1086"/>
                  </a:lnTo>
                  <a:lnTo>
                    <a:pt x="1148" y="1084"/>
                  </a:lnTo>
                  <a:lnTo>
                    <a:pt x="1151" y="1084"/>
                  </a:lnTo>
                  <a:lnTo>
                    <a:pt x="1153" y="1086"/>
                  </a:lnTo>
                  <a:lnTo>
                    <a:pt x="1153" y="1086"/>
                  </a:lnTo>
                  <a:lnTo>
                    <a:pt x="1153" y="1086"/>
                  </a:lnTo>
                  <a:lnTo>
                    <a:pt x="1153" y="1084"/>
                  </a:lnTo>
                  <a:lnTo>
                    <a:pt x="1153" y="1082"/>
                  </a:lnTo>
                  <a:lnTo>
                    <a:pt x="1153" y="1082"/>
                  </a:lnTo>
                  <a:lnTo>
                    <a:pt x="1153" y="1079"/>
                  </a:lnTo>
                  <a:lnTo>
                    <a:pt x="1153" y="1079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48" y="1077"/>
                  </a:lnTo>
                  <a:lnTo>
                    <a:pt x="1148" y="1077"/>
                  </a:lnTo>
                  <a:lnTo>
                    <a:pt x="1146" y="1077"/>
                  </a:lnTo>
                  <a:lnTo>
                    <a:pt x="1146" y="1077"/>
                  </a:lnTo>
                  <a:lnTo>
                    <a:pt x="1146" y="1077"/>
                  </a:lnTo>
                  <a:lnTo>
                    <a:pt x="1146" y="1079"/>
                  </a:lnTo>
                  <a:lnTo>
                    <a:pt x="1148" y="1079"/>
                  </a:lnTo>
                  <a:lnTo>
                    <a:pt x="1148" y="1079"/>
                  </a:lnTo>
                  <a:lnTo>
                    <a:pt x="1143" y="1079"/>
                  </a:lnTo>
                  <a:lnTo>
                    <a:pt x="1143" y="1079"/>
                  </a:lnTo>
                  <a:lnTo>
                    <a:pt x="1143" y="1079"/>
                  </a:lnTo>
                  <a:lnTo>
                    <a:pt x="1146" y="1082"/>
                  </a:lnTo>
                  <a:lnTo>
                    <a:pt x="1143" y="1082"/>
                  </a:lnTo>
                  <a:lnTo>
                    <a:pt x="1143" y="1082"/>
                  </a:lnTo>
                  <a:lnTo>
                    <a:pt x="1143" y="1082"/>
                  </a:lnTo>
                  <a:lnTo>
                    <a:pt x="1143" y="1082"/>
                  </a:lnTo>
                  <a:lnTo>
                    <a:pt x="1141" y="1082"/>
                  </a:lnTo>
                  <a:lnTo>
                    <a:pt x="1141" y="1082"/>
                  </a:lnTo>
                  <a:lnTo>
                    <a:pt x="1141" y="1082"/>
                  </a:lnTo>
                  <a:lnTo>
                    <a:pt x="1141" y="1082"/>
                  </a:lnTo>
                  <a:lnTo>
                    <a:pt x="1134" y="1082"/>
                  </a:lnTo>
                  <a:lnTo>
                    <a:pt x="1132" y="1082"/>
                  </a:lnTo>
                  <a:lnTo>
                    <a:pt x="1132" y="1084"/>
                  </a:lnTo>
                  <a:lnTo>
                    <a:pt x="1132" y="1084"/>
                  </a:lnTo>
                  <a:lnTo>
                    <a:pt x="1125" y="1086"/>
                  </a:lnTo>
                  <a:lnTo>
                    <a:pt x="1125" y="1086"/>
                  </a:lnTo>
                  <a:lnTo>
                    <a:pt x="1122" y="1089"/>
                  </a:lnTo>
                  <a:lnTo>
                    <a:pt x="1117" y="1096"/>
                  </a:lnTo>
                  <a:lnTo>
                    <a:pt x="1115" y="1096"/>
                  </a:lnTo>
                  <a:lnTo>
                    <a:pt x="1115" y="1098"/>
                  </a:lnTo>
                  <a:lnTo>
                    <a:pt x="1115" y="1098"/>
                  </a:lnTo>
                  <a:lnTo>
                    <a:pt x="1115" y="1101"/>
                  </a:lnTo>
                  <a:lnTo>
                    <a:pt x="1113" y="1101"/>
                  </a:lnTo>
                  <a:lnTo>
                    <a:pt x="1103" y="1105"/>
                  </a:lnTo>
                  <a:lnTo>
                    <a:pt x="1098" y="1105"/>
                  </a:lnTo>
                  <a:lnTo>
                    <a:pt x="1098" y="1105"/>
                  </a:lnTo>
                  <a:lnTo>
                    <a:pt x="1098" y="1103"/>
                  </a:lnTo>
                  <a:lnTo>
                    <a:pt x="1106" y="1098"/>
                  </a:lnTo>
                  <a:lnTo>
                    <a:pt x="1108" y="1098"/>
                  </a:lnTo>
                  <a:lnTo>
                    <a:pt x="1108" y="1098"/>
                  </a:lnTo>
                  <a:lnTo>
                    <a:pt x="1108" y="1098"/>
                  </a:lnTo>
                  <a:lnTo>
                    <a:pt x="1108" y="1098"/>
                  </a:lnTo>
                  <a:lnTo>
                    <a:pt x="1110" y="1098"/>
                  </a:lnTo>
                  <a:lnTo>
                    <a:pt x="1110" y="1096"/>
                  </a:lnTo>
                  <a:lnTo>
                    <a:pt x="1113" y="1096"/>
                  </a:lnTo>
                  <a:lnTo>
                    <a:pt x="1115" y="1094"/>
                  </a:lnTo>
                  <a:lnTo>
                    <a:pt x="1115" y="1094"/>
                  </a:lnTo>
                  <a:lnTo>
                    <a:pt x="1113" y="1094"/>
                  </a:lnTo>
                  <a:lnTo>
                    <a:pt x="1113" y="1091"/>
                  </a:lnTo>
                  <a:lnTo>
                    <a:pt x="1115" y="1091"/>
                  </a:lnTo>
                  <a:lnTo>
                    <a:pt x="1117" y="1086"/>
                  </a:lnTo>
                  <a:lnTo>
                    <a:pt x="1120" y="1086"/>
                  </a:lnTo>
                  <a:lnTo>
                    <a:pt x="1120" y="1084"/>
                  </a:lnTo>
                  <a:lnTo>
                    <a:pt x="1120" y="1084"/>
                  </a:lnTo>
                  <a:lnTo>
                    <a:pt x="1120" y="1084"/>
                  </a:lnTo>
                  <a:lnTo>
                    <a:pt x="1122" y="1084"/>
                  </a:lnTo>
                  <a:lnTo>
                    <a:pt x="1122" y="1082"/>
                  </a:lnTo>
                  <a:lnTo>
                    <a:pt x="1125" y="1082"/>
                  </a:lnTo>
                  <a:lnTo>
                    <a:pt x="1125" y="1079"/>
                  </a:lnTo>
                  <a:lnTo>
                    <a:pt x="1127" y="1079"/>
                  </a:lnTo>
                  <a:lnTo>
                    <a:pt x="1132" y="1082"/>
                  </a:lnTo>
                  <a:lnTo>
                    <a:pt x="1132" y="1082"/>
                  </a:lnTo>
                  <a:lnTo>
                    <a:pt x="1132" y="1082"/>
                  </a:lnTo>
                  <a:lnTo>
                    <a:pt x="1132" y="1079"/>
                  </a:lnTo>
                  <a:lnTo>
                    <a:pt x="1134" y="1079"/>
                  </a:lnTo>
                  <a:lnTo>
                    <a:pt x="1134" y="1077"/>
                  </a:lnTo>
                  <a:lnTo>
                    <a:pt x="1134" y="1079"/>
                  </a:lnTo>
                  <a:lnTo>
                    <a:pt x="1134" y="1079"/>
                  </a:lnTo>
                  <a:lnTo>
                    <a:pt x="1134" y="1079"/>
                  </a:lnTo>
                  <a:lnTo>
                    <a:pt x="1136" y="1077"/>
                  </a:lnTo>
                  <a:lnTo>
                    <a:pt x="1134" y="1077"/>
                  </a:lnTo>
                  <a:lnTo>
                    <a:pt x="1134" y="1077"/>
                  </a:lnTo>
                  <a:lnTo>
                    <a:pt x="1134" y="1077"/>
                  </a:lnTo>
                  <a:lnTo>
                    <a:pt x="1132" y="1077"/>
                  </a:lnTo>
                  <a:lnTo>
                    <a:pt x="1132" y="1075"/>
                  </a:lnTo>
                  <a:lnTo>
                    <a:pt x="1134" y="1075"/>
                  </a:lnTo>
                  <a:lnTo>
                    <a:pt x="1136" y="1075"/>
                  </a:lnTo>
                  <a:lnTo>
                    <a:pt x="1139" y="1075"/>
                  </a:lnTo>
                  <a:lnTo>
                    <a:pt x="1139" y="1072"/>
                  </a:lnTo>
                  <a:lnTo>
                    <a:pt x="1141" y="1072"/>
                  </a:lnTo>
                  <a:lnTo>
                    <a:pt x="1141" y="1070"/>
                  </a:lnTo>
                  <a:lnTo>
                    <a:pt x="1139" y="1072"/>
                  </a:lnTo>
                  <a:lnTo>
                    <a:pt x="1139" y="1072"/>
                  </a:lnTo>
                  <a:lnTo>
                    <a:pt x="1136" y="1070"/>
                  </a:lnTo>
                  <a:lnTo>
                    <a:pt x="1139" y="1070"/>
                  </a:lnTo>
                  <a:lnTo>
                    <a:pt x="1148" y="1070"/>
                  </a:lnTo>
                  <a:lnTo>
                    <a:pt x="1151" y="1068"/>
                  </a:lnTo>
                  <a:lnTo>
                    <a:pt x="1148" y="1065"/>
                  </a:lnTo>
                  <a:lnTo>
                    <a:pt x="1148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0"/>
                  </a:lnTo>
                  <a:lnTo>
                    <a:pt x="1146" y="1060"/>
                  </a:lnTo>
                  <a:lnTo>
                    <a:pt x="1146" y="1060"/>
                  </a:lnTo>
                  <a:lnTo>
                    <a:pt x="1143" y="1058"/>
                  </a:lnTo>
                  <a:lnTo>
                    <a:pt x="1143" y="1058"/>
                  </a:lnTo>
                  <a:lnTo>
                    <a:pt x="1143" y="1056"/>
                  </a:lnTo>
                  <a:lnTo>
                    <a:pt x="1143" y="1056"/>
                  </a:lnTo>
                  <a:lnTo>
                    <a:pt x="1141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4" y="1056"/>
                  </a:lnTo>
                  <a:lnTo>
                    <a:pt x="1134" y="1056"/>
                  </a:lnTo>
                  <a:lnTo>
                    <a:pt x="1134" y="1056"/>
                  </a:lnTo>
                  <a:lnTo>
                    <a:pt x="1132" y="1056"/>
                  </a:lnTo>
                  <a:lnTo>
                    <a:pt x="1132" y="1056"/>
                  </a:lnTo>
                  <a:lnTo>
                    <a:pt x="1132" y="1053"/>
                  </a:lnTo>
                  <a:lnTo>
                    <a:pt x="1132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7" y="1051"/>
                  </a:lnTo>
                  <a:lnTo>
                    <a:pt x="1127" y="1051"/>
                  </a:lnTo>
                  <a:lnTo>
                    <a:pt x="1127" y="1053"/>
                  </a:lnTo>
                  <a:lnTo>
                    <a:pt x="1125" y="1053"/>
                  </a:lnTo>
                  <a:lnTo>
                    <a:pt x="1125" y="1051"/>
                  </a:lnTo>
                  <a:lnTo>
                    <a:pt x="1125" y="1051"/>
                  </a:lnTo>
                  <a:lnTo>
                    <a:pt x="1125" y="1051"/>
                  </a:lnTo>
                  <a:lnTo>
                    <a:pt x="1122" y="1049"/>
                  </a:lnTo>
                  <a:lnTo>
                    <a:pt x="1120" y="1046"/>
                  </a:lnTo>
                  <a:lnTo>
                    <a:pt x="1117" y="1046"/>
                  </a:lnTo>
                  <a:lnTo>
                    <a:pt x="1117" y="1044"/>
                  </a:lnTo>
                  <a:lnTo>
                    <a:pt x="1117" y="1044"/>
                  </a:lnTo>
                  <a:lnTo>
                    <a:pt x="1117" y="1044"/>
                  </a:lnTo>
                  <a:lnTo>
                    <a:pt x="1115" y="1042"/>
                  </a:lnTo>
                  <a:lnTo>
                    <a:pt x="1115" y="1042"/>
                  </a:lnTo>
                  <a:lnTo>
                    <a:pt x="1115" y="1042"/>
                  </a:lnTo>
                  <a:lnTo>
                    <a:pt x="1113" y="1042"/>
                  </a:lnTo>
                  <a:lnTo>
                    <a:pt x="1113" y="1042"/>
                  </a:lnTo>
                  <a:lnTo>
                    <a:pt x="1110" y="1037"/>
                  </a:lnTo>
                  <a:lnTo>
                    <a:pt x="1108" y="1037"/>
                  </a:lnTo>
                  <a:lnTo>
                    <a:pt x="1108" y="1037"/>
                  </a:lnTo>
                  <a:lnTo>
                    <a:pt x="1106" y="1034"/>
                  </a:lnTo>
                  <a:lnTo>
                    <a:pt x="1106" y="1034"/>
                  </a:lnTo>
                  <a:lnTo>
                    <a:pt x="1106" y="1032"/>
                  </a:lnTo>
                  <a:lnTo>
                    <a:pt x="1103" y="1032"/>
                  </a:lnTo>
                  <a:lnTo>
                    <a:pt x="1103" y="1032"/>
                  </a:lnTo>
                  <a:lnTo>
                    <a:pt x="1101" y="1032"/>
                  </a:lnTo>
                  <a:lnTo>
                    <a:pt x="1098" y="1027"/>
                  </a:lnTo>
                  <a:lnTo>
                    <a:pt x="1096" y="1025"/>
                  </a:lnTo>
                  <a:lnTo>
                    <a:pt x="1096" y="1023"/>
                  </a:lnTo>
                  <a:lnTo>
                    <a:pt x="1094" y="1020"/>
                  </a:lnTo>
                  <a:lnTo>
                    <a:pt x="1094" y="1020"/>
                  </a:lnTo>
                  <a:lnTo>
                    <a:pt x="1094" y="1018"/>
                  </a:lnTo>
                  <a:lnTo>
                    <a:pt x="1091" y="1018"/>
                  </a:lnTo>
                  <a:lnTo>
                    <a:pt x="1091" y="1015"/>
                  </a:lnTo>
                  <a:lnTo>
                    <a:pt x="1091" y="1015"/>
                  </a:lnTo>
                  <a:lnTo>
                    <a:pt x="1091" y="1015"/>
                  </a:lnTo>
                  <a:lnTo>
                    <a:pt x="1089" y="1015"/>
                  </a:lnTo>
                  <a:lnTo>
                    <a:pt x="1089" y="1013"/>
                  </a:lnTo>
                  <a:lnTo>
                    <a:pt x="1089" y="1013"/>
                  </a:lnTo>
                  <a:lnTo>
                    <a:pt x="1089" y="1011"/>
                  </a:lnTo>
                  <a:lnTo>
                    <a:pt x="1087" y="1008"/>
                  </a:lnTo>
                  <a:lnTo>
                    <a:pt x="1087" y="1006"/>
                  </a:lnTo>
                  <a:lnTo>
                    <a:pt x="1087" y="1006"/>
                  </a:lnTo>
                  <a:lnTo>
                    <a:pt x="1087" y="1006"/>
                  </a:lnTo>
                  <a:lnTo>
                    <a:pt x="1087" y="1001"/>
                  </a:lnTo>
                  <a:lnTo>
                    <a:pt x="1084" y="1001"/>
                  </a:lnTo>
                  <a:lnTo>
                    <a:pt x="1084" y="999"/>
                  </a:lnTo>
                  <a:lnTo>
                    <a:pt x="1084" y="999"/>
                  </a:lnTo>
                  <a:lnTo>
                    <a:pt x="1084" y="994"/>
                  </a:lnTo>
                  <a:lnTo>
                    <a:pt x="1084" y="992"/>
                  </a:lnTo>
                  <a:lnTo>
                    <a:pt x="1084" y="992"/>
                  </a:lnTo>
                  <a:lnTo>
                    <a:pt x="1084" y="992"/>
                  </a:lnTo>
                  <a:lnTo>
                    <a:pt x="1084" y="989"/>
                  </a:lnTo>
                  <a:lnTo>
                    <a:pt x="1084" y="987"/>
                  </a:lnTo>
                  <a:lnTo>
                    <a:pt x="1084" y="985"/>
                  </a:lnTo>
                  <a:lnTo>
                    <a:pt x="1084" y="985"/>
                  </a:lnTo>
                  <a:lnTo>
                    <a:pt x="1087" y="982"/>
                  </a:lnTo>
                  <a:lnTo>
                    <a:pt x="1087" y="980"/>
                  </a:lnTo>
                  <a:lnTo>
                    <a:pt x="1087" y="978"/>
                  </a:lnTo>
                  <a:lnTo>
                    <a:pt x="1084" y="975"/>
                  </a:lnTo>
                  <a:lnTo>
                    <a:pt x="1082" y="973"/>
                  </a:lnTo>
                  <a:lnTo>
                    <a:pt x="1070" y="961"/>
                  </a:lnTo>
                  <a:lnTo>
                    <a:pt x="1068" y="959"/>
                  </a:lnTo>
                  <a:lnTo>
                    <a:pt x="1068" y="959"/>
                  </a:lnTo>
                  <a:lnTo>
                    <a:pt x="1065" y="956"/>
                  </a:lnTo>
                  <a:lnTo>
                    <a:pt x="1065" y="954"/>
                  </a:lnTo>
                  <a:lnTo>
                    <a:pt x="1065" y="954"/>
                  </a:lnTo>
                  <a:lnTo>
                    <a:pt x="1065" y="952"/>
                  </a:lnTo>
                  <a:lnTo>
                    <a:pt x="1065" y="952"/>
                  </a:lnTo>
                  <a:lnTo>
                    <a:pt x="1065" y="947"/>
                  </a:lnTo>
                  <a:lnTo>
                    <a:pt x="1065" y="947"/>
                  </a:lnTo>
                  <a:lnTo>
                    <a:pt x="1065" y="944"/>
                  </a:lnTo>
                  <a:lnTo>
                    <a:pt x="1065" y="940"/>
                  </a:lnTo>
                  <a:lnTo>
                    <a:pt x="1068" y="933"/>
                  </a:lnTo>
                  <a:lnTo>
                    <a:pt x="1070" y="930"/>
                  </a:lnTo>
                  <a:lnTo>
                    <a:pt x="1070" y="928"/>
                  </a:lnTo>
                  <a:lnTo>
                    <a:pt x="1070" y="926"/>
                  </a:lnTo>
                  <a:lnTo>
                    <a:pt x="1070" y="923"/>
                  </a:lnTo>
                  <a:lnTo>
                    <a:pt x="1070" y="923"/>
                  </a:lnTo>
                  <a:lnTo>
                    <a:pt x="1070" y="923"/>
                  </a:lnTo>
                  <a:lnTo>
                    <a:pt x="1070" y="921"/>
                  </a:lnTo>
                  <a:lnTo>
                    <a:pt x="1070" y="921"/>
                  </a:lnTo>
                  <a:lnTo>
                    <a:pt x="1070" y="921"/>
                  </a:lnTo>
                  <a:lnTo>
                    <a:pt x="1070" y="918"/>
                  </a:lnTo>
                  <a:lnTo>
                    <a:pt x="1072" y="918"/>
                  </a:lnTo>
                  <a:lnTo>
                    <a:pt x="1072" y="916"/>
                  </a:lnTo>
                  <a:lnTo>
                    <a:pt x="1072" y="909"/>
                  </a:lnTo>
                  <a:lnTo>
                    <a:pt x="1072" y="902"/>
                  </a:lnTo>
                  <a:lnTo>
                    <a:pt x="1077" y="888"/>
                  </a:lnTo>
                  <a:lnTo>
                    <a:pt x="1080" y="885"/>
                  </a:lnTo>
                  <a:lnTo>
                    <a:pt x="1080" y="881"/>
                  </a:lnTo>
                  <a:lnTo>
                    <a:pt x="1082" y="881"/>
                  </a:lnTo>
                  <a:lnTo>
                    <a:pt x="1082" y="881"/>
                  </a:lnTo>
                  <a:lnTo>
                    <a:pt x="1094" y="864"/>
                  </a:lnTo>
                  <a:lnTo>
                    <a:pt x="1094" y="862"/>
                  </a:lnTo>
                  <a:lnTo>
                    <a:pt x="1094" y="862"/>
                  </a:lnTo>
                  <a:lnTo>
                    <a:pt x="1094" y="862"/>
                  </a:lnTo>
                  <a:lnTo>
                    <a:pt x="1094" y="857"/>
                  </a:lnTo>
                  <a:lnTo>
                    <a:pt x="1094" y="857"/>
                  </a:lnTo>
                  <a:lnTo>
                    <a:pt x="1094" y="857"/>
                  </a:lnTo>
                  <a:lnTo>
                    <a:pt x="1087" y="852"/>
                  </a:lnTo>
                  <a:lnTo>
                    <a:pt x="1084" y="852"/>
                  </a:lnTo>
                  <a:lnTo>
                    <a:pt x="1082" y="852"/>
                  </a:lnTo>
                  <a:lnTo>
                    <a:pt x="1082" y="855"/>
                  </a:lnTo>
                  <a:lnTo>
                    <a:pt x="1070" y="855"/>
                  </a:lnTo>
                  <a:lnTo>
                    <a:pt x="1063" y="855"/>
                  </a:lnTo>
                  <a:lnTo>
                    <a:pt x="1054" y="857"/>
                  </a:lnTo>
                  <a:lnTo>
                    <a:pt x="1049" y="857"/>
                  </a:lnTo>
                  <a:lnTo>
                    <a:pt x="1044" y="859"/>
                  </a:lnTo>
                  <a:lnTo>
                    <a:pt x="1042" y="862"/>
                  </a:lnTo>
                  <a:lnTo>
                    <a:pt x="1035" y="864"/>
                  </a:lnTo>
                  <a:lnTo>
                    <a:pt x="1032" y="869"/>
                  </a:lnTo>
                  <a:lnTo>
                    <a:pt x="1027" y="869"/>
                  </a:lnTo>
                  <a:lnTo>
                    <a:pt x="1025" y="871"/>
                  </a:lnTo>
                  <a:lnTo>
                    <a:pt x="1020" y="873"/>
                  </a:lnTo>
                  <a:lnTo>
                    <a:pt x="1018" y="878"/>
                  </a:lnTo>
                  <a:lnTo>
                    <a:pt x="1016" y="881"/>
                  </a:lnTo>
                  <a:lnTo>
                    <a:pt x="1006" y="895"/>
                  </a:lnTo>
                  <a:lnTo>
                    <a:pt x="1006" y="895"/>
                  </a:lnTo>
                  <a:lnTo>
                    <a:pt x="1006" y="897"/>
                  </a:lnTo>
                  <a:lnTo>
                    <a:pt x="1006" y="897"/>
                  </a:lnTo>
                  <a:lnTo>
                    <a:pt x="1006" y="897"/>
                  </a:lnTo>
                  <a:lnTo>
                    <a:pt x="1006" y="899"/>
                  </a:lnTo>
                  <a:lnTo>
                    <a:pt x="1006" y="899"/>
                  </a:lnTo>
                  <a:lnTo>
                    <a:pt x="1006" y="899"/>
                  </a:lnTo>
                  <a:lnTo>
                    <a:pt x="1004" y="899"/>
                  </a:lnTo>
                  <a:lnTo>
                    <a:pt x="1001" y="904"/>
                  </a:lnTo>
                  <a:lnTo>
                    <a:pt x="1001" y="907"/>
                  </a:lnTo>
                  <a:lnTo>
                    <a:pt x="1001" y="909"/>
                  </a:lnTo>
                  <a:lnTo>
                    <a:pt x="999" y="909"/>
                  </a:lnTo>
                  <a:lnTo>
                    <a:pt x="999" y="911"/>
                  </a:lnTo>
                  <a:lnTo>
                    <a:pt x="999" y="911"/>
                  </a:lnTo>
                  <a:lnTo>
                    <a:pt x="999" y="914"/>
                  </a:lnTo>
                  <a:lnTo>
                    <a:pt x="1004" y="914"/>
                  </a:lnTo>
                  <a:lnTo>
                    <a:pt x="1006" y="916"/>
                  </a:lnTo>
                  <a:lnTo>
                    <a:pt x="1006" y="916"/>
                  </a:lnTo>
                  <a:lnTo>
                    <a:pt x="1001" y="916"/>
                  </a:lnTo>
                  <a:lnTo>
                    <a:pt x="1001" y="916"/>
                  </a:lnTo>
                  <a:lnTo>
                    <a:pt x="999" y="916"/>
                  </a:lnTo>
                  <a:lnTo>
                    <a:pt x="999" y="914"/>
                  </a:lnTo>
                  <a:lnTo>
                    <a:pt x="999" y="914"/>
                  </a:lnTo>
                  <a:lnTo>
                    <a:pt x="997" y="916"/>
                  </a:lnTo>
                  <a:lnTo>
                    <a:pt x="997" y="916"/>
                  </a:lnTo>
                  <a:lnTo>
                    <a:pt x="994" y="921"/>
                  </a:lnTo>
                  <a:lnTo>
                    <a:pt x="997" y="921"/>
                  </a:lnTo>
                  <a:lnTo>
                    <a:pt x="997" y="921"/>
                  </a:lnTo>
                  <a:lnTo>
                    <a:pt x="997" y="923"/>
                  </a:lnTo>
                  <a:lnTo>
                    <a:pt x="999" y="921"/>
                  </a:lnTo>
                  <a:lnTo>
                    <a:pt x="999" y="923"/>
                  </a:lnTo>
                  <a:lnTo>
                    <a:pt x="999" y="923"/>
                  </a:lnTo>
                  <a:lnTo>
                    <a:pt x="997" y="923"/>
                  </a:lnTo>
                  <a:lnTo>
                    <a:pt x="994" y="923"/>
                  </a:lnTo>
                  <a:lnTo>
                    <a:pt x="994" y="923"/>
                  </a:lnTo>
                  <a:lnTo>
                    <a:pt x="994" y="926"/>
                  </a:lnTo>
                  <a:lnTo>
                    <a:pt x="994" y="926"/>
                  </a:lnTo>
                  <a:lnTo>
                    <a:pt x="994" y="926"/>
                  </a:lnTo>
                  <a:lnTo>
                    <a:pt x="994" y="928"/>
                  </a:lnTo>
                  <a:lnTo>
                    <a:pt x="992" y="928"/>
                  </a:lnTo>
                  <a:lnTo>
                    <a:pt x="992" y="928"/>
                  </a:lnTo>
                  <a:lnTo>
                    <a:pt x="994" y="930"/>
                  </a:lnTo>
                  <a:lnTo>
                    <a:pt x="994" y="930"/>
                  </a:lnTo>
                  <a:lnTo>
                    <a:pt x="992" y="930"/>
                  </a:lnTo>
                  <a:lnTo>
                    <a:pt x="992" y="930"/>
                  </a:lnTo>
                  <a:lnTo>
                    <a:pt x="992" y="933"/>
                  </a:lnTo>
                  <a:lnTo>
                    <a:pt x="992" y="933"/>
                  </a:lnTo>
                  <a:lnTo>
                    <a:pt x="992" y="935"/>
                  </a:lnTo>
                  <a:lnTo>
                    <a:pt x="992" y="935"/>
                  </a:lnTo>
                  <a:lnTo>
                    <a:pt x="992" y="937"/>
                  </a:lnTo>
                  <a:lnTo>
                    <a:pt x="992" y="937"/>
                  </a:lnTo>
                  <a:lnTo>
                    <a:pt x="992" y="937"/>
                  </a:lnTo>
                  <a:lnTo>
                    <a:pt x="992" y="940"/>
                  </a:lnTo>
                  <a:lnTo>
                    <a:pt x="992" y="940"/>
                  </a:lnTo>
                  <a:lnTo>
                    <a:pt x="994" y="940"/>
                  </a:lnTo>
                  <a:lnTo>
                    <a:pt x="994" y="940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0"/>
                  </a:lnTo>
                  <a:lnTo>
                    <a:pt x="994" y="940"/>
                  </a:lnTo>
                  <a:lnTo>
                    <a:pt x="992" y="940"/>
                  </a:lnTo>
                  <a:lnTo>
                    <a:pt x="992" y="942"/>
                  </a:lnTo>
                  <a:lnTo>
                    <a:pt x="992" y="942"/>
                  </a:lnTo>
                  <a:lnTo>
                    <a:pt x="992" y="942"/>
                  </a:lnTo>
                  <a:lnTo>
                    <a:pt x="992" y="944"/>
                  </a:lnTo>
                  <a:lnTo>
                    <a:pt x="992" y="944"/>
                  </a:lnTo>
                  <a:lnTo>
                    <a:pt x="992" y="947"/>
                  </a:lnTo>
                  <a:lnTo>
                    <a:pt x="992" y="947"/>
                  </a:lnTo>
                  <a:lnTo>
                    <a:pt x="992" y="947"/>
                  </a:lnTo>
                  <a:lnTo>
                    <a:pt x="994" y="949"/>
                  </a:lnTo>
                  <a:lnTo>
                    <a:pt x="994" y="949"/>
                  </a:lnTo>
                  <a:lnTo>
                    <a:pt x="994" y="952"/>
                  </a:lnTo>
                  <a:lnTo>
                    <a:pt x="992" y="952"/>
                  </a:lnTo>
                  <a:lnTo>
                    <a:pt x="994" y="954"/>
                  </a:lnTo>
                  <a:lnTo>
                    <a:pt x="994" y="954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9"/>
                  </a:lnTo>
                  <a:lnTo>
                    <a:pt x="992" y="959"/>
                  </a:lnTo>
                  <a:lnTo>
                    <a:pt x="992" y="959"/>
                  </a:lnTo>
                  <a:lnTo>
                    <a:pt x="994" y="959"/>
                  </a:lnTo>
                  <a:lnTo>
                    <a:pt x="994" y="959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3"/>
                  </a:lnTo>
                  <a:lnTo>
                    <a:pt x="997" y="963"/>
                  </a:lnTo>
                  <a:lnTo>
                    <a:pt x="997" y="963"/>
                  </a:lnTo>
                  <a:lnTo>
                    <a:pt x="997" y="963"/>
                  </a:lnTo>
                  <a:lnTo>
                    <a:pt x="994" y="963"/>
                  </a:lnTo>
                  <a:lnTo>
                    <a:pt x="994" y="963"/>
                  </a:lnTo>
                  <a:lnTo>
                    <a:pt x="994" y="963"/>
                  </a:lnTo>
                  <a:lnTo>
                    <a:pt x="992" y="963"/>
                  </a:lnTo>
                  <a:lnTo>
                    <a:pt x="992" y="963"/>
                  </a:lnTo>
                  <a:lnTo>
                    <a:pt x="990" y="961"/>
                  </a:lnTo>
                  <a:lnTo>
                    <a:pt x="990" y="961"/>
                  </a:lnTo>
                  <a:lnTo>
                    <a:pt x="987" y="961"/>
                  </a:lnTo>
                  <a:lnTo>
                    <a:pt x="987" y="963"/>
                  </a:lnTo>
                  <a:lnTo>
                    <a:pt x="990" y="963"/>
                  </a:lnTo>
                  <a:lnTo>
                    <a:pt x="990" y="966"/>
                  </a:lnTo>
                  <a:lnTo>
                    <a:pt x="990" y="966"/>
                  </a:lnTo>
                  <a:lnTo>
                    <a:pt x="990" y="968"/>
                  </a:lnTo>
                  <a:lnTo>
                    <a:pt x="990" y="968"/>
                  </a:lnTo>
                  <a:lnTo>
                    <a:pt x="990" y="970"/>
                  </a:lnTo>
                  <a:lnTo>
                    <a:pt x="992" y="970"/>
                  </a:lnTo>
                  <a:lnTo>
                    <a:pt x="992" y="973"/>
                  </a:lnTo>
                  <a:lnTo>
                    <a:pt x="992" y="973"/>
                  </a:lnTo>
                  <a:lnTo>
                    <a:pt x="992" y="973"/>
                  </a:lnTo>
                  <a:lnTo>
                    <a:pt x="990" y="973"/>
                  </a:lnTo>
                  <a:lnTo>
                    <a:pt x="992" y="975"/>
                  </a:lnTo>
                  <a:lnTo>
                    <a:pt x="992" y="975"/>
                  </a:lnTo>
                  <a:lnTo>
                    <a:pt x="992" y="978"/>
                  </a:lnTo>
                  <a:lnTo>
                    <a:pt x="990" y="978"/>
                  </a:lnTo>
                  <a:lnTo>
                    <a:pt x="990" y="978"/>
                  </a:lnTo>
                  <a:lnTo>
                    <a:pt x="987" y="975"/>
                  </a:lnTo>
                  <a:lnTo>
                    <a:pt x="987" y="975"/>
                  </a:lnTo>
                  <a:lnTo>
                    <a:pt x="987" y="978"/>
                  </a:lnTo>
                  <a:lnTo>
                    <a:pt x="987" y="978"/>
                  </a:lnTo>
                  <a:lnTo>
                    <a:pt x="987" y="978"/>
                  </a:lnTo>
                  <a:lnTo>
                    <a:pt x="985" y="982"/>
                  </a:lnTo>
                  <a:lnTo>
                    <a:pt x="985" y="982"/>
                  </a:lnTo>
                  <a:lnTo>
                    <a:pt x="987" y="985"/>
                  </a:lnTo>
                  <a:lnTo>
                    <a:pt x="987" y="985"/>
                  </a:lnTo>
                  <a:lnTo>
                    <a:pt x="987" y="985"/>
                  </a:lnTo>
                  <a:lnTo>
                    <a:pt x="987" y="987"/>
                  </a:lnTo>
                  <a:lnTo>
                    <a:pt x="987" y="987"/>
                  </a:lnTo>
                  <a:lnTo>
                    <a:pt x="987" y="989"/>
                  </a:lnTo>
                  <a:lnTo>
                    <a:pt x="987" y="989"/>
                  </a:lnTo>
                  <a:lnTo>
                    <a:pt x="987" y="992"/>
                  </a:lnTo>
                  <a:lnTo>
                    <a:pt x="987" y="992"/>
                  </a:lnTo>
                  <a:lnTo>
                    <a:pt x="985" y="992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7" y="994"/>
                  </a:lnTo>
                  <a:lnTo>
                    <a:pt x="987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7"/>
                  </a:lnTo>
                  <a:lnTo>
                    <a:pt x="987" y="997"/>
                  </a:lnTo>
                  <a:lnTo>
                    <a:pt x="987" y="997"/>
                  </a:lnTo>
                  <a:lnTo>
                    <a:pt x="987" y="997"/>
                  </a:lnTo>
                  <a:lnTo>
                    <a:pt x="987" y="997"/>
                  </a:lnTo>
                  <a:lnTo>
                    <a:pt x="987" y="999"/>
                  </a:lnTo>
                  <a:lnTo>
                    <a:pt x="985" y="999"/>
                  </a:lnTo>
                  <a:lnTo>
                    <a:pt x="985" y="999"/>
                  </a:lnTo>
                  <a:lnTo>
                    <a:pt x="985" y="1001"/>
                  </a:lnTo>
                  <a:lnTo>
                    <a:pt x="985" y="1004"/>
                  </a:lnTo>
                  <a:lnTo>
                    <a:pt x="985" y="1006"/>
                  </a:lnTo>
                  <a:lnTo>
                    <a:pt x="985" y="1006"/>
                  </a:lnTo>
                  <a:lnTo>
                    <a:pt x="987" y="1008"/>
                  </a:lnTo>
                  <a:lnTo>
                    <a:pt x="987" y="1008"/>
                  </a:lnTo>
                  <a:lnTo>
                    <a:pt x="985" y="1011"/>
                  </a:lnTo>
                  <a:lnTo>
                    <a:pt x="987" y="1011"/>
                  </a:lnTo>
                  <a:lnTo>
                    <a:pt x="987" y="1013"/>
                  </a:lnTo>
                  <a:lnTo>
                    <a:pt x="987" y="1013"/>
                  </a:lnTo>
                  <a:lnTo>
                    <a:pt x="987" y="1013"/>
                  </a:lnTo>
                  <a:lnTo>
                    <a:pt x="987" y="1015"/>
                  </a:lnTo>
                  <a:lnTo>
                    <a:pt x="987" y="1015"/>
                  </a:lnTo>
                  <a:lnTo>
                    <a:pt x="990" y="1015"/>
                  </a:lnTo>
                  <a:lnTo>
                    <a:pt x="992" y="1018"/>
                  </a:lnTo>
                  <a:lnTo>
                    <a:pt x="992" y="1018"/>
                  </a:lnTo>
                  <a:lnTo>
                    <a:pt x="994" y="1015"/>
                  </a:lnTo>
                  <a:lnTo>
                    <a:pt x="994" y="1015"/>
                  </a:lnTo>
                  <a:lnTo>
                    <a:pt x="997" y="1015"/>
                  </a:lnTo>
                  <a:lnTo>
                    <a:pt x="997" y="1015"/>
                  </a:lnTo>
                  <a:lnTo>
                    <a:pt x="997" y="1015"/>
                  </a:lnTo>
                  <a:lnTo>
                    <a:pt x="997" y="1018"/>
                  </a:lnTo>
                  <a:lnTo>
                    <a:pt x="997" y="1018"/>
                  </a:lnTo>
                  <a:lnTo>
                    <a:pt x="997" y="1020"/>
                  </a:lnTo>
                  <a:lnTo>
                    <a:pt x="997" y="1020"/>
                  </a:lnTo>
                  <a:lnTo>
                    <a:pt x="994" y="1020"/>
                  </a:lnTo>
                  <a:lnTo>
                    <a:pt x="994" y="1020"/>
                  </a:lnTo>
                  <a:lnTo>
                    <a:pt x="994" y="1020"/>
                  </a:lnTo>
                  <a:lnTo>
                    <a:pt x="994" y="1020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30"/>
                  </a:lnTo>
                  <a:lnTo>
                    <a:pt x="987" y="1030"/>
                  </a:lnTo>
                  <a:lnTo>
                    <a:pt x="987" y="1030"/>
                  </a:lnTo>
                  <a:lnTo>
                    <a:pt x="987" y="1032"/>
                  </a:lnTo>
                  <a:lnTo>
                    <a:pt x="987" y="1032"/>
                  </a:lnTo>
                  <a:lnTo>
                    <a:pt x="990" y="1032"/>
                  </a:lnTo>
                  <a:lnTo>
                    <a:pt x="987" y="1034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5" y="1039"/>
                  </a:lnTo>
                  <a:lnTo>
                    <a:pt x="987" y="1039"/>
                  </a:lnTo>
                  <a:lnTo>
                    <a:pt x="990" y="1042"/>
                  </a:lnTo>
                  <a:lnTo>
                    <a:pt x="990" y="1042"/>
                  </a:lnTo>
                  <a:lnTo>
                    <a:pt x="990" y="1042"/>
                  </a:lnTo>
                  <a:lnTo>
                    <a:pt x="990" y="1044"/>
                  </a:lnTo>
                  <a:lnTo>
                    <a:pt x="990" y="1044"/>
                  </a:lnTo>
                  <a:lnTo>
                    <a:pt x="992" y="1044"/>
                  </a:lnTo>
                  <a:lnTo>
                    <a:pt x="992" y="1044"/>
                  </a:lnTo>
                  <a:lnTo>
                    <a:pt x="992" y="1046"/>
                  </a:lnTo>
                  <a:lnTo>
                    <a:pt x="992" y="1046"/>
                  </a:lnTo>
                  <a:lnTo>
                    <a:pt x="992" y="1046"/>
                  </a:lnTo>
                  <a:lnTo>
                    <a:pt x="992" y="1049"/>
                  </a:lnTo>
                  <a:lnTo>
                    <a:pt x="992" y="1049"/>
                  </a:lnTo>
                  <a:lnTo>
                    <a:pt x="994" y="1049"/>
                  </a:lnTo>
                  <a:lnTo>
                    <a:pt x="994" y="1049"/>
                  </a:lnTo>
                  <a:lnTo>
                    <a:pt x="994" y="1049"/>
                  </a:lnTo>
                  <a:lnTo>
                    <a:pt x="994" y="1049"/>
                  </a:lnTo>
                  <a:lnTo>
                    <a:pt x="997" y="1051"/>
                  </a:lnTo>
                  <a:lnTo>
                    <a:pt x="997" y="1051"/>
                  </a:lnTo>
                  <a:lnTo>
                    <a:pt x="997" y="1051"/>
                  </a:lnTo>
                  <a:lnTo>
                    <a:pt x="997" y="1053"/>
                  </a:lnTo>
                  <a:lnTo>
                    <a:pt x="997" y="1053"/>
                  </a:lnTo>
                  <a:lnTo>
                    <a:pt x="997" y="1053"/>
                  </a:lnTo>
                  <a:lnTo>
                    <a:pt x="997" y="1053"/>
                  </a:lnTo>
                  <a:lnTo>
                    <a:pt x="997" y="1056"/>
                  </a:lnTo>
                  <a:lnTo>
                    <a:pt x="997" y="1056"/>
                  </a:lnTo>
                  <a:lnTo>
                    <a:pt x="997" y="1058"/>
                  </a:lnTo>
                  <a:lnTo>
                    <a:pt x="997" y="1058"/>
                  </a:lnTo>
                  <a:lnTo>
                    <a:pt x="997" y="1060"/>
                  </a:lnTo>
                  <a:lnTo>
                    <a:pt x="994" y="1063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2" y="1068"/>
                  </a:lnTo>
                  <a:lnTo>
                    <a:pt x="992" y="1068"/>
                  </a:lnTo>
                  <a:lnTo>
                    <a:pt x="994" y="1068"/>
                  </a:lnTo>
                  <a:lnTo>
                    <a:pt x="994" y="1070"/>
                  </a:lnTo>
                  <a:lnTo>
                    <a:pt x="994" y="1070"/>
                  </a:lnTo>
                  <a:lnTo>
                    <a:pt x="997" y="1072"/>
                  </a:lnTo>
                  <a:lnTo>
                    <a:pt x="997" y="1075"/>
                  </a:lnTo>
                  <a:lnTo>
                    <a:pt x="997" y="1075"/>
                  </a:lnTo>
                  <a:lnTo>
                    <a:pt x="994" y="1075"/>
                  </a:lnTo>
                  <a:lnTo>
                    <a:pt x="997" y="1075"/>
                  </a:lnTo>
                  <a:lnTo>
                    <a:pt x="997" y="1077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82"/>
                  </a:lnTo>
                  <a:lnTo>
                    <a:pt x="999" y="1082"/>
                  </a:lnTo>
                  <a:lnTo>
                    <a:pt x="999" y="1084"/>
                  </a:lnTo>
                  <a:lnTo>
                    <a:pt x="999" y="1084"/>
                  </a:lnTo>
                  <a:lnTo>
                    <a:pt x="999" y="1084"/>
                  </a:lnTo>
                  <a:lnTo>
                    <a:pt x="999" y="1084"/>
                  </a:lnTo>
                  <a:lnTo>
                    <a:pt x="999" y="1086"/>
                  </a:lnTo>
                  <a:lnTo>
                    <a:pt x="1001" y="1086"/>
                  </a:lnTo>
                  <a:lnTo>
                    <a:pt x="1001" y="1089"/>
                  </a:lnTo>
                  <a:lnTo>
                    <a:pt x="1001" y="1089"/>
                  </a:lnTo>
                  <a:lnTo>
                    <a:pt x="1004" y="1089"/>
                  </a:lnTo>
                  <a:lnTo>
                    <a:pt x="1039" y="1094"/>
                  </a:lnTo>
                  <a:lnTo>
                    <a:pt x="1044" y="1091"/>
                  </a:lnTo>
                  <a:lnTo>
                    <a:pt x="1054" y="1091"/>
                  </a:lnTo>
                  <a:lnTo>
                    <a:pt x="1056" y="1094"/>
                  </a:lnTo>
                  <a:lnTo>
                    <a:pt x="1056" y="1094"/>
                  </a:lnTo>
                  <a:lnTo>
                    <a:pt x="1056" y="1091"/>
                  </a:lnTo>
                  <a:lnTo>
                    <a:pt x="1058" y="1089"/>
                  </a:lnTo>
                  <a:lnTo>
                    <a:pt x="1061" y="1086"/>
                  </a:lnTo>
                  <a:lnTo>
                    <a:pt x="1061" y="1086"/>
                  </a:lnTo>
                  <a:lnTo>
                    <a:pt x="1063" y="1086"/>
                  </a:lnTo>
                  <a:lnTo>
                    <a:pt x="1063" y="1086"/>
                  </a:lnTo>
                  <a:lnTo>
                    <a:pt x="1063" y="1089"/>
                  </a:lnTo>
                  <a:lnTo>
                    <a:pt x="1063" y="1089"/>
                  </a:lnTo>
                  <a:lnTo>
                    <a:pt x="1063" y="1089"/>
                  </a:lnTo>
                  <a:lnTo>
                    <a:pt x="1063" y="1091"/>
                  </a:lnTo>
                  <a:lnTo>
                    <a:pt x="1063" y="1091"/>
                  </a:lnTo>
                  <a:lnTo>
                    <a:pt x="1063" y="1094"/>
                  </a:lnTo>
                  <a:lnTo>
                    <a:pt x="1063" y="1094"/>
                  </a:lnTo>
                  <a:lnTo>
                    <a:pt x="1068" y="1096"/>
                  </a:lnTo>
                  <a:lnTo>
                    <a:pt x="1070" y="1098"/>
                  </a:lnTo>
                  <a:lnTo>
                    <a:pt x="1070" y="1098"/>
                  </a:lnTo>
                  <a:lnTo>
                    <a:pt x="1070" y="1098"/>
                  </a:lnTo>
                  <a:lnTo>
                    <a:pt x="1075" y="1101"/>
                  </a:lnTo>
                  <a:lnTo>
                    <a:pt x="1075" y="1101"/>
                  </a:lnTo>
                  <a:lnTo>
                    <a:pt x="1075" y="1101"/>
                  </a:lnTo>
                  <a:lnTo>
                    <a:pt x="1077" y="1101"/>
                  </a:lnTo>
                  <a:lnTo>
                    <a:pt x="1080" y="1101"/>
                  </a:lnTo>
                  <a:lnTo>
                    <a:pt x="1080" y="1103"/>
                  </a:lnTo>
                  <a:lnTo>
                    <a:pt x="1080" y="1103"/>
                  </a:lnTo>
                  <a:lnTo>
                    <a:pt x="1080" y="1103"/>
                  </a:lnTo>
                  <a:lnTo>
                    <a:pt x="1080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91" y="1105"/>
                  </a:lnTo>
                  <a:lnTo>
                    <a:pt x="1091" y="1105"/>
                  </a:lnTo>
                  <a:lnTo>
                    <a:pt x="1091" y="1105"/>
                  </a:lnTo>
                  <a:lnTo>
                    <a:pt x="1091" y="1105"/>
                  </a:lnTo>
                  <a:lnTo>
                    <a:pt x="1084" y="1105"/>
                  </a:lnTo>
                  <a:lnTo>
                    <a:pt x="1084" y="1105"/>
                  </a:lnTo>
                  <a:lnTo>
                    <a:pt x="1082" y="1105"/>
                  </a:lnTo>
                  <a:lnTo>
                    <a:pt x="1082" y="1108"/>
                  </a:lnTo>
                  <a:lnTo>
                    <a:pt x="1082" y="1110"/>
                  </a:lnTo>
                  <a:lnTo>
                    <a:pt x="1082" y="1113"/>
                  </a:lnTo>
                  <a:lnTo>
                    <a:pt x="1082" y="1113"/>
                  </a:lnTo>
                  <a:lnTo>
                    <a:pt x="1082" y="1113"/>
                  </a:lnTo>
                  <a:lnTo>
                    <a:pt x="1077" y="1113"/>
                  </a:lnTo>
                  <a:lnTo>
                    <a:pt x="1075" y="1113"/>
                  </a:lnTo>
                  <a:lnTo>
                    <a:pt x="1075" y="1113"/>
                  </a:lnTo>
                  <a:lnTo>
                    <a:pt x="1072" y="1113"/>
                  </a:lnTo>
                  <a:lnTo>
                    <a:pt x="1072" y="1113"/>
                  </a:lnTo>
                  <a:lnTo>
                    <a:pt x="1072" y="1113"/>
                  </a:lnTo>
                  <a:lnTo>
                    <a:pt x="1070" y="1113"/>
                  </a:lnTo>
                  <a:lnTo>
                    <a:pt x="1070" y="1113"/>
                  </a:lnTo>
                  <a:lnTo>
                    <a:pt x="1068" y="1115"/>
                  </a:lnTo>
                  <a:lnTo>
                    <a:pt x="1054" y="1115"/>
                  </a:lnTo>
                  <a:lnTo>
                    <a:pt x="1054" y="1115"/>
                  </a:lnTo>
                  <a:lnTo>
                    <a:pt x="1054" y="1115"/>
                  </a:lnTo>
                  <a:lnTo>
                    <a:pt x="1051" y="1113"/>
                  </a:lnTo>
                  <a:lnTo>
                    <a:pt x="1051" y="1113"/>
                  </a:lnTo>
                  <a:lnTo>
                    <a:pt x="1051" y="1110"/>
                  </a:lnTo>
                  <a:lnTo>
                    <a:pt x="1049" y="1110"/>
                  </a:lnTo>
                  <a:lnTo>
                    <a:pt x="1049" y="1110"/>
                  </a:lnTo>
                  <a:lnTo>
                    <a:pt x="1044" y="1110"/>
                  </a:lnTo>
                  <a:lnTo>
                    <a:pt x="1044" y="1108"/>
                  </a:lnTo>
                  <a:lnTo>
                    <a:pt x="1042" y="1108"/>
                  </a:lnTo>
                  <a:lnTo>
                    <a:pt x="1039" y="1110"/>
                  </a:lnTo>
                  <a:lnTo>
                    <a:pt x="1037" y="1110"/>
                  </a:lnTo>
                  <a:lnTo>
                    <a:pt x="1037" y="1110"/>
                  </a:lnTo>
                  <a:lnTo>
                    <a:pt x="1037" y="1110"/>
                  </a:lnTo>
                  <a:lnTo>
                    <a:pt x="1035" y="1110"/>
                  </a:lnTo>
                  <a:lnTo>
                    <a:pt x="1035" y="1110"/>
                  </a:lnTo>
                  <a:lnTo>
                    <a:pt x="1027" y="1113"/>
                  </a:lnTo>
                  <a:lnTo>
                    <a:pt x="1027" y="1113"/>
                  </a:lnTo>
                  <a:lnTo>
                    <a:pt x="1027" y="1113"/>
                  </a:lnTo>
                  <a:lnTo>
                    <a:pt x="1025" y="1113"/>
                  </a:lnTo>
                  <a:lnTo>
                    <a:pt x="1025" y="1110"/>
                  </a:lnTo>
                  <a:lnTo>
                    <a:pt x="1025" y="1110"/>
                  </a:lnTo>
                  <a:lnTo>
                    <a:pt x="1025" y="1110"/>
                  </a:lnTo>
                  <a:lnTo>
                    <a:pt x="1025" y="1110"/>
                  </a:lnTo>
                  <a:lnTo>
                    <a:pt x="1016" y="1110"/>
                  </a:lnTo>
                  <a:lnTo>
                    <a:pt x="1016" y="1110"/>
                  </a:lnTo>
                  <a:lnTo>
                    <a:pt x="1016" y="1113"/>
                  </a:lnTo>
                  <a:lnTo>
                    <a:pt x="1018" y="1113"/>
                  </a:lnTo>
                  <a:lnTo>
                    <a:pt x="1018" y="1113"/>
                  </a:lnTo>
                  <a:lnTo>
                    <a:pt x="1023" y="1117"/>
                  </a:lnTo>
                  <a:lnTo>
                    <a:pt x="1027" y="1117"/>
                  </a:lnTo>
                  <a:lnTo>
                    <a:pt x="1027" y="1117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2"/>
                  </a:lnTo>
                  <a:lnTo>
                    <a:pt x="1025" y="1122"/>
                  </a:lnTo>
                  <a:lnTo>
                    <a:pt x="1023" y="1124"/>
                  </a:lnTo>
                  <a:lnTo>
                    <a:pt x="1023" y="1124"/>
                  </a:lnTo>
                  <a:lnTo>
                    <a:pt x="1020" y="1124"/>
                  </a:lnTo>
                  <a:lnTo>
                    <a:pt x="1020" y="1124"/>
                  </a:lnTo>
                  <a:lnTo>
                    <a:pt x="1023" y="1127"/>
                  </a:lnTo>
                  <a:lnTo>
                    <a:pt x="1025" y="1131"/>
                  </a:lnTo>
                  <a:lnTo>
                    <a:pt x="1025" y="1134"/>
                  </a:lnTo>
                  <a:lnTo>
                    <a:pt x="1027" y="1136"/>
                  </a:lnTo>
                  <a:lnTo>
                    <a:pt x="1032" y="1139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7" y="1143"/>
                  </a:lnTo>
                  <a:lnTo>
                    <a:pt x="1037" y="1143"/>
                  </a:lnTo>
                  <a:lnTo>
                    <a:pt x="1037" y="1143"/>
                  </a:lnTo>
                  <a:lnTo>
                    <a:pt x="1037" y="1146"/>
                  </a:lnTo>
                  <a:lnTo>
                    <a:pt x="1039" y="1146"/>
                  </a:lnTo>
                  <a:lnTo>
                    <a:pt x="1039" y="1146"/>
                  </a:lnTo>
                  <a:lnTo>
                    <a:pt x="1039" y="1148"/>
                  </a:lnTo>
                  <a:lnTo>
                    <a:pt x="1042" y="1153"/>
                  </a:lnTo>
                  <a:lnTo>
                    <a:pt x="1044" y="1155"/>
                  </a:lnTo>
                  <a:lnTo>
                    <a:pt x="1049" y="1160"/>
                  </a:lnTo>
                  <a:lnTo>
                    <a:pt x="1051" y="1160"/>
                  </a:lnTo>
                  <a:lnTo>
                    <a:pt x="1058" y="1160"/>
                  </a:lnTo>
                  <a:lnTo>
                    <a:pt x="1058" y="1160"/>
                  </a:lnTo>
                  <a:lnTo>
                    <a:pt x="1061" y="1160"/>
                  </a:lnTo>
                  <a:lnTo>
                    <a:pt x="1061" y="1160"/>
                  </a:lnTo>
                  <a:lnTo>
                    <a:pt x="1063" y="1162"/>
                  </a:lnTo>
                  <a:lnTo>
                    <a:pt x="1068" y="1165"/>
                  </a:lnTo>
                  <a:lnTo>
                    <a:pt x="1075" y="1167"/>
                  </a:lnTo>
                  <a:lnTo>
                    <a:pt x="1077" y="1167"/>
                  </a:lnTo>
                  <a:lnTo>
                    <a:pt x="1077" y="1169"/>
                  </a:lnTo>
                  <a:lnTo>
                    <a:pt x="1077" y="1172"/>
                  </a:lnTo>
                  <a:lnTo>
                    <a:pt x="1075" y="1172"/>
                  </a:lnTo>
                  <a:lnTo>
                    <a:pt x="1075" y="1172"/>
                  </a:lnTo>
                  <a:lnTo>
                    <a:pt x="1072" y="1169"/>
                  </a:lnTo>
                  <a:lnTo>
                    <a:pt x="1072" y="1169"/>
                  </a:lnTo>
                  <a:lnTo>
                    <a:pt x="1070" y="1169"/>
                  </a:lnTo>
                  <a:lnTo>
                    <a:pt x="1068" y="1169"/>
                  </a:lnTo>
                  <a:lnTo>
                    <a:pt x="1068" y="1169"/>
                  </a:lnTo>
                  <a:lnTo>
                    <a:pt x="1068" y="1167"/>
                  </a:lnTo>
                  <a:lnTo>
                    <a:pt x="1068" y="1167"/>
                  </a:lnTo>
                  <a:lnTo>
                    <a:pt x="1068" y="1167"/>
                  </a:lnTo>
                  <a:lnTo>
                    <a:pt x="1068" y="1167"/>
                  </a:lnTo>
                  <a:lnTo>
                    <a:pt x="1065" y="1169"/>
                  </a:lnTo>
                  <a:lnTo>
                    <a:pt x="1068" y="1169"/>
                  </a:lnTo>
                  <a:lnTo>
                    <a:pt x="1068" y="1172"/>
                  </a:lnTo>
                  <a:lnTo>
                    <a:pt x="1070" y="1172"/>
                  </a:lnTo>
                  <a:lnTo>
                    <a:pt x="1075" y="1172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80" y="1176"/>
                  </a:lnTo>
                  <a:lnTo>
                    <a:pt x="1082" y="1174"/>
                  </a:lnTo>
                  <a:lnTo>
                    <a:pt x="1087" y="1169"/>
                  </a:lnTo>
                  <a:lnTo>
                    <a:pt x="1087" y="1169"/>
                  </a:lnTo>
                  <a:lnTo>
                    <a:pt x="1087" y="1169"/>
                  </a:lnTo>
                  <a:lnTo>
                    <a:pt x="1082" y="1169"/>
                  </a:lnTo>
                  <a:lnTo>
                    <a:pt x="1082" y="1169"/>
                  </a:lnTo>
                  <a:lnTo>
                    <a:pt x="1082" y="1169"/>
                  </a:lnTo>
                  <a:lnTo>
                    <a:pt x="1082" y="1167"/>
                  </a:lnTo>
                  <a:lnTo>
                    <a:pt x="1082" y="1167"/>
                  </a:lnTo>
                  <a:lnTo>
                    <a:pt x="1089" y="1167"/>
                  </a:lnTo>
                  <a:lnTo>
                    <a:pt x="1091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5"/>
                  </a:lnTo>
                  <a:lnTo>
                    <a:pt x="1106" y="1165"/>
                  </a:lnTo>
                  <a:lnTo>
                    <a:pt x="1106" y="1165"/>
                  </a:lnTo>
                  <a:lnTo>
                    <a:pt x="1106" y="1162"/>
                  </a:lnTo>
                  <a:lnTo>
                    <a:pt x="1106" y="1162"/>
                  </a:lnTo>
                  <a:lnTo>
                    <a:pt x="1106" y="1162"/>
                  </a:lnTo>
                  <a:lnTo>
                    <a:pt x="1103" y="1160"/>
                  </a:lnTo>
                  <a:lnTo>
                    <a:pt x="1103" y="1160"/>
                  </a:lnTo>
                  <a:lnTo>
                    <a:pt x="1098" y="1160"/>
                  </a:lnTo>
                  <a:lnTo>
                    <a:pt x="1096" y="1160"/>
                  </a:lnTo>
                  <a:lnTo>
                    <a:pt x="1096" y="1160"/>
                  </a:lnTo>
                  <a:lnTo>
                    <a:pt x="1096" y="1160"/>
                  </a:lnTo>
                  <a:lnTo>
                    <a:pt x="1098" y="1158"/>
                  </a:lnTo>
                  <a:lnTo>
                    <a:pt x="1098" y="1158"/>
                  </a:lnTo>
                  <a:lnTo>
                    <a:pt x="1098" y="1155"/>
                  </a:lnTo>
                  <a:lnTo>
                    <a:pt x="1101" y="1150"/>
                  </a:lnTo>
                  <a:lnTo>
                    <a:pt x="1103" y="1150"/>
                  </a:lnTo>
                  <a:lnTo>
                    <a:pt x="1106" y="1150"/>
                  </a:lnTo>
                  <a:lnTo>
                    <a:pt x="1106" y="1153"/>
                  </a:lnTo>
                  <a:lnTo>
                    <a:pt x="1106" y="1153"/>
                  </a:lnTo>
                  <a:lnTo>
                    <a:pt x="1103" y="1153"/>
                  </a:lnTo>
                  <a:lnTo>
                    <a:pt x="1103" y="1155"/>
                  </a:lnTo>
                  <a:lnTo>
                    <a:pt x="1103" y="1155"/>
                  </a:lnTo>
                  <a:lnTo>
                    <a:pt x="1106" y="1155"/>
                  </a:lnTo>
                  <a:lnTo>
                    <a:pt x="1108" y="1155"/>
                  </a:lnTo>
                  <a:lnTo>
                    <a:pt x="1106" y="1155"/>
                  </a:lnTo>
                  <a:lnTo>
                    <a:pt x="1108" y="1158"/>
                  </a:lnTo>
                  <a:lnTo>
                    <a:pt x="1110" y="1158"/>
                  </a:lnTo>
                  <a:lnTo>
                    <a:pt x="1113" y="1158"/>
                  </a:lnTo>
                  <a:lnTo>
                    <a:pt x="1110" y="1158"/>
                  </a:lnTo>
                  <a:lnTo>
                    <a:pt x="1108" y="1160"/>
                  </a:lnTo>
                  <a:lnTo>
                    <a:pt x="1108" y="1160"/>
                  </a:lnTo>
                  <a:lnTo>
                    <a:pt x="1108" y="1162"/>
                  </a:lnTo>
                  <a:lnTo>
                    <a:pt x="1110" y="1162"/>
                  </a:lnTo>
                  <a:lnTo>
                    <a:pt x="1115" y="1162"/>
                  </a:lnTo>
                  <a:lnTo>
                    <a:pt x="1115" y="1160"/>
                  </a:lnTo>
                  <a:lnTo>
                    <a:pt x="1115" y="1160"/>
                  </a:lnTo>
                  <a:lnTo>
                    <a:pt x="1115" y="1158"/>
                  </a:lnTo>
                  <a:lnTo>
                    <a:pt x="1115" y="1158"/>
                  </a:lnTo>
                  <a:lnTo>
                    <a:pt x="1115" y="1158"/>
                  </a:lnTo>
                  <a:lnTo>
                    <a:pt x="1115" y="1158"/>
                  </a:lnTo>
                  <a:lnTo>
                    <a:pt x="1115" y="1155"/>
                  </a:lnTo>
                  <a:lnTo>
                    <a:pt x="1115" y="1155"/>
                  </a:lnTo>
                  <a:lnTo>
                    <a:pt x="1115" y="1155"/>
                  </a:lnTo>
                  <a:lnTo>
                    <a:pt x="1115" y="1153"/>
                  </a:lnTo>
                  <a:lnTo>
                    <a:pt x="1117" y="1153"/>
                  </a:lnTo>
                  <a:lnTo>
                    <a:pt x="1117" y="1150"/>
                  </a:lnTo>
                  <a:lnTo>
                    <a:pt x="1120" y="1150"/>
                  </a:lnTo>
                  <a:lnTo>
                    <a:pt x="1120" y="1148"/>
                  </a:lnTo>
                  <a:lnTo>
                    <a:pt x="1120" y="1148"/>
                  </a:lnTo>
                  <a:lnTo>
                    <a:pt x="1120" y="1148"/>
                  </a:lnTo>
                  <a:lnTo>
                    <a:pt x="1120" y="1148"/>
                  </a:lnTo>
                  <a:lnTo>
                    <a:pt x="1122" y="1148"/>
                  </a:lnTo>
                  <a:lnTo>
                    <a:pt x="1122" y="1146"/>
                  </a:lnTo>
                  <a:lnTo>
                    <a:pt x="1122" y="1146"/>
                  </a:lnTo>
                  <a:lnTo>
                    <a:pt x="1120" y="1143"/>
                  </a:lnTo>
                  <a:lnTo>
                    <a:pt x="1120" y="1143"/>
                  </a:lnTo>
                  <a:lnTo>
                    <a:pt x="1122" y="1143"/>
                  </a:lnTo>
                  <a:lnTo>
                    <a:pt x="1122" y="1143"/>
                  </a:lnTo>
                  <a:lnTo>
                    <a:pt x="1122" y="1146"/>
                  </a:lnTo>
                  <a:lnTo>
                    <a:pt x="1125" y="1146"/>
                  </a:lnTo>
                  <a:lnTo>
                    <a:pt x="1122" y="1148"/>
                  </a:lnTo>
                  <a:lnTo>
                    <a:pt x="1122" y="1148"/>
                  </a:lnTo>
                  <a:lnTo>
                    <a:pt x="1117" y="1153"/>
                  </a:lnTo>
                  <a:lnTo>
                    <a:pt x="1117" y="1153"/>
                  </a:lnTo>
                  <a:lnTo>
                    <a:pt x="1117" y="1158"/>
                  </a:lnTo>
                  <a:lnTo>
                    <a:pt x="1117" y="1158"/>
                  </a:lnTo>
                  <a:lnTo>
                    <a:pt x="1117" y="1158"/>
                  </a:lnTo>
                  <a:lnTo>
                    <a:pt x="1117" y="1158"/>
                  </a:lnTo>
                  <a:lnTo>
                    <a:pt x="1117" y="1160"/>
                  </a:lnTo>
                  <a:lnTo>
                    <a:pt x="1117" y="1160"/>
                  </a:lnTo>
                  <a:lnTo>
                    <a:pt x="1117" y="1162"/>
                  </a:lnTo>
                  <a:lnTo>
                    <a:pt x="1120" y="1162"/>
                  </a:lnTo>
                  <a:lnTo>
                    <a:pt x="1120" y="1165"/>
                  </a:lnTo>
                  <a:lnTo>
                    <a:pt x="1120" y="1167"/>
                  </a:lnTo>
                  <a:lnTo>
                    <a:pt x="1120" y="1169"/>
                  </a:lnTo>
                  <a:lnTo>
                    <a:pt x="1122" y="1169"/>
                  </a:lnTo>
                  <a:lnTo>
                    <a:pt x="1132" y="1179"/>
                  </a:lnTo>
                  <a:lnTo>
                    <a:pt x="1148" y="1186"/>
                  </a:lnTo>
                  <a:lnTo>
                    <a:pt x="1151" y="1186"/>
                  </a:lnTo>
                  <a:lnTo>
                    <a:pt x="1155" y="1181"/>
                  </a:lnTo>
                  <a:lnTo>
                    <a:pt x="1165" y="1181"/>
                  </a:lnTo>
                  <a:lnTo>
                    <a:pt x="1165" y="1181"/>
                  </a:lnTo>
                  <a:lnTo>
                    <a:pt x="1162" y="1179"/>
                  </a:lnTo>
                  <a:lnTo>
                    <a:pt x="1160" y="1179"/>
                  </a:lnTo>
                  <a:lnTo>
                    <a:pt x="1158" y="1179"/>
                  </a:lnTo>
                  <a:lnTo>
                    <a:pt x="1155" y="1179"/>
                  </a:lnTo>
                  <a:lnTo>
                    <a:pt x="1153" y="1176"/>
                  </a:lnTo>
                  <a:lnTo>
                    <a:pt x="1148" y="1179"/>
                  </a:lnTo>
                  <a:lnTo>
                    <a:pt x="1146" y="1181"/>
                  </a:lnTo>
                  <a:lnTo>
                    <a:pt x="1146" y="1181"/>
                  </a:lnTo>
                  <a:lnTo>
                    <a:pt x="1143" y="1179"/>
                  </a:lnTo>
                  <a:lnTo>
                    <a:pt x="1146" y="1176"/>
                  </a:lnTo>
                  <a:lnTo>
                    <a:pt x="1146" y="1176"/>
                  </a:lnTo>
                  <a:lnTo>
                    <a:pt x="1155" y="1174"/>
                  </a:lnTo>
                  <a:lnTo>
                    <a:pt x="1158" y="1174"/>
                  </a:lnTo>
                  <a:lnTo>
                    <a:pt x="1160" y="1172"/>
                  </a:lnTo>
                  <a:lnTo>
                    <a:pt x="1160" y="1172"/>
                  </a:lnTo>
                  <a:lnTo>
                    <a:pt x="1162" y="1174"/>
                  </a:lnTo>
                  <a:lnTo>
                    <a:pt x="1165" y="1174"/>
                  </a:lnTo>
                  <a:lnTo>
                    <a:pt x="1165" y="1172"/>
                  </a:lnTo>
                  <a:lnTo>
                    <a:pt x="1165" y="1172"/>
                  </a:lnTo>
                  <a:lnTo>
                    <a:pt x="1165" y="1172"/>
                  </a:lnTo>
                  <a:lnTo>
                    <a:pt x="1167" y="1174"/>
                  </a:lnTo>
                  <a:lnTo>
                    <a:pt x="1167" y="1174"/>
                  </a:lnTo>
                  <a:lnTo>
                    <a:pt x="1172" y="1174"/>
                  </a:lnTo>
                  <a:lnTo>
                    <a:pt x="1174" y="1172"/>
                  </a:lnTo>
                  <a:lnTo>
                    <a:pt x="1177" y="1169"/>
                  </a:lnTo>
                  <a:lnTo>
                    <a:pt x="1177" y="1169"/>
                  </a:lnTo>
                  <a:lnTo>
                    <a:pt x="1177" y="1169"/>
                  </a:lnTo>
                  <a:lnTo>
                    <a:pt x="1177" y="1169"/>
                  </a:lnTo>
                  <a:lnTo>
                    <a:pt x="1177" y="1172"/>
                  </a:lnTo>
                  <a:lnTo>
                    <a:pt x="1174" y="1172"/>
                  </a:lnTo>
                  <a:lnTo>
                    <a:pt x="1177" y="1174"/>
                  </a:lnTo>
                  <a:lnTo>
                    <a:pt x="1177" y="1176"/>
                  </a:lnTo>
                  <a:lnTo>
                    <a:pt x="1179" y="1176"/>
                  </a:lnTo>
                  <a:lnTo>
                    <a:pt x="1181" y="1176"/>
                  </a:lnTo>
                  <a:lnTo>
                    <a:pt x="1181" y="1176"/>
                  </a:lnTo>
                  <a:lnTo>
                    <a:pt x="1186" y="1176"/>
                  </a:lnTo>
                  <a:lnTo>
                    <a:pt x="1193" y="1176"/>
                  </a:lnTo>
                  <a:lnTo>
                    <a:pt x="1203" y="1174"/>
                  </a:lnTo>
                  <a:lnTo>
                    <a:pt x="1203" y="1174"/>
                  </a:lnTo>
                  <a:lnTo>
                    <a:pt x="1203" y="1174"/>
                  </a:lnTo>
                  <a:lnTo>
                    <a:pt x="1214" y="1176"/>
                  </a:lnTo>
                  <a:lnTo>
                    <a:pt x="1217" y="1174"/>
                  </a:lnTo>
                  <a:lnTo>
                    <a:pt x="1219" y="1172"/>
                  </a:lnTo>
                  <a:lnTo>
                    <a:pt x="1224" y="1169"/>
                  </a:lnTo>
                  <a:lnTo>
                    <a:pt x="1226" y="1167"/>
                  </a:lnTo>
                  <a:lnTo>
                    <a:pt x="1226" y="1167"/>
                  </a:lnTo>
                  <a:lnTo>
                    <a:pt x="1226" y="1167"/>
                  </a:lnTo>
                  <a:lnTo>
                    <a:pt x="1226" y="1167"/>
                  </a:lnTo>
                  <a:lnTo>
                    <a:pt x="1229" y="1167"/>
                  </a:lnTo>
                  <a:lnTo>
                    <a:pt x="1229" y="1165"/>
                  </a:lnTo>
                  <a:lnTo>
                    <a:pt x="1229" y="1167"/>
                  </a:lnTo>
                  <a:lnTo>
                    <a:pt x="1229" y="1167"/>
                  </a:lnTo>
                  <a:lnTo>
                    <a:pt x="1231" y="1167"/>
                  </a:lnTo>
                  <a:lnTo>
                    <a:pt x="1233" y="1165"/>
                  </a:lnTo>
                  <a:lnTo>
                    <a:pt x="1233" y="1165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8" y="1169"/>
                  </a:lnTo>
                  <a:lnTo>
                    <a:pt x="1240" y="1169"/>
                  </a:lnTo>
                  <a:lnTo>
                    <a:pt x="1243" y="1172"/>
                  </a:lnTo>
                  <a:lnTo>
                    <a:pt x="1245" y="1172"/>
                  </a:lnTo>
                  <a:lnTo>
                    <a:pt x="1245" y="1169"/>
                  </a:lnTo>
                  <a:lnTo>
                    <a:pt x="1245" y="1169"/>
                  </a:lnTo>
                  <a:lnTo>
                    <a:pt x="1248" y="1172"/>
                  </a:lnTo>
                  <a:lnTo>
                    <a:pt x="1248" y="1172"/>
                  </a:lnTo>
                  <a:lnTo>
                    <a:pt x="1255" y="1174"/>
                  </a:lnTo>
                  <a:lnTo>
                    <a:pt x="1255" y="1174"/>
                  </a:lnTo>
                  <a:lnTo>
                    <a:pt x="1257" y="1174"/>
                  </a:lnTo>
                  <a:lnTo>
                    <a:pt x="1259" y="1174"/>
                  </a:lnTo>
                  <a:lnTo>
                    <a:pt x="1262" y="1174"/>
                  </a:lnTo>
                  <a:lnTo>
                    <a:pt x="1262" y="1174"/>
                  </a:lnTo>
                  <a:lnTo>
                    <a:pt x="1259" y="1174"/>
                  </a:lnTo>
                  <a:lnTo>
                    <a:pt x="1259" y="1174"/>
                  </a:lnTo>
                  <a:lnTo>
                    <a:pt x="1259" y="1176"/>
                  </a:lnTo>
                  <a:lnTo>
                    <a:pt x="1259" y="1176"/>
                  </a:lnTo>
                  <a:lnTo>
                    <a:pt x="1259" y="1174"/>
                  </a:lnTo>
                  <a:lnTo>
                    <a:pt x="1262" y="1174"/>
                  </a:lnTo>
                  <a:lnTo>
                    <a:pt x="1262" y="1176"/>
                  </a:lnTo>
                  <a:lnTo>
                    <a:pt x="1262" y="1176"/>
                  </a:lnTo>
                  <a:lnTo>
                    <a:pt x="1262" y="1176"/>
                  </a:lnTo>
                  <a:lnTo>
                    <a:pt x="1262" y="1176"/>
                  </a:lnTo>
                  <a:lnTo>
                    <a:pt x="1259" y="1176"/>
                  </a:lnTo>
                  <a:lnTo>
                    <a:pt x="1259" y="1176"/>
                  </a:lnTo>
                  <a:lnTo>
                    <a:pt x="1262" y="1176"/>
                  </a:lnTo>
                  <a:lnTo>
                    <a:pt x="1266" y="1179"/>
                  </a:lnTo>
                  <a:lnTo>
                    <a:pt x="1266" y="1176"/>
                  </a:lnTo>
                  <a:lnTo>
                    <a:pt x="1266" y="1174"/>
                  </a:lnTo>
                  <a:lnTo>
                    <a:pt x="1266" y="1174"/>
                  </a:lnTo>
                  <a:lnTo>
                    <a:pt x="1264" y="1174"/>
                  </a:lnTo>
                  <a:lnTo>
                    <a:pt x="1264" y="1174"/>
                  </a:lnTo>
                  <a:lnTo>
                    <a:pt x="1266" y="1174"/>
                  </a:lnTo>
                  <a:lnTo>
                    <a:pt x="1266" y="1172"/>
                  </a:lnTo>
                  <a:lnTo>
                    <a:pt x="1266" y="1172"/>
                  </a:lnTo>
                  <a:lnTo>
                    <a:pt x="1266" y="1169"/>
                  </a:lnTo>
                  <a:lnTo>
                    <a:pt x="1266" y="1169"/>
                  </a:lnTo>
                  <a:lnTo>
                    <a:pt x="1269" y="1169"/>
                  </a:lnTo>
                  <a:lnTo>
                    <a:pt x="1269" y="1169"/>
                  </a:lnTo>
                  <a:lnTo>
                    <a:pt x="1269" y="1172"/>
                  </a:lnTo>
                  <a:lnTo>
                    <a:pt x="1274" y="1169"/>
                  </a:lnTo>
                  <a:lnTo>
                    <a:pt x="1271" y="1167"/>
                  </a:lnTo>
                  <a:lnTo>
                    <a:pt x="1271" y="1167"/>
                  </a:lnTo>
                  <a:lnTo>
                    <a:pt x="1274" y="1167"/>
                  </a:lnTo>
                  <a:lnTo>
                    <a:pt x="1274" y="1167"/>
                  </a:lnTo>
                  <a:lnTo>
                    <a:pt x="1276" y="1167"/>
                  </a:lnTo>
                  <a:lnTo>
                    <a:pt x="1276" y="1167"/>
                  </a:lnTo>
                  <a:lnTo>
                    <a:pt x="1276" y="1167"/>
                  </a:lnTo>
                  <a:lnTo>
                    <a:pt x="1276" y="1165"/>
                  </a:lnTo>
                  <a:lnTo>
                    <a:pt x="1274" y="1165"/>
                  </a:lnTo>
                  <a:lnTo>
                    <a:pt x="1274" y="1165"/>
                  </a:lnTo>
                  <a:lnTo>
                    <a:pt x="1276" y="1162"/>
                  </a:lnTo>
                  <a:lnTo>
                    <a:pt x="1274" y="1160"/>
                  </a:lnTo>
                  <a:lnTo>
                    <a:pt x="1274" y="1160"/>
                  </a:lnTo>
                  <a:lnTo>
                    <a:pt x="1269" y="1160"/>
                  </a:lnTo>
                  <a:lnTo>
                    <a:pt x="1269" y="1160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4" y="1158"/>
                  </a:lnTo>
                  <a:lnTo>
                    <a:pt x="1262" y="1153"/>
                  </a:lnTo>
                  <a:lnTo>
                    <a:pt x="1259" y="1153"/>
                  </a:lnTo>
                  <a:lnTo>
                    <a:pt x="1255" y="1150"/>
                  </a:lnTo>
                  <a:lnTo>
                    <a:pt x="1240" y="1148"/>
                  </a:lnTo>
                  <a:lnTo>
                    <a:pt x="1238" y="1146"/>
                  </a:lnTo>
                  <a:lnTo>
                    <a:pt x="1236" y="1146"/>
                  </a:lnTo>
                  <a:lnTo>
                    <a:pt x="1236" y="1146"/>
                  </a:lnTo>
                  <a:lnTo>
                    <a:pt x="1236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26" y="1139"/>
                  </a:lnTo>
                  <a:lnTo>
                    <a:pt x="1226" y="1139"/>
                  </a:lnTo>
                  <a:lnTo>
                    <a:pt x="1229" y="1139"/>
                  </a:lnTo>
                  <a:lnTo>
                    <a:pt x="1229" y="1141"/>
                  </a:lnTo>
                  <a:lnTo>
                    <a:pt x="1233" y="1143"/>
                  </a:lnTo>
                  <a:lnTo>
                    <a:pt x="1240" y="1146"/>
                  </a:lnTo>
                  <a:lnTo>
                    <a:pt x="1243" y="1146"/>
                  </a:lnTo>
                  <a:lnTo>
                    <a:pt x="1243" y="1146"/>
                  </a:lnTo>
                  <a:lnTo>
                    <a:pt x="1245" y="1146"/>
                  </a:lnTo>
                  <a:lnTo>
                    <a:pt x="1245" y="1146"/>
                  </a:lnTo>
                  <a:lnTo>
                    <a:pt x="1245" y="1146"/>
                  </a:lnTo>
                  <a:lnTo>
                    <a:pt x="1248" y="1148"/>
                  </a:lnTo>
                  <a:lnTo>
                    <a:pt x="1250" y="1148"/>
                  </a:lnTo>
                  <a:lnTo>
                    <a:pt x="1250" y="1148"/>
                  </a:lnTo>
                  <a:lnTo>
                    <a:pt x="1252" y="1148"/>
                  </a:lnTo>
                  <a:lnTo>
                    <a:pt x="1252" y="1148"/>
                  </a:lnTo>
                  <a:lnTo>
                    <a:pt x="1252" y="1148"/>
                  </a:lnTo>
                  <a:lnTo>
                    <a:pt x="1255" y="1148"/>
                  </a:lnTo>
                  <a:lnTo>
                    <a:pt x="1255" y="1148"/>
                  </a:lnTo>
                  <a:lnTo>
                    <a:pt x="1257" y="1150"/>
                  </a:lnTo>
                  <a:lnTo>
                    <a:pt x="1257" y="1150"/>
                  </a:lnTo>
                  <a:lnTo>
                    <a:pt x="1264" y="1153"/>
                  </a:lnTo>
                  <a:lnTo>
                    <a:pt x="1264" y="1153"/>
                  </a:lnTo>
                  <a:lnTo>
                    <a:pt x="1264" y="1153"/>
                  </a:lnTo>
                  <a:lnTo>
                    <a:pt x="1264" y="1153"/>
                  </a:lnTo>
                  <a:lnTo>
                    <a:pt x="1264" y="1155"/>
                  </a:lnTo>
                  <a:lnTo>
                    <a:pt x="1266" y="1155"/>
                  </a:lnTo>
                  <a:lnTo>
                    <a:pt x="1266" y="1155"/>
                  </a:lnTo>
                  <a:lnTo>
                    <a:pt x="1274" y="1160"/>
                  </a:lnTo>
                  <a:lnTo>
                    <a:pt x="1274" y="1160"/>
                  </a:lnTo>
                  <a:lnTo>
                    <a:pt x="1278" y="1158"/>
                  </a:lnTo>
                  <a:lnTo>
                    <a:pt x="1278" y="1158"/>
                  </a:lnTo>
                  <a:lnTo>
                    <a:pt x="1278" y="1160"/>
                  </a:lnTo>
                  <a:lnTo>
                    <a:pt x="1278" y="1160"/>
                  </a:lnTo>
                  <a:lnTo>
                    <a:pt x="1278" y="1160"/>
                  </a:lnTo>
                  <a:lnTo>
                    <a:pt x="1281" y="1162"/>
                  </a:lnTo>
                  <a:lnTo>
                    <a:pt x="1283" y="1160"/>
                  </a:lnTo>
                  <a:lnTo>
                    <a:pt x="1283" y="1162"/>
                  </a:lnTo>
                  <a:lnTo>
                    <a:pt x="1288" y="1162"/>
                  </a:lnTo>
                  <a:lnTo>
                    <a:pt x="1288" y="1165"/>
                  </a:lnTo>
                  <a:lnTo>
                    <a:pt x="1288" y="1165"/>
                  </a:lnTo>
                  <a:lnTo>
                    <a:pt x="1290" y="1165"/>
                  </a:lnTo>
                  <a:lnTo>
                    <a:pt x="1290" y="1167"/>
                  </a:lnTo>
                  <a:lnTo>
                    <a:pt x="1293" y="1167"/>
                  </a:lnTo>
                  <a:lnTo>
                    <a:pt x="1295" y="1167"/>
                  </a:lnTo>
                  <a:lnTo>
                    <a:pt x="1295" y="1167"/>
                  </a:lnTo>
                  <a:lnTo>
                    <a:pt x="1297" y="1169"/>
                  </a:lnTo>
                  <a:lnTo>
                    <a:pt x="1300" y="1172"/>
                  </a:lnTo>
                  <a:lnTo>
                    <a:pt x="1304" y="1172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7" y="1172"/>
                  </a:lnTo>
                  <a:lnTo>
                    <a:pt x="1309" y="1169"/>
                  </a:lnTo>
                  <a:lnTo>
                    <a:pt x="1309" y="1169"/>
                  </a:lnTo>
                  <a:lnTo>
                    <a:pt x="1309" y="1169"/>
                  </a:lnTo>
                  <a:lnTo>
                    <a:pt x="1309" y="1167"/>
                  </a:lnTo>
                  <a:lnTo>
                    <a:pt x="1307" y="1167"/>
                  </a:lnTo>
                  <a:lnTo>
                    <a:pt x="1307" y="1165"/>
                  </a:lnTo>
                  <a:lnTo>
                    <a:pt x="1300" y="1160"/>
                  </a:lnTo>
                  <a:lnTo>
                    <a:pt x="1297" y="1160"/>
                  </a:lnTo>
                  <a:lnTo>
                    <a:pt x="1295" y="1158"/>
                  </a:lnTo>
                  <a:lnTo>
                    <a:pt x="1293" y="1158"/>
                  </a:lnTo>
                  <a:lnTo>
                    <a:pt x="1293" y="1158"/>
                  </a:lnTo>
                  <a:lnTo>
                    <a:pt x="1293" y="1155"/>
                  </a:lnTo>
                  <a:lnTo>
                    <a:pt x="1290" y="1155"/>
                  </a:lnTo>
                  <a:lnTo>
                    <a:pt x="1290" y="1153"/>
                  </a:lnTo>
                  <a:lnTo>
                    <a:pt x="1290" y="1153"/>
                  </a:lnTo>
                  <a:lnTo>
                    <a:pt x="1285" y="1150"/>
                  </a:lnTo>
                  <a:lnTo>
                    <a:pt x="1283" y="1150"/>
                  </a:lnTo>
                  <a:lnTo>
                    <a:pt x="1283" y="1153"/>
                  </a:lnTo>
                  <a:lnTo>
                    <a:pt x="1283" y="1153"/>
                  </a:lnTo>
                  <a:lnTo>
                    <a:pt x="1281" y="1153"/>
                  </a:lnTo>
                  <a:lnTo>
                    <a:pt x="1281" y="1153"/>
                  </a:lnTo>
                  <a:lnTo>
                    <a:pt x="1281" y="1153"/>
                  </a:lnTo>
                  <a:lnTo>
                    <a:pt x="1281" y="1153"/>
                  </a:lnTo>
                  <a:lnTo>
                    <a:pt x="1278" y="1150"/>
                  </a:lnTo>
                  <a:lnTo>
                    <a:pt x="1276" y="1150"/>
                  </a:lnTo>
                  <a:lnTo>
                    <a:pt x="1271" y="1150"/>
                  </a:lnTo>
                  <a:lnTo>
                    <a:pt x="1271" y="1148"/>
                  </a:lnTo>
                  <a:lnTo>
                    <a:pt x="1269" y="1148"/>
                  </a:lnTo>
                  <a:lnTo>
                    <a:pt x="1269" y="1146"/>
                  </a:lnTo>
                  <a:lnTo>
                    <a:pt x="1269" y="1146"/>
                  </a:lnTo>
                  <a:lnTo>
                    <a:pt x="1269" y="1146"/>
                  </a:lnTo>
                  <a:lnTo>
                    <a:pt x="1271" y="1146"/>
                  </a:lnTo>
                  <a:lnTo>
                    <a:pt x="1274" y="1146"/>
                  </a:lnTo>
                  <a:lnTo>
                    <a:pt x="1276" y="1146"/>
                  </a:lnTo>
                  <a:lnTo>
                    <a:pt x="1285" y="1143"/>
                  </a:lnTo>
                  <a:lnTo>
                    <a:pt x="1288" y="1143"/>
                  </a:lnTo>
                  <a:lnTo>
                    <a:pt x="1288" y="1143"/>
                  </a:lnTo>
                  <a:lnTo>
                    <a:pt x="1290" y="1143"/>
                  </a:lnTo>
                  <a:lnTo>
                    <a:pt x="1290" y="1143"/>
                  </a:lnTo>
                  <a:lnTo>
                    <a:pt x="1293" y="1146"/>
                  </a:lnTo>
                  <a:lnTo>
                    <a:pt x="1293" y="1146"/>
                  </a:lnTo>
                  <a:lnTo>
                    <a:pt x="1295" y="1146"/>
                  </a:lnTo>
                  <a:lnTo>
                    <a:pt x="1295" y="1143"/>
                  </a:lnTo>
                  <a:lnTo>
                    <a:pt x="1297" y="1143"/>
                  </a:lnTo>
                  <a:lnTo>
                    <a:pt x="1300" y="1143"/>
                  </a:lnTo>
                  <a:lnTo>
                    <a:pt x="1307" y="1143"/>
                  </a:lnTo>
                  <a:lnTo>
                    <a:pt x="1314" y="1146"/>
                  </a:lnTo>
                  <a:lnTo>
                    <a:pt x="1316" y="1146"/>
                  </a:lnTo>
                  <a:lnTo>
                    <a:pt x="1316" y="1146"/>
                  </a:lnTo>
                  <a:lnTo>
                    <a:pt x="1316" y="1143"/>
                  </a:lnTo>
                  <a:lnTo>
                    <a:pt x="1319" y="1143"/>
                  </a:lnTo>
                  <a:lnTo>
                    <a:pt x="1319" y="1143"/>
                  </a:lnTo>
                  <a:lnTo>
                    <a:pt x="1323" y="1143"/>
                  </a:lnTo>
                  <a:lnTo>
                    <a:pt x="1323" y="1143"/>
                  </a:lnTo>
                  <a:lnTo>
                    <a:pt x="1326" y="1143"/>
                  </a:lnTo>
                  <a:lnTo>
                    <a:pt x="1326" y="1146"/>
                  </a:lnTo>
                  <a:lnTo>
                    <a:pt x="1326" y="1146"/>
                  </a:lnTo>
                  <a:lnTo>
                    <a:pt x="1326" y="1146"/>
                  </a:lnTo>
                  <a:lnTo>
                    <a:pt x="1326" y="1146"/>
                  </a:lnTo>
                  <a:lnTo>
                    <a:pt x="1328" y="1146"/>
                  </a:lnTo>
                  <a:lnTo>
                    <a:pt x="1328" y="1143"/>
                  </a:lnTo>
                  <a:lnTo>
                    <a:pt x="1328" y="1143"/>
                  </a:lnTo>
                  <a:lnTo>
                    <a:pt x="1328" y="1143"/>
                  </a:lnTo>
                  <a:lnTo>
                    <a:pt x="1330" y="1143"/>
                  </a:lnTo>
                  <a:lnTo>
                    <a:pt x="1330" y="1143"/>
                  </a:lnTo>
                  <a:lnTo>
                    <a:pt x="1330" y="1143"/>
                  </a:lnTo>
                  <a:lnTo>
                    <a:pt x="1333" y="1146"/>
                  </a:lnTo>
                  <a:lnTo>
                    <a:pt x="1333" y="1146"/>
                  </a:lnTo>
                  <a:lnTo>
                    <a:pt x="1333" y="1146"/>
                  </a:lnTo>
                  <a:lnTo>
                    <a:pt x="1333" y="1146"/>
                  </a:lnTo>
                  <a:lnTo>
                    <a:pt x="1335" y="1148"/>
                  </a:lnTo>
                  <a:lnTo>
                    <a:pt x="1335" y="1150"/>
                  </a:lnTo>
                  <a:lnTo>
                    <a:pt x="1335" y="1150"/>
                  </a:lnTo>
                  <a:lnTo>
                    <a:pt x="1337" y="1150"/>
                  </a:lnTo>
                  <a:lnTo>
                    <a:pt x="1337" y="1150"/>
                  </a:lnTo>
                  <a:lnTo>
                    <a:pt x="1340" y="1153"/>
                  </a:lnTo>
                  <a:lnTo>
                    <a:pt x="1347" y="1148"/>
                  </a:lnTo>
                  <a:lnTo>
                    <a:pt x="1361" y="1141"/>
                  </a:lnTo>
                  <a:lnTo>
                    <a:pt x="1364" y="1141"/>
                  </a:lnTo>
                  <a:lnTo>
                    <a:pt x="1364" y="1141"/>
                  </a:lnTo>
                  <a:lnTo>
                    <a:pt x="1364" y="1141"/>
                  </a:lnTo>
                  <a:lnTo>
                    <a:pt x="1366" y="1141"/>
                  </a:lnTo>
                  <a:lnTo>
                    <a:pt x="1366" y="1141"/>
                  </a:lnTo>
                  <a:lnTo>
                    <a:pt x="1364" y="1139"/>
                  </a:lnTo>
                  <a:lnTo>
                    <a:pt x="1366" y="1139"/>
                  </a:lnTo>
                  <a:lnTo>
                    <a:pt x="1366" y="1139"/>
                  </a:lnTo>
                  <a:lnTo>
                    <a:pt x="1366" y="1139"/>
                  </a:lnTo>
                  <a:lnTo>
                    <a:pt x="1366" y="1136"/>
                  </a:lnTo>
                  <a:lnTo>
                    <a:pt x="1366" y="1136"/>
                  </a:lnTo>
                  <a:lnTo>
                    <a:pt x="1366" y="1134"/>
                  </a:lnTo>
                  <a:lnTo>
                    <a:pt x="1366" y="1131"/>
                  </a:lnTo>
                  <a:lnTo>
                    <a:pt x="1366" y="1131"/>
                  </a:lnTo>
                  <a:lnTo>
                    <a:pt x="1366" y="1129"/>
                  </a:lnTo>
                  <a:lnTo>
                    <a:pt x="1364" y="1129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1" y="1124"/>
                  </a:lnTo>
                  <a:lnTo>
                    <a:pt x="1361" y="1124"/>
                  </a:lnTo>
                  <a:lnTo>
                    <a:pt x="1361" y="1124"/>
                  </a:lnTo>
                  <a:lnTo>
                    <a:pt x="1361" y="1124"/>
                  </a:lnTo>
                  <a:lnTo>
                    <a:pt x="1361" y="1122"/>
                  </a:lnTo>
                  <a:lnTo>
                    <a:pt x="1361" y="1122"/>
                  </a:lnTo>
                  <a:lnTo>
                    <a:pt x="1359" y="1122"/>
                  </a:lnTo>
                  <a:lnTo>
                    <a:pt x="1359" y="1122"/>
                  </a:lnTo>
                  <a:lnTo>
                    <a:pt x="1359" y="1120"/>
                  </a:lnTo>
                  <a:lnTo>
                    <a:pt x="1359" y="1120"/>
                  </a:lnTo>
                  <a:lnTo>
                    <a:pt x="1359" y="1120"/>
                  </a:lnTo>
                  <a:lnTo>
                    <a:pt x="1356" y="1117"/>
                  </a:lnTo>
                  <a:lnTo>
                    <a:pt x="1356" y="1115"/>
                  </a:lnTo>
                  <a:lnTo>
                    <a:pt x="1356" y="1115"/>
                  </a:lnTo>
                  <a:lnTo>
                    <a:pt x="1352" y="1110"/>
                  </a:lnTo>
                  <a:lnTo>
                    <a:pt x="1349" y="1108"/>
                  </a:lnTo>
                  <a:lnTo>
                    <a:pt x="1347" y="1105"/>
                  </a:lnTo>
                  <a:lnTo>
                    <a:pt x="1347" y="1105"/>
                  </a:lnTo>
                  <a:lnTo>
                    <a:pt x="1345" y="1105"/>
                  </a:lnTo>
                  <a:lnTo>
                    <a:pt x="1342" y="1105"/>
                  </a:lnTo>
                  <a:lnTo>
                    <a:pt x="1342" y="1108"/>
                  </a:lnTo>
                  <a:lnTo>
                    <a:pt x="1342" y="1108"/>
                  </a:lnTo>
                  <a:lnTo>
                    <a:pt x="1340" y="1108"/>
                  </a:lnTo>
                  <a:lnTo>
                    <a:pt x="1340" y="1108"/>
                  </a:lnTo>
                  <a:lnTo>
                    <a:pt x="1337" y="1108"/>
                  </a:lnTo>
                  <a:lnTo>
                    <a:pt x="1335" y="1105"/>
                  </a:lnTo>
                  <a:lnTo>
                    <a:pt x="1335" y="1105"/>
                  </a:lnTo>
                  <a:lnTo>
                    <a:pt x="1333" y="1105"/>
                  </a:lnTo>
                  <a:lnTo>
                    <a:pt x="1333" y="1105"/>
                  </a:lnTo>
                  <a:lnTo>
                    <a:pt x="1333" y="1105"/>
                  </a:lnTo>
                  <a:lnTo>
                    <a:pt x="1333" y="1108"/>
                  </a:lnTo>
                  <a:lnTo>
                    <a:pt x="1330" y="1108"/>
                  </a:lnTo>
                  <a:lnTo>
                    <a:pt x="1330" y="1108"/>
                  </a:lnTo>
                  <a:lnTo>
                    <a:pt x="1330" y="1105"/>
                  </a:lnTo>
                  <a:lnTo>
                    <a:pt x="1328" y="1105"/>
                  </a:lnTo>
                  <a:lnTo>
                    <a:pt x="1326" y="1105"/>
                  </a:lnTo>
                  <a:lnTo>
                    <a:pt x="1326" y="1103"/>
                  </a:lnTo>
                  <a:lnTo>
                    <a:pt x="1326" y="1103"/>
                  </a:lnTo>
                  <a:lnTo>
                    <a:pt x="1326" y="1101"/>
                  </a:lnTo>
                  <a:lnTo>
                    <a:pt x="1326" y="1101"/>
                  </a:lnTo>
                  <a:lnTo>
                    <a:pt x="1326" y="1098"/>
                  </a:lnTo>
                  <a:lnTo>
                    <a:pt x="1328" y="1098"/>
                  </a:lnTo>
                  <a:lnTo>
                    <a:pt x="1328" y="1101"/>
                  </a:lnTo>
                  <a:lnTo>
                    <a:pt x="1330" y="1101"/>
                  </a:lnTo>
                  <a:lnTo>
                    <a:pt x="1330" y="1101"/>
                  </a:lnTo>
                  <a:lnTo>
                    <a:pt x="1330" y="1098"/>
                  </a:lnTo>
                  <a:lnTo>
                    <a:pt x="1330" y="1098"/>
                  </a:lnTo>
                  <a:lnTo>
                    <a:pt x="1328" y="1096"/>
                  </a:lnTo>
                  <a:lnTo>
                    <a:pt x="1328" y="1096"/>
                  </a:lnTo>
                  <a:lnTo>
                    <a:pt x="1328" y="1096"/>
                  </a:lnTo>
                  <a:lnTo>
                    <a:pt x="1328" y="1096"/>
                  </a:lnTo>
                  <a:lnTo>
                    <a:pt x="1330" y="1096"/>
                  </a:lnTo>
                  <a:lnTo>
                    <a:pt x="1330" y="1096"/>
                  </a:lnTo>
                  <a:lnTo>
                    <a:pt x="1330" y="1096"/>
                  </a:lnTo>
                  <a:lnTo>
                    <a:pt x="1330" y="1094"/>
                  </a:lnTo>
                  <a:lnTo>
                    <a:pt x="1330" y="1094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89"/>
                  </a:lnTo>
                  <a:lnTo>
                    <a:pt x="1333" y="1089"/>
                  </a:lnTo>
                  <a:lnTo>
                    <a:pt x="1333" y="1089"/>
                  </a:lnTo>
                  <a:lnTo>
                    <a:pt x="1333" y="1089"/>
                  </a:lnTo>
                  <a:lnTo>
                    <a:pt x="1333" y="1089"/>
                  </a:lnTo>
                  <a:lnTo>
                    <a:pt x="1333" y="1091"/>
                  </a:lnTo>
                  <a:lnTo>
                    <a:pt x="1333" y="1091"/>
                  </a:lnTo>
                  <a:lnTo>
                    <a:pt x="1333" y="1091"/>
                  </a:lnTo>
                  <a:lnTo>
                    <a:pt x="1333" y="1094"/>
                  </a:lnTo>
                  <a:lnTo>
                    <a:pt x="1333" y="1094"/>
                  </a:lnTo>
                  <a:lnTo>
                    <a:pt x="1333" y="1096"/>
                  </a:lnTo>
                  <a:lnTo>
                    <a:pt x="1333" y="1096"/>
                  </a:lnTo>
                  <a:lnTo>
                    <a:pt x="1333" y="1096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0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5" y="1098"/>
                  </a:lnTo>
                  <a:lnTo>
                    <a:pt x="1335" y="1101"/>
                  </a:lnTo>
                  <a:lnTo>
                    <a:pt x="1337" y="1101"/>
                  </a:lnTo>
                  <a:lnTo>
                    <a:pt x="1337" y="1098"/>
                  </a:lnTo>
                  <a:lnTo>
                    <a:pt x="1337" y="1098"/>
                  </a:lnTo>
                  <a:lnTo>
                    <a:pt x="1337" y="1098"/>
                  </a:lnTo>
                  <a:lnTo>
                    <a:pt x="1337" y="1098"/>
                  </a:lnTo>
                  <a:lnTo>
                    <a:pt x="1337" y="1096"/>
                  </a:lnTo>
                  <a:lnTo>
                    <a:pt x="1337" y="1096"/>
                  </a:lnTo>
                  <a:lnTo>
                    <a:pt x="1337" y="1094"/>
                  </a:lnTo>
                  <a:lnTo>
                    <a:pt x="1335" y="1094"/>
                  </a:lnTo>
                  <a:lnTo>
                    <a:pt x="1335" y="1094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89"/>
                  </a:lnTo>
                  <a:lnTo>
                    <a:pt x="1335" y="1089"/>
                  </a:lnTo>
                  <a:lnTo>
                    <a:pt x="1335" y="1089"/>
                  </a:lnTo>
                  <a:lnTo>
                    <a:pt x="1335" y="1086"/>
                  </a:lnTo>
                  <a:lnTo>
                    <a:pt x="1335" y="1084"/>
                  </a:lnTo>
                  <a:lnTo>
                    <a:pt x="1337" y="1084"/>
                  </a:lnTo>
                  <a:lnTo>
                    <a:pt x="1337" y="1084"/>
                  </a:lnTo>
                  <a:lnTo>
                    <a:pt x="1335" y="1082"/>
                  </a:lnTo>
                  <a:lnTo>
                    <a:pt x="1335" y="1082"/>
                  </a:lnTo>
                  <a:lnTo>
                    <a:pt x="1337" y="1082"/>
                  </a:lnTo>
                  <a:lnTo>
                    <a:pt x="1337" y="1082"/>
                  </a:lnTo>
                  <a:lnTo>
                    <a:pt x="1335" y="1082"/>
                  </a:lnTo>
                  <a:lnTo>
                    <a:pt x="1335" y="1079"/>
                  </a:lnTo>
                  <a:lnTo>
                    <a:pt x="1335" y="1079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79"/>
                  </a:lnTo>
                  <a:lnTo>
                    <a:pt x="1333" y="1077"/>
                  </a:lnTo>
                  <a:lnTo>
                    <a:pt x="1335" y="1077"/>
                  </a:lnTo>
                  <a:lnTo>
                    <a:pt x="1335" y="1077"/>
                  </a:lnTo>
                  <a:lnTo>
                    <a:pt x="1335" y="1077"/>
                  </a:lnTo>
                  <a:lnTo>
                    <a:pt x="1335" y="1079"/>
                  </a:lnTo>
                  <a:lnTo>
                    <a:pt x="1337" y="1079"/>
                  </a:lnTo>
                  <a:lnTo>
                    <a:pt x="1337" y="1079"/>
                  </a:lnTo>
                  <a:lnTo>
                    <a:pt x="1337" y="1079"/>
                  </a:lnTo>
                  <a:lnTo>
                    <a:pt x="1340" y="1079"/>
                  </a:lnTo>
                  <a:lnTo>
                    <a:pt x="1340" y="1079"/>
                  </a:lnTo>
                  <a:lnTo>
                    <a:pt x="1340" y="1079"/>
                  </a:lnTo>
                  <a:lnTo>
                    <a:pt x="1340" y="1077"/>
                  </a:lnTo>
                  <a:lnTo>
                    <a:pt x="1340" y="1079"/>
                  </a:lnTo>
                  <a:lnTo>
                    <a:pt x="1342" y="1079"/>
                  </a:lnTo>
                  <a:lnTo>
                    <a:pt x="1342" y="1079"/>
                  </a:lnTo>
                  <a:lnTo>
                    <a:pt x="1345" y="1082"/>
                  </a:lnTo>
                  <a:lnTo>
                    <a:pt x="1345" y="1084"/>
                  </a:lnTo>
                  <a:lnTo>
                    <a:pt x="1347" y="1084"/>
                  </a:lnTo>
                  <a:lnTo>
                    <a:pt x="1345" y="1084"/>
                  </a:lnTo>
                  <a:lnTo>
                    <a:pt x="1345" y="1084"/>
                  </a:lnTo>
                  <a:lnTo>
                    <a:pt x="1345" y="1084"/>
                  </a:lnTo>
                  <a:lnTo>
                    <a:pt x="1342" y="1084"/>
                  </a:lnTo>
                  <a:lnTo>
                    <a:pt x="1342" y="1082"/>
                  </a:lnTo>
                  <a:lnTo>
                    <a:pt x="1342" y="1082"/>
                  </a:lnTo>
                  <a:lnTo>
                    <a:pt x="1342" y="1082"/>
                  </a:lnTo>
                  <a:lnTo>
                    <a:pt x="1340" y="1082"/>
                  </a:lnTo>
                  <a:lnTo>
                    <a:pt x="1340" y="1084"/>
                  </a:lnTo>
                  <a:lnTo>
                    <a:pt x="1337" y="1086"/>
                  </a:lnTo>
                  <a:lnTo>
                    <a:pt x="1337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2" y="1086"/>
                  </a:lnTo>
                  <a:lnTo>
                    <a:pt x="1342" y="1086"/>
                  </a:lnTo>
                  <a:lnTo>
                    <a:pt x="1342" y="1086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4"/>
                  </a:lnTo>
                  <a:lnTo>
                    <a:pt x="1337" y="1094"/>
                  </a:lnTo>
                  <a:lnTo>
                    <a:pt x="1340" y="1094"/>
                  </a:lnTo>
                  <a:lnTo>
                    <a:pt x="1340" y="1094"/>
                  </a:lnTo>
                  <a:lnTo>
                    <a:pt x="1340" y="1094"/>
                  </a:lnTo>
                  <a:lnTo>
                    <a:pt x="1340" y="1096"/>
                  </a:lnTo>
                  <a:lnTo>
                    <a:pt x="1340" y="1096"/>
                  </a:lnTo>
                  <a:lnTo>
                    <a:pt x="1342" y="1094"/>
                  </a:lnTo>
                  <a:lnTo>
                    <a:pt x="1342" y="1094"/>
                  </a:lnTo>
                  <a:lnTo>
                    <a:pt x="1345" y="1096"/>
                  </a:lnTo>
                  <a:lnTo>
                    <a:pt x="1345" y="1096"/>
                  </a:lnTo>
                  <a:lnTo>
                    <a:pt x="1345" y="1098"/>
                  </a:lnTo>
                  <a:lnTo>
                    <a:pt x="1347" y="1098"/>
                  </a:lnTo>
                  <a:lnTo>
                    <a:pt x="1347" y="1096"/>
                  </a:lnTo>
                  <a:lnTo>
                    <a:pt x="1345" y="1096"/>
                  </a:lnTo>
                  <a:lnTo>
                    <a:pt x="1345" y="1096"/>
                  </a:lnTo>
                  <a:lnTo>
                    <a:pt x="1345" y="1094"/>
                  </a:lnTo>
                  <a:lnTo>
                    <a:pt x="1345" y="1094"/>
                  </a:lnTo>
                  <a:lnTo>
                    <a:pt x="1345" y="1094"/>
                  </a:lnTo>
                  <a:lnTo>
                    <a:pt x="1345" y="1091"/>
                  </a:lnTo>
                  <a:lnTo>
                    <a:pt x="1345" y="1091"/>
                  </a:lnTo>
                  <a:lnTo>
                    <a:pt x="1345" y="1091"/>
                  </a:lnTo>
                  <a:lnTo>
                    <a:pt x="1345" y="1094"/>
                  </a:lnTo>
                  <a:lnTo>
                    <a:pt x="1347" y="1094"/>
                  </a:lnTo>
                  <a:lnTo>
                    <a:pt x="1347" y="1094"/>
                  </a:lnTo>
                  <a:lnTo>
                    <a:pt x="1349" y="1094"/>
                  </a:lnTo>
                  <a:lnTo>
                    <a:pt x="1349" y="1094"/>
                  </a:lnTo>
                  <a:lnTo>
                    <a:pt x="1349" y="1096"/>
                  </a:lnTo>
                  <a:lnTo>
                    <a:pt x="1352" y="1098"/>
                  </a:lnTo>
                  <a:lnTo>
                    <a:pt x="1354" y="1098"/>
                  </a:lnTo>
                  <a:lnTo>
                    <a:pt x="1354" y="1098"/>
                  </a:lnTo>
                  <a:lnTo>
                    <a:pt x="1354" y="1098"/>
                  </a:lnTo>
                  <a:lnTo>
                    <a:pt x="1354" y="1101"/>
                  </a:lnTo>
                  <a:lnTo>
                    <a:pt x="1354" y="1101"/>
                  </a:lnTo>
                  <a:lnTo>
                    <a:pt x="1359" y="1103"/>
                  </a:lnTo>
                  <a:lnTo>
                    <a:pt x="1359" y="1103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9" y="1098"/>
                  </a:lnTo>
                  <a:lnTo>
                    <a:pt x="1359" y="1098"/>
                  </a:lnTo>
                  <a:lnTo>
                    <a:pt x="1364" y="1098"/>
                  </a:lnTo>
                  <a:lnTo>
                    <a:pt x="1364" y="1101"/>
                  </a:lnTo>
                  <a:lnTo>
                    <a:pt x="1361" y="1101"/>
                  </a:lnTo>
                  <a:lnTo>
                    <a:pt x="1361" y="1101"/>
                  </a:lnTo>
                  <a:lnTo>
                    <a:pt x="1361" y="1101"/>
                  </a:lnTo>
                  <a:lnTo>
                    <a:pt x="1361" y="1101"/>
                  </a:lnTo>
                  <a:lnTo>
                    <a:pt x="1361" y="1103"/>
                  </a:lnTo>
                  <a:lnTo>
                    <a:pt x="1361" y="1103"/>
                  </a:lnTo>
                  <a:lnTo>
                    <a:pt x="1359" y="1103"/>
                  </a:lnTo>
                  <a:lnTo>
                    <a:pt x="1359" y="1103"/>
                  </a:lnTo>
                  <a:lnTo>
                    <a:pt x="1364" y="1105"/>
                  </a:lnTo>
                  <a:lnTo>
                    <a:pt x="1364" y="1105"/>
                  </a:lnTo>
                  <a:lnTo>
                    <a:pt x="1366" y="1108"/>
                  </a:lnTo>
                  <a:lnTo>
                    <a:pt x="1366" y="1110"/>
                  </a:lnTo>
                  <a:lnTo>
                    <a:pt x="1366" y="1110"/>
                  </a:lnTo>
                  <a:lnTo>
                    <a:pt x="1366" y="1110"/>
                  </a:lnTo>
                  <a:lnTo>
                    <a:pt x="1368" y="1110"/>
                  </a:lnTo>
                  <a:lnTo>
                    <a:pt x="1368" y="1110"/>
                  </a:lnTo>
                  <a:lnTo>
                    <a:pt x="1368" y="1110"/>
                  </a:lnTo>
                  <a:lnTo>
                    <a:pt x="1368" y="1108"/>
                  </a:lnTo>
                  <a:lnTo>
                    <a:pt x="1368" y="1108"/>
                  </a:lnTo>
                  <a:lnTo>
                    <a:pt x="1371" y="1108"/>
                  </a:lnTo>
                  <a:lnTo>
                    <a:pt x="1371" y="1108"/>
                  </a:lnTo>
                  <a:lnTo>
                    <a:pt x="1373" y="1108"/>
                  </a:lnTo>
                  <a:lnTo>
                    <a:pt x="1375" y="1108"/>
                  </a:lnTo>
                  <a:lnTo>
                    <a:pt x="1375" y="1108"/>
                  </a:lnTo>
                  <a:lnTo>
                    <a:pt x="1375" y="1108"/>
                  </a:lnTo>
                  <a:lnTo>
                    <a:pt x="1373" y="1105"/>
                  </a:lnTo>
                  <a:lnTo>
                    <a:pt x="1373" y="1105"/>
                  </a:lnTo>
                  <a:lnTo>
                    <a:pt x="1373" y="1105"/>
                  </a:lnTo>
                  <a:lnTo>
                    <a:pt x="1373" y="1105"/>
                  </a:lnTo>
                  <a:lnTo>
                    <a:pt x="1371" y="1105"/>
                  </a:lnTo>
                  <a:lnTo>
                    <a:pt x="1371" y="1105"/>
                  </a:lnTo>
                  <a:lnTo>
                    <a:pt x="1373" y="1103"/>
                  </a:lnTo>
                  <a:lnTo>
                    <a:pt x="1373" y="1105"/>
                  </a:lnTo>
                  <a:lnTo>
                    <a:pt x="1375" y="1105"/>
                  </a:lnTo>
                  <a:lnTo>
                    <a:pt x="1375" y="1105"/>
                  </a:lnTo>
                  <a:lnTo>
                    <a:pt x="1378" y="1105"/>
                  </a:lnTo>
                  <a:lnTo>
                    <a:pt x="1380" y="1103"/>
                  </a:lnTo>
                  <a:lnTo>
                    <a:pt x="1380" y="1101"/>
                  </a:lnTo>
                  <a:lnTo>
                    <a:pt x="1380" y="1101"/>
                  </a:lnTo>
                  <a:lnTo>
                    <a:pt x="1382" y="1103"/>
                  </a:lnTo>
                  <a:lnTo>
                    <a:pt x="1382" y="1103"/>
                  </a:lnTo>
                  <a:lnTo>
                    <a:pt x="1382" y="1101"/>
                  </a:lnTo>
                  <a:lnTo>
                    <a:pt x="1382" y="1101"/>
                  </a:lnTo>
                  <a:lnTo>
                    <a:pt x="1382" y="1101"/>
                  </a:lnTo>
                  <a:lnTo>
                    <a:pt x="1385" y="1103"/>
                  </a:lnTo>
                  <a:lnTo>
                    <a:pt x="1387" y="1103"/>
                  </a:lnTo>
                  <a:lnTo>
                    <a:pt x="1387" y="1105"/>
                  </a:lnTo>
                  <a:lnTo>
                    <a:pt x="1390" y="1105"/>
                  </a:lnTo>
                  <a:lnTo>
                    <a:pt x="1390" y="1108"/>
                  </a:lnTo>
                  <a:lnTo>
                    <a:pt x="1392" y="1113"/>
                  </a:lnTo>
                  <a:lnTo>
                    <a:pt x="1392" y="1113"/>
                  </a:lnTo>
                  <a:lnTo>
                    <a:pt x="1392" y="1115"/>
                  </a:lnTo>
                  <a:lnTo>
                    <a:pt x="1394" y="1117"/>
                  </a:lnTo>
                  <a:lnTo>
                    <a:pt x="1394" y="1120"/>
                  </a:lnTo>
                  <a:lnTo>
                    <a:pt x="1394" y="1122"/>
                  </a:lnTo>
                  <a:lnTo>
                    <a:pt x="1394" y="1124"/>
                  </a:lnTo>
                  <a:lnTo>
                    <a:pt x="1397" y="1127"/>
                  </a:lnTo>
                  <a:lnTo>
                    <a:pt x="1399" y="1129"/>
                  </a:lnTo>
                  <a:lnTo>
                    <a:pt x="1399" y="1134"/>
                  </a:lnTo>
                  <a:lnTo>
                    <a:pt x="1399" y="1136"/>
                  </a:lnTo>
                  <a:lnTo>
                    <a:pt x="1401" y="1136"/>
                  </a:lnTo>
                  <a:lnTo>
                    <a:pt x="1401" y="1139"/>
                  </a:lnTo>
                  <a:lnTo>
                    <a:pt x="1404" y="1141"/>
                  </a:lnTo>
                  <a:lnTo>
                    <a:pt x="1404" y="1141"/>
                  </a:lnTo>
                  <a:lnTo>
                    <a:pt x="1406" y="1141"/>
                  </a:lnTo>
                  <a:lnTo>
                    <a:pt x="1406" y="1141"/>
                  </a:lnTo>
                  <a:lnTo>
                    <a:pt x="1406" y="1139"/>
                  </a:lnTo>
                  <a:lnTo>
                    <a:pt x="1406" y="1136"/>
                  </a:lnTo>
                  <a:lnTo>
                    <a:pt x="1408" y="1136"/>
                  </a:lnTo>
                  <a:lnTo>
                    <a:pt x="1408" y="1136"/>
                  </a:lnTo>
                  <a:lnTo>
                    <a:pt x="1408" y="1136"/>
                  </a:lnTo>
                  <a:lnTo>
                    <a:pt x="1406" y="1136"/>
                  </a:lnTo>
                  <a:lnTo>
                    <a:pt x="1406" y="1134"/>
                  </a:lnTo>
                  <a:lnTo>
                    <a:pt x="1406" y="1134"/>
                  </a:lnTo>
                  <a:lnTo>
                    <a:pt x="1404" y="1134"/>
                  </a:lnTo>
                  <a:lnTo>
                    <a:pt x="1404" y="1134"/>
                  </a:lnTo>
                  <a:lnTo>
                    <a:pt x="1404" y="1136"/>
                  </a:lnTo>
                  <a:lnTo>
                    <a:pt x="1404" y="1136"/>
                  </a:lnTo>
                  <a:lnTo>
                    <a:pt x="1401" y="1136"/>
                  </a:lnTo>
                  <a:lnTo>
                    <a:pt x="1404" y="1131"/>
                  </a:lnTo>
                  <a:lnTo>
                    <a:pt x="1404" y="1131"/>
                  </a:lnTo>
                  <a:lnTo>
                    <a:pt x="1408" y="1129"/>
                  </a:lnTo>
                  <a:lnTo>
                    <a:pt x="1408" y="1127"/>
                  </a:lnTo>
                  <a:lnTo>
                    <a:pt x="1408" y="1127"/>
                  </a:lnTo>
                  <a:lnTo>
                    <a:pt x="1411" y="1127"/>
                  </a:lnTo>
                  <a:lnTo>
                    <a:pt x="1411" y="1124"/>
                  </a:lnTo>
                  <a:lnTo>
                    <a:pt x="1411" y="1124"/>
                  </a:lnTo>
                  <a:lnTo>
                    <a:pt x="1416" y="1120"/>
                  </a:lnTo>
                  <a:lnTo>
                    <a:pt x="1418" y="1120"/>
                  </a:lnTo>
                  <a:lnTo>
                    <a:pt x="1418" y="1122"/>
                  </a:lnTo>
                  <a:lnTo>
                    <a:pt x="1413" y="1124"/>
                  </a:lnTo>
                  <a:lnTo>
                    <a:pt x="1411" y="1129"/>
                  </a:lnTo>
                  <a:lnTo>
                    <a:pt x="1411" y="1131"/>
                  </a:lnTo>
                  <a:lnTo>
                    <a:pt x="1411" y="1131"/>
                  </a:lnTo>
                  <a:lnTo>
                    <a:pt x="1416" y="1131"/>
                  </a:lnTo>
                  <a:lnTo>
                    <a:pt x="1416" y="1131"/>
                  </a:lnTo>
                  <a:lnTo>
                    <a:pt x="1416" y="1131"/>
                  </a:lnTo>
                  <a:lnTo>
                    <a:pt x="1418" y="1129"/>
                  </a:lnTo>
                  <a:lnTo>
                    <a:pt x="1418" y="1127"/>
                  </a:lnTo>
                  <a:lnTo>
                    <a:pt x="1418" y="1127"/>
                  </a:lnTo>
                  <a:lnTo>
                    <a:pt x="1420" y="1127"/>
                  </a:lnTo>
                  <a:lnTo>
                    <a:pt x="1420" y="1127"/>
                  </a:lnTo>
                  <a:lnTo>
                    <a:pt x="1420" y="1129"/>
                  </a:lnTo>
                  <a:lnTo>
                    <a:pt x="1418" y="1129"/>
                  </a:lnTo>
                  <a:lnTo>
                    <a:pt x="1418" y="1131"/>
                  </a:lnTo>
                  <a:lnTo>
                    <a:pt x="1425" y="1129"/>
                  </a:lnTo>
                  <a:lnTo>
                    <a:pt x="1425" y="1127"/>
                  </a:lnTo>
                  <a:lnTo>
                    <a:pt x="1425" y="1127"/>
                  </a:lnTo>
                  <a:lnTo>
                    <a:pt x="1427" y="1127"/>
                  </a:lnTo>
                  <a:lnTo>
                    <a:pt x="1427" y="1127"/>
                  </a:lnTo>
                  <a:lnTo>
                    <a:pt x="1427" y="1129"/>
                  </a:lnTo>
                  <a:lnTo>
                    <a:pt x="1425" y="1129"/>
                  </a:lnTo>
                  <a:lnTo>
                    <a:pt x="1425" y="1129"/>
                  </a:lnTo>
                  <a:lnTo>
                    <a:pt x="1425" y="1131"/>
                  </a:lnTo>
                  <a:lnTo>
                    <a:pt x="1427" y="1134"/>
                  </a:lnTo>
                  <a:lnTo>
                    <a:pt x="1427" y="1134"/>
                  </a:lnTo>
                  <a:lnTo>
                    <a:pt x="1427" y="1134"/>
                  </a:lnTo>
                  <a:lnTo>
                    <a:pt x="1430" y="1134"/>
                  </a:lnTo>
                  <a:lnTo>
                    <a:pt x="1430" y="1134"/>
                  </a:lnTo>
                  <a:lnTo>
                    <a:pt x="1430" y="1134"/>
                  </a:lnTo>
                  <a:lnTo>
                    <a:pt x="1430" y="1136"/>
                  </a:lnTo>
                  <a:lnTo>
                    <a:pt x="1430" y="1136"/>
                  </a:lnTo>
                  <a:lnTo>
                    <a:pt x="1430" y="1139"/>
                  </a:lnTo>
                  <a:lnTo>
                    <a:pt x="1430" y="1139"/>
                  </a:lnTo>
                  <a:lnTo>
                    <a:pt x="1427" y="1141"/>
                  </a:lnTo>
                  <a:lnTo>
                    <a:pt x="1427" y="1139"/>
                  </a:lnTo>
                  <a:lnTo>
                    <a:pt x="1427" y="1139"/>
                  </a:lnTo>
                  <a:lnTo>
                    <a:pt x="1427" y="1136"/>
                  </a:lnTo>
                  <a:lnTo>
                    <a:pt x="1427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41"/>
                  </a:lnTo>
                  <a:lnTo>
                    <a:pt x="1423" y="1141"/>
                  </a:lnTo>
                  <a:lnTo>
                    <a:pt x="1420" y="1141"/>
                  </a:lnTo>
                  <a:lnTo>
                    <a:pt x="1420" y="1143"/>
                  </a:lnTo>
                  <a:lnTo>
                    <a:pt x="1420" y="1146"/>
                  </a:lnTo>
                  <a:lnTo>
                    <a:pt x="1423" y="1148"/>
                  </a:lnTo>
                  <a:lnTo>
                    <a:pt x="1423" y="1146"/>
                  </a:lnTo>
                  <a:lnTo>
                    <a:pt x="1425" y="1146"/>
                  </a:lnTo>
                  <a:lnTo>
                    <a:pt x="1425" y="1146"/>
                  </a:lnTo>
                  <a:lnTo>
                    <a:pt x="1425" y="1146"/>
                  </a:lnTo>
                  <a:lnTo>
                    <a:pt x="1425" y="1148"/>
                  </a:lnTo>
                  <a:lnTo>
                    <a:pt x="1427" y="1148"/>
                  </a:lnTo>
                  <a:lnTo>
                    <a:pt x="1427" y="1148"/>
                  </a:lnTo>
                  <a:lnTo>
                    <a:pt x="1427" y="1148"/>
                  </a:lnTo>
                  <a:lnTo>
                    <a:pt x="1430" y="1148"/>
                  </a:lnTo>
                  <a:lnTo>
                    <a:pt x="1430" y="1146"/>
                  </a:lnTo>
                  <a:lnTo>
                    <a:pt x="1432" y="1143"/>
                  </a:lnTo>
                  <a:lnTo>
                    <a:pt x="1432" y="1143"/>
                  </a:lnTo>
                  <a:lnTo>
                    <a:pt x="1432" y="1143"/>
                  </a:lnTo>
                  <a:lnTo>
                    <a:pt x="1432" y="1146"/>
                  </a:lnTo>
                  <a:lnTo>
                    <a:pt x="1432" y="1146"/>
                  </a:lnTo>
                  <a:lnTo>
                    <a:pt x="1432" y="1148"/>
                  </a:lnTo>
                  <a:lnTo>
                    <a:pt x="1432" y="1148"/>
                  </a:lnTo>
                  <a:lnTo>
                    <a:pt x="1435" y="1148"/>
                  </a:lnTo>
                  <a:lnTo>
                    <a:pt x="1439" y="1148"/>
                  </a:lnTo>
                  <a:lnTo>
                    <a:pt x="1439" y="1148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7" y="1143"/>
                  </a:lnTo>
                  <a:lnTo>
                    <a:pt x="1439" y="1141"/>
                  </a:lnTo>
                  <a:lnTo>
                    <a:pt x="1439" y="1141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9" y="1141"/>
                  </a:lnTo>
                  <a:lnTo>
                    <a:pt x="1439" y="1141"/>
                  </a:lnTo>
                  <a:lnTo>
                    <a:pt x="1442" y="1139"/>
                  </a:lnTo>
                  <a:lnTo>
                    <a:pt x="1439" y="1136"/>
                  </a:lnTo>
                  <a:lnTo>
                    <a:pt x="1439" y="1136"/>
                  </a:lnTo>
                  <a:lnTo>
                    <a:pt x="1439" y="1136"/>
                  </a:lnTo>
                  <a:lnTo>
                    <a:pt x="1437" y="1139"/>
                  </a:lnTo>
                  <a:lnTo>
                    <a:pt x="1437" y="1136"/>
                  </a:lnTo>
                  <a:lnTo>
                    <a:pt x="1437" y="1136"/>
                  </a:lnTo>
                  <a:lnTo>
                    <a:pt x="1442" y="1134"/>
                  </a:lnTo>
                  <a:lnTo>
                    <a:pt x="1442" y="1134"/>
                  </a:lnTo>
                  <a:lnTo>
                    <a:pt x="1442" y="1134"/>
                  </a:lnTo>
                  <a:lnTo>
                    <a:pt x="1444" y="1134"/>
                  </a:lnTo>
                  <a:lnTo>
                    <a:pt x="1444" y="1134"/>
                  </a:lnTo>
                  <a:lnTo>
                    <a:pt x="1444" y="1136"/>
                  </a:lnTo>
                  <a:lnTo>
                    <a:pt x="1444" y="1136"/>
                  </a:lnTo>
                  <a:lnTo>
                    <a:pt x="1451" y="1134"/>
                  </a:lnTo>
                  <a:lnTo>
                    <a:pt x="1449" y="1136"/>
                  </a:lnTo>
                  <a:lnTo>
                    <a:pt x="1451" y="1136"/>
                  </a:lnTo>
                  <a:lnTo>
                    <a:pt x="1451" y="1139"/>
                  </a:lnTo>
                  <a:lnTo>
                    <a:pt x="1451" y="1139"/>
                  </a:lnTo>
                  <a:lnTo>
                    <a:pt x="1451" y="1139"/>
                  </a:lnTo>
                  <a:lnTo>
                    <a:pt x="1446" y="1139"/>
                  </a:lnTo>
                  <a:lnTo>
                    <a:pt x="1444" y="1139"/>
                  </a:lnTo>
                  <a:lnTo>
                    <a:pt x="1442" y="1136"/>
                  </a:lnTo>
                  <a:lnTo>
                    <a:pt x="1442" y="1139"/>
                  </a:lnTo>
                  <a:lnTo>
                    <a:pt x="1442" y="1143"/>
                  </a:lnTo>
                  <a:lnTo>
                    <a:pt x="1439" y="1143"/>
                  </a:lnTo>
                  <a:lnTo>
                    <a:pt x="1439" y="1146"/>
                  </a:lnTo>
                  <a:lnTo>
                    <a:pt x="1439" y="1146"/>
                  </a:lnTo>
                  <a:lnTo>
                    <a:pt x="1442" y="1148"/>
                  </a:lnTo>
                  <a:lnTo>
                    <a:pt x="1442" y="1150"/>
                  </a:lnTo>
                  <a:lnTo>
                    <a:pt x="1449" y="1153"/>
                  </a:lnTo>
                  <a:lnTo>
                    <a:pt x="1451" y="1155"/>
                  </a:lnTo>
                  <a:lnTo>
                    <a:pt x="1451" y="1155"/>
                  </a:lnTo>
                  <a:lnTo>
                    <a:pt x="1451" y="1158"/>
                  </a:lnTo>
                  <a:lnTo>
                    <a:pt x="1453" y="1158"/>
                  </a:lnTo>
                  <a:lnTo>
                    <a:pt x="1453" y="1158"/>
                  </a:lnTo>
                  <a:lnTo>
                    <a:pt x="1458" y="1155"/>
                  </a:lnTo>
                  <a:lnTo>
                    <a:pt x="1461" y="1155"/>
                  </a:lnTo>
                  <a:lnTo>
                    <a:pt x="1463" y="1155"/>
                  </a:lnTo>
                  <a:lnTo>
                    <a:pt x="1468" y="1155"/>
                  </a:lnTo>
                  <a:lnTo>
                    <a:pt x="1468" y="1158"/>
                  </a:lnTo>
                  <a:lnTo>
                    <a:pt x="1468" y="1158"/>
                  </a:lnTo>
                  <a:lnTo>
                    <a:pt x="1470" y="1158"/>
                  </a:lnTo>
                  <a:lnTo>
                    <a:pt x="1470" y="1158"/>
                  </a:lnTo>
                  <a:lnTo>
                    <a:pt x="1470" y="1158"/>
                  </a:lnTo>
                  <a:lnTo>
                    <a:pt x="1472" y="1158"/>
                  </a:lnTo>
                  <a:lnTo>
                    <a:pt x="1475" y="1160"/>
                  </a:lnTo>
                  <a:lnTo>
                    <a:pt x="1477" y="1160"/>
                  </a:lnTo>
                  <a:lnTo>
                    <a:pt x="1482" y="1165"/>
                  </a:lnTo>
                  <a:lnTo>
                    <a:pt x="1484" y="1165"/>
                  </a:lnTo>
                  <a:lnTo>
                    <a:pt x="1484" y="1165"/>
                  </a:lnTo>
                  <a:lnTo>
                    <a:pt x="1487" y="1169"/>
                  </a:lnTo>
                  <a:lnTo>
                    <a:pt x="1487" y="1169"/>
                  </a:lnTo>
                  <a:lnTo>
                    <a:pt x="1487" y="1172"/>
                  </a:lnTo>
                  <a:lnTo>
                    <a:pt x="1487" y="1172"/>
                  </a:lnTo>
                  <a:lnTo>
                    <a:pt x="1487" y="1172"/>
                  </a:lnTo>
                  <a:lnTo>
                    <a:pt x="1487" y="1174"/>
                  </a:lnTo>
                  <a:lnTo>
                    <a:pt x="1487" y="1174"/>
                  </a:lnTo>
                  <a:lnTo>
                    <a:pt x="1487" y="1176"/>
                  </a:lnTo>
                  <a:lnTo>
                    <a:pt x="1487" y="1176"/>
                  </a:lnTo>
                  <a:lnTo>
                    <a:pt x="1484" y="1176"/>
                  </a:lnTo>
                  <a:lnTo>
                    <a:pt x="1482" y="1179"/>
                  </a:lnTo>
                  <a:lnTo>
                    <a:pt x="1482" y="1179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79" y="1184"/>
                  </a:lnTo>
                  <a:lnTo>
                    <a:pt x="1479" y="1186"/>
                  </a:lnTo>
                  <a:lnTo>
                    <a:pt x="1479" y="1186"/>
                  </a:lnTo>
                  <a:lnTo>
                    <a:pt x="1479" y="1186"/>
                  </a:lnTo>
                  <a:lnTo>
                    <a:pt x="1477" y="1188"/>
                  </a:lnTo>
                  <a:lnTo>
                    <a:pt x="1475" y="1188"/>
                  </a:lnTo>
                  <a:lnTo>
                    <a:pt x="1472" y="1186"/>
                  </a:lnTo>
                  <a:lnTo>
                    <a:pt x="1472" y="1186"/>
                  </a:lnTo>
                  <a:lnTo>
                    <a:pt x="1463" y="1186"/>
                  </a:lnTo>
                  <a:lnTo>
                    <a:pt x="1461" y="1191"/>
                  </a:lnTo>
                  <a:lnTo>
                    <a:pt x="1458" y="1193"/>
                  </a:lnTo>
                  <a:lnTo>
                    <a:pt x="1458" y="1193"/>
                  </a:lnTo>
                  <a:lnTo>
                    <a:pt x="1458" y="1193"/>
                  </a:lnTo>
                  <a:lnTo>
                    <a:pt x="1458" y="1195"/>
                  </a:lnTo>
                  <a:lnTo>
                    <a:pt x="1461" y="1195"/>
                  </a:lnTo>
                  <a:lnTo>
                    <a:pt x="1461" y="1198"/>
                  </a:lnTo>
                  <a:lnTo>
                    <a:pt x="1461" y="1198"/>
                  </a:lnTo>
                  <a:lnTo>
                    <a:pt x="1461" y="1200"/>
                  </a:lnTo>
                  <a:lnTo>
                    <a:pt x="1461" y="1202"/>
                  </a:lnTo>
                  <a:lnTo>
                    <a:pt x="1463" y="1202"/>
                  </a:lnTo>
                  <a:lnTo>
                    <a:pt x="1465" y="1202"/>
                  </a:lnTo>
                  <a:lnTo>
                    <a:pt x="1465" y="1202"/>
                  </a:lnTo>
                  <a:lnTo>
                    <a:pt x="1465" y="1202"/>
                  </a:lnTo>
                  <a:lnTo>
                    <a:pt x="1468" y="1205"/>
                  </a:lnTo>
                  <a:lnTo>
                    <a:pt x="1468" y="1210"/>
                  </a:lnTo>
                  <a:lnTo>
                    <a:pt x="1465" y="1214"/>
                  </a:lnTo>
                  <a:lnTo>
                    <a:pt x="1468" y="1217"/>
                  </a:lnTo>
                  <a:lnTo>
                    <a:pt x="1470" y="1221"/>
                  </a:lnTo>
                  <a:lnTo>
                    <a:pt x="1472" y="1221"/>
                  </a:lnTo>
                  <a:lnTo>
                    <a:pt x="1479" y="1217"/>
                  </a:lnTo>
                  <a:lnTo>
                    <a:pt x="1487" y="1207"/>
                  </a:lnTo>
                  <a:lnTo>
                    <a:pt x="1487" y="1205"/>
                  </a:lnTo>
                  <a:lnTo>
                    <a:pt x="1487" y="1202"/>
                  </a:lnTo>
                  <a:lnTo>
                    <a:pt x="1487" y="1202"/>
                  </a:lnTo>
                  <a:lnTo>
                    <a:pt x="1491" y="1200"/>
                  </a:lnTo>
                  <a:lnTo>
                    <a:pt x="1491" y="1195"/>
                  </a:lnTo>
                  <a:lnTo>
                    <a:pt x="1494" y="1193"/>
                  </a:lnTo>
                  <a:lnTo>
                    <a:pt x="1496" y="1191"/>
                  </a:lnTo>
                  <a:lnTo>
                    <a:pt x="1496" y="1188"/>
                  </a:lnTo>
                  <a:lnTo>
                    <a:pt x="1494" y="1186"/>
                  </a:lnTo>
                  <a:lnTo>
                    <a:pt x="1491" y="1184"/>
                  </a:lnTo>
                  <a:lnTo>
                    <a:pt x="1494" y="1181"/>
                  </a:lnTo>
                  <a:lnTo>
                    <a:pt x="1494" y="1181"/>
                  </a:lnTo>
                  <a:lnTo>
                    <a:pt x="1494" y="1181"/>
                  </a:lnTo>
                  <a:lnTo>
                    <a:pt x="1494" y="1181"/>
                  </a:lnTo>
                  <a:lnTo>
                    <a:pt x="1496" y="1181"/>
                  </a:lnTo>
                  <a:lnTo>
                    <a:pt x="1496" y="1181"/>
                  </a:lnTo>
                  <a:lnTo>
                    <a:pt x="1498" y="1184"/>
                  </a:lnTo>
                  <a:lnTo>
                    <a:pt x="1498" y="1184"/>
                  </a:lnTo>
                  <a:lnTo>
                    <a:pt x="1498" y="1184"/>
                  </a:lnTo>
                  <a:lnTo>
                    <a:pt x="1503" y="1186"/>
                  </a:lnTo>
                  <a:lnTo>
                    <a:pt x="1505" y="1186"/>
                  </a:lnTo>
                  <a:lnTo>
                    <a:pt x="1508" y="1188"/>
                  </a:lnTo>
                  <a:lnTo>
                    <a:pt x="1508" y="1188"/>
                  </a:lnTo>
                  <a:lnTo>
                    <a:pt x="1508" y="1188"/>
                  </a:lnTo>
                  <a:lnTo>
                    <a:pt x="1510" y="1186"/>
                  </a:lnTo>
                  <a:lnTo>
                    <a:pt x="1510" y="1186"/>
                  </a:lnTo>
                  <a:lnTo>
                    <a:pt x="1510" y="1184"/>
                  </a:lnTo>
                  <a:lnTo>
                    <a:pt x="1508" y="1181"/>
                  </a:lnTo>
                  <a:lnTo>
                    <a:pt x="1508" y="1179"/>
                  </a:lnTo>
                  <a:lnTo>
                    <a:pt x="1508" y="1179"/>
                  </a:lnTo>
                  <a:lnTo>
                    <a:pt x="1508" y="1179"/>
                  </a:lnTo>
                  <a:lnTo>
                    <a:pt x="1508" y="1176"/>
                  </a:lnTo>
                  <a:lnTo>
                    <a:pt x="1508" y="1176"/>
                  </a:lnTo>
                  <a:lnTo>
                    <a:pt x="1508" y="1176"/>
                  </a:lnTo>
                  <a:lnTo>
                    <a:pt x="1508" y="1174"/>
                  </a:lnTo>
                  <a:lnTo>
                    <a:pt x="1508" y="1174"/>
                  </a:lnTo>
                  <a:lnTo>
                    <a:pt x="1508" y="1172"/>
                  </a:lnTo>
                  <a:lnTo>
                    <a:pt x="1508" y="1172"/>
                  </a:lnTo>
                  <a:lnTo>
                    <a:pt x="1510" y="1172"/>
                  </a:lnTo>
                  <a:lnTo>
                    <a:pt x="1510" y="1172"/>
                  </a:lnTo>
                  <a:lnTo>
                    <a:pt x="1510" y="1169"/>
                  </a:lnTo>
                  <a:lnTo>
                    <a:pt x="1510" y="1169"/>
                  </a:lnTo>
                  <a:lnTo>
                    <a:pt x="1513" y="1169"/>
                  </a:lnTo>
                  <a:lnTo>
                    <a:pt x="1513" y="1167"/>
                  </a:lnTo>
                  <a:lnTo>
                    <a:pt x="1513" y="1167"/>
                  </a:lnTo>
                  <a:lnTo>
                    <a:pt x="1515" y="1169"/>
                  </a:lnTo>
                  <a:lnTo>
                    <a:pt x="1517" y="1169"/>
                  </a:lnTo>
                  <a:lnTo>
                    <a:pt x="1517" y="1169"/>
                  </a:lnTo>
                  <a:lnTo>
                    <a:pt x="1517" y="1169"/>
                  </a:lnTo>
                  <a:lnTo>
                    <a:pt x="1520" y="1172"/>
                  </a:lnTo>
                  <a:lnTo>
                    <a:pt x="1520" y="1172"/>
                  </a:lnTo>
                  <a:lnTo>
                    <a:pt x="1520" y="1172"/>
                  </a:lnTo>
                  <a:lnTo>
                    <a:pt x="1517" y="1174"/>
                  </a:lnTo>
                  <a:lnTo>
                    <a:pt x="1517" y="1174"/>
                  </a:lnTo>
                  <a:lnTo>
                    <a:pt x="1515" y="1174"/>
                  </a:lnTo>
                  <a:lnTo>
                    <a:pt x="1515" y="1174"/>
                  </a:lnTo>
                  <a:lnTo>
                    <a:pt x="1515" y="1174"/>
                  </a:lnTo>
                  <a:lnTo>
                    <a:pt x="1517" y="1172"/>
                  </a:lnTo>
                  <a:lnTo>
                    <a:pt x="1513" y="1176"/>
                  </a:lnTo>
                  <a:lnTo>
                    <a:pt x="1510" y="1176"/>
                  </a:lnTo>
                  <a:lnTo>
                    <a:pt x="1510" y="1179"/>
                  </a:lnTo>
                  <a:lnTo>
                    <a:pt x="1510" y="1181"/>
                  </a:lnTo>
                  <a:lnTo>
                    <a:pt x="1510" y="1181"/>
                  </a:lnTo>
                  <a:lnTo>
                    <a:pt x="1513" y="1181"/>
                  </a:lnTo>
                  <a:lnTo>
                    <a:pt x="1513" y="1179"/>
                  </a:lnTo>
                  <a:lnTo>
                    <a:pt x="1515" y="1179"/>
                  </a:lnTo>
                  <a:lnTo>
                    <a:pt x="1510" y="1184"/>
                  </a:lnTo>
                  <a:lnTo>
                    <a:pt x="1513" y="1184"/>
                  </a:lnTo>
                  <a:lnTo>
                    <a:pt x="1515" y="1179"/>
                  </a:lnTo>
                  <a:lnTo>
                    <a:pt x="1515" y="1179"/>
                  </a:lnTo>
                  <a:lnTo>
                    <a:pt x="1515" y="1181"/>
                  </a:lnTo>
                  <a:lnTo>
                    <a:pt x="1513" y="1184"/>
                  </a:lnTo>
                  <a:lnTo>
                    <a:pt x="1510" y="1186"/>
                  </a:lnTo>
                  <a:lnTo>
                    <a:pt x="1515" y="1184"/>
                  </a:lnTo>
                  <a:lnTo>
                    <a:pt x="1520" y="1179"/>
                  </a:lnTo>
                  <a:lnTo>
                    <a:pt x="1520" y="1179"/>
                  </a:lnTo>
                  <a:lnTo>
                    <a:pt x="1522" y="1179"/>
                  </a:lnTo>
                  <a:lnTo>
                    <a:pt x="1522" y="1179"/>
                  </a:lnTo>
                  <a:lnTo>
                    <a:pt x="1522" y="1181"/>
                  </a:lnTo>
                  <a:lnTo>
                    <a:pt x="1522" y="1181"/>
                  </a:lnTo>
                  <a:lnTo>
                    <a:pt x="1522" y="1181"/>
                  </a:lnTo>
                  <a:lnTo>
                    <a:pt x="1522" y="1184"/>
                  </a:lnTo>
                  <a:lnTo>
                    <a:pt x="1522" y="1184"/>
                  </a:lnTo>
                  <a:lnTo>
                    <a:pt x="1522" y="1186"/>
                  </a:lnTo>
                  <a:lnTo>
                    <a:pt x="1522" y="1186"/>
                  </a:lnTo>
                  <a:lnTo>
                    <a:pt x="1520" y="1188"/>
                  </a:lnTo>
                  <a:lnTo>
                    <a:pt x="1520" y="1188"/>
                  </a:lnTo>
                  <a:lnTo>
                    <a:pt x="1520" y="1191"/>
                  </a:lnTo>
                  <a:lnTo>
                    <a:pt x="1517" y="1191"/>
                  </a:lnTo>
                  <a:lnTo>
                    <a:pt x="1517" y="1193"/>
                  </a:lnTo>
                  <a:lnTo>
                    <a:pt x="1517" y="1193"/>
                  </a:lnTo>
                  <a:lnTo>
                    <a:pt x="1520" y="1193"/>
                  </a:lnTo>
                  <a:lnTo>
                    <a:pt x="1522" y="1191"/>
                  </a:lnTo>
                  <a:lnTo>
                    <a:pt x="1522" y="1193"/>
                  </a:lnTo>
                  <a:lnTo>
                    <a:pt x="1522" y="1193"/>
                  </a:lnTo>
                  <a:lnTo>
                    <a:pt x="1522" y="1193"/>
                  </a:lnTo>
                  <a:lnTo>
                    <a:pt x="1522" y="1193"/>
                  </a:lnTo>
                  <a:lnTo>
                    <a:pt x="1527" y="1191"/>
                  </a:lnTo>
                  <a:lnTo>
                    <a:pt x="1527" y="1188"/>
                  </a:lnTo>
                  <a:lnTo>
                    <a:pt x="1527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6"/>
                  </a:lnTo>
                  <a:lnTo>
                    <a:pt x="1524" y="1186"/>
                  </a:lnTo>
                  <a:lnTo>
                    <a:pt x="1524" y="1186"/>
                  </a:lnTo>
                  <a:lnTo>
                    <a:pt x="1527" y="1186"/>
                  </a:lnTo>
                  <a:lnTo>
                    <a:pt x="1527" y="1186"/>
                  </a:lnTo>
                  <a:lnTo>
                    <a:pt x="1529" y="1186"/>
                  </a:lnTo>
                  <a:lnTo>
                    <a:pt x="1529" y="1188"/>
                  </a:lnTo>
                  <a:lnTo>
                    <a:pt x="1529" y="1188"/>
                  </a:lnTo>
                  <a:lnTo>
                    <a:pt x="1529" y="1191"/>
                  </a:lnTo>
                  <a:lnTo>
                    <a:pt x="1527" y="1193"/>
                  </a:lnTo>
                  <a:lnTo>
                    <a:pt x="1527" y="1193"/>
                  </a:lnTo>
                  <a:lnTo>
                    <a:pt x="1527" y="1193"/>
                  </a:lnTo>
                  <a:lnTo>
                    <a:pt x="1527" y="1195"/>
                  </a:lnTo>
                  <a:lnTo>
                    <a:pt x="1527" y="1195"/>
                  </a:lnTo>
                  <a:lnTo>
                    <a:pt x="1529" y="1198"/>
                  </a:lnTo>
                  <a:lnTo>
                    <a:pt x="1534" y="1198"/>
                  </a:lnTo>
                  <a:lnTo>
                    <a:pt x="1534" y="1200"/>
                  </a:lnTo>
                  <a:lnTo>
                    <a:pt x="1534" y="1198"/>
                  </a:lnTo>
                  <a:lnTo>
                    <a:pt x="1536" y="1200"/>
                  </a:lnTo>
                  <a:lnTo>
                    <a:pt x="1536" y="1200"/>
                  </a:lnTo>
                  <a:lnTo>
                    <a:pt x="1536" y="1202"/>
                  </a:lnTo>
                  <a:lnTo>
                    <a:pt x="1539" y="1202"/>
                  </a:lnTo>
                  <a:lnTo>
                    <a:pt x="1539" y="1205"/>
                  </a:lnTo>
                  <a:lnTo>
                    <a:pt x="1541" y="1205"/>
                  </a:lnTo>
                  <a:lnTo>
                    <a:pt x="1541" y="1205"/>
                  </a:lnTo>
                  <a:lnTo>
                    <a:pt x="1543" y="1205"/>
                  </a:lnTo>
                  <a:lnTo>
                    <a:pt x="1543" y="1205"/>
                  </a:lnTo>
                  <a:lnTo>
                    <a:pt x="1543" y="1205"/>
                  </a:lnTo>
                  <a:lnTo>
                    <a:pt x="1543" y="1207"/>
                  </a:lnTo>
                  <a:lnTo>
                    <a:pt x="1543" y="1207"/>
                  </a:lnTo>
                  <a:lnTo>
                    <a:pt x="1546" y="1207"/>
                  </a:lnTo>
                  <a:lnTo>
                    <a:pt x="1548" y="1207"/>
                  </a:lnTo>
                  <a:lnTo>
                    <a:pt x="1550" y="1207"/>
                  </a:lnTo>
                  <a:lnTo>
                    <a:pt x="1550" y="1207"/>
                  </a:lnTo>
                  <a:lnTo>
                    <a:pt x="1550" y="1207"/>
                  </a:lnTo>
                  <a:lnTo>
                    <a:pt x="1553" y="1205"/>
                  </a:lnTo>
                  <a:lnTo>
                    <a:pt x="1558" y="1202"/>
                  </a:lnTo>
                  <a:lnTo>
                    <a:pt x="1558" y="1205"/>
                  </a:lnTo>
                  <a:lnTo>
                    <a:pt x="1558" y="1207"/>
                  </a:lnTo>
                  <a:lnTo>
                    <a:pt x="1558" y="1207"/>
                  </a:lnTo>
                  <a:lnTo>
                    <a:pt x="1558" y="1207"/>
                  </a:lnTo>
                  <a:lnTo>
                    <a:pt x="1560" y="1205"/>
                  </a:lnTo>
                  <a:lnTo>
                    <a:pt x="1560" y="1205"/>
                  </a:lnTo>
                  <a:lnTo>
                    <a:pt x="1560" y="1202"/>
                  </a:lnTo>
                  <a:lnTo>
                    <a:pt x="1560" y="1202"/>
                  </a:lnTo>
                  <a:lnTo>
                    <a:pt x="1560" y="1200"/>
                  </a:lnTo>
                  <a:lnTo>
                    <a:pt x="1560" y="1200"/>
                  </a:lnTo>
                  <a:lnTo>
                    <a:pt x="1558" y="1200"/>
                  </a:lnTo>
                  <a:lnTo>
                    <a:pt x="1558" y="1200"/>
                  </a:lnTo>
                  <a:lnTo>
                    <a:pt x="1555" y="1198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0" y="1195"/>
                  </a:lnTo>
                  <a:lnTo>
                    <a:pt x="1550" y="1195"/>
                  </a:lnTo>
                  <a:lnTo>
                    <a:pt x="1550" y="1193"/>
                  </a:lnTo>
                  <a:lnTo>
                    <a:pt x="1550" y="1193"/>
                  </a:lnTo>
                  <a:lnTo>
                    <a:pt x="1550" y="1193"/>
                  </a:lnTo>
                  <a:lnTo>
                    <a:pt x="1548" y="1193"/>
                  </a:lnTo>
                  <a:lnTo>
                    <a:pt x="1548" y="1191"/>
                  </a:lnTo>
                  <a:lnTo>
                    <a:pt x="1546" y="1193"/>
                  </a:lnTo>
                  <a:lnTo>
                    <a:pt x="1546" y="1193"/>
                  </a:lnTo>
                  <a:lnTo>
                    <a:pt x="1546" y="1191"/>
                  </a:lnTo>
                  <a:lnTo>
                    <a:pt x="1543" y="1191"/>
                  </a:lnTo>
                  <a:lnTo>
                    <a:pt x="1543" y="1191"/>
                  </a:lnTo>
                  <a:lnTo>
                    <a:pt x="1543" y="1191"/>
                  </a:lnTo>
                  <a:lnTo>
                    <a:pt x="1546" y="1188"/>
                  </a:lnTo>
                  <a:lnTo>
                    <a:pt x="1546" y="1188"/>
                  </a:lnTo>
                  <a:lnTo>
                    <a:pt x="1546" y="1188"/>
                  </a:lnTo>
                  <a:lnTo>
                    <a:pt x="1548" y="1188"/>
                  </a:lnTo>
                  <a:lnTo>
                    <a:pt x="1548" y="1188"/>
                  </a:lnTo>
                  <a:lnTo>
                    <a:pt x="1550" y="1188"/>
                  </a:lnTo>
                  <a:lnTo>
                    <a:pt x="1550" y="1188"/>
                  </a:lnTo>
                  <a:lnTo>
                    <a:pt x="1550" y="1188"/>
                  </a:lnTo>
                  <a:lnTo>
                    <a:pt x="1550" y="1188"/>
                  </a:lnTo>
                  <a:lnTo>
                    <a:pt x="1553" y="1188"/>
                  </a:lnTo>
                  <a:lnTo>
                    <a:pt x="1553" y="1188"/>
                  </a:lnTo>
                  <a:lnTo>
                    <a:pt x="1555" y="1188"/>
                  </a:lnTo>
                  <a:lnTo>
                    <a:pt x="1560" y="1188"/>
                  </a:lnTo>
                  <a:lnTo>
                    <a:pt x="1558" y="1188"/>
                  </a:lnTo>
                  <a:lnTo>
                    <a:pt x="1558" y="1191"/>
                  </a:lnTo>
                  <a:lnTo>
                    <a:pt x="1558" y="1191"/>
                  </a:lnTo>
                  <a:lnTo>
                    <a:pt x="1560" y="1191"/>
                  </a:lnTo>
                  <a:lnTo>
                    <a:pt x="1562" y="1191"/>
                  </a:lnTo>
                  <a:lnTo>
                    <a:pt x="1560" y="1191"/>
                  </a:lnTo>
                  <a:lnTo>
                    <a:pt x="1560" y="1195"/>
                  </a:lnTo>
                  <a:lnTo>
                    <a:pt x="1560" y="1195"/>
                  </a:lnTo>
                  <a:lnTo>
                    <a:pt x="1560" y="1193"/>
                  </a:lnTo>
                  <a:lnTo>
                    <a:pt x="1562" y="1193"/>
                  </a:lnTo>
                  <a:lnTo>
                    <a:pt x="1562" y="1193"/>
                  </a:lnTo>
                  <a:lnTo>
                    <a:pt x="1562" y="1193"/>
                  </a:lnTo>
                  <a:lnTo>
                    <a:pt x="1562" y="1195"/>
                  </a:lnTo>
                  <a:lnTo>
                    <a:pt x="1562" y="1198"/>
                  </a:lnTo>
                  <a:lnTo>
                    <a:pt x="1562" y="1198"/>
                  </a:lnTo>
                  <a:lnTo>
                    <a:pt x="1565" y="1200"/>
                  </a:lnTo>
                  <a:lnTo>
                    <a:pt x="1565" y="1200"/>
                  </a:lnTo>
                  <a:lnTo>
                    <a:pt x="1565" y="1202"/>
                  </a:lnTo>
                  <a:lnTo>
                    <a:pt x="1565" y="1202"/>
                  </a:lnTo>
                  <a:lnTo>
                    <a:pt x="1562" y="1205"/>
                  </a:lnTo>
                  <a:lnTo>
                    <a:pt x="1562" y="1205"/>
                  </a:lnTo>
                  <a:lnTo>
                    <a:pt x="1562" y="1205"/>
                  </a:lnTo>
                  <a:lnTo>
                    <a:pt x="1562" y="1207"/>
                  </a:lnTo>
                  <a:lnTo>
                    <a:pt x="1562" y="1210"/>
                  </a:lnTo>
                  <a:lnTo>
                    <a:pt x="1562" y="1212"/>
                  </a:lnTo>
                  <a:lnTo>
                    <a:pt x="1562" y="1212"/>
                  </a:lnTo>
                  <a:lnTo>
                    <a:pt x="1562" y="1214"/>
                  </a:lnTo>
                  <a:lnTo>
                    <a:pt x="1565" y="1214"/>
                  </a:lnTo>
                  <a:lnTo>
                    <a:pt x="1565" y="1214"/>
                  </a:lnTo>
                  <a:lnTo>
                    <a:pt x="1567" y="1214"/>
                  </a:lnTo>
                  <a:lnTo>
                    <a:pt x="1569" y="1217"/>
                  </a:lnTo>
                  <a:lnTo>
                    <a:pt x="1569" y="1217"/>
                  </a:lnTo>
                  <a:lnTo>
                    <a:pt x="1574" y="1219"/>
                  </a:lnTo>
                  <a:lnTo>
                    <a:pt x="1574" y="1219"/>
                  </a:lnTo>
                  <a:lnTo>
                    <a:pt x="1576" y="1219"/>
                  </a:lnTo>
                  <a:lnTo>
                    <a:pt x="1579" y="1219"/>
                  </a:lnTo>
                  <a:lnTo>
                    <a:pt x="1579" y="1219"/>
                  </a:lnTo>
                  <a:lnTo>
                    <a:pt x="1579" y="1219"/>
                  </a:lnTo>
                  <a:lnTo>
                    <a:pt x="1576" y="1219"/>
                  </a:lnTo>
                  <a:lnTo>
                    <a:pt x="1576" y="1219"/>
                  </a:lnTo>
                  <a:lnTo>
                    <a:pt x="1576" y="1219"/>
                  </a:lnTo>
                  <a:lnTo>
                    <a:pt x="1576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4"/>
                  </a:lnTo>
                  <a:lnTo>
                    <a:pt x="1579" y="1224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19"/>
                  </a:lnTo>
                  <a:lnTo>
                    <a:pt x="1581" y="1219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4" y="1212"/>
                  </a:lnTo>
                  <a:lnTo>
                    <a:pt x="1584" y="1212"/>
                  </a:lnTo>
                  <a:lnTo>
                    <a:pt x="1584" y="1212"/>
                  </a:lnTo>
                  <a:lnTo>
                    <a:pt x="1584" y="1210"/>
                  </a:lnTo>
                  <a:lnTo>
                    <a:pt x="1584" y="1210"/>
                  </a:lnTo>
                  <a:lnTo>
                    <a:pt x="1584" y="1210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6" y="1207"/>
                  </a:lnTo>
                  <a:lnTo>
                    <a:pt x="1586" y="1207"/>
                  </a:lnTo>
                  <a:lnTo>
                    <a:pt x="1586" y="1207"/>
                  </a:lnTo>
                  <a:lnTo>
                    <a:pt x="1584" y="1210"/>
                  </a:lnTo>
                  <a:lnTo>
                    <a:pt x="1584" y="1210"/>
                  </a:lnTo>
                  <a:lnTo>
                    <a:pt x="1586" y="1210"/>
                  </a:lnTo>
                  <a:lnTo>
                    <a:pt x="1586" y="1212"/>
                  </a:lnTo>
                  <a:lnTo>
                    <a:pt x="1586" y="1212"/>
                  </a:lnTo>
                  <a:lnTo>
                    <a:pt x="1586" y="1212"/>
                  </a:lnTo>
                  <a:lnTo>
                    <a:pt x="1586" y="1212"/>
                  </a:lnTo>
                  <a:lnTo>
                    <a:pt x="1586" y="1214"/>
                  </a:lnTo>
                  <a:lnTo>
                    <a:pt x="1586" y="1214"/>
                  </a:lnTo>
                  <a:lnTo>
                    <a:pt x="1584" y="1214"/>
                  </a:lnTo>
                  <a:lnTo>
                    <a:pt x="1584" y="1214"/>
                  </a:lnTo>
                  <a:lnTo>
                    <a:pt x="1584" y="1214"/>
                  </a:lnTo>
                  <a:lnTo>
                    <a:pt x="1584" y="1214"/>
                  </a:lnTo>
                  <a:lnTo>
                    <a:pt x="1584" y="1217"/>
                  </a:lnTo>
                  <a:lnTo>
                    <a:pt x="1584" y="1217"/>
                  </a:lnTo>
                  <a:lnTo>
                    <a:pt x="1584" y="1217"/>
                  </a:lnTo>
                  <a:lnTo>
                    <a:pt x="1584" y="1217"/>
                  </a:lnTo>
                  <a:lnTo>
                    <a:pt x="1581" y="1219"/>
                  </a:lnTo>
                  <a:lnTo>
                    <a:pt x="1581" y="1219"/>
                  </a:lnTo>
                  <a:lnTo>
                    <a:pt x="1584" y="1219"/>
                  </a:lnTo>
                  <a:lnTo>
                    <a:pt x="1584" y="1219"/>
                  </a:lnTo>
                  <a:lnTo>
                    <a:pt x="1586" y="1219"/>
                  </a:lnTo>
                  <a:lnTo>
                    <a:pt x="1586" y="1219"/>
                  </a:lnTo>
                  <a:lnTo>
                    <a:pt x="1588" y="1219"/>
                  </a:lnTo>
                  <a:lnTo>
                    <a:pt x="1588" y="1219"/>
                  </a:lnTo>
                  <a:lnTo>
                    <a:pt x="1588" y="1219"/>
                  </a:lnTo>
                  <a:lnTo>
                    <a:pt x="1588" y="1219"/>
                  </a:lnTo>
                  <a:lnTo>
                    <a:pt x="1588" y="1217"/>
                  </a:lnTo>
                  <a:lnTo>
                    <a:pt x="1588" y="1217"/>
                  </a:lnTo>
                  <a:lnTo>
                    <a:pt x="1586" y="1217"/>
                  </a:lnTo>
                  <a:lnTo>
                    <a:pt x="1588" y="1217"/>
                  </a:lnTo>
                  <a:lnTo>
                    <a:pt x="1588" y="1217"/>
                  </a:lnTo>
                  <a:lnTo>
                    <a:pt x="1588" y="1217"/>
                  </a:lnTo>
                  <a:lnTo>
                    <a:pt x="1588" y="1214"/>
                  </a:lnTo>
                  <a:lnTo>
                    <a:pt x="1588" y="1214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3" y="1217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1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5" y="1219"/>
                  </a:lnTo>
                  <a:lnTo>
                    <a:pt x="1595" y="1219"/>
                  </a:lnTo>
                  <a:lnTo>
                    <a:pt x="1595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600" y="1217"/>
                  </a:lnTo>
                  <a:lnTo>
                    <a:pt x="1600" y="1217"/>
                  </a:lnTo>
                  <a:lnTo>
                    <a:pt x="1600" y="1219"/>
                  </a:lnTo>
                  <a:lnTo>
                    <a:pt x="1603" y="1221"/>
                  </a:lnTo>
                  <a:lnTo>
                    <a:pt x="1603" y="1224"/>
                  </a:lnTo>
                  <a:lnTo>
                    <a:pt x="1605" y="1226"/>
                  </a:lnTo>
                  <a:lnTo>
                    <a:pt x="1605" y="1226"/>
                  </a:lnTo>
                  <a:lnTo>
                    <a:pt x="1607" y="1229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2" y="1236"/>
                  </a:lnTo>
                  <a:lnTo>
                    <a:pt x="1612" y="1236"/>
                  </a:lnTo>
                  <a:lnTo>
                    <a:pt x="1612" y="1236"/>
                  </a:lnTo>
                  <a:lnTo>
                    <a:pt x="1612" y="1238"/>
                  </a:lnTo>
                  <a:lnTo>
                    <a:pt x="1612" y="1238"/>
                  </a:lnTo>
                  <a:lnTo>
                    <a:pt x="1612" y="1238"/>
                  </a:lnTo>
                  <a:lnTo>
                    <a:pt x="1612" y="1240"/>
                  </a:lnTo>
                  <a:lnTo>
                    <a:pt x="1612" y="1240"/>
                  </a:lnTo>
                  <a:lnTo>
                    <a:pt x="1612" y="1240"/>
                  </a:lnTo>
                  <a:lnTo>
                    <a:pt x="1614" y="1240"/>
                  </a:lnTo>
                  <a:lnTo>
                    <a:pt x="1614" y="1240"/>
                  </a:lnTo>
                  <a:lnTo>
                    <a:pt x="1614" y="1240"/>
                  </a:lnTo>
                  <a:lnTo>
                    <a:pt x="1614" y="1243"/>
                  </a:lnTo>
                  <a:lnTo>
                    <a:pt x="1614" y="1243"/>
                  </a:lnTo>
                  <a:lnTo>
                    <a:pt x="1617" y="1245"/>
                  </a:lnTo>
                  <a:lnTo>
                    <a:pt x="1619" y="1245"/>
                  </a:lnTo>
                  <a:lnTo>
                    <a:pt x="1619" y="1245"/>
                  </a:lnTo>
                  <a:lnTo>
                    <a:pt x="1619" y="1243"/>
                  </a:lnTo>
                  <a:lnTo>
                    <a:pt x="1619" y="1243"/>
                  </a:lnTo>
                  <a:lnTo>
                    <a:pt x="1621" y="1243"/>
                  </a:lnTo>
                  <a:lnTo>
                    <a:pt x="1621" y="1245"/>
                  </a:lnTo>
                  <a:lnTo>
                    <a:pt x="1621" y="1245"/>
                  </a:lnTo>
                  <a:lnTo>
                    <a:pt x="1624" y="1245"/>
                  </a:lnTo>
                  <a:lnTo>
                    <a:pt x="1624" y="1247"/>
                  </a:lnTo>
                  <a:lnTo>
                    <a:pt x="1626" y="1247"/>
                  </a:lnTo>
                  <a:lnTo>
                    <a:pt x="1626" y="1247"/>
                  </a:lnTo>
                  <a:lnTo>
                    <a:pt x="1626" y="1247"/>
                  </a:lnTo>
                  <a:lnTo>
                    <a:pt x="1626" y="1247"/>
                  </a:lnTo>
                  <a:lnTo>
                    <a:pt x="1629" y="1247"/>
                  </a:lnTo>
                  <a:lnTo>
                    <a:pt x="1629" y="1247"/>
                  </a:lnTo>
                  <a:lnTo>
                    <a:pt x="1629" y="1250"/>
                  </a:lnTo>
                  <a:lnTo>
                    <a:pt x="1629" y="1250"/>
                  </a:lnTo>
                  <a:lnTo>
                    <a:pt x="1631" y="1250"/>
                  </a:lnTo>
                  <a:lnTo>
                    <a:pt x="1631" y="1252"/>
                  </a:lnTo>
                  <a:lnTo>
                    <a:pt x="1629" y="1255"/>
                  </a:lnTo>
                  <a:lnTo>
                    <a:pt x="1629" y="1255"/>
                  </a:lnTo>
                  <a:lnTo>
                    <a:pt x="1629" y="1257"/>
                  </a:lnTo>
                  <a:lnTo>
                    <a:pt x="1631" y="1257"/>
                  </a:lnTo>
                  <a:lnTo>
                    <a:pt x="1631" y="1259"/>
                  </a:lnTo>
                  <a:lnTo>
                    <a:pt x="1633" y="1259"/>
                  </a:lnTo>
                  <a:lnTo>
                    <a:pt x="1633" y="1259"/>
                  </a:lnTo>
                  <a:lnTo>
                    <a:pt x="1633" y="1259"/>
                  </a:lnTo>
                  <a:lnTo>
                    <a:pt x="1633" y="1259"/>
                  </a:lnTo>
                  <a:lnTo>
                    <a:pt x="1636" y="1259"/>
                  </a:lnTo>
                  <a:lnTo>
                    <a:pt x="1638" y="1259"/>
                  </a:lnTo>
                  <a:lnTo>
                    <a:pt x="1638" y="1259"/>
                  </a:lnTo>
                  <a:lnTo>
                    <a:pt x="1638" y="1262"/>
                  </a:lnTo>
                  <a:lnTo>
                    <a:pt x="1640" y="1262"/>
                  </a:lnTo>
                  <a:lnTo>
                    <a:pt x="1640" y="1264"/>
                  </a:lnTo>
                  <a:lnTo>
                    <a:pt x="1640" y="1264"/>
                  </a:lnTo>
                  <a:lnTo>
                    <a:pt x="1640" y="1264"/>
                  </a:lnTo>
                  <a:lnTo>
                    <a:pt x="1643" y="1264"/>
                  </a:lnTo>
                  <a:lnTo>
                    <a:pt x="1643" y="1264"/>
                  </a:lnTo>
                  <a:lnTo>
                    <a:pt x="1643" y="1266"/>
                  </a:lnTo>
                  <a:lnTo>
                    <a:pt x="1643" y="1266"/>
                  </a:lnTo>
                  <a:lnTo>
                    <a:pt x="1643" y="1266"/>
                  </a:lnTo>
                  <a:lnTo>
                    <a:pt x="1643" y="1269"/>
                  </a:lnTo>
                  <a:lnTo>
                    <a:pt x="1643" y="1271"/>
                  </a:lnTo>
                  <a:lnTo>
                    <a:pt x="1645" y="1271"/>
                  </a:lnTo>
                  <a:lnTo>
                    <a:pt x="1647" y="1273"/>
                  </a:lnTo>
                  <a:lnTo>
                    <a:pt x="1647" y="1273"/>
                  </a:lnTo>
                  <a:lnTo>
                    <a:pt x="1650" y="1276"/>
                  </a:lnTo>
                  <a:lnTo>
                    <a:pt x="1652" y="1278"/>
                  </a:lnTo>
                  <a:lnTo>
                    <a:pt x="1652" y="1281"/>
                  </a:lnTo>
                  <a:lnTo>
                    <a:pt x="1655" y="1283"/>
                  </a:lnTo>
                  <a:lnTo>
                    <a:pt x="1657" y="1283"/>
                  </a:lnTo>
                  <a:lnTo>
                    <a:pt x="1662" y="1285"/>
                  </a:lnTo>
                  <a:lnTo>
                    <a:pt x="1659" y="1288"/>
                  </a:lnTo>
                  <a:lnTo>
                    <a:pt x="1659" y="1288"/>
                  </a:lnTo>
                  <a:lnTo>
                    <a:pt x="1662" y="1290"/>
                  </a:lnTo>
                  <a:lnTo>
                    <a:pt x="1662" y="1292"/>
                  </a:lnTo>
                  <a:lnTo>
                    <a:pt x="1662" y="1292"/>
                  </a:lnTo>
                  <a:lnTo>
                    <a:pt x="1662" y="1295"/>
                  </a:lnTo>
                  <a:lnTo>
                    <a:pt x="1662" y="1295"/>
                  </a:lnTo>
                  <a:lnTo>
                    <a:pt x="1662" y="1295"/>
                  </a:lnTo>
                  <a:lnTo>
                    <a:pt x="1662" y="1300"/>
                  </a:lnTo>
                  <a:lnTo>
                    <a:pt x="1662" y="1302"/>
                  </a:lnTo>
                  <a:lnTo>
                    <a:pt x="1659" y="1304"/>
                  </a:lnTo>
                  <a:lnTo>
                    <a:pt x="1652" y="1307"/>
                  </a:lnTo>
                  <a:lnTo>
                    <a:pt x="1652" y="1309"/>
                  </a:lnTo>
                  <a:lnTo>
                    <a:pt x="1650" y="1311"/>
                  </a:lnTo>
                  <a:lnTo>
                    <a:pt x="1650" y="1314"/>
                  </a:lnTo>
                  <a:lnTo>
                    <a:pt x="1652" y="1321"/>
                  </a:lnTo>
                  <a:lnTo>
                    <a:pt x="1652" y="1323"/>
                  </a:lnTo>
                  <a:lnTo>
                    <a:pt x="1652" y="1323"/>
                  </a:lnTo>
                  <a:lnTo>
                    <a:pt x="1652" y="1323"/>
                  </a:lnTo>
                  <a:lnTo>
                    <a:pt x="1652" y="1323"/>
                  </a:lnTo>
                  <a:lnTo>
                    <a:pt x="1652" y="1326"/>
                  </a:lnTo>
                  <a:lnTo>
                    <a:pt x="1652" y="1328"/>
                  </a:lnTo>
                  <a:lnTo>
                    <a:pt x="1652" y="1333"/>
                  </a:lnTo>
                  <a:lnTo>
                    <a:pt x="1655" y="1337"/>
                  </a:lnTo>
                  <a:lnTo>
                    <a:pt x="1655" y="1337"/>
                  </a:lnTo>
                  <a:lnTo>
                    <a:pt x="1657" y="1340"/>
                  </a:lnTo>
                  <a:lnTo>
                    <a:pt x="1655" y="1340"/>
                  </a:lnTo>
                  <a:lnTo>
                    <a:pt x="1652" y="1342"/>
                  </a:lnTo>
                  <a:lnTo>
                    <a:pt x="1652" y="1342"/>
                  </a:lnTo>
                  <a:lnTo>
                    <a:pt x="1650" y="1345"/>
                  </a:lnTo>
                  <a:lnTo>
                    <a:pt x="1650" y="1347"/>
                  </a:lnTo>
                  <a:lnTo>
                    <a:pt x="1647" y="1349"/>
                  </a:lnTo>
                  <a:lnTo>
                    <a:pt x="1647" y="1349"/>
                  </a:lnTo>
                  <a:lnTo>
                    <a:pt x="1647" y="1352"/>
                  </a:lnTo>
                  <a:lnTo>
                    <a:pt x="1647" y="1352"/>
                  </a:lnTo>
                  <a:lnTo>
                    <a:pt x="1647" y="1354"/>
                  </a:lnTo>
                  <a:lnTo>
                    <a:pt x="1647" y="1356"/>
                  </a:lnTo>
                  <a:lnTo>
                    <a:pt x="1647" y="1359"/>
                  </a:lnTo>
                  <a:lnTo>
                    <a:pt x="1647" y="1361"/>
                  </a:lnTo>
                  <a:lnTo>
                    <a:pt x="1643" y="1373"/>
                  </a:lnTo>
                  <a:lnTo>
                    <a:pt x="1640" y="1375"/>
                  </a:lnTo>
                  <a:lnTo>
                    <a:pt x="1640" y="1378"/>
                  </a:lnTo>
                  <a:lnTo>
                    <a:pt x="1640" y="1380"/>
                  </a:lnTo>
                  <a:lnTo>
                    <a:pt x="1638" y="1380"/>
                  </a:lnTo>
                  <a:lnTo>
                    <a:pt x="1638" y="1380"/>
                  </a:lnTo>
                  <a:lnTo>
                    <a:pt x="1638" y="1382"/>
                  </a:lnTo>
                  <a:lnTo>
                    <a:pt x="1638" y="1382"/>
                  </a:lnTo>
                  <a:lnTo>
                    <a:pt x="1638" y="1382"/>
                  </a:lnTo>
                  <a:lnTo>
                    <a:pt x="1638" y="1382"/>
                  </a:lnTo>
                  <a:lnTo>
                    <a:pt x="1638" y="1385"/>
                  </a:lnTo>
                  <a:lnTo>
                    <a:pt x="1638" y="1385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9"/>
                  </a:lnTo>
                  <a:lnTo>
                    <a:pt x="1629" y="1399"/>
                  </a:lnTo>
                  <a:lnTo>
                    <a:pt x="1629" y="1404"/>
                  </a:lnTo>
                  <a:lnTo>
                    <a:pt x="1626" y="1406"/>
                  </a:lnTo>
                  <a:lnTo>
                    <a:pt x="1626" y="1408"/>
                  </a:lnTo>
                  <a:lnTo>
                    <a:pt x="1629" y="1408"/>
                  </a:lnTo>
                  <a:lnTo>
                    <a:pt x="1629" y="1411"/>
                  </a:lnTo>
                  <a:lnTo>
                    <a:pt x="1631" y="1413"/>
                  </a:lnTo>
                  <a:lnTo>
                    <a:pt x="1640" y="1418"/>
                  </a:lnTo>
                  <a:lnTo>
                    <a:pt x="1640" y="1418"/>
                  </a:lnTo>
                  <a:lnTo>
                    <a:pt x="1640" y="1418"/>
                  </a:lnTo>
                  <a:lnTo>
                    <a:pt x="1643" y="1418"/>
                  </a:lnTo>
                  <a:lnTo>
                    <a:pt x="1645" y="1420"/>
                  </a:lnTo>
                  <a:lnTo>
                    <a:pt x="1647" y="1423"/>
                  </a:lnTo>
                  <a:lnTo>
                    <a:pt x="1650" y="1423"/>
                  </a:lnTo>
                  <a:lnTo>
                    <a:pt x="1655" y="1425"/>
                  </a:lnTo>
                  <a:lnTo>
                    <a:pt x="1655" y="1427"/>
                  </a:lnTo>
                  <a:lnTo>
                    <a:pt x="1657" y="1427"/>
                  </a:lnTo>
                  <a:lnTo>
                    <a:pt x="1659" y="1427"/>
                  </a:lnTo>
                  <a:lnTo>
                    <a:pt x="1659" y="1427"/>
                  </a:lnTo>
                  <a:lnTo>
                    <a:pt x="1662" y="1427"/>
                  </a:lnTo>
                  <a:lnTo>
                    <a:pt x="1664" y="1427"/>
                  </a:lnTo>
                  <a:lnTo>
                    <a:pt x="1666" y="1430"/>
                  </a:lnTo>
                  <a:lnTo>
                    <a:pt x="1666" y="1430"/>
                  </a:lnTo>
                  <a:lnTo>
                    <a:pt x="1669" y="1432"/>
                  </a:lnTo>
                  <a:lnTo>
                    <a:pt x="1669" y="1432"/>
                  </a:lnTo>
                  <a:lnTo>
                    <a:pt x="1669" y="1432"/>
                  </a:lnTo>
                  <a:lnTo>
                    <a:pt x="1671" y="1432"/>
                  </a:lnTo>
                  <a:lnTo>
                    <a:pt x="1669" y="1432"/>
                  </a:lnTo>
                  <a:lnTo>
                    <a:pt x="1669" y="1434"/>
                  </a:lnTo>
                  <a:lnTo>
                    <a:pt x="1669" y="1434"/>
                  </a:lnTo>
                  <a:lnTo>
                    <a:pt x="1671" y="1437"/>
                  </a:lnTo>
                  <a:lnTo>
                    <a:pt x="1671" y="1437"/>
                  </a:lnTo>
                  <a:lnTo>
                    <a:pt x="1671" y="1437"/>
                  </a:lnTo>
                  <a:lnTo>
                    <a:pt x="1671" y="1437"/>
                  </a:lnTo>
                  <a:lnTo>
                    <a:pt x="1674" y="1437"/>
                  </a:lnTo>
                  <a:lnTo>
                    <a:pt x="1674" y="1437"/>
                  </a:lnTo>
                  <a:lnTo>
                    <a:pt x="1674" y="1437"/>
                  </a:lnTo>
                  <a:lnTo>
                    <a:pt x="1674" y="1437"/>
                  </a:lnTo>
                  <a:lnTo>
                    <a:pt x="1676" y="1439"/>
                  </a:lnTo>
                  <a:lnTo>
                    <a:pt x="1676" y="1439"/>
                  </a:lnTo>
                  <a:lnTo>
                    <a:pt x="1676" y="1442"/>
                  </a:lnTo>
                  <a:lnTo>
                    <a:pt x="1676" y="1442"/>
                  </a:lnTo>
                  <a:lnTo>
                    <a:pt x="1676" y="1442"/>
                  </a:lnTo>
                  <a:lnTo>
                    <a:pt x="1678" y="1442"/>
                  </a:lnTo>
                  <a:lnTo>
                    <a:pt x="1681" y="1446"/>
                  </a:lnTo>
                  <a:lnTo>
                    <a:pt x="1683" y="1449"/>
                  </a:lnTo>
                  <a:lnTo>
                    <a:pt x="1683" y="1449"/>
                  </a:lnTo>
                  <a:lnTo>
                    <a:pt x="1683" y="1449"/>
                  </a:lnTo>
                  <a:lnTo>
                    <a:pt x="1685" y="1449"/>
                  </a:lnTo>
                  <a:lnTo>
                    <a:pt x="1685" y="1451"/>
                  </a:lnTo>
                  <a:lnTo>
                    <a:pt x="1685" y="1451"/>
                  </a:lnTo>
                  <a:lnTo>
                    <a:pt x="1685" y="1451"/>
                  </a:lnTo>
                  <a:lnTo>
                    <a:pt x="1685" y="1453"/>
                  </a:lnTo>
                  <a:lnTo>
                    <a:pt x="1685" y="1453"/>
                  </a:lnTo>
                  <a:lnTo>
                    <a:pt x="1683" y="1453"/>
                  </a:lnTo>
                  <a:lnTo>
                    <a:pt x="1683" y="1453"/>
                  </a:lnTo>
                  <a:lnTo>
                    <a:pt x="1681" y="1451"/>
                  </a:lnTo>
                  <a:lnTo>
                    <a:pt x="1681" y="1453"/>
                  </a:lnTo>
                  <a:lnTo>
                    <a:pt x="1678" y="1456"/>
                  </a:lnTo>
                  <a:lnTo>
                    <a:pt x="1678" y="1453"/>
                  </a:lnTo>
                  <a:lnTo>
                    <a:pt x="1678" y="1453"/>
                  </a:lnTo>
                  <a:lnTo>
                    <a:pt x="1676" y="1453"/>
                  </a:lnTo>
                  <a:lnTo>
                    <a:pt x="1676" y="1453"/>
                  </a:lnTo>
                  <a:lnTo>
                    <a:pt x="1676" y="1451"/>
                  </a:lnTo>
                  <a:lnTo>
                    <a:pt x="1676" y="1451"/>
                  </a:lnTo>
                  <a:lnTo>
                    <a:pt x="1674" y="1451"/>
                  </a:lnTo>
                  <a:lnTo>
                    <a:pt x="1669" y="1451"/>
                  </a:lnTo>
                  <a:lnTo>
                    <a:pt x="1669" y="1451"/>
                  </a:lnTo>
                  <a:lnTo>
                    <a:pt x="1669" y="1453"/>
                  </a:lnTo>
                  <a:lnTo>
                    <a:pt x="1666" y="1456"/>
                  </a:lnTo>
                  <a:lnTo>
                    <a:pt x="1664" y="1453"/>
                  </a:lnTo>
                  <a:lnTo>
                    <a:pt x="1664" y="1453"/>
                  </a:lnTo>
                  <a:lnTo>
                    <a:pt x="1664" y="1453"/>
                  </a:lnTo>
                  <a:lnTo>
                    <a:pt x="1664" y="1453"/>
                  </a:lnTo>
                  <a:lnTo>
                    <a:pt x="1662" y="1453"/>
                  </a:lnTo>
                  <a:lnTo>
                    <a:pt x="1662" y="1453"/>
                  </a:lnTo>
                  <a:lnTo>
                    <a:pt x="1662" y="1453"/>
                  </a:lnTo>
                  <a:lnTo>
                    <a:pt x="1662" y="1456"/>
                  </a:lnTo>
                  <a:lnTo>
                    <a:pt x="1659" y="1456"/>
                  </a:lnTo>
                  <a:lnTo>
                    <a:pt x="1659" y="1456"/>
                  </a:lnTo>
                  <a:lnTo>
                    <a:pt x="1659" y="1456"/>
                  </a:lnTo>
                  <a:lnTo>
                    <a:pt x="1659" y="1456"/>
                  </a:lnTo>
                  <a:lnTo>
                    <a:pt x="1659" y="1458"/>
                  </a:lnTo>
                  <a:lnTo>
                    <a:pt x="1662" y="1458"/>
                  </a:lnTo>
                  <a:lnTo>
                    <a:pt x="1662" y="1458"/>
                  </a:lnTo>
                  <a:lnTo>
                    <a:pt x="1657" y="1460"/>
                  </a:lnTo>
                  <a:lnTo>
                    <a:pt x="1657" y="1463"/>
                  </a:lnTo>
                  <a:lnTo>
                    <a:pt x="1657" y="1463"/>
                  </a:lnTo>
                  <a:lnTo>
                    <a:pt x="1657" y="1468"/>
                  </a:lnTo>
                  <a:lnTo>
                    <a:pt x="1657" y="1468"/>
                  </a:lnTo>
                  <a:lnTo>
                    <a:pt x="1657" y="1468"/>
                  </a:lnTo>
                  <a:lnTo>
                    <a:pt x="1657" y="1470"/>
                  </a:lnTo>
                  <a:lnTo>
                    <a:pt x="1655" y="1470"/>
                  </a:lnTo>
                  <a:lnTo>
                    <a:pt x="1655" y="1475"/>
                  </a:lnTo>
                  <a:lnTo>
                    <a:pt x="1652" y="1477"/>
                  </a:lnTo>
                  <a:lnTo>
                    <a:pt x="1650" y="1477"/>
                  </a:lnTo>
                  <a:lnTo>
                    <a:pt x="1647" y="1477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2"/>
                  </a:lnTo>
                  <a:lnTo>
                    <a:pt x="1645" y="1472"/>
                  </a:lnTo>
                  <a:lnTo>
                    <a:pt x="1645" y="1472"/>
                  </a:lnTo>
                  <a:lnTo>
                    <a:pt x="1645" y="1472"/>
                  </a:lnTo>
                  <a:lnTo>
                    <a:pt x="1645" y="1470"/>
                  </a:lnTo>
                  <a:lnTo>
                    <a:pt x="1645" y="1470"/>
                  </a:lnTo>
                  <a:lnTo>
                    <a:pt x="1645" y="1470"/>
                  </a:lnTo>
                  <a:lnTo>
                    <a:pt x="1645" y="1470"/>
                  </a:lnTo>
                  <a:lnTo>
                    <a:pt x="1643" y="1470"/>
                  </a:lnTo>
                  <a:lnTo>
                    <a:pt x="1643" y="1470"/>
                  </a:lnTo>
                  <a:lnTo>
                    <a:pt x="1643" y="1470"/>
                  </a:lnTo>
                  <a:lnTo>
                    <a:pt x="1643" y="1472"/>
                  </a:lnTo>
                  <a:lnTo>
                    <a:pt x="1643" y="1472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0" y="1475"/>
                  </a:lnTo>
                  <a:lnTo>
                    <a:pt x="1640" y="1475"/>
                  </a:lnTo>
                  <a:lnTo>
                    <a:pt x="1638" y="1477"/>
                  </a:lnTo>
                  <a:lnTo>
                    <a:pt x="1638" y="1477"/>
                  </a:lnTo>
                  <a:lnTo>
                    <a:pt x="1638" y="1477"/>
                  </a:lnTo>
                  <a:lnTo>
                    <a:pt x="1636" y="1477"/>
                  </a:lnTo>
                  <a:lnTo>
                    <a:pt x="1636" y="1479"/>
                  </a:lnTo>
                  <a:lnTo>
                    <a:pt x="1633" y="1477"/>
                  </a:lnTo>
                  <a:lnTo>
                    <a:pt x="1631" y="1477"/>
                  </a:lnTo>
                  <a:lnTo>
                    <a:pt x="1631" y="1479"/>
                  </a:lnTo>
                  <a:lnTo>
                    <a:pt x="1631" y="1479"/>
                  </a:lnTo>
                  <a:lnTo>
                    <a:pt x="1631" y="1479"/>
                  </a:lnTo>
                  <a:lnTo>
                    <a:pt x="1631" y="1479"/>
                  </a:lnTo>
                  <a:lnTo>
                    <a:pt x="1633" y="1482"/>
                  </a:lnTo>
                  <a:lnTo>
                    <a:pt x="1636" y="1484"/>
                  </a:lnTo>
                  <a:lnTo>
                    <a:pt x="1636" y="1487"/>
                  </a:lnTo>
                  <a:lnTo>
                    <a:pt x="1636" y="1489"/>
                  </a:lnTo>
                  <a:lnTo>
                    <a:pt x="1636" y="1489"/>
                  </a:lnTo>
                  <a:lnTo>
                    <a:pt x="1633" y="1489"/>
                  </a:lnTo>
                  <a:lnTo>
                    <a:pt x="1633" y="1491"/>
                  </a:lnTo>
                  <a:lnTo>
                    <a:pt x="1631" y="1491"/>
                  </a:lnTo>
                  <a:lnTo>
                    <a:pt x="1629" y="1491"/>
                  </a:lnTo>
                  <a:lnTo>
                    <a:pt x="1619" y="1494"/>
                  </a:lnTo>
                  <a:lnTo>
                    <a:pt x="1617" y="1494"/>
                  </a:lnTo>
                  <a:lnTo>
                    <a:pt x="1617" y="1491"/>
                  </a:lnTo>
                  <a:lnTo>
                    <a:pt x="1617" y="1491"/>
                  </a:lnTo>
                  <a:lnTo>
                    <a:pt x="1614" y="1489"/>
                  </a:lnTo>
                  <a:lnTo>
                    <a:pt x="1614" y="1489"/>
                  </a:lnTo>
                  <a:lnTo>
                    <a:pt x="1614" y="1489"/>
                  </a:lnTo>
                  <a:lnTo>
                    <a:pt x="1614" y="1489"/>
                  </a:lnTo>
                  <a:lnTo>
                    <a:pt x="1614" y="1491"/>
                  </a:lnTo>
                  <a:lnTo>
                    <a:pt x="1614" y="1491"/>
                  </a:lnTo>
                  <a:lnTo>
                    <a:pt x="1614" y="1491"/>
                  </a:lnTo>
                  <a:lnTo>
                    <a:pt x="1612" y="1494"/>
                  </a:lnTo>
                  <a:lnTo>
                    <a:pt x="1612" y="1494"/>
                  </a:lnTo>
                  <a:lnTo>
                    <a:pt x="1603" y="1496"/>
                  </a:lnTo>
                  <a:lnTo>
                    <a:pt x="1605" y="1496"/>
                  </a:lnTo>
                  <a:lnTo>
                    <a:pt x="1605" y="1496"/>
                  </a:lnTo>
                  <a:lnTo>
                    <a:pt x="1605" y="1498"/>
                  </a:lnTo>
                  <a:lnTo>
                    <a:pt x="1607" y="1498"/>
                  </a:lnTo>
                  <a:lnTo>
                    <a:pt x="1607" y="1498"/>
                  </a:lnTo>
                  <a:lnTo>
                    <a:pt x="1607" y="1498"/>
                  </a:lnTo>
                  <a:lnTo>
                    <a:pt x="1607" y="1501"/>
                  </a:lnTo>
                  <a:lnTo>
                    <a:pt x="1612" y="1498"/>
                  </a:lnTo>
                  <a:lnTo>
                    <a:pt x="1614" y="1501"/>
                  </a:lnTo>
                  <a:lnTo>
                    <a:pt x="1617" y="1501"/>
                  </a:lnTo>
                  <a:lnTo>
                    <a:pt x="1617" y="1501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4" y="1503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9" y="1503"/>
                  </a:lnTo>
                  <a:lnTo>
                    <a:pt x="1621" y="1503"/>
                  </a:lnTo>
                  <a:lnTo>
                    <a:pt x="1624" y="1505"/>
                  </a:lnTo>
                  <a:lnTo>
                    <a:pt x="1626" y="1505"/>
                  </a:lnTo>
                  <a:lnTo>
                    <a:pt x="1631" y="1508"/>
                  </a:lnTo>
                  <a:lnTo>
                    <a:pt x="1631" y="1510"/>
                  </a:lnTo>
                  <a:lnTo>
                    <a:pt x="1633" y="1510"/>
                  </a:lnTo>
                  <a:lnTo>
                    <a:pt x="1633" y="1513"/>
                  </a:lnTo>
                  <a:lnTo>
                    <a:pt x="1633" y="1515"/>
                  </a:lnTo>
                  <a:lnTo>
                    <a:pt x="1636" y="1515"/>
                  </a:lnTo>
                  <a:lnTo>
                    <a:pt x="1636" y="1515"/>
                  </a:lnTo>
                  <a:lnTo>
                    <a:pt x="1636" y="1513"/>
                  </a:lnTo>
                  <a:lnTo>
                    <a:pt x="1636" y="1513"/>
                  </a:lnTo>
                  <a:lnTo>
                    <a:pt x="1638" y="1510"/>
                  </a:lnTo>
                  <a:lnTo>
                    <a:pt x="1638" y="1510"/>
                  </a:lnTo>
                  <a:lnTo>
                    <a:pt x="1636" y="1508"/>
                  </a:lnTo>
                  <a:lnTo>
                    <a:pt x="1636" y="1508"/>
                  </a:lnTo>
                  <a:lnTo>
                    <a:pt x="1636" y="1505"/>
                  </a:lnTo>
                  <a:lnTo>
                    <a:pt x="1636" y="1505"/>
                  </a:lnTo>
                  <a:lnTo>
                    <a:pt x="1636" y="1503"/>
                  </a:lnTo>
                  <a:lnTo>
                    <a:pt x="1636" y="1503"/>
                  </a:lnTo>
                  <a:lnTo>
                    <a:pt x="1636" y="1503"/>
                  </a:lnTo>
                  <a:lnTo>
                    <a:pt x="1636" y="1503"/>
                  </a:lnTo>
                  <a:lnTo>
                    <a:pt x="1638" y="1503"/>
                  </a:lnTo>
                  <a:lnTo>
                    <a:pt x="1638" y="1503"/>
                  </a:lnTo>
                  <a:lnTo>
                    <a:pt x="1638" y="1505"/>
                  </a:lnTo>
                  <a:lnTo>
                    <a:pt x="1638" y="1508"/>
                  </a:lnTo>
                  <a:lnTo>
                    <a:pt x="1638" y="1508"/>
                  </a:lnTo>
                  <a:lnTo>
                    <a:pt x="1638" y="1508"/>
                  </a:lnTo>
                  <a:lnTo>
                    <a:pt x="1638" y="1508"/>
                  </a:lnTo>
                  <a:lnTo>
                    <a:pt x="1638" y="1510"/>
                  </a:lnTo>
                  <a:lnTo>
                    <a:pt x="1638" y="1513"/>
                  </a:lnTo>
                  <a:lnTo>
                    <a:pt x="1638" y="1513"/>
                  </a:lnTo>
                  <a:lnTo>
                    <a:pt x="1638" y="1513"/>
                  </a:lnTo>
                  <a:lnTo>
                    <a:pt x="1638" y="1515"/>
                  </a:lnTo>
                  <a:lnTo>
                    <a:pt x="1638" y="1515"/>
                  </a:lnTo>
                  <a:lnTo>
                    <a:pt x="1638" y="1515"/>
                  </a:lnTo>
                  <a:lnTo>
                    <a:pt x="1640" y="1515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5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38" y="1517"/>
                  </a:lnTo>
                  <a:lnTo>
                    <a:pt x="1636" y="1517"/>
                  </a:lnTo>
                  <a:lnTo>
                    <a:pt x="1636" y="1517"/>
                  </a:lnTo>
                  <a:lnTo>
                    <a:pt x="1636" y="1520"/>
                  </a:lnTo>
                  <a:lnTo>
                    <a:pt x="1636" y="1520"/>
                  </a:lnTo>
                  <a:lnTo>
                    <a:pt x="1633" y="1520"/>
                  </a:lnTo>
                  <a:lnTo>
                    <a:pt x="1633" y="1522"/>
                  </a:lnTo>
                  <a:lnTo>
                    <a:pt x="1633" y="1524"/>
                  </a:lnTo>
                  <a:lnTo>
                    <a:pt x="1633" y="1524"/>
                  </a:lnTo>
                  <a:lnTo>
                    <a:pt x="1633" y="1527"/>
                  </a:lnTo>
                  <a:lnTo>
                    <a:pt x="1631" y="1527"/>
                  </a:lnTo>
                  <a:lnTo>
                    <a:pt x="1633" y="1527"/>
                  </a:lnTo>
                  <a:lnTo>
                    <a:pt x="1633" y="1527"/>
                  </a:lnTo>
                  <a:lnTo>
                    <a:pt x="1633" y="1527"/>
                  </a:lnTo>
                  <a:lnTo>
                    <a:pt x="1636" y="1527"/>
                  </a:lnTo>
                  <a:lnTo>
                    <a:pt x="1636" y="1527"/>
                  </a:lnTo>
                  <a:lnTo>
                    <a:pt x="1636" y="1527"/>
                  </a:lnTo>
                  <a:lnTo>
                    <a:pt x="1636" y="1527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40" y="1524"/>
                  </a:lnTo>
                  <a:lnTo>
                    <a:pt x="1640" y="1524"/>
                  </a:lnTo>
                  <a:lnTo>
                    <a:pt x="1640" y="1524"/>
                  </a:lnTo>
                  <a:lnTo>
                    <a:pt x="1640" y="1527"/>
                  </a:lnTo>
                  <a:lnTo>
                    <a:pt x="1640" y="1527"/>
                  </a:lnTo>
                  <a:lnTo>
                    <a:pt x="1640" y="1529"/>
                  </a:lnTo>
                  <a:lnTo>
                    <a:pt x="1640" y="1529"/>
                  </a:lnTo>
                  <a:lnTo>
                    <a:pt x="1640" y="1529"/>
                  </a:lnTo>
                  <a:lnTo>
                    <a:pt x="1640" y="1529"/>
                  </a:lnTo>
                  <a:lnTo>
                    <a:pt x="1643" y="1532"/>
                  </a:lnTo>
                  <a:lnTo>
                    <a:pt x="1643" y="1532"/>
                  </a:lnTo>
                  <a:lnTo>
                    <a:pt x="1643" y="1534"/>
                  </a:lnTo>
                  <a:lnTo>
                    <a:pt x="1645" y="1534"/>
                  </a:lnTo>
                  <a:lnTo>
                    <a:pt x="1645" y="1534"/>
                  </a:lnTo>
                  <a:lnTo>
                    <a:pt x="1645" y="1534"/>
                  </a:lnTo>
                  <a:lnTo>
                    <a:pt x="1647" y="1536"/>
                  </a:lnTo>
                  <a:lnTo>
                    <a:pt x="1645" y="1539"/>
                  </a:lnTo>
                  <a:lnTo>
                    <a:pt x="1645" y="1539"/>
                  </a:lnTo>
                  <a:lnTo>
                    <a:pt x="1643" y="1539"/>
                  </a:lnTo>
                  <a:lnTo>
                    <a:pt x="1643" y="1539"/>
                  </a:lnTo>
                  <a:lnTo>
                    <a:pt x="1643" y="1536"/>
                  </a:lnTo>
                  <a:lnTo>
                    <a:pt x="1643" y="1536"/>
                  </a:lnTo>
                  <a:lnTo>
                    <a:pt x="1640" y="1536"/>
                  </a:lnTo>
                  <a:lnTo>
                    <a:pt x="1640" y="1536"/>
                  </a:lnTo>
                  <a:lnTo>
                    <a:pt x="1640" y="1536"/>
                  </a:lnTo>
                  <a:lnTo>
                    <a:pt x="1640" y="1536"/>
                  </a:lnTo>
                  <a:lnTo>
                    <a:pt x="1638" y="1536"/>
                  </a:lnTo>
                  <a:lnTo>
                    <a:pt x="1638" y="1536"/>
                  </a:lnTo>
                  <a:lnTo>
                    <a:pt x="1636" y="1536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8" y="1532"/>
                  </a:lnTo>
                  <a:lnTo>
                    <a:pt x="1638" y="1532"/>
                  </a:lnTo>
                  <a:lnTo>
                    <a:pt x="1638" y="1532"/>
                  </a:lnTo>
                  <a:lnTo>
                    <a:pt x="1638" y="1529"/>
                  </a:lnTo>
                  <a:lnTo>
                    <a:pt x="1638" y="1529"/>
                  </a:lnTo>
                  <a:lnTo>
                    <a:pt x="1638" y="1529"/>
                  </a:lnTo>
                  <a:lnTo>
                    <a:pt x="1636" y="1529"/>
                  </a:lnTo>
                  <a:lnTo>
                    <a:pt x="1636" y="1529"/>
                  </a:lnTo>
                  <a:lnTo>
                    <a:pt x="1636" y="1529"/>
                  </a:lnTo>
                  <a:lnTo>
                    <a:pt x="1633" y="1529"/>
                  </a:lnTo>
                  <a:lnTo>
                    <a:pt x="1633" y="1529"/>
                  </a:lnTo>
                  <a:lnTo>
                    <a:pt x="1631" y="1529"/>
                  </a:lnTo>
                  <a:lnTo>
                    <a:pt x="1631" y="1527"/>
                  </a:lnTo>
                  <a:lnTo>
                    <a:pt x="1629" y="1527"/>
                  </a:lnTo>
                  <a:lnTo>
                    <a:pt x="1629" y="1524"/>
                  </a:lnTo>
                  <a:lnTo>
                    <a:pt x="1629" y="1524"/>
                  </a:lnTo>
                  <a:lnTo>
                    <a:pt x="1629" y="1524"/>
                  </a:lnTo>
                  <a:lnTo>
                    <a:pt x="1626" y="1524"/>
                  </a:lnTo>
                  <a:lnTo>
                    <a:pt x="1626" y="1524"/>
                  </a:lnTo>
                  <a:lnTo>
                    <a:pt x="1626" y="1522"/>
                  </a:lnTo>
                  <a:lnTo>
                    <a:pt x="1631" y="1522"/>
                  </a:lnTo>
                  <a:lnTo>
                    <a:pt x="1631" y="1522"/>
                  </a:lnTo>
                  <a:lnTo>
                    <a:pt x="1633" y="1522"/>
                  </a:lnTo>
                  <a:lnTo>
                    <a:pt x="1633" y="1520"/>
                  </a:lnTo>
                  <a:lnTo>
                    <a:pt x="1633" y="1520"/>
                  </a:lnTo>
                  <a:lnTo>
                    <a:pt x="1633" y="1520"/>
                  </a:lnTo>
                  <a:lnTo>
                    <a:pt x="1633" y="1517"/>
                  </a:lnTo>
                  <a:lnTo>
                    <a:pt x="1633" y="1517"/>
                  </a:lnTo>
                  <a:lnTo>
                    <a:pt x="1633" y="1515"/>
                  </a:lnTo>
                  <a:lnTo>
                    <a:pt x="1633" y="1515"/>
                  </a:lnTo>
                  <a:lnTo>
                    <a:pt x="1633" y="1515"/>
                  </a:lnTo>
                  <a:lnTo>
                    <a:pt x="1633" y="1513"/>
                  </a:lnTo>
                  <a:lnTo>
                    <a:pt x="1631" y="1513"/>
                  </a:lnTo>
                  <a:lnTo>
                    <a:pt x="1631" y="1510"/>
                  </a:lnTo>
                  <a:lnTo>
                    <a:pt x="1629" y="1510"/>
                  </a:lnTo>
                  <a:lnTo>
                    <a:pt x="1626" y="1508"/>
                  </a:lnTo>
                  <a:lnTo>
                    <a:pt x="1624" y="1508"/>
                  </a:lnTo>
                  <a:lnTo>
                    <a:pt x="1624" y="1508"/>
                  </a:lnTo>
                  <a:lnTo>
                    <a:pt x="1619" y="1505"/>
                  </a:lnTo>
                  <a:lnTo>
                    <a:pt x="1617" y="1505"/>
                  </a:lnTo>
                  <a:lnTo>
                    <a:pt x="1617" y="1505"/>
                  </a:lnTo>
                  <a:lnTo>
                    <a:pt x="1617" y="1505"/>
                  </a:lnTo>
                  <a:lnTo>
                    <a:pt x="1614" y="1503"/>
                  </a:lnTo>
                  <a:lnTo>
                    <a:pt x="1614" y="1503"/>
                  </a:lnTo>
                  <a:lnTo>
                    <a:pt x="1614" y="1503"/>
                  </a:lnTo>
                  <a:lnTo>
                    <a:pt x="1614" y="1501"/>
                  </a:lnTo>
                  <a:lnTo>
                    <a:pt x="1612" y="1501"/>
                  </a:lnTo>
                  <a:lnTo>
                    <a:pt x="1612" y="1501"/>
                  </a:lnTo>
                  <a:lnTo>
                    <a:pt x="1612" y="1501"/>
                  </a:lnTo>
                  <a:lnTo>
                    <a:pt x="1610" y="1501"/>
                  </a:lnTo>
                  <a:lnTo>
                    <a:pt x="1607" y="1501"/>
                  </a:lnTo>
                  <a:lnTo>
                    <a:pt x="1607" y="1501"/>
                  </a:lnTo>
                  <a:lnTo>
                    <a:pt x="1605" y="1501"/>
                  </a:lnTo>
                  <a:lnTo>
                    <a:pt x="1605" y="1501"/>
                  </a:lnTo>
                  <a:lnTo>
                    <a:pt x="1603" y="1498"/>
                  </a:lnTo>
                  <a:lnTo>
                    <a:pt x="1603" y="1498"/>
                  </a:lnTo>
                  <a:lnTo>
                    <a:pt x="1600" y="1501"/>
                  </a:lnTo>
                  <a:lnTo>
                    <a:pt x="1598" y="1501"/>
                  </a:lnTo>
                  <a:lnTo>
                    <a:pt x="1574" y="1496"/>
                  </a:lnTo>
                  <a:lnTo>
                    <a:pt x="1572" y="1498"/>
                  </a:lnTo>
                  <a:lnTo>
                    <a:pt x="1572" y="1498"/>
                  </a:lnTo>
                  <a:lnTo>
                    <a:pt x="1569" y="1496"/>
                  </a:lnTo>
                  <a:lnTo>
                    <a:pt x="1569" y="1496"/>
                  </a:lnTo>
                  <a:lnTo>
                    <a:pt x="1565" y="1498"/>
                  </a:lnTo>
                  <a:lnTo>
                    <a:pt x="1565" y="1498"/>
                  </a:lnTo>
                  <a:lnTo>
                    <a:pt x="1565" y="1498"/>
                  </a:lnTo>
                  <a:lnTo>
                    <a:pt x="1565" y="1501"/>
                  </a:lnTo>
                  <a:lnTo>
                    <a:pt x="1560" y="1501"/>
                  </a:lnTo>
                  <a:lnTo>
                    <a:pt x="1558" y="1501"/>
                  </a:lnTo>
                  <a:lnTo>
                    <a:pt x="1558" y="1498"/>
                  </a:lnTo>
                  <a:lnTo>
                    <a:pt x="1555" y="1498"/>
                  </a:lnTo>
                  <a:lnTo>
                    <a:pt x="1553" y="1498"/>
                  </a:lnTo>
                  <a:lnTo>
                    <a:pt x="1550" y="1498"/>
                  </a:lnTo>
                  <a:lnTo>
                    <a:pt x="1553" y="1498"/>
                  </a:lnTo>
                  <a:lnTo>
                    <a:pt x="1553" y="1498"/>
                  </a:lnTo>
                  <a:lnTo>
                    <a:pt x="1553" y="1498"/>
                  </a:lnTo>
                  <a:lnTo>
                    <a:pt x="1553" y="1498"/>
                  </a:lnTo>
                  <a:lnTo>
                    <a:pt x="1548" y="1498"/>
                  </a:lnTo>
                  <a:lnTo>
                    <a:pt x="1546" y="1501"/>
                  </a:lnTo>
                  <a:lnTo>
                    <a:pt x="1548" y="1503"/>
                  </a:lnTo>
                  <a:lnTo>
                    <a:pt x="1553" y="1505"/>
                  </a:lnTo>
                  <a:lnTo>
                    <a:pt x="1553" y="1505"/>
                  </a:lnTo>
                  <a:lnTo>
                    <a:pt x="1553" y="1508"/>
                  </a:lnTo>
                  <a:lnTo>
                    <a:pt x="1548" y="1508"/>
                  </a:lnTo>
                  <a:lnTo>
                    <a:pt x="1548" y="1508"/>
                  </a:lnTo>
                  <a:lnTo>
                    <a:pt x="1548" y="1513"/>
                  </a:lnTo>
                  <a:lnTo>
                    <a:pt x="1548" y="1513"/>
                  </a:lnTo>
                  <a:lnTo>
                    <a:pt x="1548" y="1515"/>
                  </a:lnTo>
                  <a:lnTo>
                    <a:pt x="1550" y="1515"/>
                  </a:lnTo>
                  <a:lnTo>
                    <a:pt x="1553" y="1517"/>
                  </a:lnTo>
                  <a:lnTo>
                    <a:pt x="1555" y="1517"/>
                  </a:lnTo>
                  <a:lnTo>
                    <a:pt x="1558" y="1522"/>
                  </a:lnTo>
                  <a:lnTo>
                    <a:pt x="1558" y="1522"/>
                  </a:lnTo>
                  <a:lnTo>
                    <a:pt x="1558" y="1524"/>
                  </a:lnTo>
                  <a:lnTo>
                    <a:pt x="1558" y="1524"/>
                  </a:lnTo>
                  <a:lnTo>
                    <a:pt x="1555" y="1527"/>
                  </a:lnTo>
                  <a:lnTo>
                    <a:pt x="1553" y="1529"/>
                  </a:lnTo>
                  <a:lnTo>
                    <a:pt x="1553" y="1529"/>
                  </a:lnTo>
                  <a:lnTo>
                    <a:pt x="1550" y="1529"/>
                  </a:lnTo>
                  <a:lnTo>
                    <a:pt x="1548" y="1529"/>
                  </a:lnTo>
                  <a:lnTo>
                    <a:pt x="1548" y="1532"/>
                  </a:lnTo>
                  <a:lnTo>
                    <a:pt x="1548" y="1532"/>
                  </a:lnTo>
                  <a:lnTo>
                    <a:pt x="1548" y="1534"/>
                  </a:lnTo>
                  <a:lnTo>
                    <a:pt x="1546" y="1536"/>
                  </a:lnTo>
                  <a:lnTo>
                    <a:pt x="1543" y="1536"/>
                  </a:lnTo>
                  <a:lnTo>
                    <a:pt x="1541" y="1539"/>
                  </a:lnTo>
                  <a:lnTo>
                    <a:pt x="1541" y="1539"/>
                  </a:lnTo>
                  <a:lnTo>
                    <a:pt x="1539" y="1541"/>
                  </a:lnTo>
                  <a:lnTo>
                    <a:pt x="1539" y="1541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6"/>
                  </a:lnTo>
                  <a:lnTo>
                    <a:pt x="1539" y="1546"/>
                  </a:lnTo>
                  <a:lnTo>
                    <a:pt x="1536" y="1548"/>
                  </a:lnTo>
                  <a:lnTo>
                    <a:pt x="1536" y="1548"/>
                  </a:lnTo>
                  <a:lnTo>
                    <a:pt x="1536" y="1550"/>
                  </a:lnTo>
                  <a:lnTo>
                    <a:pt x="1536" y="1550"/>
                  </a:lnTo>
                  <a:lnTo>
                    <a:pt x="1536" y="1553"/>
                  </a:lnTo>
                  <a:lnTo>
                    <a:pt x="1536" y="1553"/>
                  </a:lnTo>
                  <a:lnTo>
                    <a:pt x="1536" y="1553"/>
                  </a:lnTo>
                  <a:lnTo>
                    <a:pt x="1539" y="1555"/>
                  </a:lnTo>
                  <a:lnTo>
                    <a:pt x="1539" y="1558"/>
                  </a:lnTo>
                  <a:lnTo>
                    <a:pt x="1539" y="1558"/>
                  </a:lnTo>
                  <a:lnTo>
                    <a:pt x="1539" y="1558"/>
                  </a:lnTo>
                  <a:lnTo>
                    <a:pt x="1541" y="1558"/>
                  </a:lnTo>
                  <a:lnTo>
                    <a:pt x="1541" y="1560"/>
                  </a:lnTo>
                  <a:lnTo>
                    <a:pt x="1541" y="1560"/>
                  </a:lnTo>
                  <a:lnTo>
                    <a:pt x="1541" y="1560"/>
                  </a:lnTo>
                  <a:lnTo>
                    <a:pt x="1541" y="1562"/>
                  </a:lnTo>
                  <a:lnTo>
                    <a:pt x="1543" y="1562"/>
                  </a:lnTo>
                  <a:lnTo>
                    <a:pt x="1541" y="1562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7"/>
                  </a:lnTo>
                  <a:lnTo>
                    <a:pt x="1541" y="1567"/>
                  </a:lnTo>
                  <a:lnTo>
                    <a:pt x="1541" y="1567"/>
                  </a:lnTo>
                  <a:lnTo>
                    <a:pt x="1541" y="1567"/>
                  </a:lnTo>
                  <a:lnTo>
                    <a:pt x="1541" y="1569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39" y="1574"/>
                  </a:lnTo>
                  <a:lnTo>
                    <a:pt x="1536" y="1574"/>
                  </a:lnTo>
                  <a:lnTo>
                    <a:pt x="1541" y="1574"/>
                  </a:lnTo>
                  <a:lnTo>
                    <a:pt x="1543" y="1574"/>
                  </a:lnTo>
                  <a:lnTo>
                    <a:pt x="1543" y="1576"/>
                  </a:lnTo>
                  <a:lnTo>
                    <a:pt x="1543" y="1576"/>
                  </a:lnTo>
                  <a:lnTo>
                    <a:pt x="1543" y="1579"/>
                  </a:lnTo>
                  <a:lnTo>
                    <a:pt x="1543" y="1579"/>
                  </a:lnTo>
                  <a:lnTo>
                    <a:pt x="1543" y="1579"/>
                  </a:lnTo>
                  <a:lnTo>
                    <a:pt x="1543" y="1579"/>
                  </a:lnTo>
                  <a:lnTo>
                    <a:pt x="1546" y="1579"/>
                  </a:lnTo>
                  <a:lnTo>
                    <a:pt x="1546" y="1581"/>
                  </a:lnTo>
                  <a:lnTo>
                    <a:pt x="1546" y="1581"/>
                  </a:lnTo>
                  <a:lnTo>
                    <a:pt x="1546" y="1581"/>
                  </a:lnTo>
                  <a:lnTo>
                    <a:pt x="1548" y="1581"/>
                  </a:lnTo>
                  <a:lnTo>
                    <a:pt x="1548" y="1584"/>
                  </a:lnTo>
                  <a:lnTo>
                    <a:pt x="1546" y="1584"/>
                  </a:lnTo>
                  <a:lnTo>
                    <a:pt x="1546" y="1584"/>
                  </a:lnTo>
                  <a:lnTo>
                    <a:pt x="1546" y="1584"/>
                  </a:lnTo>
                  <a:lnTo>
                    <a:pt x="1546" y="1586"/>
                  </a:lnTo>
                  <a:lnTo>
                    <a:pt x="1546" y="1586"/>
                  </a:lnTo>
                  <a:lnTo>
                    <a:pt x="1548" y="1586"/>
                  </a:lnTo>
                  <a:lnTo>
                    <a:pt x="1550" y="1586"/>
                  </a:lnTo>
                  <a:lnTo>
                    <a:pt x="1550" y="1586"/>
                  </a:lnTo>
                  <a:lnTo>
                    <a:pt x="1550" y="1586"/>
                  </a:lnTo>
                  <a:lnTo>
                    <a:pt x="1550" y="1588"/>
                  </a:lnTo>
                  <a:lnTo>
                    <a:pt x="1553" y="1591"/>
                  </a:lnTo>
                  <a:lnTo>
                    <a:pt x="1558" y="1591"/>
                  </a:lnTo>
                  <a:lnTo>
                    <a:pt x="1558" y="1593"/>
                  </a:lnTo>
                  <a:lnTo>
                    <a:pt x="1555" y="1593"/>
                  </a:lnTo>
                  <a:lnTo>
                    <a:pt x="1555" y="1593"/>
                  </a:lnTo>
                  <a:lnTo>
                    <a:pt x="1555" y="1593"/>
                  </a:lnTo>
                  <a:lnTo>
                    <a:pt x="1555" y="1595"/>
                  </a:lnTo>
                  <a:lnTo>
                    <a:pt x="1558" y="1595"/>
                  </a:lnTo>
                  <a:lnTo>
                    <a:pt x="1558" y="1595"/>
                  </a:lnTo>
                  <a:lnTo>
                    <a:pt x="1558" y="1595"/>
                  </a:lnTo>
                  <a:lnTo>
                    <a:pt x="1558" y="1595"/>
                  </a:lnTo>
                  <a:lnTo>
                    <a:pt x="1560" y="1595"/>
                  </a:lnTo>
                  <a:lnTo>
                    <a:pt x="1560" y="1595"/>
                  </a:lnTo>
                  <a:lnTo>
                    <a:pt x="1560" y="1595"/>
                  </a:lnTo>
                  <a:lnTo>
                    <a:pt x="1562" y="1593"/>
                  </a:lnTo>
                  <a:lnTo>
                    <a:pt x="1562" y="1593"/>
                  </a:lnTo>
                  <a:lnTo>
                    <a:pt x="1562" y="1593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0" y="1595"/>
                  </a:lnTo>
                  <a:lnTo>
                    <a:pt x="1562" y="1598"/>
                  </a:lnTo>
                  <a:lnTo>
                    <a:pt x="1565" y="1598"/>
                  </a:lnTo>
                  <a:lnTo>
                    <a:pt x="1567" y="1598"/>
                  </a:lnTo>
                  <a:lnTo>
                    <a:pt x="1567" y="1598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72" y="1600"/>
                  </a:lnTo>
                  <a:lnTo>
                    <a:pt x="1572" y="1600"/>
                  </a:lnTo>
                  <a:lnTo>
                    <a:pt x="1572" y="1600"/>
                  </a:lnTo>
                  <a:lnTo>
                    <a:pt x="1572" y="1600"/>
                  </a:lnTo>
                  <a:lnTo>
                    <a:pt x="1574" y="1600"/>
                  </a:lnTo>
                  <a:lnTo>
                    <a:pt x="1572" y="1598"/>
                  </a:lnTo>
                  <a:lnTo>
                    <a:pt x="1572" y="1595"/>
                  </a:lnTo>
                  <a:lnTo>
                    <a:pt x="1572" y="1595"/>
                  </a:lnTo>
                  <a:lnTo>
                    <a:pt x="1572" y="1595"/>
                  </a:lnTo>
                  <a:lnTo>
                    <a:pt x="1576" y="1595"/>
                  </a:lnTo>
                  <a:lnTo>
                    <a:pt x="1576" y="1595"/>
                  </a:lnTo>
                  <a:lnTo>
                    <a:pt x="1579" y="1595"/>
                  </a:lnTo>
                  <a:lnTo>
                    <a:pt x="1579" y="1598"/>
                  </a:lnTo>
                  <a:lnTo>
                    <a:pt x="1576" y="1598"/>
                  </a:lnTo>
                  <a:lnTo>
                    <a:pt x="1576" y="1600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4" y="1598"/>
                  </a:lnTo>
                  <a:lnTo>
                    <a:pt x="1584" y="1598"/>
                  </a:lnTo>
                  <a:lnTo>
                    <a:pt x="1581" y="1600"/>
                  </a:lnTo>
                  <a:lnTo>
                    <a:pt x="1581" y="1600"/>
                  </a:lnTo>
                  <a:lnTo>
                    <a:pt x="1581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6" y="1600"/>
                  </a:lnTo>
                  <a:lnTo>
                    <a:pt x="1586" y="1600"/>
                  </a:lnTo>
                  <a:lnTo>
                    <a:pt x="1586" y="1603"/>
                  </a:lnTo>
                  <a:lnTo>
                    <a:pt x="1586" y="1603"/>
                  </a:lnTo>
                  <a:lnTo>
                    <a:pt x="1586" y="1603"/>
                  </a:lnTo>
                  <a:lnTo>
                    <a:pt x="1591" y="1600"/>
                  </a:lnTo>
                  <a:lnTo>
                    <a:pt x="1593" y="1598"/>
                  </a:lnTo>
                  <a:lnTo>
                    <a:pt x="1593" y="1598"/>
                  </a:lnTo>
                  <a:lnTo>
                    <a:pt x="1593" y="1595"/>
                  </a:lnTo>
                  <a:lnTo>
                    <a:pt x="1593" y="1595"/>
                  </a:lnTo>
                  <a:lnTo>
                    <a:pt x="1595" y="1598"/>
                  </a:lnTo>
                  <a:lnTo>
                    <a:pt x="1598" y="1598"/>
                  </a:lnTo>
                  <a:lnTo>
                    <a:pt x="1600" y="1598"/>
                  </a:lnTo>
                  <a:lnTo>
                    <a:pt x="1600" y="1595"/>
                  </a:lnTo>
                  <a:lnTo>
                    <a:pt x="1603" y="1598"/>
                  </a:lnTo>
                  <a:lnTo>
                    <a:pt x="1605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600"/>
                  </a:lnTo>
                  <a:lnTo>
                    <a:pt x="1607" y="1600"/>
                  </a:lnTo>
                  <a:lnTo>
                    <a:pt x="1610" y="1600"/>
                  </a:lnTo>
                  <a:lnTo>
                    <a:pt x="1610" y="1600"/>
                  </a:lnTo>
                  <a:lnTo>
                    <a:pt x="1612" y="1600"/>
                  </a:lnTo>
                  <a:lnTo>
                    <a:pt x="1612" y="1600"/>
                  </a:lnTo>
                  <a:lnTo>
                    <a:pt x="1614" y="1598"/>
                  </a:lnTo>
                  <a:lnTo>
                    <a:pt x="1614" y="1598"/>
                  </a:lnTo>
                  <a:lnTo>
                    <a:pt x="1614" y="1598"/>
                  </a:lnTo>
                  <a:lnTo>
                    <a:pt x="1612" y="1595"/>
                  </a:lnTo>
                  <a:lnTo>
                    <a:pt x="1612" y="1595"/>
                  </a:lnTo>
                  <a:lnTo>
                    <a:pt x="1612" y="1595"/>
                  </a:lnTo>
                  <a:lnTo>
                    <a:pt x="1610" y="1595"/>
                  </a:lnTo>
                  <a:lnTo>
                    <a:pt x="1610" y="1595"/>
                  </a:lnTo>
                  <a:lnTo>
                    <a:pt x="1610" y="1593"/>
                  </a:lnTo>
                  <a:lnTo>
                    <a:pt x="1607" y="1591"/>
                  </a:lnTo>
                  <a:lnTo>
                    <a:pt x="1610" y="1591"/>
                  </a:lnTo>
                  <a:lnTo>
                    <a:pt x="1610" y="1591"/>
                  </a:lnTo>
                  <a:lnTo>
                    <a:pt x="1610" y="1591"/>
                  </a:lnTo>
                  <a:lnTo>
                    <a:pt x="1610" y="1593"/>
                  </a:lnTo>
                  <a:lnTo>
                    <a:pt x="1612" y="1591"/>
                  </a:lnTo>
                  <a:lnTo>
                    <a:pt x="1612" y="1591"/>
                  </a:lnTo>
                  <a:lnTo>
                    <a:pt x="1612" y="1588"/>
                  </a:lnTo>
                  <a:lnTo>
                    <a:pt x="1612" y="1588"/>
                  </a:lnTo>
                  <a:lnTo>
                    <a:pt x="1612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7" y="1588"/>
                  </a:lnTo>
                  <a:lnTo>
                    <a:pt x="1617" y="1591"/>
                  </a:lnTo>
                  <a:lnTo>
                    <a:pt x="1619" y="1591"/>
                  </a:lnTo>
                  <a:lnTo>
                    <a:pt x="1621" y="1588"/>
                  </a:lnTo>
                  <a:lnTo>
                    <a:pt x="1621" y="1588"/>
                  </a:lnTo>
                  <a:lnTo>
                    <a:pt x="1621" y="1588"/>
                  </a:lnTo>
                  <a:lnTo>
                    <a:pt x="1619" y="1586"/>
                  </a:lnTo>
                  <a:lnTo>
                    <a:pt x="1619" y="1586"/>
                  </a:lnTo>
                  <a:lnTo>
                    <a:pt x="1619" y="1586"/>
                  </a:lnTo>
                  <a:lnTo>
                    <a:pt x="1617" y="1586"/>
                  </a:lnTo>
                  <a:lnTo>
                    <a:pt x="1617" y="1586"/>
                  </a:lnTo>
                  <a:lnTo>
                    <a:pt x="1617" y="1586"/>
                  </a:lnTo>
                  <a:lnTo>
                    <a:pt x="1619" y="1586"/>
                  </a:lnTo>
                  <a:lnTo>
                    <a:pt x="1621" y="1586"/>
                  </a:lnTo>
                  <a:lnTo>
                    <a:pt x="1621" y="1586"/>
                  </a:lnTo>
                  <a:lnTo>
                    <a:pt x="1624" y="1588"/>
                  </a:lnTo>
                  <a:lnTo>
                    <a:pt x="1629" y="1584"/>
                  </a:lnTo>
                  <a:lnTo>
                    <a:pt x="1626" y="1584"/>
                  </a:lnTo>
                  <a:lnTo>
                    <a:pt x="1626" y="1584"/>
                  </a:lnTo>
                  <a:lnTo>
                    <a:pt x="1624" y="1584"/>
                  </a:lnTo>
                  <a:lnTo>
                    <a:pt x="1624" y="1584"/>
                  </a:lnTo>
                  <a:lnTo>
                    <a:pt x="1621" y="1584"/>
                  </a:lnTo>
                  <a:lnTo>
                    <a:pt x="1619" y="1581"/>
                  </a:lnTo>
                  <a:lnTo>
                    <a:pt x="1619" y="1581"/>
                  </a:lnTo>
                  <a:lnTo>
                    <a:pt x="1624" y="1581"/>
                  </a:lnTo>
                  <a:lnTo>
                    <a:pt x="1624" y="1579"/>
                  </a:lnTo>
                  <a:lnTo>
                    <a:pt x="1626" y="1579"/>
                  </a:lnTo>
                  <a:lnTo>
                    <a:pt x="1629" y="1579"/>
                  </a:lnTo>
                  <a:lnTo>
                    <a:pt x="1629" y="1576"/>
                  </a:lnTo>
                  <a:lnTo>
                    <a:pt x="1626" y="1576"/>
                  </a:lnTo>
                  <a:lnTo>
                    <a:pt x="1626" y="1576"/>
                  </a:lnTo>
                  <a:lnTo>
                    <a:pt x="1626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31" y="1576"/>
                  </a:lnTo>
                  <a:lnTo>
                    <a:pt x="1631" y="1576"/>
                  </a:lnTo>
                  <a:lnTo>
                    <a:pt x="1631" y="1576"/>
                  </a:lnTo>
                  <a:lnTo>
                    <a:pt x="1631" y="1574"/>
                  </a:lnTo>
                  <a:lnTo>
                    <a:pt x="1633" y="1572"/>
                  </a:lnTo>
                  <a:lnTo>
                    <a:pt x="1633" y="1572"/>
                  </a:lnTo>
                  <a:lnTo>
                    <a:pt x="1636" y="1574"/>
                  </a:lnTo>
                  <a:lnTo>
                    <a:pt x="1636" y="1574"/>
                  </a:lnTo>
                  <a:lnTo>
                    <a:pt x="1636" y="1574"/>
                  </a:lnTo>
                  <a:lnTo>
                    <a:pt x="1636" y="1574"/>
                  </a:lnTo>
                  <a:lnTo>
                    <a:pt x="1638" y="1574"/>
                  </a:lnTo>
                  <a:lnTo>
                    <a:pt x="1638" y="1574"/>
                  </a:lnTo>
                  <a:lnTo>
                    <a:pt x="1638" y="1574"/>
                  </a:lnTo>
                  <a:lnTo>
                    <a:pt x="1638" y="1574"/>
                  </a:lnTo>
                  <a:lnTo>
                    <a:pt x="1638" y="1572"/>
                  </a:lnTo>
                  <a:lnTo>
                    <a:pt x="1640" y="1572"/>
                  </a:lnTo>
                  <a:lnTo>
                    <a:pt x="1643" y="1572"/>
                  </a:lnTo>
                  <a:lnTo>
                    <a:pt x="1643" y="1572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7"/>
                  </a:lnTo>
                  <a:lnTo>
                    <a:pt x="1638" y="1567"/>
                  </a:lnTo>
                  <a:lnTo>
                    <a:pt x="1638" y="1567"/>
                  </a:lnTo>
                  <a:lnTo>
                    <a:pt x="1636" y="1567"/>
                  </a:lnTo>
                  <a:lnTo>
                    <a:pt x="1636" y="1567"/>
                  </a:lnTo>
                  <a:lnTo>
                    <a:pt x="1636" y="1567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40" y="1565"/>
                  </a:lnTo>
                  <a:lnTo>
                    <a:pt x="1640" y="1567"/>
                  </a:lnTo>
                  <a:lnTo>
                    <a:pt x="1640" y="1567"/>
                  </a:lnTo>
                  <a:lnTo>
                    <a:pt x="1643" y="1565"/>
                  </a:lnTo>
                  <a:lnTo>
                    <a:pt x="1640" y="1565"/>
                  </a:lnTo>
                  <a:lnTo>
                    <a:pt x="1640" y="1565"/>
                  </a:lnTo>
                  <a:lnTo>
                    <a:pt x="1640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2"/>
                  </a:lnTo>
                  <a:lnTo>
                    <a:pt x="1643" y="1562"/>
                  </a:lnTo>
                  <a:lnTo>
                    <a:pt x="1640" y="1562"/>
                  </a:lnTo>
                  <a:lnTo>
                    <a:pt x="1638" y="1560"/>
                  </a:lnTo>
                  <a:lnTo>
                    <a:pt x="1636" y="1560"/>
                  </a:lnTo>
                  <a:lnTo>
                    <a:pt x="1636" y="1560"/>
                  </a:lnTo>
                  <a:lnTo>
                    <a:pt x="1636" y="1560"/>
                  </a:lnTo>
                  <a:lnTo>
                    <a:pt x="1633" y="1560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5"/>
                  </a:lnTo>
                  <a:lnTo>
                    <a:pt x="1633" y="1555"/>
                  </a:lnTo>
                  <a:lnTo>
                    <a:pt x="1633" y="1555"/>
                  </a:lnTo>
                  <a:lnTo>
                    <a:pt x="1631" y="1555"/>
                  </a:lnTo>
                  <a:lnTo>
                    <a:pt x="1631" y="1553"/>
                  </a:lnTo>
                  <a:lnTo>
                    <a:pt x="1631" y="1553"/>
                  </a:lnTo>
                  <a:lnTo>
                    <a:pt x="1633" y="1553"/>
                  </a:lnTo>
                  <a:lnTo>
                    <a:pt x="1638" y="1555"/>
                  </a:lnTo>
                  <a:lnTo>
                    <a:pt x="1638" y="1555"/>
                  </a:lnTo>
                  <a:lnTo>
                    <a:pt x="1640" y="1555"/>
                  </a:lnTo>
                  <a:lnTo>
                    <a:pt x="1643" y="1553"/>
                  </a:lnTo>
                  <a:lnTo>
                    <a:pt x="1643" y="1555"/>
                  </a:lnTo>
                  <a:lnTo>
                    <a:pt x="1645" y="1555"/>
                  </a:lnTo>
                  <a:lnTo>
                    <a:pt x="1647" y="1555"/>
                  </a:lnTo>
                  <a:lnTo>
                    <a:pt x="1647" y="1555"/>
                  </a:lnTo>
                  <a:lnTo>
                    <a:pt x="1650" y="1555"/>
                  </a:lnTo>
                  <a:lnTo>
                    <a:pt x="1652" y="1555"/>
                  </a:lnTo>
                  <a:lnTo>
                    <a:pt x="1652" y="1555"/>
                  </a:lnTo>
                  <a:lnTo>
                    <a:pt x="1655" y="1558"/>
                  </a:lnTo>
                  <a:lnTo>
                    <a:pt x="1655" y="1558"/>
                  </a:lnTo>
                  <a:lnTo>
                    <a:pt x="1657" y="1558"/>
                  </a:lnTo>
                  <a:lnTo>
                    <a:pt x="1657" y="1558"/>
                  </a:lnTo>
                  <a:lnTo>
                    <a:pt x="1657" y="1560"/>
                  </a:lnTo>
                  <a:lnTo>
                    <a:pt x="1659" y="1560"/>
                  </a:lnTo>
                  <a:lnTo>
                    <a:pt x="1659" y="1560"/>
                  </a:lnTo>
                  <a:lnTo>
                    <a:pt x="1659" y="1560"/>
                  </a:lnTo>
                  <a:lnTo>
                    <a:pt x="1659" y="1560"/>
                  </a:lnTo>
                  <a:lnTo>
                    <a:pt x="1662" y="1560"/>
                  </a:lnTo>
                  <a:lnTo>
                    <a:pt x="1662" y="1560"/>
                  </a:lnTo>
                  <a:lnTo>
                    <a:pt x="1659" y="1560"/>
                  </a:lnTo>
                  <a:lnTo>
                    <a:pt x="1662" y="1560"/>
                  </a:lnTo>
                  <a:lnTo>
                    <a:pt x="1662" y="1558"/>
                  </a:lnTo>
                  <a:lnTo>
                    <a:pt x="1662" y="1558"/>
                  </a:lnTo>
                  <a:lnTo>
                    <a:pt x="1662" y="1558"/>
                  </a:lnTo>
                  <a:lnTo>
                    <a:pt x="1659" y="1558"/>
                  </a:lnTo>
                  <a:lnTo>
                    <a:pt x="1659" y="1558"/>
                  </a:lnTo>
                  <a:lnTo>
                    <a:pt x="1659" y="1555"/>
                  </a:lnTo>
                  <a:lnTo>
                    <a:pt x="1659" y="1555"/>
                  </a:lnTo>
                  <a:lnTo>
                    <a:pt x="1659" y="1555"/>
                  </a:lnTo>
                  <a:lnTo>
                    <a:pt x="1662" y="1555"/>
                  </a:lnTo>
                  <a:lnTo>
                    <a:pt x="1662" y="1558"/>
                  </a:lnTo>
                  <a:lnTo>
                    <a:pt x="1666" y="1558"/>
                  </a:lnTo>
                  <a:lnTo>
                    <a:pt x="1669" y="1558"/>
                  </a:lnTo>
                  <a:lnTo>
                    <a:pt x="1669" y="1560"/>
                  </a:lnTo>
                  <a:lnTo>
                    <a:pt x="1669" y="1558"/>
                  </a:lnTo>
                  <a:lnTo>
                    <a:pt x="1671" y="1558"/>
                  </a:lnTo>
                  <a:lnTo>
                    <a:pt x="1671" y="1558"/>
                  </a:lnTo>
                  <a:lnTo>
                    <a:pt x="1671" y="1558"/>
                  </a:lnTo>
                  <a:lnTo>
                    <a:pt x="1674" y="1558"/>
                  </a:lnTo>
                  <a:lnTo>
                    <a:pt x="1674" y="1560"/>
                  </a:lnTo>
                  <a:lnTo>
                    <a:pt x="1676" y="1560"/>
                  </a:lnTo>
                  <a:lnTo>
                    <a:pt x="1678" y="1560"/>
                  </a:lnTo>
                  <a:lnTo>
                    <a:pt x="1678" y="1560"/>
                  </a:lnTo>
                  <a:lnTo>
                    <a:pt x="1676" y="1558"/>
                  </a:lnTo>
                  <a:lnTo>
                    <a:pt x="1676" y="1558"/>
                  </a:lnTo>
                  <a:lnTo>
                    <a:pt x="1678" y="1558"/>
                  </a:lnTo>
                  <a:lnTo>
                    <a:pt x="1681" y="1558"/>
                  </a:lnTo>
                  <a:lnTo>
                    <a:pt x="1681" y="1558"/>
                  </a:lnTo>
                  <a:lnTo>
                    <a:pt x="1681" y="1558"/>
                  </a:lnTo>
                  <a:lnTo>
                    <a:pt x="1681" y="1558"/>
                  </a:lnTo>
                  <a:lnTo>
                    <a:pt x="1681" y="1555"/>
                  </a:lnTo>
                  <a:lnTo>
                    <a:pt x="1683" y="1555"/>
                  </a:lnTo>
                  <a:lnTo>
                    <a:pt x="1683" y="1553"/>
                  </a:lnTo>
                  <a:lnTo>
                    <a:pt x="1683" y="1553"/>
                  </a:lnTo>
                  <a:lnTo>
                    <a:pt x="1683" y="1553"/>
                  </a:lnTo>
                  <a:lnTo>
                    <a:pt x="1685" y="1553"/>
                  </a:lnTo>
                  <a:lnTo>
                    <a:pt x="1685" y="1550"/>
                  </a:lnTo>
                  <a:lnTo>
                    <a:pt x="1685" y="1550"/>
                  </a:lnTo>
                  <a:lnTo>
                    <a:pt x="1685" y="1548"/>
                  </a:lnTo>
                  <a:lnTo>
                    <a:pt x="1685" y="1548"/>
                  </a:lnTo>
                  <a:lnTo>
                    <a:pt x="1683" y="1548"/>
                  </a:lnTo>
                  <a:lnTo>
                    <a:pt x="1681" y="1548"/>
                  </a:lnTo>
                  <a:lnTo>
                    <a:pt x="1681" y="1548"/>
                  </a:lnTo>
                  <a:lnTo>
                    <a:pt x="1681" y="1548"/>
                  </a:lnTo>
                  <a:lnTo>
                    <a:pt x="1678" y="1546"/>
                  </a:lnTo>
                  <a:lnTo>
                    <a:pt x="1678" y="1546"/>
                  </a:lnTo>
                  <a:lnTo>
                    <a:pt x="1678" y="1546"/>
                  </a:lnTo>
                  <a:lnTo>
                    <a:pt x="1681" y="1546"/>
                  </a:lnTo>
                  <a:lnTo>
                    <a:pt x="1681" y="1546"/>
                  </a:lnTo>
                  <a:lnTo>
                    <a:pt x="1681" y="1546"/>
                  </a:lnTo>
                  <a:lnTo>
                    <a:pt x="1683" y="1546"/>
                  </a:lnTo>
                  <a:lnTo>
                    <a:pt x="1681" y="1543"/>
                  </a:lnTo>
                  <a:lnTo>
                    <a:pt x="1681" y="1543"/>
                  </a:lnTo>
                  <a:lnTo>
                    <a:pt x="1678" y="1546"/>
                  </a:lnTo>
                  <a:lnTo>
                    <a:pt x="1678" y="1543"/>
                  </a:lnTo>
                  <a:lnTo>
                    <a:pt x="1678" y="1543"/>
                  </a:lnTo>
                  <a:lnTo>
                    <a:pt x="1681" y="1543"/>
                  </a:lnTo>
                  <a:lnTo>
                    <a:pt x="1681" y="1543"/>
                  </a:lnTo>
                  <a:lnTo>
                    <a:pt x="1683" y="1541"/>
                  </a:lnTo>
                  <a:lnTo>
                    <a:pt x="1683" y="1541"/>
                  </a:lnTo>
                  <a:lnTo>
                    <a:pt x="1676" y="1536"/>
                  </a:lnTo>
                  <a:lnTo>
                    <a:pt x="1669" y="1534"/>
                  </a:lnTo>
                  <a:lnTo>
                    <a:pt x="1669" y="1532"/>
                  </a:lnTo>
                  <a:lnTo>
                    <a:pt x="1666" y="1534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2" y="1529"/>
                  </a:lnTo>
                  <a:lnTo>
                    <a:pt x="1662" y="1529"/>
                  </a:lnTo>
                  <a:lnTo>
                    <a:pt x="1662" y="1529"/>
                  </a:lnTo>
                  <a:lnTo>
                    <a:pt x="1659" y="1529"/>
                  </a:lnTo>
                  <a:lnTo>
                    <a:pt x="1657" y="1529"/>
                  </a:lnTo>
                  <a:lnTo>
                    <a:pt x="1655" y="1527"/>
                  </a:lnTo>
                  <a:lnTo>
                    <a:pt x="1657" y="1527"/>
                  </a:lnTo>
                  <a:lnTo>
                    <a:pt x="1657" y="1527"/>
                  </a:lnTo>
                  <a:lnTo>
                    <a:pt x="1659" y="1527"/>
                  </a:lnTo>
                  <a:lnTo>
                    <a:pt x="1662" y="1527"/>
                  </a:lnTo>
                  <a:lnTo>
                    <a:pt x="1662" y="1527"/>
                  </a:lnTo>
                  <a:lnTo>
                    <a:pt x="1662" y="1527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6" y="1527"/>
                  </a:lnTo>
                  <a:lnTo>
                    <a:pt x="1666" y="1527"/>
                  </a:lnTo>
                  <a:lnTo>
                    <a:pt x="1666" y="1524"/>
                  </a:lnTo>
                  <a:lnTo>
                    <a:pt x="1666" y="1524"/>
                  </a:lnTo>
                  <a:lnTo>
                    <a:pt x="1666" y="1522"/>
                  </a:lnTo>
                  <a:lnTo>
                    <a:pt x="1664" y="1522"/>
                  </a:lnTo>
                  <a:lnTo>
                    <a:pt x="1664" y="1520"/>
                  </a:lnTo>
                  <a:lnTo>
                    <a:pt x="1662" y="1520"/>
                  </a:lnTo>
                  <a:lnTo>
                    <a:pt x="1664" y="1517"/>
                  </a:lnTo>
                  <a:lnTo>
                    <a:pt x="1664" y="1517"/>
                  </a:lnTo>
                  <a:lnTo>
                    <a:pt x="1666" y="1517"/>
                  </a:lnTo>
                  <a:lnTo>
                    <a:pt x="1666" y="1515"/>
                  </a:lnTo>
                  <a:lnTo>
                    <a:pt x="1664" y="1515"/>
                  </a:lnTo>
                  <a:lnTo>
                    <a:pt x="1664" y="1515"/>
                  </a:lnTo>
                  <a:lnTo>
                    <a:pt x="1664" y="1513"/>
                  </a:lnTo>
                  <a:lnTo>
                    <a:pt x="1666" y="1513"/>
                  </a:lnTo>
                  <a:lnTo>
                    <a:pt x="1669" y="1513"/>
                  </a:lnTo>
                  <a:lnTo>
                    <a:pt x="1669" y="1513"/>
                  </a:lnTo>
                  <a:lnTo>
                    <a:pt x="1669" y="1515"/>
                  </a:lnTo>
                  <a:lnTo>
                    <a:pt x="1669" y="1515"/>
                  </a:lnTo>
                  <a:lnTo>
                    <a:pt x="1669" y="1515"/>
                  </a:lnTo>
                  <a:lnTo>
                    <a:pt x="1669" y="1515"/>
                  </a:lnTo>
                  <a:lnTo>
                    <a:pt x="1671" y="1515"/>
                  </a:lnTo>
                  <a:lnTo>
                    <a:pt x="1671" y="1515"/>
                  </a:lnTo>
                  <a:lnTo>
                    <a:pt x="1674" y="1517"/>
                  </a:lnTo>
                  <a:lnTo>
                    <a:pt x="1671" y="1517"/>
                  </a:lnTo>
                  <a:lnTo>
                    <a:pt x="1669" y="1517"/>
                  </a:lnTo>
                  <a:lnTo>
                    <a:pt x="1669" y="1517"/>
                  </a:lnTo>
                  <a:lnTo>
                    <a:pt x="1669" y="1522"/>
                  </a:lnTo>
                  <a:lnTo>
                    <a:pt x="1669" y="1522"/>
                  </a:lnTo>
                  <a:lnTo>
                    <a:pt x="1669" y="1524"/>
                  </a:lnTo>
                  <a:lnTo>
                    <a:pt x="1669" y="1524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9"/>
                  </a:lnTo>
                  <a:lnTo>
                    <a:pt x="1671" y="1529"/>
                  </a:lnTo>
                  <a:lnTo>
                    <a:pt x="1671" y="1532"/>
                  </a:lnTo>
                  <a:lnTo>
                    <a:pt x="1674" y="1532"/>
                  </a:lnTo>
                  <a:lnTo>
                    <a:pt x="1676" y="1532"/>
                  </a:lnTo>
                  <a:lnTo>
                    <a:pt x="1676" y="1532"/>
                  </a:lnTo>
                  <a:lnTo>
                    <a:pt x="1676" y="1534"/>
                  </a:lnTo>
                  <a:lnTo>
                    <a:pt x="1676" y="1534"/>
                  </a:lnTo>
                  <a:lnTo>
                    <a:pt x="1678" y="1536"/>
                  </a:lnTo>
                  <a:lnTo>
                    <a:pt x="1678" y="1536"/>
                  </a:lnTo>
                  <a:lnTo>
                    <a:pt x="1678" y="1536"/>
                  </a:lnTo>
                  <a:lnTo>
                    <a:pt x="1681" y="1536"/>
                  </a:lnTo>
                  <a:lnTo>
                    <a:pt x="1681" y="1536"/>
                  </a:lnTo>
                  <a:lnTo>
                    <a:pt x="1681" y="1534"/>
                  </a:lnTo>
                  <a:lnTo>
                    <a:pt x="1683" y="1534"/>
                  </a:lnTo>
                  <a:lnTo>
                    <a:pt x="1683" y="1534"/>
                  </a:lnTo>
                  <a:lnTo>
                    <a:pt x="1683" y="1534"/>
                  </a:lnTo>
                  <a:lnTo>
                    <a:pt x="1683" y="1536"/>
                  </a:lnTo>
                  <a:lnTo>
                    <a:pt x="1683" y="1536"/>
                  </a:lnTo>
                  <a:lnTo>
                    <a:pt x="1683" y="1536"/>
                  </a:lnTo>
                  <a:lnTo>
                    <a:pt x="1685" y="1539"/>
                  </a:lnTo>
                  <a:lnTo>
                    <a:pt x="1685" y="1539"/>
                  </a:lnTo>
                  <a:lnTo>
                    <a:pt x="1685" y="1536"/>
                  </a:lnTo>
                  <a:lnTo>
                    <a:pt x="1685" y="1534"/>
                  </a:lnTo>
                  <a:lnTo>
                    <a:pt x="1683" y="1534"/>
                  </a:lnTo>
                  <a:lnTo>
                    <a:pt x="1683" y="1532"/>
                  </a:lnTo>
                  <a:lnTo>
                    <a:pt x="1681" y="1532"/>
                  </a:lnTo>
                  <a:lnTo>
                    <a:pt x="1683" y="1532"/>
                  </a:lnTo>
                  <a:lnTo>
                    <a:pt x="1685" y="1532"/>
                  </a:lnTo>
                  <a:lnTo>
                    <a:pt x="1685" y="1532"/>
                  </a:lnTo>
                  <a:lnTo>
                    <a:pt x="1685" y="1532"/>
                  </a:lnTo>
                  <a:lnTo>
                    <a:pt x="1683" y="1529"/>
                  </a:lnTo>
                  <a:lnTo>
                    <a:pt x="1685" y="1527"/>
                  </a:lnTo>
                  <a:lnTo>
                    <a:pt x="1685" y="1527"/>
                  </a:lnTo>
                  <a:lnTo>
                    <a:pt x="1685" y="1529"/>
                  </a:lnTo>
                  <a:lnTo>
                    <a:pt x="1685" y="1529"/>
                  </a:lnTo>
                  <a:lnTo>
                    <a:pt x="1688" y="1529"/>
                  </a:lnTo>
                  <a:lnTo>
                    <a:pt x="1688" y="1529"/>
                  </a:lnTo>
                  <a:lnTo>
                    <a:pt x="1688" y="1532"/>
                  </a:lnTo>
                  <a:lnTo>
                    <a:pt x="1688" y="1532"/>
                  </a:lnTo>
                  <a:lnTo>
                    <a:pt x="1688" y="1534"/>
                  </a:lnTo>
                  <a:lnTo>
                    <a:pt x="1688" y="1534"/>
                  </a:lnTo>
                  <a:lnTo>
                    <a:pt x="1690" y="1536"/>
                  </a:lnTo>
                  <a:lnTo>
                    <a:pt x="1690" y="1534"/>
                  </a:lnTo>
                  <a:lnTo>
                    <a:pt x="1690" y="1532"/>
                  </a:lnTo>
                  <a:lnTo>
                    <a:pt x="1688" y="1529"/>
                  </a:lnTo>
                  <a:lnTo>
                    <a:pt x="1688" y="1529"/>
                  </a:lnTo>
                  <a:lnTo>
                    <a:pt x="1688" y="1529"/>
                  </a:lnTo>
                  <a:lnTo>
                    <a:pt x="1688" y="1527"/>
                  </a:lnTo>
                  <a:lnTo>
                    <a:pt x="1688" y="1527"/>
                  </a:lnTo>
                  <a:lnTo>
                    <a:pt x="1690" y="1527"/>
                  </a:lnTo>
                  <a:lnTo>
                    <a:pt x="1690" y="1527"/>
                  </a:lnTo>
                  <a:lnTo>
                    <a:pt x="1690" y="1524"/>
                  </a:lnTo>
                  <a:lnTo>
                    <a:pt x="1690" y="1524"/>
                  </a:lnTo>
                  <a:lnTo>
                    <a:pt x="1690" y="1524"/>
                  </a:lnTo>
                  <a:lnTo>
                    <a:pt x="1690" y="1524"/>
                  </a:lnTo>
                  <a:lnTo>
                    <a:pt x="1690" y="1522"/>
                  </a:lnTo>
                  <a:lnTo>
                    <a:pt x="1690" y="1520"/>
                  </a:lnTo>
                  <a:lnTo>
                    <a:pt x="1690" y="1520"/>
                  </a:lnTo>
                  <a:lnTo>
                    <a:pt x="1690" y="1520"/>
                  </a:lnTo>
                  <a:lnTo>
                    <a:pt x="1692" y="1520"/>
                  </a:lnTo>
                  <a:lnTo>
                    <a:pt x="1692" y="1520"/>
                  </a:lnTo>
                  <a:lnTo>
                    <a:pt x="1692" y="1522"/>
                  </a:lnTo>
                  <a:lnTo>
                    <a:pt x="1692" y="1524"/>
                  </a:lnTo>
                  <a:lnTo>
                    <a:pt x="1692" y="1527"/>
                  </a:lnTo>
                  <a:lnTo>
                    <a:pt x="1695" y="1527"/>
                  </a:lnTo>
                  <a:lnTo>
                    <a:pt x="1695" y="1529"/>
                  </a:lnTo>
                  <a:lnTo>
                    <a:pt x="1695" y="1529"/>
                  </a:lnTo>
                  <a:lnTo>
                    <a:pt x="1697" y="1532"/>
                  </a:lnTo>
                  <a:lnTo>
                    <a:pt x="1700" y="1532"/>
                  </a:lnTo>
                  <a:lnTo>
                    <a:pt x="1695" y="1534"/>
                  </a:lnTo>
                  <a:lnTo>
                    <a:pt x="1692" y="1534"/>
                  </a:lnTo>
                  <a:lnTo>
                    <a:pt x="1692" y="1536"/>
                  </a:lnTo>
                  <a:lnTo>
                    <a:pt x="1695" y="1536"/>
                  </a:lnTo>
                  <a:lnTo>
                    <a:pt x="1695" y="1534"/>
                  </a:lnTo>
                  <a:lnTo>
                    <a:pt x="1697" y="1534"/>
                  </a:lnTo>
                  <a:lnTo>
                    <a:pt x="1700" y="1536"/>
                  </a:lnTo>
                  <a:lnTo>
                    <a:pt x="1702" y="1536"/>
                  </a:lnTo>
                  <a:lnTo>
                    <a:pt x="1702" y="1536"/>
                  </a:lnTo>
                  <a:lnTo>
                    <a:pt x="1704" y="1536"/>
                  </a:lnTo>
                  <a:lnTo>
                    <a:pt x="1702" y="1539"/>
                  </a:lnTo>
                  <a:lnTo>
                    <a:pt x="1697" y="1536"/>
                  </a:lnTo>
                  <a:lnTo>
                    <a:pt x="1695" y="1536"/>
                  </a:lnTo>
                  <a:lnTo>
                    <a:pt x="1702" y="1543"/>
                  </a:lnTo>
                  <a:lnTo>
                    <a:pt x="1702" y="1543"/>
                  </a:lnTo>
                  <a:lnTo>
                    <a:pt x="1702" y="1546"/>
                  </a:lnTo>
                  <a:lnTo>
                    <a:pt x="1702" y="1546"/>
                  </a:lnTo>
                  <a:lnTo>
                    <a:pt x="1700" y="1543"/>
                  </a:lnTo>
                  <a:lnTo>
                    <a:pt x="1697" y="1543"/>
                  </a:lnTo>
                  <a:lnTo>
                    <a:pt x="1700" y="1546"/>
                  </a:lnTo>
                  <a:lnTo>
                    <a:pt x="1700" y="1546"/>
                  </a:lnTo>
                  <a:lnTo>
                    <a:pt x="1702" y="1546"/>
                  </a:lnTo>
                  <a:lnTo>
                    <a:pt x="1702" y="1548"/>
                  </a:lnTo>
                  <a:lnTo>
                    <a:pt x="1702" y="1550"/>
                  </a:lnTo>
                  <a:lnTo>
                    <a:pt x="1702" y="1550"/>
                  </a:lnTo>
                  <a:lnTo>
                    <a:pt x="1702" y="1550"/>
                  </a:lnTo>
                  <a:lnTo>
                    <a:pt x="1702" y="1550"/>
                  </a:lnTo>
                  <a:lnTo>
                    <a:pt x="1702" y="1553"/>
                  </a:lnTo>
                  <a:lnTo>
                    <a:pt x="1700" y="1553"/>
                  </a:lnTo>
                  <a:lnTo>
                    <a:pt x="1702" y="1553"/>
                  </a:lnTo>
                  <a:lnTo>
                    <a:pt x="1702" y="1553"/>
                  </a:lnTo>
                  <a:lnTo>
                    <a:pt x="1702" y="1553"/>
                  </a:lnTo>
                  <a:lnTo>
                    <a:pt x="1704" y="1553"/>
                  </a:lnTo>
                  <a:lnTo>
                    <a:pt x="1704" y="1553"/>
                  </a:lnTo>
                  <a:lnTo>
                    <a:pt x="1704" y="1555"/>
                  </a:lnTo>
                  <a:lnTo>
                    <a:pt x="1704" y="1553"/>
                  </a:lnTo>
                  <a:lnTo>
                    <a:pt x="1704" y="1553"/>
                  </a:lnTo>
                  <a:lnTo>
                    <a:pt x="1704" y="1555"/>
                  </a:lnTo>
                  <a:lnTo>
                    <a:pt x="1707" y="1553"/>
                  </a:lnTo>
                  <a:lnTo>
                    <a:pt x="1707" y="1553"/>
                  </a:lnTo>
                  <a:lnTo>
                    <a:pt x="1707" y="1553"/>
                  </a:lnTo>
                  <a:lnTo>
                    <a:pt x="1709" y="1553"/>
                  </a:lnTo>
                  <a:lnTo>
                    <a:pt x="1709" y="1553"/>
                  </a:lnTo>
                  <a:lnTo>
                    <a:pt x="1707" y="1550"/>
                  </a:lnTo>
                  <a:lnTo>
                    <a:pt x="1707" y="1548"/>
                  </a:lnTo>
                  <a:lnTo>
                    <a:pt x="1707" y="1548"/>
                  </a:lnTo>
                  <a:lnTo>
                    <a:pt x="1707" y="1548"/>
                  </a:lnTo>
                  <a:lnTo>
                    <a:pt x="1707" y="1548"/>
                  </a:lnTo>
                  <a:lnTo>
                    <a:pt x="1707" y="1546"/>
                  </a:lnTo>
                  <a:lnTo>
                    <a:pt x="1707" y="1546"/>
                  </a:lnTo>
                  <a:lnTo>
                    <a:pt x="1707" y="1546"/>
                  </a:lnTo>
                  <a:lnTo>
                    <a:pt x="1704" y="1543"/>
                  </a:lnTo>
                  <a:lnTo>
                    <a:pt x="1704" y="1541"/>
                  </a:lnTo>
                  <a:lnTo>
                    <a:pt x="1704" y="1541"/>
                  </a:lnTo>
                  <a:lnTo>
                    <a:pt x="1704" y="1541"/>
                  </a:lnTo>
                  <a:lnTo>
                    <a:pt x="1707" y="1541"/>
                  </a:lnTo>
                  <a:lnTo>
                    <a:pt x="1707" y="1541"/>
                  </a:lnTo>
                  <a:lnTo>
                    <a:pt x="1707" y="1541"/>
                  </a:lnTo>
                  <a:lnTo>
                    <a:pt x="1707" y="1539"/>
                  </a:lnTo>
                  <a:lnTo>
                    <a:pt x="1707" y="1539"/>
                  </a:lnTo>
                  <a:lnTo>
                    <a:pt x="1707" y="1539"/>
                  </a:lnTo>
                  <a:lnTo>
                    <a:pt x="1707" y="1536"/>
                  </a:lnTo>
                  <a:lnTo>
                    <a:pt x="1707" y="1536"/>
                  </a:lnTo>
                  <a:lnTo>
                    <a:pt x="1709" y="1539"/>
                  </a:lnTo>
                  <a:lnTo>
                    <a:pt x="1709" y="1539"/>
                  </a:lnTo>
                  <a:lnTo>
                    <a:pt x="1711" y="1539"/>
                  </a:lnTo>
                  <a:lnTo>
                    <a:pt x="1711" y="1539"/>
                  </a:lnTo>
                  <a:lnTo>
                    <a:pt x="1711" y="1539"/>
                  </a:lnTo>
                  <a:lnTo>
                    <a:pt x="1711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7" y="1536"/>
                  </a:lnTo>
                  <a:lnTo>
                    <a:pt x="1707" y="1536"/>
                  </a:lnTo>
                  <a:lnTo>
                    <a:pt x="1707" y="1534"/>
                  </a:lnTo>
                  <a:lnTo>
                    <a:pt x="1704" y="1534"/>
                  </a:lnTo>
                  <a:lnTo>
                    <a:pt x="1704" y="1534"/>
                  </a:lnTo>
                  <a:lnTo>
                    <a:pt x="1704" y="1532"/>
                  </a:lnTo>
                  <a:lnTo>
                    <a:pt x="1702" y="1532"/>
                  </a:lnTo>
                  <a:lnTo>
                    <a:pt x="1702" y="1532"/>
                  </a:lnTo>
                  <a:lnTo>
                    <a:pt x="1702" y="1529"/>
                  </a:lnTo>
                  <a:lnTo>
                    <a:pt x="1702" y="1529"/>
                  </a:lnTo>
                  <a:lnTo>
                    <a:pt x="1702" y="1529"/>
                  </a:lnTo>
                  <a:lnTo>
                    <a:pt x="1702" y="1529"/>
                  </a:lnTo>
                  <a:lnTo>
                    <a:pt x="1704" y="1532"/>
                  </a:lnTo>
                  <a:lnTo>
                    <a:pt x="1707" y="1532"/>
                  </a:lnTo>
                  <a:lnTo>
                    <a:pt x="1707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11" y="1529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4"/>
                  </a:lnTo>
                  <a:lnTo>
                    <a:pt x="1709" y="1524"/>
                  </a:lnTo>
                  <a:lnTo>
                    <a:pt x="1709" y="1522"/>
                  </a:lnTo>
                  <a:lnTo>
                    <a:pt x="1709" y="1522"/>
                  </a:lnTo>
                  <a:lnTo>
                    <a:pt x="1709" y="1520"/>
                  </a:lnTo>
                  <a:lnTo>
                    <a:pt x="1709" y="1520"/>
                  </a:lnTo>
                  <a:lnTo>
                    <a:pt x="1709" y="1520"/>
                  </a:lnTo>
                  <a:lnTo>
                    <a:pt x="1711" y="1522"/>
                  </a:lnTo>
                  <a:lnTo>
                    <a:pt x="1711" y="1522"/>
                  </a:lnTo>
                  <a:lnTo>
                    <a:pt x="1714" y="1524"/>
                  </a:lnTo>
                  <a:lnTo>
                    <a:pt x="1714" y="1524"/>
                  </a:lnTo>
                  <a:lnTo>
                    <a:pt x="1714" y="1524"/>
                  </a:lnTo>
                  <a:lnTo>
                    <a:pt x="1716" y="1524"/>
                  </a:lnTo>
                  <a:lnTo>
                    <a:pt x="1716" y="1524"/>
                  </a:lnTo>
                  <a:lnTo>
                    <a:pt x="1716" y="1522"/>
                  </a:lnTo>
                  <a:lnTo>
                    <a:pt x="1718" y="1522"/>
                  </a:lnTo>
                  <a:lnTo>
                    <a:pt x="1718" y="1522"/>
                  </a:lnTo>
                  <a:lnTo>
                    <a:pt x="1718" y="1522"/>
                  </a:lnTo>
                  <a:lnTo>
                    <a:pt x="1718" y="1524"/>
                  </a:lnTo>
                  <a:lnTo>
                    <a:pt x="1718" y="1524"/>
                  </a:lnTo>
                  <a:lnTo>
                    <a:pt x="1718" y="1524"/>
                  </a:lnTo>
                  <a:lnTo>
                    <a:pt x="1721" y="1524"/>
                  </a:lnTo>
                  <a:lnTo>
                    <a:pt x="1721" y="1524"/>
                  </a:lnTo>
                  <a:lnTo>
                    <a:pt x="1721" y="1527"/>
                  </a:lnTo>
                  <a:lnTo>
                    <a:pt x="1721" y="1527"/>
                  </a:lnTo>
                  <a:lnTo>
                    <a:pt x="1721" y="1527"/>
                  </a:lnTo>
                  <a:lnTo>
                    <a:pt x="1721" y="1527"/>
                  </a:lnTo>
                  <a:lnTo>
                    <a:pt x="1718" y="1527"/>
                  </a:lnTo>
                  <a:lnTo>
                    <a:pt x="1718" y="1524"/>
                  </a:lnTo>
                  <a:lnTo>
                    <a:pt x="1718" y="1527"/>
                  </a:lnTo>
                  <a:lnTo>
                    <a:pt x="1718" y="1527"/>
                  </a:lnTo>
                  <a:lnTo>
                    <a:pt x="1718" y="1527"/>
                  </a:lnTo>
                  <a:lnTo>
                    <a:pt x="1721" y="1527"/>
                  </a:lnTo>
                  <a:lnTo>
                    <a:pt x="1721" y="1529"/>
                  </a:lnTo>
                  <a:lnTo>
                    <a:pt x="1721" y="1532"/>
                  </a:lnTo>
                  <a:lnTo>
                    <a:pt x="1721" y="1532"/>
                  </a:lnTo>
                  <a:lnTo>
                    <a:pt x="1721" y="1532"/>
                  </a:lnTo>
                  <a:lnTo>
                    <a:pt x="1723" y="1529"/>
                  </a:lnTo>
                  <a:lnTo>
                    <a:pt x="1726" y="1527"/>
                  </a:lnTo>
                  <a:lnTo>
                    <a:pt x="1726" y="1527"/>
                  </a:lnTo>
                  <a:lnTo>
                    <a:pt x="1726" y="1524"/>
                  </a:lnTo>
                  <a:lnTo>
                    <a:pt x="1723" y="1522"/>
                  </a:lnTo>
                  <a:lnTo>
                    <a:pt x="1723" y="1520"/>
                  </a:lnTo>
                  <a:lnTo>
                    <a:pt x="1721" y="1520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5"/>
                  </a:lnTo>
                  <a:lnTo>
                    <a:pt x="1721" y="1515"/>
                  </a:lnTo>
                  <a:lnTo>
                    <a:pt x="1721" y="1515"/>
                  </a:lnTo>
                  <a:lnTo>
                    <a:pt x="1721" y="1515"/>
                  </a:lnTo>
                  <a:lnTo>
                    <a:pt x="1721" y="1517"/>
                  </a:lnTo>
                  <a:lnTo>
                    <a:pt x="1723" y="1517"/>
                  </a:lnTo>
                  <a:lnTo>
                    <a:pt x="1723" y="1517"/>
                  </a:lnTo>
                  <a:lnTo>
                    <a:pt x="1723" y="1520"/>
                  </a:lnTo>
                  <a:lnTo>
                    <a:pt x="1723" y="1520"/>
                  </a:lnTo>
                  <a:lnTo>
                    <a:pt x="1723" y="1520"/>
                  </a:lnTo>
                  <a:lnTo>
                    <a:pt x="1726" y="1520"/>
                  </a:lnTo>
                  <a:lnTo>
                    <a:pt x="1726" y="1522"/>
                  </a:lnTo>
                  <a:lnTo>
                    <a:pt x="1726" y="1522"/>
                  </a:lnTo>
                  <a:lnTo>
                    <a:pt x="1728" y="1520"/>
                  </a:lnTo>
                  <a:lnTo>
                    <a:pt x="1728" y="1520"/>
                  </a:lnTo>
                  <a:lnTo>
                    <a:pt x="1728" y="1517"/>
                  </a:lnTo>
                  <a:lnTo>
                    <a:pt x="1728" y="1517"/>
                  </a:lnTo>
                  <a:lnTo>
                    <a:pt x="1728" y="1520"/>
                  </a:lnTo>
                  <a:lnTo>
                    <a:pt x="1728" y="1520"/>
                  </a:lnTo>
                  <a:lnTo>
                    <a:pt x="1728" y="1520"/>
                  </a:lnTo>
                  <a:lnTo>
                    <a:pt x="1728" y="1522"/>
                  </a:lnTo>
                  <a:lnTo>
                    <a:pt x="1728" y="1522"/>
                  </a:lnTo>
                  <a:lnTo>
                    <a:pt x="1728" y="1522"/>
                  </a:lnTo>
                  <a:lnTo>
                    <a:pt x="1728" y="1524"/>
                  </a:lnTo>
                  <a:lnTo>
                    <a:pt x="1728" y="1524"/>
                  </a:lnTo>
                  <a:lnTo>
                    <a:pt x="1728" y="1524"/>
                  </a:lnTo>
                  <a:lnTo>
                    <a:pt x="1728" y="1527"/>
                  </a:lnTo>
                  <a:lnTo>
                    <a:pt x="1728" y="1527"/>
                  </a:lnTo>
                  <a:lnTo>
                    <a:pt x="1728" y="1527"/>
                  </a:lnTo>
                  <a:lnTo>
                    <a:pt x="1723" y="1532"/>
                  </a:lnTo>
                  <a:lnTo>
                    <a:pt x="1723" y="1534"/>
                  </a:lnTo>
                  <a:lnTo>
                    <a:pt x="1726" y="1534"/>
                  </a:lnTo>
                  <a:lnTo>
                    <a:pt x="1726" y="1534"/>
                  </a:lnTo>
                  <a:lnTo>
                    <a:pt x="1726" y="1534"/>
                  </a:lnTo>
                  <a:lnTo>
                    <a:pt x="1726" y="1532"/>
                  </a:lnTo>
                  <a:lnTo>
                    <a:pt x="1728" y="1532"/>
                  </a:lnTo>
                  <a:lnTo>
                    <a:pt x="1728" y="1532"/>
                  </a:lnTo>
                  <a:lnTo>
                    <a:pt x="1728" y="1534"/>
                  </a:lnTo>
                  <a:lnTo>
                    <a:pt x="1728" y="1534"/>
                  </a:lnTo>
                  <a:lnTo>
                    <a:pt x="1726" y="1536"/>
                  </a:lnTo>
                  <a:lnTo>
                    <a:pt x="1726" y="1536"/>
                  </a:lnTo>
                  <a:lnTo>
                    <a:pt x="1726" y="1534"/>
                  </a:lnTo>
                  <a:lnTo>
                    <a:pt x="1723" y="1536"/>
                  </a:lnTo>
                  <a:lnTo>
                    <a:pt x="1723" y="1541"/>
                  </a:lnTo>
                  <a:lnTo>
                    <a:pt x="1728" y="1541"/>
                  </a:lnTo>
                  <a:lnTo>
                    <a:pt x="1728" y="1541"/>
                  </a:lnTo>
                  <a:lnTo>
                    <a:pt x="1730" y="1541"/>
                  </a:lnTo>
                  <a:lnTo>
                    <a:pt x="1728" y="1539"/>
                  </a:lnTo>
                  <a:lnTo>
                    <a:pt x="1730" y="1539"/>
                  </a:lnTo>
                  <a:lnTo>
                    <a:pt x="1730" y="1539"/>
                  </a:lnTo>
                  <a:lnTo>
                    <a:pt x="1733" y="1539"/>
                  </a:lnTo>
                  <a:lnTo>
                    <a:pt x="1733" y="1539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0" y="1539"/>
                  </a:lnTo>
                  <a:lnTo>
                    <a:pt x="1730" y="1539"/>
                  </a:lnTo>
                  <a:lnTo>
                    <a:pt x="1730" y="1539"/>
                  </a:lnTo>
                  <a:lnTo>
                    <a:pt x="1730" y="1541"/>
                  </a:lnTo>
                  <a:lnTo>
                    <a:pt x="1730" y="1541"/>
                  </a:lnTo>
                  <a:lnTo>
                    <a:pt x="1730" y="1541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6"/>
                  </a:lnTo>
                  <a:lnTo>
                    <a:pt x="1730" y="1546"/>
                  </a:lnTo>
                  <a:lnTo>
                    <a:pt x="1733" y="1548"/>
                  </a:lnTo>
                  <a:lnTo>
                    <a:pt x="1733" y="1548"/>
                  </a:lnTo>
                  <a:lnTo>
                    <a:pt x="1733" y="1550"/>
                  </a:lnTo>
                  <a:lnTo>
                    <a:pt x="1735" y="1550"/>
                  </a:lnTo>
                  <a:lnTo>
                    <a:pt x="1735" y="1550"/>
                  </a:lnTo>
                  <a:lnTo>
                    <a:pt x="1737" y="1548"/>
                  </a:lnTo>
                  <a:lnTo>
                    <a:pt x="1737" y="1548"/>
                  </a:lnTo>
                  <a:lnTo>
                    <a:pt x="1735" y="1546"/>
                  </a:lnTo>
                  <a:lnTo>
                    <a:pt x="1735" y="1546"/>
                  </a:lnTo>
                  <a:lnTo>
                    <a:pt x="1735" y="1546"/>
                  </a:lnTo>
                  <a:lnTo>
                    <a:pt x="1733" y="1546"/>
                  </a:lnTo>
                  <a:lnTo>
                    <a:pt x="1735" y="1546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7" y="1543"/>
                  </a:lnTo>
                  <a:lnTo>
                    <a:pt x="1737" y="1546"/>
                  </a:lnTo>
                  <a:lnTo>
                    <a:pt x="1742" y="1543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8"/>
                  </a:lnTo>
                  <a:lnTo>
                    <a:pt x="1745" y="1548"/>
                  </a:lnTo>
                  <a:lnTo>
                    <a:pt x="1747" y="1548"/>
                  </a:lnTo>
                  <a:lnTo>
                    <a:pt x="1747" y="1550"/>
                  </a:lnTo>
                  <a:lnTo>
                    <a:pt x="1747" y="1550"/>
                  </a:lnTo>
                  <a:lnTo>
                    <a:pt x="1747" y="1550"/>
                  </a:lnTo>
                  <a:lnTo>
                    <a:pt x="1747" y="1553"/>
                  </a:lnTo>
                  <a:lnTo>
                    <a:pt x="1747" y="1553"/>
                  </a:lnTo>
                  <a:lnTo>
                    <a:pt x="1749" y="1550"/>
                  </a:lnTo>
                  <a:lnTo>
                    <a:pt x="1752" y="1550"/>
                  </a:lnTo>
                  <a:lnTo>
                    <a:pt x="1752" y="1550"/>
                  </a:lnTo>
                  <a:lnTo>
                    <a:pt x="1754" y="1550"/>
                  </a:lnTo>
                  <a:lnTo>
                    <a:pt x="1754" y="1553"/>
                  </a:lnTo>
                  <a:lnTo>
                    <a:pt x="1754" y="1553"/>
                  </a:lnTo>
                  <a:lnTo>
                    <a:pt x="1754" y="1553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9" y="1558"/>
                  </a:lnTo>
                  <a:lnTo>
                    <a:pt x="1759" y="1558"/>
                  </a:lnTo>
                  <a:lnTo>
                    <a:pt x="1756" y="1558"/>
                  </a:lnTo>
                  <a:lnTo>
                    <a:pt x="1756" y="1558"/>
                  </a:lnTo>
                  <a:lnTo>
                    <a:pt x="1756" y="1558"/>
                  </a:lnTo>
                  <a:lnTo>
                    <a:pt x="1756" y="1560"/>
                  </a:lnTo>
                  <a:lnTo>
                    <a:pt x="1756" y="1560"/>
                  </a:lnTo>
                  <a:lnTo>
                    <a:pt x="1756" y="1562"/>
                  </a:lnTo>
                  <a:lnTo>
                    <a:pt x="1759" y="1562"/>
                  </a:lnTo>
                  <a:lnTo>
                    <a:pt x="1759" y="1560"/>
                  </a:lnTo>
                  <a:lnTo>
                    <a:pt x="1761" y="1560"/>
                  </a:lnTo>
                  <a:lnTo>
                    <a:pt x="1761" y="1562"/>
                  </a:lnTo>
                  <a:lnTo>
                    <a:pt x="1761" y="1562"/>
                  </a:lnTo>
                  <a:lnTo>
                    <a:pt x="1759" y="1562"/>
                  </a:lnTo>
                  <a:lnTo>
                    <a:pt x="1759" y="1562"/>
                  </a:lnTo>
                  <a:lnTo>
                    <a:pt x="1761" y="1562"/>
                  </a:lnTo>
                  <a:lnTo>
                    <a:pt x="1763" y="1562"/>
                  </a:lnTo>
                  <a:lnTo>
                    <a:pt x="1766" y="1562"/>
                  </a:lnTo>
                  <a:lnTo>
                    <a:pt x="1766" y="1565"/>
                  </a:lnTo>
                  <a:lnTo>
                    <a:pt x="1766" y="1565"/>
                  </a:lnTo>
                  <a:lnTo>
                    <a:pt x="1768" y="1565"/>
                  </a:lnTo>
                  <a:lnTo>
                    <a:pt x="1768" y="1565"/>
                  </a:lnTo>
                  <a:lnTo>
                    <a:pt x="1768" y="1565"/>
                  </a:lnTo>
                  <a:lnTo>
                    <a:pt x="1768" y="1565"/>
                  </a:lnTo>
                  <a:lnTo>
                    <a:pt x="1771" y="1565"/>
                  </a:lnTo>
                  <a:lnTo>
                    <a:pt x="1771" y="1562"/>
                  </a:lnTo>
                  <a:lnTo>
                    <a:pt x="1768" y="1562"/>
                  </a:lnTo>
                  <a:lnTo>
                    <a:pt x="1768" y="1562"/>
                  </a:lnTo>
                  <a:lnTo>
                    <a:pt x="1768" y="1562"/>
                  </a:lnTo>
                  <a:lnTo>
                    <a:pt x="1768" y="1562"/>
                  </a:lnTo>
                  <a:lnTo>
                    <a:pt x="1766" y="1562"/>
                  </a:lnTo>
                  <a:lnTo>
                    <a:pt x="1766" y="1560"/>
                  </a:lnTo>
                  <a:lnTo>
                    <a:pt x="1766" y="1560"/>
                  </a:lnTo>
                  <a:lnTo>
                    <a:pt x="1766" y="1560"/>
                  </a:lnTo>
                  <a:lnTo>
                    <a:pt x="1766" y="1558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8"/>
                  </a:lnTo>
                  <a:lnTo>
                    <a:pt x="1766" y="1558"/>
                  </a:lnTo>
                  <a:lnTo>
                    <a:pt x="1768" y="1560"/>
                  </a:lnTo>
                  <a:lnTo>
                    <a:pt x="1768" y="1560"/>
                  </a:lnTo>
                  <a:lnTo>
                    <a:pt x="1768" y="1560"/>
                  </a:lnTo>
                  <a:lnTo>
                    <a:pt x="1771" y="1558"/>
                  </a:lnTo>
                  <a:lnTo>
                    <a:pt x="1771" y="1558"/>
                  </a:lnTo>
                  <a:lnTo>
                    <a:pt x="1771" y="1562"/>
                  </a:lnTo>
                  <a:lnTo>
                    <a:pt x="1771" y="1562"/>
                  </a:lnTo>
                  <a:lnTo>
                    <a:pt x="1771" y="1562"/>
                  </a:lnTo>
                  <a:lnTo>
                    <a:pt x="1773" y="1562"/>
                  </a:lnTo>
                  <a:lnTo>
                    <a:pt x="1773" y="1565"/>
                  </a:lnTo>
                  <a:lnTo>
                    <a:pt x="1773" y="1565"/>
                  </a:lnTo>
                  <a:lnTo>
                    <a:pt x="1773" y="1567"/>
                  </a:lnTo>
                  <a:lnTo>
                    <a:pt x="1771" y="1567"/>
                  </a:lnTo>
                  <a:lnTo>
                    <a:pt x="1773" y="1569"/>
                  </a:lnTo>
                  <a:lnTo>
                    <a:pt x="1773" y="1569"/>
                  </a:lnTo>
                  <a:lnTo>
                    <a:pt x="1775" y="1572"/>
                  </a:lnTo>
                  <a:lnTo>
                    <a:pt x="1775" y="1574"/>
                  </a:lnTo>
                  <a:lnTo>
                    <a:pt x="1775" y="1574"/>
                  </a:lnTo>
                  <a:lnTo>
                    <a:pt x="1775" y="1572"/>
                  </a:lnTo>
                  <a:lnTo>
                    <a:pt x="1775" y="1572"/>
                  </a:lnTo>
                  <a:lnTo>
                    <a:pt x="1778" y="1572"/>
                  </a:lnTo>
                  <a:lnTo>
                    <a:pt x="1782" y="1574"/>
                  </a:lnTo>
                  <a:lnTo>
                    <a:pt x="1782" y="1574"/>
                  </a:lnTo>
                  <a:lnTo>
                    <a:pt x="1782" y="1574"/>
                  </a:lnTo>
                  <a:lnTo>
                    <a:pt x="1782" y="1576"/>
                  </a:lnTo>
                  <a:lnTo>
                    <a:pt x="1780" y="1576"/>
                  </a:lnTo>
                  <a:lnTo>
                    <a:pt x="1782" y="1576"/>
                  </a:lnTo>
                  <a:lnTo>
                    <a:pt x="1785" y="1576"/>
                  </a:lnTo>
                  <a:lnTo>
                    <a:pt x="1787" y="1576"/>
                  </a:lnTo>
                  <a:lnTo>
                    <a:pt x="1787" y="1576"/>
                  </a:lnTo>
                  <a:lnTo>
                    <a:pt x="1787" y="1576"/>
                  </a:lnTo>
                  <a:lnTo>
                    <a:pt x="1787" y="1574"/>
                  </a:lnTo>
                  <a:lnTo>
                    <a:pt x="1787" y="1574"/>
                  </a:lnTo>
                  <a:lnTo>
                    <a:pt x="1787" y="1574"/>
                  </a:lnTo>
                  <a:lnTo>
                    <a:pt x="1785" y="1572"/>
                  </a:lnTo>
                  <a:lnTo>
                    <a:pt x="1785" y="1572"/>
                  </a:lnTo>
                  <a:lnTo>
                    <a:pt x="1785" y="1569"/>
                  </a:lnTo>
                  <a:lnTo>
                    <a:pt x="1787" y="1567"/>
                  </a:lnTo>
                  <a:lnTo>
                    <a:pt x="1785" y="1565"/>
                  </a:lnTo>
                  <a:lnTo>
                    <a:pt x="1787" y="1565"/>
                  </a:lnTo>
                  <a:lnTo>
                    <a:pt x="1787" y="1567"/>
                  </a:lnTo>
                  <a:lnTo>
                    <a:pt x="1787" y="1565"/>
                  </a:lnTo>
                  <a:lnTo>
                    <a:pt x="1787" y="1565"/>
                  </a:lnTo>
                  <a:lnTo>
                    <a:pt x="1787" y="1565"/>
                  </a:lnTo>
                  <a:lnTo>
                    <a:pt x="1787" y="1565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5" y="1562"/>
                  </a:lnTo>
                  <a:lnTo>
                    <a:pt x="1787" y="1560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9" y="1562"/>
                  </a:lnTo>
                  <a:lnTo>
                    <a:pt x="1789" y="1565"/>
                  </a:lnTo>
                  <a:lnTo>
                    <a:pt x="1789" y="1565"/>
                  </a:lnTo>
                  <a:lnTo>
                    <a:pt x="1792" y="1562"/>
                  </a:lnTo>
                  <a:lnTo>
                    <a:pt x="1794" y="1560"/>
                  </a:lnTo>
                  <a:lnTo>
                    <a:pt x="1792" y="1565"/>
                  </a:lnTo>
                  <a:lnTo>
                    <a:pt x="1792" y="1565"/>
                  </a:lnTo>
                  <a:lnTo>
                    <a:pt x="1792" y="1565"/>
                  </a:lnTo>
                  <a:lnTo>
                    <a:pt x="1789" y="1565"/>
                  </a:lnTo>
                  <a:lnTo>
                    <a:pt x="1789" y="1567"/>
                  </a:lnTo>
                  <a:lnTo>
                    <a:pt x="1792" y="1572"/>
                  </a:lnTo>
                  <a:lnTo>
                    <a:pt x="1792" y="1572"/>
                  </a:lnTo>
                  <a:lnTo>
                    <a:pt x="1789" y="1572"/>
                  </a:lnTo>
                  <a:lnTo>
                    <a:pt x="1792" y="1574"/>
                  </a:lnTo>
                  <a:lnTo>
                    <a:pt x="1792" y="1574"/>
                  </a:lnTo>
                  <a:lnTo>
                    <a:pt x="1792" y="1574"/>
                  </a:lnTo>
                  <a:lnTo>
                    <a:pt x="1792" y="1576"/>
                  </a:lnTo>
                  <a:lnTo>
                    <a:pt x="1789" y="1574"/>
                  </a:lnTo>
                  <a:lnTo>
                    <a:pt x="1789" y="1574"/>
                  </a:lnTo>
                  <a:lnTo>
                    <a:pt x="1789" y="1576"/>
                  </a:lnTo>
                  <a:lnTo>
                    <a:pt x="1789" y="1576"/>
                  </a:lnTo>
                  <a:lnTo>
                    <a:pt x="1789" y="1576"/>
                  </a:lnTo>
                  <a:lnTo>
                    <a:pt x="1789" y="1579"/>
                  </a:lnTo>
                  <a:lnTo>
                    <a:pt x="1789" y="1576"/>
                  </a:lnTo>
                  <a:lnTo>
                    <a:pt x="1792" y="1579"/>
                  </a:lnTo>
                  <a:lnTo>
                    <a:pt x="1794" y="1584"/>
                  </a:lnTo>
                  <a:lnTo>
                    <a:pt x="1794" y="1584"/>
                  </a:lnTo>
                  <a:lnTo>
                    <a:pt x="1797" y="1584"/>
                  </a:lnTo>
                  <a:lnTo>
                    <a:pt x="1797" y="1581"/>
                  </a:lnTo>
                  <a:lnTo>
                    <a:pt x="1797" y="1581"/>
                  </a:lnTo>
                  <a:lnTo>
                    <a:pt x="1797" y="1579"/>
                  </a:lnTo>
                  <a:lnTo>
                    <a:pt x="1797" y="1579"/>
                  </a:lnTo>
                  <a:lnTo>
                    <a:pt x="1797" y="1576"/>
                  </a:lnTo>
                  <a:lnTo>
                    <a:pt x="1794" y="1576"/>
                  </a:lnTo>
                  <a:lnTo>
                    <a:pt x="1794" y="1576"/>
                  </a:lnTo>
                  <a:lnTo>
                    <a:pt x="1794" y="1574"/>
                  </a:lnTo>
                  <a:lnTo>
                    <a:pt x="1794" y="1574"/>
                  </a:lnTo>
                  <a:lnTo>
                    <a:pt x="1794" y="1574"/>
                  </a:lnTo>
                  <a:lnTo>
                    <a:pt x="1794" y="1574"/>
                  </a:lnTo>
                  <a:lnTo>
                    <a:pt x="1797" y="1574"/>
                  </a:lnTo>
                  <a:lnTo>
                    <a:pt x="1799" y="1576"/>
                  </a:lnTo>
                  <a:lnTo>
                    <a:pt x="1799" y="1576"/>
                  </a:lnTo>
                  <a:lnTo>
                    <a:pt x="1799" y="1576"/>
                  </a:lnTo>
                  <a:lnTo>
                    <a:pt x="1801" y="1576"/>
                  </a:lnTo>
                  <a:lnTo>
                    <a:pt x="1801" y="1576"/>
                  </a:lnTo>
                  <a:lnTo>
                    <a:pt x="1801" y="1574"/>
                  </a:lnTo>
                  <a:lnTo>
                    <a:pt x="1801" y="1576"/>
                  </a:lnTo>
                  <a:lnTo>
                    <a:pt x="1801" y="1576"/>
                  </a:lnTo>
                  <a:lnTo>
                    <a:pt x="1801" y="1576"/>
                  </a:lnTo>
                  <a:lnTo>
                    <a:pt x="1804" y="1579"/>
                  </a:lnTo>
                  <a:lnTo>
                    <a:pt x="1804" y="1579"/>
                  </a:lnTo>
                  <a:lnTo>
                    <a:pt x="1804" y="1581"/>
                  </a:lnTo>
                  <a:lnTo>
                    <a:pt x="1804" y="1579"/>
                  </a:lnTo>
                  <a:lnTo>
                    <a:pt x="1806" y="1574"/>
                  </a:lnTo>
                  <a:lnTo>
                    <a:pt x="1806" y="1574"/>
                  </a:lnTo>
                  <a:lnTo>
                    <a:pt x="1806" y="1576"/>
                  </a:lnTo>
                  <a:lnTo>
                    <a:pt x="1808" y="1576"/>
                  </a:lnTo>
                  <a:lnTo>
                    <a:pt x="1808" y="1576"/>
                  </a:lnTo>
                  <a:lnTo>
                    <a:pt x="1808" y="1579"/>
                  </a:lnTo>
                  <a:lnTo>
                    <a:pt x="1806" y="1579"/>
                  </a:lnTo>
                  <a:lnTo>
                    <a:pt x="1806" y="1579"/>
                  </a:lnTo>
                  <a:lnTo>
                    <a:pt x="1806" y="1579"/>
                  </a:lnTo>
                  <a:lnTo>
                    <a:pt x="1806" y="1579"/>
                  </a:lnTo>
                  <a:lnTo>
                    <a:pt x="1806" y="1581"/>
                  </a:lnTo>
                  <a:lnTo>
                    <a:pt x="1808" y="1581"/>
                  </a:lnTo>
                  <a:lnTo>
                    <a:pt x="1808" y="1579"/>
                  </a:lnTo>
                  <a:lnTo>
                    <a:pt x="1808" y="1579"/>
                  </a:lnTo>
                  <a:lnTo>
                    <a:pt x="1808" y="1579"/>
                  </a:lnTo>
                  <a:lnTo>
                    <a:pt x="1808" y="1579"/>
                  </a:lnTo>
                  <a:lnTo>
                    <a:pt x="1811" y="1576"/>
                  </a:lnTo>
                  <a:lnTo>
                    <a:pt x="1808" y="1576"/>
                  </a:lnTo>
                  <a:lnTo>
                    <a:pt x="1808" y="1574"/>
                  </a:lnTo>
                  <a:lnTo>
                    <a:pt x="1808" y="1574"/>
                  </a:lnTo>
                  <a:lnTo>
                    <a:pt x="1808" y="1574"/>
                  </a:lnTo>
                  <a:lnTo>
                    <a:pt x="1808" y="1574"/>
                  </a:lnTo>
                  <a:lnTo>
                    <a:pt x="1808" y="1572"/>
                  </a:lnTo>
                  <a:lnTo>
                    <a:pt x="1808" y="1569"/>
                  </a:lnTo>
                  <a:lnTo>
                    <a:pt x="1806" y="1569"/>
                  </a:lnTo>
                  <a:lnTo>
                    <a:pt x="1806" y="1572"/>
                  </a:lnTo>
                  <a:lnTo>
                    <a:pt x="1804" y="1572"/>
                  </a:lnTo>
                  <a:lnTo>
                    <a:pt x="1804" y="1569"/>
                  </a:lnTo>
                  <a:lnTo>
                    <a:pt x="1804" y="1569"/>
                  </a:lnTo>
                  <a:lnTo>
                    <a:pt x="1804" y="1569"/>
                  </a:lnTo>
                  <a:lnTo>
                    <a:pt x="1804" y="1572"/>
                  </a:lnTo>
                  <a:lnTo>
                    <a:pt x="1804" y="1574"/>
                  </a:lnTo>
                  <a:lnTo>
                    <a:pt x="1801" y="1574"/>
                  </a:lnTo>
                  <a:lnTo>
                    <a:pt x="1801" y="1572"/>
                  </a:lnTo>
                  <a:lnTo>
                    <a:pt x="1801" y="1569"/>
                  </a:lnTo>
                  <a:lnTo>
                    <a:pt x="1801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6" y="1567"/>
                  </a:lnTo>
                  <a:lnTo>
                    <a:pt x="1806" y="1567"/>
                  </a:lnTo>
                  <a:lnTo>
                    <a:pt x="1808" y="1567"/>
                  </a:lnTo>
                  <a:lnTo>
                    <a:pt x="1808" y="1567"/>
                  </a:lnTo>
                  <a:lnTo>
                    <a:pt x="1811" y="1569"/>
                  </a:lnTo>
                  <a:lnTo>
                    <a:pt x="1813" y="1572"/>
                  </a:lnTo>
                  <a:lnTo>
                    <a:pt x="1813" y="1572"/>
                  </a:lnTo>
                  <a:lnTo>
                    <a:pt x="1813" y="1574"/>
                  </a:lnTo>
                  <a:lnTo>
                    <a:pt x="1813" y="1574"/>
                  </a:lnTo>
                  <a:lnTo>
                    <a:pt x="1813" y="1574"/>
                  </a:lnTo>
                  <a:lnTo>
                    <a:pt x="1813" y="1574"/>
                  </a:lnTo>
                  <a:lnTo>
                    <a:pt x="1813" y="1569"/>
                  </a:lnTo>
                  <a:lnTo>
                    <a:pt x="1813" y="1569"/>
                  </a:lnTo>
                  <a:lnTo>
                    <a:pt x="1815" y="1569"/>
                  </a:lnTo>
                  <a:lnTo>
                    <a:pt x="1815" y="1569"/>
                  </a:lnTo>
                  <a:lnTo>
                    <a:pt x="1815" y="1572"/>
                  </a:lnTo>
                  <a:lnTo>
                    <a:pt x="1815" y="1572"/>
                  </a:lnTo>
                  <a:lnTo>
                    <a:pt x="1815" y="1574"/>
                  </a:lnTo>
                  <a:lnTo>
                    <a:pt x="1815" y="1574"/>
                  </a:lnTo>
                  <a:lnTo>
                    <a:pt x="1818" y="1574"/>
                  </a:lnTo>
                  <a:lnTo>
                    <a:pt x="1818" y="1576"/>
                  </a:lnTo>
                  <a:lnTo>
                    <a:pt x="1818" y="1576"/>
                  </a:lnTo>
                  <a:lnTo>
                    <a:pt x="1820" y="1576"/>
                  </a:lnTo>
                  <a:lnTo>
                    <a:pt x="1820" y="1576"/>
                  </a:lnTo>
                  <a:lnTo>
                    <a:pt x="1820" y="1574"/>
                  </a:lnTo>
                  <a:lnTo>
                    <a:pt x="1820" y="1574"/>
                  </a:lnTo>
                  <a:lnTo>
                    <a:pt x="1818" y="1572"/>
                  </a:lnTo>
                  <a:lnTo>
                    <a:pt x="1815" y="1572"/>
                  </a:lnTo>
                  <a:lnTo>
                    <a:pt x="1818" y="1569"/>
                  </a:lnTo>
                  <a:lnTo>
                    <a:pt x="1818" y="1569"/>
                  </a:lnTo>
                  <a:lnTo>
                    <a:pt x="1818" y="1569"/>
                  </a:lnTo>
                  <a:lnTo>
                    <a:pt x="1820" y="1569"/>
                  </a:lnTo>
                  <a:lnTo>
                    <a:pt x="1820" y="1569"/>
                  </a:lnTo>
                  <a:lnTo>
                    <a:pt x="1820" y="1569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0" y="1569"/>
                  </a:lnTo>
                  <a:lnTo>
                    <a:pt x="1820" y="1569"/>
                  </a:lnTo>
                  <a:lnTo>
                    <a:pt x="1823" y="1569"/>
                  </a:lnTo>
                  <a:lnTo>
                    <a:pt x="1820" y="1569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3" y="1574"/>
                  </a:lnTo>
                  <a:lnTo>
                    <a:pt x="1823" y="1574"/>
                  </a:lnTo>
                  <a:lnTo>
                    <a:pt x="1823" y="1574"/>
                  </a:lnTo>
                  <a:lnTo>
                    <a:pt x="1823" y="1576"/>
                  </a:lnTo>
                  <a:lnTo>
                    <a:pt x="1825" y="1574"/>
                  </a:lnTo>
                  <a:lnTo>
                    <a:pt x="1825" y="1574"/>
                  </a:lnTo>
                  <a:lnTo>
                    <a:pt x="1825" y="1576"/>
                  </a:lnTo>
                  <a:lnTo>
                    <a:pt x="1825" y="1576"/>
                  </a:lnTo>
                  <a:lnTo>
                    <a:pt x="1823" y="1576"/>
                  </a:lnTo>
                  <a:lnTo>
                    <a:pt x="1825" y="1579"/>
                  </a:lnTo>
                  <a:lnTo>
                    <a:pt x="1825" y="1581"/>
                  </a:lnTo>
                  <a:lnTo>
                    <a:pt x="1827" y="1579"/>
                  </a:lnTo>
                  <a:lnTo>
                    <a:pt x="1830" y="1579"/>
                  </a:lnTo>
                  <a:lnTo>
                    <a:pt x="1830" y="1579"/>
                  </a:lnTo>
                  <a:lnTo>
                    <a:pt x="1830" y="1576"/>
                  </a:lnTo>
                  <a:lnTo>
                    <a:pt x="1830" y="1576"/>
                  </a:lnTo>
                  <a:lnTo>
                    <a:pt x="1830" y="1576"/>
                  </a:lnTo>
                  <a:lnTo>
                    <a:pt x="1827" y="1576"/>
                  </a:lnTo>
                  <a:lnTo>
                    <a:pt x="1830" y="1576"/>
                  </a:lnTo>
                  <a:lnTo>
                    <a:pt x="1830" y="1576"/>
                  </a:lnTo>
                  <a:lnTo>
                    <a:pt x="1830" y="1574"/>
                  </a:lnTo>
                  <a:lnTo>
                    <a:pt x="1830" y="1574"/>
                  </a:lnTo>
                  <a:lnTo>
                    <a:pt x="1827" y="1574"/>
                  </a:lnTo>
                  <a:lnTo>
                    <a:pt x="1830" y="1574"/>
                  </a:lnTo>
                  <a:lnTo>
                    <a:pt x="1830" y="1574"/>
                  </a:lnTo>
                  <a:lnTo>
                    <a:pt x="1830" y="1574"/>
                  </a:lnTo>
                  <a:lnTo>
                    <a:pt x="1832" y="1574"/>
                  </a:lnTo>
                  <a:lnTo>
                    <a:pt x="1832" y="1576"/>
                  </a:lnTo>
                  <a:lnTo>
                    <a:pt x="1830" y="1579"/>
                  </a:lnTo>
                  <a:lnTo>
                    <a:pt x="1832" y="1579"/>
                  </a:lnTo>
                  <a:lnTo>
                    <a:pt x="1832" y="1579"/>
                  </a:lnTo>
                  <a:lnTo>
                    <a:pt x="1834" y="1579"/>
                  </a:lnTo>
                  <a:lnTo>
                    <a:pt x="1834" y="1579"/>
                  </a:lnTo>
                  <a:lnTo>
                    <a:pt x="1834" y="1576"/>
                  </a:lnTo>
                  <a:lnTo>
                    <a:pt x="1834" y="1576"/>
                  </a:lnTo>
                  <a:lnTo>
                    <a:pt x="1832" y="1574"/>
                  </a:lnTo>
                  <a:lnTo>
                    <a:pt x="1834" y="1574"/>
                  </a:lnTo>
                  <a:lnTo>
                    <a:pt x="1834" y="1572"/>
                  </a:lnTo>
                  <a:lnTo>
                    <a:pt x="1837" y="1574"/>
                  </a:lnTo>
                  <a:lnTo>
                    <a:pt x="1834" y="1574"/>
                  </a:lnTo>
                  <a:lnTo>
                    <a:pt x="1834" y="1574"/>
                  </a:lnTo>
                  <a:lnTo>
                    <a:pt x="1834" y="1576"/>
                  </a:lnTo>
                  <a:lnTo>
                    <a:pt x="1834" y="1576"/>
                  </a:lnTo>
                  <a:lnTo>
                    <a:pt x="1837" y="1576"/>
                  </a:lnTo>
                  <a:lnTo>
                    <a:pt x="1837" y="1576"/>
                  </a:lnTo>
                  <a:lnTo>
                    <a:pt x="1837" y="1576"/>
                  </a:lnTo>
                  <a:lnTo>
                    <a:pt x="1837" y="1581"/>
                  </a:lnTo>
                  <a:lnTo>
                    <a:pt x="1834" y="1581"/>
                  </a:lnTo>
                  <a:lnTo>
                    <a:pt x="1834" y="1584"/>
                  </a:lnTo>
                  <a:lnTo>
                    <a:pt x="1834" y="1584"/>
                  </a:lnTo>
                  <a:lnTo>
                    <a:pt x="1834" y="1584"/>
                  </a:lnTo>
                  <a:lnTo>
                    <a:pt x="1834" y="1584"/>
                  </a:lnTo>
                  <a:lnTo>
                    <a:pt x="1834" y="1586"/>
                  </a:lnTo>
                  <a:lnTo>
                    <a:pt x="1830" y="1588"/>
                  </a:lnTo>
                  <a:lnTo>
                    <a:pt x="1830" y="1591"/>
                  </a:lnTo>
                  <a:lnTo>
                    <a:pt x="1830" y="1591"/>
                  </a:lnTo>
                  <a:lnTo>
                    <a:pt x="1830" y="1593"/>
                  </a:lnTo>
                  <a:lnTo>
                    <a:pt x="1830" y="1593"/>
                  </a:lnTo>
                  <a:lnTo>
                    <a:pt x="1827" y="1595"/>
                  </a:lnTo>
                  <a:lnTo>
                    <a:pt x="1818" y="1595"/>
                  </a:lnTo>
                  <a:lnTo>
                    <a:pt x="1815" y="1598"/>
                  </a:lnTo>
                  <a:lnTo>
                    <a:pt x="1813" y="1598"/>
                  </a:lnTo>
                  <a:lnTo>
                    <a:pt x="1813" y="1598"/>
                  </a:lnTo>
                  <a:lnTo>
                    <a:pt x="1813" y="1600"/>
                  </a:lnTo>
                  <a:lnTo>
                    <a:pt x="1813" y="1600"/>
                  </a:lnTo>
                  <a:lnTo>
                    <a:pt x="1811" y="1600"/>
                  </a:lnTo>
                  <a:lnTo>
                    <a:pt x="1811" y="1600"/>
                  </a:lnTo>
                  <a:lnTo>
                    <a:pt x="1811" y="1600"/>
                  </a:lnTo>
                  <a:lnTo>
                    <a:pt x="1808" y="1600"/>
                  </a:lnTo>
                  <a:lnTo>
                    <a:pt x="1808" y="1600"/>
                  </a:lnTo>
                  <a:lnTo>
                    <a:pt x="1811" y="1600"/>
                  </a:lnTo>
                  <a:lnTo>
                    <a:pt x="1811" y="1600"/>
                  </a:lnTo>
                  <a:lnTo>
                    <a:pt x="1813" y="1600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5" y="1603"/>
                  </a:lnTo>
                  <a:lnTo>
                    <a:pt x="1815" y="1603"/>
                  </a:lnTo>
                  <a:lnTo>
                    <a:pt x="1815" y="1603"/>
                  </a:lnTo>
                  <a:lnTo>
                    <a:pt x="1815" y="1600"/>
                  </a:lnTo>
                  <a:lnTo>
                    <a:pt x="1815" y="1600"/>
                  </a:lnTo>
                  <a:lnTo>
                    <a:pt x="1815" y="1600"/>
                  </a:lnTo>
                  <a:lnTo>
                    <a:pt x="1815" y="1600"/>
                  </a:lnTo>
                  <a:lnTo>
                    <a:pt x="1818" y="1600"/>
                  </a:lnTo>
                  <a:lnTo>
                    <a:pt x="1818" y="1603"/>
                  </a:lnTo>
                  <a:lnTo>
                    <a:pt x="1823" y="1600"/>
                  </a:lnTo>
                  <a:lnTo>
                    <a:pt x="1823" y="1600"/>
                  </a:lnTo>
                  <a:lnTo>
                    <a:pt x="1823" y="1598"/>
                  </a:lnTo>
                  <a:lnTo>
                    <a:pt x="1823" y="1598"/>
                  </a:lnTo>
                  <a:lnTo>
                    <a:pt x="1825" y="1598"/>
                  </a:lnTo>
                  <a:lnTo>
                    <a:pt x="1825" y="1600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5" y="1603"/>
                  </a:lnTo>
                  <a:lnTo>
                    <a:pt x="1825" y="1605"/>
                  </a:lnTo>
                  <a:lnTo>
                    <a:pt x="1827" y="1605"/>
                  </a:lnTo>
                  <a:lnTo>
                    <a:pt x="1827" y="1607"/>
                  </a:lnTo>
                  <a:lnTo>
                    <a:pt x="1827" y="1607"/>
                  </a:lnTo>
                  <a:lnTo>
                    <a:pt x="1830" y="1607"/>
                  </a:lnTo>
                  <a:lnTo>
                    <a:pt x="1830" y="1610"/>
                  </a:lnTo>
                  <a:lnTo>
                    <a:pt x="1830" y="1610"/>
                  </a:lnTo>
                  <a:lnTo>
                    <a:pt x="1830" y="1610"/>
                  </a:lnTo>
                  <a:lnTo>
                    <a:pt x="1830" y="1610"/>
                  </a:lnTo>
                  <a:lnTo>
                    <a:pt x="1832" y="1607"/>
                  </a:lnTo>
                  <a:lnTo>
                    <a:pt x="1834" y="1607"/>
                  </a:lnTo>
                  <a:lnTo>
                    <a:pt x="1834" y="1610"/>
                  </a:lnTo>
                  <a:lnTo>
                    <a:pt x="1834" y="1610"/>
                  </a:lnTo>
                  <a:lnTo>
                    <a:pt x="1832" y="1610"/>
                  </a:lnTo>
                  <a:lnTo>
                    <a:pt x="1832" y="1612"/>
                  </a:lnTo>
                  <a:lnTo>
                    <a:pt x="1832" y="1612"/>
                  </a:lnTo>
                  <a:lnTo>
                    <a:pt x="1832" y="1612"/>
                  </a:lnTo>
                  <a:lnTo>
                    <a:pt x="1834" y="1612"/>
                  </a:lnTo>
                  <a:lnTo>
                    <a:pt x="1837" y="1614"/>
                  </a:lnTo>
                  <a:lnTo>
                    <a:pt x="1837" y="1614"/>
                  </a:lnTo>
                  <a:lnTo>
                    <a:pt x="1834" y="1614"/>
                  </a:lnTo>
                  <a:lnTo>
                    <a:pt x="1834" y="1614"/>
                  </a:lnTo>
                  <a:lnTo>
                    <a:pt x="1834" y="1617"/>
                  </a:lnTo>
                  <a:lnTo>
                    <a:pt x="1837" y="1617"/>
                  </a:lnTo>
                  <a:lnTo>
                    <a:pt x="1839" y="1617"/>
                  </a:lnTo>
                  <a:lnTo>
                    <a:pt x="1842" y="1617"/>
                  </a:lnTo>
                  <a:lnTo>
                    <a:pt x="1846" y="1617"/>
                  </a:lnTo>
                  <a:lnTo>
                    <a:pt x="1846" y="1619"/>
                  </a:lnTo>
                  <a:lnTo>
                    <a:pt x="1849" y="1619"/>
                  </a:lnTo>
                  <a:lnTo>
                    <a:pt x="1849" y="1617"/>
                  </a:lnTo>
                  <a:lnTo>
                    <a:pt x="1849" y="1617"/>
                  </a:lnTo>
                  <a:lnTo>
                    <a:pt x="1849" y="1617"/>
                  </a:lnTo>
                  <a:lnTo>
                    <a:pt x="1849" y="1617"/>
                  </a:lnTo>
                  <a:lnTo>
                    <a:pt x="1851" y="1617"/>
                  </a:lnTo>
                  <a:lnTo>
                    <a:pt x="1851" y="1619"/>
                  </a:lnTo>
                  <a:lnTo>
                    <a:pt x="1849" y="1619"/>
                  </a:lnTo>
                  <a:lnTo>
                    <a:pt x="1851" y="1621"/>
                  </a:lnTo>
                  <a:lnTo>
                    <a:pt x="1853" y="1621"/>
                  </a:lnTo>
                  <a:lnTo>
                    <a:pt x="1856" y="1621"/>
                  </a:lnTo>
                  <a:lnTo>
                    <a:pt x="1856" y="1621"/>
                  </a:lnTo>
                  <a:lnTo>
                    <a:pt x="1858" y="1621"/>
                  </a:lnTo>
                  <a:lnTo>
                    <a:pt x="1858" y="1621"/>
                  </a:lnTo>
                  <a:lnTo>
                    <a:pt x="1858" y="1621"/>
                  </a:lnTo>
                  <a:lnTo>
                    <a:pt x="1858" y="1624"/>
                  </a:lnTo>
                  <a:lnTo>
                    <a:pt x="1858" y="1624"/>
                  </a:lnTo>
                  <a:lnTo>
                    <a:pt x="1860" y="1624"/>
                  </a:lnTo>
                  <a:lnTo>
                    <a:pt x="1860" y="1621"/>
                  </a:lnTo>
                  <a:lnTo>
                    <a:pt x="1860" y="1621"/>
                  </a:lnTo>
                  <a:lnTo>
                    <a:pt x="1858" y="1619"/>
                  </a:lnTo>
                  <a:lnTo>
                    <a:pt x="1858" y="1617"/>
                  </a:lnTo>
                  <a:lnTo>
                    <a:pt x="1858" y="1614"/>
                  </a:lnTo>
                  <a:lnTo>
                    <a:pt x="1858" y="1614"/>
                  </a:lnTo>
                  <a:lnTo>
                    <a:pt x="1860" y="1614"/>
                  </a:lnTo>
                  <a:lnTo>
                    <a:pt x="1860" y="1614"/>
                  </a:lnTo>
                  <a:lnTo>
                    <a:pt x="1860" y="1614"/>
                  </a:lnTo>
                  <a:lnTo>
                    <a:pt x="1860" y="1614"/>
                  </a:lnTo>
                  <a:lnTo>
                    <a:pt x="1865" y="1614"/>
                  </a:lnTo>
                  <a:lnTo>
                    <a:pt x="1865" y="1612"/>
                  </a:lnTo>
                  <a:lnTo>
                    <a:pt x="1865" y="1612"/>
                  </a:lnTo>
                  <a:lnTo>
                    <a:pt x="1865" y="1612"/>
                  </a:lnTo>
                  <a:lnTo>
                    <a:pt x="1863" y="1610"/>
                  </a:lnTo>
                  <a:lnTo>
                    <a:pt x="1863" y="1607"/>
                  </a:lnTo>
                  <a:lnTo>
                    <a:pt x="1863" y="1605"/>
                  </a:lnTo>
                  <a:lnTo>
                    <a:pt x="1865" y="1605"/>
                  </a:lnTo>
                  <a:lnTo>
                    <a:pt x="1865" y="1605"/>
                  </a:lnTo>
                  <a:lnTo>
                    <a:pt x="1865" y="1605"/>
                  </a:lnTo>
                  <a:lnTo>
                    <a:pt x="1865" y="1607"/>
                  </a:lnTo>
                  <a:lnTo>
                    <a:pt x="1865" y="1607"/>
                  </a:lnTo>
                  <a:lnTo>
                    <a:pt x="1865" y="1607"/>
                  </a:lnTo>
                  <a:lnTo>
                    <a:pt x="1865" y="1607"/>
                  </a:lnTo>
                  <a:lnTo>
                    <a:pt x="1865" y="1610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07"/>
                  </a:lnTo>
                  <a:lnTo>
                    <a:pt x="1868" y="1607"/>
                  </a:lnTo>
                  <a:lnTo>
                    <a:pt x="1868" y="1605"/>
                  </a:lnTo>
                  <a:lnTo>
                    <a:pt x="1870" y="1605"/>
                  </a:lnTo>
                  <a:lnTo>
                    <a:pt x="1870" y="1605"/>
                  </a:lnTo>
                  <a:lnTo>
                    <a:pt x="1870" y="1605"/>
                  </a:lnTo>
                  <a:lnTo>
                    <a:pt x="1870" y="1607"/>
                  </a:lnTo>
                  <a:lnTo>
                    <a:pt x="1870" y="1607"/>
                  </a:lnTo>
                  <a:lnTo>
                    <a:pt x="1870" y="1607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12"/>
                  </a:lnTo>
                  <a:lnTo>
                    <a:pt x="1868" y="1612"/>
                  </a:lnTo>
                  <a:lnTo>
                    <a:pt x="1868" y="1612"/>
                  </a:lnTo>
                  <a:lnTo>
                    <a:pt x="1868" y="1614"/>
                  </a:lnTo>
                  <a:lnTo>
                    <a:pt x="1868" y="1614"/>
                  </a:lnTo>
                  <a:lnTo>
                    <a:pt x="1868" y="1614"/>
                  </a:lnTo>
                  <a:lnTo>
                    <a:pt x="1865" y="1614"/>
                  </a:lnTo>
                  <a:lnTo>
                    <a:pt x="1865" y="1617"/>
                  </a:lnTo>
                  <a:lnTo>
                    <a:pt x="1868" y="1617"/>
                  </a:lnTo>
                  <a:lnTo>
                    <a:pt x="1865" y="1619"/>
                  </a:lnTo>
                  <a:lnTo>
                    <a:pt x="1863" y="1619"/>
                  </a:lnTo>
                  <a:lnTo>
                    <a:pt x="1863" y="1619"/>
                  </a:lnTo>
                  <a:lnTo>
                    <a:pt x="1863" y="1621"/>
                  </a:lnTo>
                  <a:lnTo>
                    <a:pt x="1863" y="1621"/>
                  </a:lnTo>
                  <a:lnTo>
                    <a:pt x="1863" y="1624"/>
                  </a:lnTo>
                  <a:lnTo>
                    <a:pt x="1863" y="1624"/>
                  </a:lnTo>
                  <a:lnTo>
                    <a:pt x="1865" y="1624"/>
                  </a:lnTo>
                  <a:lnTo>
                    <a:pt x="1868" y="1621"/>
                  </a:lnTo>
                  <a:lnTo>
                    <a:pt x="1868" y="1621"/>
                  </a:lnTo>
                  <a:lnTo>
                    <a:pt x="1868" y="1621"/>
                  </a:lnTo>
                  <a:lnTo>
                    <a:pt x="1868" y="1619"/>
                  </a:lnTo>
                  <a:lnTo>
                    <a:pt x="1868" y="1619"/>
                  </a:lnTo>
                  <a:lnTo>
                    <a:pt x="1868" y="1619"/>
                  </a:lnTo>
                  <a:lnTo>
                    <a:pt x="1868" y="1619"/>
                  </a:lnTo>
                  <a:lnTo>
                    <a:pt x="1868" y="1617"/>
                  </a:lnTo>
                  <a:lnTo>
                    <a:pt x="1868" y="1617"/>
                  </a:lnTo>
                  <a:lnTo>
                    <a:pt x="1870" y="1617"/>
                  </a:lnTo>
                  <a:lnTo>
                    <a:pt x="1870" y="1617"/>
                  </a:lnTo>
                  <a:lnTo>
                    <a:pt x="1870" y="1619"/>
                  </a:lnTo>
                  <a:lnTo>
                    <a:pt x="1870" y="1619"/>
                  </a:lnTo>
                  <a:lnTo>
                    <a:pt x="1872" y="1619"/>
                  </a:lnTo>
                  <a:lnTo>
                    <a:pt x="1872" y="1621"/>
                  </a:lnTo>
                  <a:lnTo>
                    <a:pt x="1872" y="1621"/>
                  </a:lnTo>
                  <a:lnTo>
                    <a:pt x="1870" y="1621"/>
                  </a:lnTo>
                  <a:lnTo>
                    <a:pt x="1868" y="1624"/>
                  </a:lnTo>
                  <a:lnTo>
                    <a:pt x="1868" y="1624"/>
                  </a:lnTo>
                  <a:lnTo>
                    <a:pt x="1870" y="1624"/>
                  </a:lnTo>
                  <a:lnTo>
                    <a:pt x="1872" y="1624"/>
                  </a:lnTo>
                  <a:lnTo>
                    <a:pt x="1875" y="1621"/>
                  </a:lnTo>
                  <a:lnTo>
                    <a:pt x="1875" y="1621"/>
                  </a:lnTo>
                  <a:lnTo>
                    <a:pt x="1879" y="1621"/>
                  </a:lnTo>
                  <a:lnTo>
                    <a:pt x="1879" y="1621"/>
                  </a:lnTo>
                  <a:lnTo>
                    <a:pt x="1879" y="1624"/>
                  </a:lnTo>
                  <a:lnTo>
                    <a:pt x="1877" y="1624"/>
                  </a:lnTo>
                  <a:lnTo>
                    <a:pt x="1875" y="1624"/>
                  </a:lnTo>
                  <a:lnTo>
                    <a:pt x="1877" y="1626"/>
                  </a:lnTo>
                  <a:lnTo>
                    <a:pt x="1879" y="1626"/>
                  </a:lnTo>
                  <a:lnTo>
                    <a:pt x="1879" y="1626"/>
                  </a:lnTo>
                  <a:lnTo>
                    <a:pt x="1879" y="1626"/>
                  </a:lnTo>
                  <a:lnTo>
                    <a:pt x="1884" y="1624"/>
                  </a:lnTo>
                  <a:lnTo>
                    <a:pt x="1891" y="1624"/>
                  </a:lnTo>
                  <a:lnTo>
                    <a:pt x="1891" y="1624"/>
                  </a:lnTo>
                  <a:lnTo>
                    <a:pt x="1894" y="1624"/>
                  </a:lnTo>
                  <a:lnTo>
                    <a:pt x="1894" y="1624"/>
                  </a:lnTo>
                  <a:lnTo>
                    <a:pt x="1894" y="1624"/>
                  </a:lnTo>
                  <a:lnTo>
                    <a:pt x="1894" y="1624"/>
                  </a:lnTo>
                  <a:lnTo>
                    <a:pt x="1896" y="1624"/>
                  </a:lnTo>
                  <a:lnTo>
                    <a:pt x="1896" y="1624"/>
                  </a:lnTo>
                  <a:lnTo>
                    <a:pt x="1898" y="1626"/>
                  </a:lnTo>
                  <a:lnTo>
                    <a:pt x="1901" y="1626"/>
                  </a:lnTo>
                  <a:lnTo>
                    <a:pt x="1901" y="1626"/>
                  </a:lnTo>
                  <a:lnTo>
                    <a:pt x="1905" y="1629"/>
                  </a:lnTo>
                  <a:lnTo>
                    <a:pt x="1908" y="1629"/>
                  </a:lnTo>
                  <a:lnTo>
                    <a:pt x="1910" y="1626"/>
                  </a:lnTo>
                  <a:lnTo>
                    <a:pt x="1910" y="1626"/>
                  </a:lnTo>
                  <a:lnTo>
                    <a:pt x="1913" y="1626"/>
                  </a:lnTo>
                  <a:lnTo>
                    <a:pt x="1913" y="1626"/>
                  </a:lnTo>
                  <a:lnTo>
                    <a:pt x="1913" y="1626"/>
                  </a:lnTo>
                  <a:lnTo>
                    <a:pt x="1915" y="1624"/>
                  </a:lnTo>
                  <a:lnTo>
                    <a:pt x="1915" y="1621"/>
                  </a:lnTo>
                  <a:lnTo>
                    <a:pt x="1917" y="1619"/>
                  </a:lnTo>
                  <a:lnTo>
                    <a:pt x="1917" y="1621"/>
                  </a:lnTo>
                  <a:lnTo>
                    <a:pt x="1920" y="1621"/>
                  </a:lnTo>
                  <a:lnTo>
                    <a:pt x="1920" y="1621"/>
                  </a:lnTo>
                  <a:lnTo>
                    <a:pt x="1922" y="1621"/>
                  </a:lnTo>
                  <a:lnTo>
                    <a:pt x="1922" y="1621"/>
                  </a:lnTo>
                  <a:lnTo>
                    <a:pt x="1922" y="1621"/>
                  </a:lnTo>
                  <a:lnTo>
                    <a:pt x="1924" y="1621"/>
                  </a:lnTo>
                  <a:lnTo>
                    <a:pt x="1924" y="1621"/>
                  </a:lnTo>
                  <a:lnTo>
                    <a:pt x="1927" y="1621"/>
                  </a:lnTo>
                  <a:lnTo>
                    <a:pt x="1924" y="1621"/>
                  </a:lnTo>
                  <a:lnTo>
                    <a:pt x="1924" y="1621"/>
                  </a:lnTo>
                  <a:lnTo>
                    <a:pt x="1924" y="1621"/>
                  </a:lnTo>
                  <a:lnTo>
                    <a:pt x="1924" y="1619"/>
                  </a:lnTo>
                  <a:lnTo>
                    <a:pt x="1924" y="1619"/>
                  </a:lnTo>
                  <a:lnTo>
                    <a:pt x="1924" y="1619"/>
                  </a:lnTo>
                  <a:lnTo>
                    <a:pt x="1922" y="1619"/>
                  </a:lnTo>
                  <a:lnTo>
                    <a:pt x="1922" y="1619"/>
                  </a:lnTo>
                  <a:lnTo>
                    <a:pt x="1922" y="1619"/>
                  </a:lnTo>
                  <a:lnTo>
                    <a:pt x="1920" y="1617"/>
                  </a:lnTo>
                  <a:lnTo>
                    <a:pt x="1920" y="1617"/>
                  </a:lnTo>
                  <a:lnTo>
                    <a:pt x="1920" y="1617"/>
                  </a:lnTo>
                  <a:lnTo>
                    <a:pt x="1920" y="1614"/>
                  </a:lnTo>
                  <a:lnTo>
                    <a:pt x="1922" y="1617"/>
                  </a:lnTo>
                  <a:lnTo>
                    <a:pt x="1922" y="1617"/>
                  </a:lnTo>
                  <a:lnTo>
                    <a:pt x="1924" y="1617"/>
                  </a:lnTo>
                  <a:lnTo>
                    <a:pt x="1927" y="1617"/>
                  </a:lnTo>
                  <a:lnTo>
                    <a:pt x="1927" y="1619"/>
                  </a:lnTo>
                  <a:lnTo>
                    <a:pt x="1929" y="1619"/>
                  </a:lnTo>
                  <a:lnTo>
                    <a:pt x="1929" y="1619"/>
                  </a:lnTo>
                  <a:lnTo>
                    <a:pt x="1929" y="1617"/>
                  </a:lnTo>
                  <a:lnTo>
                    <a:pt x="1929" y="1617"/>
                  </a:lnTo>
                  <a:lnTo>
                    <a:pt x="1929" y="1617"/>
                  </a:lnTo>
                  <a:lnTo>
                    <a:pt x="1929" y="1614"/>
                  </a:lnTo>
                  <a:lnTo>
                    <a:pt x="1929" y="1614"/>
                  </a:lnTo>
                  <a:lnTo>
                    <a:pt x="1929" y="1614"/>
                  </a:lnTo>
                  <a:lnTo>
                    <a:pt x="1929" y="1614"/>
                  </a:lnTo>
                  <a:lnTo>
                    <a:pt x="1931" y="1617"/>
                  </a:lnTo>
                  <a:lnTo>
                    <a:pt x="1931" y="1617"/>
                  </a:lnTo>
                  <a:lnTo>
                    <a:pt x="1934" y="1614"/>
                  </a:lnTo>
                  <a:lnTo>
                    <a:pt x="1934" y="1614"/>
                  </a:lnTo>
                  <a:lnTo>
                    <a:pt x="1934" y="1614"/>
                  </a:lnTo>
                  <a:lnTo>
                    <a:pt x="1936" y="1614"/>
                  </a:lnTo>
                  <a:lnTo>
                    <a:pt x="1936" y="1612"/>
                  </a:lnTo>
                  <a:lnTo>
                    <a:pt x="1939" y="1612"/>
                  </a:lnTo>
                  <a:lnTo>
                    <a:pt x="1939" y="1614"/>
                  </a:lnTo>
                  <a:lnTo>
                    <a:pt x="1939" y="1614"/>
                  </a:lnTo>
                  <a:lnTo>
                    <a:pt x="1939" y="1614"/>
                  </a:lnTo>
                  <a:lnTo>
                    <a:pt x="1939" y="1614"/>
                  </a:lnTo>
                  <a:lnTo>
                    <a:pt x="1934" y="1617"/>
                  </a:lnTo>
                  <a:lnTo>
                    <a:pt x="1934" y="1617"/>
                  </a:lnTo>
                  <a:lnTo>
                    <a:pt x="1934" y="1619"/>
                  </a:lnTo>
                  <a:lnTo>
                    <a:pt x="1934" y="1621"/>
                  </a:lnTo>
                  <a:lnTo>
                    <a:pt x="1936" y="1619"/>
                  </a:lnTo>
                  <a:lnTo>
                    <a:pt x="1936" y="1619"/>
                  </a:lnTo>
                  <a:lnTo>
                    <a:pt x="1939" y="1619"/>
                  </a:lnTo>
                  <a:lnTo>
                    <a:pt x="1939" y="1619"/>
                  </a:lnTo>
                  <a:lnTo>
                    <a:pt x="1939" y="1619"/>
                  </a:lnTo>
                  <a:lnTo>
                    <a:pt x="1936" y="1619"/>
                  </a:lnTo>
                  <a:lnTo>
                    <a:pt x="1939" y="1621"/>
                  </a:lnTo>
                  <a:lnTo>
                    <a:pt x="1939" y="1621"/>
                  </a:lnTo>
                  <a:lnTo>
                    <a:pt x="1939" y="1621"/>
                  </a:lnTo>
                  <a:lnTo>
                    <a:pt x="1936" y="1621"/>
                  </a:lnTo>
                  <a:lnTo>
                    <a:pt x="1934" y="1624"/>
                  </a:lnTo>
                  <a:lnTo>
                    <a:pt x="1934" y="1624"/>
                  </a:lnTo>
                  <a:lnTo>
                    <a:pt x="1936" y="1626"/>
                  </a:lnTo>
                  <a:lnTo>
                    <a:pt x="1939" y="1626"/>
                  </a:lnTo>
                  <a:lnTo>
                    <a:pt x="1941" y="1629"/>
                  </a:lnTo>
                  <a:lnTo>
                    <a:pt x="1941" y="1629"/>
                  </a:lnTo>
                  <a:lnTo>
                    <a:pt x="1941" y="1629"/>
                  </a:lnTo>
                  <a:lnTo>
                    <a:pt x="1943" y="1629"/>
                  </a:lnTo>
                  <a:lnTo>
                    <a:pt x="1943" y="1631"/>
                  </a:lnTo>
                  <a:lnTo>
                    <a:pt x="1946" y="1631"/>
                  </a:lnTo>
                  <a:lnTo>
                    <a:pt x="1946" y="1631"/>
                  </a:lnTo>
                  <a:lnTo>
                    <a:pt x="1943" y="1631"/>
                  </a:lnTo>
                  <a:lnTo>
                    <a:pt x="1943" y="1629"/>
                  </a:lnTo>
                  <a:lnTo>
                    <a:pt x="1943" y="1629"/>
                  </a:lnTo>
                  <a:lnTo>
                    <a:pt x="1943" y="1629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1" y="1626"/>
                  </a:lnTo>
                  <a:lnTo>
                    <a:pt x="1941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6" y="1629"/>
                  </a:lnTo>
                  <a:lnTo>
                    <a:pt x="1946" y="1629"/>
                  </a:lnTo>
                  <a:lnTo>
                    <a:pt x="1946" y="1629"/>
                  </a:lnTo>
                  <a:lnTo>
                    <a:pt x="1946" y="1629"/>
                  </a:lnTo>
                  <a:lnTo>
                    <a:pt x="1946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29"/>
                  </a:lnTo>
                  <a:lnTo>
                    <a:pt x="1948" y="1629"/>
                  </a:lnTo>
                  <a:lnTo>
                    <a:pt x="1948" y="1629"/>
                  </a:lnTo>
                  <a:lnTo>
                    <a:pt x="1948" y="1626"/>
                  </a:lnTo>
                  <a:lnTo>
                    <a:pt x="1948" y="1626"/>
                  </a:lnTo>
                  <a:lnTo>
                    <a:pt x="1948" y="1626"/>
                  </a:lnTo>
                  <a:lnTo>
                    <a:pt x="1948" y="1624"/>
                  </a:lnTo>
                  <a:lnTo>
                    <a:pt x="1948" y="1624"/>
                  </a:lnTo>
                  <a:lnTo>
                    <a:pt x="1948" y="1624"/>
                  </a:lnTo>
                  <a:lnTo>
                    <a:pt x="1948" y="1624"/>
                  </a:lnTo>
                  <a:lnTo>
                    <a:pt x="1950" y="1631"/>
                  </a:lnTo>
                  <a:lnTo>
                    <a:pt x="1950" y="1631"/>
                  </a:lnTo>
                  <a:lnTo>
                    <a:pt x="1953" y="1633"/>
                  </a:lnTo>
                  <a:lnTo>
                    <a:pt x="1957" y="1636"/>
                  </a:lnTo>
                  <a:lnTo>
                    <a:pt x="1967" y="1638"/>
                  </a:lnTo>
                  <a:lnTo>
                    <a:pt x="1969" y="1638"/>
                  </a:lnTo>
                  <a:lnTo>
                    <a:pt x="1969" y="1636"/>
                  </a:lnTo>
                  <a:lnTo>
                    <a:pt x="1972" y="1638"/>
                  </a:lnTo>
                  <a:lnTo>
                    <a:pt x="1972" y="1638"/>
                  </a:lnTo>
                  <a:lnTo>
                    <a:pt x="1972" y="1638"/>
                  </a:lnTo>
                  <a:lnTo>
                    <a:pt x="1974" y="1638"/>
                  </a:lnTo>
                  <a:lnTo>
                    <a:pt x="1974" y="1638"/>
                  </a:lnTo>
                  <a:lnTo>
                    <a:pt x="1974" y="1638"/>
                  </a:lnTo>
                  <a:lnTo>
                    <a:pt x="1974" y="1636"/>
                  </a:lnTo>
                  <a:lnTo>
                    <a:pt x="1974" y="1636"/>
                  </a:lnTo>
                  <a:lnTo>
                    <a:pt x="1976" y="1636"/>
                  </a:lnTo>
                  <a:lnTo>
                    <a:pt x="1976" y="1638"/>
                  </a:lnTo>
                  <a:lnTo>
                    <a:pt x="1976" y="1638"/>
                  </a:lnTo>
                  <a:lnTo>
                    <a:pt x="1981" y="1638"/>
                  </a:lnTo>
                  <a:lnTo>
                    <a:pt x="1981" y="1638"/>
                  </a:lnTo>
                  <a:lnTo>
                    <a:pt x="1981" y="1638"/>
                  </a:lnTo>
                  <a:lnTo>
                    <a:pt x="1981" y="1638"/>
                  </a:lnTo>
                  <a:lnTo>
                    <a:pt x="1981" y="1640"/>
                  </a:lnTo>
                  <a:lnTo>
                    <a:pt x="1984" y="1640"/>
                  </a:lnTo>
                  <a:lnTo>
                    <a:pt x="1984" y="1640"/>
                  </a:lnTo>
                  <a:lnTo>
                    <a:pt x="1986" y="1640"/>
                  </a:lnTo>
                  <a:lnTo>
                    <a:pt x="1986" y="1640"/>
                  </a:lnTo>
                  <a:lnTo>
                    <a:pt x="1988" y="1640"/>
                  </a:lnTo>
                  <a:lnTo>
                    <a:pt x="1991" y="1640"/>
                  </a:lnTo>
                  <a:lnTo>
                    <a:pt x="2010" y="1636"/>
                  </a:lnTo>
                  <a:lnTo>
                    <a:pt x="2010" y="1636"/>
                  </a:lnTo>
                  <a:lnTo>
                    <a:pt x="2010" y="1633"/>
                  </a:lnTo>
                  <a:lnTo>
                    <a:pt x="2010" y="1633"/>
                  </a:lnTo>
                  <a:lnTo>
                    <a:pt x="2010" y="1633"/>
                  </a:lnTo>
                  <a:lnTo>
                    <a:pt x="2010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4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1"/>
                  </a:lnTo>
                  <a:lnTo>
                    <a:pt x="2019" y="1631"/>
                  </a:lnTo>
                  <a:lnTo>
                    <a:pt x="2021" y="1631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4" y="1633"/>
                  </a:lnTo>
                  <a:lnTo>
                    <a:pt x="2028" y="1633"/>
                  </a:lnTo>
                  <a:lnTo>
                    <a:pt x="2028" y="1631"/>
                  </a:lnTo>
                  <a:lnTo>
                    <a:pt x="2028" y="1631"/>
                  </a:lnTo>
                  <a:lnTo>
                    <a:pt x="2031" y="1629"/>
                  </a:lnTo>
                  <a:lnTo>
                    <a:pt x="2033" y="1631"/>
                  </a:lnTo>
                  <a:lnTo>
                    <a:pt x="2033" y="1631"/>
                  </a:lnTo>
                  <a:lnTo>
                    <a:pt x="2036" y="1631"/>
                  </a:lnTo>
                  <a:lnTo>
                    <a:pt x="2038" y="1629"/>
                  </a:lnTo>
                  <a:lnTo>
                    <a:pt x="2040" y="1629"/>
                  </a:lnTo>
                  <a:lnTo>
                    <a:pt x="2043" y="1629"/>
                  </a:lnTo>
                  <a:lnTo>
                    <a:pt x="2043" y="1629"/>
                  </a:lnTo>
                  <a:lnTo>
                    <a:pt x="2043" y="1631"/>
                  </a:lnTo>
                  <a:lnTo>
                    <a:pt x="2043" y="1631"/>
                  </a:lnTo>
                  <a:lnTo>
                    <a:pt x="2043" y="1631"/>
                  </a:lnTo>
                  <a:lnTo>
                    <a:pt x="2043" y="1633"/>
                  </a:lnTo>
                  <a:lnTo>
                    <a:pt x="2045" y="1633"/>
                  </a:lnTo>
                  <a:lnTo>
                    <a:pt x="2045" y="1633"/>
                  </a:lnTo>
                  <a:lnTo>
                    <a:pt x="2047" y="1631"/>
                  </a:lnTo>
                  <a:lnTo>
                    <a:pt x="2047" y="1631"/>
                  </a:lnTo>
                  <a:lnTo>
                    <a:pt x="2047" y="1631"/>
                  </a:lnTo>
                  <a:lnTo>
                    <a:pt x="2047" y="1631"/>
                  </a:lnTo>
                  <a:lnTo>
                    <a:pt x="2047" y="1629"/>
                  </a:lnTo>
                  <a:lnTo>
                    <a:pt x="2047" y="1631"/>
                  </a:lnTo>
                  <a:lnTo>
                    <a:pt x="2055" y="1633"/>
                  </a:lnTo>
                  <a:lnTo>
                    <a:pt x="2055" y="1633"/>
                  </a:lnTo>
                  <a:lnTo>
                    <a:pt x="2055" y="1633"/>
                  </a:lnTo>
                  <a:lnTo>
                    <a:pt x="2057" y="1631"/>
                  </a:lnTo>
                  <a:lnTo>
                    <a:pt x="2057" y="1631"/>
                  </a:lnTo>
                  <a:lnTo>
                    <a:pt x="2057" y="1629"/>
                  </a:lnTo>
                  <a:lnTo>
                    <a:pt x="2059" y="1631"/>
                  </a:lnTo>
                  <a:lnTo>
                    <a:pt x="2062" y="1631"/>
                  </a:lnTo>
                  <a:lnTo>
                    <a:pt x="2062" y="1629"/>
                  </a:lnTo>
                  <a:lnTo>
                    <a:pt x="2062" y="1629"/>
                  </a:lnTo>
                  <a:lnTo>
                    <a:pt x="2059" y="1629"/>
                  </a:lnTo>
                  <a:lnTo>
                    <a:pt x="2062" y="1629"/>
                  </a:lnTo>
                  <a:lnTo>
                    <a:pt x="2064" y="1629"/>
                  </a:lnTo>
                  <a:lnTo>
                    <a:pt x="2069" y="1629"/>
                  </a:lnTo>
                  <a:lnTo>
                    <a:pt x="2069" y="1629"/>
                  </a:lnTo>
                  <a:lnTo>
                    <a:pt x="2069" y="1629"/>
                  </a:lnTo>
                  <a:lnTo>
                    <a:pt x="2069" y="1629"/>
                  </a:lnTo>
                  <a:lnTo>
                    <a:pt x="2071" y="1629"/>
                  </a:lnTo>
                  <a:lnTo>
                    <a:pt x="2071" y="1629"/>
                  </a:lnTo>
                  <a:lnTo>
                    <a:pt x="2071" y="1631"/>
                  </a:lnTo>
                  <a:lnTo>
                    <a:pt x="2073" y="1631"/>
                  </a:lnTo>
                  <a:lnTo>
                    <a:pt x="2073" y="1631"/>
                  </a:lnTo>
                  <a:lnTo>
                    <a:pt x="2073" y="1631"/>
                  </a:lnTo>
                  <a:lnTo>
                    <a:pt x="2076" y="1629"/>
                  </a:lnTo>
                  <a:lnTo>
                    <a:pt x="2076" y="1629"/>
                  </a:lnTo>
                  <a:lnTo>
                    <a:pt x="2076" y="1631"/>
                  </a:lnTo>
                  <a:lnTo>
                    <a:pt x="2076" y="1633"/>
                  </a:lnTo>
                  <a:lnTo>
                    <a:pt x="2076" y="1633"/>
                  </a:lnTo>
                  <a:lnTo>
                    <a:pt x="2078" y="1633"/>
                  </a:lnTo>
                  <a:lnTo>
                    <a:pt x="2078" y="1633"/>
                  </a:lnTo>
                  <a:lnTo>
                    <a:pt x="2078" y="1633"/>
                  </a:lnTo>
                  <a:lnTo>
                    <a:pt x="2078" y="1631"/>
                  </a:lnTo>
                  <a:lnTo>
                    <a:pt x="2078" y="1631"/>
                  </a:lnTo>
                  <a:lnTo>
                    <a:pt x="2081" y="1633"/>
                  </a:lnTo>
                  <a:lnTo>
                    <a:pt x="2081" y="1633"/>
                  </a:lnTo>
                  <a:lnTo>
                    <a:pt x="2083" y="1633"/>
                  </a:lnTo>
                  <a:lnTo>
                    <a:pt x="2083" y="1633"/>
                  </a:lnTo>
                  <a:lnTo>
                    <a:pt x="2085" y="1633"/>
                  </a:lnTo>
                  <a:lnTo>
                    <a:pt x="2088" y="1633"/>
                  </a:lnTo>
                  <a:lnTo>
                    <a:pt x="2090" y="1631"/>
                  </a:lnTo>
                  <a:lnTo>
                    <a:pt x="2092" y="1631"/>
                  </a:lnTo>
                  <a:lnTo>
                    <a:pt x="2097" y="1629"/>
                  </a:lnTo>
                  <a:lnTo>
                    <a:pt x="2099" y="1626"/>
                  </a:lnTo>
                  <a:lnTo>
                    <a:pt x="2102" y="1626"/>
                  </a:lnTo>
                  <a:lnTo>
                    <a:pt x="2102" y="1624"/>
                  </a:lnTo>
                  <a:lnTo>
                    <a:pt x="2104" y="1624"/>
                  </a:lnTo>
                  <a:lnTo>
                    <a:pt x="2104" y="1621"/>
                  </a:lnTo>
                  <a:lnTo>
                    <a:pt x="2104" y="1621"/>
                  </a:lnTo>
                  <a:lnTo>
                    <a:pt x="2102" y="1621"/>
                  </a:lnTo>
                  <a:close/>
                  <a:moveTo>
                    <a:pt x="1158" y="1110"/>
                  </a:moveTo>
                  <a:lnTo>
                    <a:pt x="1155" y="1110"/>
                  </a:lnTo>
                  <a:lnTo>
                    <a:pt x="1155" y="1113"/>
                  </a:lnTo>
                  <a:lnTo>
                    <a:pt x="1155" y="1115"/>
                  </a:lnTo>
                  <a:lnTo>
                    <a:pt x="1155" y="1115"/>
                  </a:lnTo>
                  <a:lnTo>
                    <a:pt x="1153" y="1115"/>
                  </a:lnTo>
                  <a:lnTo>
                    <a:pt x="1151" y="1117"/>
                  </a:lnTo>
                  <a:lnTo>
                    <a:pt x="1146" y="1127"/>
                  </a:lnTo>
                  <a:lnTo>
                    <a:pt x="1141" y="1129"/>
                  </a:lnTo>
                  <a:lnTo>
                    <a:pt x="1141" y="1131"/>
                  </a:lnTo>
                  <a:lnTo>
                    <a:pt x="1139" y="1131"/>
                  </a:lnTo>
                  <a:lnTo>
                    <a:pt x="1136" y="1134"/>
                  </a:lnTo>
                  <a:lnTo>
                    <a:pt x="1134" y="1134"/>
                  </a:lnTo>
                  <a:lnTo>
                    <a:pt x="1132" y="1134"/>
                  </a:lnTo>
                  <a:lnTo>
                    <a:pt x="1143" y="1127"/>
                  </a:lnTo>
                  <a:lnTo>
                    <a:pt x="1143" y="1127"/>
                  </a:lnTo>
                  <a:lnTo>
                    <a:pt x="1146" y="1122"/>
                  </a:lnTo>
                  <a:lnTo>
                    <a:pt x="1155" y="1110"/>
                  </a:lnTo>
                  <a:lnTo>
                    <a:pt x="1158" y="1108"/>
                  </a:lnTo>
                  <a:lnTo>
                    <a:pt x="1158" y="1110"/>
                  </a:lnTo>
                  <a:close/>
                  <a:moveTo>
                    <a:pt x="1326" y="1098"/>
                  </a:moveTo>
                  <a:lnTo>
                    <a:pt x="1323" y="1098"/>
                  </a:lnTo>
                  <a:lnTo>
                    <a:pt x="1321" y="1096"/>
                  </a:lnTo>
                  <a:lnTo>
                    <a:pt x="1319" y="1094"/>
                  </a:lnTo>
                  <a:lnTo>
                    <a:pt x="1316" y="1094"/>
                  </a:lnTo>
                  <a:lnTo>
                    <a:pt x="1316" y="1091"/>
                  </a:lnTo>
                  <a:lnTo>
                    <a:pt x="1316" y="1094"/>
                  </a:lnTo>
                  <a:lnTo>
                    <a:pt x="1316" y="1094"/>
                  </a:lnTo>
                  <a:lnTo>
                    <a:pt x="1314" y="1094"/>
                  </a:lnTo>
                  <a:lnTo>
                    <a:pt x="1314" y="1094"/>
                  </a:lnTo>
                  <a:lnTo>
                    <a:pt x="1309" y="1094"/>
                  </a:lnTo>
                  <a:lnTo>
                    <a:pt x="1309" y="1091"/>
                  </a:lnTo>
                  <a:lnTo>
                    <a:pt x="1307" y="1091"/>
                  </a:lnTo>
                  <a:lnTo>
                    <a:pt x="1307" y="1089"/>
                  </a:lnTo>
                  <a:lnTo>
                    <a:pt x="1307" y="1089"/>
                  </a:lnTo>
                  <a:lnTo>
                    <a:pt x="1307" y="1091"/>
                  </a:lnTo>
                  <a:lnTo>
                    <a:pt x="1307" y="1091"/>
                  </a:lnTo>
                  <a:lnTo>
                    <a:pt x="1304" y="1089"/>
                  </a:lnTo>
                  <a:lnTo>
                    <a:pt x="1304" y="1089"/>
                  </a:lnTo>
                  <a:lnTo>
                    <a:pt x="1302" y="1089"/>
                  </a:lnTo>
                  <a:lnTo>
                    <a:pt x="1302" y="1089"/>
                  </a:lnTo>
                  <a:lnTo>
                    <a:pt x="1302" y="1089"/>
                  </a:lnTo>
                  <a:lnTo>
                    <a:pt x="1304" y="1091"/>
                  </a:lnTo>
                  <a:lnTo>
                    <a:pt x="1302" y="1091"/>
                  </a:lnTo>
                  <a:lnTo>
                    <a:pt x="1300" y="1089"/>
                  </a:lnTo>
                  <a:lnTo>
                    <a:pt x="1300" y="1091"/>
                  </a:lnTo>
                  <a:lnTo>
                    <a:pt x="1300" y="1091"/>
                  </a:lnTo>
                  <a:lnTo>
                    <a:pt x="1300" y="1091"/>
                  </a:lnTo>
                  <a:lnTo>
                    <a:pt x="1297" y="1091"/>
                  </a:lnTo>
                  <a:lnTo>
                    <a:pt x="1300" y="1094"/>
                  </a:lnTo>
                  <a:lnTo>
                    <a:pt x="1300" y="1094"/>
                  </a:lnTo>
                  <a:lnTo>
                    <a:pt x="1300" y="1096"/>
                  </a:lnTo>
                  <a:lnTo>
                    <a:pt x="1300" y="1096"/>
                  </a:lnTo>
                  <a:lnTo>
                    <a:pt x="1295" y="1098"/>
                  </a:lnTo>
                  <a:lnTo>
                    <a:pt x="1295" y="1098"/>
                  </a:lnTo>
                  <a:lnTo>
                    <a:pt x="1295" y="1096"/>
                  </a:lnTo>
                  <a:lnTo>
                    <a:pt x="1293" y="1096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0" y="1091"/>
                  </a:lnTo>
                  <a:lnTo>
                    <a:pt x="1290" y="1094"/>
                  </a:lnTo>
                  <a:lnTo>
                    <a:pt x="1290" y="1094"/>
                  </a:lnTo>
                  <a:lnTo>
                    <a:pt x="1288" y="1094"/>
                  </a:lnTo>
                  <a:lnTo>
                    <a:pt x="1288" y="1096"/>
                  </a:lnTo>
                  <a:lnTo>
                    <a:pt x="1285" y="1094"/>
                  </a:lnTo>
                  <a:lnTo>
                    <a:pt x="1283" y="1094"/>
                  </a:lnTo>
                  <a:lnTo>
                    <a:pt x="1283" y="1094"/>
                  </a:lnTo>
                  <a:lnTo>
                    <a:pt x="1283" y="1094"/>
                  </a:lnTo>
                  <a:lnTo>
                    <a:pt x="1283" y="1094"/>
                  </a:lnTo>
                  <a:lnTo>
                    <a:pt x="1283" y="1091"/>
                  </a:lnTo>
                  <a:lnTo>
                    <a:pt x="1283" y="1091"/>
                  </a:lnTo>
                  <a:lnTo>
                    <a:pt x="1281" y="1091"/>
                  </a:lnTo>
                  <a:lnTo>
                    <a:pt x="1281" y="1094"/>
                  </a:lnTo>
                  <a:lnTo>
                    <a:pt x="1283" y="1094"/>
                  </a:lnTo>
                  <a:lnTo>
                    <a:pt x="1283" y="1096"/>
                  </a:lnTo>
                  <a:lnTo>
                    <a:pt x="1283" y="1096"/>
                  </a:lnTo>
                  <a:lnTo>
                    <a:pt x="1283" y="1096"/>
                  </a:lnTo>
                  <a:lnTo>
                    <a:pt x="1278" y="1096"/>
                  </a:lnTo>
                  <a:lnTo>
                    <a:pt x="1276" y="1094"/>
                  </a:lnTo>
                  <a:lnTo>
                    <a:pt x="1274" y="1094"/>
                  </a:lnTo>
                  <a:lnTo>
                    <a:pt x="1274" y="1091"/>
                  </a:lnTo>
                  <a:lnTo>
                    <a:pt x="1274" y="1091"/>
                  </a:lnTo>
                  <a:lnTo>
                    <a:pt x="1274" y="1089"/>
                  </a:lnTo>
                  <a:lnTo>
                    <a:pt x="1274" y="1089"/>
                  </a:lnTo>
                  <a:lnTo>
                    <a:pt x="1274" y="1089"/>
                  </a:lnTo>
                  <a:lnTo>
                    <a:pt x="1276" y="1089"/>
                  </a:lnTo>
                  <a:lnTo>
                    <a:pt x="1276" y="1089"/>
                  </a:lnTo>
                  <a:lnTo>
                    <a:pt x="1278" y="1089"/>
                  </a:lnTo>
                  <a:lnTo>
                    <a:pt x="1278" y="1089"/>
                  </a:lnTo>
                  <a:lnTo>
                    <a:pt x="1281" y="1091"/>
                  </a:lnTo>
                  <a:lnTo>
                    <a:pt x="1281" y="1091"/>
                  </a:lnTo>
                  <a:lnTo>
                    <a:pt x="1281" y="1091"/>
                  </a:lnTo>
                  <a:lnTo>
                    <a:pt x="1283" y="1089"/>
                  </a:lnTo>
                  <a:lnTo>
                    <a:pt x="1283" y="1086"/>
                  </a:lnTo>
                  <a:lnTo>
                    <a:pt x="1283" y="1086"/>
                  </a:lnTo>
                  <a:lnTo>
                    <a:pt x="1285" y="1086"/>
                  </a:lnTo>
                  <a:lnTo>
                    <a:pt x="1285" y="1086"/>
                  </a:lnTo>
                  <a:lnTo>
                    <a:pt x="1285" y="1086"/>
                  </a:lnTo>
                  <a:lnTo>
                    <a:pt x="1285" y="1084"/>
                  </a:lnTo>
                  <a:lnTo>
                    <a:pt x="1285" y="1084"/>
                  </a:lnTo>
                  <a:lnTo>
                    <a:pt x="1288" y="1084"/>
                  </a:lnTo>
                  <a:lnTo>
                    <a:pt x="1288" y="1084"/>
                  </a:lnTo>
                  <a:lnTo>
                    <a:pt x="1288" y="1084"/>
                  </a:lnTo>
                  <a:lnTo>
                    <a:pt x="1288" y="1084"/>
                  </a:lnTo>
                  <a:lnTo>
                    <a:pt x="1285" y="1084"/>
                  </a:lnTo>
                  <a:lnTo>
                    <a:pt x="1285" y="1084"/>
                  </a:lnTo>
                  <a:lnTo>
                    <a:pt x="1288" y="1086"/>
                  </a:lnTo>
                  <a:lnTo>
                    <a:pt x="1288" y="1086"/>
                  </a:lnTo>
                  <a:lnTo>
                    <a:pt x="1290" y="1084"/>
                  </a:lnTo>
                  <a:lnTo>
                    <a:pt x="1290" y="1084"/>
                  </a:lnTo>
                  <a:lnTo>
                    <a:pt x="1290" y="1086"/>
                  </a:lnTo>
                  <a:lnTo>
                    <a:pt x="1290" y="1086"/>
                  </a:lnTo>
                  <a:lnTo>
                    <a:pt x="1293" y="1084"/>
                  </a:lnTo>
                  <a:lnTo>
                    <a:pt x="1293" y="1084"/>
                  </a:lnTo>
                  <a:lnTo>
                    <a:pt x="1293" y="1084"/>
                  </a:lnTo>
                  <a:lnTo>
                    <a:pt x="1290" y="1082"/>
                  </a:lnTo>
                  <a:lnTo>
                    <a:pt x="1290" y="1082"/>
                  </a:lnTo>
                  <a:lnTo>
                    <a:pt x="1290" y="1082"/>
                  </a:lnTo>
                  <a:lnTo>
                    <a:pt x="1293" y="1082"/>
                  </a:lnTo>
                  <a:lnTo>
                    <a:pt x="1293" y="1082"/>
                  </a:lnTo>
                  <a:lnTo>
                    <a:pt x="1293" y="1082"/>
                  </a:lnTo>
                  <a:lnTo>
                    <a:pt x="1295" y="1084"/>
                  </a:lnTo>
                  <a:lnTo>
                    <a:pt x="1295" y="1084"/>
                  </a:lnTo>
                  <a:lnTo>
                    <a:pt x="1295" y="1084"/>
                  </a:lnTo>
                  <a:lnTo>
                    <a:pt x="1295" y="1086"/>
                  </a:lnTo>
                  <a:lnTo>
                    <a:pt x="1293" y="1086"/>
                  </a:lnTo>
                  <a:lnTo>
                    <a:pt x="1293" y="1086"/>
                  </a:lnTo>
                  <a:lnTo>
                    <a:pt x="1293" y="1089"/>
                  </a:lnTo>
                  <a:lnTo>
                    <a:pt x="1293" y="1089"/>
                  </a:lnTo>
                  <a:lnTo>
                    <a:pt x="1295" y="1086"/>
                  </a:lnTo>
                  <a:lnTo>
                    <a:pt x="1297" y="1086"/>
                  </a:lnTo>
                  <a:lnTo>
                    <a:pt x="1297" y="1089"/>
                  </a:lnTo>
                  <a:lnTo>
                    <a:pt x="1297" y="1089"/>
                  </a:lnTo>
                  <a:lnTo>
                    <a:pt x="1297" y="1089"/>
                  </a:lnTo>
                  <a:lnTo>
                    <a:pt x="1300" y="1091"/>
                  </a:lnTo>
                  <a:lnTo>
                    <a:pt x="1300" y="1091"/>
                  </a:lnTo>
                  <a:lnTo>
                    <a:pt x="1300" y="1089"/>
                  </a:lnTo>
                  <a:lnTo>
                    <a:pt x="1302" y="1086"/>
                  </a:lnTo>
                  <a:lnTo>
                    <a:pt x="1302" y="1086"/>
                  </a:lnTo>
                  <a:lnTo>
                    <a:pt x="1302" y="1084"/>
                  </a:lnTo>
                  <a:lnTo>
                    <a:pt x="1302" y="1084"/>
                  </a:lnTo>
                  <a:lnTo>
                    <a:pt x="1302" y="1084"/>
                  </a:lnTo>
                  <a:lnTo>
                    <a:pt x="1304" y="1084"/>
                  </a:lnTo>
                  <a:lnTo>
                    <a:pt x="1304" y="1084"/>
                  </a:lnTo>
                  <a:lnTo>
                    <a:pt x="1307" y="1084"/>
                  </a:lnTo>
                  <a:lnTo>
                    <a:pt x="1307" y="1084"/>
                  </a:lnTo>
                  <a:lnTo>
                    <a:pt x="1307" y="1084"/>
                  </a:lnTo>
                  <a:lnTo>
                    <a:pt x="1304" y="1086"/>
                  </a:lnTo>
                  <a:lnTo>
                    <a:pt x="1307" y="1086"/>
                  </a:lnTo>
                  <a:lnTo>
                    <a:pt x="1307" y="1086"/>
                  </a:lnTo>
                  <a:lnTo>
                    <a:pt x="1307" y="1086"/>
                  </a:lnTo>
                  <a:lnTo>
                    <a:pt x="1309" y="1086"/>
                  </a:lnTo>
                  <a:lnTo>
                    <a:pt x="1309" y="1086"/>
                  </a:lnTo>
                  <a:lnTo>
                    <a:pt x="1309" y="1089"/>
                  </a:lnTo>
                  <a:lnTo>
                    <a:pt x="1309" y="1089"/>
                  </a:lnTo>
                  <a:lnTo>
                    <a:pt x="1309" y="1089"/>
                  </a:lnTo>
                  <a:lnTo>
                    <a:pt x="1311" y="1091"/>
                  </a:lnTo>
                  <a:lnTo>
                    <a:pt x="1311" y="1091"/>
                  </a:lnTo>
                  <a:lnTo>
                    <a:pt x="1311" y="1091"/>
                  </a:lnTo>
                  <a:lnTo>
                    <a:pt x="1311" y="1089"/>
                  </a:lnTo>
                  <a:lnTo>
                    <a:pt x="1311" y="1089"/>
                  </a:lnTo>
                  <a:lnTo>
                    <a:pt x="1311" y="1089"/>
                  </a:lnTo>
                  <a:lnTo>
                    <a:pt x="1314" y="1089"/>
                  </a:lnTo>
                  <a:lnTo>
                    <a:pt x="1316" y="1091"/>
                  </a:lnTo>
                  <a:lnTo>
                    <a:pt x="1319" y="1091"/>
                  </a:lnTo>
                  <a:lnTo>
                    <a:pt x="1319" y="1091"/>
                  </a:lnTo>
                  <a:lnTo>
                    <a:pt x="1319" y="1091"/>
                  </a:lnTo>
                  <a:lnTo>
                    <a:pt x="1321" y="1094"/>
                  </a:lnTo>
                  <a:lnTo>
                    <a:pt x="1321" y="1096"/>
                  </a:lnTo>
                  <a:lnTo>
                    <a:pt x="1323" y="1096"/>
                  </a:lnTo>
                  <a:lnTo>
                    <a:pt x="1323" y="1096"/>
                  </a:lnTo>
                  <a:lnTo>
                    <a:pt x="1326" y="1096"/>
                  </a:lnTo>
                  <a:lnTo>
                    <a:pt x="1326" y="1098"/>
                  </a:lnTo>
                  <a:lnTo>
                    <a:pt x="1326" y="1098"/>
                  </a:lnTo>
                  <a:close/>
                  <a:moveTo>
                    <a:pt x="1728" y="1108"/>
                  </a:moveTo>
                  <a:lnTo>
                    <a:pt x="1721" y="1108"/>
                  </a:lnTo>
                  <a:lnTo>
                    <a:pt x="1718" y="1110"/>
                  </a:lnTo>
                  <a:lnTo>
                    <a:pt x="1716" y="1110"/>
                  </a:lnTo>
                  <a:lnTo>
                    <a:pt x="1714" y="1110"/>
                  </a:lnTo>
                  <a:lnTo>
                    <a:pt x="1714" y="1110"/>
                  </a:lnTo>
                  <a:lnTo>
                    <a:pt x="1714" y="1110"/>
                  </a:lnTo>
                  <a:lnTo>
                    <a:pt x="1714" y="1110"/>
                  </a:lnTo>
                  <a:lnTo>
                    <a:pt x="1714" y="1113"/>
                  </a:lnTo>
                  <a:lnTo>
                    <a:pt x="1714" y="1113"/>
                  </a:lnTo>
                  <a:lnTo>
                    <a:pt x="1723" y="1110"/>
                  </a:lnTo>
                  <a:lnTo>
                    <a:pt x="1733" y="1110"/>
                  </a:lnTo>
                  <a:lnTo>
                    <a:pt x="1742" y="1108"/>
                  </a:lnTo>
                  <a:lnTo>
                    <a:pt x="1742" y="1108"/>
                  </a:lnTo>
                  <a:lnTo>
                    <a:pt x="1740" y="1108"/>
                  </a:lnTo>
                  <a:lnTo>
                    <a:pt x="1728" y="1108"/>
                  </a:lnTo>
                  <a:close/>
                  <a:moveTo>
                    <a:pt x="1697" y="1034"/>
                  </a:moveTo>
                  <a:lnTo>
                    <a:pt x="1697" y="1034"/>
                  </a:lnTo>
                  <a:lnTo>
                    <a:pt x="1697" y="1032"/>
                  </a:lnTo>
                  <a:lnTo>
                    <a:pt x="1695" y="1032"/>
                  </a:lnTo>
                  <a:lnTo>
                    <a:pt x="1695" y="1032"/>
                  </a:lnTo>
                  <a:lnTo>
                    <a:pt x="1695" y="1032"/>
                  </a:lnTo>
                  <a:lnTo>
                    <a:pt x="1695" y="1032"/>
                  </a:lnTo>
                  <a:lnTo>
                    <a:pt x="1692" y="1032"/>
                  </a:lnTo>
                  <a:lnTo>
                    <a:pt x="1692" y="1032"/>
                  </a:lnTo>
                  <a:lnTo>
                    <a:pt x="1690" y="1032"/>
                  </a:lnTo>
                  <a:lnTo>
                    <a:pt x="1690" y="1030"/>
                  </a:lnTo>
                  <a:lnTo>
                    <a:pt x="1690" y="1030"/>
                  </a:lnTo>
                  <a:lnTo>
                    <a:pt x="1688" y="1032"/>
                  </a:lnTo>
                  <a:lnTo>
                    <a:pt x="1688" y="1032"/>
                  </a:lnTo>
                  <a:lnTo>
                    <a:pt x="1688" y="1032"/>
                  </a:lnTo>
                  <a:lnTo>
                    <a:pt x="1688" y="1034"/>
                  </a:lnTo>
                  <a:lnTo>
                    <a:pt x="1690" y="1034"/>
                  </a:lnTo>
                  <a:lnTo>
                    <a:pt x="1692" y="1034"/>
                  </a:lnTo>
                  <a:lnTo>
                    <a:pt x="1692" y="1037"/>
                  </a:lnTo>
                  <a:lnTo>
                    <a:pt x="1688" y="1034"/>
                  </a:lnTo>
                  <a:lnTo>
                    <a:pt x="1685" y="1037"/>
                  </a:lnTo>
                  <a:lnTo>
                    <a:pt x="1685" y="1039"/>
                  </a:lnTo>
                  <a:lnTo>
                    <a:pt x="1685" y="1042"/>
                  </a:lnTo>
                  <a:lnTo>
                    <a:pt x="1685" y="1044"/>
                  </a:lnTo>
                  <a:lnTo>
                    <a:pt x="1685" y="1044"/>
                  </a:lnTo>
                  <a:lnTo>
                    <a:pt x="1685" y="1044"/>
                  </a:lnTo>
                  <a:lnTo>
                    <a:pt x="1683" y="1046"/>
                  </a:lnTo>
                  <a:lnTo>
                    <a:pt x="1683" y="1046"/>
                  </a:lnTo>
                  <a:lnTo>
                    <a:pt x="1695" y="1046"/>
                  </a:lnTo>
                  <a:lnTo>
                    <a:pt x="1697" y="1046"/>
                  </a:lnTo>
                  <a:lnTo>
                    <a:pt x="1695" y="1044"/>
                  </a:lnTo>
                  <a:lnTo>
                    <a:pt x="1695" y="1042"/>
                  </a:lnTo>
                  <a:lnTo>
                    <a:pt x="1695" y="1037"/>
                  </a:lnTo>
                  <a:lnTo>
                    <a:pt x="1697" y="1034"/>
                  </a:lnTo>
                  <a:close/>
                  <a:moveTo>
                    <a:pt x="2111" y="1553"/>
                  </a:moveTo>
                  <a:lnTo>
                    <a:pt x="2111" y="1553"/>
                  </a:lnTo>
                  <a:lnTo>
                    <a:pt x="2111" y="1550"/>
                  </a:lnTo>
                  <a:lnTo>
                    <a:pt x="2111" y="1550"/>
                  </a:lnTo>
                  <a:lnTo>
                    <a:pt x="2111" y="1550"/>
                  </a:lnTo>
                  <a:lnTo>
                    <a:pt x="2114" y="1550"/>
                  </a:lnTo>
                  <a:lnTo>
                    <a:pt x="2114" y="1550"/>
                  </a:lnTo>
                  <a:lnTo>
                    <a:pt x="2114" y="1548"/>
                  </a:lnTo>
                  <a:lnTo>
                    <a:pt x="2114" y="1546"/>
                  </a:lnTo>
                  <a:lnTo>
                    <a:pt x="2111" y="1546"/>
                  </a:lnTo>
                  <a:lnTo>
                    <a:pt x="2109" y="1546"/>
                  </a:lnTo>
                  <a:lnTo>
                    <a:pt x="2109" y="1546"/>
                  </a:lnTo>
                  <a:lnTo>
                    <a:pt x="2107" y="1548"/>
                  </a:lnTo>
                  <a:lnTo>
                    <a:pt x="2107" y="1548"/>
                  </a:lnTo>
                  <a:lnTo>
                    <a:pt x="2107" y="1550"/>
                  </a:lnTo>
                  <a:lnTo>
                    <a:pt x="2107" y="1550"/>
                  </a:lnTo>
                  <a:lnTo>
                    <a:pt x="2107" y="1550"/>
                  </a:lnTo>
                  <a:lnTo>
                    <a:pt x="2107" y="1553"/>
                  </a:lnTo>
                  <a:lnTo>
                    <a:pt x="2107" y="1553"/>
                  </a:lnTo>
                  <a:lnTo>
                    <a:pt x="2104" y="1555"/>
                  </a:lnTo>
                  <a:lnTo>
                    <a:pt x="2107" y="1555"/>
                  </a:lnTo>
                  <a:lnTo>
                    <a:pt x="2109" y="1555"/>
                  </a:lnTo>
                  <a:lnTo>
                    <a:pt x="2111" y="1553"/>
                  </a:lnTo>
                  <a:lnTo>
                    <a:pt x="2111" y="1553"/>
                  </a:lnTo>
                  <a:close/>
                  <a:moveTo>
                    <a:pt x="2211" y="1702"/>
                  </a:moveTo>
                  <a:lnTo>
                    <a:pt x="2211" y="1702"/>
                  </a:lnTo>
                  <a:lnTo>
                    <a:pt x="2213" y="1700"/>
                  </a:lnTo>
                  <a:lnTo>
                    <a:pt x="2213" y="1697"/>
                  </a:lnTo>
                  <a:lnTo>
                    <a:pt x="2211" y="1695"/>
                  </a:lnTo>
                  <a:lnTo>
                    <a:pt x="2211" y="1695"/>
                  </a:lnTo>
                  <a:lnTo>
                    <a:pt x="2211" y="1695"/>
                  </a:lnTo>
                  <a:lnTo>
                    <a:pt x="2211" y="1692"/>
                  </a:lnTo>
                  <a:lnTo>
                    <a:pt x="2211" y="1692"/>
                  </a:lnTo>
                  <a:lnTo>
                    <a:pt x="2208" y="1692"/>
                  </a:lnTo>
                  <a:lnTo>
                    <a:pt x="2208" y="1692"/>
                  </a:lnTo>
                  <a:lnTo>
                    <a:pt x="2211" y="1695"/>
                  </a:lnTo>
                  <a:lnTo>
                    <a:pt x="2208" y="1700"/>
                  </a:lnTo>
                  <a:lnTo>
                    <a:pt x="2208" y="1702"/>
                  </a:lnTo>
                  <a:lnTo>
                    <a:pt x="2208" y="1702"/>
                  </a:lnTo>
                  <a:lnTo>
                    <a:pt x="2211" y="1702"/>
                  </a:lnTo>
                  <a:lnTo>
                    <a:pt x="2211" y="1702"/>
                  </a:lnTo>
                  <a:close/>
                  <a:moveTo>
                    <a:pt x="1858" y="2642"/>
                  </a:moveTo>
                  <a:lnTo>
                    <a:pt x="1860" y="2639"/>
                  </a:lnTo>
                  <a:lnTo>
                    <a:pt x="1860" y="2639"/>
                  </a:lnTo>
                  <a:lnTo>
                    <a:pt x="1858" y="2639"/>
                  </a:lnTo>
                  <a:lnTo>
                    <a:pt x="1858" y="2639"/>
                  </a:lnTo>
                  <a:lnTo>
                    <a:pt x="1858" y="2639"/>
                  </a:lnTo>
                  <a:lnTo>
                    <a:pt x="1856" y="2639"/>
                  </a:lnTo>
                  <a:lnTo>
                    <a:pt x="1856" y="2642"/>
                  </a:lnTo>
                  <a:lnTo>
                    <a:pt x="1853" y="2642"/>
                  </a:lnTo>
                  <a:lnTo>
                    <a:pt x="1853" y="2642"/>
                  </a:lnTo>
                  <a:lnTo>
                    <a:pt x="1853" y="2644"/>
                  </a:lnTo>
                  <a:lnTo>
                    <a:pt x="1856" y="2642"/>
                  </a:lnTo>
                  <a:lnTo>
                    <a:pt x="1856" y="2642"/>
                  </a:lnTo>
                  <a:lnTo>
                    <a:pt x="1856" y="2642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60" y="2642"/>
                  </a:lnTo>
                  <a:lnTo>
                    <a:pt x="1858" y="2642"/>
                  </a:lnTo>
                  <a:lnTo>
                    <a:pt x="1858" y="2642"/>
                  </a:lnTo>
                  <a:lnTo>
                    <a:pt x="1858" y="2642"/>
                  </a:lnTo>
                  <a:lnTo>
                    <a:pt x="1858" y="2642"/>
                  </a:lnTo>
                  <a:lnTo>
                    <a:pt x="1858" y="2642"/>
                  </a:lnTo>
                  <a:close/>
                  <a:moveTo>
                    <a:pt x="2130" y="1560"/>
                  </a:moveTo>
                  <a:lnTo>
                    <a:pt x="2133" y="1560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5" y="1555"/>
                  </a:lnTo>
                  <a:lnTo>
                    <a:pt x="2135" y="1553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5" y="1550"/>
                  </a:lnTo>
                  <a:lnTo>
                    <a:pt x="2135" y="1550"/>
                  </a:lnTo>
                  <a:lnTo>
                    <a:pt x="2135" y="1550"/>
                  </a:lnTo>
                  <a:lnTo>
                    <a:pt x="2135" y="1548"/>
                  </a:lnTo>
                  <a:lnTo>
                    <a:pt x="2135" y="1548"/>
                  </a:lnTo>
                  <a:lnTo>
                    <a:pt x="2133" y="1548"/>
                  </a:lnTo>
                  <a:lnTo>
                    <a:pt x="2130" y="1548"/>
                  </a:lnTo>
                  <a:lnTo>
                    <a:pt x="2130" y="1548"/>
                  </a:lnTo>
                  <a:lnTo>
                    <a:pt x="2135" y="1543"/>
                  </a:lnTo>
                  <a:lnTo>
                    <a:pt x="2135" y="1543"/>
                  </a:lnTo>
                  <a:lnTo>
                    <a:pt x="2135" y="1543"/>
                  </a:lnTo>
                  <a:lnTo>
                    <a:pt x="2133" y="1543"/>
                  </a:lnTo>
                  <a:lnTo>
                    <a:pt x="2133" y="1543"/>
                  </a:lnTo>
                  <a:lnTo>
                    <a:pt x="2133" y="1541"/>
                  </a:lnTo>
                  <a:lnTo>
                    <a:pt x="2133" y="1541"/>
                  </a:lnTo>
                  <a:lnTo>
                    <a:pt x="2130" y="1543"/>
                  </a:lnTo>
                  <a:lnTo>
                    <a:pt x="2128" y="1541"/>
                  </a:lnTo>
                  <a:lnTo>
                    <a:pt x="2125" y="1543"/>
                  </a:lnTo>
                  <a:lnTo>
                    <a:pt x="2125" y="1543"/>
                  </a:lnTo>
                  <a:lnTo>
                    <a:pt x="2125" y="1543"/>
                  </a:lnTo>
                  <a:lnTo>
                    <a:pt x="2123" y="1546"/>
                  </a:lnTo>
                  <a:lnTo>
                    <a:pt x="2121" y="1546"/>
                  </a:lnTo>
                  <a:lnTo>
                    <a:pt x="2121" y="1548"/>
                  </a:lnTo>
                  <a:lnTo>
                    <a:pt x="2121" y="1548"/>
                  </a:lnTo>
                  <a:lnTo>
                    <a:pt x="2121" y="1548"/>
                  </a:lnTo>
                  <a:lnTo>
                    <a:pt x="2118" y="1546"/>
                  </a:lnTo>
                  <a:lnTo>
                    <a:pt x="2118" y="1546"/>
                  </a:lnTo>
                  <a:lnTo>
                    <a:pt x="2116" y="1546"/>
                  </a:lnTo>
                  <a:lnTo>
                    <a:pt x="2114" y="1548"/>
                  </a:lnTo>
                  <a:lnTo>
                    <a:pt x="2116" y="1550"/>
                  </a:lnTo>
                  <a:lnTo>
                    <a:pt x="2116" y="1553"/>
                  </a:lnTo>
                  <a:lnTo>
                    <a:pt x="2118" y="1553"/>
                  </a:lnTo>
                  <a:lnTo>
                    <a:pt x="2118" y="1553"/>
                  </a:lnTo>
                  <a:lnTo>
                    <a:pt x="2116" y="1555"/>
                  </a:lnTo>
                  <a:lnTo>
                    <a:pt x="2114" y="1555"/>
                  </a:lnTo>
                  <a:lnTo>
                    <a:pt x="2114" y="1558"/>
                  </a:lnTo>
                  <a:lnTo>
                    <a:pt x="2114" y="1558"/>
                  </a:lnTo>
                  <a:lnTo>
                    <a:pt x="2116" y="1558"/>
                  </a:lnTo>
                  <a:lnTo>
                    <a:pt x="2116" y="1560"/>
                  </a:lnTo>
                  <a:lnTo>
                    <a:pt x="2118" y="1560"/>
                  </a:lnTo>
                  <a:lnTo>
                    <a:pt x="2125" y="1560"/>
                  </a:lnTo>
                  <a:lnTo>
                    <a:pt x="2128" y="1560"/>
                  </a:lnTo>
                  <a:lnTo>
                    <a:pt x="2130" y="1560"/>
                  </a:lnTo>
                  <a:lnTo>
                    <a:pt x="2130" y="1560"/>
                  </a:lnTo>
                  <a:close/>
                  <a:moveTo>
                    <a:pt x="2170" y="1631"/>
                  </a:moveTo>
                  <a:lnTo>
                    <a:pt x="2170" y="1631"/>
                  </a:lnTo>
                  <a:lnTo>
                    <a:pt x="2168" y="1629"/>
                  </a:lnTo>
                  <a:lnTo>
                    <a:pt x="2168" y="1629"/>
                  </a:lnTo>
                  <a:lnTo>
                    <a:pt x="2168" y="1629"/>
                  </a:lnTo>
                  <a:lnTo>
                    <a:pt x="2168" y="1626"/>
                  </a:lnTo>
                  <a:lnTo>
                    <a:pt x="2168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4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3" y="1619"/>
                  </a:lnTo>
                  <a:lnTo>
                    <a:pt x="2163" y="1621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61" y="1619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59" y="1621"/>
                  </a:lnTo>
                  <a:lnTo>
                    <a:pt x="2159" y="1621"/>
                  </a:lnTo>
                  <a:lnTo>
                    <a:pt x="2161" y="1619"/>
                  </a:lnTo>
                  <a:lnTo>
                    <a:pt x="2161" y="1617"/>
                  </a:lnTo>
                  <a:lnTo>
                    <a:pt x="2149" y="1621"/>
                  </a:lnTo>
                  <a:lnTo>
                    <a:pt x="2147" y="1621"/>
                  </a:lnTo>
                  <a:lnTo>
                    <a:pt x="2147" y="1621"/>
                  </a:lnTo>
                  <a:lnTo>
                    <a:pt x="2135" y="1631"/>
                  </a:lnTo>
                  <a:lnTo>
                    <a:pt x="2133" y="1633"/>
                  </a:lnTo>
                  <a:lnTo>
                    <a:pt x="2133" y="1633"/>
                  </a:lnTo>
                  <a:lnTo>
                    <a:pt x="2133" y="1636"/>
                  </a:lnTo>
                  <a:lnTo>
                    <a:pt x="2135" y="1638"/>
                  </a:lnTo>
                  <a:lnTo>
                    <a:pt x="2135" y="1638"/>
                  </a:lnTo>
                  <a:lnTo>
                    <a:pt x="2137" y="1638"/>
                  </a:lnTo>
                  <a:lnTo>
                    <a:pt x="2137" y="1638"/>
                  </a:lnTo>
                  <a:lnTo>
                    <a:pt x="2137" y="1638"/>
                  </a:lnTo>
                  <a:lnTo>
                    <a:pt x="2142" y="1640"/>
                  </a:lnTo>
                  <a:lnTo>
                    <a:pt x="2142" y="1640"/>
                  </a:lnTo>
                  <a:lnTo>
                    <a:pt x="2144" y="1638"/>
                  </a:lnTo>
                  <a:lnTo>
                    <a:pt x="2144" y="1638"/>
                  </a:lnTo>
                  <a:lnTo>
                    <a:pt x="2144" y="1640"/>
                  </a:lnTo>
                  <a:lnTo>
                    <a:pt x="2147" y="1640"/>
                  </a:lnTo>
                  <a:lnTo>
                    <a:pt x="2147" y="1640"/>
                  </a:lnTo>
                  <a:lnTo>
                    <a:pt x="2147" y="1640"/>
                  </a:lnTo>
                  <a:lnTo>
                    <a:pt x="2149" y="1640"/>
                  </a:lnTo>
                  <a:lnTo>
                    <a:pt x="2149" y="1640"/>
                  </a:lnTo>
                  <a:lnTo>
                    <a:pt x="2149" y="1640"/>
                  </a:lnTo>
                  <a:lnTo>
                    <a:pt x="2152" y="1640"/>
                  </a:lnTo>
                  <a:lnTo>
                    <a:pt x="2152" y="1640"/>
                  </a:lnTo>
                  <a:lnTo>
                    <a:pt x="2152" y="1643"/>
                  </a:lnTo>
                  <a:lnTo>
                    <a:pt x="2154" y="1643"/>
                  </a:lnTo>
                  <a:lnTo>
                    <a:pt x="2154" y="1643"/>
                  </a:lnTo>
                  <a:lnTo>
                    <a:pt x="2156" y="1640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9" y="1645"/>
                  </a:lnTo>
                  <a:lnTo>
                    <a:pt x="2163" y="1643"/>
                  </a:lnTo>
                  <a:lnTo>
                    <a:pt x="2166" y="1643"/>
                  </a:lnTo>
                  <a:lnTo>
                    <a:pt x="2166" y="1643"/>
                  </a:lnTo>
                  <a:lnTo>
                    <a:pt x="2163" y="1645"/>
                  </a:lnTo>
                  <a:lnTo>
                    <a:pt x="2163" y="1645"/>
                  </a:lnTo>
                  <a:lnTo>
                    <a:pt x="2163" y="1647"/>
                  </a:lnTo>
                  <a:lnTo>
                    <a:pt x="2166" y="1647"/>
                  </a:lnTo>
                  <a:lnTo>
                    <a:pt x="2166" y="1647"/>
                  </a:lnTo>
                  <a:lnTo>
                    <a:pt x="2166" y="1647"/>
                  </a:lnTo>
                  <a:lnTo>
                    <a:pt x="2168" y="1645"/>
                  </a:lnTo>
                  <a:lnTo>
                    <a:pt x="2168" y="1647"/>
                  </a:lnTo>
                  <a:lnTo>
                    <a:pt x="2170" y="1647"/>
                  </a:lnTo>
                  <a:lnTo>
                    <a:pt x="2170" y="1647"/>
                  </a:lnTo>
                  <a:lnTo>
                    <a:pt x="2170" y="1645"/>
                  </a:lnTo>
                  <a:lnTo>
                    <a:pt x="2170" y="1643"/>
                  </a:lnTo>
                  <a:lnTo>
                    <a:pt x="2170" y="1640"/>
                  </a:lnTo>
                  <a:lnTo>
                    <a:pt x="2168" y="1640"/>
                  </a:lnTo>
                  <a:lnTo>
                    <a:pt x="2168" y="1638"/>
                  </a:lnTo>
                  <a:lnTo>
                    <a:pt x="2170" y="1636"/>
                  </a:lnTo>
                  <a:lnTo>
                    <a:pt x="2170" y="1633"/>
                  </a:lnTo>
                  <a:lnTo>
                    <a:pt x="2170" y="1633"/>
                  </a:lnTo>
                  <a:lnTo>
                    <a:pt x="2170" y="1631"/>
                  </a:lnTo>
                  <a:close/>
                  <a:moveTo>
                    <a:pt x="2135" y="1614"/>
                  </a:moveTo>
                  <a:lnTo>
                    <a:pt x="2135" y="1614"/>
                  </a:lnTo>
                  <a:lnTo>
                    <a:pt x="2135" y="1614"/>
                  </a:lnTo>
                  <a:lnTo>
                    <a:pt x="2137" y="1614"/>
                  </a:lnTo>
                  <a:lnTo>
                    <a:pt x="2137" y="1614"/>
                  </a:lnTo>
                  <a:lnTo>
                    <a:pt x="2137" y="1617"/>
                  </a:lnTo>
                  <a:lnTo>
                    <a:pt x="2140" y="1617"/>
                  </a:lnTo>
                  <a:lnTo>
                    <a:pt x="2144" y="1614"/>
                  </a:lnTo>
                  <a:lnTo>
                    <a:pt x="2149" y="1617"/>
                  </a:lnTo>
                  <a:lnTo>
                    <a:pt x="2149" y="1617"/>
                  </a:lnTo>
                  <a:lnTo>
                    <a:pt x="2152" y="1617"/>
                  </a:lnTo>
                  <a:lnTo>
                    <a:pt x="2152" y="1614"/>
                  </a:lnTo>
                  <a:lnTo>
                    <a:pt x="2152" y="1612"/>
                  </a:lnTo>
                  <a:lnTo>
                    <a:pt x="2152" y="1612"/>
                  </a:lnTo>
                  <a:lnTo>
                    <a:pt x="2152" y="1612"/>
                  </a:lnTo>
                  <a:lnTo>
                    <a:pt x="2152" y="1612"/>
                  </a:lnTo>
                  <a:lnTo>
                    <a:pt x="2152" y="1610"/>
                  </a:lnTo>
                  <a:lnTo>
                    <a:pt x="2149" y="1610"/>
                  </a:lnTo>
                  <a:lnTo>
                    <a:pt x="2147" y="1607"/>
                  </a:lnTo>
                  <a:lnTo>
                    <a:pt x="2147" y="1607"/>
                  </a:lnTo>
                  <a:lnTo>
                    <a:pt x="2144" y="1607"/>
                  </a:lnTo>
                  <a:lnTo>
                    <a:pt x="2144" y="1607"/>
                  </a:lnTo>
                  <a:lnTo>
                    <a:pt x="2144" y="1610"/>
                  </a:lnTo>
                  <a:lnTo>
                    <a:pt x="2144" y="1610"/>
                  </a:lnTo>
                  <a:lnTo>
                    <a:pt x="2144" y="1610"/>
                  </a:lnTo>
                  <a:lnTo>
                    <a:pt x="2142" y="1607"/>
                  </a:lnTo>
                  <a:lnTo>
                    <a:pt x="2142" y="1605"/>
                  </a:lnTo>
                  <a:lnTo>
                    <a:pt x="2140" y="1605"/>
                  </a:lnTo>
                  <a:lnTo>
                    <a:pt x="2140" y="1605"/>
                  </a:lnTo>
                  <a:lnTo>
                    <a:pt x="2140" y="1607"/>
                  </a:lnTo>
                  <a:lnTo>
                    <a:pt x="2140" y="1607"/>
                  </a:lnTo>
                  <a:lnTo>
                    <a:pt x="2140" y="1605"/>
                  </a:lnTo>
                  <a:lnTo>
                    <a:pt x="2135" y="1603"/>
                  </a:lnTo>
                  <a:lnTo>
                    <a:pt x="2133" y="1603"/>
                  </a:lnTo>
                  <a:lnTo>
                    <a:pt x="2130" y="1603"/>
                  </a:lnTo>
                  <a:lnTo>
                    <a:pt x="2130" y="1603"/>
                  </a:lnTo>
                  <a:lnTo>
                    <a:pt x="2130" y="1605"/>
                  </a:lnTo>
                  <a:lnTo>
                    <a:pt x="2130" y="1605"/>
                  </a:lnTo>
                  <a:lnTo>
                    <a:pt x="2130" y="1605"/>
                  </a:lnTo>
                  <a:lnTo>
                    <a:pt x="2130" y="1607"/>
                  </a:lnTo>
                  <a:lnTo>
                    <a:pt x="2130" y="1607"/>
                  </a:lnTo>
                  <a:lnTo>
                    <a:pt x="2130" y="1607"/>
                  </a:lnTo>
                  <a:lnTo>
                    <a:pt x="2130" y="1610"/>
                  </a:lnTo>
                  <a:lnTo>
                    <a:pt x="2130" y="1610"/>
                  </a:lnTo>
                  <a:lnTo>
                    <a:pt x="2130" y="1610"/>
                  </a:lnTo>
                  <a:lnTo>
                    <a:pt x="2135" y="1614"/>
                  </a:lnTo>
                  <a:lnTo>
                    <a:pt x="2135" y="1614"/>
                  </a:lnTo>
                  <a:close/>
                  <a:moveTo>
                    <a:pt x="2230" y="1716"/>
                  </a:moveTo>
                  <a:lnTo>
                    <a:pt x="2230" y="1714"/>
                  </a:lnTo>
                  <a:lnTo>
                    <a:pt x="2230" y="1714"/>
                  </a:lnTo>
                  <a:lnTo>
                    <a:pt x="2230" y="1714"/>
                  </a:lnTo>
                  <a:lnTo>
                    <a:pt x="2230" y="1714"/>
                  </a:lnTo>
                  <a:lnTo>
                    <a:pt x="2230" y="1711"/>
                  </a:lnTo>
                  <a:lnTo>
                    <a:pt x="2227" y="1714"/>
                  </a:lnTo>
                  <a:lnTo>
                    <a:pt x="2227" y="1714"/>
                  </a:lnTo>
                  <a:lnTo>
                    <a:pt x="2227" y="1716"/>
                  </a:lnTo>
                  <a:lnTo>
                    <a:pt x="2227" y="1716"/>
                  </a:lnTo>
                  <a:lnTo>
                    <a:pt x="2225" y="1714"/>
                  </a:lnTo>
                  <a:lnTo>
                    <a:pt x="2225" y="1714"/>
                  </a:lnTo>
                  <a:lnTo>
                    <a:pt x="2225" y="1714"/>
                  </a:lnTo>
                  <a:lnTo>
                    <a:pt x="2223" y="1714"/>
                  </a:lnTo>
                  <a:lnTo>
                    <a:pt x="2223" y="1711"/>
                  </a:lnTo>
                  <a:lnTo>
                    <a:pt x="2223" y="1711"/>
                  </a:lnTo>
                  <a:lnTo>
                    <a:pt x="2220" y="1711"/>
                  </a:lnTo>
                  <a:lnTo>
                    <a:pt x="2220" y="1711"/>
                  </a:lnTo>
                  <a:lnTo>
                    <a:pt x="2220" y="1711"/>
                  </a:lnTo>
                  <a:lnTo>
                    <a:pt x="2218" y="1709"/>
                  </a:lnTo>
                  <a:lnTo>
                    <a:pt x="2218" y="1709"/>
                  </a:lnTo>
                  <a:lnTo>
                    <a:pt x="2218" y="1709"/>
                  </a:lnTo>
                  <a:lnTo>
                    <a:pt x="2218" y="1711"/>
                  </a:lnTo>
                  <a:lnTo>
                    <a:pt x="2215" y="1711"/>
                  </a:lnTo>
                  <a:lnTo>
                    <a:pt x="2215" y="1711"/>
                  </a:lnTo>
                  <a:lnTo>
                    <a:pt x="2211" y="1714"/>
                  </a:lnTo>
                  <a:lnTo>
                    <a:pt x="2211" y="1714"/>
                  </a:lnTo>
                  <a:lnTo>
                    <a:pt x="2211" y="1716"/>
                  </a:lnTo>
                  <a:lnTo>
                    <a:pt x="2211" y="1719"/>
                  </a:lnTo>
                  <a:lnTo>
                    <a:pt x="2213" y="1719"/>
                  </a:lnTo>
                  <a:lnTo>
                    <a:pt x="2218" y="1721"/>
                  </a:lnTo>
                  <a:lnTo>
                    <a:pt x="2220" y="1721"/>
                  </a:lnTo>
                  <a:lnTo>
                    <a:pt x="2220" y="1721"/>
                  </a:lnTo>
                  <a:lnTo>
                    <a:pt x="2223" y="1721"/>
                  </a:lnTo>
                  <a:lnTo>
                    <a:pt x="2225" y="1721"/>
                  </a:lnTo>
                  <a:lnTo>
                    <a:pt x="2225" y="1721"/>
                  </a:lnTo>
                  <a:lnTo>
                    <a:pt x="2230" y="1721"/>
                  </a:lnTo>
                  <a:lnTo>
                    <a:pt x="2230" y="1719"/>
                  </a:lnTo>
                  <a:lnTo>
                    <a:pt x="2230" y="1716"/>
                  </a:lnTo>
                  <a:lnTo>
                    <a:pt x="2230" y="1716"/>
                  </a:lnTo>
                  <a:close/>
                  <a:moveTo>
                    <a:pt x="1669" y="1517"/>
                  </a:moveTo>
                  <a:lnTo>
                    <a:pt x="1669" y="1517"/>
                  </a:lnTo>
                  <a:lnTo>
                    <a:pt x="1669" y="1517"/>
                  </a:lnTo>
                  <a:lnTo>
                    <a:pt x="1669" y="1517"/>
                  </a:lnTo>
                  <a:close/>
                  <a:moveTo>
                    <a:pt x="1789" y="1574"/>
                  </a:moveTo>
                  <a:lnTo>
                    <a:pt x="1789" y="1574"/>
                  </a:lnTo>
                  <a:lnTo>
                    <a:pt x="1789" y="1574"/>
                  </a:lnTo>
                  <a:lnTo>
                    <a:pt x="1789" y="1574"/>
                  </a:lnTo>
                  <a:close/>
                  <a:moveTo>
                    <a:pt x="1808" y="1600"/>
                  </a:moveTo>
                  <a:lnTo>
                    <a:pt x="1808" y="1600"/>
                  </a:lnTo>
                  <a:lnTo>
                    <a:pt x="1808" y="1600"/>
                  </a:lnTo>
                  <a:lnTo>
                    <a:pt x="1808" y="1600"/>
                  </a:lnTo>
                  <a:close/>
                  <a:moveTo>
                    <a:pt x="1913" y="1640"/>
                  </a:moveTo>
                  <a:lnTo>
                    <a:pt x="1913" y="1640"/>
                  </a:lnTo>
                  <a:lnTo>
                    <a:pt x="1910" y="1638"/>
                  </a:lnTo>
                  <a:lnTo>
                    <a:pt x="1908" y="1638"/>
                  </a:lnTo>
                  <a:lnTo>
                    <a:pt x="1908" y="1638"/>
                  </a:lnTo>
                  <a:lnTo>
                    <a:pt x="1908" y="1638"/>
                  </a:lnTo>
                  <a:lnTo>
                    <a:pt x="1905" y="1638"/>
                  </a:lnTo>
                  <a:lnTo>
                    <a:pt x="1903" y="1638"/>
                  </a:lnTo>
                  <a:lnTo>
                    <a:pt x="1903" y="1638"/>
                  </a:lnTo>
                  <a:lnTo>
                    <a:pt x="1905" y="1636"/>
                  </a:lnTo>
                  <a:lnTo>
                    <a:pt x="1903" y="1636"/>
                  </a:lnTo>
                  <a:lnTo>
                    <a:pt x="1901" y="1633"/>
                  </a:lnTo>
                  <a:lnTo>
                    <a:pt x="1901" y="1633"/>
                  </a:lnTo>
                  <a:lnTo>
                    <a:pt x="1901" y="1633"/>
                  </a:lnTo>
                  <a:lnTo>
                    <a:pt x="1903" y="1633"/>
                  </a:lnTo>
                  <a:lnTo>
                    <a:pt x="1901" y="1633"/>
                  </a:lnTo>
                  <a:lnTo>
                    <a:pt x="1901" y="1633"/>
                  </a:lnTo>
                  <a:lnTo>
                    <a:pt x="1898" y="1631"/>
                  </a:lnTo>
                  <a:lnTo>
                    <a:pt x="1896" y="1633"/>
                  </a:lnTo>
                  <a:lnTo>
                    <a:pt x="1894" y="1631"/>
                  </a:lnTo>
                  <a:lnTo>
                    <a:pt x="1891" y="1631"/>
                  </a:lnTo>
                  <a:lnTo>
                    <a:pt x="1882" y="1629"/>
                  </a:lnTo>
                  <a:lnTo>
                    <a:pt x="1865" y="1633"/>
                  </a:lnTo>
                  <a:lnTo>
                    <a:pt x="1865" y="1633"/>
                  </a:lnTo>
                  <a:lnTo>
                    <a:pt x="1865" y="1633"/>
                  </a:lnTo>
                  <a:lnTo>
                    <a:pt x="1868" y="1636"/>
                  </a:lnTo>
                  <a:lnTo>
                    <a:pt x="1870" y="1636"/>
                  </a:lnTo>
                  <a:lnTo>
                    <a:pt x="1875" y="1636"/>
                  </a:lnTo>
                  <a:lnTo>
                    <a:pt x="1872" y="1636"/>
                  </a:lnTo>
                  <a:lnTo>
                    <a:pt x="1870" y="1636"/>
                  </a:lnTo>
                  <a:lnTo>
                    <a:pt x="1870" y="1638"/>
                  </a:lnTo>
                  <a:lnTo>
                    <a:pt x="1870" y="1638"/>
                  </a:lnTo>
                  <a:lnTo>
                    <a:pt x="1870" y="1638"/>
                  </a:lnTo>
                  <a:lnTo>
                    <a:pt x="1872" y="1638"/>
                  </a:lnTo>
                  <a:lnTo>
                    <a:pt x="1875" y="1638"/>
                  </a:lnTo>
                  <a:lnTo>
                    <a:pt x="1875" y="1636"/>
                  </a:lnTo>
                  <a:lnTo>
                    <a:pt x="1877" y="1636"/>
                  </a:lnTo>
                  <a:lnTo>
                    <a:pt x="1877" y="1636"/>
                  </a:lnTo>
                  <a:lnTo>
                    <a:pt x="1882" y="1638"/>
                  </a:lnTo>
                  <a:lnTo>
                    <a:pt x="1882" y="1636"/>
                  </a:lnTo>
                  <a:lnTo>
                    <a:pt x="1884" y="1636"/>
                  </a:lnTo>
                  <a:lnTo>
                    <a:pt x="1884" y="1636"/>
                  </a:lnTo>
                  <a:lnTo>
                    <a:pt x="1886" y="1636"/>
                  </a:lnTo>
                  <a:lnTo>
                    <a:pt x="1886" y="1636"/>
                  </a:lnTo>
                  <a:lnTo>
                    <a:pt x="1886" y="1638"/>
                  </a:lnTo>
                  <a:lnTo>
                    <a:pt x="1886" y="1638"/>
                  </a:lnTo>
                  <a:lnTo>
                    <a:pt x="1886" y="1638"/>
                  </a:lnTo>
                  <a:lnTo>
                    <a:pt x="1884" y="1638"/>
                  </a:lnTo>
                  <a:lnTo>
                    <a:pt x="1884" y="1638"/>
                  </a:lnTo>
                  <a:lnTo>
                    <a:pt x="1884" y="1638"/>
                  </a:lnTo>
                  <a:lnTo>
                    <a:pt x="1884" y="1638"/>
                  </a:lnTo>
                  <a:lnTo>
                    <a:pt x="1882" y="1638"/>
                  </a:lnTo>
                  <a:lnTo>
                    <a:pt x="1882" y="1638"/>
                  </a:lnTo>
                  <a:lnTo>
                    <a:pt x="1882" y="1640"/>
                  </a:lnTo>
                  <a:lnTo>
                    <a:pt x="1884" y="1640"/>
                  </a:lnTo>
                  <a:lnTo>
                    <a:pt x="1886" y="1643"/>
                  </a:lnTo>
                  <a:lnTo>
                    <a:pt x="1889" y="1647"/>
                  </a:lnTo>
                  <a:lnTo>
                    <a:pt x="1891" y="1650"/>
                  </a:lnTo>
                  <a:lnTo>
                    <a:pt x="1891" y="1650"/>
                  </a:lnTo>
                  <a:lnTo>
                    <a:pt x="1894" y="1650"/>
                  </a:lnTo>
                  <a:lnTo>
                    <a:pt x="1894" y="1650"/>
                  </a:lnTo>
                  <a:lnTo>
                    <a:pt x="1894" y="1652"/>
                  </a:lnTo>
                  <a:lnTo>
                    <a:pt x="1894" y="1652"/>
                  </a:lnTo>
                  <a:lnTo>
                    <a:pt x="1896" y="1652"/>
                  </a:lnTo>
                  <a:lnTo>
                    <a:pt x="1896" y="1652"/>
                  </a:lnTo>
                  <a:lnTo>
                    <a:pt x="1898" y="1652"/>
                  </a:lnTo>
                  <a:lnTo>
                    <a:pt x="1898" y="1652"/>
                  </a:lnTo>
                  <a:lnTo>
                    <a:pt x="1898" y="1650"/>
                  </a:lnTo>
                  <a:lnTo>
                    <a:pt x="1898" y="1650"/>
                  </a:lnTo>
                  <a:lnTo>
                    <a:pt x="1901" y="1650"/>
                  </a:lnTo>
                  <a:lnTo>
                    <a:pt x="1903" y="1650"/>
                  </a:lnTo>
                  <a:lnTo>
                    <a:pt x="1903" y="1650"/>
                  </a:lnTo>
                  <a:lnTo>
                    <a:pt x="1908" y="1650"/>
                  </a:lnTo>
                  <a:lnTo>
                    <a:pt x="1913" y="1647"/>
                  </a:lnTo>
                  <a:lnTo>
                    <a:pt x="1913" y="1645"/>
                  </a:lnTo>
                  <a:lnTo>
                    <a:pt x="1915" y="1643"/>
                  </a:lnTo>
                  <a:lnTo>
                    <a:pt x="1915" y="1643"/>
                  </a:lnTo>
                  <a:lnTo>
                    <a:pt x="1915" y="1640"/>
                  </a:lnTo>
                  <a:lnTo>
                    <a:pt x="1913" y="1640"/>
                  </a:lnTo>
                  <a:close/>
                  <a:moveTo>
                    <a:pt x="2088" y="1801"/>
                  </a:moveTo>
                  <a:lnTo>
                    <a:pt x="2088" y="1797"/>
                  </a:lnTo>
                  <a:lnTo>
                    <a:pt x="2090" y="1794"/>
                  </a:lnTo>
                  <a:lnTo>
                    <a:pt x="2095" y="1787"/>
                  </a:lnTo>
                  <a:lnTo>
                    <a:pt x="2095" y="1785"/>
                  </a:lnTo>
                  <a:lnTo>
                    <a:pt x="2097" y="1780"/>
                  </a:lnTo>
                  <a:lnTo>
                    <a:pt x="2095" y="1775"/>
                  </a:lnTo>
                  <a:lnTo>
                    <a:pt x="2095" y="1773"/>
                  </a:lnTo>
                  <a:lnTo>
                    <a:pt x="2090" y="1773"/>
                  </a:lnTo>
                  <a:lnTo>
                    <a:pt x="2088" y="1771"/>
                  </a:lnTo>
                  <a:lnTo>
                    <a:pt x="2088" y="1771"/>
                  </a:lnTo>
                  <a:lnTo>
                    <a:pt x="2085" y="1768"/>
                  </a:lnTo>
                  <a:lnTo>
                    <a:pt x="2085" y="1768"/>
                  </a:lnTo>
                  <a:lnTo>
                    <a:pt x="2085" y="1768"/>
                  </a:lnTo>
                  <a:lnTo>
                    <a:pt x="2081" y="1768"/>
                  </a:lnTo>
                  <a:lnTo>
                    <a:pt x="2078" y="1768"/>
                  </a:lnTo>
                  <a:lnTo>
                    <a:pt x="2078" y="1768"/>
                  </a:lnTo>
                  <a:lnTo>
                    <a:pt x="2078" y="1768"/>
                  </a:lnTo>
                  <a:lnTo>
                    <a:pt x="2076" y="1773"/>
                  </a:lnTo>
                  <a:lnTo>
                    <a:pt x="2078" y="1780"/>
                  </a:lnTo>
                  <a:lnTo>
                    <a:pt x="2078" y="1782"/>
                  </a:lnTo>
                  <a:lnTo>
                    <a:pt x="2076" y="1785"/>
                  </a:lnTo>
                  <a:lnTo>
                    <a:pt x="2076" y="1787"/>
                  </a:lnTo>
                  <a:lnTo>
                    <a:pt x="2078" y="1799"/>
                  </a:lnTo>
                  <a:lnTo>
                    <a:pt x="2078" y="1801"/>
                  </a:lnTo>
                  <a:lnTo>
                    <a:pt x="2081" y="1804"/>
                  </a:lnTo>
                  <a:lnTo>
                    <a:pt x="2083" y="1804"/>
                  </a:lnTo>
                  <a:lnTo>
                    <a:pt x="2085" y="1801"/>
                  </a:lnTo>
                  <a:lnTo>
                    <a:pt x="2088" y="1801"/>
                  </a:lnTo>
                  <a:close/>
                  <a:moveTo>
                    <a:pt x="1898" y="1283"/>
                  </a:moveTo>
                  <a:lnTo>
                    <a:pt x="1898" y="1283"/>
                  </a:lnTo>
                  <a:lnTo>
                    <a:pt x="1898" y="1283"/>
                  </a:lnTo>
                  <a:lnTo>
                    <a:pt x="1898" y="1283"/>
                  </a:lnTo>
                  <a:close/>
                  <a:moveTo>
                    <a:pt x="1898" y="1283"/>
                  </a:moveTo>
                  <a:lnTo>
                    <a:pt x="1898" y="1283"/>
                  </a:lnTo>
                  <a:lnTo>
                    <a:pt x="1898" y="1283"/>
                  </a:lnTo>
                  <a:lnTo>
                    <a:pt x="1898" y="1283"/>
                  </a:lnTo>
                  <a:close/>
                  <a:moveTo>
                    <a:pt x="1749" y="2211"/>
                  </a:moveTo>
                  <a:lnTo>
                    <a:pt x="1749" y="2211"/>
                  </a:lnTo>
                  <a:lnTo>
                    <a:pt x="1747" y="2209"/>
                  </a:lnTo>
                  <a:lnTo>
                    <a:pt x="1745" y="2211"/>
                  </a:lnTo>
                  <a:lnTo>
                    <a:pt x="1742" y="2213"/>
                  </a:lnTo>
                  <a:lnTo>
                    <a:pt x="1742" y="2213"/>
                  </a:lnTo>
                  <a:lnTo>
                    <a:pt x="1742" y="2216"/>
                  </a:lnTo>
                  <a:lnTo>
                    <a:pt x="1742" y="2216"/>
                  </a:lnTo>
                  <a:lnTo>
                    <a:pt x="1742" y="2216"/>
                  </a:lnTo>
                  <a:lnTo>
                    <a:pt x="1745" y="2216"/>
                  </a:lnTo>
                  <a:lnTo>
                    <a:pt x="1745" y="2216"/>
                  </a:lnTo>
                  <a:lnTo>
                    <a:pt x="1747" y="2213"/>
                  </a:lnTo>
                  <a:lnTo>
                    <a:pt x="1749" y="2211"/>
                  </a:lnTo>
                  <a:close/>
                  <a:moveTo>
                    <a:pt x="1695" y="1070"/>
                  </a:moveTo>
                  <a:lnTo>
                    <a:pt x="1695" y="1070"/>
                  </a:lnTo>
                  <a:lnTo>
                    <a:pt x="1695" y="1070"/>
                  </a:lnTo>
                  <a:lnTo>
                    <a:pt x="1695" y="1070"/>
                  </a:lnTo>
                  <a:close/>
                  <a:moveTo>
                    <a:pt x="1950" y="1278"/>
                  </a:moveTo>
                  <a:lnTo>
                    <a:pt x="1950" y="1278"/>
                  </a:lnTo>
                  <a:lnTo>
                    <a:pt x="1950" y="1278"/>
                  </a:lnTo>
                  <a:lnTo>
                    <a:pt x="1950" y="1278"/>
                  </a:lnTo>
                  <a:close/>
                  <a:moveTo>
                    <a:pt x="2019" y="1423"/>
                  </a:moveTo>
                  <a:lnTo>
                    <a:pt x="2019" y="1423"/>
                  </a:lnTo>
                  <a:lnTo>
                    <a:pt x="2019" y="1423"/>
                  </a:lnTo>
                  <a:lnTo>
                    <a:pt x="2019" y="1423"/>
                  </a:lnTo>
                  <a:close/>
                  <a:moveTo>
                    <a:pt x="1617" y="1749"/>
                  </a:moveTo>
                  <a:lnTo>
                    <a:pt x="1607" y="1754"/>
                  </a:lnTo>
                  <a:lnTo>
                    <a:pt x="1607" y="1754"/>
                  </a:lnTo>
                  <a:lnTo>
                    <a:pt x="1607" y="1754"/>
                  </a:lnTo>
                  <a:lnTo>
                    <a:pt x="1607" y="1756"/>
                  </a:lnTo>
                  <a:lnTo>
                    <a:pt x="1610" y="1756"/>
                  </a:lnTo>
                  <a:lnTo>
                    <a:pt x="1617" y="1754"/>
                  </a:lnTo>
                  <a:lnTo>
                    <a:pt x="1619" y="1754"/>
                  </a:lnTo>
                  <a:lnTo>
                    <a:pt x="1619" y="1752"/>
                  </a:lnTo>
                  <a:lnTo>
                    <a:pt x="1617" y="1749"/>
                  </a:lnTo>
                  <a:lnTo>
                    <a:pt x="1617" y="1749"/>
                  </a:lnTo>
                  <a:close/>
                  <a:moveTo>
                    <a:pt x="1638" y="1669"/>
                  </a:moveTo>
                  <a:lnTo>
                    <a:pt x="1638" y="1669"/>
                  </a:lnTo>
                  <a:lnTo>
                    <a:pt x="1640" y="1666"/>
                  </a:lnTo>
                  <a:lnTo>
                    <a:pt x="1640" y="1664"/>
                  </a:lnTo>
                  <a:lnTo>
                    <a:pt x="1638" y="1664"/>
                  </a:lnTo>
                  <a:lnTo>
                    <a:pt x="1638" y="1664"/>
                  </a:lnTo>
                  <a:lnTo>
                    <a:pt x="1640" y="1664"/>
                  </a:lnTo>
                  <a:lnTo>
                    <a:pt x="1640" y="1662"/>
                  </a:lnTo>
                  <a:lnTo>
                    <a:pt x="1640" y="1659"/>
                  </a:lnTo>
                  <a:lnTo>
                    <a:pt x="1640" y="1659"/>
                  </a:lnTo>
                  <a:lnTo>
                    <a:pt x="1643" y="1659"/>
                  </a:lnTo>
                  <a:lnTo>
                    <a:pt x="1643" y="1659"/>
                  </a:lnTo>
                  <a:lnTo>
                    <a:pt x="1640" y="1659"/>
                  </a:lnTo>
                  <a:lnTo>
                    <a:pt x="1638" y="1659"/>
                  </a:lnTo>
                  <a:lnTo>
                    <a:pt x="1636" y="1659"/>
                  </a:lnTo>
                  <a:lnTo>
                    <a:pt x="1638" y="1655"/>
                  </a:lnTo>
                  <a:lnTo>
                    <a:pt x="1636" y="1655"/>
                  </a:lnTo>
                  <a:lnTo>
                    <a:pt x="1636" y="1655"/>
                  </a:lnTo>
                  <a:lnTo>
                    <a:pt x="1633" y="1655"/>
                  </a:lnTo>
                  <a:lnTo>
                    <a:pt x="1633" y="1655"/>
                  </a:lnTo>
                  <a:lnTo>
                    <a:pt x="1631" y="1655"/>
                  </a:lnTo>
                  <a:lnTo>
                    <a:pt x="1631" y="1652"/>
                  </a:lnTo>
                  <a:lnTo>
                    <a:pt x="1633" y="1652"/>
                  </a:lnTo>
                  <a:lnTo>
                    <a:pt x="1612" y="1647"/>
                  </a:lnTo>
                  <a:lnTo>
                    <a:pt x="1612" y="1647"/>
                  </a:lnTo>
                  <a:lnTo>
                    <a:pt x="1614" y="1650"/>
                  </a:lnTo>
                  <a:lnTo>
                    <a:pt x="1614" y="1650"/>
                  </a:lnTo>
                  <a:lnTo>
                    <a:pt x="1612" y="1650"/>
                  </a:lnTo>
                  <a:lnTo>
                    <a:pt x="1612" y="1650"/>
                  </a:lnTo>
                  <a:lnTo>
                    <a:pt x="1610" y="1650"/>
                  </a:lnTo>
                  <a:lnTo>
                    <a:pt x="1610" y="1650"/>
                  </a:lnTo>
                  <a:lnTo>
                    <a:pt x="1607" y="1650"/>
                  </a:lnTo>
                  <a:lnTo>
                    <a:pt x="1605" y="1650"/>
                  </a:lnTo>
                  <a:lnTo>
                    <a:pt x="1603" y="1650"/>
                  </a:lnTo>
                  <a:lnTo>
                    <a:pt x="1603" y="1650"/>
                  </a:lnTo>
                  <a:lnTo>
                    <a:pt x="1603" y="1652"/>
                  </a:lnTo>
                  <a:lnTo>
                    <a:pt x="1600" y="1655"/>
                  </a:lnTo>
                  <a:lnTo>
                    <a:pt x="1603" y="1655"/>
                  </a:lnTo>
                  <a:lnTo>
                    <a:pt x="1603" y="1657"/>
                  </a:lnTo>
                  <a:lnTo>
                    <a:pt x="1607" y="1655"/>
                  </a:lnTo>
                  <a:lnTo>
                    <a:pt x="1607" y="1655"/>
                  </a:lnTo>
                  <a:lnTo>
                    <a:pt x="1603" y="1657"/>
                  </a:lnTo>
                  <a:lnTo>
                    <a:pt x="1603" y="1657"/>
                  </a:lnTo>
                  <a:lnTo>
                    <a:pt x="1603" y="1657"/>
                  </a:lnTo>
                  <a:lnTo>
                    <a:pt x="1605" y="1659"/>
                  </a:lnTo>
                  <a:lnTo>
                    <a:pt x="1605" y="1659"/>
                  </a:lnTo>
                  <a:lnTo>
                    <a:pt x="1605" y="1659"/>
                  </a:lnTo>
                  <a:lnTo>
                    <a:pt x="1605" y="1659"/>
                  </a:lnTo>
                  <a:lnTo>
                    <a:pt x="1603" y="1659"/>
                  </a:lnTo>
                  <a:lnTo>
                    <a:pt x="1603" y="1659"/>
                  </a:lnTo>
                  <a:lnTo>
                    <a:pt x="1605" y="1659"/>
                  </a:lnTo>
                  <a:lnTo>
                    <a:pt x="1607" y="1659"/>
                  </a:lnTo>
                  <a:lnTo>
                    <a:pt x="1607" y="1659"/>
                  </a:lnTo>
                  <a:lnTo>
                    <a:pt x="1607" y="1659"/>
                  </a:lnTo>
                  <a:lnTo>
                    <a:pt x="1607" y="1659"/>
                  </a:lnTo>
                  <a:lnTo>
                    <a:pt x="1610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7" y="1664"/>
                  </a:lnTo>
                  <a:lnTo>
                    <a:pt x="1617" y="1664"/>
                  </a:lnTo>
                  <a:lnTo>
                    <a:pt x="1617" y="1664"/>
                  </a:lnTo>
                  <a:lnTo>
                    <a:pt x="1621" y="1666"/>
                  </a:lnTo>
                  <a:lnTo>
                    <a:pt x="1621" y="1666"/>
                  </a:lnTo>
                  <a:lnTo>
                    <a:pt x="1624" y="1669"/>
                  </a:lnTo>
                  <a:lnTo>
                    <a:pt x="1626" y="1669"/>
                  </a:lnTo>
                  <a:lnTo>
                    <a:pt x="1626" y="1669"/>
                  </a:lnTo>
                  <a:lnTo>
                    <a:pt x="1626" y="1669"/>
                  </a:lnTo>
                  <a:lnTo>
                    <a:pt x="1629" y="1669"/>
                  </a:lnTo>
                  <a:lnTo>
                    <a:pt x="1631" y="1669"/>
                  </a:lnTo>
                  <a:lnTo>
                    <a:pt x="1631" y="1669"/>
                  </a:lnTo>
                  <a:lnTo>
                    <a:pt x="1631" y="1669"/>
                  </a:lnTo>
                  <a:lnTo>
                    <a:pt x="1633" y="1669"/>
                  </a:lnTo>
                  <a:lnTo>
                    <a:pt x="1633" y="1669"/>
                  </a:lnTo>
                  <a:lnTo>
                    <a:pt x="1636" y="1669"/>
                  </a:lnTo>
                  <a:lnTo>
                    <a:pt x="1638" y="1669"/>
                  </a:lnTo>
                  <a:lnTo>
                    <a:pt x="1638" y="1669"/>
                  </a:lnTo>
                  <a:close/>
                  <a:moveTo>
                    <a:pt x="1624" y="1749"/>
                  </a:moveTo>
                  <a:lnTo>
                    <a:pt x="1621" y="1749"/>
                  </a:lnTo>
                  <a:lnTo>
                    <a:pt x="1621" y="1749"/>
                  </a:lnTo>
                  <a:lnTo>
                    <a:pt x="1621" y="1747"/>
                  </a:lnTo>
                  <a:lnTo>
                    <a:pt x="1621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7" y="1749"/>
                  </a:lnTo>
                  <a:lnTo>
                    <a:pt x="1619" y="1749"/>
                  </a:lnTo>
                  <a:lnTo>
                    <a:pt x="1619" y="1752"/>
                  </a:lnTo>
                  <a:lnTo>
                    <a:pt x="1619" y="1752"/>
                  </a:lnTo>
                  <a:lnTo>
                    <a:pt x="1619" y="1752"/>
                  </a:lnTo>
                  <a:lnTo>
                    <a:pt x="1621" y="1754"/>
                  </a:lnTo>
                  <a:lnTo>
                    <a:pt x="1621" y="1754"/>
                  </a:lnTo>
                  <a:lnTo>
                    <a:pt x="1621" y="1754"/>
                  </a:lnTo>
                  <a:lnTo>
                    <a:pt x="1624" y="1754"/>
                  </a:lnTo>
                  <a:lnTo>
                    <a:pt x="1624" y="1752"/>
                  </a:lnTo>
                  <a:lnTo>
                    <a:pt x="1624" y="1752"/>
                  </a:lnTo>
                  <a:lnTo>
                    <a:pt x="1624" y="1749"/>
                  </a:lnTo>
                  <a:lnTo>
                    <a:pt x="1626" y="1749"/>
                  </a:lnTo>
                  <a:lnTo>
                    <a:pt x="1626" y="1749"/>
                  </a:lnTo>
                  <a:lnTo>
                    <a:pt x="1626" y="1747"/>
                  </a:lnTo>
                  <a:lnTo>
                    <a:pt x="1626" y="1747"/>
                  </a:lnTo>
                  <a:lnTo>
                    <a:pt x="1624" y="1749"/>
                  </a:lnTo>
                  <a:close/>
                  <a:moveTo>
                    <a:pt x="1700" y="2100"/>
                  </a:moveTo>
                  <a:lnTo>
                    <a:pt x="1700" y="2100"/>
                  </a:lnTo>
                  <a:lnTo>
                    <a:pt x="1700" y="2100"/>
                  </a:lnTo>
                  <a:lnTo>
                    <a:pt x="1697" y="2100"/>
                  </a:lnTo>
                  <a:lnTo>
                    <a:pt x="1697" y="2097"/>
                  </a:lnTo>
                  <a:lnTo>
                    <a:pt x="1695" y="2097"/>
                  </a:lnTo>
                  <a:lnTo>
                    <a:pt x="1695" y="2097"/>
                  </a:lnTo>
                  <a:lnTo>
                    <a:pt x="1695" y="2097"/>
                  </a:lnTo>
                  <a:lnTo>
                    <a:pt x="1695" y="2097"/>
                  </a:lnTo>
                  <a:lnTo>
                    <a:pt x="1692" y="2095"/>
                  </a:lnTo>
                  <a:lnTo>
                    <a:pt x="1695" y="2097"/>
                  </a:lnTo>
                  <a:lnTo>
                    <a:pt x="1695" y="2100"/>
                  </a:lnTo>
                  <a:lnTo>
                    <a:pt x="1695" y="2100"/>
                  </a:lnTo>
                  <a:lnTo>
                    <a:pt x="1697" y="2100"/>
                  </a:lnTo>
                  <a:lnTo>
                    <a:pt x="1697" y="2100"/>
                  </a:lnTo>
                  <a:lnTo>
                    <a:pt x="1697" y="2100"/>
                  </a:lnTo>
                  <a:lnTo>
                    <a:pt x="1697" y="2102"/>
                  </a:lnTo>
                  <a:lnTo>
                    <a:pt x="1697" y="2102"/>
                  </a:lnTo>
                  <a:lnTo>
                    <a:pt x="1695" y="2102"/>
                  </a:lnTo>
                  <a:lnTo>
                    <a:pt x="1700" y="2104"/>
                  </a:lnTo>
                  <a:lnTo>
                    <a:pt x="1709" y="2107"/>
                  </a:lnTo>
                  <a:lnTo>
                    <a:pt x="1709" y="2107"/>
                  </a:lnTo>
                  <a:lnTo>
                    <a:pt x="1707" y="2104"/>
                  </a:lnTo>
                  <a:lnTo>
                    <a:pt x="1700" y="2102"/>
                  </a:lnTo>
                  <a:lnTo>
                    <a:pt x="1697" y="2102"/>
                  </a:lnTo>
                  <a:lnTo>
                    <a:pt x="1697" y="2100"/>
                  </a:lnTo>
                  <a:lnTo>
                    <a:pt x="1697" y="2100"/>
                  </a:lnTo>
                  <a:lnTo>
                    <a:pt x="1700" y="2100"/>
                  </a:lnTo>
                  <a:close/>
                  <a:moveTo>
                    <a:pt x="1603" y="2029"/>
                  </a:moveTo>
                  <a:lnTo>
                    <a:pt x="1603" y="2029"/>
                  </a:lnTo>
                  <a:lnTo>
                    <a:pt x="1603" y="2029"/>
                  </a:lnTo>
                  <a:lnTo>
                    <a:pt x="1603" y="2029"/>
                  </a:lnTo>
                  <a:lnTo>
                    <a:pt x="1603" y="2026"/>
                  </a:lnTo>
                  <a:lnTo>
                    <a:pt x="1603" y="2026"/>
                  </a:lnTo>
                  <a:lnTo>
                    <a:pt x="1603" y="2026"/>
                  </a:lnTo>
                  <a:lnTo>
                    <a:pt x="1600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31"/>
                  </a:lnTo>
                  <a:lnTo>
                    <a:pt x="1598" y="2031"/>
                  </a:lnTo>
                  <a:lnTo>
                    <a:pt x="1598" y="2031"/>
                  </a:lnTo>
                  <a:lnTo>
                    <a:pt x="1595" y="2031"/>
                  </a:lnTo>
                  <a:lnTo>
                    <a:pt x="1595" y="2031"/>
                  </a:lnTo>
                  <a:lnTo>
                    <a:pt x="1595" y="2031"/>
                  </a:lnTo>
                  <a:lnTo>
                    <a:pt x="1595" y="2033"/>
                  </a:lnTo>
                  <a:lnTo>
                    <a:pt x="1595" y="2033"/>
                  </a:lnTo>
                  <a:lnTo>
                    <a:pt x="1595" y="2033"/>
                  </a:lnTo>
                  <a:lnTo>
                    <a:pt x="1595" y="2036"/>
                  </a:lnTo>
                  <a:lnTo>
                    <a:pt x="1595" y="2036"/>
                  </a:lnTo>
                  <a:lnTo>
                    <a:pt x="1595" y="2036"/>
                  </a:lnTo>
                  <a:lnTo>
                    <a:pt x="1595" y="2036"/>
                  </a:lnTo>
                  <a:lnTo>
                    <a:pt x="1598" y="2036"/>
                  </a:lnTo>
                  <a:lnTo>
                    <a:pt x="1598" y="2036"/>
                  </a:lnTo>
                  <a:lnTo>
                    <a:pt x="1598" y="2036"/>
                  </a:lnTo>
                  <a:lnTo>
                    <a:pt x="1598" y="2036"/>
                  </a:lnTo>
                  <a:lnTo>
                    <a:pt x="1600" y="2036"/>
                  </a:lnTo>
                  <a:lnTo>
                    <a:pt x="1600" y="2033"/>
                  </a:lnTo>
                  <a:lnTo>
                    <a:pt x="1600" y="2033"/>
                  </a:lnTo>
                  <a:lnTo>
                    <a:pt x="1600" y="2031"/>
                  </a:lnTo>
                  <a:lnTo>
                    <a:pt x="1600" y="2031"/>
                  </a:lnTo>
                  <a:lnTo>
                    <a:pt x="1600" y="2031"/>
                  </a:lnTo>
                  <a:lnTo>
                    <a:pt x="1603" y="2029"/>
                  </a:lnTo>
                  <a:lnTo>
                    <a:pt x="1603" y="2029"/>
                  </a:lnTo>
                  <a:close/>
                  <a:moveTo>
                    <a:pt x="1607" y="2010"/>
                  </a:moveTo>
                  <a:lnTo>
                    <a:pt x="1607" y="2010"/>
                  </a:lnTo>
                  <a:lnTo>
                    <a:pt x="1607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0" y="2012"/>
                  </a:lnTo>
                  <a:lnTo>
                    <a:pt x="1600" y="2012"/>
                  </a:lnTo>
                  <a:lnTo>
                    <a:pt x="1600" y="2014"/>
                  </a:lnTo>
                  <a:lnTo>
                    <a:pt x="1600" y="2017"/>
                  </a:lnTo>
                  <a:lnTo>
                    <a:pt x="1598" y="2022"/>
                  </a:lnTo>
                  <a:lnTo>
                    <a:pt x="1600" y="2024"/>
                  </a:lnTo>
                  <a:lnTo>
                    <a:pt x="1600" y="2024"/>
                  </a:lnTo>
                  <a:lnTo>
                    <a:pt x="1600" y="2024"/>
                  </a:lnTo>
                  <a:lnTo>
                    <a:pt x="1600" y="2022"/>
                  </a:lnTo>
                  <a:lnTo>
                    <a:pt x="1600" y="2022"/>
                  </a:lnTo>
                  <a:lnTo>
                    <a:pt x="1600" y="2022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3" y="2017"/>
                  </a:lnTo>
                  <a:lnTo>
                    <a:pt x="1600" y="2017"/>
                  </a:lnTo>
                  <a:lnTo>
                    <a:pt x="1603" y="2017"/>
                  </a:lnTo>
                  <a:lnTo>
                    <a:pt x="1603" y="2019"/>
                  </a:lnTo>
                  <a:lnTo>
                    <a:pt x="1603" y="2019"/>
                  </a:lnTo>
                  <a:lnTo>
                    <a:pt x="1603" y="2022"/>
                  </a:lnTo>
                  <a:lnTo>
                    <a:pt x="1603" y="2022"/>
                  </a:lnTo>
                  <a:lnTo>
                    <a:pt x="1605" y="2022"/>
                  </a:lnTo>
                  <a:lnTo>
                    <a:pt x="1605" y="2019"/>
                  </a:lnTo>
                  <a:lnTo>
                    <a:pt x="1607" y="2017"/>
                  </a:lnTo>
                  <a:lnTo>
                    <a:pt x="1607" y="2017"/>
                  </a:lnTo>
                  <a:lnTo>
                    <a:pt x="1607" y="2017"/>
                  </a:lnTo>
                  <a:lnTo>
                    <a:pt x="1607" y="2017"/>
                  </a:lnTo>
                  <a:lnTo>
                    <a:pt x="1607" y="2014"/>
                  </a:lnTo>
                  <a:lnTo>
                    <a:pt x="1610" y="2012"/>
                  </a:lnTo>
                  <a:lnTo>
                    <a:pt x="1610" y="2012"/>
                  </a:lnTo>
                  <a:lnTo>
                    <a:pt x="1610" y="2010"/>
                  </a:lnTo>
                  <a:lnTo>
                    <a:pt x="1610" y="2010"/>
                  </a:lnTo>
                  <a:lnTo>
                    <a:pt x="1607" y="2010"/>
                  </a:lnTo>
                  <a:close/>
                  <a:moveTo>
                    <a:pt x="1541" y="1333"/>
                  </a:moveTo>
                  <a:lnTo>
                    <a:pt x="1541" y="1333"/>
                  </a:lnTo>
                  <a:lnTo>
                    <a:pt x="1546" y="1326"/>
                  </a:lnTo>
                  <a:lnTo>
                    <a:pt x="1548" y="1323"/>
                  </a:lnTo>
                  <a:lnTo>
                    <a:pt x="1550" y="1323"/>
                  </a:lnTo>
                  <a:lnTo>
                    <a:pt x="1550" y="1323"/>
                  </a:lnTo>
                  <a:lnTo>
                    <a:pt x="1550" y="1321"/>
                  </a:lnTo>
                  <a:lnTo>
                    <a:pt x="1550" y="1321"/>
                  </a:lnTo>
                  <a:lnTo>
                    <a:pt x="1550" y="1318"/>
                  </a:lnTo>
                  <a:lnTo>
                    <a:pt x="1555" y="1318"/>
                  </a:lnTo>
                  <a:lnTo>
                    <a:pt x="1555" y="1318"/>
                  </a:lnTo>
                  <a:lnTo>
                    <a:pt x="1555" y="1316"/>
                  </a:lnTo>
                  <a:lnTo>
                    <a:pt x="1555" y="1316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1"/>
                  </a:lnTo>
                  <a:lnTo>
                    <a:pt x="1555" y="1311"/>
                  </a:lnTo>
                  <a:lnTo>
                    <a:pt x="1558" y="1309"/>
                  </a:lnTo>
                  <a:lnTo>
                    <a:pt x="1558" y="1309"/>
                  </a:lnTo>
                  <a:lnTo>
                    <a:pt x="1558" y="1307"/>
                  </a:lnTo>
                  <a:lnTo>
                    <a:pt x="1558" y="1304"/>
                  </a:lnTo>
                  <a:lnTo>
                    <a:pt x="1558" y="1300"/>
                  </a:lnTo>
                  <a:lnTo>
                    <a:pt x="1558" y="1297"/>
                  </a:lnTo>
                  <a:lnTo>
                    <a:pt x="1558" y="1295"/>
                  </a:lnTo>
                  <a:lnTo>
                    <a:pt x="1558" y="1292"/>
                  </a:lnTo>
                  <a:lnTo>
                    <a:pt x="1558" y="1292"/>
                  </a:lnTo>
                  <a:lnTo>
                    <a:pt x="1558" y="1290"/>
                  </a:lnTo>
                  <a:lnTo>
                    <a:pt x="1555" y="1290"/>
                  </a:lnTo>
                  <a:lnTo>
                    <a:pt x="1555" y="1290"/>
                  </a:lnTo>
                  <a:lnTo>
                    <a:pt x="1555" y="1290"/>
                  </a:lnTo>
                  <a:lnTo>
                    <a:pt x="1553" y="1288"/>
                  </a:lnTo>
                  <a:lnTo>
                    <a:pt x="1553" y="1283"/>
                  </a:lnTo>
                  <a:lnTo>
                    <a:pt x="1550" y="1278"/>
                  </a:lnTo>
                  <a:lnTo>
                    <a:pt x="1550" y="1276"/>
                  </a:lnTo>
                  <a:lnTo>
                    <a:pt x="1548" y="1273"/>
                  </a:lnTo>
                  <a:lnTo>
                    <a:pt x="1546" y="1273"/>
                  </a:lnTo>
                  <a:lnTo>
                    <a:pt x="1546" y="1271"/>
                  </a:lnTo>
                  <a:lnTo>
                    <a:pt x="1543" y="1269"/>
                  </a:lnTo>
                  <a:lnTo>
                    <a:pt x="1541" y="1266"/>
                  </a:lnTo>
                  <a:lnTo>
                    <a:pt x="1541" y="1266"/>
                  </a:lnTo>
                  <a:lnTo>
                    <a:pt x="1541" y="1264"/>
                  </a:lnTo>
                  <a:lnTo>
                    <a:pt x="1541" y="1257"/>
                  </a:lnTo>
                  <a:lnTo>
                    <a:pt x="1541" y="1255"/>
                  </a:lnTo>
                  <a:lnTo>
                    <a:pt x="1541" y="1252"/>
                  </a:lnTo>
                  <a:lnTo>
                    <a:pt x="1541" y="1252"/>
                  </a:lnTo>
                  <a:lnTo>
                    <a:pt x="1541" y="1250"/>
                  </a:lnTo>
                  <a:lnTo>
                    <a:pt x="1541" y="1250"/>
                  </a:lnTo>
                  <a:lnTo>
                    <a:pt x="1539" y="1247"/>
                  </a:lnTo>
                  <a:lnTo>
                    <a:pt x="1539" y="1247"/>
                  </a:lnTo>
                  <a:lnTo>
                    <a:pt x="1539" y="1245"/>
                  </a:lnTo>
                  <a:lnTo>
                    <a:pt x="1536" y="1245"/>
                  </a:lnTo>
                  <a:lnTo>
                    <a:pt x="1536" y="1245"/>
                  </a:lnTo>
                  <a:lnTo>
                    <a:pt x="1536" y="1245"/>
                  </a:lnTo>
                  <a:lnTo>
                    <a:pt x="1536" y="1245"/>
                  </a:lnTo>
                  <a:lnTo>
                    <a:pt x="1534" y="1245"/>
                  </a:lnTo>
                  <a:lnTo>
                    <a:pt x="1534" y="1243"/>
                  </a:lnTo>
                  <a:lnTo>
                    <a:pt x="1532" y="1243"/>
                  </a:lnTo>
                  <a:lnTo>
                    <a:pt x="1520" y="1243"/>
                  </a:lnTo>
                  <a:lnTo>
                    <a:pt x="1515" y="1240"/>
                  </a:lnTo>
                  <a:lnTo>
                    <a:pt x="1503" y="1240"/>
                  </a:lnTo>
                  <a:lnTo>
                    <a:pt x="1501" y="1243"/>
                  </a:lnTo>
                  <a:lnTo>
                    <a:pt x="1501" y="1245"/>
                  </a:lnTo>
                  <a:lnTo>
                    <a:pt x="1501" y="1247"/>
                  </a:lnTo>
                  <a:lnTo>
                    <a:pt x="1496" y="1247"/>
                  </a:lnTo>
                  <a:lnTo>
                    <a:pt x="1496" y="1247"/>
                  </a:lnTo>
                  <a:lnTo>
                    <a:pt x="1494" y="1247"/>
                  </a:lnTo>
                  <a:lnTo>
                    <a:pt x="1494" y="1245"/>
                  </a:lnTo>
                  <a:lnTo>
                    <a:pt x="1491" y="1245"/>
                  </a:lnTo>
                  <a:lnTo>
                    <a:pt x="1491" y="1247"/>
                  </a:lnTo>
                  <a:lnTo>
                    <a:pt x="1482" y="1257"/>
                  </a:lnTo>
                  <a:lnTo>
                    <a:pt x="1482" y="1259"/>
                  </a:lnTo>
                  <a:lnTo>
                    <a:pt x="1479" y="1266"/>
                  </a:lnTo>
                  <a:lnTo>
                    <a:pt x="1479" y="1266"/>
                  </a:lnTo>
                  <a:lnTo>
                    <a:pt x="1479" y="1269"/>
                  </a:lnTo>
                  <a:lnTo>
                    <a:pt x="1479" y="1269"/>
                  </a:lnTo>
                  <a:lnTo>
                    <a:pt x="1479" y="1271"/>
                  </a:lnTo>
                  <a:lnTo>
                    <a:pt x="1479" y="1276"/>
                  </a:lnTo>
                  <a:lnTo>
                    <a:pt x="1477" y="1295"/>
                  </a:lnTo>
                  <a:lnTo>
                    <a:pt x="1477" y="1297"/>
                  </a:lnTo>
                  <a:lnTo>
                    <a:pt x="1479" y="1307"/>
                  </a:lnTo>
                  <a:lnTo>
                    <a:pt x="1479" y="1309"/>
                  </a:lnTo>
                  <a:lnTo>
                    <a:pt x="1479" y="1309"/>
                  </a:lnTo>
                  <a:lnTo>
                    <a:pt x="1479" y="1311"/>
                  </a:lnTo>
                  <a:lnTo>
                    <a:pt x="1484" y="1318"/>
                  </a:lnTo>
                  <a:lnTo>
                    <a:pt x="1487" y="1321"/>
                  </a:lnTo>
                  <a:lnTo>
                    <a:pt x="1487" y="1321"/>
                  </a:lnTo>
                  <a:lnTo>
                    <a:pt x="1487" y="1323"/>
                  </a:lnTo>
                  <a:lnTo>
                    <a:pt x="1487" y="1323"/>
                  </a:lnTo>
                  <a:lnTo>
                    <a:pt x="1487" y="1323"/>
                  </a:lnTo>
                  <a:lnTo>
                    <a:pt x="1487" y="1326"/>
                  </a:lnTo>
                  <a:lnTo>
                    <a:pt x="1489" y="1326"/>
                  </a:lnTo>
                  <a:lnTo>
                    <a:pt x="1489" y="1328"/>
                  </a:lnTo>
                  <a:lnTo>
                    <a:pt x="1489" y="1328"/>
                  </a:lnTo>
                  <a:lnTo>
                    <a:pt x="1489" y="1330"/>
                  </a:lnTo>
                  <a:lnTo>
                    <a:pt x="1491" y="1330"/>
                  </a:lnTo>
                  <a:lnTo>
                    <a:pt x="1491" y="1333"/>
                  </a:lnTo>
                  <a:lnTo>
                    <a:pt x="1494" y="1333"/>
                  </a:lnTo>
                  <a:lnTo>
                    <a:pt x="1494" y="1333"/>
                  </a:lnTo>
                  <a:lnTo>
                    <a:pt x="1494" y="1333"/>
                  </a:lnTo>
                  <a:lnTo>
                    <a:pt x="1498" y="1340"/>
                  </a:lnTo>
                  <a:lnTo>
                    <a:pt x="1501" y="1342"/>
                  </a:lnTo>
                  <a:lnTo>
                    <a:pt x="1501" y="1345"/>
                  </a:lnTo>
                  <a:lnTo>
                    <a:pt x="1503" y="1345"/>
                  </a:lnTo>
                  <a:lnTo>
                    <a:pt x="1503" y="1345"/>
                  </a:lnTo>
                  <a:lnTo>
                    <a:pt x="1505" y="1345"/>
                  </a:lnTo>
                  <a:lnTo>
                    <a:pt x="1517" y="1342"/>
                  </a:lnTo>
                  <a:lnTo>
                    <a:pt x="1517" y="1342"/>
                  </a:lnTo>
                  <a:lnTo>
                    <a:pt x="1520" y="1340"/>
                  </a:lnTo>
                  <a:lnTo>
                    <a:pt x="1527" y="1340"/>
                  </a:lnTo>
                  <a:lnTo>
                    <a:pt x="1527" y="1337"/>
                  </a:lnTo>
                  <a:lnTo>
                    <a:pt x="1529" y="1335"/>
                  </a:lnTo>
                  <a:lnTo>
                    <a:pt x="1529" y="1335"/>
                  </a:lnTo>
                  <a:lnTo>
                    <a:pt x="1532" y="1335"/>
                  </a:lnTo>
                  <a:lnTo>
                    <a:pt x="1534" y="1333"/>
                  </a:lnTo>
                  <a:lnTo>
                    <a:pt x="1541" y="1333"/>
                  </a:lnTo>
                  <a:close/>
                  <a:moveTo>
                    <a:pt x="1690" y="2088"/>
                  </a:move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2" y="2088"/>
                  </a:lnTo>
                  <a:lnTo>
                    <a:pt x="1692" y="2085"/>
                  </a:lnTo>
                  <a:lnTo>
                    <a:pt x="1692" y="2085"/>
                  </a:lnTo>
                  <a:lnTo>
                    <a:pt x="1692" y="2085"/>
                  </a:lnTo>
                  <a:lnTo>
                    <a:pt x="1690" y="2085"/>
                  </a:lnTo>
                  <a:lnTo>
                    <a:pt x="1690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0" y="2088"/>
                  </a:lnTo>
                  <a:close/>
                  <a:moveTo>
                    <a:pt x="1678" y="2088"/>
                  </a:moveTo>
                  <a:lnTo>
                    <a:pt x="1678" y="2088"/>
                  </a:lnTo>
                  <a:lnTo>
                    <a:pt x="1678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78" y="2085"/>
                  </a:lnTo>
                  <a:lnTo>
                    <a:pt x="1678" y="2083"/>
                  </a:lnTo>
                  <a:lnTo>
                    <a:pt x="1678" y="2085"/>
                  </a:lnTo>
                  <a:lnTo>
                    <a:pt x="1678" y="2085"/>
                  </a:lnTo>
                  <a:lnTo>
                    <a:pt x="1678" y="2085"/>
                  </a:lnTo>
                  <a:lnTo>
                    <a:pt x="1678" y="2088"/>
                  </a:lnTo>
                  <a:close/>
                  <a:moveTo>
                    <a:pt x="1747" y="2637"/>
                  </a:moveTo>
                  <a:lnTo>
                    <a:pt x="1745" y="2632"/>
                  </a:lnTo>
                  <a:lnTo>
                    <a:pt x="1742" y="2632"/>
                  </a:lnTo>
                  <a:lnTo>
                    <a:pt x="1740" y="2627"/>
                  </a:lnTo>
                  <a:lnTo>
                    <a:pt x="1740" y="2625"/>
                  </a:lnTo>
                  <a:lnTo>
                    <a:pt x="1737" y="2625"/>
                  </a:lnTo>
                  <a:lnTo>
                    <a:pt x="1730" y="2618"/>
                  </a:lnTo>
                  <a:lnTo>
                    <a:pt x="1728" y="2616"/>
                  </a:lnTo>
                  <a:lnTo>
                    <a:pt x="1726" y="2616"/>
                  </a:lnTo>
                  <a:lnTo>
                    <a:pt x="1726" y="2613"/>
                  </a:lnTo>
                  <a:lnTo>
                    <a:pt x="1723" y="2613"/>
                  </a:lnTo>
                  <a:lnTo>
                    <a:pt x="1723" y="2613"/>
                  </a:lnTo>
                  <a:lnTo>
                    <a:pt x="1723" y="2611"/>
                  </a:lnTo>
                  <a:lnTo>
                    <a:pt x="1714" y="2606"/>
                  </a:lnTo>
                  <a:lnTo>
                    <a:pt x="1711" y="2606"/>
                  </a:lnTo>
                  <a:lnTo>
                    <a:pt x="1697" y="2609"/>
                  </a:lnTo>
                  <a:lnTo>
                    <a:pt x="1695" y="2611"/>
                  </a:lnTo>
                  <a:lnTo>
                    <a:pt x="1688" y="2611"/>
                  </a:lnTo>
                  <a:lnTo>
                    <a:pt x="1685" y="2613"/>
                  </a:lnTo>
                  <a:lnTo>
                    <a:pt x="1681" y="2616"/>
                  </a:lnTo>
                  <a:lnTo>
                    <a:pt x="1681" y="2618"/>
                  </a:lnTo>
                  <a:lnTo>
                    <a:pt x="1676" y="2618"/>
                  </a:lnTo>
                  <a:lnTo>
                    <a:pt x="1676" y="2618"/>
                  </a:lnTo>
                  <a:lnTo>
                    <a:pt x="1674" y="2623"/>
                  </a:lnTo>
                  <a:lnTo>
                    <a:pt x="1671" y="2625"/>
                  </a:lnTo>
                  <a:lnTo>
                    <a:pt x="1671" y="2630"/>
                  </a:lnTo>
                  <a:lnTo>
                    <a:pt x="1671" y="2630"/>
                  </a:lnTo>
                  <a:lnTo>
                    <a:pt x="1669" y="2632"/>
                  </a:lnTo>
                  <a:lnTo>
                    <a:pt x="1669" y="2635"/>
                  </a:lnTo>
                  <a:lnTo>
                    <a:pt x="1671" y="2635"/>
                  </a:lnTo>
                  <a:lnTo>
                    <a:pt x="1676" y="2637"/>
                  </a:lnTo>
                  <a:lnTo>
                    <a:pt x="1685" y="2639"/>
                  </a:lnTo>
                  <a:lnTo>
                    <a:pt x="1692" y="2639"/>
                  </a:lnTo>
                  <a:lnTo>
                    <a:pt x="1704" y="2642"/>
                  </a:lnTo>
                  <a:lnTo>
                    <a:pt x="1714" y="2639"/>
                  </a:lnTo>
                  <a:lnTo>
                    <a:pt x="1723" y="2642"/>
                  </a:lnTo>
                  <a:lnTo>
                    <a:pt x="1730" y="2644"/>
                  </a:lnTo>
                  <a:lnTo>
                    <a:pt x="1742" y="2644"/>
                  </a:lnTo>
                  <a:lnTo>
                    <a:pt x="1747" y="2646"/>
                  </a:lnTo>
                  <a:lnTo>
                    <a:pt x="1747" y="2646"/>
                  </a:lnTo>
                  <a:lnTo>
                    <a:pt x="1749" y="2644"/>
                  </a:lnTo>
                  <a:lnTo>
                    <a:pt x="1747" y="2644"/>
                  </a:lnTo>
                  <a:lnTo>
                    <a:pt x="1749" y="2642"/>
                  </a:lnTo>
                  <a:lnTo>
                    <a:pt x="1747" y="2637"/>
                  </a:lnTo>
                  <a:close/>
                  <a:moveTo>
                    <a:pt x="1674" y="2211"/>
                  </a:moveTo>
                  <a:lnTo>
                    <a:pt x="1674" y="2211"/>
                  </a:lnTo>
                  <a:lnTo>
                    <a:pt x="1674" y="2211"/>
                  </a:lnTo>
                  <a:lnTo>
                    <a:pt x="1674" y="2211"/>
                  </a:lnTo>
                  <a:lnTo>
                    <a:pt x="1676" y="2211"/>
                  </a:lnTo>
                  <a:lnTo>
                    <a:pt x="1676" y="2211"/>
                  </a:lnTo>
                  <a:lnTo>
                    <a:pt x="1674" y="2213"/>
                  </a:lnTo>
                  <a:lnTo>
                    <a:pt x="1674" y="2213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8"/>
                  </a:lnTo>
                  <a:lnTo>
                    <a:pt x="1676" y="2220"/>
                  </a:lnTo>
                  <a:lnTo>
                    <a:pt x="1676" y="2220"/>
                  </a:lnTo>
                  <a:lnTo>
                    <a:pt x="1676" y="2218"/>
                  </a:lnTo>
                  <a:lnTo>
                    <a:pt x="1676" y="2213"/>
                  </a:lnTo>
                  <a:lnTo>
                    <a:pt x="1676" y="2213"/>
                  </a:lnTo>
                  <a:lnTo>
                    <a:pt x="1676" y="2211"/>
                  </a:lnTo>
                  <a:lnTo>
                    <a:pt x="1678" y="2213"/>
                  </a:lnTo>
                  <a:lnTo>
                    <a:pt x="1678" y="2211"/>
                  </a:lnTo>
                  <a:lnTo>
                    <a:pt x="1678" y="2211"/>
                  </a:lnTo>
                  <a:lnTo>
                    <a:pt x="1678" y="2209"/>
                  </a:lnTo>
                  <a:lnTo>
                    <a:pt x="1678" y="2206"/>
                  </a:lnTo>
                  <a:lnTo>
                    <a:pt x="1676" y="2204"/>
                  </a:lnTo>
                  <a:lnTo>
                    <a:pt x="1676" y="2204"/>
                  </a:lnTo>
                  <a:lnTo>
                    <a:pt x="1676" y="2204"/>
                  </a:lnTo>
                  <a:lnTo>
                    <a:pt x="1674" y="2201"/>
                  </a:lnTo>
                  <a:lnTo>
                    <a:pt x="1674" y="2204"/>
                  </a:lnTo>
                  <a:lnTo>
                    <a:pt x="1674" y="2204"/>
                  </a:lnTo>
                  <a:lnTo>
                    <a:pt x="1674" y="2204"/>
                  </a:lnTo>
                  <a:lnTo>
                    <a:pt x="1674" y="2204"/>
                  </a:lnTo>
                  <a:lnTo>
                    <a:pt x="1674" y="2206"/>
                  </a:lnTo>
                  <a:lnTo>
                    <a:pt x="1674" y="2209"/>
                  </a:lnTo>
                  <a:lnTo>
                    <a:pt x="1674" y="2209"/>
                  </a:lnTo>
                  <a:lnTo>
                    <a:pt x="1674" y="2211"/>
                  </a:lnTo>
                  <a:lnTo>
                    <a:pt x="1674" y="2211"/>
                  </a:lnTo>
                  <a:close/>
                  <a:moveTo>
                    <a:pt x="1655" y="1906"/>
                  </a:moveTo>
                  <a:lnTo>
                    <a:pt x="1655" y="1906"/>
                  </a:lnTo>
                  <a:lnTo>
                    <a:pt x="1655" y="1906"/>
                  </a:lnTo>
                  <a:lnTo>
                    <a:pt x="1652" y="1906"/>
                  </a:lnTo>
                  <a:lnTo>
                    <a:pt x="1652" y="1906"/>
                  </a:lnTo>
                  <a:lnTo>
                    <a:pt x="1652" y="1906"/>
                  </a:lnTo>
                  <a:lnTo>
                    <a:pt x="1652" y="1906"/>
                  </a:lnTo>
                  <a:lnTo>
                    <a:pt x="1638" y="1915"/>
                  </a:lnTo>
                  <a:lnTo>
                    <a:pt x="1638" y="1915"/>
                  </a:lnTo>
                  <a:lnTo>
                    <a:pt x="1638" y="1915"/>
                  </a:lnTo>
                  <a:lnTo>
                    <a:pt x="1638" y="1917"/>
                  </a:lnTo>
                  <a:lnTo>
                    <a:pt x="1638" y="1917"/>
                  </a:lnTo>
                  <a:lnTo>
                    <a:pt x="1638" y="1917"/>
                  </a:lnTo>
                  <a:lnTo>
                    <a:pt x="1638" y="1922"/>
                  </a:lnTo>
                  <a:lnTo>
                    <a:pt x="1638" y="1922"/>
                  </a:lnTo>
                  <a:lnTo>
                    <a:pt x="1638" y="1922"/>
                  </a:lnTo>
                  <a:lnTo>
                    <a:pt x="1643" y="1920"/>
                  </a:lnTo>
                  <a:lnTo>
                    <a:pt x="1645" y="1917"/>
                  </a:lnTo>
                  <a:lnTo>
                    <a:pt x="1652" y="1913"/>
                  </a:lnTo>
                  <a:lnTo>
                    <a:pt x="1652" y="1910"/>
                  </a:lnTo>
                  <a:lnTo>
                    <a:pt x="1652" y="1910"/>
                  </a:lnTo>
                  <a:lnTo>
                    <a:pt x="1652" y="1910"/>
                  </a:lnTo>
                  <a:lnTo>
                    <a:pt x="1650" y="1913"/>
                  </a:lnTo>
                  <a:lnTo>
                    <a:pt x="1655" y="1908"/>
                  </a:lnTo>
                  <a:lnTo>
                    <a:pt x="1655" y="1908"/>
                  </a:lnTo>
                  <a:lnTo>
                    <a:pt x="1655" y="1908"/>
                  </a:lnTo>
                  <a:lnTo>
                    <a:pt x="1655" y="1906"/>
                  </a:lnTo>
                  <a:close/>
                  <a:moveTo>
                    <a:pt x="1565" y="1243"/>
                  </a:moveTo>
                  <a:lnTo>
                    <a:pt x="1565" y="1240"/>
                  </a:lnTo>
                  <a:lnTo>
                    <a:pt x="1565" y="1240"/>
                  </a:lnTo>
                  <a:lnTo>
                    <a:pt x="1565" y="1240"/>
                  </a:lnTo>
                  <a:lnTo>
                    <a:pt x="1565" y="1238"/>
                  </a:lnTo>
                  <a:lnTo>
                    <a:pt x="1562" y="1238"/>
                  </a:lnTo>
                  <a:lnTo>
                    <a:pt x="1560" y="1238"/>
                  </a:lnTo>
                  <a:lnTo>
                    <a:pt x="1560" y="1238"/>
                  </a:lnTo>
                  <a:lnTo>
                    <a:pt x="1558" y="1238"/>
                  </a:lnTo>
                  <a:lnTo>
                    <a:pt x="1560" y="1243"/>
                  </a:lnTo>
                  <a:lnTo>
                    <a:pt x="1560" y="1243"/>
                  </a:lnTo>
                  <a:lnTo>
                    <a:pt x="1560" y="1243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7"/>
                  </a:lnTo>
                  <a:lnTo>
                    <a:pt x="1560" y="1247"/>
                  </a:lnTo>
                  <a:lnTo>
                    <a:pt x="1558" y="1247"/>
                  </a:lnTo>
                  <a:lnTo>
                    <a:pt x="1553" y="1250"/>
                  </a:lnTo>
                  <a:lnTo>
                    <a:pt x="1550" y="1250"/>
                  </a:lnTo>
                  <a:lnTo>
                    <a:pt x="1550" y="1252"/>
                  </a:lnTo>
                  <a:lnTo>
                    <a:pt x="1550" y="1252"/>
                  </a:lnTo>
                  <a:lnTo>
                    <a:pt x="1550" y="1255"/>
                  </a:lnTo>
                  <a:lnTo>
                    <a:pt x="1553" y="1259"/>
                  </a:lnTo>
                  <a:lnTo>
                    <a:pt x="1553" y="1259"/>
                  </a:lnTo>
                  <a:lnTo>
                    <a:pt x="1555" y="1262"/>
                  </a:lnTo>
                  <a:lnTo>
                    <a:pt x="1560" y="1266"/>
                  </a:lnTo>
                  <a:lnTo>
                    <a:pt x="1562" y="1269"/>
                  </a:lnTo>
                  <a:lnTo>
                    <a:pt x="1565" y="1271"/>
                  </a:lnTo>
                  <a:lnTo>
                    <a:pt x="1572" y="1271"/>
                  </a:lnTo>
                  <a:lnTo>
                    <a:pt x="1603" y="1259"/>
                  </a:lnTo>
                  <a:lnTo>
                    <a:pt x="1605" y="1259"/>
                  </a:lnTo>
                  <a:lnTo>
                    <a:pt x="1603" y="1257"/>
                  </a:lnTo>
                  <a:lnTo>
                    <a:pt x="1603" y="1255"/>
                  </a:lnTo>
                  <a:lnTo>
                    <a:pt x="1603" y="1255"/>
                  </a:lnTo>
                  <a:lnTo>
                    <a:pt x="1603" y="1252"/>
                  </a:lnTo>
                  <a:lnTo>
                    <a:pt x="1600" y="1252"/>
                  </a:lnTo>
                  <a:lnTo>
                    <a:pt x="1600" y="1252"/>
                  </a:lnTo>
                  <a:lnTo>
                    <a:pt x="1600" y="1250"/>
                  </a:lnTo>
                  <a:lnTo>
                    <a:pt x="1600" y="1250"/>
                  </a:lnTo>
                  <a:lnTo>
                    <a:pt x="1600" y="1250"/>
                  </a:lnTo>
                  <a:lnTo>
                    <a:pt x="1598" y="1250"/>
                  </a:lnTo>
                  <a:lnTo>
                    <a:pt x="1598" y="1247"/>
                  </a:lnTo>
                  <a:lnTo>
                    <a:pt x="1598" y="1247"/>
                  </a:lnTo>
                  <a:lnTo>
                    <a:pt x="1598" y="1247"/>
                  </a:lnTo>
                  <a:lnTo>
                    <a:pt x="1595" y="1245"/>
                  </a:lnTo>
                  <a:lnTo>
                    <a:pt x="1595" y="1243"/>
                  </a:lnTo>
                  <a:lnTo>
                    <a:pt x="1593" y="1243"/>
                  </a:lnTo>
                  <a:lnTo>
                    <a:pt x="1591" y="1240"/>
                  </a:lnTo>
                  <a:lnTo>
                    <a:pt x="1588" y="1243"/>
                  </a:lnTo>
                  <a:lnTo>
                    <a:pt x="1586" y="1243"/>
                  </a:lnTo>
                  <a:lnTo>
                    <a:pt x="1584" y="1243"/>
                  </a:lnTo>
                  <a:lnTo>
                    <a:pt x="1584" y="1243"/>
                  </a:lnTo>
                  <a:lnTo>
                    <a:pt x="1584" y="1245"/>
                  </a:lnTo>
                  <a:lnTo>
                    <a:pt x="1584" y="1245"/>
                  </a:lnTo>
                  <a:lnTo>
                    <a:pt x="1584" y="1245"/>
                  </a:lnTo>
                  <a:lnTo>
                    <a:pt x="1584" y="1245"/>
                  </a:lnTo>
                  <a:lnTo>
                    <a:pt x="1581" y="1245"/>
                  </a:lnTo>
                  <a:lnTo>
                    <a:pt x="1581" y="1245"/>
                  </a:lnTo>
                  <a:lnTo>
                    <a:pt x="1576" y="1245"/>
                  </a:lnTo>
                  <a:lnTo>
                    <a:pt x="1572" y="1245"/>
                  </a:lnTo>
                  <a:lnTo>
                    <a:pt x="1569" y="1245"/>
                  </a:lnTo>
                  <a:lnTo>
                    <a:pt x="1569" y="1245"/>
                  </a:lnTo>
                  <a:lnTo>
                    <a:pt x="1567" y="1245"/>
                  </a:lnTo>
                  <a:lnTo>
                    <a:pt x="1565" y="1245"/>
                  </a:lnTo>
                  <a:lnTo>
                    <a:pt x="1565" y="1245"/>
                  </a:lnTo>
                  <a:lnTo>
                    <a:pt x="1565" y="1243"/>
                  </a:lnTo>
                  <a:lnTo>
                    <a:pt x="1565" y="1243"/>
                  </a:lnTo>
                  <a:close/>
                  <a:moveTo>
                    <a:pt x="1562" y="1224"/>
                  </a:moveTo>
                  <a:lnTo>
                    <a:pt x="1562" y="1224"/>
                  </a:lnTo>
                  <a:lnTo>
                    <a:pt x="1562" y="1221"/>
                  </a:lnTo>
                  <a:lnTo>
                    <a:pt x="1562" y="1221"/>
                  </a:lnTo>
                  <a:lnTo>
                    <a:pt x="1560" y="1219"/>
                  </a:lnTo>
                  <a:lnTo>
                    <a:pt x="1558" y="1217"/>
                  </a:lnTo>
                  <a:lnTo>
                    <a:pt x="1553" y="1214"/>
                  </a:lnTo>
                  <a:lnTo>
                    <a:pt x="1550" y="1212"/>
                  </a:lnTo>
                  <a:lnTo>
                    <a:pt x="1548" y="1212"/>
                  </a:lnTo>
                  <a:lnTo>
                    <a:pt x="1548" y="1214"/>
                  </a:lnTo>
                  <a:lnTo>
                    <a:pt x="1548" y="1214"/>
                  </a:lnTo>
                  <a:lnTo>
                    <a:pt x="1548" y="1214"/>
                  </a:lnTo>
                  <a:lnTo>
                    <a:pt x="1548" y="1217"/>
                  </a:lnTo>
                  <a:lnTo>
                    <a:pt x="1548" y="1217"/>
                  </a:lnTo>
                  <a:lnTo>
                    <a:pt x="1548" y="1219"/>
                  </a:lnTo>
                  <a:lnTo>
                    <a:pt x="1550" y="1219"/>
                  </a:lnTo>
                  <a:lnTo>
                    <a:pt x="1553" y="1221"/>
                  </a:lnTo>
                  <a:lnTo>
                    <a:pt x="1555" y="1224"/>
                  </a:lnTo>
                  <a:lnTo>
                    <a:pt x="1558" y="1224"/>
                  </a:lnTo>
                  <a:lnTo>
                    <a:pt x="1558" y="1224"/>
                  </a:lnTo>
                  <a:lnTo>
                    <a:pt x="1558" y="1226"/>
                  </a:lnTo>
                  <a:lnTo>
                    <a:pt x="1558" y="1226"/>
                  </a:lnTo>
                  <a:lnTo>
                    <a:pt x="1558" y="1229"/>
                  </a:lnTo>
                  <a:lnTo>
                    <a:pt x="1560" y="1231"/>
                  </a:lnTo>
                  <a:lnTo>
                    <a:pt x="1562" y="1231"/>
                  </a:lnTo>
                  <a:lnTo>
                    <a:pt x="1562" y="1229"/>
                  </a:lnTo>
                  <a:lnTo>
                    <a:pt x="1562" y="1229"/>
                  </a:lnTo>
                  <a:lnTo>
                    <a:pt x="1562" y="1226"/>
                  </a:lnTo>
                  <a:lnTo>
                    <a:pt x="1562" y="1224"/>
                  </a:lnTo>
                  <a:lnTo>
                    <a:pt x="1562" y="1224"/>
                  </a:lnTo>
                  <a:close/>
                  <a:moveTo>
                    <a:pt x="1510" y="1214"/>
                  </a:moveTo>
                  <a:lnTo>
                    <a:pt x="1513" y="1217"/>
                  </a:lnTo>
                  <a:lnTo>
                    <a:pt x="1513" y="1217"/>
                  </a:lnTo>
                  <a:lnTo>
                    <a:pt x="1513" y="1219"/>
                  </a:lnTo>
                  <a:lnTo>
                    <a:pt x="1513" y="1219"/>
                  </a:lnTo>
                  <a:lnTo>
                    <a:pt x="1513" y="1221"/>
                  </a:lnTo>
                  <a:lnTo>
                    <a:pt x="1515" y="1221"/>
                  </a:lnTo>
                  <a:lnTo>
                    <a:pt x="1520" y="1226"/>
                  </a:lnTo>
                  <a:lnTo>
                    <a:pt x="1529" y="1226"/>
                  </a:lnTo>
                  <a:lnTo>
                    <a:pt x="1532" y="1229"/>
                  </a:lnTo>
                  <a:lnTo>
                    <a:pt x="1532" y="1229"/>
                  </a:lnTo>
                  <a:lnTo>
                    <a:pt x="1532" y="1231"/>
                  </a:lnTo>
                  <a:lnTo>
                    <a:pt x="1534" y="1231"/>
                  </a:lnTo>
                  <a:lnTo>
                    <a:pt x="1534" y="1231"/>
                  </a:lnTo>
                  <a:lnTo>
                    <a:pt x="1536" y="1231"/>
                  </a:lnTo>
                  <a:lnTo>
                    <a:pt x="1536" y="1231"/>
                  </a:lnTo>
                  <a:lnTo>
                    <a:pt x="1536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6" y="1229"/>
                  </a:lnTo>
                  <a:lnTo>
                    <a:pt x="1536" y="1229"/>
                  </a:lnTo>
                  <a:lnTo>
                    <a:pt x="1539" y="1229"/>
                  </a:lnTo>
                  <a:lnTo>
                    <a:pt x="1539" y="1229"/>
                  </a:lnTo>
                  <a:lnTo>
                    <a:pt x="1539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4"/>
                  </a:lnTo>
                  <a:lnTo>
                    <a:pt x="1536" y="1224"/>
                  </a:lnTo>
                  <a:lnTo>
                    <a:pt x="1536" y="1221"/>
                  </a:lnTo>
                  <a:lnTo>
                    <a:pt x="1536" y="1221"/>
                  </a:lnTo>
                  <a:lnTo>
                    <a:pt x="1534" y="1224"/>
                  </a:lnTo>
                  <a:lnTo>
                    <a:pt x="1534" y="1224"/>
                  </a:lnTo>
                  <a:lnTo>
                    <a:pt x="1534" y="1224"/>
                  </a:lnTo>
                  <a:lnTo>
                    <a:pt x="1532" y="1221"/>
                  </a:lnTo>
                  <a:lnTo>
                    <a:pt x="1532" y="1221"/>
                  </a:lnTo>
                  <a:lnTo>
                    <a:pt x="1534" y="1221"/>
                  </a:lnTo>
                  <a:lnTo>
                    <a:pt x="1534" y="1221"/>
                  </a:lnTo>
                  <a:lnTo>
                    <a:pt x="1534" y="1219"/>
                  </a:lnTo>
                  <a:lnTo>
                    <a:pt x="1536" y="1219"/>
                  </a:lnTo>
                  <a:lnTo>
                    <a:pt x="1534" y="1217"/>
                  </a:lnTo>
                  <a:lnTo>
                    <a:pt x="1534" y="1217"/>
                  </a:lnTo>
                  <a:lnTo>
                    <a:pt x="1534" y="1217"/>
                  </a:lnTo>
                  <a:lnTo>
                    <a:pt x="1532" y="1214"/>
                  </a:lnTo>
                  <a:lnTo>
                    <a:pt x="1529" y="1214"/>
                  </a:lnTo>
                  <a:lnTo>
                    <a:pt x="1529" y="1212"/>
                  </a:lnTo>
                  <a:lnTo>
                    <a:pt x="1527" y="1212"/>
                  </a:lnTo>
                  <a:lnTo>
                    <a:pt x="1524" y="1210"/>
                  </a:lnTo>
                  <a:lnTo>
                    <a:pt x="1524" y="1210"/>
                  </a:lnTo>
                  <a:lnTo>
                    <a:pt x="1522" y="1207"/>
                  </a:lnTo>
                  <a:lnTo>
                    <a:pt x="1522" y="1205"/>
                  </a:lnTo>
                  <a:lnTo>
                    <a:pt x="1520" y="1202"/>
                  </a:lnTo>
                  <a:lnTo>
                    <a:pt x="1515" y="1205"/>
                  </a:lnTo>
                  <a:lnTo>
                    <a:pt x="1513" y="1202"/>
                  </a:lnTo>
                  <a:lnTo>
                    <a:pt x="1513" y="1202"/>
                  </a:lnTo>
                  <a:lnTo>
                    <a:pt x="1513" y="1202"/>
                  </a:lnTo>
                  <a:lnTo>
                    <a:pt x="1510" y="1202"/>
                  </a:lnTo>
                  <a:lnTo>
                    <a:pt x="1510" y="1205"/>
                  </a:lnTo>
                  <a:lnTo>
                    <a:pt x="1510" y="1205"/>
                  </a:lnTo>
                  <a:lnTo>
                    <a:pt x="1510" y="1205"/>
                  </a:lnTo>
                  <a:lnTo>
                    <a:pt x="1510" y="1207"/>
                  </a:lnTo>
                  <a:lnTo>
                    <a:pt x="1510" y="1210"/>
                  </a:lnTo>
                  <a:lnTo>
                    <a:pt x="1510" y="1212"/>
                  </a:lnTo>
                  <a:lnTo>
                    <a:pt x="1510" y="1214"/>
                  </a:lnTo>
                  <a:close/>
                  <a:moveTo>
                    <a:pt x="1529" y="1210"/>
                  </a:moveTo>
                  <a:lnTo>
                    <a:pt x="1529" y="1210"/>
                  </a:lnTo>
                  <a:lnTo>
                    <a:pt x="1532" y="1210"/>
                  </a:lnTo>
                  <a:lnTo>
                    <a:pt x="1539" y="1207"/>
                  </a:lnTo>
                  <a:lnTo>
                    <a:pt x="1539" y="1207"/>
                  </a:lnTo>
                  <a:lnTo>
                    <a:pt x="1536" y="1205"/>
                  </a:lnTo>
                  <a:lnTo>
                    <a:pt x="1536" y="1205"/>
                  </a:lnTo>
                  <a:lnTo>
                    <a:pt x="1534" y="1205"/>
                  </a:lnTo>
                  <a:lnTo>
                    <a:pt x="1534" y="1205"/>
                  </a:lnTo>
                  <a:lnTo>
                    <a:pt x="1534" y="1205"/>
                  </a:lnTo>
                  <a:lnTo>
                    <a:pt x="1532" y="1202"/>
                  </a:lnTo>
                  <a:lnTo>
                    <a:pt x="1532" y="1200"/>
                  </a:lnTo>
                  <a:lnTo>
                    <a:pt x="1527" y="1202"/>
                  </a:lnTo>
                  <a:lnTo>
                    <a:pt x="1527" y="1202"/>
                  </a:lnTo>
                  <a:lnTo>
                    <a:pt x="1527" y="1207"/>
                  </a:lnTo>
                  <a:lnTo>
                    <a:pt x="1529" y="1210"/>
                  </a:lnTo>
                  <a:lnTo>
                    <a:pt x="1529" y="1210"/>
                  </a:lnTo>
                  <a:close/>
                  <a:moveTo>
                    <a:pt x="1574" y="1816"/>
                  </a:moveTo>
                  <a:lnTo>
                    <a:pt x="1574" y="1816"/>
                  </a:lnTo>
                  <a:lnTo>
                    <a:pt x="1574" y="1813"/>
                  </a:lnTo>
                  <a:lnTo>
                    <a:pt x="1574" y="1811"/>
                  </a:lnTo>
                  <a:lnTo>
                    <a:pt x="1574" y="1806"/>
                  </a:lnTo>
                  <a:lnTo>
                    <a:pt x="1574" y="1806"/>
                  </a:lnTo>
                  <a:lnTo>
                    <a:pt x="1572" y="1804"/>
                  </a:lnTo>
                  <a:lnTo>
                    <a:pt x="1572" y="1801"/>
                  </a:lnTo>
                  <a:lnTo>
                    <a:pt x="1572" y="1799"/>
                  </a:lnTo>
                  <a:lnTo>
                    <a:pt x="1572" y="1797"/>
                  </a:lnTo>
                  <a:lnTo>
                    <a:pt x="1569" y="1797"/>
                  </a:lnTo>
                  <a:lnTo>
                    <a:pt x="1569" y="1794"/>
                  </a:lnTo>
                  <a:lnTo>
                    <a:pt x="1569" y="1794"/>
                  </a:lnTo>
                  <a:lnTo>
                    <a:pt x="1567" y="1794"/>
                  </a:lnTo>
                  <a:lnTo>
                    <a:pt x="1567" y="1794"/>
                  </a:lnTo>
                  <a:lnTo>
                    <a:pt x="1567" y="1794"/>
                  </a:lnTo>
                  <a:lnTo>
                    <a:pt x="1565" y="1792"/>
                  </a:lnTo>
                  <a:lnTo>
                    <a:pt x="1565" y="1792"/>
                  </a:lnTo>
                  <a:lnTo>
                    <a:pt x="1562" y="1790"/>
                  </a:lnTo>
                  <a:lnTo>
                    <a:pt x="1562" y="1790"/>
                  </a:lnTo>
                  <a:lnTo>
                    <a:pt x="1562" y="1790"/>
                  </a:lnTo>
                  <a:lnTo>
                    <a:pt x="1560" y="1787"/>
                  </a:lnTo>
                  <a:lnTo>
                    <a:pt x="1560" y="1787"/>
                  </a:lnTo>
                  <a:lnTo>
                    <a:pt x="1560" y="1787"/>
                  </a:lnTo>
                  <a:lnTo>
                    <a:pt x="1558" y="1787"/>
                  </a:lnTo>
                  <a:lnTo>
                    <a:pt x="1558" y="1787"/>
                  </a:lnTo>
                  <a:lnTo>
                    <a:pt x="1558" y="1787"/>
                  </a:lnTo>
                  <a:lnTo>
                    <a:pt x="1555" y="1787"/>
                  </a:lnTo>
                  <a:lnTo>
                    <a:pt x="1555" y="1785"/>
                  </a:lnTo>
                  <a:lnTo>
                    <a:pt x="1555" y="1785"/>
                  </a:lnTo>
                  <a:lnTo>
                    <a:pt x="1555" y="1785"/>
                  </a:lnTo>
                  <a:lnTo>
                    <a:pt x="1555" y="1785"/>
                  </a:lnTo>
                  <a:lnTo>
                    <a:pt x="1553" y="1785"/>
                  </a:lnTo>
                  <a:lnTo>
                    <a:pt x="1553" y="1787"/>
                  </a:lnTo>
                  <a:lnTo>
                    <a:pt x="1550" y="1787"/>
                  </a:lnTo>
                  <a:lnTo>
                    <a:pt x="1550" y="1790"/>
                  </a:lnTo>
                  <a:lnTo>
                    <a:pt x="1550" y="1790"/>
                  </a:lnTo>
                  <a:lnTo>
                    <a:pt x="1550" y="1790"/>
                  </a:lnTo>
                  <a:lnTo>
                    <a:pt x="1548" y="1790"/>
                  </a:lnTo>
                  <a:lnTo>
                    <a:pt x="1548" y="1790"/>
                  </a:lnTo>
                  <a:lnTo>
                    <a:pt x="1548" y="1790"/>
                  </a:lnTo>
                  <a:lnTo>
                    <a:pt x="1548" y="1790"/>
                  </a:lnTo>
                  <a:lnTo>
                    <a:pt x="1548" y="1787"/>
                  </a:lnTo>
                  <a:lnTo>
                    <a:pt x="1548" y="1787"/>
                  </a:lnTo>
                  <a:lnTo>
                    <a:pt x="1546" y="1790"/>
                  </a:lnTo>
                  <a:lnTo>
                    <a:pt x="1546" y="1790"/>
                  </a:lnTo>
                  <a:lnTo>
                    <a:pt x="1546" y="1790"/>
                  </a:lnTo>
                  <a:lnTo>
                    <a:pt x="1543" y="1790"/>
                  </a:lnTo>
                  <a:lnTo>
                    <a:pt x="1543" y="1790"/>
                  </a:lnTo>
                  <a:lnTo>
                    <a:pt x="1541" y="1790"/>
                  </a:lnTo>
                  <a:lnTo>
                    <a:pt x="1539" y="1794"/>
                  </a:lnTo>
                  <a:lnTo>
                    <a:pt x="1536" y="1794"/>
                  </a:lnTo>
                  <a:lnTo>
                    <a:pt x="1536" y="1797"/>
                  </a:lnTo>
                  <a:lnTo>
                    <a:pt x="1536" y="1797"/>
                  </a:lnTo>
                  <a:lnTo>
                    <a:pt x="1536" y="1801"/>
                  </a:lnTo>
                  <a:lnTo>
                    <a:pt x="1536" y="1801"/>
                  </a:lnTo>
                  <a:lnTo>
                    <a:pt x="1536" y="1804"/>
                  </a:lnTo>
                  <a:lnTo>
                    <a:pt x="1534" y="1808"/>
                  </a:lnTo>
                  <a:lnTo>
                    <a:pt x="1534" y="1811"/>
                  </a:lnTo>
                  <a:lnTo>
                    <a:pt x="1534" y="1820"/>
                  </a:lnTo>
                  <a:lnTo>
                    <a:pt x="1534" y="1823"/>
                  </a:lnTo>
                  <a:lnTo>
                    <a:pt x="1534" y="1825"/>
                  </a:lnTo>
                  <a:lnTo>
                    <a:pt x="1534" y="1825"/>
                  </a:lnTo>
                  <a:lnTo>
                    <a:pt x="1536" y="1830"/>
                  </a:lnTo>
                  <a:lnTo>
                    <a:pt x="1539" y="1834"/>
                  </a:lnTo>
                  <a:lnTo>
                    <a:pt x="1539" y="1837"/>
                  </a:lnTo>
                  <a:lnTo>
                    <a:pt x="1539" y="1837"/>
                  </a:lnTo>
                  <a:lnTo>
                    <a:pt x="1539" y="1839"/>
                  </a:lnTo>
                  <a:lnTo>
                    <a:pt x="1539" y="1839"/>
                  </a:lnTo>
                  <a:lnTo>
                    <a:pt x="1539" y="1839"/>
                  </a:lnTo>
                  <a:lnTo>
                    <a:pt x="1539" y="1839"/>
                  </a:lnTo>
                  <a:lnTo>
                    <a:pt x="1539" y="1842"/>
                  </a:lnTo>
                  <a:lnTo>
                    <a:pt x="1541" y="1844"/>
                  </a:lnTo>
                  <a:lnTo>
                    <a:pt x="1541" y="1844"/>
                  </a:lnTo>
                  <a:lnTo>
                    <a:pt x="1541" y="1846"/>
                  </a:lnTo>
                  <a:lnTo>
                    <a:pt x="1543" y="1846"/>
                  </a:lnTo>
                  <a:lnTo>
                    <a:pt x="1546" y="1846"/>
                  </a:lnTo>
                  <a:lnTo>
                    <a:pt x="1546" y="1849"/>
                  </a:lnTo>
                  <a:lnTo>
                    <a:pt x="1548" y="1849"/>
                  </a:lnTo>
                  <a:lnTo>
                    <a:pt x="1550" y="1849"/>
                  </a:lnTo>
                  <a:lnTo>
                    <a:pt x="1553" y="1849"/>
                  </a:lnTo>
                  <a:lnTo>
                    <a:pt x="1553" y="1851"/>
                  </a:lnTo>
                  <a:lnTo>
                    <a:pt x="1553" y="1851"/>
                  </a:lnTo>
                  <a:lnTo>
                    <a:pt x="1555" y="1851"/>
                  </a:lnTo>
                  <a:lnTo>
                    <a:pt x="1558" y="1853"/>
                  </a:lnTo>
                  <a:lnTo>
                    <a:pt x="1558" y="1853"/>
                  </a:lnTo>
                  <a:lnTo>
                    <a:pt x="1558" y="1853"/>
                  </a:lnTo>
                  <a:lnTo>
                    <a:pt x="1560" y="1856"/>
                  </a:lnTo>
                  <a:lnTo>
                    <a:pt x="1562" y="1858"/>
                  </a:lnTo>
                  <a:lnTo>
                    <a:pt x="1562" y="1858"/>
                  </a:lnTo>
                  <a:lnTo>
                    <a:pt x="1562" y="1858"/>
                  </a:lnTo>
                  <a:lnTo>
                    <a:pt x="1565" y="1858"/>
                  </a:lnTo>
                  <a:lnTo>
                    <a:pt x="1565" y="1861"/>
                  </a:lnTo>
                  <a:lnTo>
                    <a:pt x="1565" y="1861"/>
                  </a:lnTo>
                  <a:lnTo>
                    <a:pt x="1565" y="1861"/>
                  </a:lnTo>
                  <a:lnTo>
                    <a:pt x="1565" y="1861"/>
                  </a:lnTo>
                  <a:lnTo>
                    <a:pt x="1567" y="1861"/>
                  </a:lnTo>
                  <a:lnTo>
                    <a:pt x="1569" y="1861"/>
                  </a:lnTo>
                  <a:lnTo>
                    <a:pt x="1569" y="1858"/>
                  </a:lnTo>
                  <a:lnTo>
                    <a:pt x="1569" y="1858"/>
                  </a:lnTo>
                  <a:lnTo>
                    <a:pt x="1569" y="1856"/>
                  </a:lnTo>
                  <a:lnTo>
                    <a:pt x="1569" y="1856"/>
                  </a:lnTo>
                  <a:lnTo>
                    <a:pt x="1572" y="1851"/>
                  </a:lnTo>
                  <a:lnTo>
                    <a:pt x="1572" y="1851"/>
                  </a:lnTo>
                  <a:lnTo>
                    <a:pt x="1572" y="1846"/>
                  </a:lnTo>
                  <a:lnTo>
                    <a:pt x="1572" y="1844"/>
                  </a:lnTo>
                  <a:lnTo>
                    <a:pt x="1569" y="1844"/>
                  </a:lnTo>
                  <a:lnTo>
                    <a:pt x="1569" y="1842"/>
                  </a:lnTo>
                  <a:lnTo>
                    <a:pt x="1569" y="1842"/>
                  </a:lnTo>
                  <a:lnTo>
                    <a:pt x="1569" y="1842"/>
                  </a:lnTo>
                  <a:lnTo>
                    <a:pt x="1569" y="1839"/>
                  </a:lnTo>
                  <a:lnTo>
                    <a:pt x="1569" y="1839"/>
                  </a:lnTo>
                  <a:lnTo>
                    <a:pt x="1572" y="1839"/>
                  </a:lnTo>
                  <a:lnTo>
                    <a:pt x="1572" y="1839"/>
                  </a:lnTo>
                  <a:lnTo>
                    <a:pt x="1572" y="1839"/>
                  </a:lnTo>
                  <a:lnTo>
                    <a:pt x="1572" y="1839"/>
                  </a:lnTo>
                  <a:lnTo>
                    <a:pt x="1572" y="1837"/>
                  </a:lnTo>
                  <a:lnTo>
                    <a:pt x="1572" y="1837"/>
                  </a:lnTo>
                  <a:lnTo>
                    <a:pt x="1572" y="1837"/>
                  </a:lnTo>
                  <a:lnTo>
                    <a:pt x="1572" y="1834"/>
                  </a:lnTo>
                  <a:lnTo>
                    <a:pt x="1572" y="1834"/>
                  </a:lnTo>
                  <a:lnTo>
                    <a:pt x="1572" y="1830"/>
                  </a:lnTo>
                  <a:lnTo>
                    <a:pt x="1572" y="1830"/>
                  </a:lnTo>
                  <a:lnTo>
                    <a:pt x="1572" y="1827"/>
                  </a:lnTo>
                  <a:lnTo>
                    <a:pt x="1572" y="1825"/>
                  </a:lnTo>
                  <a:lnTo>
                    <a:pt x="1572" y="1825"/>
                  </a:lnTo>
                  <a:lnTo>
                    <a:pt x="1574" y="1823"/>
                  </a:lnTo>
                  <a:lnTo>
                    <a:pt x="1574" y="1823"/>
                  </a:lnTo>
                  <a:lnTo>
                    <a:pt x="1574" y="1823"/>
                  </a:lnTo>
                  <a:lnTo>
                    <a:pt x="1572" y="1820"/>
                  </a:lnTo>
                  <a:lnTo>
                    <a:pt x="1572" y="1818"/>
                  </a:lnTo>
                  <a:lnTo>
                    <a:pt x="1572" y="1818"/>
                  </a:lnTo>
                  <a:lnTo>
                    <a:pt x="1574" y="1818"/>
                  </a:lnTo>
                  <a:lnTo>
                    <a:pt x="1574" y="1820"/>
                  </a:lnTo>
                  <a:lnTo>
                    <a:pt x="1574" y="1820"/>
                  </a:lnTo>
                  <a:lnTo>
                    <a:pt x="1574" y="1820"/>
                  </a:lnTo>
                  <a:lnTo>
                    <a:pt x="1576" y="1820"/>
                  </a:lnTo>
                  <a:lnTo>
                    <a:pt x="1574" y="1818"/>
                  </a:lnTo>
                  <a:lnTo>
                    <a:pt x="1574" y="1816"/>
                  </a:lnTo>
                  <a:close/>
                  <a:moveTo>
                    <a:pt x="1600" y="2083"/>
                  </a:moveTo>
                  <a:lnTo>
                    <a:pt x="1598" y="2083"/>
                  </a:lnTo>
                  <a:lnTo>
                    <a:pt x="1598" y="2085"/>
                  </a:lnTo>
                  <a:lnTo>
                    <a:pt x="1598" y="2085"/>
                  </a:lnTo>
                  <a:lnTo>
                    <a:pt x="1600" y="2085"/>
                  </a:lnTo>
                  <a:lnTo>
                    <a:pt x="1600" y="2083"/>
                  </a:lnTo>
                  <a:lnTo>
                    <a:pt x="1600" y="2083"/>
                  </a:lnTo>
                  <a:lnTo>
                    <a:pt x="1600" y="2083"/>
                  </a:lnTo>
                  <a:lnTo>
                    <a:pt x="1600" y="2083"/>
                  </a:lnTo>
                  <a:close/>
                  <a:moveTo>
                    <a:pt x="1574" y="1629"/>
                  </a:moveTo>
                  <a:lnTo>
                    <a:pt x="1572" y="1629"/>
                  </a:lnTo>
                  <a:lnTo>
                    <a:pt x="1572" y="1629"/>
                  </a:lnTo>
                  <a:lnTo>
                    <a:pt x="1572" y="1631"/>
                  </a:lnTo>
                  <a:lnTo>
                    <a:pt x="1572" y="1631"/>
                  </a:lnTo>
                  <a:lnTo>
                    <a:pt x="1572" y="1633"/>
                  </a:lnTo>
                  <a:lnTo>
                    <a:pt x="1572" y="1633"/>
                  </a:lnTo>
                  <a:lnTo>
                    <a:pt x="1572" y="1633"/>
                  </a:lnTo>
                  <a:lnTo>
                    <a:pt x="1572" y="1633"/>
                  </a:lnTo>
                  <a:lnTo>
                    <a:pt x="1574" y="1636"/>
                  </a:lnTo>
                  <a:lnTo>
                    <a:pt x="1579" y="1633"/>
                  </a:lnTo>
                  <a:lnTo>
                    <a:pt x="1581" y="1636"/>
                  </a:lnTo>
                  <a:lnTo>
                    <a:pt x="1581" y="1633"/>
                  </a:lnTo>
                  <a:lnTo>
                    <a:pt x="1581" y="1633"/>
                  </a:lnTo>
                  <a:lnTo>
                    <a:pt x="1584" y="1629"/>
                  </a:lnTo>
                  <a:lnTo>
                    <a:pt x="1584" y="1626"/>
                  </a:lnTo>
                  <a:lnTo>
                    <a:pt x="1584" y="1626"/>
                  </a:lnTo>
                  <a:lnTo>
                    <a:pt x="1584" y="1626"/>
                  </a:lnTo>
                  <a:lnTo>
                    <a:pt x="1586" y="1624"/>
                  </a:lnTo>
                  <a:lnTo>
                    <a:pt x="1586" y="1624"/>
                  </a:lnTo>
                  <a:lnTo>
                    <a:pt x="1584" y="1624"/>
                  </a:lnTo>
                  <a:lnTo>
                    <a:pt x="1576" y="1626"/>
                  </a:lnTo>
                  <a:lnTo>
                    <a:pt x="1576" y="1626"/>
                  </a:lnTo>
                  <a:lnTo>
                    <a:pt x="1576" y="1629"/>
                  </a:lnTo>
                  <a:lnTo>
                    <a:pt x="1574" y="1629"/>
                  </a:lnTo>
                  <a:close/>
                  <a:moveTo>
                    <a:pt x="1586" y="2033"/>
                  </a:moveTo>
                  <a:lnTo>
                    <a:pt x="1586" y="2033"/>
                  </a:lnTo>
                  <a:lnTo>
                    <a:pt x="1586" y="2031"/>
                  </a:lnTo>
                  <a:lnTo>
                    <a:pt x="1586" y="2031"/>
                  </a:lnTo>
                  <a:lnTo>
                    <a:pt x="1586" y="2031"/>
                  </a:lnTo>
                  <a:lnTo>
                    <a:pt x="1586" y="2033"/>
                  </a:lnTo>
                  <a:lnTo>
                    <a:pt x="1586" y="2033"/>
                  </a:lnTo>
                  <a:lnTo>
                    <a:pt x="1584" y="2036"/>
                  </a:lnTo>
                  <a:lnTo>
                    <a:pt x="1584" y="2036"/>
                  </a:lnTo>
                  <a:lnTo>
                    <a:pt x="1584" y="2036"/>
                  </a:lnTo>
                  <a:lnTo>
                    <a:pt x="1584" y="2036"/>
                  </a:lnTo>
                  <a:lnTo>
                    <a:pt x="1586" y="2036"/>
                  </a:lnTo>
                  <a:lnTo>
                    <a:pt x="1586" y="2036"/>
                  </a:lnTo>
                  <a:lnTo>
                    <a:pt x="1586" y="2033"/>
                  </a:lnTo>
                  <a:close/>
                  <a:moveTo>
                    <a:pt x="1591" y="2033"/>
                  </a:moveTo>
                  <a:lnTo>
                    <a:pt x="1591" y="2033"/>
                  </a:lnTo>
                  <a:lnTo>
                    <a:pt x="1591" y="2033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31"/>
                  </a:lnTo>
                  <a:lnTo>
                    <a:pt x="1591" y="2033"/>
                  </a:lnTo>
                  <a:lnTo>
                    <a:pt x="1591" y="2033"/>
                  </a:lnTo>
                  <a:lnTo>
                    <a:pt x="1591" y="2036"/>
                  </a:lnTo>
                  <a:lnTo>
                    <a:pt x="1591" y="2033"/>
                  </a:lnTo>
                  <a:lnTo>
                    <a:pt x="1591" y="2033"/>
                  </a:lnTo>
                  <a:close/>
                  <a:moveTo>
                    <a:pt x="1591" y="1704"/>
                  </a:moveTo>
                  <a:lnTo>
                    <a:pt x="1593" y="1704"/>
                  </a:lnTo>
                  <a:lnTo>
                    <a:pt x="1593" y="1704"/>
                  </a:lnTo>
                  <a:lnTo>
                    <a:pt x="1593" y="1707"/>
                  </a:lnTo>
                  <a:lnTo>
                    <a:pt x="1598" y="1709"/>
                  </a:lnTo>
                  <a:lnTo>
                    <a:pt x="1600" y="1709"/>
                  </a:lnTo>
                  <a:lnTo>
                    <a:pt x="1600" y="1707"/>
                  </a:lnTo>
                  <a:lnTo>
                    <a:pt x="1603" y="1704"/>
                  </a:lnTo>
                  <a:lnTo>
                    <a:pt x="1605" y="1704"/>
                  </a:lnTo>
                  <a:lnTo>
                    <a:pt x="1605" y="1700"/>
                  </a:lnTo>
                  <a:lnTo>
                    <a:pt x="1607" y="1700"/>
                  </a:lnTo>
                  <a:lnTo>
                    <a:pt x="1612" y="1695"/>
                  </a:lnTo>
                  <a:lnTo>
                    <a:pt x="1612" y="1695"/>
                  </a:lnTo>
                  <a:lnTo>
                    <a:pt x="1610" y="1695"/>
                  </a:lnTo>
                  <a:lnTo>
                    <a:pt x="1610" y="1692"/>
                  </a:lnTo>
                  <a:lnTo>
                    <a:pt x="1612" y="1688"/>
                  </a:lnTo>
                  <a:lnTo>
                    <a:pt x="1612" y="1688"/>
                  </a:lnTo>
                  <a:lnTo>
                    <a:pt x="1610" y="1688"/>
                  </a:lnTo>
                  <a:lnTo>
                    <a:pt x="1610" y="1688"/>
                  </a:lnTo>
                  <a:lnTo>
                    <a:pt x="1610" y="1688"/>
                  </a:lnTo>
                  <a:lnTo>
                    <a:pt x="1610" y="1685"/>
                  </a:lnTo>
                  <a:lnTo>
                    <a:pt x="1607" y="1685"/>
                  </a:lnTo>
                  <a:lnTo>
                    <a:pt x="1607" y="1685"/>
                  </a:lnTo>
                  <a:lnTo>
                    <a:pt x="1605" y="1683"/>
                  </a:lnTo>
                  <a:lnTo>
                    <a:pt x="1605" y="1683"/>
                  </a:lnTo>
                  <a:lnTo>
                    <a:pt x="1603" y="1683"/>
                  </a:lnTo>
                  <a:lnTo>
                    <a:pt x="1603" y="1681"/>
                  </a:lnTo>
                  <a:lnTo>
                    <a:pt x="1603" y="1681"/>
                  </a:lnTo>
                  <a:lnTo>
                    <a:pt x="1603" y="1681"/>
                  </a:lnTo>
                  <a:lnTo>
                    <a:pt x="1603" y="1681"/>
                  </a:lnTo>
                  <a:lnTo>
                    <a:pt x="1603" y="1678"/>
                  </a:lnTo>
                  <a:lnTo>
                    <a:pt x="1603" y="1678"/>
                  </a:lnTo>
                  <a:lnTo>
                    <a:pt x="1603" y="1678"/>
                  </a:lnTo>
                  <a:lnTo>
                    <a:pt x="1600" y="1678"/>
                  </a:lnTo>
                  <a:lnTo>
                    <a:pt x="1603" y="1678"/>
                  </a:lnTo>
                  <a:lnTo>
                    <a:pt x="1603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598" y="1676"/>
                  </a:lnTo>
                  <a:lnTo>
                    <a:pt x="1598" y="1676"/>
                  </a:lnTo>
                  <a:lnTo>
                    <a:pt x="1598" y="1676"/>
                  </a:lnTo>
                  <a:lnTo>
                    <a:pt x="1598" y="1678"/>
                  </a:lnTo>
                  <a:lnTo>
                    <a:pt x="1595" y="1678"/>
                  </a:lnTo>
                  <a:lnTo>
                    <a:pt x="1595" y="1678"/>
                  </a:lnTo>
                  <a:lnTo>
                    <a:pt x="1593" y="1678"/>
                  </a:lnTo>
                  <a:lnTo>
                    <a:pt x="1593" y="1678"/>
                  </a:lnTo>
                  <a:lnTo>
                    <a:pt x="1593" y="1676"/>
                  </a:lnTo>
                  <a:lnTo>
                    <a:pt x="1593" y="1676"/>
                  </a:lnTo>
                  <a:lnTo>
                    <a:pt x="1593" y="1676"/>
                  </a:lnTo>
                  <a:lnTo>
                    <a:pt x="1591" y="1676"/>
                  </a:lnTo>
                  <a:lnTo>
                    <a:pt x="1588" y="1676"/>
                  </a:lnTo>
                  <a:lnTo>
                    <a:pt x="1586" y="1676"/>
                  </a:lnTo>
                  <a:lnTo>
                    <a:pt x="1584" y="1676"/>
                  </a:lnTo>
                  <a:lnTo>
                    <a:pt x="1584" y="1676"/>
                  </a:lnTo>
                  <a:lnTo>
                    <a:pt x="1581" y="1678"/>
                  </a:lnTo>
                  <a:lnTo>
                    <a:pt x="1581" y="1678"/>
                  </a:lnTo>
                  <a:lnTo>
                    <a:pt x="1579" y="1676"/>
                  </a:lnTo>
                  <a:lnTo>
                    <a:pt x="1576" y="1676"/>
                  </a:lnTo>
                  <a:lnTo>
                    <a:pt x="1574" y="1678"/>
                  </a:lnTo>
                  <a:lnTo>
                    <a:pt x="1569" y="1681"/>
                  </a:lnTo>
                  <a:lnTo>
                    <a:pt x="1569" y="1683"/>
                  </a:lnTo>
                  <a:lnTo>
                    <a:pt x="1565" y="1685"/>
                  </a:lnTo>
                  <a:lnTo>
                    <a:pt x="1565" y="1685"/>
                  </a:lnTo>
                  <a:lnTo>
                    <a:pt x="1565" y="1685"/>
                  </a:lnTo>
                  <a:lnTo>
                    <a:pt x="1565" y="1688"/>
                  </a:lnTo>
                  <a:lnTo>
                    <a:pt x="1565" y="1688"/>
                  </a:lnTo>
                  <a:lnTo>
                    <a:pt x="1565" y="1690"/>
                  </a:lnTo>
                  <a:lnTo>
                    <a:pt x="1567" y="1690"/>
                  </a:lnTo>
                  <a:lnTo>
                    <a:pt x="1567" y="1690"/>
                  </a:lnTo>
                  <a:lnTo>
                    <a:pt x="1569" y="1690"/>
                  </a:lnTo>
                  <a:lnTo>
                    <a:pt x="1569" y="1690"/>
                  </a:lnTo>
                  <a:lnTo>
                    <a:pt x="1572" y="1692"/>
                  </a:lnTo>
                  <a:lnTo>
                    <a:pt x="1576" y="1697"/>
                  </a:lnTo>
                  <a:lnTo>
                    <a:pt x="1579" y="1697"/>
                  </a:lnTo>
                  <a:lnTo>
                    <a:pt x="1584" y="1700"/>
                  </a:lnTo>
                  <a:lnTo>
                    <a:pt x="1586" y="1702"/>
                  </a:lnTo>
                  <a:lnTo>
                    <a:pt x="1586" y="1702"/>
                  </a:lnTo>
                  <a:lnTo>
                    <a:pt x="1588" y="1702"/>
                  </a:lnTo>
                  <a:lnTo>
                    <a:pt x="1588" y="1704"/>
                  </a:lnTo>
                  <a:lnTo>
                    <a:pt x="1591" y="1704"/>
                  </a:lnTo>
                  <a:lnTo>
                    <a:pt x="1591" y="1704"/>
                  </a:lnTo>
                  <a:close/>
                  <a:moveTo>
                    <a:pt x="1593" y="2055"/>
                  </a:moveTo>
                  <a:lnTo>
                    <a:pt x="1593" y="2055"/>
                  </a:lnTo>
                  <a:lnTo>
                    <a:pt x="1591" y="2057"/>
                  </a:lnTo>
                  <a:lnTo>
                    <a:pt x="1593" y="2057"/>
                  </a:lnTo>
                  <a:lnTo>
                    <a:pt x="1593" y="2059"/>
                  </a:lnTo>
                  <a:lnTo>
                    <a:pt x="1593" y="2059"/>
                  </a:lnTo>
                  <a:lnTo>
                    <a:pt x="1593" y="2059"/>
                  </a:lnTo>
                  <a:lnTo>
                    <a:pt x="1593" y="2057"/>
                  </a:lnTo>
                  <a:lnTo>
                    <a:pt x="1593" y="2057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1" y="2052"/>
                  </a:lnTo>
                  <a:lnTo>
                    <a:pt x="1591" y="2055"/>
                  </a:lnTo>
                  <a:lnTo>
                    <a:pt x="1591" y="2055"/>
                  </a:lnTo>
                  <a:lnTo>
                    <a:pt x="1593" y="2055"/>
                  </a:lnTo>
                  <a:close/>
                  <a:moveTo>
                    <a:pt x="1718" y="1529"/>
                  </a:moveTo>
                  <a:lnTo>
                    <a:pt x="1718" y="1529"/>
                  </a:lnTo>
                  <a:lnTo>
                    <a:pt x="1718" y="1527"/>
                  </a:lnTo>
                  <a:lnTo>
                    <a:pt x="1716" y="1527"/>
                  </a:lnTo>
                  <a:lnTo>
                    <a:pt x="1716" y="1527"/>
                  </a:lnTo>
                  <a:lnTo>
                    <a:pt x="1714" y="1529"/>
                  </a:lnTo>
                  <a:lnTo>
                    <a:pt x="1714" y="1529"/>
                  </a:lnTo>
                  <a:lnTo>
                    <a:pt x="1714" y="1532"/>
                  </a:lnTo>
                  <a:lnTo>
                    <a:pt x="1714" y="1532"/>
                  </a:lnTo>
                  <a:lnTo>
                    <a:pt x="1714" y="1534"/>
                  </a:lnTo>
                  <a:lnTo>
                    <a:pt x="1714" y="1534"/>
                  </a:lnTo>
                  <a:lnTo>
                    <a:pt x="1718" y="1534"/>
                  </a:lnTo>
                  <a:lnTo>
                    <a:pt x="1718" y="1534"/>
                  </a:lnTo>
                  <a:lnTo>
                    <a:pt x="1716" y="1534"/>
                  </a:lnTo>
                  <a:lnTo>
                    <a:pt x="1716" y="1536"/>
                  </a:lnTo>
                  <a:lnTo>
                    <a:pt x="1718" y="1536"/>
                  </a:lnTo>
                  <a:lnTo>
                    <a:pt x="1718" y="1536"/>
                  </a:lnTo>
                  <a:lnTo>
                    <a:pt x="1718" y="1539"/>
                  </a:lnTo>
                  <a:lnTo>
                    <a:pt x="1718" y="1539"/>
                  </a:lnTo>
                  <a:lnTo>
                    <a:pt x="1718" y="1539"/>
                  </a:lnTo>
                  <a:lnTo>
                    <a:pt x="1718" y="1539"/>
                  </a:lnTo>
                  <a:lnTo>
                    <a:pt x="1716" y="1539"/>
                  </a:lnTo>
                  <a:lnTo>
                    <a:pt x="1716" y="1539"/>
                  </a:lnTo>
                  <a:lnTo>
                    <a:pt x="1716" y="1541"/>
                  </a:lnTo>
                  <a:lnTo>
                    <a:pt x="1718" y="1541"/>
                  </a:lnTo>
                  <a:lnTo>
                    <a:pt x="1718" y="1543"/>
                  </a:lnTo>
                  <a:lnTo>
                    <a:pt x="1721" y="1548"/>
                  </a:lnTo>
                  <a:lnTo>
                    <a:pt x="1721" y="1550"/>
                  </a:lnTo>
                  <a:lnTo>
                    <a:pt x="1723" y="1548"/>
                  </a:lnTo>
                  <a:lnTo>
                    <a:pt x="1726" y="1548"/>
                  </a:lnTo>
                  <a:lnTo>
                    <a:pt x="1723" y="1548"/>
                  </a:lnTo>
                  <a:lnTo>
                    <a:pt x="1723" y="1548"/>
                  </a:lnTo>
                  <a:lnTo>
                    <a:pt x="1723" y="1548"/>
                  </a:lnTo>
                  <a:lnTo>
                    <a:pt x="1723" y="1548"/>
                  </a:lnTo>
                  <a:lnTo>
                    <a:pt x="1723" y="1546"/>
                  </a:lnTo>
                  <a:lnTo>
                    <a:pt x="1723" y="1546"/>
                  </a:lnTo>
                  <a:lnTo>
                    <a:pt x="1723" y="1543"/>
                  </a:lnTo>
                  <a:lnTo>
                    <a:pt x="1723" y="1543"/>
                  </a:lnTo>
                  <a:lnTo>
                    <a:pt x="1723" y="1543"/>
                  </a:lnTo>
                  <a:lnTo>
                    <a:pt x="1723" y="1543"/>
                  </a:lnTo>
                  <a:lnTo>
                    <a:pt x="1723" y="1541"/>
                  </a:lnTo>
                  <a:lnTo>
                    <a:pt x="1721" y="1541"/>
                  </a:lnTo>
                  <a:lnTo>
                    <a:pt x="1723" y="1539"/>
                  </a:lnTo>
                  <a:lnTo>
                    <a:pt x="1723" y="1539"/>
                  </a:lnTo>
                  <a:lnTo>
                    <a:pt x="1723" y="1536"/>
                  </a:lnTo>
                  <a:lnTo>
                    <a:pt x="1721" y="1534"/>
                  </a:lnTo>
                  <a:lnTo>
                    <a:pt x="1721" y="1534"/>
                  </a:lnTo>
                  <a:lnTo>
                    <a:pt x="1721" y="1534"/>
                  </a:lnTo>
                  <a:lnTo>
                    <a:pt x="1718" y="1534"/>
                  </a:lnTo>
                  <a:lnTo>
                    <a:pt x="1718" y="1532"/>
                  </a:lnTo>
                  <a:lnTo>
                    <a:pt x="1718" y="1532"/>
                  </a:lnTo>
                  <a:lnTo>
                    <a:pt x="1718" y="1532"/>
                  </a:lnTo>
                  <a:lnTo>
                    <a:pt x="1718" y="1529"/>
                  </a:lnTo>
                  <a:lnTo>
                    <a:pt x="1718" y="1529"/>
                  </a:lnTo>
                  <a:lnTo>
                    <a:pt x="1718" y="1529"/>
                  </a:lnTo>
                  <a:lnTo>
                    <a:pt x="1718" y="1529"/>
                  </a:lnTo>
                  <a:close/>
                  <a:moveTo>
                    <a:pt x="1730" y="2289"/>
                  </a:moveTo>
                  <a:lnTo>
                    <a:pt x="1730" y="2289"/>
                  </a:lnTo>
                  <a:lnTo>
                    <a:pt x="1728" y="2289"/>
                  </a:lnTo>
                  <a:lnTo>
                    <a:pt x="1726" y="2289"/>
                  </a:lnTo>
                  <a:lnTo>
                    <a:pt x="1726" y="2289"/>
                  </a:lnTo>
                  <a:lnTo>
                    <a:pt x="1723" y="2284"/>
                  </a:lnTo>
                  <a:lnTo>
                    <a:pt x="1723" y="2284"/>
                  </a:lnTo>
                  <a:lnTo>
                    <a:pt x="1723" y="2282"/>
                  </a:lnTo>
                  <a:lnTo>
                    <a:pt x="1723" y="2284"/>
                  </a:lnTo>
                  <a:lnTo>
                    <a:pt x="1723" y="2287"/>
                  </a:lnTo>
                  <a:lnTo>
                    <a:pt x="1726" y="2296"/>
                  </a:lnTo>
                  <a:lnTo>
                    <a:pt x="1726" y="2301"/>
                  </a:lnTo>
                  <a:lnTo>
                    <a:pt x="1726" y="2303"/>
                  </a:lnTo>
                  <a:lnTo>
                    <a:pt x="1726" y="2308"/>
                  </a:lnTo>
                  <a:lnTo>
                    <a:pt x="1726" y="2320"/>
                  </a:lnTo>
                  <a:lnTo>
                    <a:pt x="1726" y="2320"/>
                  </a:lnTo>
                  <a:lnTo>
                    <a:pt x="1726" y="2322"/>
                  </a:lnTo>
                  <a:lnTo>
                    <a:pt x="1726" y="2322"/>
                  </a:lnTo>
                  <a:lnTo>
                    <a:pt x="1723" y="2324"/>
                  </a:lnTo>
                  <a:lnTo>
                    <a:pt x="1721" y="2324"/>
                  </a:lnTo>
                  <a:lnTo>
                    <a:pt x="1721" y="2324"/>
                  </a:lnTo>
                  <a:lnTo>
                    <a:pt x="1721" y="2327"/>
                  </a:lnTo>
                  <a:lnTo>
                    <a:pt x="1721" y="2327"/>
                  </a:lnTo>
                  <a:lnTo>
                    <a:pt x="1721" y="2329"/>
                  </a:lnTo>
                  <a:lnTo>
                    <a:pt x="1721" y="2329"/>
                  </a:lnTo>
                  <a:lnTo>
                    <a:pt x="1721" y="2332"/>
                  </a:lnTo>
                  <a:lnTo>
                    <a:pt x="1718" y="2332"/>
                  </a:lnTo>
                  <a:lnTo>
                    <a:pt x="1718" y="2329"/>
                  </a:lnTo>
                  <a:lnTo>
                    <a:pt x="1718" y="2329"/>
                  </a:lnTo>
                  <a:lnTo>
                    <a:pt x="1718" y="2327"/>
                  </a:lnTo>
                  <a:lnTo>
                    <a:pt x="1718" y="2327"/>
                  </a:lnTo>
                  <a:lnTo>
                    <a:pt x="1718" y="2324"/>
                  </a:lnTo>
                  <a:lnTo>
                    <a:pt x="1721" y="2320"/>
                  </a:lnTo>
                  <a:lnTo>
                    <a:pt x="1721" y="2320"/>
                  </a:lnTo>
                  <a:lnTo>
                    <a:pt x="1721" y="2315"/>
                  </a:lnTo>
                  <a:lnTo>
                    <a:pt x="1721" y="2315"/>
                  </a:lnTo>
                  <a:lnTo>
                    <a:pt x="1721" y="2313"/>
                  </a:lnTo>
                  <a:lnTo>
                    <a:pt x="1721" y="2310"/>
                  </a:lnTo>
                  <a:lnTo>
                    <a:pt x="1721" y="2310"/>
                  </a:lnTo>
                  <a:lnTo>
                    <a:pt x="1721" y="2308"/>
                  </a:lnTo>
                  <a:lnTo>
                    <a:pt x="1721" y="2308"/>
                  </a:lnTo>
                  <a:lnTo>
                    <a:pt x="1721" y="2308"/>
                  </a:lnTo>
                  <a:lnTo>
                    <a:pt x="1721" y="2306"/>
                  </a:lnTo>
                  <a:lnTo>
                    <a:pt x="1721" y="2303"/>
                  </a:lnTo>
                  <a:lnTo>
                    <a:pt x="1721" y="2301"/>
                  </a:lnTo>
                  <a:lnTo>
                    <a:pt x="1718" y="2298"/>
                  </a:lnTo>
                  <a:lnTo>
                    <a:pt x="1718" y="2298"/>
                  </a:lnTo>
                  <a:lnTo>
                    <a:pt x="1718" y="2296"/>
                  </a:lnTo>
                  <a:lnTo>
                    <a:pt x="1718" y="2296"/>
                  </a:lnTo>
                  <a:lnTo>
                    <a:pt x="1718" y="2296"/>
                  </a:lnTo>
                  <a:lnTo>
                    <a:pt x="1716" y="2291"/>
                  </a:lnTo>
                  <a:lnTo>
                    <a:pt x="1716" y="2291"/>
                  </a:lnTo>
                  <a:lnTo>
                    <a:pt x="1714" y="2291"/>
                  </a:lnTo>
                  <a:lnTo>
                    <a:pt x="1716" y="2291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8"/>
                  </a:lnTo>
                  <a:lnTo>
                    <a:pt x="1718" y="2303"/>
                  </a:lnTo>
                  <a:lnTo>
                    <a:pt x="1718" y="2313"/>
                  </a:lnTo>
                  <a:lnTo>
                    <a:pt x="1718" y="2315"/>
                  </a:lnTo>
                  <a:lnTo>
                    <a:pt x="1718" y="2317"/>
                  </a:lnTo>
                  <a:lnTo>
                    <a:pt x="1711" y="2329"/>
                  </a:lnTo>
                  <a:lnTo>
                    <a:pt x="1707" y="2348"/>
                  </a:lnTo>
                  <a:lnTo>
                    <a:pt x="1704" y="2351"/>
                  </a:lnTo>
                  <a:lnTo>
                    <a:pt x="1704" y="2353"/>
                  </a:lnTo>
                  <a:lnTo>
                    <a:pt x="1704" y="2355"/>
                  </a:lnTo>
                  <a:lnTo>
                    <a:pt x="1707" y="2355"/>
                  </a:lnTo>
                  <a:lnTo>
                    <a:pt x="1709" y="2355"/>
                  </a:lnTo>
                  <a:lnTo>
                    <a:pt x="1709" y="2358"/>
                  </a:lnTo>
                  <a:lnTo>
                    <a:pt x="1709" y="2358"/>
                  </a:lnTo>
                  <a:lnTo>
                    <a:pt x="1711" y="2358"/>
                  </a:lnTo>
                  <a:lnTo>
                    <a:pt x="1711" y="2360"/>
                  </a:lnTo>
                  <a:lnTo>
                    <a:pt x="1711" y="2360"/>
                  </a:lnTo>
                  <a:lnTo>
                    <a:pt x="1714" y="2360"/>
                  </a:lnTo>
                  <a:lnTo>
                    <a:pt x="1714" y="2360"/>
                  </a:lnTo>
                  <a:lnTo>
                    <a:pt x="1714" y="2360"/>
                  </a:lnTo>
                  <a:lnTo>
                    <a:pt x="1714" y="2358"/>
                  </a:lnTo>
                  <a:lnTo>
                    <a:pt x="1714" y="2355"/>
                  </a:lnTo>
                  <a:lnTo>
                    <a:pt x="1714" y="2353"/>
                  </a:lnTo>
                  <a:lnTo>
                    <a:pt x="1718" y="2346"/>
                  </a:lnTo>
                  <a:lnTo>
                    <a:pt x="1721" y="2332"/>
                  </a:lnTo>
                  <a:lnTo>
                    <a:pt x="1723" y="2329"/>
                  </a:lnTo>
                  <a:lnTo>
                    <a:pt x="1723" y="2329"/>
                  </a:lnTo>
                  <a:lnTo>
                    <a:pt x="1726" y="2329"/>
                  </a:lnTo>
                  <a:lnTo>
                    <a:pt x="1726" y="2329"/>
                  </a:lnTo>
                  <a:lnTo>
                    <a:pt x="1726" y="2332"/>
                  </a:lnTo>
                  <a:lnTo>
                    <a:pt x="1726" y="2336"/>
                  </a:lnTo>
                  <a:lnTo>
                    <a:pt x="1723" y="2336"/>
                  </a:lnTo>
                  <a:lnTo>
                    <a:pt x="1723" y="2348"/>
                  </a:lnTo>
                  <a:lnTo>
                    <a:pt x="1718" y="2360"/>
                  </a:lnTo>
                  <a:lnTo>
                    <a:pt x="1718" y="2362"/>
                  </a:lnTo>
                  <a:lnTo>
                    <a:pt x="1721" y="2362"/>
                  </a:lnTo>
                  <a:lnTo>
                    <a:pt x="1721" y="2362"/>
                  </a:lnTo>
                  <a:lnTo>
                    <a:pt x="1721" y="2362"/>
                  </a:lnTo>
                  <a:lnTo>
                    <a:pt x="1721" y="2360"/>
                  </a:lnTo>
                  <a:lnTo>
                    <a:pt x="1721" y="2360"/>
                  </a:lnTo>
                  <a:lnTo>
                    <a:pt x="1723" y="2351"/>
                  </a:lnTo>
                  <a:lnTo>
                    <a:pt x="1723" y="2351"/>
                  </a:lnTo>
                  <a:lnTo>
                    <a:pt x="1723" y="2351"/>
                  </a:lnTo>
                  <a:lnTo>
                    <a:pt x="1726" y="2353"/>
                  </a:lnTo>
                  <a:lnTo>
                    <a:pt x="1728" y="2353"/>
                  </a:lnTo>
                  <a:lnTo>
                    <a:pt x="1730" y="2353"/>
                  </a:lnTo>
                  <a:lnTo>
                    <a:pt x="1733" y="2351"/>
                  </a:lnTo>
                  <a:lnTo>
                    <a:pt x="1735" y="2341"/>
                  </a:lnTo>
                  <a:lnTo>
                    <a:pt x="1735" y="2341"/>
                  </a:lnTo>
                  <a:lnTo>
                    <a:pt x="1735" y="2341"/>
                  </a:lnTo>
                  <a:lnTo>
                    <a:pt x="1735" y="2324"/>
                  </a:lnTo>
                  <a:lnTo>
                    <a:pt x="1737" y="2317"/>
                  </a:lnTo>
                  <a:lnTo>
                    <a:pt x="1737" y="2315"/>
                  </a:lnTo>
                  <a:lnTo>
                    <a:pt x="1737" y="2315"/>
                  </a:lnTo>
                  <a:lnTo>
                    <a:pt x="1740" y="2315"/>
                  </a:lnTo>
                  <a:lnTo>
                    <a:pt x="1740" y="2317"/>
                  </a:lnTo>
                  <a:lnTo>
                    <a:pt x="1742" y="2320"/>
                  </a:lnTo>
                  <a:lnTo>
                    <a:pt x="1742" y="2322"/>
                  </a:lnTo>
                  <a:lnTo>
                    <a:pt x="1742" y="2322"/>
                  </a:lnTo>
                  <a:lnTo>
                    <a:pt x="1742" y="2336"/>
                  </a:lnTo>
                  <a:lnTo>
                    <a:pt x="1742" y="2348"/>
                  </a:lnTo>
                  <a:lnTo>
                    <a:pt x="1742" y="2348"/>
                  </a:lnTo>
                  <a:lnTo>
                    <a:pt x="1742" y="2341"/>
                  </a:lnTo>
                  <a:lnTo>
                    <a:pt x="1742" y="2329"/>
                  </a:lnTo>
                  <a:lnTo>
                    <a:pt x="1742" y="2327"/>
                  </a:lnTo>
                  <a:lnTo>
                    <a:pt x="1742" y="2327"/>
                  </a:lnTo>
                  <a:lnTo>
                    <a:pt x="1742" y="2324"/>
                  </a:lnTo>
                  <a:lnTo>
                    <a:pt x="1742" y="2322"/>
                  </a:lnTo>
                  <a:lnTo>
                    <a:pt x="1745" y="2320"/>
                  </a:lnTo>
                  <a:lnTo>
                    <a:pt x="1745" y="2317"/>
                  </a:lnTo>
                  <a:lnTo>
                    <a:pt x="1745" y="2317"/>
                  </a:lnTo>
                  <a:lnTo>
                    <a:pt x="1742" y="2317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5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0" y="2303"/>
                  </a:lnTo>
                  <a:lnTo>
                    <a:pt x="1740" y="2303"/>
                  </a:lnTo>
                  <a:lnTo>
                    <a:pt x="1740" y="2303"/>
                  </a:lnTo>
                  <a:lnTo>
                    <a:pt x="1740" y="2303"/>
                  </a:lnTo>
                  <a:lnTo>
                    <a:pt x="1742" y="2303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298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3"/>
                  </a:lnTo>
                  <a:lnTo>
                    <a:pt x="1745" y="2303"/>
                  </a:lnTo>
                  <a:lnTo>
                    <a:pt x="1745" y="2308"/>
                  </a:lnTo>
                  <a:lnTo>
                    <a:pt x="1745" y="2310"/>
                  </a:lnTo>
                  <a:lnTo>
                    <a:pt x="1745" y="2327"/>
                  </a:lnTo>
                  <a:lnTo>
                    <a:pt x="1745" y="2332"/>
                  </a:lnTo>
                  <a:lnTo>
                    <a:pt x="1745" y="2334"/>
                  </a:lnTo>
                  <a:lnTo>
                    <a:pt x="1745" y="2336"/>
                  </a:lnTo>
                  <a:lnTo>
                    <a:pt x="1745" y="2341"/>
                  </a:lnTo>
                  <a:lnTo>
                    <a:pt x="1745" y="2343"/>
                  </a:lnTo>
                  <a:lnTo>
                    <a:pt x="1745" y="2346"/>
                  </a:lnTo>
                  <a:lnTo>
                    <a:pt x="1745" y="2346"/>
                  </a:lnTo>
                  <a:lnTo>
                    <a:pt x="1745" y="2346"/>
                  </a:lnTo>
                  <a:lnTo>
                    <a:pt x="1745" y="2348"/>
                  </a:lnTo>
                  <a:lnTo>
                    <a:pt x="1745" y="2348"/>
                  </a:lnTo>
                  <a:lnTo>
                    <a:pt x="1747" y="2348"/>
                  </a:lnTo>
                  <a:lnTo>
                    <a:pt x="1745" y="2343"/>
                  </a:lnTo>
                  <a:lnTo>
                    <a:pt x="1747" y="2332"/>
                  </a:lnTo>
                  <a:lnTo>
                    <a:pt x="1745" y="2322"/>
                  </a:lnTo>
                  <a:lnTo>
                    <a:pt x="1747" y="2313"/>
                  </a:lnTo>
                  <a:lnTo>
                    <a:pt x="1747" y="2313"/>
                  </a:lnTo>
                  <a:lnTo>
                    <a:pt x="1747" y="2308"/>
                  </a:lnTo>
                  <a:lnTo>
                    <a:pt x="1747" y="2308"/>
                  </a:lnTo>
                  <a:lnTo>
                    <a:pt x="1747" y="2308"/>
                  </a:lnTo>
                  <a:lnTo>
                    <a:pt x="1749" y="2306"/>
                  </a:lnTo>
                  <a:lnTo>
                    <a:pt x="1749" y="2306"/>
                  </a:lnTo>
                  <a:lnTo>
                    <a:pt x="1749" y="2303"/>
                  </a:lnTo>
                  <a:lnTo>
                    <a:pt x="1747" y="2306"/>
                  </a:lnTo>
                  <a:lnTo>
                    <a:pt x="1747" y="2306"/>
                  </a:lnTo>
                  <a:lnTo>
                    <a:pt x="1745" y="2303"/>
                  </a:lnTo>
                  <a:lnTo>
                    <a:pt x="1747" y="2303"/>
                  </a:lnTo>
                  <a:lnTo>
                    <a:pt x="1747" y="2303"/>
                  </a:lnTo>
                  <a:lnTo>
                    <a:pt x="1747" y="2303"/>
                  </a:lnTo>
                  <a:lnTo>
                    <a:pt x="1747" y="2301"/>
                  </a:lnTo>
                  <a:lnTo>
                    <a:pt x="1747" y="2301"/>
                  </a:lnTo>
                  <a:lnTo>
                    <a:pt x="1745" y="2301"/>
                  </a:lnTo>
                  <a:lnTo>
                    <a:pt x="1745" y="2301"/>
                  </a:lnTo>
                  <a:lnTo>
                    <a:pt x="1745" y="2298"/>
                  </a:lnTo>
                  <a:lnTo>
                    <a:pt x="1745" y="2296"/>
                  </a:lnTo>
                  <a:lnTo>
                    <a:pt x="1745" y="2296"/>
                  </a:lnTo>
                  <a:lnTo>
                    <a:pt x="1742" y="2296"/>
                  </a:lnTo>
                  <a:lnTo>
                    <a:pt x="1740" y="2296"/>
                  </a:lnTo>
                  <a:lnTo>
                    <a:pt x="1737" y="2296"/>
                  </a:lnTo>
                  <a:lnTo>
                    <a:pt x="1735" y="2296"/>
                  </a:lnTo>
                  <a:lnTo>
                    <a:pt x="1733" y="2294"/>
                  </a:lnTo>
                  <a:lnTo>
                    <a:pt x="1730" y="2289"/>
                  </a:lnTo>
                  <a:lnTo>
                    <a:pt x="1730" y="2289"/>
                  </a:lnTo>
                  <a:close/>
                  <a:moveTo>
                    <a:pt x="1749" y="1695"/>
                  </a:moveTo>
                  <a:lnTo>
                    <a:pt x="1749" y="1692"/>
                  </a:lnTo>
                  <a:lnTo>
                    <a:pt x="1747" y="1692"/>
                  </a:lnTo>
                  <a:lnTo>
                    <a:pt x="1747" y="1695"/>
                  </a:lnTo>
                  <a:lnTo>
                    <a:pt x="1747" y="1695"/>
                  </a:lnTo>
                  <a:lnTo>
                    <a:pt x="1747" y="1695"/>
                  </a:lnTo>
                  <a:lnTo>
                    <a:pt x="1747" y="1692"/>
                  </a:lnTo>
                  <a:lnTo>
                    <a:pt x="1745" y="1692"/>
                  </a:lnTo>
                  <a:lnTo>
                    <a:pt x="1745" y="1692"/>
                  </a:lnTo>
                  <a:lnTo>
                    <a:pt x="1745" y="1692"/>
                  </a:lnTo>
                  <a:lnTo>
                    <a:pt x="1742" y="1692"/>
                  </a:lnTo>
                  <a:lnTo>
                    <a:pt x="1742" y="1692"/>
                  </a:lnTo>
                  <a:lnTo>
                    <a:pt x="1742" y="1692"/>
                  </a:lnTo>
                  <a:lnTo>
                    <a:pt x="1742" y="1695"/>
                  </a:lnTo>
                  <a:lnTo>
                    <a:pt x="1740" y="1697"/>
                  </a:lnTo>
                  <a:lnTo>
                    <a:pt x="1740" y="1697"/>
                  </a:lnTo>
                  <a:lnTo>
                    <a:pt x="1745" y="1700"/>
                  </a:lnTo>
                  <a:lnTo>
                    <a:pt x="1745" y="1700"/>
                  </a:lnTo>
                  <a:lnTo>
                    <a:pt x="1745" y="1700"/>
                  </a:lnTo>
                  <a:lnTo>
                    <a:pt x="1749" y="1700"/>
                  </a:lnTo>
                  <a:lnTo>
                    <a:pt x="1749" y="1700"/>
                  </a:lnTo>
                  <a:lnTo>
                    <a:pt x="1752" y="1700"/>
                  </a:lnTo>
                  <a:lnTo>
                    <a:pt x="1754" y="1700"/>
                  </a:lnTo>
                  <a:lnTo>
                    <a:pt x="1763" y="1700"/>
                  </a:lnTo>
                  <a:lnTo>
                    <a:pt x="1771" y="1697"/>
                  </a:lnTo>
                  <a:lnTo>
                    <a:pt x="1768" y="1697"/>
                  </a:lnTo>
                  <a:lnTo>
                    <a:pt x="1766" y="1692"/>
                  </a:lnTo>
                  <a:lnTo>
                    <a:pt x="1766" y="1692"/>
                  </a:lnTo>
                  <a:lnTo>
                    <a:pt x="1766" y="1692"/>
                  </a:lnTo>
                  <a:lnTo>
                    <a:pt x="1761" y="1692"/>
                  </a:lnTo>
                  <a:lnTo>
                    <a:pt x="1761" y="1692"/>
                  </a:lnTo>
                  <a:lnTo>
                    <a:pt x="1759" y="1692"/>
                  </a:lnTo>
                  <a:lnTo>
                    <a:pt x="1752" y="1697"/>
                  </a:lnTo>
                  <a:lnTo>
                    <a:pt x="1752" y="1697"/>
                  </a:lnTo>
                  <a:lnTo>
                    <a:pt x="1749" y="1695"/>
                  </a:lnTo>
                  <a:lnTo>
                    <a:pt x="1749" y="1695"/>
                  </a:lnTo>
                  <a:lnTo>
                    <a:pt x="1749" y="1695"/>
                  </a:lnTo>
                  <a:lnTo>
                    <a:pt x="1749" y="1695"/>
                  </a:lnTo>
                  <a:close/>
                  <a:moveTo>
                    <a:pt x="1735" y="1555"/>
                  </a:moveTo>
                  <a:lnTo>
                    <a:pt x="1735" y="1555"/>
                  </a:lnTo>
                  <a:lnTo>
                    <a:pt x="1735" y="1558"/>
                  </a:lnTo>
                  <a:lnTo>
                    <a:pt x="1735" y="1558"/>
                  </a:lnTo>
                  <a:lnTo>
                    <a:pt x="1735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60"/>
                  </a:lnTo>
                  <a:lnTo>
                    <a:pt x="1737" y="1560"/>
                  </a:lnTo>
                  <a:lnTo>
                    <a:pt x="1737" y="1560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2" y="1555"/>
                  </a:lnTo>
                  <a:lnTo>
                    <a:pt x="1740" y="1555"/>
                  </a:lnTo>
                  <a:lnTo>
                    <a:pt x="1740" y="1555"/>
                  </a:lnTo>
                  <a:lnTo>
                    <a:pt x="1740" y="1555"/>
                  </a:lnTo>
                  <a:lnTo>
                    <a:pt x="1740" y="1555"/>
                  </a:lnTo>
                  <a:lnTo>
                    <a:pt x="1742" y="1555"/>
                  </a:lnTo>
                  <a:lnTo>
                    <a:pt x="1742" y="1553"/>
                  </a:lnTo>
                  <a:lnTo>
                    <a:pt x="1742" y="1553"/>
                  </a:lnTo>
                  <a:lnTo>
                    <a:pt x="1742" y="1553"/>
                  </a:lnTo>
                  <a:lnTo>
                    <a:pt x="1740" y="1553"/>
                  </a:lnTo>
                  <a:lnTo>
                    <a:pt x="1737" y="1553"/>
                  </a:lnTo>
                  <a:lnTo>
                    <a:pt x="1737" y="1553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5" y="1550"/>
                  </a:lnTo>
                  <a:lnTo>
                    <a:pt x="1735" y="1553"/>
                  </a:lnTo>
                  <a:lnTo>
                    <a:pt x="1737" y="1553"/>
                  </a:lnTo>
                  <a:lnTo>
                    <a:pt x="1737" y="1553"/>
                  </a:lnTo>
                  <a:lnTo>
                    <a:pt x="1737" y="1555"/>
                  </a:lnTo>
                  <a:lnTo>
                    <a:pt x="1737" y="1555"/>
                  </a:lnTo>
                  <a:lnTo>
                    <a:pt x="1735" y="1555"/>
                  </a:lnTo>
                  <a:close/>
                  <a:moveTo>
                    <a:pt x="1742" y="2272"/>
                  </a:moveTo>
                  <a:lnTo>
                    <a:pt x="1742" y="2275"/>
                  </a:lnTo>
                  <a:lnTo>
                    <a:pt x="1745" y="2275"/>
                  </a:lnTo>
                  <a:lnTo>
                    <a:pt x="1745" y="2275"/>
                  </a:lnTo>
                  <a:lnTo>
                    <a:pt x="1747" y="2272"/>
                  </a:lnTo>
                  <a:lnTo>
                    <a:pt x="1747" y="2272"/>
                  </a:lnTo>
                  <a:lnTo>
                    <a:pt x="1747" y="2272"/>
                  </a:lnTo>
                  <a:lnTo>
                    <a:pt x="1745" y="2272"/>
                  </a:lnTo>
                  <a:lnTo>
                    <a:pt x="1745" y="2272"/>
                  </a:lnTo>
                  <a:lnTo>
                    <a:pt x="1742" y="2272"/>
                  </a:lnTo>
                  <a:lnTo>
                    <a:pt x="1742" y="2272"/>
                  </a:lnTo>
                  <a:lnTo>
                    <a:pt x="1742" y="2272"/>
                  </a:lnTo>
                  <a:lnTo>
                    <a:pt x="1742" y="2272"/>
                  </a:lnTo>
                  <a:close/>
                  <a:moveTo>
                    <a:pt x="1759" y="2315"/>
                  </a:moveTo>
                  <a:lnTo>
                    <a:pt x="1761" y="2315"/>
                  </a:lnTo>
                  <a:lnTo>
                    <a:pt x="1761" y="2315"/>
                  </a:lnTo>
                  <a:lnTo>
                    <a:pt x="1761" y="2315"/>
                  </a:lnTo>
                  <a:lnTo>
                    <a:pt x="1761" y="2315"/>
                  </a:lnTo>
                  <a:lnTo>
                    <a:pt x="1763" y="2315"/>
                  </a:lnTo>
                  <a:lnTo>
                    <a:pt x="1763" y="2313"/>
                  </a:lnTo>
                  <a:lnTo>
                    <a:pt x="1761" y="2313"/>
                  </a:lnTo>
                  <a:lnTo>
                    <a:pt x="1761" y="2310"/>
                  </a:lnTo>
                  <a:lnTo>
                    <a:pt x="1763" y="2310"/>
                  </a:lnTo>
                  <a:lnTo>
                    <a:pt x="1763" y="2308"/>
                  </a:lnTo>
                  <a:lnTo>
                    <a:pt x="1761" y="2308"/>
                  </a:lnTo>
                  <a:lnTo>
                    <a:pt x="1761" y="2306"/>
                  </a:lnTo>
                  <a:lnTo>
                    <a:pt x="1761" y="2306"/>
                  </a:lnTo>
                  <a:lnTo>
                    <a:pt x="1761" y="2303"/>
                  </a:lnTo>
                  <a:lnTo>
                    <a:pt x="1759" y="2301"/>
                  </a:lnTo>
                  <a:lnTo>
                    <a:pt x="1759" y="2298"/>
                  </a:lnTo>
                  <a:lnTo>
                    <a:pt x="1756" y="2291"/>
                  </a:lnTo>
                  <a:lnTo>
                    <a:pt x="1756" y="2291"/>
                  </a:lnTo>
                  <a:lnTo>
                    <a:pt x="1754" y="2291"/>
                  </a:lnTo>
                  <a:lnTo>
                    <a:pt x="1754" y="2291"/>
                  </a:lnTo>
                  <a:lnTo>
                    <a:pt x="1752" y="2294"/>
                  </a:lnTo>
                  <a:lnTo>
                    <a:pt x="1752" y="2294"/>
                  </a:lnTo>
                  <a:lnTo>
                    <a:pt x="1752" y="2296"/>
                  </a:lnTo>
                  <a:lnTo>
                    <a:pt x="1752" y="2298"/>
                  </a:lnTo>
                  <a:lnTo>
                    <a:pt x="1752" y="2301"/>
                  </a:lnTo>
                  <a:lnTo>
                    <a:pt x="1752" y="2301"/>
                  </a:lnTo>
                  <a:lnTo>
                    <a:pt x="1752" y="2301"/>
                  </a:lnTo>
                  <a:lnTo>
                    <a:pt x="1752" y="2303"/>
                  </a:lnTo>
                  <a:lnTo>
                    <a:pt x="1752" y="2303"/>
                  </a:lnTo>
                  <a:lnTo>
                    <a:pt x="1752" y="2303"/>
                  </a:lnTo>
                  <a:lnTo>
                    <a:pt x="1752" y="2306"/>
                  </a:lnTo>
                  <a:lnTo>
                    <a:pt x="1752" y="2306"/>
                  </a:lnTo>
                  <a:lnTo>
                    <a:pt x="1752" y="2308"/>
                  </a:lnTo>
                  <a:lnTo>
                    <a:pt x="1754" y="2308"/>
                  </a:lnTo>
                  <a:lnTo>
                    <a:pt x="1754" y="2310"/>
                  </a:lnTo>
                  <a:lnTo>
                    <a:pt x="1752" y="2317"/>
                  </a:lnTo>
                  <a:lnTo>
                    <a:pt x="1752" y="2320"/>
                  </a:lnTo>
                  <a:lnTo>
                    <a:pt x="1752" y="2322"/>
                  </a:lnTo>
                  <a:lnTo>
                    <a:pt x="1752" y="2322"/>
                  </a:lnTo>
                  <a:lnTo>
                    <a:pt x="1754" y="2322"/>
                  </a:lnTo>
                  <a:lnTo>
                    <a:pt x="1756" y="2320"/>
                  </a:lnTo>
                  <a:lnTo>
                    <a:pt x="1756" y="2317"/>
                  </a:lnTo>
                  <a:lnTo>
                    <a:pt x="1756" y="2317"/>
                  </a:lnTo>
                  <a:lnTo>
                    <a:pt x="1759" y="2315"/>
                  </a:lnTo>
                  <a:lnTo>
                    <a:pt x="1759" y="2315"/>
                  </a:lnTo>
                  <a:lnTo>
                    <a:pt x="1759" y="2317"/>
                  </a:lnTo>
                  <a:lnTo>
                    <a:pt x="1759" y="2315"/>
                  </a:lnTo>
                  <a:close/>
                  <a:moveTo>
                    <a:pt x="1754" y="2334"/>
                  </a:moveTo>
                  <a:lnTo>
                    <a:pt x="1754" y="2332"/>
                  </a:lnTo>
                  <a:lnTo>
                    <a:pt x="1754" y="2329"/>
                  </a:lnTo>
                  <a:lnTo>
                    <a:pt x="1752" y="2332"/>
                  </a:lnTo>
                  <a:lnTo>
                    <a:pt x="1752" y="2332"/>
                  </a:lnTo>
                  <a:lnTo>
                    <a:pt x="1752" y="2332"/>
                  </a:lnTo>
                  <a:lnTo>
                    <a:pt x="1752" y="2329"/>
                  </a:lnTo>
                  <a:lnTo>
                    <a:pt x="1754" y="2329"/>
                  </a:lnTo>
                  <a:lnTo>
                    <a:pt x="1754" y="2329"/>
                  </a:lnTo>
                  <a:lnTo>
                    <a:pt x="1754" y="2329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49" y="2329"/>
                  </a:lnTo>
                  <a:lnTo>
                    <a:pt x="1749" y="2329"/>
                  </a:lnTo>
                  <a:lnTo>
                    <a:pt x="1749" y="2329"/>
                  </a:lnTo>
                  <a:lnTo>
                    <a:pt x="1749" y="2332"/>
                  </a:lnTo>
                  <a:lnTo>
                    <a:pt x="1752" y="2334"/>
                  </a:lnTo>
                  <a:lnTo>
                    <a:pt x="1752" y="2336"/>
                  </a:lnTo>
                  <a:lnTo>
                    <a:pt x="1752" y="2341"/>
                  </a:lnTo>
                  <a:lnTo>
                    <a:pt x="1752" y="2348"/>
                  </a:lnTo>
                  <a:lnTo>
                    <a:pt x="1752" y="2351"/>
                  </a:lnTo>
                  <a:lnTo>
                    <a:pt x="1752" y="2353"/>
                  </a:lnTo>
                  <a:lnTo>
                    <a:pt x="1749" y="2353"/>
                  </a:lnTo>
                  <a:lnTo>
                    <a:pt x="1752" y="2353"/>
                  </a:lnTo>
                  <a:lnTo>
                    <a:pt x="1752" y="2348"/>
                  </a:lnTo>
                  <a:lnTo>
                    <a:pt x="1752" y="2346"/>
                  </a:lnTo>
                  <a:lnTo>
                    <a:pt x="1752" y="2341"/>
                  </a:lnTo>
                  <a:lnTo>
                    <a:pt x="1752" y="2341"/>
                  </a:lnTo>
                  <a:lnTo>
                    <a:pt x="1752" y="2339"/>
                  </a:lnTo>
                  <a:lnTo>
                    <a:pt x="1752" y="2334"/>
                  </a:lnTo>
                  <a:lnTo>
                    <a:pt x="1754" y="2334"/>
                  </a:lnTo>
                  <a:close/>
                  <a:moveTo>
                    <a:pt x="1749" y="2327"/>
                  </a:moveTo>
                  <a:lnTo>
                    <a:pt x="1749" y="2329"/>
                  </a:lnTo>
                  <a:lnTo>
                    <a:pt x="1749" y="2329"/>
                  </a:lnTo>
                  <a:lnTo>
                    <a:pt x="1749" y="2329"/>
                  </a:lnTo>
                  <a:lnTo>
                    <a:pt x="1749" y="2327"/>
                  </a:lnTo>
                  <a:lnTo>
                    <a:pt x="1749" y="2327"/>
                  </a:lnTo>
                  <a:close/>
                  <a:moveTo>
                    <a:pt x="1676" y="1924"/>
                  </a:moveTo>
                  <a:lnTo>
                    <a:pt x="1676" y="1924"/>
                  </a:lnTo>
                  <a:lnTo>
                    <a:pt x="1676" y="1924"/>
                  </a:lnTo>
                  <a:lnTo>
                    <a:pt x="1676" y="1924"/>
                  </a:lnTo>
                  <a:lnTo>
                    <a:pt x="1676" y="1924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4"/>
                  </a:lnTo>
                  <a:lnTo>
                    <a:pt x="1676" y="1924"/>
                  </a:lnTo>
                  <a:close/>
                  <a:moveTo>
                    <a:pt x="1695" y="1948"/>
                  </a:moveTo>
                  <a:lnTo>
                    <a:pt x="1695" y="1948"/>
                  </a:lnTo>
                  <a:lnTo>
                    <a:pt x="1695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6"/>
                  </a:lnTo>
                  <a:lnTo>
                    <a:pt x="1697" y="1946"/>
                  </a:lnTo>
                  <a:lnTo>
                    <a:pt x="1695" y="1946"/>
                  </a:lnTo>
                  <a:lnTo>
                    <a:pt x="1695" y="1946"/>
                  </a:lnTo>
                  <a:lnTo>
                    <a:pt x="1695" y="1948"/>
                  </a:lnTo>
                  <a:lnTo>
                    <a:pt x="1695" y="1948"/>
                  </a:lnTo>
                  <a:lnTo>
                    <a:pt x="1695" y="1948"/>
                  </a:lnTo>
                  <a:close/>
                  <a:moveTo>
                    <a:pt x="1603" y="2066"/>
                  </a:moveTo>
                  <a:lnTo>
                    <a:pt x="1603" y="2066"/>
                  </a:lnTo>
                  <a:lnTo>
                    <a:pt x="1603" y="2066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6"/>
                  </a:lnTo>
                  <a:lnTo>
                    <a:pt x="1603" y="2066"/>
                  </a:lnTo>
                  <a:close/>
                  <a:moveTo>
                    <a:pt x="1806" y="2554"/>
                  </a:moveTo>
                  <a:lnTo>
                    <a:pt x="1806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close/>
                  <a:moveTo>
                    <a:pt x="1662" y="1908"/>
                  </a:moveTo>
                  <a:lnTo>
                    <a:pt x="1659" y="1908"/>
                  </a:lnTo>
                  <a:lnTo>
                    <a:pt x="1659" y="1908"/>
                  </a:lnTo>
                  <a:lnTo>
                    <a:pt x="1657" y="1910"/>
                  </a:lnTo>
                  <a:lnTo>
                    <a:pt x="1657" y="1910"/>
                  </a:lnTo>
                  <a:lnTo>
                    <a:pt x="1659" y="1913"/>
                  </a:lnTo>
                  <a:lnTo>
                    <a:pt x="1659" y="1913"/>
                  </a:lnTo>
                  <a:lnTo>
                    <a:pt x="1659" y="1913"/>
                  </a:lnTo>
                  <a:lnTo>
                    <a:pt x="1662" y="1910"/>
                  </a:lnTo>
                  <a:lnTo>
                    <a:pt x="1662" y="1908"/>
                  </a:lnTo>
                  <a:lnTo>
                    <a:pt x="1662" y="1908"/>
                  </a:lnTo>
                  <a:lnTo>
                    <a:pt x="1662" y="1908"/>
                  </a:lnTo>
                  <a:close/>
                  <a:moveTo>
                    <a:pt x="1692" y="1950"/>
                  </a:move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5" y="1953"/>
                  </a:lnTo>
                  <a:lnTo>
                    <a:pt x="1695" y="1953"/>
                  </a:lnTo>
                  <a:lnTo>
                    <a:pt x="1695" y="1953"/>
                  </a:lnTo>
                  <a:lnTo>
                    <a:pt x="1695" y="1953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close/>
                  <a:moveTo>
                    <a:pt x="1695" y="1953"/>
                  </a:moveTo>
                  <a:lnTo>
                    <a:pt x="1695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5" y="1953"/>
                  </a:lnTo>
                  <a:lnTo>
                    <a:pt x="1695" y="1953"/>
                  </a:lnTo>
                  <a:close/>
                  <a:moveTo>
                    <a:pt x="1607" y="2007"/>
                  </a:moveTo>
                  <a:lnTo>
                    <a:pt x="1610" y="2003"/>
                  </a:lnTo>
                  <a:lnTo>
                    <a:pt x="1610" y="2003"/>
                  </a:lnTo>
                  <a:lnTo>
                    <a:pt x="1610" y="2000"/>
                  </a:lnTo>
                  <a:lnTo>
                    <a:pt x="1610" y="2000"/>
                  </a:lnTo>
                  <a:lnTo>
                    <a:pt x="1610" y="2000"/>
                  </a:lnTo>
                  <a:lnTo>
                    <a:pt x="1610" y="2000"/>
                  </a:lnTo>
                  <a:lnTo>
                    <a:pt x="1607" y="2003"/>
                  </a:lnTo>
                  <a:lnTo>
                    <a:pt x="1607" y="2005"/>
                  </a:lnTo>
                  <a:lnTo>
                    <a:pt x="1607" y="2005"/>
                  </a:lnTo>
                  <a:lnTo>
                    <a:pt x="1607" y="2007"/>
                  </a:lnTo>
                  <a:lnTo>
                    <a:pt x="1607" y="2007"/>
                  </a:lnTo>
                  <a:close/>
                  <a:moveTo>
                    <a:pt x="1605" y="2005"/>
                  </a:moveTo>
                  <a:lnTo>
                    <a:pt x="1605" y="2005"/>
                  </a:lnTo>
                  <a:lnTo>
                    <a:pt x="1605" y="2007"/>
                  </a:lnTo>
                  <a:lnTo>
                    <a:pt x="1605" y="2007"/>
                  </a:lnTo>
                  <a:lnTo>
                    <a:pt x="1607" y="2007"/>
                  </a:lnTo>
                  <a:lnTo>
                    <a:pt x="1607" y="2007"/>
                  </a:lnTo>
                  <a:lnTo>
                    <a:pt x="1607" y="2005"/>
                  </a:lnTo>
                  <a:lnTo>
                    <a:pt x="1607" y="2005"/>
                  </a:lnTo>
                  <a:lnTo>
                    <a:pt x="1607" y="2005"/>
                  </a:lnTo>
                  <a:lnTo>
                    <a:pt x="1605" y="2005"/>
                  </a:lnTo>
                  <a:close/>
                  <a:moveTo>
                    <a:pt x="1610" y="2007"/>
                  </a:moveTo>
                  <a:lnTo>
                    <a:pt x="1610" y="2007"/>
                  </a:lnTo>
                  <a:lnTo>
                    <a:pt x="1610" y="2007"/>
                  </a:lnTo>
                  <a:lnTo>
                    <a:pt x="1610" y="2010"/>
                  </a:lnTo>
                  <a:lnTo>
                    <a:pt x="1610" y="2007"/>
                  </a:lnTo>
                  <a:lnTo>
                    <a:pt x="1610" y="2007"/>
                  </a:lnTo>
                  <a:lnTo>
                    <a:pt x="1610" y="2007"/>
                  </a:lnTo>
                  <a:lnTo>
                    <a:pt x="1610" y="2007"/>
                  </a:lnTo>
                  <a:close/>
                  <a:moveTo>
                    <a:pt x="1716" y="1979"/>
                  </a:move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7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close/>
                  <a:moveTo>
                    <a:pt x="1718" y="1981"/>
                  </a:moveTo>
                  <a:lnTo>
                    <a:pt x="1718" y="1979"/>
                  </a:lnTo>
                  <a:lnTo>
                    <a:pt x="1718" y="1979"/>
                  </a:lnTo>
                  <a:lnTo>
                    <a:pt x="1718" y="1979"/>
                  </a:lnTo>
                  <a:lnTo>
                    <a:pt x="1718" y="1979"/>
                  </a:lnTo>
                  <a:lnTo>
                    <a:pt x="1718" y="1979"/>
                  </a:lnTo>
                  <a:lnTo>
                    <a:pt x="1718" y="1981"/>
                  </a:lnTo>
                  <a:lnTo>
                    <a:pt x="1718" y="1981"/>
                  </a:lnTo>
                  <a:close/>
                  <a:moveTo>
                    <a:pt x="1711" y="1993"/>
                  </a:move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4" y="1995"/>
                  </a:lnTo>
                  <a:lnTo>
                    <a:pt x="1714" y="1995"/>
                  </a:lnTo>
                  <a:lnTo>
                    <a:pt x="1714" y="1995"/>
                  </a:lnTo>
                  <a:lnTo>
                    <a:pt x="1714" y="1993"/>
                  </a:lnTo>
                  <a:lnTo>
                    <a:pt x="1711" y="1993"/>
                  </a:lnTo>
                  <a:lnTo>
                    <a:pt x="1711" y="1993"/>
                  </a:lnTo>
                  <a:close/>
                  <a:moveTo>
                    <a:pt x="1600" y="2040"/>
                  </a:moveTo>
                  <a:lnTo>
                    <a:pt x="1600" y="2040"/>
                  </a:lnTo>
                  <a:lnTo>
                    <a:pt x="1598" y="2040"/>
                  </a:lnTo>
                  <a:lnTo>
                    <a:pt x="1598" y="2040"/>
                  </a:lnTo>
                  <a:lnTo>
                    <a:pt x="1598" y="2043"/>
                  </a:lnTo>
                  <a:lnTo>
                    <a:pt x="1598" y="2043"/>
                  </a:lnTo>
                  <a:lnTo>
                    <a:pt x="1600" y="2040"/>
                  </a:lnTo>
                  <a:lnTo>
                    <a:pt x="1600" y="2040"/>
                  </a:lnTo>
                  <a:close/>
                  <a:moveTo>
                    <a:pt x="1586" y="2050"/>
                  </a:moveTo>
                  <a:lnTo>
                    <a:pt x="1586" y="2052"/>
                  </a:lnTo>
                  <a:lnTo>
                    <a:pt x="1586" y="2052"/>
                  </a:lnTo>
                  <a:lnTo>
                    <a:pt x="1586" y="2052"/>
                  </a:lnTo>
                  <a:lnTo>
                    <a:pt x="1586" y="2055"/>
                  </a:lnTo>
                  <a:lnTo>
                    <a:pt x="1586" y="2055"/>
                  </a:lnTo>
                  <a:lnTo>
                    <a:pt x="1586" y="2052"/>
                  </a:lnTo>
                  <a:lnTo>
                    <a:pt x="1586" y="2050"/>
                  </a:lnTo>
                  <a:lnTo>
                    <a:pt x="1586" y="2050"/>
                  </a:lnTo>
                  <a:lnTo>
                    <a:pt x="1586" y="2050"/>
                  </a:lnTo>
                  <a:close/>
                  <a:moveTo>
                    <a:pt x="1605" y="2055"/>
                  </a:moveTo>
                  <a:lnTo>
                    <a:pt x="1605" y="2052"/>
                  </a:lnTo>
                  <a:lnTo>
                    <a:pt x="1605" y="2052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5"/>
                  </a:lnTo>
                  <a:close/>
                  <a:moveTo>
                    <a:pt x="1603" y="2055"/>
                  </a:moveTo>
                  <a:lnTo>
                    <a:pt x="1603" y="2055"/>
                  </a:lnTo>
                  <a:lnTo>
                    <a:pt x="1603" y="2055"/>
                  </a:lnTo>
                  <a:lnTo>
                    <a:pt x="1603" y="2055"/>
                  </a:lnTo>
                  <a:lnTo>
                    <a:pt x="1603" y="2057"/>
                  </a:lnTo>
                  <a:lnTo>
                    <a:pt x="1603" y="2057"/>
                  </a:lnTo>
                  <a:lnTo>
                    <a:pt x="1603" y="2057"/>
                  </a:lnTo>
                  <a:lnTo>
                    <a:pt x="1603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5"/>
                  </a:lnTo>
                  <a:lnTo>
                    <a:pt x="1603" y="2055"/>
                  </a:lnTo>
                  <a:lnTo>
                    <a:pt x="1603" y="2055"/>
                  </a:lnTo>
                  <a:close/>
                  <a:moveTo>
                    <a:pt x="1593" y="2066"/>
                  </a:moveTo>
                  <a:lnTo>
                    <a:pt x="1593" y="2066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1" y="2069"/>
                  </a:lnTo>
                  <a:lnTo>
                    <a:pt x="1591" y="2069"/>
                  </a:lnTo>
                  <a:lnTo>
                    <a:pt x="1591" y="2069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3" y="2066"/>
                  </a:lnTo>
                  <a:lnTo>
                    <a:pt x="1593" y="2066"/>
                  </a:lnTo>
                  <a:close/>
                  <a:moveTo>
                    <a:pt x="1593" y="2071"/>
                  </a:moveTo>
                  <a:lnTo>
                    <a:pt x="1593" y="2071"/>
                  </a:lnTo>
                  <a:lnTo>
                    <a:pt x="1593" y="2071"/>
                  </a:lnTo>
                  <a:lnTo>
                    <a:pt x="1593" y="2071"/>
                  </a:lnTo>
                  <a:lnTo>
                    <a:pt x="1593" y="2071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1"/>
                  </a:lnTo>
                  <a:close/>
                  <a:moveTo>
                    <a:pt x="1598" y="2088"/>
                  </a:moveTo>
                  <a:lnTo>
                    <a:pt x="1598" y="2088"/>
                  </a:lnTo>
                  <a:lnTo>
                    <a:pt x="1598" y="2088"/>
                  </a:lnTo>
                  <a:lnTo>
                    <a:pt x="1598" y="2088"/>
                  </a:lnTo>
                  <a:lnTo>
                    <a:pt x="1598" y="2088"/>
                  </a:lnTo>
                  <a:lnTo>
                    <a:pt x="1598" y="2090"/>
                  </a:lnTo>
                  <a:lnTo>
                    <a:pt x="1600" y="2088"/>
                  </a:lnTo>
                  <a:lnTo>
                    <a:pt x="1600" y="2088"/>
                  </a:lnTo>
                  <a:lnTo>
                    <a:pt x="1600" y="2088"/>
                  </a:lnTo>
                  <a:lnTo>
                    <a:pt x="1598" y="2088"/>
                  </a:lnTo>
                  <a:close/>
                  <a:moveTo>
                    <a:pt x="1697" y="2085"/>
                  </a:moveTo>
                  <a:lnTo>
                    <a:pt x="1697" y="2085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5" y="2083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close/>
                  <a:moveTo>
                    <a:pt x="1723" y="2111"/>
                  </a:moveTo>
                  <a:lnTo>
                    <a:pt x="1723" y="2111"/>
                  </a:lnTo>
                  <a:lnTo>
                    <a:pt x="1723" y="2111"/>
                  </a:lnTo>
                  <a:lnTo>
                    <a:pt x="1721" y="2111"/>
                  </a:lnTo>
                  <a:lnTo>
                    <a:pt x="1721" y="2111"/>
                  </a:lnTo>
                  <a:lnTo>
                    <a:pt x="1721" y="2111"/>
                  </a:lnTo>
                  <a:lnTo>
                    <a:pt x="1721" y="2111"/>
                  </a:lnTo>
                  <a:lnTo>
                    <a:pt x="1723" y="2111"/>
                  </a:lnTo>
                  <a:lnTo>
                    <a:pt x="1726" y="2114"/>
                  </a:lnTo>
                  <a:lnTo>
                    <a:pt x="1726" y="2111"/>
                  </a:lnTo>
                  <a:lnTo>
                    <a:pt x="1726" y="2111"/>
                  </a:lnTo>
                  <a:lnTo>
                    <a:pt x="1723" y="2111"/>
                  </a:lnTo>
                  <a:close/>
                  <a:moveTo>
                    <a:pt x="1730" y="2114"/>
                  </a:moveTo>
                  <a:lnTo>
                    <a:pt x="1728" y="2114"/>
                  </a:lnTo>
                  <a:lnTo>
                    <a:pt x="1723" y="2114"/>
                  </a:lnTo>
                  <a:lnTo>
                    <a:pt x="1723" y="2114"/>
                  </a:lnTo>
                  <a:lnTo>
                    <a:pt x="1723" y="2116"/>
                  </a:lnTo>
                  <a:lnTo>
                    <a:pt x="1726" y="2116"/>
                  </a:lnTo>
                  <a:lnTo>
                    <a:pt x="1726" y="2116"/>
                  </a:lnTo>
                  <a:lnTo>
                    <a:pt x="1726" y="2116"/>
                  </a:lnTo>
                  <a:lnTo>
                    <a:pt x="1726" y="2116"/>
                  </a:lnTo>
                  <a:lnTo>
                    <a:pt x="1728" y="2116"/>
                  </a:lnTo>
                  <a:lnTo>
                    <a:pt x="1728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4"/>
                  </a:lnTo>
                  <a:close/>
                  <a:moveTo>
                    <a:pt x="1756" y="2126"/>
                  </a:moveTo>
                  <a:lnTo>
                    <a:pt x="1756" y="2126"/>
                  </a:lnTo>
                  <a:lnTo>
                    <a:pt x="1759" y="2126"/>
                  </a:lnTo>
                  <a:lnTo>
                    <a:pt x="1759" y="2126"/>
                  </a:lnTo>
                  <a:lnTo>
                    <a:pt x="1759" y="2126"/>
                  </a:lnTo>
                  <a:lnTo>
                    <a:pt x="1761" y="2126"/>
                  </a:lnTo>
                  <a:lnTo>
                    <a:pt x="1761" y="2126"/>
                  </a:lnTo>
                  <a:lnTo>
                    <a:pt x="1759" y="2126"/>
                  </a:lnTo>
                  <a:lnTo>
                    <a:pt x="1759" y="2126"/>
                  </a:lnTo>
                  <a:lnTo>
                    <a:pt x="1759" y="2123"/>
                  </a:lnTo>
                  <a:lnTo>
                    <a:pt x="1759" y="2123"/>
                  </a:lnTo>
                  <a:lnTo>
                    <a:pt x="1754" y="2123"/>
                  </a:lnTo>
                  <a:lnTo>
                    <a:pt x="1754" y="2123"/>
                  </a:lnTo>
                  <a:lnTo>
                    <a:pt x="1754" y="2123"/>
                  </a:lnTo>
                  <a:lnTo>
                    <a:pt x="1752" y="2123"/>
                  </a:lnTo>
                  <a:lnTo>
                    <a:pt x="1754" y="2123"/>
                  </a:lnTo>
                  <a:lnTo>
                    <a:pt x="1756" y="2123"/>
                  </a:lnTo>
                  <a:lnTo>
                    <a:pt x="1756" y="2126"/>
                  </a:lnTo>
                  <a:lnTo>
                    <a:pt x="1756" y="2126"/>
                  </a:lnTo>
                  <a:lnTo>
                    <a:pt x="1756" y="2126"/>
                  </a:lnTo>
                  <a:close/>
                  <a:moveTo>
                    <a:pt x="1811" y="2173"/>
                  </a:moveTo>
                  <a:lnTo>
                    <a:pt x="1811" y="2173"/>
                  </a:lnTo>
                  <a:lnTo>
                    <a:pt x="1811" y="2171"/>
                  </a:lnTo>
                  <a:lnTo>
                    <a:pt x="1811" y="2171"/>
                  </a:lnTo>
                  <a:lnTo>
                    <a:pt x="1811" y="2171"/>
                  </a:lnTo>
                  <a:lnTo>
                    <a:pt x="1811" y="2171"/>
                  </a:lnTo>
                  <a:lnTo>
                    <a:pt x="1808" y="2168"/>
                  </a:lnTo>
                  <a:lnTo>
                    <a:pt x="1806" y="2168"/>
                  </a:lnTo>
                  <a:lnTo>
                    <a:pt x="1806" y="2168"/>
                  </a:lnTo>
                  <a:lnTo>
                    <a:pt x="1808" y="2171"/>
                  </a:lnTo>
                  <a:lnTo>
                    <a:pt x="1811" y="2173"/>
                  </a:lnTo>
                  <a:lnTo>
                    <a:pt x="1811" y="2173"/>
                  </a:lnTo>
                  <a:close/>
                  <a:moveTo>
                    <a:pt x="1735" y="2194"/>
                  </a:moveTo>
                  <a:lnTo>
                    <a:pt x="1735" y="2194"/>
                  </a:lnTo>
                  <a:lnTo>
                    <a:pt x="1735" y="2194"/>
                  </a:lnTo>
                  <a:lnTo>
                    <a:pt x="1735" y="2194"/>
                  </a:lnTo>
                  <a:lnTo>
                    <a:pt x="1733" y="2194"/>
                  </a:lnTo>
                  <a:lnTo>
                    <a:pt x="1733" y="2194"/>
                  </a:lnTo>
                  <a:lnTo>
                    <a:pt x="1733" y="2194"/>
                  </a:lnTo>
                  <a:lnTo>
                    <a:pt x="1735" y="2194"/>
                  </a:lnTo>
                  <a:lnTo>
                    <a:pt x="1735" y="2194"/>
                  </a:lnTo>
                  <a:close/>
                  <a:moveTo>
                    <a:pt x="1745" y="2209"/>
                  </a:moveTo>
                  <a:lnTo>
                    <a:pt x="1742" y="2206"/>
                  </a:lnTo>
                  <a:lnTo>
                    <a:pt x="1742" y="2206"/>
                  </a:lnTo>
                  <a:lnTo>
                    <a:pt x="1740" y="2209"/>
                  </a:lnTo>
                  <a:lnTo>
                    <a:pt x="1740" y="2209"/>
                  </a:lnTo>
                  <a:lnTo>
                    <a:pt x="1740" y="2209"/>
                  </a:lnTo>
                  <a:lnTo>
                    <a:pt x="1740" y="2211"/>
                  </a:lnTo>
                  <a:lnTo>
                    <a:pt x="1742" y="2209"/>
                  </a:lnTo>
                  <a:lnTo>
                    <a:pt x="1742" y="2209"/>
                  </a:lnTo>
                  <a:lnTo>
                    <a:pt x="1745" y="2209"/>
                  </a:lnTo>
                  <a:close/>
                  <a:moveTo>
                    <a:pt x="1827" y="2197"/>
                  </a:moveTo>
                  <a:lnTo>
                    <a:pt x="1825" y="2194"/>
                  </a:lnTo>
                  <a:lnTo>
                    <a:pt x="1825" y="2194"/>
                  </a:lnTo>
                  <a:lnTo>
                    <a:pt x="1825" y="2194"/>
                  </a:lnTo>
                  <a:lnTo>
                    <a:pt x="1825" y="2194"/>
                  </a:lnTo>
                  <a:lnTo>
                    <a:pt x="1825" y="2194"/>
                  </a:lnTo>
                  <a:lnTo>
                    <a:pt x="1823" y="2192"/>
                  </a:lnTo>
                  <a:lnTo>
                    <a:pt x="1823" y="2192"/>
                  </a:lnTo>
                  <a:lnTo>
                    <a:pt x="1823" y="2192"/>
                  </a:lnTo>
                  <a:lnTo>
                    <a:pt x="1823" y="2194"/>
                  </a:lnTo>
                  <a:lnTo>
                    <a:pt x="1823" y="2194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close/>
                  <a:moveTo>
                    <a:pt x="1834" y="2211"/>
                  </a:moveTo>
                  <a:lnTo>
                    <a:pt x="1834" y="2211"/>
                  </a:lnTo>
                  <a:lnTo>
                    <a:pt x="1832" y="2211"/>
                  </a:lnTo>
                  <a:lnTo>
                    <a:pt x="1832" y="2211"/>
                  </a:lnTo>
                  <a:lnTo>
                    <a:pt x="1832" y="2211"/>
                  </a:lnTo>
                  <a:lnTo>
                    <a:pt x="1832" y="2211"/>
                  </a:lnTo>
                  <a:lnTo>
                    <a:pt x="1832" y="2213"/>
                  </a:lnTo>
                  <a:lnTo>
                    <a:pt x="1832" y="2213"/>
                  </a:lnTo>
                  <a:lnTo>
                    <a:pt x="1832" y="2213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3"/>
                  </a:lnTo>
                  <a:lnTo>
                    <a:pt x="1834" y="2213"/>
                  </a:lnTo>
                  <a:lnTo>
                    <a:pt x="1834" y="2213"/>
                  </a:lnTo>
                  <a:lnTo>
                    <a:pt x="1834" y="2213"/>
                  </a:lnTo>
                  <a:lnTo>
                    <a:pt x="1834" y="2211"/>
                  </a:lnTo>
                  <a:lnTo>
                    <a:pt x="1834" y="2211"/>
                  </a:lnTo>
                  <a:close/>
                  <a:moveTo>
                    <a:pt x="1834" y="2216"/>
                  </a:move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8"/>
                  </a:lnTo>
                  <a:lnTo>
                    <a:pt x="1834" y="2218"/>
                  </a:lnTo>
                  <a:lnTo>
                    <a:pt x="1834" y="2218"/>
                  </a:lnTo>
                  <a:lnTo>
                    <a:pt x="1837" y="2218"/>
                  </a:lnTo>
                  <a:lnTo>
                    <a:pt x="1837" y="2218"/>
                  </a:lnTo>
                  <a:lnTo>
                    <a:pt x="1837" y="2218"/>
                  </a:lnTo>
                  <a:lnTo>
                    <a:pt x="1837" y="2218"/>
                  </a:lnTo>
                  <a:lnTo>
                    <a:pt x="1837" y="2216"/>
                  </a:lnTo>
                  <a:lnTo>
                    <a:pt x="1837" y="2216"/>
                  </a:lnTo>
                  <a:lnTo>
                    <a:pt x="1834" y="2216"/>
                  </a:lnTo>
                  <a:close/>
                  <a:moveTo>
                    <a:pt x="1839" y="2227"/>
                  </a:moveTo>
                  <a:lnTo>
                    <a:pt x="1839" y="2227"/>
                  </a:lnTo>
                  <a:lnTo>
                    <a:pt x="1839" y="2227"/>
                  </a:lnTo>
                  <a:lnTo>
                    <a:pt x="1839" y="2227"/>
                  </a:lnTo>
                  <a:lnTo>
                    <a:pt x="1839" y="2227"/>
                  </a:lnTo>
                  <a:lnTo>
                    <a:pt x="1842" y="2227"/>
                  </a:lnTo>
                  <a:lnTo>
                    <a:pt x="1842" y="2225"/>
                  </a:lnTo>
                  <a:lnTo>
                    <a:pt x="1842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7"/>
                  </a:lnTo>
                  <a:close/>
                  <a:moveTo>
                    <a:pt x="1846" y="2237"/>
                  </a:moveTo>
                  <a:lnTo>
                    <a:pt x="1846" y="2237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7"/>
                  </a:lnTo>
                  <a:lnTo>
                    <a:pt x="1844" y="2237"/>
                  </a:lnTo>
                  <a:lnTo>
                    <a:pt x="1844" y="2237"/>
                  </a:lnTo>
                  <a:lnTo>
                    <a:pt x="1844" y="2237"/>
                  </a:lnTo>
                  <a:lnTo>
                    <a:pt x="1846" y="2237"/>
                  </a:lnTo>
                  <a:lnTo>
                    <a:pt x="1846" y="2237"/>
                  </a:lnTo>
                  <a:lnTo>
                    <a:pt x="1846" y="2237"/>
                  </a:lnTo>
                  <a:lnTo>
                    <a:pt x="1846" y="2237"/>
                  </a:lnTo>
                  <a:close/>
                  <a:moveTo>
                    <a:pt x="1766" y="2265"/>
                  </a:moveTo>
                  <a:lnTo>
                    <a:pt x="1766" y="2265"/>
                  </a:lnTo>
                  <a:lnTo>
                    <a:pt x="1766" y="2265"/>
                  </a:lnTo>
                  <a:lnTo>
                    <a:pt x="1763" y="2265"/>
                  </a:lnTo>
                  <a:lnTo>
                    <a:pt x="1763" y="2265"/>
                  </a:lnTo>
                  <a:lnTo>
                    <a:pt x="1766" y="2265"/>
                  </a:lnTo>
                  <a:lnTo>
                    <a:pt x="1766" y="2265"/>
                  </a:lnTo>
                  <a:close/>
                  <a:moveTo>
                    <a:pt x="1761" y="2265"/>
                  </a:moveTo>
                  <a:lnTo>
                    <a:pt x="1761" y="2265"/>
                  </a:lnTo>
                  <a:lnTo>
                    <a:pt x="1763" y="2265"/>
                  </a:lnTo>
                  <a:lnTo>
                    <a:pt x="1761" y="2265"/>
                  </a:lnTo>
                  <a:lnTo>
                    <a:pt x="1761" y="2265"/>
                  </a:lnTo>
                  <a:close/>
                  <a:moveTo>
                    <a:pt x="1780" y="2272"/>
                  </a:moveTo>
                  <a:lnTo>
                    <a:pt x="1780" y="2272"/>
                  </a:lnTo>
                  <a:lnTo>
                    <a:pt x="1780" y="2272"/>
                  </a:lnTo>
                  <a:lnTo>
                    <a:pt x="1780" y="2272"/>
                  </a:lnTo>
                  <a:lnTo>
                    <a:pt x="1780" y="2272"/>
                  </a:lnTo>
                  <a:lnTo>
                    <a:pt x="1780" y="2272"/>
                  </a:lnTo>
                  <a:close/>
                  <a:moveTo>
                    <a:pt x="1782" y="2272"/>
                  </a:moveTo>
                  <a:lnTo>
                    <a:pt x="1782" y="2272"/>
                  </a:lnTo>
                  <a:lnTo>
                    <a:pt x="1782" y="2275"/>
                  </a:lnTo>
                  <a:lnTo>
                    <a:pt x="1782" y="2275"/>
                  </a:lnTo>
                  <a:lnTo>
                    <a:pt x="1782" y="2272"/>
                  </a:lnTo>
                  <a:close/>
                  <a:moveTo>
                    <a:pt x="1853" y="2261"/>
                  </a:moveTo>
                  <a:lnTo>
                    <a:pt x="1851" y="2258"/>
                  </a:lnTo>
                  <a:lnTo>
                    <a:pt x="1851" y="2261"/>
                  </a:lnTo>
                  <a:lnTo>
                    <a:pt x="1851" y="2261"/>
                  </a:lnTo>
                  <a:lnTo>
                    <a:pt x="1851" y="2263"/>
                  </a:lnTo>
                  <a:lnTo>
                    <a:pt x="1851" y="2263"/>
                  </a:lnTo>
                  <a:lnTo>
                    <a:pt x="1853" y="2263"/>
                  </a:lnTo>
                  <a:lnTo>
                    <a:pt x="1853" y="2263"/>
                  </a:lnTo>
                  <a:lnTo>
                    <a:pt x="1853" y="2261"/>
                  </a:lnTo>
                  <a:lnTo>
                    <a:pt x="1853" y="2261"/>
                  </a:lnTo>
                  <a:lnTo>
                    <a:pt x="1853" y="2261"/>
                  </a:lnTo>
                  <a:close/>
                  <a:moveTo>
                    <a:pt x="1801" y="2284"/>
                  </a:move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7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4"/>
                  </a:lnTo>
                  <a:close/>
                  <a:moveTo>
                    <a:pt x="1804" y="2284"/>
                  </a:moveTo>
                  <a:lnTo>
                    <a:pt x="1804" y="2284"/>
                  </a:lnTo>
                  <a:lnTo>
                    <a:pt x="1801" y="2284"/>
                  </a:lnTo>
                  <a:lnTo>
                    <a:pt x="1804" y="2284"/>
                  </a:lnTo>
                  <a:lnTo>
                    <a:pt x="1804" y="2287"/>
                  </a:lnTo>
                  <a:lnTo>
                    <a:pt x="1804" y="2287"/>
                  </a:lnTo>
                  <a:lnTo>
                    <a:pt x="1804" y="2287"/>
                  </a:lnTo>
                  <a:lnTo>
                    <a:pt x="1804" y="2284"/>
                  </a:lnTo>
                  <a:close/>
                  <a:moveTo>
                    <a:pt x="1801" y="2287"/>
                  </a:moveTo>
                  <a:lnTo>
                    <a:pt x="1801" y="2287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9"/>
                  </a:lnTo>
                  <a:lnTo>
                    <a:pt x="1801" y="2289"/>
                  </a:lnTo>
                  <a:lnTo>
                    <a:pt x="1801" y="2289"/>
                  </a:lnTo>
                  <a:lnTo>
                    <a:pt x="1804" y="2289"/>
                  </a:lnTo>
                  <a:lnTo>
                    <a:pt x="1804" y="2287"/>
                  </a:lnTo>
                  <a:lnTo>
                    <a:pt x="1801" y="2287"/>
                  </a:lnTo>
                  <a:lnTo>
                    <a:pt x="1801" y="2287"/>
                  </a:lnTo>
                  <a:close/>
                  <a:moveTo>
                    <a:pt x="1853" y="2277"/>
                  </a:moveTo>
                  <a:lnTo>
                    <a:pt x="1853" y="2277"/>
                  </a:lnTo>
                  <a:lnTo>
                    <a:pt x="1853" y="2277"/>
                  </a:lnTo>
                  <a:lnTo>
                    <a:pt x="1856" y="2275"/>
                  </a:lnTo>
                  <a:lnTo>
                    <a:pt x="1856" y="2275"/>
                  </a:lnTo>
                  <a:lnTo>
                    <a:pt x="1856" y="2272"/>
                  </a:lnTo>
                  <a:lnTo>
                    <a:pt x="1856" y="2272"/>
                  </a:lnTo>
                  <a:lnTo>
                    <a:pt x="1856" y="2272"/>
                  </a:lnTo>
                  <a:lnTo>
                    <a:pt x="1856" y="2272"/>
                  </a:lnTo>
                  <a:lnTo>
                    <a:pt x="1853" y="2272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2"/>
                  </a:lnTo>
                  <a:lnTo>
                    <a:pt x="1853" y="2272"/>
                  </a:lnTo>
                  <a:lnTo>
                    <a:pt x="1853" y="2277"/>
                  </a:lnTo>
                  <a:close/>
                  <a:moveTo>
                    <a:pt x="1792" y="2294"/>
                  </a:moveTo>
                  <a:lnTo>
                    <a:pt x="1789" y="2294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92" y="2296"/>
                  </a:lnTo>
                  <a:lnTo>
                    <a:pt x="1792" y="2296"/>
                  </a:lnTo>
                  <a:lnTo>
                    <a:pt x="1792" y="2294"/>
                  </a:lnTo>
                  <a:lnTo>
                    <a:pt x="1792" y="2294"/>
                  </a:lnTo>
                  <a:lnTo>
                    <a:pt x="1792" y="2294"/>
                  </a:lnTo>
                  <a:lnTo>
                    <a:pt x="1792" y="2296"/>
                  </a:lnTo>
                  <a:lnTo>
                    <a:pt x="1792" y="2296"/>
                  </a:lnTo>
                  <a:lnTo>
                    <a:pt x="1792" y="2294"/>
                  </a:lnTo>
                  <a:lnTo>
                    <a:pt x="1792" y="2294"/>
                  </a:lnTo>
                  <a:lnTo>
                    <a:pt x="1792" y="2294"/>
                  </a:lnTo>
                  <a:close/>
                  <a:moveTo>
                    <a:pt x="1856" y="2284"/>
                  </a:moveTo>
                  <a:lnTo>
                    <a:pt x="1856" y="2284"/>
                  </a:lnTo>
                  <a:lnTo>
                    <a:pt x="1853" y="2284"/>
                  </a:lnTo>
                  <a:lnTo>
                    <a:pt x="1853" y="2284"/>
                  </a:lnTo>
                  <a:lnTo>
                    <a:pt x="1856" y="2284"/>
                  </a:lnTo>
                  <a:lnTo>
                    <a:pt x="1856" y="2282"/>
                  </a:lnTo>
                  <a:lnTo>
                    <a:pt x="1856" y="2282"/>
                  </a:lnTo>
                  <a:lnTo>
                    <a:pt x="1853" y="2282"/>
                  </a:lnTo>
                  <a:lnTo>
                    <a:pt x="1853" y="2280"/>
                  </a:lnTo>
                  <a:lnTo>
                    <a:pt x="1853" y="2282"/>
                  </a:lnTo>
                  <a:lnTo>
                    <a:pt x="1853" y="2282"/>
                  </a:lnTo>
                  <a:lnTo>
                    <a:pt x="1853" y="2282"/>
                  </a:lnTo>
                  <a:lnTo>
                    <a:pt x="1853" y="2282"/>
                  </a:lnTo>
                  <a:lnTo>
                    <a:pt x="1853" y="2284"/>
                  </a:lnTo>
                  <a:lnTo>
                    <a:pt x="1856" y="2284"/>
                  </a:lnTo>
                  <a:close/>
                  <a:moveTo>
                    <a:pt x="1778" y="2490"/>
                  </a:moveTo>
                  <a:lnTo>
                    <a:pt x="1780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8" y="2490"/>
                  </a:lnTo>
                  <a:lnTo>
                    <a:pt x="1778" y="2490"/>
                  </a:lnTo>
                  <a:close/>
                  <a:moveTo>
                    <a:pt x="1775" y="2493"/>
                  </a:moveTo>
                  <a:lnTo>
                    <a:pt x="1775" y="2493"/>
                  </a:lnTo>
                  <a:lnTo>
                    <a:pt x="1775" y="2493"/>
                  </a:lnTo>
                  <a:lnTo>
                    <a:pt x="1775" y="2493"/>
                  </a:lnTo>
                  <a:lnTo>
                    <a:pt x="1775" y="2493"/>
                  </a:lnTo>
                  <a:lnTo>
                    <a:pt x="1775" y="2495"/>
                  </a:lnTo>
                  <a:lnTo>
                    <a:pt x="1775" y="2495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5" y="2493"/>
                  </a:lnTo>
                  <a:lnTo>
                    <a:pt x="1775" y="2493"/>
                  </a:lnTo>
                  <a:close/>
                  <a:moveTo>
                    <a:pt x="1778" y="2500"/>
                  </a:moveTo>
                  <a:lnTo>
                    <a:pt x="1778" y="2500"/>
                  </a:lnTo>
                  <a:lnTo>
                    <a:pt x="1778" y="2500"/>
                  </a:lnTo>
                  <a:lnTo>
                    <a:pt x="1778" y="2500"/>
                  </a:lnTo>
                  <a:lnTo>
                    <a:pt x="1778" y="2500"/>
                  </a:lnTo>
                  <a:lnTo>
                    <a:pt x="1778" y="2497"/>
                  </a:lnTo>
                  <a:lnTo>
                    <a:pt x="1778" y="2497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2"/>
                  </a:lnTo>
                  <a:lnTo>
                    <a:pt x="1775" y="2502"/>
                  </a:lnTo>
                  <a:lnTo>
                    <a:pt x="1775" y="2502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8" y="2500"/>
                  </a:lnTo>
                  <a:lnTo>
                    <a:pt x="1778" y="2500"/>
                  </a:lnTo>
                  <a:lnTo>
                    <a:pt x="1778" y="2500"/>
                  </a:lnTo>
                  <a:close/>
                  <a:moveTo>
                    <a:pt x="1813" y="2559"/>
                  </a:move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9"/>
                  </a:lnTo>
                  <a:lnTo>
                    <a:pt x="1811" y="2559"/>
                  </a:lnTo>
                  <a:lnTo>
                    <a:pt x="1811" y="2559"/>
                  </a:lnTo>
                  <a:lnTo>
                    <a:pt x="1811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close/>
                  <a:moveTo>
                    <a:pt x="1820" y="2559"/>
                  </a:moveTo>
                  <a:lnTo>
                    <a:pt x="1820" y="2559"/>
                  </a:lnTo>
                  <a:lnTo>
                    <a:pt x="1818" y="2559"/>
                  </a:lnTo>
                  <a:lnTo>
                    <a:pt x="1818" y="2561"/>
                  </a:lnTo>
                  <a:lnTo>
                    <a:pt x="1818" y="2561"/>
                  </a:lnTo>
                  <a:lnTo>
                    <a:pt x="1818" y="2561"/>
                  </a:lnTo>
                  <a:lnTo>
                    <a:pt x="1820" y="2561"/>
                  </a:lnTo>
                  <a:lnTo>
                    <a:pt x="1820" y="2561"/>
                  </a:lnTo>
                  <a:lnTo>
                    <a:pt x="1820" y="2561"/>
                  </a:lnTo>
                  <a:lnTo>
                    <a:pt x="1820" y="2561"/>
                  </a:lnTo>
                  <a:lnTo>
                    <a:pt x="1820" y="2559"/>
                  </a:lnTo>
                  <a:lnTo>
                    <a:pt x="1820" y="2559"/>
                  </a:lnTo>
                  <a:close/>
                  <a:moveTo>
                    <a:pt x="1823" y="2571"/>
                  </a:moveTo>
                  <a:lnTo>
                    <a:pt x="1823" y="2571"/>
                  </a:lnTo>
                  <a:lnTo>
                    <a:pt x="1823" y="2568"/>
                  </a:lnTo>
                  <a:lnTo>
                    <a:pt x="1823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3" y="2571"/>
                  </a:lnTo>
                  <a:close/>
                  <a:moveTo>
                    <a:pt x="1832" y="2639"/>
                  </a:moveTo>
                  <a:lnTo>
                    <a:pt x="1832" y="2639"/>
                  </a:lnTo>
                  <a:lnTo>
                    <a:pt x="1834" y="2639"/>
                  </a:lnTo>
                  <a:lnTo>
                    <a:pt x="1834" y="2639"/>
                  </a:lnTo>
                  <a:lnTo>
                    <a:pt x="1834" y="2639"/>
                  </a:lnTo>
                  <a:lnTo>
                    <a:pt x="1834" y="2637"/>
                  </a:lnTo>
                  <a:lnTo>
                    <a:pt x="1834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9"/>
                  </a:lnTo>
                  <a:close/>
                  <a:moveTo>
                    <a:pt x="1856" y="2675"/>
                  </a:moveTo>
                  <a:lnTo>
                    <a:pt x="1856" y="2675"/>
                  </a:lnTo>
                  <a:lnTo>
                    <a:pt x="1856" y="2672"/>
                  </a:lnTo>
                  <a:lnTo>
                    <a:pt x="1856" y="2672"/>
                  </a:lnTo>
                  <a:lnTo>
                    <a:pt x="1856" y="2672"/>
                  </a:lnTo>
                  <a:lnTo>
                    <a:pt x="1853" y="2675"/>
                  </a:lnTo>
                  <a:lnTo>
                    <a:pt x="1853" y="2675"/>
                  </a:lnTo>
                  <a:lnTo>
                    <a:pt x="1856" y="2675"/>
                  </a:lnTo>
                  <a:lnTo>
                    <a:pt x="1856" y="2675"/>
                  </a:lnTo>
                  <a:lnTo>
                    <a:pt x="1858" y="2675"/>
                  </a:lnTo>
                  <a:lnTo>
                    <a:pt x="1856" y="2675"/>
                  </a:lnTo>
                  <a:lnTo>
                    <a:pt x="1856" y="2675"/>
                  </a:lnTo>
                  <a:close/>
                  <a:moveTo>
                    <a:pt x="1844" y="2684"/>
                  </a:moveTo>
                  <a:lnTo>
                    <a:pt x="1844" y="2687"/>
                  </a:lnTo>
                  <a:lnTo>
                    <a:pt x="1844" y="2687"/>
                  </a:lnTo>
                  <a:lnTo>
                    <a:pt x="1844" y="2687"/>
                  </a:lnTo>
                  <a:lnTo>
                    <a:pt x="1846" y="2687"/>
                  </a:lnTo>
                  <a:lnTo>
                    <a:pt x="1846" y="2687"/>
                  </a:lnTo>
                  <a:lnTo>
                    <a:pt x="1846" y="2684"/>
                  </a:lnTo>
                  <a:lnTo>
                    <a:pt x="1844" y="2684"/>
                  </a:lnTo>
                  <a:close/>
                  <a:moveTo>
                    <a:pt x="1844" y="2691"/>
                  </a:moveTo>
                  <a:lnTo>
                    <a:pt x="1842" y="2691"/>
                  </a:lnTo>
                  <a:lnTo>
                    <a:pt x="1842" y="2691"/>
                  </a:lnTo>
                  <a:lnTo>
                    <a:pt x="1842" y="2691"/>
                  </a:lnTo>
                  <a:lnTo>
                    <a:pt x="1842" y="2691"/>
                  </a:lnTo>
                  <a:lnTo>
                    <a:pt x="1842" y="2691"/>
                  </a:lnTo>
                  <a:lnTo>
                    <a:pt x="1842" y="2694"/>
                  </a:lnTo>
                  <a:lnTo>
                    <a:pt x="1842" y="2694"/>
                  </a:lnTo>
                  <a:lnTo>
                    <a:pt x="1844" y="2691"/>
                  </a:lnTo>
                  <a:lnTo>
                    <a:pt x="1844" y="2691"/>
                  </a:lnTo>
                  <a:lnTo>
                    <a:pt x="1844" y="2691"/>
                  </a:lnTo>
                  <a:lnTo>
                    <a:pt x="1844" y="2689"/>
                  </a:lnTo>
                  <a:lnTo>
                    <a:pt x="1844" y="2691"/>
                  </a:lnTo>
                  <a:close/>
                  <a:moveTo>
                    <a:pt x="1849" y="2706"/>
                  </a:moveTo>
                  <a:lnTo>
                    <a:pt x="1846" y="2708"/>
                  </a:lnTo>
                  <a:lnTo>
                    <a:pt x="1846" y="2710"/>
                  </a:lnTo>
                  <a:lnTo>
                    <a:pt x="1849" y="2710"/>
                  </a:lnTo>
                  <a:lnTo>
                    <a:pt x="1851" y="2708"/>
                  </a:lnTo>
                  <a:lnTo>
                    <a:pt x="1851" y="2708"/>
                  </a:lnTo>
                  <a:lnTo>
                    <a:pt x="1851" y="2706"/>
                  </a:lnTo>
                  <a:lnTo>
                    <a:pt x="1851" y="2706"/>
                  </a:lnTo>
                  <a:lnTo>
                    <a:pt x="1851" y="2706"/>
                  </a:lnTo>
                  <a:lnTo>
                    <a:pt x="1849" y="2706"/>
                  </a:lnTo>
                  <a:close/>
                  <a:moveTo>
                    <a:pt x="1860" y="2713"/>
                  </a:moveTo>
                  <a:lnTo>
                    <a:pt x="1860" y="2713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3" y="2715"/>
                  </a:lnTo>
                  <a:lnTo>
                    <a:pt x="1860" y="2713"/>
                  </a:lnTo>
                  <a:lnTo>
                    <a:pt x="1860" y="2713"/>
                  </a:lnTo>
                  <a:close/>
                  <a:moveTo>
                    <a:pt x="2234" y="1830"/>
                  </a:moveTo>
                  <a:lnTo>
                    <a:pt x="2234" y="1827"/>
                  </a:lnTo>
                  <a:lnTo>
                    <a:pt x="2234" y="1830"/>
                  </a:lnTo>
                  <a:lnTo>
                    <a:pt x="2234" y="183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2038EE2-D6D3-4D9C-9DF2-550BBD76B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49708" y="4571618"/>
              <a:ext cx="403437" cy="640354"/>
            </a:xfrm>
            <a:custGeom>
              <a:avLst/>
              <a:gdLst>
                <a:gd name="T0" fmla="*/ 220 w 298"/>
                <a:gd name="T1" fmla="*/ 168 h 473"/>
                <a:gd name="T2" fmla="*/ 191 w 298"/>
                <a:gd name="T3" fmla="*/ 177 h 473"/>
                <a:gd name="T4" fmla="*/ 158 w 298"/>
                <a:gd name="T5" fmla="*/ 199 h 473"/>
                <a:gd name="T6" fmla="*/ 144 w 298"/>
                <a:gd name="T7" fmla="*/ 203 h 473"/>
                <a:gd name="T8" fmla="*/ 118 w 298"/>
                <a:gd name="T9" fmla="*/ 210 h 473"/>
                <a:gd name="T10" fmla="*/ 106 w 298"/>
                <a:gd name="T11" fmla="*/ 210 h 473"/>
                <a:gd name="T12" fmla="*/ 87 w 298"/>
                <a:gd name="T13" fmla="*/ 213 h 473"/>
                <a:gd name="T14" fmla="*/ 61 w 298"/>
                <a:gd name="T15" fmla="*/ 213 h 473"/>
                <a:gd name="T16" fmla="*/ 56 w 298"/>
                <a:gd name="T17" fmla="*/ 241 h 473"/>
                <a:gd name="T18" fmla="*/ 45 w 298"/>
                <a:gd name="T19" fmla="*/ 265 h 473"/>
                <a:gd name="T20" fmla="*/ 52 w 298"/>
                <a:gd name="T21" fmla="*/ 289 h 473"/>
                <a:gd name="T22" fmla="*/ 94 w 298"/>
                <a:gd name="T23" fmla="*/ 262 h 473"/>
                <a:gd name="T24" fmla="*/ 104 w 298"/>
                <a:gd name="T25" fmla="*/ 262 h 473"/>
                <a:gd name="T26" fmla="*/ 94 w 298"/>
                <a:gd name="T27" fmla="*/ 300 h 473"/>
                <a:gd name="T28" fmla="*/ 64 w 298"/>
                <a:gd name="T29" fmla="*/ 281 h 473"/>
                <a:gd name="T30" fmla="*/ 30 w 298"/>
                <a:gd name="T31" fmla="*/ 355 h 473"/>
                <a:gd name="T32" fmla="*/ 9 w 298"/>
                <a:gd name="T33" fmla="*/ 383 h 473"/>
                <a:gd name="T34" fmla="*/ 19 w 298"/>
                <a:gd name="T35" fmla="*/ 442 h 473"/>
                <a:gd name="T36" fmla="*/ 35 w 298"/>
                <a:gd name="T37" fmla="*/ 457 h 473"/>
                <a:gd name="T38" fmla="*/ 38 w 298"/>
                <a:gd name="T39" fmla="*/ 452 h 473"/>
                <a:gd name="T40" fmla="*/ 52 w 298"/>
                <a:gd name="T41" fmla="*/ 454 h 473"/>
                <a:gd name="T42" fmla="*/ 68 w 298"/>
                <a:gd name="T43" fmla="*/ 459 h 473"/>
                <a:gd name="T44" fmla="*/ 73 w 298"/>
                <a:gd name="T45" fmla="*/ 454 h 473"/>
                <a:gd name="T46" fmla="*/ 78 w 298"/>
                <a:gd name="T47" fmla="*/ 440 h 473"/>
                <a:gd name="T48" fmla="*/ 92 w 298"/>
                <a:gd name="T49" fmla="*/ 435 h 473"/>
                <a:gd name="T50" fmla="*/ 99 w 298"/>
                <a:gd name="T51" fmla="*/ 419 h 473"/>
                <a:gd name="T52" fmla="*/ 104 w 298"/>
                <a:gd name="T53" fmla="*/ 400 h 473"/>
                <a:gd name="T54" fmla="*/ 106 w 298"/>
                <a:gd name="T55" fmla="*/ 381 h 473"/>
                <a:gd name="T56" fmla="*/ 113 w 298"/>
                <a:gd name="T57" fmla="*/ 362 h 473"/>
                <a:gd name="T58" fmla="*/ 106 w 298"/>
                <a:gd name="T59" fmla="*/ 355 h 473"/>
                <a:gd name="T60" fmla="*/ 116 w 298"/>
                <a:gd name="T61" fmla="*/ 343 h 473"/>
                <a:gd name="T62" fmla="*/ 127 w 298"/>
                <a:gd name="T63" fmla="*/ 336 h 473"/>
                <a:gd name="T64" fmla="*/ 142 w 298"/>
                <a:gd name="T65" fmla="*/ 333 h 473"/>
                <a:gd name="T66" fmla="*/ 144 w 298"/>
                <a:gd name="T67" fmla="*/ 317 h 473"/>
                <a:gd name="T68" fmla="*/ 158 w 298"/>
                <a:gd name="T69" fmla="*/ 307 h 473"/>
                <a:gd name="T70" fmla="*/ 165 w 298"/>
                <a:gd name="T71" fmla="*/ 293 h 473"/>
                <a:gd name="T72" fmla="*/ 180 w 298"/>
                <a:gd name="T73" fmla="*/ 286 h 473"/>
                <a:gd name="T74" fmla="*/ 196 w 298"/>
                <a:gd name="T75" fmla="*/ 262 h 473"/>
                <a:gd name="T76" fmla="*/ 210 w 298"/>
                <a:gd name="T77" fmla="*/ 244 h 473"/>
                <a:gd name="T78" fmla="*/ 220 w 298"/>
                <a:gd name="T79" fmla="*/ 229 h 473"/>
                <a:gd name="T80" fmla="*/ 224 w 298"/>
                <a:gd name="T81" fmla="*/ 215 h 473"/>
                <a:gd name="T82" fmla="*/ 250 w 298"/>
                <a:gd name="T83" fmla="*/ 191 h 473"/>
                <a:gd name="T84" fmla="*/ 243 w 298"/>
                <a:gd name="T85" fmla="*/ 163 h 473"/>
                <a:gd name="T86" fmla="*/ 250 w 298"/>
                <a:gd name="T87" fmla="*/ 158 h 473"/>
                <a:gd name="T88" fmla="*/ 281 w 298"/>
                <a:gd name="T89" fmla="*/ 92 h 473"/>
                <a:gd name="T90" fmla="*/ 262 w 298"/>
                <a:gd name="T91" fmla="*/ 87 h 473"/>
                <a:gd name="T92" fmla="*/ 250 w 298"/>
                <a:gd name="T93" fmla="*/ 94 h 473"/>
                <a:gd name="T94" fmla="*/ 248 w 298"/>
                <a:gd name="T95" fmla="*/ 125 h 473"/>
                <a:gd name="T96" fmla="*/ 255 w 298"/>
                <a:gd name="T97" fmla="*/ 144 h 473"/>
                <a:gd name="T98" fmla="*/ 234 w 298"/>
                <a:gd name="T99" fmla="*/ 154 h 473"/>
                <a:gd name="T100" fmla="*/ 232 w 298"/>
                <a:gd name="T101" fmla="*/ 139 h 473"/>
                <a:gd name="T102" fmla="*/ 236 w 298"/>
                <a:gd name="T103" fmla="*/ 113 h 473"/>
                <a:gd name="T104" fmla="*/ 243 w 298"/>
                <a:gd name="T105" fmla="*/ 106 h 473"/>
                <a:gd name="T106" fmla="*/ 234 w 298"/>
                <a:gd name="T107" fmla="*/ 57 h 473"/>
                <a:gd name="T108" fmla="*/ 215 w 298"/>
                <a:gd name="T109" fmla="*/ 31 h 473"/>
                <a:gd name="T110" fmla="*/ 201 w 298"/>
                <a:gd name="T111" fmla="*/ 78 h 473"/>
                <a:gd name="T112" fmla="*/ 196 w 298"/>
                <a:gd name="T113" fmla="*/ 139 h 473"/>
                <a:gd name="T114" fmla="*/ 234 w 298"/>
                <a:gd name="T115" fmla="*/ 165 h 473"/>
                <a:gd name="T116" fmla="*/ 253 w 298"/>
                <a:gd name="T117" fmla="*/ 154 h 473"/>
                <a:gd name="T118" fmla="*/ 286 w 298"/>
                <a:gd name="T119" fmla="*/ 113 h 473"/>
                <a:gd name="T120" fmla="*/ 293 w 298"/>
                <a:gd name="T121" fmla="*/ 87 h 473"/>
                <a:gd name="T122" fmla="*/ 71 w 298"/>
                <a:gd name="T12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8" h="473">
                  <a:moveTo>
                    <a:pt x="258" y="184"/>
                  </a:moveTo>
                  <a:lnTo>
                    <a:pt x="258" y="182"/>
                  </a:lnTo>
                  <a:lnTo>
                    <a:pt x="255" y="182"/>
                  </a:lnTo>
                  <a:lnTo>
                    <a:pt x="255" y="182"/>
                  </a:lnTo>
                  <a:lnTo>
                    <a:pt x="250" y="182"/>
                  </a:lnTo>
                  <a:lnTo>
                    <a:pt x="248" y="184"/>
                  </a:lnTo>
                  <a:lnTo>
                    <a:pt x="246" y="184"/>
                  </a:lnTo>
                  <a:lnTo>
                    <a:pt x="229" y="194"/>
                  </a:lnTo>
                  <a:lnTo>
                    <a:pt x="229" y="194"/>
                  </a:lnTo>
                  <a:lnTo>
                    <a:pt x="227" y="191"/>
                  </a:lnTo>
                  <a:lnTo>
                    <a:pt x="229" y="189"/>
                  </a:lnTo>
                  <a:lnTo>
                    <a:pt x="229" y="189"/>
                  </a:lnTo>
                  <a:lnTo>
                    <a:pt x="229" y="187"/>
                  </a:lnTo>
                  <a:lnTo>
                    <a:pt x="229" y="187"/>
                  </a:lnTo>
                  <a:lnTo>
                    <a:pt x="232" y="184"/>
                  </a:lnTo>
                  <a:lnTo>
                    <a:pt x="232" y="187"/>
                  </a:lnTo>
                  <a:lnTo>
                    <a:pt x="232" y="184"/>
                  </a:lnTo>
                  <a:lnTo>
                    <a:pt x="236" y="180"/>
                  </a:lnTo>
                  <a:lnTo>
                    <a:pt x="236" y="180"/>
                  </a:lnTo>
                  <a:lnTo>
                    <a:pt x="236" y="177"/>
                  </a:lnTo>
                  <a:lnTo>
                    <a:pt x="236" y="175"/>
                  </a:lnTo>
                  <a:lnTo>
                    <a:pt x="234" y="175"/>
                  </a:lnTo>
                  <a:lnTo>
                    <a:pt x="234" y="175"/>
                  </a:lnTo>
                  <a:lnTo>
                    <a:pt x="234" y="175"/>
                  </a:lnTo>
                  <a:lnTo>
                    <a:pt x="234" y="175"/>
                  </a:lnTo>
                  <a:lnTo>
                    <a:pt x="229" y="175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2" y="170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17" y="168"/>
                  </a:lnTo>
                  <a:lnTo>
                    <a:pt x="215" y="168"/>
                  </a:lnTo>
                  <a:lnTo>
                    <a:pt x="213" y="168"/>
                  </a:lnTo>
                  <a:lnTo>
                    <a:pt x="210" y="168"/>
                  </a:lnTo>
                  <a:lnTo>
                    <a:pt x="210" y="170"/>
                  </a:lnTo>
                  <a:lnTo>
                    <a:pt x="210" y="170"/>
                  </a:lnTo>
                  <a:lnTo>
                    <a:pt x="210" y="173"/>
                  </a:lnTo>
                  <a:lnTo>
                    <a:pt x="210" y="173"/>
                  </a:lnTo>
                  <a:lnTo>
                    <a:pt x="210" y="173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10" y="177"/>
                  </a:lnTo>
                  <a:lnTo>
                    <a:pt x="208" y="177"/>
                  </a:lnTo>
                  <a:lnTo>
                    <a:pt x="208" y="177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6" y="175"/>
                  </a:lnTo>
                  <a:lnTo>
                    <a:pt x="206" y="177"/>
                  </a:lnTo>
                  <a:lnTo>
                    <a:pt x="206" y="177"/>
                  </a:lnTo>
                  <a:lnTo>
                    <a:pt x="203" y="180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6" y="180"/>
                  </a:lnTo>
                  <a:lnTo>
                    <a:pt x="196" y="177"/>
                  </a:lnTo>
                  <a:lnTo>
                    <a:pt x="194" y="177"/>
                  </a:lnTo>
                  <a:lnTo>
                    <a:pt x="191" y="177"/>
                  </a:lnTo>
                  <a:lnTo>
                    <a:pt x="191" y="177"/>
                  </a:lnTo>
                  <a:lnTo>
                    <a:pt x="191" y="175"/>
                  </a:lnTo>
                  <a:lnTo>
                    <a:pt x="189" y="175"/>
                  </a:lnTo>
                  <a:lnTo>
                    <a:pt x="187" y="170"/>
                  </a:lnTo>
                  <a:lnTo>
                    <a:pt x="184" y="168"/>
                  </a:lnTo>
                  <a:lnTo>
                    <a:pt x="182" y="165"/>
                  </a:lnTo>
                  <a:lnTo>
                    <a:pt x="182" y="165"/>
                  </a:lnTo>
                  <a:lnTo>
                    <a:pt x="184" y="165"/>
                  </a:lnTo>
                  <a:lnTo>
                    <a:pt x="184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0" y="165"/>
                  </a:lnTo>
                  <a:lnTo>
                    <a:pt x="180" y="168"/>
                  </a:lnTo>
                  <a:lnTo>
                    <a:pt x="177" y="173"/>
                  </a:lnTo>
                  <a:lnTo>
                    <a:pt x="170" y="189"/>
                  </a:lnTo>
                  <a:lnTo>
                    <a:pt x="163" y="194"/>
                  </a:lnTo>
                  <a:lnTo>
                    <a:pt x="163" y="196"/>
                  </a:lnTo>
                  <a:lnTo>
                    <a:pt x="163" y="194"/>
                  </a:lnTo>
                  <a:lnTo>
                    <a:pt x="165" y="194"/>
                  </a:lnTo>
                  <a:lnTo>
                    <a:pt x="165" y="194"/>
                  </a:lnTo>
                  <a:lnTo>
                    <a:pt x="165" y="194"/>
                  </a:lnTo>
                  <a:lnTo>
                    <a:pt x="165" y="194"/>
                  </a:lnTo>
                  <a:lnTo>
                    <a:pt x="165" y="196"/>
                  </a:lnTo>
                  <a:lnTo>
                    <a:pt x="165" y="196"/>
                  </a:lnTo>
                  <a:lnTo>
                    <a:pt x="163" y="199"/>
                  </a:lnTo>
                  <a:lnTo>
                    <a:pt x="163" y="201"/>
                  </a:lnTo>
                  <a:lnTo>
                    <a:pt x="163" y="203"/>
                  </a:lnTo>
                  <a:lnTo>
                    <a:pt x="161" y="203"/>
                  </a:lnTo>
                  <a:lnTo>
                    <a:pt x="161" y="201"/>
                  </a:lnTo>
                  <a:lnTo>
                    <a:pt x="161" y="199"/>
                  </a:lnTo>
                  <a:lnTo>
                    <a:pt x="161" y="199"/>
                  </a:lnTo>
                  <a:lnTo>
                    <a:pt x="158" y="199"/>
                  </a:lnTo>
                  <a:lnTo>
                    <a:pt x="158" y="199"/>
                  </a:lnTo>
                  <a:lnTo>
                    <a:pt x="156" y="199"/>
                  </a:lnTo>
                  <a:lnTo>
                    <a:pt x="156" y="199"/>
                  </a:lnTo>
                  <a:lnTo>
                    <a:pt x="156" y="199"/>
                  </a:lnTo>
                  <a:lnTo>
                    <a:pt x="156" y="199"/>
                  </a:lnTo>
                  <a:lnTo>
                    <a:pt x="153" y="199"/>
                  </a:lnTo>
                  <a:lnTo>
                    <a:pt x="153" y="199"/>
                  </a:lnTo>
                  <a:lnTo>
                    <a:pt x="151" y="199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49" y="201"/>
                  </a:lnTo>
                  <a:lnTo>
                    <a:pt x="149" y="203"/>
                  </a:lnTo>
                  <a:lnTo>
                    <a:pt x="151" y="203"/>
                  </a:lnTo>
                  <a:lnTo>
                    <a:pt x="151" y="203"/>
                  </a:lnTo>
                  <a:lnTo>
                    <a:pt x="151" y="203"/>
                  </a:lnTo>
                  <a:lnTo>
                    <a:pt x="151" y="206"/>
                  </a:lnTo>
                  <a:lnTo>
                    <a:pt x="151" y="206"/>
                  </a:lnTo>
                  <a:lnTo>
                    <a:pt x="149" y="206"/>
                  </a:lnTo>
                  <a:lnTo>
                    <a:pt x="149" y="206"/>
                  </a:lnTo>
                  <a:lnTo>
                    <a:pt x="149" y="206"/>
                  </a:lnTo>
                  <a:lnTo>
                    <a:pt x="149" y="208"/>
                  </a:lnTo>
                  <a:lnTo>
                    <a:pt x="149" y="210"/>
                  </a:lnTo>
                  <a:lnTo>
                    <a:pt x="146" y="208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06"/>
                  </a:lnTo>
                  <a:lnTo>
                    <a:pt x="144" y="208"/>
                  </a:lnTo>
                  <a:lnTo>
                    <a:pt x="144" y="208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44" y="203"/>
                  </a:lnTo>
                  <a:lnTo>
                    <a:pt x="146" y="203"/>
                  </a:lnTo>
                  <a:lnTo>
                    <a:pt x="149" y="199"/>
                  </a:lnTo>
                  <a:lnTo>
                    <a:pt x="149" y="196"/>
                  </a:lnTo>
                  <a:lnTo>
                    <a:pt x="146" y="196"/>
                  </a:lnTo>
                  <a:lnTo>
                    <a:pt x="146" y="196"/>
                  </a:lnTo>
                  <a:lnTo>
                    <a:pt x="144" y="196"/>
                  </a:lnTo>
                  <a:lnTo>
                    <a:pt x="144" y="199"/>
                  </a:lnTo>
                  <a:lnTo>
                    <a:pt x="142" y="199"/>
                  </a:lnTo>
                  <a:lnTo>
                    <a:pt x="142" y="199"/>
                  </a:lnTo>
                  <a:lnTo>
                    <a:pt x="142" y="196"/>
                  </a:lnTo>
                  <a:lnTo>
                    <a:pt x="144" y="196"/>
                  </a:lnTo>
                  <a:lnTo>
                    <a:pt x="144" y="196"/>
                  </a:lnTo>
                  <a:lnTo>
                    <a:pt x="146" y="194"/>
                  </a:lnTo>
                  <a:lnTo>
                    <a:pt x="144" y="194"/>
                  </a:lnTo>
                  <a:lnTo>
                    <a:pt x="142" y="196"/>
                  </a:lnTo>
                  <a:lnTo>
                    <a:pt x="139" y="199"/>
                  </a:lnTo>
                  <a:lnTo>
                    <a:pt x="132" y="201"/>
                  </a:lnTo>
                  <a:lnTo>
                    <a:pt x="127" y="201"/>
                  </a:lnTo>
                  <a:lnTo>
                    <a:pt x="120" y="203"/>
                  </a:lnTo>
                  <a:lnTo>
                    <a:pt x="120" y="203"/>
                  </a:lnTo>
                  <a:lnTo>
                    <a:pt x="123" y="203"/>
                  </a:lnTo>
                  <a:lnTo>
                    <a:pt x="123" y="206"/>
                  </a:lnTo>
                  <a:lnTo>
                    <a:pt x="125" y="206"/>
                  </a:lnTo>
                  <a:lnTo>
                    <a:pt x="123" y="206"/>
                  </a:lnTo>
                  <a:lnTo>
                    <a:pt x="123" y="208"/>
                  </a:lnTo>
                  <a:lnTo>
                    <a:pt x="120" y="208"/>
                  </a:lnTo>
                  <a:lnTo>
                    <a:pt x="120" y="208"/>
                  </a:lnTo>
                  <a:lnTo>
                    <a:pt x="118" y="213"/>
                  </a:lnTo>
                  <a:lnTo>
                    <a:pt x="118" y="213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6" y="208"/>
                  </a:lnTo>
                  <a:lnTo>
                    <a:pt x="118" y="208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6" y="210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1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6" y="215"/>
                  </a:lnTo>
                  <a:lnTo>
                    <a:pt x="109" y="213"/>
                  </a:lnTo>
                  <a:lnTo>
                    <a:pt x="111" y="213"/>
                  </a:lnTo>
                  <a:lnTo>
                    <a:pt x="113" y="210"/>
                  </a:lnTo>
                  <a:lnTo>
                    <a:pt x="113" y="208"/>
                  </a:lnTo>
                  <a:lnTo>
                    <a:pt x="111" y="208"/>
                  </a:lnTo>
                  <a:lnTo>
                    <a:pt x="111" y="208"/>
                  </a:lnTo>
                  <a:lnTo>
                    <a:pt x="109" y="210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104" y="210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99" y="213"/>
                  </a:lnTo>
                  <a:lnTo>
                    <a:pt x="99" y="215"/>
                  </a:lnTo>
                  <a:lnTo>
                    <a:pt x="97" y="215"/>
                  </a:lnTo>
                  <a:lnTo>
                    <a:pt x="97" y="215"/>
                  </a:lnTo>
                  <a:lnTo>
                    <a:pt x="97" y="213"/>
                  </a:lnTo>
                  <a:lnTo>
                    <a:pt x="99" y="213"/>
                  </a:lnTo>
                  <a:lnTo>
                    <a:pt x="101" y="213"/>
                  </a:lnTo>
                  <a:lnTo>
                    <a:pt x="101" y="210"/>
                  </a:lnTo>
                  <a:lnTo>
                    <a:pt x="101" y="210"/>
                  </a:lnTo>
                  <a:lnTo>
                    <a:pt x="99" y="210"/>
                  </a:lnTo>
                  <a:lnTo>
                    <a:pt x="97" y="210"/>
                  </a:lnTo>
                  <a:lnTo>
                    <a:pt x="99" y="210"/>
                  </a:lnTo>
                  <a:lnTo>
                    <a:pt x="101" y="208"/>
                  </a:lnTo>
                  <a:lnTo>
                    <a:pt x="101" y="208"/>
                  </a:lnTo>
                  <a:lnTo>
                    <a:pt x="99" y="208"/>
                  </a:lnTo>
                  <a:lnTo>
                    <a:pt x="97" y="208"/>
                  </a:lnTo>
                  <a:lnTo>
                    <a:pt x="92" y="213"/>
                  </a:lnTo>
                  <a:lnTo>
                    <a:pt x="90" y="213"/>
                  </a:lnTo>
                  <a:lnTo>
                    <a:pt x="90" y="213"/>
                  </a:lnTo>
                  <a:lnTo>
                    <a:pt x="87" y="213"/>
                  </a:lnTo>
                  <a:lnTo>
                    <a:pt x="87" y="213"/>
                  </a:lnTo>
                  <a:lnTo>
                    <a:pt x="87" y="213"/>
                  </a:lnTo>
                  <a:lnTo>
                    <a:pt x="87" y="215"/>
                  </a:lnTo>
                  <a:lnTo>
                    <a:pt x="87" y="215"/>
                  </a:lnTo>
                  <a:lnTo>
                    <a:pt x="90" y="215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87" y="218"/>
                  </a:lnTo>
                  <a:lnTo>
                    <a:pt x="87" y="218"/>
                  </a:lnTo>
                  <a:lnTo>
                    <a:pt x="87" y="215"/>
                  </a:lnTo>
                  <a:lnTo>
                    <a:pt x="87" y="215"/>
                  </a:lnTo>
                  <a:lnTo>
                    <a:pt x="85" y="218"/>
                  </a:lnTo>
                  <a:lnTo>
                    <a:pt x="82" y="218"/>
                  </a:lnTo>
                  <a:lnTo>
                    <a:pt x="82" y="218"/>
                  </a:lnTo>
                  <a:lnTo>
                    <a:pt x="85" y="218"/>
                  </a:lnTo>
                  <a:lnTo>
                    <a:pt x="85" y="215"/>
                  </a:lnTo>
                  <a:lnTo>
                    <a:pt x="82" y="215"/>
                  </a:lnTo>
                  <a:lnTo>
                    <a:pt x="82" y="215"/>
                  </a:lnTo>
                  <a:lnTo>
                    <a:pt x="80" y="215"/>
                  </a:lnTo>
                  <a:lnTo>
                    <a:pt x="78" y="218"/>
                  </a:lnTo>
                  <a:lnTo>
                    <a:pt x="78" y="215"/>
                  </a:lnTo>
                  <a:lnTo>
                    <a:pt x="75" y="213"/>
                  </a:lnTo>
                  <a:lnTo>
                    <a:pt x="75" y="213"/>
                  </a:lnTo>
                  <a:lnTo>
                    <a:pt x="73" y="215"/>
                  </a:lnTo>
                  <a:lnTo>
                    <a:pt x="73" y="213"/>
                  </a:lnTo>
                  <a:lnTo>
                    <a:pt x="71" y="210"/>
                  </a:lnTo>
                  <a:lnTo>
                    <a:pt x="64" y="213"/>
                  </a:lnTo>
                  <a:lnTo>
                    <a:pt x="61" y="213"/>
                  </a:lnTo>
                  <a:lnTo>
                    <a:pt x="61" y="213"/>
                  </a:lnTo>
                  <a:lnTo>
                    <a:pt x="61" y="213"/>
                  </a:lnTo>
                  <a:lnTo>
                    <a:pt x="61" y="215"/>
                  </a:lnTo>
                  <a:lnTo>
                    <a:pt x="61" y="213"/>
                  </a:lnTo>
                  <a:lnTo>
                    <a:pt x="61" y="213"/>
                  </a:lnTo>
                  <a:lnTo>
                    <a:pt x="61" y="215"/>
                  </a:lnTo>
                  <a:lnTo>
                    <a:pt x="61" y="215"/>
                  </a:lnTo>
                  <a:lnTo>
                    <a:pt x="61" y="215"/>
                  </a:lnTo>
                  <a:lnTo>
                    <a:pt x="61" y="218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6" y="218"/>
                  </a:lnTo>
                  <a:lnTo>
                    <a:pt x="56" y="220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6" y="225"/>
                  </a:lnTo>
                  <a:lnTo>
                    <a:pt x="56" y="227"/>
                  </a:lnTo>
                  <a:lnTo>
                    <a:pt x="54" y="227"/>
                  </a:lnTo>
                  <a:lnTo>
                    <a:pt x="54" y="229"/>
                  </a:lnTo>
                  <a:lnTo>
                    <a:pt x="54" y="229"/>
                  </a:lnTo>
                  <a:lnTo>
                    <a:pt x="54" y="232"/>
                  </a:lnTo>
                  <a:lnTo>
                    <a:pt x="54" y="232"/>
                  </a:lnTo>
                  <a:lnTo>
                    <a:pt x="54" y="234"/>
                  </a:lnTo>
                  <a:lnTo>
                    <a:pt x="56" y="234"/>
                  </a:lnTo>
                  <a:lnTo>
                    <a:pt x="56" y="236"/>
                  </a:lnTo>
                  <a:lnTo>
                    <a:pt x="56" y="236"/>
                  </a:lnTo>
                  <a:lnTo>
                    <a:pt x="56" y="236"/>
                  </a:lnTo>
                  <a:lnTo>
                    <a:pt x="56" y="239"/>
                  </a:lnTo>
                  <a:lnTo>
                    <a:pt x="56" y="239"/>
                  </a:lnTo>
                  <a:lnTo>
                    <a:pt x="56" y="239"/>
                  </a:lnTo>
                  <a:lnTo>
                    <a:pt x="56" y="239"/>
                  </a:lnTo>
                  <a:lnTo>
                    <a:pt x="59" y="239"/>
                  </a:lnTo>
                  <a:lnTo>
                    <a:pt x="59" y="239"/>
                  </a:lnTo>
                  <a:lnTo>
                    <a:pt x="56" y="241"/>
                  </a:lnTo>
                  <a:lnTo>
                    <a:pt x="56" y="241"/>
                  </a:lnTo>
                  <a:lnTo>
                    <a:pt x="56" y="241"/>
                  </a:lnTo>
                  <a:lnTo>
                    <a:pt x="56" y="244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39"/>
                  </a:lnTo>
                  <a:lnTo>
                    <a:pt x="54" y="239"/>
                  </a:lnTo>
                  <a:lnTo>
                    <a:pt x="54" y="239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2" y="241"/>
                  </a:lnTo>
                  <a:lnTo>
                    <a:pt x="52" y="241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49" y="246"/>
                  </a:lnTo>
                  <a:lnTo>
                    <a:pt x="49" y="246"/>
                  </a:lnTo>
                  <a:lnTo>
                    <a:pt x="49" y="248"/>
                  </a:lnTo>
                  <a:lnTo>
                    <a:pt x="52" y="248"/>
                  </a:lnTo>
                  <a:lnTo>
                    <a:pt x="52" y="248"/>
                  </a:lnTo>
                  <a:lnTo>
                    <a:pt x="52" y="251"/>
                  </a:lnTo>
                  <a:lnTo>
                    <a:pt x="52" y="251"/>
                  </a:lnTo>
                  <a:lnTo>
                    <a:pt x="52" y="253"/>
                  </a:lnTo>
                  <a:lnTo>
                    <a:pt x="49" y="253"/>
                  </a:lnTo>
                  <a:lnTo>
                    <a:pt x="49" y="253"/>
                  </a:lnTo>
                  <a:lnTo>
                    <a:pt x="49" y="255"/>
                  </a:lnTo>
                  <a:lnTo>
                    <a:pt x="47" y="258"/>
                  </a:lnTo>
                  <a:lnTo>
                    <a:pt x="47" y="260"/>
                  </a:lnTo>
                  <a:lnTo>
                    <a:pt x="45" y="262"/>
                  </a:lnTo>
                  <a:lnTo>
                    <a:pt x="45" y="265"/>
                  </a:lnTo>
                  <a:lnTo>
                    <a:pt x="45" y="267"/>
                  </a:lnTo>
                  <a:lnTo>
                    <a:pt x="45" y="267"/>
                  </a:lnTo>
                  <a:lnTo>
                    <a:pt x="45" y="270"/>
                  </a:lnTo>
                  <a:lnTo>
                    <a:pt x="42" y="270"/>
                  </a:lnTo>
                  <a:lnTo>
                    <a:pt x="38" y="279"/>
                  </a:lnTo>
                  <a:lnTo>
                    <a:pt x="40" y="279"/>
                  </a:lnTo>
                  <a:lnTo>
                    <a:pt x="40" y="279"/>
                  </a:lnTo>
                  <a:lnTo>
                    <a:pt x="38" y="281"/>
                  </a:lnTo>
                  <a:lnTo>
                    <a:pt x="38" y="281"/>
                  </a:lnTo>
                  <a:lnTo>
                    <a:pt x="35" y="284"/>
                  </a:lnTo>
                  <a:lnTo>
                    <a:pt x="35" y="286"/>
                  </a:lnTo>
                  <a:lnTo>
                    <a:pt x="35" y="289"/>
                  </a:lnTo>
                  <a:lnTo>
                    <a:pt x="38" y="293"/>
                  </a:lnTo>
                  <a:lnTo>
                    <a:pt x="38" y="293"/>
                  </a:lnTo>
                  <a:lnTo>
                    <a:pt x="40" y="291"/>
                  </a:lnTo>
                  <a:lnTo>
                    <a:pt x="42" y="291"/>
                  </a:lnTo>
                  <a:lnTo>
                    <a:pt x="45" y="289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7" y="289"/>
                  </a:lnTo>
                  <a:lnTo>
                    <a:pt x="47" y="289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9" y="291"/>
                  </a:lnTo>
                  <a:lnTo>
                    <a:pt x="49" y="293"/>
                  </a:lnTo>
                  <a:lnTo>
                    <a:pt x="49" y="293"/>
                  </a:lnTo>
                  <a:lnTo>
                    <a:pt x="49" y="291"/>
                  </a:lnTo>
                  <a:lnTo>
                    <a:pt x="49" y="291"/>
                  </a:lnTo>
                  <a:lnTo>
                    <a:pt x="49" y="291"/>
                  </a:lnTo>
                  <a:lnTo>
                    <a:pt x="49" y="289"/>
                  </a:lnTo>
                  <a:lnTo>
                    <a:pt x="52" y="289"/>
                  </a:lnTo>
                  <a:lnTo>
                    <a:pt x="49" y="286"/>
                  </a:lnTo>
                  <a:lnTo>
                    <a:pt x="49" y="281"/>
                  </a:lnTo>
                  <a:lnTo>
                    <a:pt x="52" y="279"/>
                  </a:lnTo>
                  <a:lnTo>
                    <a:pt x="54" y="277"/>
                  </a:lnTo>
                  <a:lnTo>
                    <a:pt x="61" y="274"/>
                  </a:lnTo>
                  <a:lnTo>
                    <a:pt x="64" y="274"/>
                  </a:lnTo>
                  <a:lnTo>
                    <a:pt x="64" y="277"/>
                  </a:lnTo>
                  <a:lnTo>
                    <a:pt x="64" y="277"/>
                  </a:lnTo>
                  <a:lnTo>
                    <a:pt x="66" y="277"/>
                  </a:lnTo>
                  <a:lnTo>
                    <a:pt x="66" y="277"/>
                  </a:lnTo>
                  <a:lnTo>
                    <a:pt x="68" y="274"/>
                  </a:lnTo>
                  <a:lnTo>
                    <a:pt x="68" y="274"/>
                  </a:lnTo>
                  <a:lnTo>
                    <a:pt x="68" y="274"/>
                  </a:lnTo>
                  <a:lnTo>
                    <a:pt x="68" y="272"/>
                  </a:lnTo>
                  <a:lnTo>
                    <a:pt x="68" y="272"/>
                  </a:lnTo>
                  <a:lnTo>
                    <a:pt x="71" y="274"/>
                  </a:lnTo>
                  <a:lnTo>
                    <a:pt x="71" y="272"/>
                  </a:lnTo>
                  <a:lnTo>
                    <a:pt x="71" y="272"/>
                  </a:lnTo>
                  <a:lnTo>
                    <a:pt x="73" y="272"/>
                  </a:lnTo>
                  <a:lnTo>
                    <a:pt x="73" y="270"/>
                  </a:lnTo>
                  <a:lnTo>
                    <a:pt x="78" y="267"/>
                  </a:lnTo>
                  <a:lnTo>
                    <a:pt x="80" y="265"/>
                  </a:lnTo>
                  <a:lnTo>
                    <a:pt x="82" y="262"/>
                  </a:lnTo>
                  <a:lnTo>
                    <a:pt x="85" y="262"/>
                  </a:lnTo>
                  <a:lnTo>
                    <a:pt x="85" y="265"/>
                  </a:lnTo>
                  <a:lnTo>
                    <a:pt x="85" y="265"/>
                  </a:lnTo>
                  <a:lnTo>
                    <a:pt x="87" y="265"/>
                  </a:lnTo>
                  <a:lnTo>
                    <a:pt x="92" y="260"/>
                  </a:lnTo>
                  <a:lnTo>
                    <a:pt x="94" y="262"/>
                  </a:lnTo>
                  <a:lnTo>
                    <a:pt x="94" y="262"/>
                  </a:lnTo>
                  <a:lnTo>
                    <a:pt x="94" y="262"/>
                  </a:lnTo>
                  <a:lnTo>
                    <a:pt x="94" y="262"/>
                  </a:lnTo>
                  <a:lnTo>
                    <a:pt x="94" y="265"/>
                  </a:lnTo>
                  <a:lnTo>
                    <a:pt x="94" y="262"/>
                  </a:lnTo>
                  <a:lnTo>
                    <a:pt x="97" y="262"/>
                  </a:lnTo>
                  <a:lnTo>
                    <a:pt x="97" y="262"/>
                  </a:lnTo>
                  <a:lnTo>
                    <a:pt x="97" y="262"/>
                  </a:lnTo>
                  <a:lnTo>
                    <a:pt x="97" y="260"/>
                  </a:lnTo>
                  <a:lnTo>
                    <a:pt x="97" y="258"/>
                  </a:lnTo>
                  <a:lnTo>
                    <a:pt x="97" y="258"/>
                  </a:lnTo>
                  <a:lnTo>
                    <a:pt x="111" y="251"/>
                  </a:lnTo>
                  <a:lnTo>
                    <a:pt x="111" y="251"/>
                  </a:lnTo>
                  <a:lnTo>
                    <a:pt x="113" y="251"/>
                  </a:lnTo>
                  <a:lnTo>
                    <a:pt x="116" y="251"/>
                  </a:lnTo>
                  <a:lnTo>
                    <a:pt x="123" y="248"/>
                  </a:lnTo>
                  <a:lnTo>
                    <a:pt x="125" y="248"/>
                  </a:lnTo>
                  <a:lnTo>
                    <a:pt x="123" y="248"/>
                  </a:lnTo>
                  <a:lnTo>
                    <a:pt x="120" y="251"/>
                  </a:lnTo>
                  <a:lnTo>
                    <a:pt x="120" y="253"/>
                  </a:lnTo>
                  <a:lnTo>
                    <a:pt x="120" y="258"/>
                  </a:lnTo>
                  <a:lnTo>
                    <a:pt x="120" y="255"/>
                  </a:lnTo>
                  <a:lnTo>
                    <a:pt x="118" y="255"/>
                  </a:lnTo>
                  <a:lnTo>
                    <a:pt x="118" y="255"/>
                  </a:lnTo>
                  <a:lnTo>
                    <a:pt x="116" y="255"/>
                  </a:lnTo>
                  <a:lnTo>
                    <a:pt x="116" y="255"/>
                  </a:lnTo>
                  <a:lnTo>
                    <a:pt x="113" y="258"/>
                  </a:lnTo>
                  <a:lnTo>
                    <a:pt x="109" y="260"/>
                  </a:lnTo>
                  <a:lnTo>
                    <a:pt x="106" y="260"/>
                  </a:lnTo>
                  <a:lnTo>
                    <a:pt x="106" y="260"/>
                  </a:lnTo>
                  <a:lnTo>
                    <a:pt x="106" y="260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04" y="262"/>
                  </a:lnTo>
                  <a:lnTo>
                    <a:pt x="104" y="265"/>
                  </a:lnTo>
                  <a:lnTo>
                    <a:pt x="101" y="265"/>
                  </a:lnTo>
                  <a:lnTo>
                    <a:pt x="101" y="265"/>
                  </a:lnTo>
                  <a:lnTo>
                    <a:pt x="101" y="265"/>
                  </a:lnTo>
                  <a:lnTo>
                    <a:pt x="101" y="267"/>
                  </a:lnTo>
                  <a:lnTo>
                    <a:pt x="101" y="267"/>
                  </a:lnTo>
                  <a:lnTo>
                    <a:pt x="101" y="270"/>
                  </a:lnTo>
                  <a:lnTo>
                    <a:pt x="99" y="270"/>
                  </a:lnTo>
                  <a:lnTo>
                    <a:pt x="97" y="270"/>
                  </a:lnTo>
                  <a:lnTo>
                    <a:pt x="94" y="274"/>
                  </a:lnTo>
                  <a:lnTo>
                    <a:pt x="92" y="277"/>
                  </a:lnTo>
                  <a:lnTo>
                    <a:pt x="87" y="281"/>
                  </a:lnTo>
                  <a:lnTo>
                    <a:pt x="87" y="281"/>
                  </a:lnTo>
                  <a:lnTo>
                    <a:pt x="87" y="284"/>
                  </a:lnTo>
                  <a:lnTo>
                    <a:pt x="87" y="284"/>
                  </a:lnTo>
                  <a:lnTo>
                    <a:pt x="87" y="286"/>
                  </a:lnTo>
                  <a:lnTo>
                    <a:pt x="87" y="286"/>
                  </a:lnTo>
                  <a:lnTo>
                    <a:pt x="87" y="286"/>
                  </a:lnTo>
                  <a:lnTo>
                    <a:pt x="87" y="286"/>
                  </a:lnTo>
                  <a:lnTo>
                    <a:pt x="87" y="289"/>
                  </a:lnTo>
                  <a:lnTo>
                    <a:pt x="87" y="291"/>
                  </a:lnTo>
                  <a:lnTo>
                    <a:pt x="90" y="291"/>
                  </a:lnTo>
                  <a:lnTo>
                    <a:pt x="92" y="293"/>
                  </a:lnTo>
                  <a:lnTo>
                    <a:pt x="94" y="293"/>
                  </a:lnTo>
                  <a:lnTo>
                    <a:pt x="94" y="293"/>
                  </a:lnTo>
                  <a:lnTo>
                    <a:pt x="94" y="293"/>
                  </a:lnTo>
                  <a:lnTo>
                    <a:pt x="94" y="296"/>
                  </a:lnTo>
                  <a:lnTo>
                    <a:pt x="94" y="298"/>
                  </a:lnTo>
                  <a:lnTo>
                    <a:pt x="97" y="298"/>
                  </a:lnTo>
                  <a:lnTo>
                    <a:pt x="97" y="300"/>
                  </a:lnTo>
                  <a:lnTo>
                    <a:pt x="97" y="300"/>
                  </a:lnTo>
                  <a:lnTo>
                    <a:pt x="94" y="300"/>
                  </a:lnTo>
                  <a:lnTo>
                    <a:pt x="94" y="300"/>
                  </a:lnTo>
                  <a:lnTo>
                    <a:pt x="94" y="303"/>
                  </a:lnTo>
                  <a:lnTo>
                    <a:pt x="94" y="298"/>
                  </a:lnTo>
                  <a:lnTo>
                    <a:pt x="92" y="296"/>
                  </a:lnTo>
                  <a:lnTo>
                    <a:pt x="87" y="293"/>
                  </a:lnTo>
                  <a:lnTo>
                    <a:pt x="80" y="291"/>
                  </a:lnTo>
                  <a:lnTo>
                    <a:pt x="80" y="293"/>
                  </a:lnTo>
                  <a:lnTo>
                    <a:pt x="80" y="293"/>
                  </a:lnTo>
                  <a:lnTo>
                    <a:pt x="80" y="293"/>
                  </a:lnTo>
                  <a:lnTo>
                    <a:pt x="80" y="296"/>
                  </a:lnTo>
                  <a:lnTo>
                    <a:pt x="80" y="296"/>
                  </a:lnTo>
                  <a:lnTo>
                    <a:pt x="80" y="296"/>
                  </a:lnTo>
                  <a:lnTo>
                    <a:pt x="80" y="298"/>
                  </a:lnTo>
                  <a:lnTo>
                    <a:pt x="78" y="298"/>
                  </a:lnTo>
                  <a:lnTo>
                    <a:pt x="78" y="296"/>
                  </a:lnTo>
                  <a:lnTo>
                    <a:pt x="78" y="296"/>
                  </a:lnTo>
                  <a:lnTo>
                    <a:pt x="75" y="293"/>
                  </a:lnTo>
                  <a:lnTo>
                    <a:pt x="75" y="293"/>
                  </a:lnTo>
                  <a:lnTo>
                    <a:pt x="75" y="291"/>
                  </a:lnTo>
                  <a:lnTo>
                    <a:pt x="75" y="291"/>
                  </a:lnTo>
                  <a:lnTo>
                    <a:pt x="75" y="291"/>
                  </a:lnTo>
                  <a:lnTo>
                    <a:pt x="75" y="289"/>
                  </a:lnTo>
                  <a:lnTo>
                    <a:pt x="73" y="286"/>
                  </a:lnTo>
                  <a:lnTo>
                    <a:pt x="73" y="284"/>
                  </a:lnTo>
                  <a:lnTo>
                    <a:pt x="73" y="281"/>
                  </a:lnTo>
                  <a:lnTo>
                    <a:pt x="73" y="281"/>
                  </a:lnTo>
                  <a:lnTo>
                    <a:pt x="73" y="279"/>
                  </a:lnTo>
                  <a:lnTo>
                    <a:pt x="73" y="279"/>
                  </a:lnTo>
                  <a:lnTo>
                    <a:pt x="71" y="279"/>
                  </a:lnTo>
                  <a:lnTo>
                    <a:pt x="68" y="281"/>
                  </a:lnTo>
                  <a:lnTo>
                    <a:pt x="64" y="281"/>
                  </a:lnTo>
                  <a:lnTo>
                    <a:pt x="64" y="281"/>
                  </a:lnTo>
                  <a:lnTo>
                    <a:pt x="61" y="281"/>
                  </a:lnTo>
                  <a:lnTo>
                    <a:pt x="64" y="281"/>
                  </a:lnTo>
                  <a:lnTo>
                    <a:pt x="68" y="281"/>
                  </a:lnTo>
                  <a:lnTo>
                    <a:pt x="68" y="281"/>
                  </a:lnTo>
                  <a:lnTo>
                    <a:pt x="68" y="284"/>
                  </a:lnTo>
                  <a:lnTo>
                    <a:pt x="68" y="286"/>
                  </a:lnTo>
                  <a:lnTo>
                    <a:pt x="68" y="289"/>
                  </a:lnTo>
                  <a:lnTo>
                    <a:pt x="66" y="291"/>
                  </a:lnTo>
                  <a:lnTo>
                    <a:pt x="64" y="293"/>
                  </a:lnTo>
                  <a:lnTo>
                    <a:pt x="59" y="298"/>
                  </a:lnTo>
                  <a:lnTo>
                    <a:pt x="56" y="300"/>
                  </a:lnTo>
                  <a:lnTo>
                    <a:pt x="49" y="307"/>
                  </a:lnTo>
                  <a:lnTo>
                    <a:pt x="45" y="319"/>
                  </a:lnTo>
                  <a:lnTo>
                    <a:pt x="38" y="329"/>
                  </a:lnTo>
                  <a:lnTo>
                    <a:pt x="35" y="331"/>
                  </a:lnTo>
                  <a:lnTo>
                    <a:pt x="35" y="333"/>
                  </a:lnTo>
                  <a:lnTo>
                    <a:pt x="30" y="341"/>
                  </a:lnTo>
                  <a:lnTo>
                    <a:pt x="30" y="343"/>
                  </a:lnTo>
                  <a:lnTo>
                    <a:pt x="28" y="343"/>
                  </a:lnTo>
                  <a:lnTo>
                    <a:pt x="26" y="348"/>
                  </a:lnTo>
                  <a:lnTo>
                    <a:pt x="21" y="360"/>
                  </a:lnTo>
                  <a:lnTo>
                    <a:pt x="16" y="367"/>
                  </a:lnTo>
                  <a:lnTo>
                    <a:pt x="16" y="371"/>
                  </a:lnTo>
                  <a:lnTo>
                    <a:pt x="19" y="371"/>
                  </a:lnTo>
                  <a:lnTo>
                    <a:pt x="19" y="371"/>
                  </a:lnTo>
                  <a:lnTo>
                    <a:pt x="21" y="367"/>
                  </a:lnTo>
                  <a:lnTo>
                    <a:pt x="21" y="367"/>
                  </a:lnTo>
                  <a:lnTo>
                    <a:pt x="23" y="364"/>
                  </a:lnTo>
                  <a:lnTo>
                    <a:pt x="26" y="360"/>
                  </a:lnTo>
                  <a:lnTo>
                    <a:pt x="28" y="357"/>
                  </a:lnTo>
                  <a:lnTo>
                    <a:pt x="30" y="355"/>
                  </a:lnTo>
                  <a:lnTo>
                    <a:pt x="30" y="355"/>
                  </a:lnTo>
                  <a:lnTo>
                    <a:pt x="30" y="355"/>
                  </a:lnTo>
                  <a:lnTo>
                    <a:pt x="28" y="357"/>
                  </a:lnTo>
                  <a:lnTo>
                    <a:pt x="28" y="360"/>
                  </a:lnTo>
                  <a:lnTo>
                    <a:pt x="26" y="360"/>
                  </a:lnTo>
                  <a:lnTo>
                    <a:pt x="26" y="367"/>
                  </a:lnTo>
                  <a:lnTo>
                    <a:pt x="23" y="364"/>
                  </a:lnTo>
                  <a:lnTo>
                    <a:pt x="26" y="367"/>
                  </a:lnTo>
                  <a:lnTo>
                    <a:pt x="23" y="369"/>
                  </a:lnTo>
                  <a:lnTo>
                    <a:pt x="23" y="371"/>
                  </a:lnTo>
                  <a:lnTo>
                    <a:pt x="23" y="374"/>
                  </a:lnTo>
                  <a:lnTo>
                    <a:pt x="23" y="374"/>
                  </a:lnTo>
                  <a:lnTo>
                    <a:pt x="21" y="376"/>
                  </a:lnTo>
                  <a:lnTo>
                    <a:pt x="21" y="376"/>
                  </a:lnTo>
                  <a:lnTo>
                    <a:pt x="19" y="376"/>
                  </a:lnTo>
                  <a:lnTo>
                    <a:pt x="19" y="376"/>
                  </a:lnTo>
                  <a:lnTo>
                    <a:pt x="19" y="376"/>
                  </a:lnTo>
                  <a:lnTo>
                    <a:pt x="19" y="374"/>
                  </a:lnTo>
                  <a:lnTo>
                    <a:pt x="19" y="374"/>
                  </a:lnTo>
                  <a:lnTo>
                    <a:pt x="16" y="374"/>
                  </a:lnTo>
                  <a:lnTo>
                    <a:pt x="16" y="371"/>
                  </a:lnTo>
                  <a:lnTo>
                    <a:pt x="16" y="371"/>
                  </a:lnTo>
                  <a:lnTo>
                    <a:pt x="14" y="371"/>
                  </a:lnTo>
                  <a:lnTo>
                    <a:pt x="11" y="376"/>
                  </a:lnTo>
                  <a:lnTo>
                    <a:pt x="11" y="378"/>
                  </a:lnTo>
                  <a:lnTo>
                    <a:pt x="7" y="386"/>
                  </a:lnTo>
                  <a:lnTo>
                    <a:pt x="2" y="402"/>
                  </a:lnTo>
                  <a:lnTo>
                    <a:pt x="2" y="405"/>
                  </a:lnTo>
                  <a:lnTo>
                    <a:pt x="2" y="407"/>
                  </a:lnTo>
                  <a:lnTo>
                    <a:pt x="2" y="407"/>
                  </a:lnTo>
                  <a:lnTo>
                    <a:pt x="7" y="393"/>
                  </a:lnTo>
                  <a:lnTo>
                    <a:pt x="9" y="383"/>
                  </a:lnTo>
                  <a:lnTo>
                    <a:pt x="9" y="383"/>
                  </a:lnTo>
                  <a:lnTo>
                    <a:pt x="11" y="383"/>
                  </a:lnTo>
                  <a:lnTo>
                    <a:pt x="11" y="383"/>
                  </a:lnTo>
                  <a:lnTo>
                    <a:pt x="14" y="381"/>
                  </a:lnTo>
                  <a:lnTo>
                    <a:pt x="14" y="381"/>
                  </a:lnTo>
                  <a:lnTo>
                    <a:pt x="16" y="383"/>
                  </a:lnTo>
                  <a:lnTo>
                    <a:pt x="16" y="383"/>
                  </a:lnTo>
                  <a:lnTo>
                    <a:pt x="16" y="386"/>
                  </a:lnTo>
                  <a:lnTo>
                    <a:pt x="14" y="388"/>
                  </a:lnTo>
                  <a:lnTo>
                    <a:pt x="14" y="390"/>
                  </a:lnTo>
                  <a:lnTo>
                    <a:pt x="11" y="393"/>
                  </a:lnTo>
                  <a:lnTo>
                    <a:pt x="9" y="400"/>
                  </a:lnTo>
                  <a:lnTo>
                    <a:pt x="9" y="400"/>
                  </a:lnTo>
                  <a:lnTo>
                    <a:pt x="9" y="402"/>
                  </a:lnTo>
                  <a:lnTo>
                    <a:pt x="9" y="402"/>
                  </a:lnTo>
                  <a:lnTo>
                    <a:pt x="9" y="407"/>
                  </a:lnTo>
                  <a:lnTo>
                    <a:pt x="9" y="409"/>
                  </a:lnTo>
                  <a:lnTo>
                    <a:pt x="11" y="419"/>
                  </a:lnTo>
                  <a:lnTo>
                    <a:pt x="11" y="421"/>
                  </a:lnTo>
                  <a:lnTo>
                    <a:pt x="11" y="421"/>
                  </a:lnTo>
                  <a:lnTo>
                    <a:pt x="11" y="426"/>
                  </a:lnTo>
                  <a:lnTo>
                    <a:pt x="11" y="426"/>
                  </a:lnTo>
                  <a:lnTo>
                    <a:pt x="11" y="428"/>
                  </a:lnTo>
                  <a:lnTo>
                    <a:pt x="11" y="431"/>
                  </a:lnTo>
                  <a:lnTo>
                    <a:pt x="11" y="433"/>
                  </a:lnTo>
                  <a:lnTo>
                    <a:pt x="14" y="433"/>
                  </a:lnTo>
                  <a:lnTo>
                    <a:pt x="14" y="433"/>
                  </a:lnTo>
                  <a:lnTo>
                    <a:pt x="19" y="438"/>
                  </a:lnTo>
                  <a:lnTo>
                    <a:pt x="19" y="438"/>
                  </a:lnTo>
                  <a:lnTo>
                    <a:pt x="19" y="438"/>
                  </a:lnTo>
                  <a:lnTo>
                    <a:pt x="19" y="438"/>
                  </a:lnTo>
                  <a:lnTo>
                    <a:pt x="19" y="440"/>
                  </a:lnTo>
                  <a:lnTo>
                    <a:pt x="19" y="442"/>
                  </a:lnTo>
                  <a:lnTo>
                    <a:pt x="21" y="442"/>
                  </a:lnTo>
                  <a:lnTo>
                    <a:pt x="21" y="445"/>
                  </a:lnTo>
                  <a:lnTo>
                    <a:pt x="21" y="445"/>
                  </a:lnTo>
                  <a:lnTo>
                    <a:pt x="21" y="447"/>
                  </a:lnTo>
                  <a:lnTo>
                    <a:pt x="21" y="447"/>
                  </a:lnTo>
                  <a:lnTo>
                    <a:pt x="21" y="449"/>
                  </a:lnTo>
                  <a:lnTo>
                    <a:pt x="23" y="449"/>
                  </a:lnTo>
                  <a:lnTo>
                    <a:pt x="23" y="449"/>
                  </a:lnTo>
                  <a:lnTo>
                    <a:pt x="23" y="452"/>
                  </a:lnTo>
                  <a:lnTo>
                    <a:pt x="23" y="452"/>
                  </a:lnTo>
                  <a:lnTo>
                    <a:pt x="23" y="452"/>
                  </a:lnTo>
                  <a:lnTo>
                    <a:pt x="26" y="452"/>
                  </a:lnTo>
                  <a:lnTo>
                    <a:pt x="26" y="454"/>
                  </a:lnTo>
                  <a:lnTo>
                    <a:pt x="26" y="452"/>
                  </a:lnTo>
                  <a:lnTo>
                    <a:pt x="26" y="452"/>
                  </a:lnTo>
                  <a:lnTo>
                    <a:pt x="26" y="452"/>
                  </a:lnTo>
                  <a:lnTo>
                    <a:pt x="26" y="449"/>
                  </a:lnTo>
                  <a:lnTo>
                    <a:pt x="26" y="449"/>
                  </a:lnTo>
                  <a:lnTo>
                    <a:pt x="28" y="452"/>
                  </a:lnTo>
                  <a:lnTo>
                    <a:pt x="28" y="452"/>
                  </a:lnTo>
                  <a:lnTo>
                    <a:pt x="26" y="454"/>
                  </a:lnTo>
                  <a:lnTo>
                    <a:pt x="30" y="459"/>
                  </a:lnTo>
                  <a:lnTo>
                    <a:pt x="30" y="459"/>
                  </a:lnTo>
                  <a:lnTo>
                    <a:pt x="30" y="459"/>
                  </a:lnTo>
                  <a:lnTo>
                    <a:pt x="30" y="457"/>
                  </a:lnTo>
                  <a:lnTo>
                    <a:pt x="30" y="457"/>
                  </a:lnTo>
                  <a:lnTo>
                    <a:pt x="33" y="457"/>
                  </a:lnTo>
                  <a:lnTo>
                    <a:pt x="33" y="459"/>
                  </a:lnTo>
                  <a:lnTo>
                    <a:pt x="33" y="459"/>
                  </a:lnTo>
                  <a:lnTo>
                    <a:pt x="35" y="461"/>
                  </a:lnTo>
                  <a:lnTo>
                    <a:pt x="33" y="459"/>
                  </a:lnTo>
                  <a:lnTo>
                    <a:pt x="35" y="457"/>
                  </a:lnTo>
                  <a:lnTo>
                    <a:pt x="35" y="459"/>
                  </a:lnTo>
                  <a:lnTo>
                    <a:pt x="35" y="459"/>
                  </a:lnTo>
                  <a:lnTo>
                    <a:pt x="38" y="459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59"/>
                  </a:lnTo>
                  <a:lnTo>
                    <a:pt x="38" y="459"/>
                  </a:lnTo>
                  <a:lnTo>
                    <a:pt x="38" y="459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40" y="459"/>
                  </a:lnTo>
                  <a:lnTo>
                    <a:pt x="40" y="459"/>
                  </a:lnTo>
                  <a:lnTo>
                    <a:pt x="40" y="459"/>
                  </a:lnTo>
                  <a:lnTo>
                    <a:pt x="40" y="459"/>
                  </a:lnTo>
                  <a:lnTo>
                    <a:pt x="40" y="457"/>
                  </a:lnTo>
                  <a:lnTo>
                    <a:pt x="38" y="454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5" y="449"/>
                  </a:lnTo>
                  <a:lnTo>
                    <a:pt x="33" y="449"/>
                  </a:lnTo>
                  <a:lnTo>
                    <a:pt x="33" y="449"/>
                  </a:lnTo>
                  <a:lnTo>
                    <a:pt x="33" y="447"/>
                  </a:lnTo>
                  <a:lnTo>
                    <a:pt x="33" y="447"/>
                  </a:lnTo>
                  <a:lnTo>
                    <a:pt x="33" y="447"/>
                  </a:lnTo>
                  <a:lnTo>
                    <a:pt x="35" y="447"/>
                  </a:lnTo>
                  <a:lnTo>
                    <a:pt x="35" y="449"/>
                  </a:lnTo>
                  <a:lnTo>
                    <a:pt x="35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40" y="449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47"/>
                  </a:lnTo>
                  <a:lnTo>
                    <a:pt x="38" y="447"/>
                  </a:lnTo>
                  <a:lnTo>
                    <a:pt x="40" y="447"/>
                  </a:lnTo>
                  <a:lnTo>
                    <a:pt x="40" y="449"/>
                  </a:lnTo>
                  <a:lnTo>
                    <a:pt x="42" y="449"/>
                  </a:lnTo>
                  <a:lnTo>
                    <a:pt x="42" y="452"/>
                  </a:lnTo>
                  <a:lnTo>
                    <a:pt x="45" y="449"/>
                  </a:lnTo>
                  <a:lnTo>
                    <a:pt x="45" y="449"/>
                  </a:lnTo>
                  <a:lnTo>
                    <a:pt x="42" y="449"/>
                  </a:lnTo>
                  <a:lnTo>
                    <a:pt x="42" y="447"/>
                  </a:lnTo>
                  <a:lnTo>
                    <a:pt x="42" y="447"/>
                  </a:lnTo>
                  <a:lnTo>
                    <a:pt x="45" y="452"/>
                  </a:lnTo>
                  <a:lnTo>
                    <a:pt x="45" y="452"/>
                  </a:lnTo>
                  <a:lnTo>
                    <a:pt x="47" y="452"/>
                  </a:lnTo>
                  <a:lnTo>
                    <a:pt x="47" y="454"/>
                  </a:lnTo>
                  <a:lnTo>
                    <a:pt x="49" y="454"/>
                  </a:lnTo>
                  <a:lnTo>
                    <a:pt x="49" y="457"/>
                  </a:lnTo>
                  <a:lnTo>
                    <a:pt x="52" y="459"/>
                  </a:lnTo>
                  <a:lnTo>
                    <a:pt x="52" y="461"/>
                  </a:lnTo>
                  <a:lnTo>
                    <a:pt x="54" y="464"/>
                  </a:lnTo>
                  <a:lnTo>
                    <a:pt x="54" y="461"/>
                  </a:lnTo>
                  <a:lnTo>
                    <a:pt x="54" y="459"/>
                  </a:lnTo>
                  <a:lnTo>
                    <a:pt x="52" y="459"/>
                  </a:lnTo>
                  <a:lnTo>
                    <a:pt x="52" y="459"/>
                  </a:lnTo>
                  <a:lnTo>
                    <a:pt x="52" y="457"/>
                  </a:lnTo>
                  <a:lnTo>
                    <a:pt x="52" y="457"/>
                  </a:lnTo>
                  <a:lnTo>
                    <a:pt x="52" y="454"/>
                  </a:lnTo>
                  <a:lnTo>
                    <a:pt x="52" y="454"/>
                  </a:lnTo>
                  <a:lnTo>
                    <a:pt x="52" y="457"/>
                  </a:lnTo>
                  <a:lnTo>
                    <a:pt x="54" y="457"/>
                  </a:lnTo>
                  <a:lnTo>
                    <a:pt x="54" y="459"/>
                  </a:lnTo>
                  <a:lnTo>
                    <a:pt x="56" y="464"/>
                  </a:lnTo>
                  <a:lnTo>
                    <a:pt x="56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4"/>
                  </a:lnTo>
                  <a:lnTo>
                    <a:pt x="56" y="464"/>
                  </a:lnTo>
                  <a:lnTo>
                    <a:pt x="56" y="464"/>
                  </a:lnTo>
                  <a:lnTo>
                    <a:pt x="59" y="464"/>
                  </a:lnTo>
                  <a:lnTo>
                    <a:pt x="59" y="464"/>
                  </a:lnTo>
                  <a:lnTo>
                    <a:pt x="59" y="466"/>
                  </a:lnTo>
                  <a:lnTo>
                    <a:pt x="61" y="468"/>
                  </a:lnTo>
                  <a:lnTo>
                    <a:pt x="61" y="468"/>
                  </a:lnTo>
                  <a:lnTo>
                    <a:pt x="61" y="468"/>
                  </a:lnTo>
                  <a:lnTo>
                    <a:pt x="64" y="468"/>
                  </a:lnTo>
                  <a:lnTo>
                    <a:pt x="66" y="468"/>
                  </a:lnTo>
                  <a:lnTo>
                    <a:pt x="66" y="468"/>
                  </a:lnTo>
                  <a:lnTo>
                    <a:pt x="66" y="468"/>
                  </a:lnTo>
                  <a:lnTo>
                    <a:pt x="66" y="468"/>
                  </a:lnTo>
                  <a:lnTo>
                    <a:pt x="66" y="466"/>
                  </a:lnTo>
                  <a:lnTo>
                    <a:pt x="66" y="466"/>
                  </a:lnTo>
                  <a:lnTo>
                    <a:pt x="66" y="466"/>
                  </a:lnTo>
                  <a:lnTo>
                    <a:pt x="68" y="464"/>
                  </a:lnTo>
                  <a:lnTo>
                    <a:pt x="68" y="459"/>
                  </a:lnTo>
                  <a:lnTo>
                    <a:pt x="68" y="459"/>
                  </a:lnTo>
                  <a:lnTo>
                    <a:pt x="68" y="459"/>
                  </a:lnTo>
                  <a:lnTo>
                    <a:pt x="68" y="459"/>
                  </a:lnTo>
                  <a:lnTo>
                    <a:pt x="71" y="459"/>
                  </a:lnTo>
                  <a:lnTo>
                    <a:pt x="71" y="459"/>
                  </a:lnTo>
                  <a:lnTo>
                    <a:pt x="71" y="461"/>
                  </a:lnTo>
                  <a:lnTo>
                    <a:pt x="71" y="461"/>
                  </a:lnTo>
                  <a:lnTo>
                    <a:pt x="71" y="461"/>
                  </a:lnTo>
                  <a:lnTo>
                    <a:pt x="71" y="461"/>
                  </a:lnTo>
                  <a:lnTo>
                    <a:pt x="75" y="464"/>
                  </a:lnTo>
                  <a:lnTo>
                    <a:pt x="75" y="464"/>
                  </a:lnTo>
                  <a:lnTo>
                    <a:pt x="75" y="466"/>
                  </a:lnTo>
                  <a:lnTo>
                    <a:pt x="78" y="466"/>
                  </a:lnTo>
                  <a:lnTo>
                    <a:pt x="78" y="466"/>
                  </a:lnTo>
                  <a:lnTo>
                    <a:pt x="78" y="464"/>
                  </a:lnTo>
                  <a:lnTo>
                    <a:pt x="78" y="464"/>
                  </a:lnTo>
                  <a:lnTo>
                    <a:pt x="75" y="461"/>
                  </a:lnTo>
                  <a:lnTo>
                    <a:pt x="75" y="461"/>
                  </a:lnTo>
                  <a:lnTo>
                    <a:pt x="75" y="461"/>
                  </a:lnTo>
                  <a:lnTo>
                    <a:pt x="75" y="459"/>
                  </a:lnTo>
                  <a:lnTo>
                    <a:pt x="75" y="459"/>
                  </a:lnTo>
                  <a:lnTo>
                    <a:pt x="75" y="459"/>
                  </a:lnTo>
                  <a:lnTo>
                    <a:pt x="75" y="457"/>
                  </a:lnTo>
                  <a:lnTo>
                    <a:pt x="75" y="457"/>
                  </a:lnTo>
                  <a:lnTo>
                    <a:pt x="75" y="457"/>
                  </a:lnTo>
                  <a:lnTo>
                    <a:pt x="78" y="457"/>
                  </a:lnTo>
                  <a:lnTo>
                    <a:pt x="80" y="461"/>
                  </a:lnTo>
                  <a:lnTo>
                    <a:pt x="80" y="461"/>
                  </a:lnTo>
                  <a:lnTo>
                    <a:pt x="80" y="461"/>
                  </a:lnTo>
                  <a:lnTo>
                    <a:pt x="80" y="459"/>
                  </a:lnTo>
                  <a:lnTo>
                    <a:pt x="80" y="459"/>
                  </a:lnTo>
                  <a:lnTo>
                    <a:pt x="78" y="459"/>
                  </a:lnTo>
                  <a:lnTo>
                    <a:pt x="73" y="454"/>
                  </a:lnTo>
                  <a:lnTo>
                    <a:pt x="73" y="454"/>
                  </a:lnTo>
                  <a:lnTo>
                    <a:pt x="75" y="454"/>
                  </a:lnTo>
                  <a:lnTo>
                    <a:pt x="78" y="454"/>
                  </a:lnTo>
                  <a:lnTo>
                    <a:pt x="78" y="454"/>
                  </a:lnTo>
                  <a:lnTo>
                    <a:pt x="78" y="454"/>
                  </a:lnTo>
                  <a:lnTo>
                    <a:pt x="80" y="454"/>
                  </a:lnTo>
                  <a:lnTo>
                    <a:pt x="80" y="454"/>
                  </a:lnTo>
                  <a:lnTo>
                    <a:pt x="80" y="454"/>
                  </a:lnTo>
                  <a:lnTo>
                    <a:pt x="82" y="454"/>
                  </a:lnTo>
                  <a:lnTo>
                    <a:pt x="80" y="452"/>
                  </a:lnTo>
                  <a:lnTo>
                    <a:pt x="80" y="452"/>
                  </a:lnTo>
                  <a:lnTo>
                    <a:pt x="80" y="452"/>
                  </a:lnTo>
                  <a:lnTo>
                    <a:pt x="80" y="452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7"/>
                  </a:lnTo>
                  <a:lnTo>
                    <a:pt x="80" y="447"/>
                  </a:lnTo>
                  <a:lnTo>
                    <a:pt x="78" y="445"/>
                  </a:lnTo>
                  <a:lnTo>
                    <a:pt x="78" y="442"/>
                  </a:lnTo>
                  <a:lnTo>
                    <a:pt x="75" y="442"/>
                  </a:lnTo>
                  <a:lnTo>
                    <a:pt x="73" y="440"/>
                  </a:lnTo>
                  <a:lnTo>
                    <a:pt x="75" y="440"/>
                  </a:lnTo>
                  <a:lnTo>
                    <a:pt x="75" y="440"/>
                  </a:lnTo>
                  <a:lnTo>
                    <a:pt x="75" y="438"/>
                  </a:lnTo>
                  <a:lnTo>
                    <a:pt x="75" y="438"/>
                  </a:lnTo>
                  <a:lnTo>
                    <a:pt x="75" y="438"/>
                  </a:lnTo>
                  <a:lnTo>
                    <a:pt x="75" y="435"/>
                  </a:lnTo>
                  <a:lnTo>
                    <a:pt x="75" y="438"/>
                  </a:lnTo>
                  <a:lnTo>
                    <a:pt x="78" y="438"/>
                  </a:lnTo>
                  <a:lnTo>
                    <a:pt x="78" y="438"/>
                  </a:lnTo>
                  <a:lnTo>
                    <a:pt x="78" y="440"/>
                  </a:lnTo>
                  <a:lnTo>
                    <a:pt x="78" y="442"/>
                  </a:lnTo>
                  <a:lnTo>
                    <a:pt x="80" y="442"/>
                  </a:lnTo>
                  <a:lnTo>
                    <a:pt x="82" y="442"/>
                  </a:lnTo>
                  <a:lnTo>
                    <a:pt x="82" y="442"/>
                  </a:lnTo>
                  <a:lnTo>
                    <a:pt x="82" y="440"/>
                  </a:lnTo>
                  <a:lnTo>
                    <a:pt x="82" y="438"/>
                  </a:lnTo>
                  <a:lnTo>
                    <a:pt x="80" y="435"/>
                  </a:lnTo>
                  <a:lnTo>
                    <a:pt x="80" y="433"/>
                  </a:lnTo>
                  <a:lnTo>
                    <a:pt x="80" y="433"/>
                  </a:lnTo>
                  <a:lnTo>
                    <a:pt x="80" y="433"/>
                  </a:lnTo>
                  <a:lnTo>
                    <a:pt x="80" y="431"/>
                  </a:lnTo>
                  <a:lnTo>
                    <a:pt x="80" y="431"/>
                  </a:lnTo>
                  <a:lnTo>
                    <a:pt x="78" y="431"/>
                  </a:lnTo>
                  <a:lnTo>
                    <a:pt x="80" y="431"/>
                  </a:lnTo>
                  <a:lnTo>
                    <a:pt x="82" y="433"/>
                  </a:lnTo>
                  <a:lnTo>
                    <a:pt x="82" y="435"/>
                  </a:lnTo>
                  <a:lnTo>
                    <a:pt x="85" y="435"/>
                  </a:lnTo>
                  <a:lnTo>
                    <a:pt x="85" y="438"/>
                  </a:lnTo>
                  <a:lnTo>
                    <a:pt x="85" y="438"/>
                  </a:lnTo>
                  <a:lnTo>
                    <a:pt x="87" y="438"/>
                  </a:lnTo>
                  <a:lnTo>
                    <a:pt x="87" y="435"/>
                  </a:lnTo>
                  <a:lnTo>
                    <a:pt x="87" y="433"/>
                  </a:lnTo>
                  <a:lnTo>
                    <a:pt x="87" y="435"/>
                  </a:lnTo>
                  <a:lnTo>
                    <a:pt x="87" y="435"/>
                  </a:lnTo>
                  <a:lnTo>
                    <a:pt x="87" y="438"/>
                  </a:lnTo>
                  <a:lnTo>
                    <a:pt x="90" y="438"/>
                  </a:lnTo>
                  <a:lnTo>
                    <a:pt x="90" y="438"/>
                  </a:lnTo>
                  <a:lnTo>
                    <a:pt x="90" y="433"/>
                  </a:lnTo>
                  <a:lnTo>
                    <a:pt x="90" y="431"/>
                  </a:lnTo>
                  <a:lnTo>
                    <a:pt x="90" y="431"/>
                  </a:lnTo>
                  <a:lnTo>
                    <a:pt x="92" y="433"/>
                  </a:lnTo>
                  <a:lnTo>
                    <a:pt x="92" y="435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1"/>
                  </a:lnTo>
                  <a:lnTo>
                    <a:pt x="94" y="431"/>
                  </a:lnTo>
                  <a:lnTo>
                    <a:pt x="94" y="428"/>
                  </a:lnTo>
                  <a:lnTo>
                    <a:pt x="92" y="428"/>
                  </a:lnTo>
                  <a:lnTo>
                    <a:pt x="90" y="423"/>
                  </a:lnTo>
                  <a:lnTo>
                    <a:pt x="90" y="423"/>
                  </a:lnTo>
                  <a:lnTo>
                    <a:pt x="92" y="423"/>
                  </a:lnTo>
                  <a:lnTo>
                    <a:pt x="94" y="426"/>
                  </a:lnTo>
                  <a:lnTo>
                    <a:pt x="94" y="428"/>
                  </a:lnTo>
                  <a:lnTo>
                    <a:pt x="97" y="428"/>
                  </a:lnTo>
                  <a:lnTo>
                    <a:pt x="97" y="426"/>
                  </a:lnTo>
                  <a:lnTo>
                    <a:pt x="97" y="426"/>
                  </a:lnTo>
                  <a:lnTo>
                    <a:pt x="97" y="423"/>
                  </a:lnTo>
                  <a:lnTo>
                    <a:pt x="97" y="421"/>
                  </a:lnTo>
                  <a:lnTo>
                    <a:pt x="97" y="421"/>
                  </a:lnTo>
                  <a:lnTo>
                    <a:pt x="92" y="419"/>
                  </a:lnTo>
                  <a:lnTo>
                    <a:pt x="92" y="416"/>
                  </a:lnTo>
                  <a:lnTo>
                    <a:pt x="94" y="416"/>
                  </a:lnTo>
                  <a:lnTo>
                    <a:pt x="94" y="419"/>
                  </a:lnTo>
                  <a:lnTo>
                    <a:pt x="97" y="421"/>
                  </a:lnTo>
                  <a:lnTo>
                    <a:pt x="99" y="421"/>
                  </a:lnTo>
                  <a:lnTo>
                    <a:pt x="99" y="421"/>
                  </a:lnTo>
                  <a:lnTo>
                    <a:pt x="99" y="419"/>
                  </a:lnTo>
                  <a:lnTo>
                    <a:pt x="99" y="419"/>
                  </a:lnTo>
                  <a:lnTo>
                    <a:pt x="97" y="416"/>
                  </a:lnTo>
                  <a:lnTo>
                    <a:pt x="97" y="416"/>
                  </a:lnTo>
                  <a:lnTo>
                    <a:pt x="94" y="416"/>
                  </a:lnTo>
                  <a:lnTo>
                    <a:pt x="94" y="416"/>
                  </a:lnTo>
                  <a:lnTo>
                    <a:pt x="94" y="414"/>
                  </a:lnTo>
                  <a:lnTo>
                    <a:pt x="97" y="414"/>
                  </a:lnTo>
                  <a:lnTo>
                    <a:pt x="97" y="414"/>
                  </a:lnTo>
                  <a:lnTo>
                    <a:pt x="97" y="416"/>
                  </a:lnTo>
                  <a:lnTo>
                    <a:pt x="99" y="416"/>
                  </a:lnTo>
                  <a:lnTo>
                    <a:pt x="99" y="416"/>
                  </a:lnTo>
                  <a:lnTo>
                    <a:pt x="99" y="416"/>
                  </a:lnTo>
                  <a:lnTo>
                    <a:pt x="101" y="416"/>
                  </a:lnTo>
                  <a:lnTo>
                    <a:pt x="101" y="416"/>
                  </a:lnTo>
                  <a:lnTo>
                    <a:pt x="101" y="416"/>
                  </a:lnTo>
                  <a:lnTo>
                    <a:pt x="101" y="414"/>
                  </a:lnTo>
                  <a:lnTo>
                    <a:pt x="101" y="414"/>
                  </a:lnTo>
                  <a:lnTo>
                    <a:pt x="101" y="414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99" y="409"/>
                  </a:lnTo>
                  <a:lnTo>
                    <a:pt x="97" y="409"/>
                  </a:lnTo>
                  <a:lnTo>
                    <a:pt x="97" y="409"/>
                  </a:lnTo>
                  <a:lnTo>
                    <a:pt x="97" y="409"/>
                  </a:lnTo>
                  <a:lnTo>
                    <a:pt x="97" y="407"/>
                  </a:lnTo>
                  <a:lnTo>
                    <a:pt x="97" y="407"/>
                  </a:lnTo>
                  <a:lnTo>
                    <a:pt x="97" y="407"/>
                  </a:lnTo>
                  <a:lnTo>
                    <a:pt x="99" y="407"/>
                  </a:lnTo>
                  <a:lnTo>
                    <a:pt x="101" y="405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04" y="400"/>
                  </a:lnTo>
                  <a:lnTo>
                    <a:pt x="104" y="400"/>
                  </a:lnTo>
                  <a:lnTo>
                    <a:pt x="104" y="397"/>
                  </a:lnTo>
                  <a:lnTo>
                    <a:pt x="104" y="397"/>
                  </a:lnTo>
                  <a:lnTo>
                    <a:pt x="104" y="395"/>
                  </a:lnTo>
                  <a:lnTo>
                    <a:pt x="101" y="395"/>
                  </a:lnTo>
                  <a:lnTo>
                    <a:pt x="101" y="395"/>
                  </a:lnTo>
                  <a:lnTo>
                    <a:pt x="99" y="395"/>
                  </a:lnTo>
                  <a:lnTo>
                    <a:pt x="104" y="393"/>
                  </a:lnTo>
                  <a:lnTo>
                    <a:pt x="104" y="393"/>
                  </a:lnTo>
                  <a:lnTo>
                    <a:pt x="106" y="390"/>
                  </a:lnTo>
                  <a:lnTo>
                    <a:pt x="106" y="390"/>
                  </a:lnTo>
                  <a:lnTo>
                    <a:pt x="106" y="388"/>
                  </a:lnTo>
                  <a:lnTo>
                    <a:pt x="106" y="388"/>
                  </a:lnTo>
                  <a:lnTo>
                    <a:pt x="106" y="386"/>
                  </a:lnTo>
                  <a:lnTo>
                    <a:pt x="106" y="383"/>
                  </a:lnTo>
                  <a:lnTo>
                    <a:pt x="104" y="386"/>
                  </a:lnTo>
                  <a:lnTo>
                    <a:pt x="104" y="386"/>
                  </a:lnTo>
                  <a:lnTo>
                    <a:pt x="101" y="386"/>
                  </a:lnTo>
                  <a:lnTo>
                    <a:pt x="101" y="386"/>
                  </a:lnTo>
                  <a:lnTo>
                    <a:pt x="101" y="386"/>
                  </a:lnTo>
                  <a:lnTo>
                    <a:pt x="101" y="386"/>
                  </a:lnTo>
                  <a:lnTo>
                    <a:pt x="101" y="383"/>
                  </a:lnTo>
                  <a:lnTo>
                    <a:pt x="101" y="383"/>
                  </a:lnTo>
                  <a:lnTo>
                    <a:pt x="101" y="383"/>
                  </a:lnTo>
                  <a:lnTo>
                    <a:pt x="104" y="383"/>
                  </a:lnTo>
                  <a:lnTo>
                    <a:pt x="106" y="383"/>
                  </a:lnTo>
                  <a:lnTo>
                    <a:pt x="104" y="381"/>
                  </a:lnTo>
                  <a:lnTo>
                    <a:pt x="104" y="381"/>
                  </a:lnTo>
                  <a:lnTo>
                    <a:pt x="106" y="381"/>
                  </a:lnTo>
                  <a:lnTo>
                    <a:pt x="106" y="381"/>
                  </a:lnTo>
                  <a:lnTo>
                    <a:pt x="106" y="381"/>
                  </a:lnTo>
                  <a:lnTo>
                    <a:pt x="106" y="381"/>
                  </a:lnTo>
                  <a:lnTo>
                    <a:pt x="109" y="381"/>
                  </a:lnTo>
                  <a:lnTo>
                    <a:pt x="109" y="381"/>
                  </a:lnTo>
                  <a:lnTo>
                    <a:pt x="109" y="378"/>
                  </a:lnTo>
                  <a:lnTo>
                    <a:pt x="109" y="378"/>
                  </a:lnTo>
                  <a:lnTo>
                    <a:pt x="109" y="376"/>
                  </a:lnTo>
                  <a:lnTo>
                    <a:pt x="109" y="376"/>
                  </a:lnTo>
                  <a:lnTo>
                    <a:pt x="109" y="376"/>
                  </a:lnTo>
                  <a:lnTo>
                    <a:pt x="109" y="374"/>
                  </a:lnTo>
                  <a:lnTo>
                    <a:pt x="109" y="374"/>
                  </a:lnTo>
                  <a:lnTo>
                    <a:pt x="109" y="371"/>
                  </a:lnTo>
                  <a:lnTo>
                    <a:pt x="111" y="369"/>
                  </a:lnTo>
                  <a:lnTo>
                    <a:pt x="111" y="367"/>
                  </a:lnTo>
                  <a:lnTo>
                    <a:pt x="111" y="367"/>
                  </a:lnTo>
                  <a:lnTo>
                    <a:pt x="111" y="367"/>
                  </a:lnTo>
                  <a:lnTo>
                    <a:pt x="111" y="364"/>
                  </a:lnTo>
                  <a:lnTo>
                    <a:pt x="111" y="364"/>
                  </a:lnTo>
                  <a:lnTo>
                    <a:pt x="109" y="364"/>
                  </a:lnTo>
                  <a:lnTo>
                    <a:pt x="109" y="364"/>
                  </a:lnTo>
                  <a:lnTo>
                    <a:pt x="106" y="364"/>
                  </a:lnTo>
                  <a:lnTo>
                    <a:pt x="104" y="364"/>
                  </a:lnTo>
                  <a:lnTo>
                    <a:pt x="106" y="364"/>
                  </a:lnTo>
                  <a:lnTo>
                    <a:pt x="111" y="364"/>
                  </a:lnTo>
                  <a:lnTo>
                    <a:pt x="111" y="364"/>
                  </a:lnTo>
                  <a:lnTo>
                    <a:pt x="111" y="364"/>
                  </a:lnTo>
                  <a:lnTo>
                    <a:pt x="113" y="367"/>
                  </a:lnTo>
                  <a:lnTo>
                    <a:pt x="113" y="367"/>
                  </a:lnTo>
                  <a:lnTo>
                    <a:pt x="113" y="367"/>
                  </a:lnTo>
                  <a:lnTo>
                    <a:pt x="116" y="367"/>
                  </a:lnTo>
                  <a:lnTo>
                    <a:pt x="116" y="367"/>
                  </a:lnTo>
                  <a:lnTo>
                    <a:pt x="116" y="364"/>
                  </a:lnTo>
                  <a:lnTo>
                    <a:pt x="118" y="362"/>
                  </a:lnTo>
                  <a:lnTo>
                    <a:pt x="113" y="362"/>
                  </a:lnTo>
                  <a:lnTo>
                    <a:pt x="113" y="362"/>
                  </a:lnTo>
                  <a:lnTo>
                    <a:pt x="116" y="360"/>
                  </a:lnTo>
                  <a:lnTo>
                    <a:pt x="113" y="360"/>
                  </a:lnTo>
                  <a:lnTo>
                    <a:pt x="111" y="360"/>
                  </a:lnTo>
                  <a:lnTo>
                    <a:pt x="111" y="360"/>
                  </a:lnTo>
                  <a:lnTo>
                    <a:pt x="111" y="360"/>
                  </a:lnTo>
                  <a:lnTo>
                    <a:pt x="113" y="360"/>
                  </a:lnTo>
                  <a:lnTo>
                    <a:pt x="113" y="360"/>
                  </a:lnTo>
                  <a:lnTo>
                    <a:pt x="113" y="362"/>
                  </a:lnTo>
                  <a:lnTo>
                    <a:pt x="111" y="362"/>
                  </a:lnTo>
                  <a:lnTo>
                    <a:pt x="111" y="362"/>
                  </a:lnTo>
                  <a:lnTo>
                    <a:pt x="111" y="362"/>
                  </a:lnTo>
                  <a:lnTo>
                    <a:pt x="111" y="360"/>
                  </a:lnTo>
                  <a:lnTo>
                    <a:pt x="111" y="360"/>
                  </a:lnTo>
                  <a:lnTo>
                    <a:pt x="109" y="360"/>
                  </a:lnTo>
                  <a:lnTo>
                    <a:pt x="109" y="360"/>
                  </a:lnTo>
                  <a:lnTo>
                    <a:pt x="109" y="360"/>
                  </a:lnTo>
                  <a:lnTo>
                    <a:pt x="113" y="357"/>
                  </a:lnTo>
                  <a:lnTo>
                    <a:pt x="113" y="357"/>
                  </a:lnTo>
                  <a:lnTo>
                    <a:pt x="116" y="355"/>
                  </a:lnTo>
                  <a:lnTo>
                    <a:pt x="116" y="355"/>
                  </a:lnTo>
                  <a:lnTo>
                    <a:pt x="113" y="355"/>
                  </a:lnTo>
                  <a:lnTo>
                    <a:pt x="113" y="355"/>
                  </a:lnTo>
                  <a:lnTo>
                    <a:pt x="111" y="357"/>
                  </a:lnTo>
                  <a:lnTo>
                    <a:pt x="109" y="357"/>
                  </a:lnTo>
                  <a:lnTo>
                    <a:pt x="111" y="355"/>
                  </a:lnTo>
                  <a:lnTo>
                    <a:pt x="111" y="355"/>
                  </a:lnTo>
                  <a:lnTo>
                    <a:pt x="111" y="352"/>
                  </a:lnTo>
                  <a:lnTo>
                    <a:pt x="111" y="352"/>
                  </a:lnTo>
                  <a:lnTo>
                    <a:pt x="111" y="352"/>
                  </a:lnTo>
                  <a:lnTo>
                    <a:pt x="109" y="352"/>
                  </a:lnTo>
                  <a:lnTo>
                    <a:pt x="106" y="355"/>
                  </a:lnTo>
                  <a:lnTo>
                    <a:pt x="106" y="352"/>
                  </a:lnTo>
                  <a:lnTo>
                    <a:pt x="106" y="352"/>
                  </a:lnTo>
                  <a:lnTo>
                    <a:pt x="106" y="352"/>
                  </a:lnTo>
                  <a:lnTo>
                    <a:pt x="104" y="352"/>
                  </a:lnTo>
                  <a:lnTo>
                    <a:pt x="106" y="350"/>
                  </a:lnTo>
                  <a:lnTo>
                    <a:pt x="106" y="348"/>
                  </a:lnTo>
                  <a:lnTo>
                    <a:pt x="106" y="348"/>
                  </a:lnTo>
                  <a:lnTo>
                    <a:pt x="106" y="350"/>
                  </a:lnTo>
                  <a:lnTo>
                    <a:pt x="106" y="348"/>
                  </a:lnTo>
                  <a:lnTo>
                    <a:pt x="106" y="348"/>
                  </a:lnTo>
                  <a:lnTo>
                    <a:pt x="106" y="345"/>
                  </a:lnTo>
                  <a:lnTo>
                    <a:pt x="106" y="345"/>
                  </a:lnTo>
                  <a:lnTo>
                    <a:pt x="104" y="343"/>
                  </a:lnTo>
                  <a:lnTo>
                    <a:pt x="104" y="343"/>
                  </a:lnTo>
                  <a:lnTo>
                    <a:pt x="104" y="343"/>
                  </a:lnTo>
                  <a:lnTo>
                    <a:pt x="104" y="343"/>
                  </a:lnTo>
                  <a:lnTo>
                    <a:pt x="104" y="341"/>
                  </a:lnTo>
                  <a:lnTo>
                    <a:pt x="104" y="341"/>
                  </a:lnTo>
                  <a:lnTo>
                    <a:pt x="104" y="341"/>
                  </a:lnTo>
                  <a:lnTo>
                    <a:pt x="106" y="341"/>
                  </a:lnTo>
                  <a:lnTo>
                    <a:pt x="109" y="341"/>
                  </a:lnTo>
                  <a:lnTo>
                    <a:pt x="109" y="338"/>
                  </a:lnTo>
                  <a:lnTo>
                    <a:pt x="109" y="338"/>
                  </a:lnTo>
                  <a:lnTo>
                    <a:pt x="109" y="336"/>
                  </a:lnTo>
                  <a:lnTo>
                    <a:pt x="109" y="336"/>
                  </a:lnTo>
                  <a:lnTo>
                    <a:pt x="111" y="336"/>
                  </a:lnTo>
                  <a:lnTo>
                    <a:pt x="111" y="336"/>
                  </a:lnTo>
                  <a:lnTo>
                    <a:pt x="113" y="336"/>
                  </a:lnTo>
                  <a:lnTo>
                    <a:pt x="116" y="338"/>
                  </a:lnTo>
                  <a:lnTo>
                    <a:pt x="116" y="341"/>
                  </a:lnTo>
                  <a:lnTo>
                    <a:pt x="116" y="341"/>
                  </a:lnTo>
                  <a:lnTo>
                    <a:pt x="116" y="343"/>
                  </a:lnTo>
                  <a:lnTo>
                    <a:pt x="118" y="343"/>
                  </a:lnTo>
                  <a:lnTo>
                    <a:pt x="118" y="343"/>
                  </a:lnTo>
                  <a:lnTo>
                    <a:pt x="120" y="343"/>
                  </a:lnTo>
                  <a:lnTo>
                    <a:pt x="120" y="341"/>
                  </a:lnTo>
                  <a:lnTo>
                    <a:pt x="120" y="338"/>
                  </a:lnTo>
                  <a:lnTo>
                    <a:pt x="120" y="338"/>
                  </a:lnTo>
                  <a:lnTo>
                    <a:pt x="123" y="338"/>
                  </a:lnTo>
                  <a:lnTo>
                    <a:pt x="120" y="333"/>
                  </a:lnTo>
                  <a:lnTo>
                    <a:pt x="118" y="333"/>
                  </a:lnTo>
                  <a:lnTo>
                    <a:pt x="118" y="333"/>
                  </a:lnTo>
                  <a:lnTo>
                    <a:pt x="116" y="333"/>
                  </a:lnTo>
                  <a:lnTo>
                    <a:pt x="116" y="329"/>
                  </a:lnTo>
                  <a:lnTo>
                    <a:pt x="113" y="329"/>
                  </a:lnTo>
                  <a:lnTo>
                    <a:pt x="113" y="329"/>
                  </a:lnTo>
                  <a:lnTo>
                    <a:pt x="116" y="324"/>
                  </a:lnTo>
                  <a:lnTo>
                    <a:pt x="118" y="324"/>
                  </a:lnTo>
                  <a:lnTo>
                    <a:pt x="120" y="322"/>
                  </a:lnTo>
                  <a:lnTo>
                    <a:pt x="120" y="319"/>
                  </a:lnTo>
                  <a:lnTo>
                    <a:pt x="120" y="319"/>
                  </a:lnTo>
                  <a:lnTo>
                    <a:pt x="123" y="319"/>
                  </a:lnTo>
                  <a:lnTo>
                    <a:pt x="123" y="322"/>
                  </a:lnTo>
                  <a:lnTo>
                    <a:pt x="120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0" y="326"/>
                  </a:lnTo>
                  <a:lnTo>
                    <a:pt x="123" y="326"/>
                  </a:lnTo>
                  <a:lnTo>
                    <a:pt x="123" y="329"/>
                  </a:lnTo>
                  <a:lnTo>
                    <a:pt x="125" y="331"/>
                  </a:lnTo>
                  <a:lnTo>
                    <a:pt x="125" y="333"/>
                  </a:lnTo>
                  <a:lnTo>
                    <a:pt x="127" y="336"/>
                  </a:lnTo>
                  <a:lnTo>
                    <a:pt x="127" y="336"/>
                  </a:lnTo>
                  <a:lnTo>
                    <a:pt x="127" y="336"/>
                  </a:lnTo>
                  <a:lnTo>
                    <a:pt x="127" y="336"/>
                  </a:lnTo>
                  <a:lnTo>
                    <a:pt x="130" y="336"/>
                  </a:lnTo>
                  <a:lnTo>
                    <a:pt x="130" y="333"/>
                  </a:lnTo>
                  <a:lnTo>
                    <a:pt x="132" y="333"/>
                  </a:lnTo>
                  <a:lnTo>
                    <a:pt x="132" y="333"/>
                  </a:lnTo>
                  <a:lnTo>
                    <a:pt x="132" y="331"/>
                  </a:lnTo>
                  <a:lnTo>
                    <a:pt x="130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5" y="329"/>
                  </a:lnTo>
                  <a:lnTo>
                    <a:pt x="135" y="329"/>
                  </a:lnTo>
                  <a:lnTo>
                    <a:pt x="135" y="331"/>
                  </a:lnTo>
                  <a:lnTo>
                    <a:pt x="135" y="333"/>
                  </a:lnTo>
                  <a:lnTo>
                    <a:pt x="135" y="333"/>
                  </a:lnTo>
                  <a:lnTo>
                    <a:pt x="137" y="333"/>
                  </a:lnTo>
                  <a:lnTo>
                    <a:pt x="137" y="333"/>
                  </a:lnTo>
                  <a:lnTo>
                    <a:pt x="137" y="331"/>
                  </a:lnTo>
                  <a:lnTo>
                    <a:pt x="137" y="331"/>
                  </a:lnTo>
                  <a:lnTo>
                    <a:pt x="137" y="331"/>
                  </a:lnTo>
                  <a:lnTo>
                    <a:pt x="137" y="333"/>
                  </a:lnTo>
                  <a:lnTo>
                    <a:pt x="137" y="333"/>
                  </a:lnTo>
                  <a:lnTo>
                    <a:pt x="139" y="333"/>
                  </a:lnTo>
                  <a:lnTo>
                    <a:pt x="139" y="331"/>
                  </a:lnTo>
                  <a:lnTo>
                    <a:pt x="139" y="333"/>
                  </a:lnTo>
                  <a:lnTo>
                    <a:pt x="139" y="333"/>
                  </a:lnTo>
                  <a:lnTo>
                    <a:pt x="142" y="333"/>
                  </a:lnTo>
                  <a:lnTo>
                    <a:pt x="142" y="333"/>
                  </a:lnTo>
                  <a:lnTo>
                    <a:pt x="142" y="333"/>
                  </a:lnTo>
                  <a:lnTo>
                    <a:pt x="142" y="331"/>
                  </a:lnTo>
                  <a:lnTo>
                    <a:pt x="142" y="331"/>
                  </a:lnTo>
                  <a:lnTo>
                    <a:pt x="144" y="331"/>
                  </a:lnTo>
                  <a:lnTo>
                    <a:pt x="144" y="329"/>
                  </a:lnTo>
                  <a:lnTo>
                    <a:pt x="144" y="329"/>
                  </a:lnTo>
                  <a:lnTo>
                    <a:pt x="144" y="331"/>
                  </a:lnTo>
                  <a:lnTo>
                    <a:pt x="144" y="331"/>
                  </a:lnTo>
                  <a:lnTo>
                    <a:pt x="144" y="331"/>
                  </a:lnTo>
                  <a:lnTo>
                    <a:pt x="146" y="333"/>
                  </a:lnTo>
                  <a:lnTo>
                    <a:pt x="146" y="333"/>
                  </a:lnTo>
                  <a:lnTo>
                    <a:pt x="146" y="331"/>
                  </a:lnTo>
                  <a:lnTo>
                    <a:pt x="146" y="331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6"/>
                  </a:lnTo>
                  <a:lnTo>
                    <a:pt x="146" y="326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9" y="326"/>
                  </a:lnTo>
                  <a:lnTo>
                    <a:pt x="149" y="326"/>
                  </a:lnTo>
                  <a:lnTo>
                    <a:pt x="149" y="324"/>
                  </a:lnTo>
                  <a:lnTo>
                    <a:pt x="149" y="322"/>
                  </a:lnTo>
                  <a:lnTo>
                    <a:pt x="146" y="322"/>
                  </a:lnTo>
                  <a:lnTo>
                    <a:pt x="146" y="319"/>
                  </a:lnTo>
                  <a:lnTo>
                    <a:pt x="146" y="319"/>
                  </a:lnTo>
                  <a:lnTo>
                    <a:pt x="144" y="317"/>
                  </a:lnTo>
                  <a:lnTo>
                    <a:pt x="144" y="317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39" y="312"/>
                  </a:lnTo>
                  <a:lnTo>
                    <a:pt x="139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5" y="312"/>
                  </a:lnTo>
                  <a:lnTo>
                    <a:pt x="135" y="310"/>
                  </a:lnTo>
                  <a:lnTo>
                    <a:pt x="135" y="310"/>
                  </a:lnTo>
                  <a:lnTo>
                    <a:pt x="135" y="310"/>
                  </a:lnTo>
                  <a:lnTo>
                    <a:pt x="139" y="312"/>
                  </a:lnTo>
                  <a:lnTo>
                    <a:pt x="144" y="312"/>
                  </a:lnTo>
                  <a:lnTo>
                    <a:pt x="146" y="315"/>
                  </a:lnTo>
                  <a:lnTo>
                    <a:pt x="149" y="315"/>
                  </a:lnTo>
                  <a:lnTo>
                    <a:pt x="149" y="315"/>
                  </a:lnTo>
                  <a:lnTo>
                    <a:pt x="151" y="315"/>
                  </a:lnTo>
                  <a:lnTo>
                    <a:pt x="151" y="312"/>
                  </a:lnTo>
                  <a:lnTo>
                    <a:pt x="151" y="310"/>
                  </a:lnTo>
                  <a:lnTo>
                    <a:pt x="149" y="310"/>
                  </a:lnTo>
                  <a:lnTo>
                    <a:pt x="149" y="307"/>
                  </a:lnTo>
                  <a:lnTo>
                    <a:pt x="146" y="307"/>
                  </a:lnTo>
                  <a:lnTo>
                    <a:pt x="149" y="305"/>
                  </a:lnTo>
                  <a:lnTo>
                    <a:pt x="149" y="305"/>
                  </a:lnTo>
                  <a:lnTo>
                    <a:pt x="151" y="307"/>
                  </a:lnTo>
                  <a:lnTo>
                    <a:pt x="151" y="307"/>
                  </a:lnTo>
                  <a:lnTo>
                    <a:pt x="151" y="307"/>
                  </a:lnTo>
                  <a:lnTo>
                    <a:pt x="149" y="307"/>
                  </a:lnTo>
                  <a:lnTo>
                    <a:pt x="151" y="307"/>
                  </a:lnTo>
                  <a:lnTo>
                    <a:pt x="156" y="307"/>
                  </a:lnTo>
                  <a:lnTo>
                    <a:pt x="158" y="307"/>
                  </a:lnTo>
                  <a:lnTo>
                    <a:pt x="158" y="305"/>
                  </a:lnTo>
                  <a:lnTo>
                    <a:pt x="158" y="303"/>
                  </a:lnTo>
                  <a:lnTo>
                    <a:pt x="158" y="300"/>
                  </a:lnTo>
                  <a:lnTo>
                    <a:pt x="158" y="300"/>
                  </a:lnTo>
                  <a:lnTo>
                    <a:pt x="156" y="298"/>
                  </a:lnTo>
                  <a:lnTo>
                    <a:pt x="156" y="298"/>
                  </a:lnTo>
                  <a:lnTo>
                    <a:pt x="156" y="296"/>
                  </a:lnTo>
                  <a:lnTo>
                    <a:pt x="158" y="298"/>
                  </a:lnTo>
                  <a:lnTo>
                    <a:pt x="158" y="298"/>
                  </a:lnTo>
                  <a:lnTo>
                    <a:pt x="161" y="300"/>
                  </a:lnTo>
                  <a:lnTo>
                    <a:pt x="161" y="300"/>
                  </a:lnTo>
                  <a:lnTo>
                    <a:pt x="161" y="300"/>
                  </a:lnTo>
                  <a:lnTo>
                    <a:pt x="161" y="300"/>
                  </a:lnTo>
                  <a:lnTo>
                    <a:pt x="161" y="298"/>
                  </a:lnTo>
                  <a:lnTo>
                    <a:pt x="161" y="296"/>
                  </a:lnTo>
                  <a:lnTo>
                    <a:pt x="161" y="296"/>
                  </a:lnTo>
                  <a:lnTo>
                    <a:pt x="161" y="296"/>
                  </a:lnTo>
                  <a:lnTo>
                    <a:pt x="163" y="298"/>
                  </a:lnTo>
                  <a:lnTo>
                    <a:pt x="163" y="298"/>
                  </a:lnTo>
                  <a:lnTo>
                    <a:pt x="163" y="298"/>
                  </a:lnTo>
                  <a:lnTo>
                    <a:pt x="163" y="296"/>
                  </a:lnTo>
                  <a:lnTo>
                    <a:pt x="163" y="293"/>
                  </a:lnTo>
                  <a:lnTo>
                    <a:pt x="163" y="291"/>
                  </a:lnTo>
                  <a:lnTo>
                    <a:pt x="161" y="289"/>
                  </a:lnTo>
                  <a:lnTo>
                    <a:pt x="161" y="289"/>
                  </a:lnTo>
                  <a:lnTo>
                    <a:pt x="161" y="289"/>
                  </a:lnTo>
                  <a:lnTo>
                    <a:pt x="161" y="289"/>
                  </a:lnTo>
                  <a:lnTo>
                    <a:pt x="163" y="289"/>
                  </a:lnTo>
                  <a:lnTo>
                    <a:pt x="163" y="289"/>
                  </a:lnTo>
                  <a:lnTo>
                    <a:pt x="163" y="293"/>
                  </a:lnTo>
                  <a:lnTo>
                    <a:pt x="165" y="293"/>
                  </a:lnTo>
                  <a:lnTo>
                    <a:pt x="165" y="293"/>
                  </a:lnTo>
                  <a:lnTo>
                    <a:pt x="168" y="293"/>
                  </a:lnTo>
                  <a:lnTo>
                    <a:pt x="168" y="293"/>
                  </a:lnTo>
                  <a:lnTo>
                    <a:pt x="168" y="296"/>
                  </a:lnTo>
                  <a:lnTo>
                    <a:pt x="168" y="296"/>
                  </a:lnTo>
                  <a:lnTo>
                    <a:pt x="170" y="293"/>
                  </a:lnTo>
                  <a:lnTo>
                    <a:pt x="170" y="293"/>
                  </a:lnTo>
                  <a:lnTo>
                    <a:pt x="168" y="291"/>
                  </a:lnTo>
                  <a:lnTo>
                    <a:pt x="165" y="291"/>
                  </a:lnTo>
                  <a:lnTo>
                    <a:pt x="165" y="289"/>
                  </a:lnTo>
                  <a:lnTo>
                    <a:pt x="165" y="289"/>
                  </a:lnTo>
                  <a:lnTo>
                    <a:pt x="165" y="289"/>
                  </a:lnTo>
                  <a:lnTo>
                    <a:pt x="168" y="286"/>
                  </a:lnTo>
                  <a:lnTo>
                    <a:pt x="168" y="286"/>
                  </a:lnTo>
                  <a:lnTo>
                    <a:pt x="168" y="289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2" y="291"/>
                  </a:lnTo>
                  <a:lnTo>
                    <a:pt x="172" y="291"/>
                  </a:lnTo>
                  <a:lnTo>
                    <a:pt x="172" y="289"/>
                  </a:lnTo>
                  <a:lnTo>
                    <a:pt x="172" y="289"/>
                  </a:lnTo>
                  <a:lnTo>
                    <a:pt x="175" y="286"/>
                  </a:lnTo>
                  <a:lnTo>
                    <a:pt x="177" y="286"/>
                  </a:lnTo>
                  <a:lnTo>
                    <a:pt x="177" y="286"/>
                  </a:lnTo>
                  <a:lnTo>
                    <a:pt x="177" y="286"/>
                  </a:lnTo>
                  <a:lnTo>
                    <a:pt x="177" y="286"/>
                  </a:lnTo>
                  <a:lnTo>
                    <a:pt x="180" y="286"/>
                  </a:lnTo>
                  <a:lnTo>
                    <a:pt x="180" y="286"/>
                  </a:lnTo>
                  <a:lnTo>
                    <a:pt x="180" y="286"/>
                  </a:lnTo>
                  <a:lnTo>
                    <a:pt x="180" y="286"/>
                  </a:lnTo>
                  <a:lnTo>
                    <a:pt x="182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1"/>
                  </a:lnTo>
                  <a:lnTo>
                    <a:pt x="180" y="281"/>
                  </a:lnTo>
                  <a:lnTo>
                    <a:pt x="180" y="279"/>
                  </a:lnTo>
                  <a:lnTo>
                    <a:pt x="184" y="274"/>
                  </a:lnTo>
                  <a:lnTo>
                    <a:pt x="187" y="274"/>
                  </a:lnTo>
                  <a:lnTo>
                    <a:pt x="187" y="274"/>
                  </a:lnTo>
                  <a:lnTo>
                    <a:pt x="187" y="272"/>
                  </a:lnTo>
                  <a:lnTo>
                    <a:pt x="187" y="270"/>
                  </a:lnTo>
                  <a:lnTo>
                    <a:pt x="189" y="270"/>
                  </a:lnTo>
                  <a:lnTo>
                    <a:pt x="189" y="270"/>
                  </a:lnTo>
                  <a:lnTo>
                    <a:pt x="191" y="272"/>
                  </a:lnTo>
                  <a:lnTo>
                    <a:pt x="194" y="270"/>
                  </a:lnTo>
                  <a:lnTo>
                    <a:pt x="191" y="270"/>
                  </a:lnTo>
                  <a:lnTo>
                    <a:pt x="191" y="270"/>
                  </a:lnTo>
                  <a:lnTo>
                    <a:pt x="189" y="270"/>
                  </a:lnTo>
                  <a:lnTo>
                    <a:pt x="189" y="265"/>
                  </a:lnTo>
                  <a:lnTo>
                    <a:pt x="191" y="267"/>
                  </a:lnTo>
                  <a:lnTo>
                    <a:pt x="191" y="265"/>
                  </a:lnTo>
                  <a:lnTo>
                    <a:pt x="191" y="262"/>
                  </a:lnTo>
                  <a:lnTo>
                    <a:pt x="191" y="260"/>
                  </a:lnTo>
                  <a:lnTo>
                    <a:pt x="194" y="262"/>
                  </a:lnTo>
                  <a:lnTo>
                    <a:pt x="194" y="265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2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58"/>
                  </a:lnTo>
                  <a:lnTo>
                    <a:pt x="196" y="258"/>
                  </a:lnTo>
                  <a:lnTo>
                    <a:pt x="198" y="258"/>
                  </a:lnTo>
                  <a:lnTo>
                    <a:pt x="201" y="258"/>
                  </a:lnTo>
                  <a:lnTo>
                    <a:pt x="198" y="258"/>
                  </a:lnTo>
                  <a:lnTo>
                    <a:pt x="198" y="258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201" y="255"/>
                  </a:lnTo>
                  <a:lnTo>
                    <a:pt x="201" y="255"/>
                  </a:lnTo>
                  <a:lnTo>
                    <a:pt x="201" y="253"/>
                  </a:lnTo>
                  <a:lnTo>
                    <a:pt x="201" y="253"/>
                  </a:lnTo>
                  <a:lnTo>
                    <a:pt x="203" y="253"/>
                  </a:lnTo>
                  <a:lnTo>
                    <a:pt x="203" y="251"/>
                  </a:lnTo>
                  <a:lnTo>
                    <a:pt x="203" y="248"/>
                  </a:lnTo>
                  <a:lnTo>
                    <a:pt x="206" y="248"/>
                  </a:lnTo>
                  <a:lnTo>
                    <a:pt x="206" y="246"/>
                  </a:lnTo>
                  <a:lnTo>
                    <a:pt x="208" y="246"/>
                  </a:lnTo>
                  <a:lnTo>
                    <a:pt x="208" y="246"/>
                  </a:lnTo>
                  <a:lnTo>
                    <a:pt x="208" y="246"/>
                  </a:lnTo>
                  <a:lnTo>
                    <a:pt x="208" y="244"/>
                  </a:lnTo>
                  <a:lnTo>
                    <a:pt x="210" y="244"/>
                  </a:lnTo>
                  <a:lnTo>
                    <a:pt x="210" y="244"/>
                  </a:lnTo>
                  <a:lnTo>
                    <a:pt x="210" y="244"/>
                  </a:lnTo>
                  <a:lnTo>
                    <a:pt x="213" y="244"/>
                  </a:lnTo>
                  <a:lnTo>
                    <a:pt x="213" y="241"/>
                  </a:lnTo>
                  <a:lnTo>
                    <a:pt x="213" y="241"/>
                  </a:lnTo>
                  <a:lnTo>
                    <a:pt x="215" y="241"/>
                  </a:lnTo>
                  <a:lnTo>
                    <a:pt x="215" y="241"/>
                  </a:lnTo>
                  <a:lnTo>
                    <a:pt x="215" y="239"/>
                  </a:lnTo>
                  <a:lnTo>
                    <a:pt x="215" y="239"/>
                  </a:lnTo>
                  <a:lnTo>
                    <a:pt x="213" y="239"/>
                  </a:lnTo>
                  <a:lnTo>
                    <a:pt x="210" y="239"/>
                  </a:lnTo>
                  <a:lnTo>
                    <a:pt x="213" y="239"/>
                  </a:lnTo>
                  <a:lnTo>
                    <a:pt x="213" y="239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9"/>
                  </a:lnTo>
                  <a:lnTo>
                    <a:pt x="213" y="236"/>
                  </a:lnTo>
                  <a:lnTo>
                    <a:pt x="215" y="234"/>
                  </a:lnTo>
                  <a:lnTo>
                    <a:pt x="215" y="234"/>
                  </a:lnTo>
                  <a:lnTo>
                    <a:pt x="217" y="234"/>
                  </a:lnTo>
                  <a:lnTo>
                    <a:pt x="215" y="234"/>
                  </a:lnTo>
                  <a:lnTo>
                    <a:pt x="215" y="232"/>
                  </a:lnTo>
                  <a:lnTo>
                    <a:pt x="217" y="234"/>
                  </a:lnTo>
                  <a:lnTo>
                    <a:pt x="220" y="234"/>
                  </a:lnTo>
                  <a:lnTo>
                    <a:pt x="220" y="232"/>
                  </a:lnTo>
                  <a:lnTo>
                    <a:pt x="217" y="232"/>
                  </a:lnTo>
                  <a:lnTo>
                    <a:pt x="220" y="232"/>
                  </a:lnTo>
                  <a:lnTo>
                    <a:pt x="220" y="229"/>
                  </a:lnTo>
                  <a:lnTo>
                    <a:pt x="222" y="229"/>
                  </a:lnTo>
                  <a:lnTo>
                    <a:pt x="220" y="229"/>
                  </a:lnTo>
                  <a:lnTo>
                    <a:pt x="220" y="229"/>
                  </a:lnTo>
                  <a:lnTo>
                    <a:pt x="220" y="229"/>
                  </a:lnTo>
                  <a:lnTo>
                    <a:pt x="220" y="229"/>
                  </a:lnTo>
                  <a:lnTo>
                    <a:pt x="220" y="227"/>
                  </a:lnTo>
                  <a:lnTo>
                    <a:pt x="220" y="227"/>
                  </a:lnTo>
                  <a:lnTo>
                    <a:pt x="220" y="227"/>
                  </a:lnTo>
                  <a:lnTo>
                    <a:pt x="222" y="227"/>
                  </a:lnTo>
                  <a:lnTo>
                    <a:pt x="220" y="225"/>
                  </a:lnTo>
                  <a:lnTo>
                    <a:pt x="220" y="225"/>
                  </a:lnTo>
                  <a:lnTo>
                    <a:pt x="222" y="225"/>
                  </a:lnTo>
                  <a:lnTo>
                    <a:pt x="224" y="225"/>
                  </a:lnTo>
                  <a:lnTo>
                    <a:pt x="224" y="225"/>
                  </a:lnTo>
                  <a:lnTo>
                    <a:pt x="224" y="225"/>
                  </a:lnTo>
                  <a:lnTo>
                    <a:pt x="224" y="225"/>
                  </a:lnTo>
                  <a:lnTo>
                    <a:pt x="224" y="222"/>
                  </a:lnTo>
                  <a:lnTo>
                    <a:pt x="224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9" y="222"/>
                  </a:lnTo>
                  <a:lnTo>
                    <a:pt x="229" y="220"/>
                  </a:lnTo>
                  <a:lnTo>
                    <a:pt x="229" y="220"/>
                  </a:lnTo>
                  <a:lnTo>
                    <a:pt x="227" y="220"/>
                  </a:lnTo>
                  <a:lnTo>
                    <a:pt x="227" y="218"/>
                  </a:lnTo>
                  <a:lnTo>
                    <a:pt x="229" y="218"/>
                  </a:lnTo>
                  <a:lnTo>
                    <a:pt x="229" y="218"/>
                  </a:lnTo>
                  <a:lnTo>
                    <a:pt x="227" y="218"/>
                  </a:lnTo>
                  <a:lnTo>
                    <a:pt x="227" y="218"/>
                  </a:lnTo>
                  <a:lnTo>
                    <a:pt x="224" y="215"/>
                  </a:lnTo>
                  <a:lnTo>
                    <a:pt x="224" y="215"/>
                  </a:lnTo>
                  <a:lnTo>
                    <a:pt x="224" y="215"/>
                  </a:lnTo>
                  <a:lnTo>
                    <a:pt x="227" y="215"/>
                  </a:lnTo>
                  <a:lnTo>
                    <a:pt x="227" y="215"/>
                  </a:lnTo>
                  <a:lnTo>
                    <a:pt x="227" y="213"/>
                  </a:lnTo>
                  <a:lnTo>
                    <a:pt x="229" y="215"/>
                  </a:lnTo>
                  <a:lnTo>
                    <a:pt x="232" y="213"/>
                  </a:lnTo>
                  <a:lnTo>
                    <a:pt x="241" y="208"/>
                  </a:lnTo>
                  <a:lnTo>
                    <a:pt x="241" y="206"/>
                  </a:lnTo>
                  <a:lnTo>
                    <a:pt x="241" y="206"/>
                  </a:lnTo>
                  <a:lnTo>
                    <a:pt x="243" y="203"/>
                  </a:lnTo>
                  <a:lnTo>
                    <a:pt x="241" y="203"/>
                  </a:lnTo>
                  <a:lnTo>
                    <a:pt x="241" y="203"/>
                  </a:lnTo>
                  <a:lnTo>
                    <a:pt x="241" y="201"/>
                  </a:lnTo>
                  <a:lnTo>
                    <a:pt x="241" y="201"/>
                  </a:lnTo>
                  <a:lnTo>
                    <a:pt x="241" y="199"/>
                  </a:lnTo>
                  <a:lnTo>
                    <a:pt x="243" y="196"/>
                  </a:lnTo>
                  <a:lnTo>
                    <a:pt x="243" y="196"/>
                  </a:lnTo>
                  <a:lnTo>
                    <a:pt x="243" y="196"/>
                  </a:lnTo>
                  <a:lnTo>
                    <a:pt x="246" y="196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8" y="194"/>
                  </a:lnTo>
                  <a:lnTo>
                    <a:pt x="248" y="196"/>
                  </a:lnTo>
                  <a:lnTo>
                    <a:pt x="248" y="196"/>
                  </a:lnTo>
                  <a:lnTo>
                    <a:pt x="250" y="196"/>
                  </a:lnTo>
                  <a:lnTo>
                    <a:pt x="250" y="196"/>
                  </a:lnTo>
                  <a:lnTo>
                    <a:pt x="250" y="199"/>
                  </a:lnTo>
                  <a:lnTo>
                    <a:pt x="250" y="196"/>
                  </a:lnTo>
                  <a:lnTo>
                    <a:pt x="248" y="194"/>
                  </a:lnTo>
                  <a:lnTo>
                    <a:pt x="248" y="194"/>
                  </a:lnTo>
                  <a:lnTo>
                    <a:pt x="248" y="191"/>
                  </a:lnTo>
                  <a:lnTo>
                    <a:pt x="250" y="189"/>
                  </a:lnTo>
                  <a:lnTo>
                    <a:pt x="250" y="191"/>
                  </a:lnTo>
                  <a:lnTo>
                    <a:pt x="250" y="191"/>
                  </a:lnTo>
                  <a:lnTo>
                    <a:pt x="250" y="194"/>
                  </a:lnTo>
                  <a:lnTo>
                    <a:pt x="250" y="194"/>
                  </a:lnTo>
                  <a:lnTo>
                    <a:pt x="253" y="196"/>
                  </a:lnTo>
                  <a:lnTo>
                    <a:pt x="253" y="194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8" y="189"/>
                  </a:lnTo>
                  <a:lnTo>
                    <a:pt x="258" y="187"/>
                  </a:lnTo>
                  <a:lnTo>
                    <a:pt x="255" y="187"/>
                  </a:lnTo>
                  <a:lnTo>
                    <a:pt x="255" y="187"/>
                  </a:lnTo>
                  <a:lnTo>
                    <a:pt x="255" y="184"/>
                  </a:lnTo>
                  <a:lnTo>
                    <a:pt x="255" y="184"/>
                  </a:lnTo>
                  <a:lnTo>
                    <a:pt x="255" y="184"/>
                  </a:lnTo>
                  <a:lnTo>
                    <a:pt x="255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7"/>
                  </a:lnTo>
                  <a:lnTo>
                    <a:pt x="258" y="187"/>
                  </a:lnTo>
                  <a:lnTo>
                    <a:pt x="260" y="187"/>
                  </a:lnTo>
                  <a:lnTo>
                    <a:pt x="258" y="184"/>
                  </a:lnTo>
                  <a:lnTo>
                    <a:pt x="258" y="184"/>
                  </a:lnTo>
                  <a:close/>
                  <a:moveTo>
                    <a:pt x="248" y="158"/>
                  </a:moveTo>
                  <a:lnTo>
                    <a:pt x="246" y="161"/>
                  </a:lnTo>
                  <a:lnTo>
                    <a:pt x="243" y="161"/>
                  </a:lnTo>
                  <a:lnTo>
                    <a:pt x="243" y="163"/>
                  </a:lnTo>
                  <a:lnTo>
                    <a:pt x="243" y="163"/>
                  </a:lnTo>
                  <a:lnTo>
                    <a:pt x="241" y="165"/>
                  </a:lnTo>
                  <a:lnTo>
                    <a:pt x="241" y="165"/>
                  </a:lnTo>
                  <a:lnTo>
                    <a:pt x="241" y="165"/>
                  </a:lnTo>
                  <a:lnTo>
                    <a:pt x="241" y="168"/>
                  </a:lnTo>
                  <a:lnTo>
                    <a:pt x="243" y="168"/>
                  </a:lnTo>
                  <a:lnTo>
                    <a:pt x="243" y="168"/>
                  </a:lnTo>
                  <a:lnTo>
                    <a:pt x="243" y="168"/>
                  </a:lnTo>
                  <a:lnTo>
                    <a:pt x="246" y="168"/>
                  </a:lnTo>
                  <a:lnTo>
                    <a:pt x="246" y="168"/>
                  </a:lnTo>
                  <a:lnTo>
                    <a:pt x="246" y="168"/>
                  </a:lnTo>
                  <a:lnTo>
                    <a:pt x="248" y="168"/>
                  </a:lnTo>
                  <a:lnTo>
                    <a:pt x="248" y="168"/>
                  </a:lnTo>
                  <a:lnTo>
                    <a:pt x="250" y="168"/>
                  </a:lnTo>
                  <a:lnTo>
                    <a:pt x="250" y="168"/>
                  </a:lnTo>
                  <a:lnTo>
                    <a:pt x="250" y="170"/>
                  </a:lnTo>
                  <a:lnTo>
                    <a:pt x="250" y="170"/>
                  </a:lnTo>
                  <a:lnTo>
                    <a:pt x="250" y="170"/>
                  </a:lnTo>
                  <a:lnTo>
                    <a:pt x="250" y="170"/>
                  </a:lnTo>
                  <a:lnTo>
                    <a:pt x="253" y="168"/>
                  </a:lnTo>
                  <a:lnTo>
                    <a:pt x="253" y="165"/>
                  </a:lnTo>
                  <a:lnTo>
                    <a:pt x="250" y="165"/>
                  </a:lnTo>
                  <a:lnTo>
                    <a:pt x="250" y="163"/>
                  </a:lnTo>
                  <a:lnTo>
                    <a:pt x="253" y="161"/>
                  </a:lnTo>
                  <a:lnTo>
                    <a:pt x="253" y="161"/>
                  </a:lnTo>
                  <a:lnTo>
                    <a:pt x="253" y="158"/>
                  </a:lnTo>
                  <a:lnTo>
                    <a:pt x="253" y="158"/>
                  </a:lnTo>
                  <a:lnTo>
                    <a:pt x="253" y="158"/>
                  </a:lnTo>
                  <a:lnTo>
                    <a:pt x="253" y="158"/>
                  </a:lnTo>
                  <a:lnTo>
                    <a:pt x="250" y="158"/>
                  </a:lnTo>
                  <a:lnTo>
                    <a:pt x="250" y="158"/>
                  </a:lnTo>
                  <a:lnTo>
                    <a:pt x="250" y="158"/>
                  </a:lnTo>
                  <a:lnTo>
                    <a:pt x="250" y="158"/>
                  </a:lnTo>
                  <a:lnTo>
                    <a:pt x="248" y="158"/>
                  </a:lnTo>
                  <a:close/>
                  <a:moveTo>
                    <a:pt x="220" y="2"/>
                  </a:moveTo>
                  <a:lnTo>
                    <a:pt x="220" y="2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close/>
                  <a:moveTo>
                    <a:pt x="293" y="94"/>
                  </a:moveTo>
                  <a:lnTo>
                    <a:pt x="293" y="92"/>
                  </a:lnTo>
                  <a:lnTo>
                    <a:pt x="291" y="92"/>
                  </a:lnTo>
                  <a:lnTo>
                    <a:pt x="291" y="92"/>
                  </a:lnTo>
                  <a:lnTo>
                    <a:pt x="291" y="92"/>
                  </a:lnTo>
                  <a:lnTo>
                    <a:pt x="291" y="90"/>
                  </a:lnTo>
                  <a:lnTo>
                    <a:pt x="291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8" y="92"/>
                  </a:lnTo>
                  <a:lnTo>
                    <a:pt x="286" y="92"/>
                  </a:lnTo>
                  <a:lnTo>
                    <a:pt x="286" y="94"/>
                  </a:lnTo>
                  <a:lnTo>
                    <a:pt x="284" y="94"/>
                  </a:lnTo>
                  <a:lnTo>
                    <a:pt x="284" y="92"/>
                  </a:lnTo>
                  <a:lnTo>
                    <a:pt x="281" y="92"/>
                  </a:lnTo>
                  <a:lnTo>
                    <a:pt x="281" y="92"/>
                  </a:lnTo>
                  <a:lnTo>
                    <a:pt x="284" y="90"/>
                  </a:lnTo>
                  <a:lnTo>
                    <a:pt x="284" y="90"/>
                  </a:lnTo>
                  <a:lnTo>
                    <a:pt x="284" y="85"/>
                  </a:lnTo>
                  <a:lnTo>
                    <a:pt x="286" y="80"/>
                  </a:lnTo>
                  <a:lnTo>
                    <a:pt x="286" y="80"/>
                  </a:lnTo>
                  <a:lnTo>
                    <a:pt x="286" y="83"/>
                  </a:lnTo>
                  <a:lnTo>
                    <a:pt x="284" y="83"/>
                  </a:lnTo>
                  <a:lnTo>
                    <a:pt x="284" y="85"/>
                  </a:lnTo>
                  <a:lnTo>
                    <a:pt x="284" y="85"/>
                  </a:lnTo>
                  <a:lnTo>
                    <a:pt x="284" y="83"/>
                  </a:lnTo>
                  <a:lnTo>
                    <a:pt x="281" y="80"/>
                  </a:lnTo>
                  <a:lnTo>
                    <a:pt x="284" y="78"/>
                  </a:lnTo>
                  <a:lnTo>
                    <a:pt x="284" y="75"/>
                  </a:lnTo>
                  <a:lnTo>
                    <a:pt x="279" y="78"/>
                  </a:lnTo>
                  <a:lnTo>
                    <a:pt x="279" y="78"/>
                  </a:lnTo>
                  <a:lnTo>
                    <a:pt x="277" y="80"/>
                  </a:lnTo>
                  <a:lnTo>
                    <a:pt x="277" y="80"/>
                  </a:lnTo>
                  <a:lnTo>
                    <a:pt x="277" y="78"/>
                  </a:lnTo>
                  <a:lnTo>
                    <a:pt x="272" y="78"/>
                  </a:lnTo>
                  <a:lnTo>
                    <a:pt x="267" y="80"/>
                  </a:lnTo>
                  <a:lnTo>
                    <a:pt x="269" y="78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5" y="78"/>
                  </a:lnTo>
                  <a:lnTo>
                    <a:pt x="262" y="80"/>
                  </a:lnTo>
                  <a:lnTo>
                    <a:pt x="262" y="80"/>
                  </a:lnTo>
                  <a:lnTo>
                    <a:pt x="262" y="83"/>
                  </a:lnTo>
                  <a:lnTo>
                    <a:pt x="262" y="85"/>
                  </a:lnTo>
                  <a:lnTo>
                    <a:pt x="262" y="85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5" y="87"/>
                  </a:lnTo>
                  <a:lnTo>
                    <a:pt x="265" y="90"/>
                  </a:lnTo>
                  <a:lnTo>
                    <a:pt x="265" y="90"/>
                  </a:lnTo>
                  <a:lnTo>
                    <a:pt x="265" y="90"/>
                  </a:lnTo>
                  <a:lnTo>
                    <a:pt x="262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2"/>
                  </a:lnTo>
                  <a:lnTo>
                    <a:pt x="260" y="92"/>
                  </a:lnTo>
                  <a:lnTo>
                    <a:pt x="260" y="85"/>
                  </a:lnTo>
                  <a:lnTo>
                    <a:pt x="260" y="83"/>
                  </a:lnTo>
                  <a:lnTo>
                    <a:pt x="255" y="8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48" y="80"/>
                  </a:lnTo>
                  <a:lnTo>
                    <a:pt x="246" y="92"/>
                  </a:lnTo>
                  <a:lnTo>
                    <a:pt x="246" y="92"/>
                  </a:lnTo>
                  <a:lnTo>
                    <a:pt x="246" y="94"/>
                  </a:lnTo>
                  <a:lnTo>
                    <a:pt x="243" y="102"/>
                  </a:lnTo>
                  <a:lnTo>
                    <a:pt x="243" y="104"/>
                  </a:lnTo>
                  <a:lnTo>
                    <a:pt x="243" y="106"/>
                  </a:lnTo>
                  <a:lnTo>
                    <a:pt x="243" y="106"/>
                  </a:lnTo>
                  <a:lnTo>
                    <a:pt x="243" y="109"/>
                  </a:lnTo>
                  <a:lnTo>
                    <a:pt x="243" y="109"/>
                  </a:lnTo>
                  <a:lnTo>
                    <a:pt x="243" y="109"/>
                  </a:lnTo>
                  <a:lnTo>
                    <a:pt x="243" y="109"/>
                  </a:lnTo>
                  <a:lnTo>
                    <a:pt x="246" y="109"/>
                  </a:lnTo>
                  <a:lnTo>
                    <a:pt x="246" y="109"/>
                  </a:lnTo>
                  <a:lnTo>
                    <a:pt x="250" y="94"/>
                  </a:lnTo>
                  <a:lnTo>
                    <a:pt x="250" y="90"/>
                  </a:lnTo>
                  <a:lnTo>
                    <a:pt x="250" y="90"/>
                  </a:lnTo>
                  <a:lnTo>
                    <a:pt x="253" y="87"/>
                  </a:lnTo>
                  <a:lnTo>
                    <a:pt x="255" y="87"/>
                  </a:lnTo>
                  <a:lnTo>
                    <a:pt x="255" y="85"/>
                  </a:lnTo>
                  <a:lnTo>
                    <a:pt x="255" y="87"/>
                  </a:lnTo>
                  <a:lnTo>
                    <a:pt x="255" y="87"/>
                  </a:lnTo>
                  <a:lnTo>
                    <a:pt x="255" y="90"/>
                  </a:lnTo>
                  <a:lnTo>
                    <a:pt x="253" y="90"/>
                  </a:lnTo>
                  <a:lnTo>
                    <a:pt x="253" y="92"/>
                  </a:lnTo>
                  <a:lnTo>
                    <a:pt x="253" y="9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0" y="102"/>
                  </a:lnTo>
                  <a:lnTo>
                    <a:pt x="250" y="104"/>
                  </a:lnTo>
                  <a:lnTo>
                    <a:pt x="248" y="106"/>
                  </a:lnTo>
                  <a:lnTo>
                    <a:pt x="248" y="113"/>
                  </a:lnTo>
                  <a:lnTo>
                    <a:pt x="246" y="113"/>
                  </a:lnTo>
                  <a:lnTo>
                    <a:pt x="246" y="116"/>
                  </a:lnTo>
                  <a:lnTo>
                    <a:pt x="243" y="116"/>
                  </a:lnTo>
                  <a:lnTo>
                    <a:pt x="243" y="118"/>
                  </a:lnTo>
                  <a:lnTo>
                    <a:pt x="241" y="123"/>
                  </a:lnTo>
                  <a:lnTo>
                    <a:pt x="241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6" y="125"/>
                  </a:lnTo>
                  <a:lnTo>
                    <a:pt x="246" y="125"/>
                  </a:lnTo>
                  <a:lnTo>
                    <a:pt x="248" y="125"/>
                  </a:lnTo>
                  <a:lnTo>
                    <a:pt x="248" y="125"/>
                  </a:lnTo>
                  <a:lnTo>
                    <a:pt x="248" y="125"/>
                  </a:lnTo>
                  <a:lnTo>
                    <a:pt x="250" y="125"/>
                  </a:lnTo>
                  <a:lnTo>
                    <a:pt x="250" y="123"/>
                  </a:lnTo>
                  <a:lnTo>
                    <a:pt x="250" y="120"/>
                  </a:lnTo>
                  <a:lnTo>
                    <a:pt x="253" y="118"/>
                  </a:lnTo>
                  <a:lnTo>
                    <a:pt x="258" y="113"/>
                  </a:lnTo>
                  <a:lnTo>
                    <a:pt x="258" y="111"/>
                  </a:lnTo>
                  <a:lnTo>
                    <a:pt x="260" y="109"/>
                  </a:lnTo>
                  <a:lnTo>
                    <a:pt x="260" y="109"/>
                  </a:lnTo>
                  <a:lnTo>
                    <a:pt x="260" y="111"/>
                  </a:lnTo>
                  <a:lnTo>
                    <a:pt x="260" y="113"/>
                  </a:lnTo>
                  <a:lnTo>
                    <a:pt x="258" y="116"/>
                  </a:lnTo>
                  <a:lnTo>
                    <a:pt x="258" y="118"/>
                  </a:lnTo>
                  <a:lnTo>
                    <a:pt x="258" y="120"/>
                  </a:lnTo>
                  <a:lnTo>
                    <a:pt x="255" y="123"/>
                  </a:lnTo>
                  <a:lnTo>
                    <a:pt x="255" y="125"/>
                  </a:lnTo>
                  <a:lnTo>
                    <a:pt x="255" y="125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3" y="132"/>
                  </a:lnTo>
                  <a:lnTo>
                    <a:pt x="253" y="132"/>
                  </a:lnTo>
                  <a:lnTo>
                    <a:pt x="253" y="135"/>
                  </a:lnTo>
                  <a:lnTo>
                    <a:pt x="253" y="135"/>
                  </a:lnTo>
                  <a:lnTo>
                    <a:pt x="253" y="137"/>
                  </a:lnTo>
                  <a:lnTo>
                    <a:pt x="253" y="137"/>
                  </a:lnTo>
                  <a:lnTo>
                    <a:pt x="253" y="139"/>
                  </a:lnTo>
                  <a:lnTo>
                    <a:pt x="253" y="139"/>
                  </a:lnTo>
                  <a:lnTo>
                    <a:pt x="255" y="139"/>
                  </a:lnTo>
                  <a:lnTo>
                    <a:pt x="255" y="142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3" y="144"/>
                  </a:lnTo>
                  <a:lnTo>
                    <a:pt x="253" y="144"/>
                  </a:lnTo>
                  <a:lnTo>
                    <a:pt x="253" y="146"/>
                  </a:lnTo>
                  <a:lnTo>
                    <a:pt x="253" y="146"/>
                  </a:lnTo>
                  <a:lnTo>
                    <a:pt x="253" y="146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51"/>
                  </a:lnTo>
                  <a:lnTo>
                    <a:pt x="253" y="151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0" y="149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50" y="144"/>
                  </a:lnTo>
                  <a:lnTo>
                    <a:pt x="250" y="144"/>
                  </a:lnTo>
                  <a:lnTo>
                    <a:pt x="248" y="142"/>
                  </a:lnTo>
                  <a:lnTo>
                    <a:pt x="246" y="142"/>
                  </a:lnTo>
                  <a:lnTo>
                    <a:pt x="243" y="144"/>
                  </a:lnTo>
                  <a:lnTo>
                    <a:pt x="241" y="144"/>
                  </a:lnTo>
                  <a:lnTo>
                    <a:pt x="239" y="151"/>
                  </a:lnTo>
                  <a:lnTo>
                    <a:pt x="236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2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4" y="151"/>
                  </a:lnTo>
                  <a:lnTo>
                    <a:pt x="234" y="151"/>
                  </a:lnTo>
                  <a:lnTo>
                    <a:pt x="234" y="151"/>
                  </a:lnTo>
                  <a:lnTo>
                    <a:pt x="234" y="151"/>
                  </a:lnTo>
                  <a:lnTo>
                    <a:pt x="232" y="149"/>
                  </a:lnTo>
                  <a:lnTo>
                    <a:pt x="232" y="151"/>
                  </a:lnTo>
                  <a:lnTo>
                    <a:pt x="232" y="151"/>
                  </a:lnTo>
                  <a:lnTo>
                    <a:pt x="232" y="149"/>
                  </a:lnTo>
                  <a:lnTo>
                    <a:pt x="232" y="146"/>
                  </a:lnTo>
                  <a:lnTo>
                    <a:pt x="234" y="142"/>
                  </a:lnTo>
                  <a:lnTo>
                    <a:pt x="234" y="142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9" y="139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36" y="137"/>
                  </a:lnTo>
                  <a:lnTo>
                    <a:pt x="236" y="137"/>
                  </a:lnTo>
                  <a:lnTo>
                    <a:pt x="236" y="137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39" y="135"/>
                  </a:lnTo>
                  <a:lnTo>
                    <a:pt x="234" y="135"/>
                  </a:lnTo>
                  <a:lnTo>
                    <a:pt x="234" y="135"/>
                  </a:lnTo>
                  <a:lnTo>
                    <a:pt x="234" y="135"/>
                  </a:lnTo>
                  <a:lnTo>
                    <a:pt x="234" y="137"/>
                  </a:lnTo>
                  <a:lnTo>
                    <a:pt x="232" y="137"/>
                  </a:lnTo>
                  <a:lnTo>
                    <a:pt x="232" y="137"/>
                  </a:lnTo>
                  <a:lnTo>
                    <a:pt x="232" y="139"/>
                  </a:lnTo>
                  <a:lnTo>
                    <a:pt x="232" y="139"/>
                  </a:lnTo>
                  <a:lnTo>
                    <a:pt x="229" y="139"/>
                  </a:lnTo>
                  <a:lnTo>
                    <a:pt x="229" y="142"/>
                  </a:lnTo>
                  <a:lnTo>
                    <a:pt x="229" y="139"/>
                  </a:lnTo>
                  <a:lnTo>
                    <a:pt x="229" y="139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32" y="135"/>
                  </a:lnTo>
                  <a:lnTo>
                    <a:pt x="234" y="135"/>
                  </a:lnTo>
                  <a:lnTo>
                    <a:pt x="234" y="132"/>
                  </a:lnTo>
                  <a:lnTo>
                    <a:pt x="234" y="132"/>
                  </a:lnTo>
                  <a:lnTo>
                    <a:pt x="236" y="130"/>
                  </a:lnTo>
                  <a:lnTo>
                    <a:pt x="236" y="130"/>
                  </a:lnTo>
                  <a:lnTo>
                    <a:pt x="239" y="130"/>
                  </a:lnTo>
                  <a:lnTo>
                    <a:pt x="239" y="130"/>
                  </a:lnTo>
                  <a:lnTo>
                    <a:pt x="239" y="128"/>
                  </a:lnTo>
                  <a:lnTo>
                    <a:pt x="239" y="128"/>
                  </a:lnTo>
                  <a:lnTo>
                    <a:pt x="239" y="128"/>
                  </a:lnTo>
                  <a:lnTo>
                    <a:pt x="239" y="128"/>
                  </a:lnTo>
                  <a:lnTo>
                    <a:pt x="241" y="125"/>
                  </a:lnTo>
                  <a:lnTo>
                    <a:pt x="241" y="123"/>
                  </a:lnTo>
                  <a:lnTo>
                    <a:pt x="239" y="123"/>
                  </a:lnTo>
                  <a:lnTo>
                    <a:pt x="239" y="120"/>
                  </a:lnTo>
                  <a:lnTo>
                    <a:pt x="239" y="118"/>
                  </a:lnTo>
                  <a:lnTo>
                    <a:pt x="239" y="116"/>
                  </a:lnTo>
                  <a:lnTo>
                    <a:pt x="241" y="116"/>
                  </a:lnTo>
                  <a:lnTo>
                    <a:pt x="239" y="113"/>
                  </a:lnTo>
                  <a:lnTo>
                    <a:pt x="239" y="113"/>
                  </a:lnTo>
                  <a:lnTo>
                    <a:pt x="236" y="113"/>
                  </a:lnTo>
                  <a:lnTo>
                    <a:pt x="236" y="118"/>
                  </a:lnTo>
                  <a:lnTo>
                    <a:pt x="234" y="118"/>
                  </a:lnTo>
                  <a:lnTo>
                    <a:pt x="232" y="120"/>
                  </a:lnTo>
                  <a:lnTo>
                    <a:pt x="232" y="123"/>
                  </a:lnTo>
                  <a:lnTo>
                    <a:pt x="229" y="125"/>
                  </a:lnTo>
                  <a:lnTo>
                    <a:pt x="229" y="128"/>
                  </a:lnTo>
                  <a:lnTo>
                    <a:pt x="229" y="130"/>
                  </a:lnTo>
                  <a:lnTo>
                    <a:pt x="229" y="130"/>
                  </a:lnTo>
                  <a:lnTo>
                    <a:pt x="229" y="132"/>
                  </a:lnTo>
                  <a:lnTo>
                    <a:pt x="224" y="135"/>
                  </a:lnTo>
                  <a:lnTo>
                    <a:pt x="224" y="135"/>
                  </a:lnTo>
                  <a:lnTo>
                    <a:pt x="224" y="132"/>
                  </a:lnTo>
                  <a:lnTo>
                    <a:pt x="229" y="128"/>
                  </a:lnTo>
                  <a:lnTo>
                    <a:pt x="229" y="128"/>
                  </a:lnTo>
                  <a:lnTo>
                    <a:pt x="229" y="125"/>
                  </a:lnTo>
                  <a:lnTo>
                    <a:pt x="229" y="118"/>
                  </a:lnTo>
                  <a:lnTo>
                    <a:pt x="232" y="116"/>
                  </a:lnTo>
                  <a:lnTo>
                    <a:pt x="232" y="116"/>
                  </a:lnTo>
                  <a:lnTo>
                    <a:pt x="232" y="116"/>
                  </a:lnTo>
                  <a:lnTo>
                    <a:pt x="232" y="116"/>
                  </a:lnTo>
                  <a:lnTo>
                    <a:pt x="232" y="118"/>
                  </a:lnTo>
                  <a:lnTo>
                    <a:pt x="232" y="118"/>
                  </a:lnTo>
                  <a:lnTo>
                    <a:pt x="234" y="116"/>
                  </a:lnTo>
                  <a:lnTo>
                    <a:pt x="236" y="113"/>
                  </a:lnTo>
                  <a:lnTo>
                    <a:pt x="239" y="111"/>
                  </a:lnTo>
                  <a:lnTo>
                    <a:pt x="239" y="111"/>
                  </a:lnTo>
                  <a:lnTo>
                    <a:pt x="239" y="109"/>
                  </a:lnTo>
                  <a:lnTo>
                    <a:pt x="239" y="109"/>
                  </a:lnTo>
                  <a:lnTo>
                    <a:pt x="241" y="109"/>
                  </a:lnTo>
                  <a:lnTo>
                    <a:pt x="241" y="109"/>
                  </a:lnTo>
                  <a:lnTo>
                    <a:pt x="241" y="109"/>
                  </a:lnTo>
                  <a:lnTo>
                    <a:pt x="243" y="106"/>
                  </a:lnTo>
                  <a:lnTo>
                    <a:pt x="243" y="104"/>
                  </a:lnTo>
                  <a:lnTo>
                    <a:pt x="246" y="90"/>
                  </a:lnTo>
                  <a:lnTo>
                    <a:pt x="246" y="87"/>
                  </a:lnTo>
                  <a:lnTo>
                    <a:pt x="246" y="85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3" y="83"/>
                  </a:lnTo>
                  <a:lnTo>
                    <a:pt x="243" y="83"/>
                  </a:lnTo>
                  <a:lnTo>
                    <a:pt x="243" y="83"/>
                  </a:lnTo>
                  <a:lnTo>
                    <a:pt x="241" y="85"/>
                  </a:lnTo>
                  <a:lnTo>
                    <a:pt x="241" y="90"/>
                  </a:lnTo>
                  <a:lnTo>
                    <a:pt x="241" y="90"/>
                  </a:lnTo>
                  <a:lnTo>
                    <a:pt x="241" y="92"/>
                  </a:lnTo>
                  <a:lnTo>
                    <a:pt x="241" y="97"/>
                  </a:lnTo>
                  <a:lnTo>
                    <a:pt x="241" y="97"/>
                  </a:lnTo>
                  <a:lnTo>
                    <a:pt x="239" y="97"/>
                  </a:lnTo>
                  <a:lnTo>
                    <a:pt x="239" y="97"/>
                  </a:lnTo>
                  <a:lnTo>
                    <a:pt x="239" y="97"/>
                  </a:lnTo>
                  <a:lnTo>
                    <a:pt x="239" y="92"/>
                  </a:lnTo>
                  <a:lnTo>
                    <a:pt x="239" y="85"/>
                  </a:lnTo>
                  <a:lnTo>
                    <a:pt x="239" y="83"/>
                  </a:lnTo>
                  <a:lnTo>
                    <a:pt x="239" y="80"/>
                  </a:lnTo>
                  <a:lnTo>
                    <a:pt x="239" y="78"/>
                  </a:lnTo>
                  <a:lnTo>
                    <a:pt x="239" y="75"/>
                  </a:lnTo>
                  <a:lnTo>
                    <a:pt x="236" y="66"/>
                  </a:lnTo>
                  <a:lnTo>
                    <a:pt x="236" y="59"/>
                  </a:lnTo>
                  <a:lnTo>
                    <a:pt x="236" y="59"/>
                  </a:lnTo>
                  <a:lnTo>
                    <a:pt x="236" y="57"/>
                  </a:lnTo>
                  <a:lnTo>
                    <a:pt x="236" y="57"/>
                  </a:lnTo>
                  <a:lnTo>
                    <a:pt x="234" y="57"/>
                  </a:lnTo>
                  <a:lnTo>
                    <a:pt x="234" y="57"/>
                  </a:lnTo>
                  <a:lnTo>
                    <a:pt x="232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32" y="49"/>
                  </a:lnTo>
                  <a:lnTo>
                    <a:pt x="232" y="49"/>
                  </a:lnTo>
                  <a:lnTo>
                    <a:pt x="232" y="47"/>
                  </a:lnTo>
                  <a:lnTo>
                    <a:pt x="232" y="45"/>
                  </a:lnTo>
                  <a:lnTo>
                    <a:pt x="229" y="40"/>
                  </a:lnTo>
                  <a:lnTo>
                    <a:pt x="229" y="38"/>
                  </a:lnTo>
                  <a:lnTo>
                    <a:pt x="227" y="35"/>
                  </a:lnTo>
                  <a:lnTo>
                    <a:pt x="227" y="35"/>
                  </a:lnTo>
                  <a:lnTo>
                    <a:pt x="227" y="35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2" y="38"/>
                  </a:lnTo>
                  <a:lnTo>
                    <a:pt x="220" y="38"/>
                  </a:lnTo>
                  <a:lnTo>
                    <a:pt x="220" y="38"/>
                  </a:lnTo>
                  <a:lnTo>
                    <a:pt x="220" y="38"/>
                  </a:lnTo>
                  <a:lnTo>
                    <a:pt x="220" y="38"/>
                  </a:lnTo>
                  <a:lnTo>
                    <a:pt x="217" y="38"/>
                  </a:lnTo>
                  <a:lnTo>
                    <a:pt x="217" y="38"/>
                  </a:lnTo>
                  <a:lnTo>
                    <a:pt x="215" y="38"/>
                  </a:lnTo>
                  <a:lnTo>
                    <a:pt x="215" y="38"/>
                  </a:lnTo>
                  <a:lnTo>
                    <a:pt x="215" y="33"/>
                  </a:lnTo>
                  <a:lnTo>
                    <a:pt x="215" y="31"/>
                  </a:lnTo>
                  <a:lnTo>
                    <a:pt x="217" y="26"/>
                  </a:lnTo>
                  <a:lnTo>
                    <a:pt x="215" y="23"/>
                  </a:lnTo>
                  <a:lnTo>
                    <a:pt x="215" y="23"/>
                  </a:lnTo>
                  <a:lnTo>
                    <a:pt x="215" y="26"/>
                  </a:lnTo>
                  <a:lnTo>
                    <a:pt x="213" y="28"/>
                  </a:lnTo>
                  <a:lnTo>
                    <a:pt x="213" y="28"/>
                  </a:lnTo>
                  <a:lnTo>
                    <a:pt x="210" y="28"/>
                  </a:lnTo>
                  <a:lnTo>
                    <a:pt x="210" y="28"/>
                  </a:lnTo>
                  <a:lnTo>
                    <a:pt x="210" y="28"/>
                  </a:lnTo>
                  <a:lnTo>
                    <a:pt x="208" y="28"/>
                  </a:lnTo>
                  <a:lnTo>
                    <a:pt x="208" y="28"/>
                  </a:lnTo>
                  <a:lnTo>
                    <a:pt x="206" y="28"/>
                  </a:lnTo>
                  <a:lnTo>
                    <a:pt x="203" y="28"/>
                  </a:lnTo>
                  <a:lnTo>
                    <a:pt x="203" y="31"/>
                  </a:lnTo>
                  <a:lnTo>
                    <a:pt x="203" y="31"/>
                  </a:lnTo>
                  <a:lnTo>
                    <a:pt x="203" y="33"/>
                  </a:lnTo>
                  <a:lnTo>
                    <a:pt x="203" y="33"/>
                  </a:lnTo>
                  <a:lnTo>
                    <a:pt x="203" y="35"/>
                  </a:lnTo>
                  <a:lnTo>
                    <a:pt x="206" y="42"/>
                  </a:lnTo>
                  <a:lnTo>
                    <a:pt x="203" y="49"/>
                  </a:lnTo>
                  <a:lnTo>
                    <a:pt x="203" y="52"/>
                  </a:lnTo>
                  <a:lnTo>
                    <a:pt x="201" y="54"/>
                  </a:lnTo>
                  <a:lnTo>
                    <a:pt x="201" y="57"/>
                  </a:lnTo>
                  <a:lnTo>
                    <a:pt x="201" y="59"/>
                  </a:lnTo>
                  <a:lnTo>
                    <a:pt x="201" y="66"/>
                  </a:lnTo>
                  <a:lnTo>
                    <a:pt x="201" y="71"/>
                  </a:lnTo>
                  <a:lnTo>
                    <a:pt x="201" y="71"/>
                  </a:lnTo>
                  <a:lnTo>
                    <a:pt x="201" y="73"/>
                  </a:lnTo>
                  <a:lnTo>
                    <a:pt x="201" y="75"/>
                  </a:lnTo>
                  <a:lnTo>
                    <a:pt x="201" y="75"/>
                  </a:lnTo>
                  <a:lnTo>
                    <a:pt x="201" y="78"/>
                  </a:lnTo>
                  <a:lnTo>
                    <a:pt x="201" y="78"/>
                  </a:lnTo>
                  <a:lnTo>
                    <a:pt x="201" y="78"/>
                  </a:lnTo>
                  <a:lnTo>
                    <a:pt x="201" y="75"/>
                  </a:lnTo>
                  <a:lnTo>
                    <a:pt x="198" y="73"/>
                  </a:lnTo>
                  <a:lnTo>
                    <a:pt x="198" y="75"/>
                  </a:lnTo>
                  <a:lnTo>
                    <a:pt x="198" y="75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201" y="78"/>
                  </a:lnTo>
                  <a:lnTo>
                    <a:pt x="201" y="80"/>
                  </a:lnTo>
                  <a:lnTo>
                    <a:pt x="201" y="80"/>
                  </a:lnTo>
                  <a:lnTo>
                    <a:pt x="201" y="83"/>
                  </a:lnTo>
                  <a:lnTo>
                    <a:pt x="201" y="85"/>
                  </a:lnTo>
                  <a:lnTo>
                    <a:pt x="201" y="85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2"/>
                  </a:lnTo>
                  <a:lnTo>
                    <a:pt x="201" y="99"/>
                  </a:lnTo>
                  <a:lnTo>
                    <a:pt x="201" y="102"/>
                  </a:lnTo>
                  <a:lnTo>
                    <a:pt x="203" y="104"/>
                  </a:lnTo>
                  <a:lnTo>
                    <a:pt x="203" y="113"/>
                  </a:lnTo>
                  <a:lnTo>
                    <a:pt x="203" y="113"/>
                  </a:lnTo>
                  <a:lnTo>
                    <a:pt x="203" y="113"/>
                  </a:lnTo>
                  <a:lnTo>
                    <a:pt x="198" y="120"/>
                  </a:lnTo>
                  <a:lnTo>
                    <a:pt x="198" y="125"/>
                  </a:lnTo>
                  <a:lnTo>
                    <a:pt x="198" y="125"/>
                  </a:lnTo>
                  <a:lnTo>
                    <a:pt x="196" y="128"/>
                  </a:lnTo>
                  <a:lnTo>
                    <a:pt x="198" y="130"/>
                  </a:lnTo>
                  <a:lnTo>
                    <a:pt x="198" y="132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198" y="137"/>
                  </a:lnTo>
                  <a:lnTo>
                    <a:pt x="196" y="139"/>
                  </a:lnTo>
                  <a:lnTo>
                    <a:pt x="198" y="139"/>
                  </a:lnTo>
                  <a:lnTo>
                    <a:pt x="198" y="142"/>
                  </a:lnTo>
                  <a:lnTo>
                    <a:pt x="198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201" y="144"/>
                  </a:lnTo>
                  <a:lnTo>
                    <a:pt x="203" y="144"/>
                  </a:lnTo>
                  <a:lnTo>
                    <a:pt x="203" y="146"/>
                  </a:lnTo>
                  <a:lnTo>
                    <a:pt x="203" y="149"/>
                  </a:lnTo>
                  <a:lnTo>
                    <a:pt x="206" y="149"/>
                  </a:lnTo>
                  <a:lnTo>
                    <a:pt x="206" y="149"/>
                  </a:lnTo>
                  <a:lnTo>
                    <a:pt x="208" y="154"/>
                  </a:lnTo>
                  <a:lnTo>
                    <a:pt x="208" y="154"/>
                  </a:lnTo>
                  <a:lnTo>
                    <a:pt x="210" y="156"/>
                  </a:lnTo>
                  <a:lnTo>
                    <a:pt x="213" y="158"/>
                  </a:lnTo>
                  <a:lnTo>
                    <a:pt x="215" y="163"/>
                  </a:lnTo>
                  <a:lnTo>
                    <a:pt x="217" y="165"/>
                  </a:lnTo>
                  <a:lnTo>
                    <a:pt x="220" y="165"/>
                  </a:lnTo>
                  <a:lnTo>
                    <a:pt x="224" y="168"/>
                  </a:lnTo>
                  <a:lnTo>
                    <a:pt x="229" y="173"/>
                  </a:lnTo>
                  <a:lnTo>
                    <a:pt x="229" y="173"/>
                  </a:lnTo>
                  <a:lnTo>
                    <a:pt x="232" y="173"/>
                  </a:lnTo>
                  <a:lnTo>
                    <a:pt x="232" y="170"/>
                  </a:lnTo>
                  <a:lnTo>
                    <a:pt x="232" y="170"/>
                  </a:lnTo>
                  <a:lnTo>
                    <a:pt x="232" y="170"/>
                  </a:lnTo>
                  <a:lnTo>
                    <a:pt x="232" y="168"/>
                  </a:lnTo>
                  <a:lnTo>
                    <a:pt x="232" y="168"/>
                  </a:lnTo>
                  <a:lnTo>
                    <a:pt x="234" y="168"/>
                  </a:lnTo>
                  <a:lnTo>
                    <a:pt x="234" y="168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6" y="165"/>
                  </a:lnTo>
                  <a:lnTo>
                    <a:pt x="236" y="165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6" y="168"/>
                  </a:lnTo>
                  <a:lnTo>
                    <a:pt x="239" y="168"/>
                  </a:lnTo>
                  <a:lnTo>
                    <a:pt x="239" y="165"/>
                  </a:lnTo>
                  <a:lnTo>
                    <a:pt x="241" y="163"/>
                  </a:lnTo>
                  <a:lnTo>
                    <a:pt x="243" y="161"/>
                  </a:lnTo>
                  <a:lnTo>
                    <a:pt x="243" y="161"/>
                  </a:lnTo>
                  <a:lnTo>
                    <a:pt x="243" y="161"/>
                  </a:lnTo>
                  <a:lnTo>
                    <a:pt x="243" y="161"/>
                  </a:lnTo>
                  <a:lnTo>
                    <a:pt x="243" y="158"/>
                  </a:lnTo>
                  <a:lnTo>
                    <a:pt x="243" y="158"/>
                  </a:lnTo>
                  <a:lnTo>
                    <a:pt x="246" y="158"/>
                  </a:lnTo>
                  <a:lnTo>
                    <a:pt x="248" y="156"/>
                  </a:lnTo>
                  <a:lnTo>
                    <a:pt x="246" y="156"/>
                  </a:lnTo>
                  <a:lnTo>
                    <a:pt x="248" y="154"/>
                  </a:lnTo>
                  <a:lnTo>
                    <a:pt x="248" y="154"/>
                  </a:lnTo>
                  <a:lnTo>
                    <a:pt x="248" y="154"/>
                  </a:lnTo>
                  <a:lnTo>
                    <a:pt x="250" y="156"/>
                  </a:lnTo>
                  <a:lnTo>
                    <a:pt x="250" y="154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3" y="151"/>
                  </a:lnTo>
                  <a:lnTo>
                    <a:pt x="253" y="154"/>
                  </a:lnTo>
                  <a:lnTo>
                    <a:pt x="253" y="154"/>
                  </a:lnTo>
                  <a:lnTo>
                    <a:pt x="255" y="154"/>
                  </a:lnTo>
                  <a:lnTo>
                    <a:pt x="258" y="151"/>
                  </a:lnTo>
                  <a:lnTo>
                    <a:pt x="260" y="151"/>
                  </a:lnTo>
                  <a:lnTo>
                    <a:pt x="260" y="154"/>
                  </a:lnTo>
                  <a:lnTo>
                    <a:pt x="260" y="154"/>
                  </a:lnTo>
                  <a:lnTo>
                    <a:pt x="260" y="154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1"/>
                  </a:lnTo>
                  <a:lnTo>
                    <a:pt x="265" y="151"/>
                  </a:lnTo>
                  <a:lnTo>
                    <a:pt x="265" y="151"/>
                  </a:lnTo>
                  <a:lnTo>
                    <a:pt x="265" y="149"/>
                  </a:lnTo>
                  <a:lnTo>
                    <a:pt x="269" y="142"/>
                  </a:lnTo>
                  <a:lnTo>
                    <a:pt x="272" y="142"/>
                  </a:lnTo>
                  <a:lnTo>
                    <a:pt x="272" y="139"/>
                  </a:lnTo>
                  <a:lnTo>
                    <a:pt x="272" y="139"/>
                  </a:lnTo>
                  <a:lnTo>
                    <a:pt x="272" y="139"/>
                  </a:lnTo>
                  <a:lnTo>
                    <a:pt x="274" y="139"/>
                  </a:lnTo>
                  <a:lnTo>
                    <a:pt x="277" y="137"/>
                  </a:lnTo>
                  <a:lnTo>
                    <a:pt x="279" y="132"/>
                  </a:lnTo>
                  <a:lnTo>
                    <a:pt x="279" y="130"/>
                  </a:lnTo>
                  <a:lnTo>
                    <a:pt x="281" y="128"/>
                  </a:lnTo>
                  <a:lnTo>
                    <a:pt x="281" y="128"/>
                  </a:lnTo>
                  <a:lnTo>
                    <a:pt x="281" y="125"/>
                  </a:lnTo>
                  <a:lnTo>
                    <a:pt x="281" y="123"/>
                  </a:lnTo>
                  <a:lnTo>
                    <a:pt x="281" y="123"/>
                  </a:lnTo>
                  <a:lnTo>
                    <a:pt x="281" y="120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3"/>
                  </a:lnTo>
                  <a:lnTo>
                    <a:pt x="286" y="113"/>
                  </a:lnTo>
                  <a:lnTo>
                    <a:pt x="284" y="113"/>
                  </a:lnTo>
                  <a:lnTo>
                    <a:pt x="284" y="113"/>
                  </a:lnTo>
                  <a:lnTo>
                    <a:pt x="284" y="113"/>
                  </a:lnTo>
                  <a:lnTo>
                    <a:pt x="281" y="113"/>
                  </a:lnTo>
                  <a:lnTo>
                    <a:pt x="281" y="113"/>
                  </a:lnTo>
                  <a:lnTo>
                    <a:pt x="281" y="113"/>
                  </a:lnTo>
                  <a:lnTo>
                    <a:pt x="279" y="113"/>
                  </a:lnTo>
                  <a:lnTo>
                    <a:pt x="279" y="113"/>
                  </a:lnTo>
                  <a:lnTo>
                    <a:pt x="281" y="111"/>
                  </a:lnTo>
                  <a:lnTo>
                    <a:pt x="288" y="106"/>
                  </a:lnTo>
                  <a:lnTo>
                    <a:pt x="288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2"/>
                  </a:lnTo>
                  <a:lnTo>
                    <a:pt x="288" y="102"/>
                  </a:lnTo>
                  <a:lnTo>
                    <a:pt x="291" y="97"/>
                  </a:lnTo>
                  <a:lnTo>
                    <a:pt x="293" y="97"/>
                  </a:lnTo>
                  <a:lnTo>
                    <a:pt x="293" y="97"/>
                  </a:lnTo>
                  <a:lnTo>
                    <a:pt x="295" y="94"/>
                  </a:lnTo>
                  <a:lnTo>
                    <a:pt x="293" y="94"/>
                  </a:lnTo>
                  <a:lnTo>
                    <a:pt x="293" y="94"/>
                  </a:lnTo>
                  <a:close/>
                  <a:moveTo>
                    <a:pt x="298" y="87"/>
                  </a:moveTo>
                  <a:lnTo>
                    <a:pt x="295" y="85"/>
                  </a:lnTo>
                  <a:lnTo>
                    <a:pt x="295" y="85"/>
                  </a:lnTo>
                  <a:lnTo>
                    <a:pt x="295" y="85"/>
                  </a:lnTo>
                  <a:lnTo>
                    <a:pt x="295" y="83"/>
                  </a:lnTo>
                  <a:lnTo>
                    <a:pt x="295" y="85"/>
                  </a:lnTo>
                  <a:lnTo>
                    <a:pt x="293" y="87"/>
                  </a:lnTo>
                  <a:lnTo>
                    <a:pt x="293" y="90"/>
                  </a:lnTo>
                  <a:lnTo>
                    <a:pt x="293" y="87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8" y="87"/>
                  </a:lnTo>
                  <a:lnTo>
                    <a:pt x="298" y="87"/>
                  </a:lnTo>
                  <a:close/>
                  <a:moveTo>
                    <a:pt x="0" y="407"/>
                  </a:moveTo>
                  <a:lnTo>
                    <a:pt x="0" y="409"/>
                  </a:lnTo>
                  <a:lnTo>
                    <a:pt x="0" y="409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21"/>
                  </a:lnTo>
                  <a:lnTo>
                    <a:pt x="0" y="421"/>
                  </a:lnTo>
                  <a:lnTo>
                    <a:pt x="0" y="419"/>
                  </a:lnTo>
                  <a:lnTo>
                    <a:pt x="2" y="412"/>
                  </a:lnTo>
                  <a:lnTo>
                    <a:pt x="2" y="409"/>
                  </a:lnTo>
                  <a:lnTo>
                    <a:pt x="2" y="407"/>
                  </a:lnTo>
                  <a:lnTo>
                    <a:pt x="2" y="407"/>
                  </a:lnTo>
                  <a:lnTo>
                    <a:pt x="0" y="407"/>
                  </a:lnTo>
                  <a:close/>
                  <a:moveTo>
                    <a:pt x="71" y="466"/>
                  </a:moveTo>
                  <a:lnTo>
                    <a:pt x="71" y="464"/>
                  </a:lnTo>
                  <a:lnTo>
                    <a:pt x="68" y="466"/>
                  </a:lnTo>
                  <a:lnTo>
                    <a:pt x="68" y="466"/>
                  </a:lnTo>
                  <a:lnTo>
                    <a:pt x="68" y="468"/>
                  </a:lnTo>
                  <a:lnTo>
                    <a:pt x="68" y="468"/>
                  </a:lnTo>
                  <a:lnTo>
                    <a:pt x="68" y="471"/>
                  </a:lnTo>
                  <a:lnTo>
                    <a:pt x="68" y="471"/>
                  </a:lnTo>
                  <a:lnTo>
                    <a:pt x="68" y="471"/>
                  </a:lnTo>
                  <a:lnTo>
                    <a:pt x="68" y="471"/>
                  </a:lnTo>
                  <a:lnTo>
                    <a:pt x="71" y="471"/>
                  </a:lnTo>
                  <a:lnTo>
                    <a:pt x="71" y="473"/>
                  </a:lnTo>
                  <a:lnTo>
                    <a:pt x="71" y="473"/>
                  </a:lnTo>
                  <a:lnTo>
                    <a:pt x="71" y="473"/>
                  </a:lnTo>
                  <a:lnTo>
                    <a:pt x="71" y="471"/>
                  </a:lnTo>
                  <a:lnTo>
                    <a:pt x="71" y="468"/>
                  </a:lnTo>
                  <a:lnTo>
                    <a:pt x="71" y="468"/>
                  </a:lnTo>
                  <a:lnTo>
                    <a:pt x="71" y="466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D96A1A8D-421C-4201-A849-C092F4526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3408" y="2405516"/>
              <a:ext cx="1354" cy="1354"/>
            </a:xfrm>
            <a:prstGeom prst="rect">
              <a:avLst/>
            </a:pr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40D6B22B-0F5B-4960-88EA-63713BDE4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796" y="2321580"/>
              <a:ext cx="9477" cy="12185"/>
            </a:xfrm>
            <a:custGeom>
              <a:avLst/>
              <a:gdLst>
                <a:gd name="T0" fmla="*/ 5 w 7"/>
                <a:gd name="T1" fmla="*/ 7 h 9"/>
                <a:gd name="T2" fmla="*/ 5 w 7"/>
                <a:gd name="T3" fmla="*/ 9 h 9"/>
                <a:gd name="T4" fmla="*/ 5 w 7"/>
                <a:gd name="T5" fmla="*/ 9 h 9"/>
                <a:gd name="T6" fmla="*/ 7 w 7"/>
                <a:gd name="T7" fmla="*/ 9 h 9"/>
                <a:gd name="T8" fmla="*/ 7 w 7"/>
                <a:gd name="T9" fmla="*/ 7 h 9"/>
                <a:gd name="T10" fmla="*/ 7 w 7"/>
                <a:gd name="T11" fmla="*/ 7 h 9"/>
                <a:gd name="T12" fmla="*/ 7 w 7"/>
                <a:gd name="T13" fmla="*/ 7 h 9"/>
                <a:gd name="T14" fmla="*/ 5 w 7"/>
                <a:gd name="T15" fmla="*/ 5 h 9"/>
                <a:gd name="T16" fmla="*/ 7 w 7"/>
                <a:gd name="T17" fmla="*/ 5 h 9"/>
                <a:gd name="T18" fmla="*/ 7 w 7"/>
                <a:gd name="T19" fmla="*/ 5 h 9"/>
                <a:gd name="T20" fmla="*/ 7 w 7"/>
                <a:gd name="T21" fmla="*/ 2 h 9"/>
                <a:gd name="T22" fmla="*/ 7 w 7"/>
                <a:gd name="T23" fmla="*/ 2 h 9"/>
                <a:gd name="T24" fmla="*/ 5 w 7"/>
                <a:gd name="T25" fmla="*/ 2 h 9"/>
                <a:gd name="T26" fmla="*/ 2 w 7"/>
                <a:gd name="T27" fmla="*/ 0 h 9"/>
                <a:gd name="T28" fmla="*/ 2 w 7"/>
                <a:gd name="T29" fmla="*/ 0 h 9"/>
                <a:gd name="T30" fmla="*/ 0 w 7"/>
                <a:gd name="T31" fmla="*/ 0 h 9"/>
                <a:gd name="T32" fmla="*/ 5 w 7"/>
                <a:gd name="T33" fmla="*/ 7 h 9"/>
                <a:gd name="T34" fmla="*/ 5 w 7"/>
                <a:gd name="T35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9">
                  <a:moveTo>
                    <a:pt x="5" y="7"/>
                  </a:moveTo>
                  <a:lnTo>
                    <a:pt x="5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7"/>
                  </a:lnTo>
                  <a:lnTo>
                    <a:pt x="5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AC2F46-78EE-4B98-AEA0-50C805353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5194" y="2331057"/>
              <a:ext cx="9477" cy="6769"/>
            </a:xfrm>
            <a:custGeom>
              <a:avLst/>
              <a:gdLst>
                <a:gd name="T0" fmla="*/ 2 w 7"/>
                <a:gd name="T1" fmla="*/ 5 h 5"/>
                <a:gd name="T2" fmla="*/ 5 w 7"/>
                <a:gd name="T3" fmla="*/ 5 h 5"/>
                <a:gd name="T4" fmla="*/ 2 w 7"/>
                <a:gd name="T5" fmla="*/ 2 h 5"/>
                <a:gd name="T6" fmla="*/ 5 w 7"/>
                <a:gd name="T7" fmla="*/ 2 h 5"/>
                <a:gd name="T8" fmla="*/ 7 w 7"/>
                <a:gd name="T9" fmla="*/ 2 h 5"/>
                <a:gd name="T10" fmla="*/ 7 w 7"/>
                <a:gd name="T11" fmla="*/ 2 h 5"/>
                <a:gd name="T12" fmla="*/ 7 w 7"/>
                <a:gd name="T13" fmla="*/ 2 h 5"/>
                <a:gd name="T14" fmla="*/ 7 w 7"/>
                <a:gd name="T15" fmla="*/ 2 h 5"/>
                <a:gd name="T16" fmla="*/ 7 w 7"/>
                <a:gd name="T17" fmla="*/ 0 h 5"/>
                <a:gd name="T18" fmla="*/ 7 w 7"/>
                <a:gd name="T19" fmla="*/ 0 h 5"/>
                <a:gd name="T20" fmla="*/ 7 w 7"/>
                <a:gd name="T21" fmla="*/ 0 h 5"/>
                <a:gd name="T22" fmla="*/ 7 w 7"/>
                <a:gd name="T23" fmla="*/ 0 h 5"/>
                <a:gd name="T24" fmla="*/ 7 w 7"/>
                <a:gd name="T25" fmla="*/ 0 h 5"/>
                <a:gd name="T26" fmla="*/ 2 w 7"/>
                <a:gd name="T27" fmla="*/ 0 h 5"/>
                <a:gd name="T28" fmla="*/ 2 w 7"/>
                <a:gd name="T29" fmla="*/ 0 h 5"/>
                <a:gd name="T30" fmla="*/ 2 w 7"/>
                <a:gd name="T31" fmla="*/ 0 h 5"/>
                <a:gd name="T32" fmla="*/ 2 w 7"/>
                <a:gd name="T33" fmla="*/ 0 h 5"/>
                <a:gd name="T34" fmla="*/ 2 w 7"/>
                <a:gd name="T35" fmla="*/ 0 h 5"/>
                <a:gd name="T36" fmla="*/ 0 w 7"/>
                <a:gd name="T37" fmla="*/ 2 h 5"/>
                <a:gd name="T38" fmla="*/ 2 w 7"/>
                <a:gd name="T39" fmla="*/ 2 h 5"/>
                <a:gd name="T40" fmla="*/ 2 w 7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lnTo>
                    <a:pt x="5" y="5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20086539-3BED-4E6A-867C-C3B275867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6980" y="2295858"/>
              <a:ext cx="13538" cy="6769"/>
            </a:xfrm>
            <a:custGeom>
              <a:avLst/>
              <a:gdLst>
                <a:gd name="T0" fmla="*/ 3 w 10"/>
                <a:gd name="T1" fmla="*/ 5 h 5"/>
                <a:gd name="T2" fmla="*/ 3 w 10"/>
                <a:gd name="T3" fmla="*/ 5 h 5"/>
                <a:gd name="T4" fmla="*/ 5 w 10"/>
                <a:gd name="T5" fmla="*/ 5 h 5"/>
                <a:gd name="T6" fmla="*/ 10 w 10"/>
                <a:gd name="T7" fmla="*/ 2 h 5"/>
                <a:gd name="T8" fmla="*/ 10 w 10"/>
                <a:gd name="T9" fmla="*/ 0 h 5"/>
                <a:gd name="T10" fmla="*/ 7 w 10"/>
                <a:gd name="T11" fmla="*/ 0 h 5"/>
                <a:gd name="T12" fmla="*/ 7 w 10"/>
                <a:gd name="T13" fmla="*/ 0 h 5"/>
                <a:gd name="T14" fmla="*/ 5 w 10"/>
                <a:gd name="T15" fmla="*/ 0 h 5"/>
                <a:gd name="T16" fmla="*/ 3 w 10"/>
                <a:gd name="T17" fmla="*/ 2 h 5"/>
                <a:gd name="T18" fmla="*/ 0 w 10"/>
                <a:gd name="T19" fmla="*/ 2 h 5"/>
                <a:gd name="T20" fmla="*/ 0 w 10"/>
                <a:gd name="T21" fmla="*/ 5 h 5"/>
                <a:gd name="T22" fmla="*/ 3 w 10"/>
                <a:gd name="T23" fmla="*/ 5 h 5"/>
                <a:gd name="T24" fmla="*/ 3 w 10"/>
                <a:gd name="T2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3" y="5"/>
                  </a:lnTo>
                  <a:lnTo>
                    <a:pt x="5" y="5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B16B9B9-6AB9-4B9D-A3B7-BA443C336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0200" y="2420409"/>
              <a:ext cx="9477" cy="6769"/>
            </a:xfrm>
            <a:custGeom>
              <a:avLst/>
              <a:gdLst>
                <a:gd name="T0" fmla="*/ 0 w 7"/>
                <a:gd name="T1" fmla="*/ 5 h 5"/>
                <a:gd name="T2" fmla="*/ 2 w 7"/>
                <a:gd name="T3" fmla="*/ 5 h 5"/>
                <a:gd name="T4" fmla="*/ 2 w 7"/>
                <a:gd name="T5" fmla="*/ 5 h 5"/>
                <a:gd name="T6" fmla="*/ 2 w 7"/>
                <a:gd name="T7" fmla="*/ 3 h 5"/>
                <a:gd name="T8" fmla="*/ 2 w 7"/>
                <a:gd name="T9" fmla="*/ 3 h 5"/>
                <a:gd name="T10" fmla="*/ 5 w 7"/>
                <a:gd name="T11" fmla="*/ 3 h 5"/>
                <a:gd name="T12" fmla="*/ 5 w 7"/>
                <a:gd name="T13" fmla="*/ 3 h 5"/>
                <a:gd name="T14" fmla="*/ 5 w 7"/>
                <a:gd name="T15" fmla="*/ 3 h 5"/>
                <a:gd name="T16" fmla="*/ 5 w 7"/>
                <a:gd name="T17" fmla="*/ 3 h 5"/>
                <a:gd name="T18" fmla="*/ 5 w 7"/>
                <a:gd name="T19" fmla="*/ 3 h 5"/>
                <a:gd name="T20" fmla="*/ 7 w 7"/>
                <a:gd name="T21" fmla="*/ 3 h 5"/>
                <a:gd name="T22" fmla="*/ 7 w 7"/>
                <a:gd name="T23" fmla="*/ 3 h 5"/>
                <a:gd name="T24" fmla="*/ 5 w 7"/>
                <a:gd name="T25" fmla="*/ 0 h 5"/>
                <a:gd name="T26" fmla="*/ 2 w 7"/>
                <a:gd name="T27" fmla="*/ 0 h 5"/>
                <a:gd name="T28" fmla="*/ 2 w 7"/>
                <a:gd name="T29" fmla="*/ 0 h 5"/>
                <a:gd name="T30" fmla="*/ 0 w 7"/>
                <a:gd name="T31" fmla="*/ 3 h 5"/>
                <a:gd name="T32" fmla="*/ 0 w 7"/>
                <a:gd name="T33" fmla="*/ 3 h 5"/>
                <a:gd name="T34" fmla="*/ 0 w 7"/>
                <a:gd name="T35" fmla="*/ 3 h 5"/>
                <a:gd name="T36" fmla="*/ 0 w 7"/>
                <a:gd name="T3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5">
                  <a:moveTo>
                    <a:pt x="0" y="5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0FD4502-0922-47F7-A388-3A8E4009B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0281" y="2536837"/>
              <a:ext cx="9477" cy="2708"/>
            </a:xfrm>
            <a:custGeom>
              <a:avLst/>
              <a:gdLst>
                <a:gd name="T0" fmla="*/ 7 w 7"/>
                <a:gd name="T1" fmla="*/ 2 h 2"/>
                <a:gd name="T2" fmla="*/ 7 w 7"/>
                <a:gd name="T3" fmla="*/ 2 h 2"/>
                <a:gd name="T4" fmla="*/ 7 w 7"/>
                <a:gd name="T5" fmla="*/ 0 h 2"/>
                <a:gd name="T6" fmla="*/ 5 w 7"/>
                <a:gd name="T7" fmla="*/ 0 h 2"/>
                <a:gd name="T8" fmla="*/ 0 w 7"/>
                <a:gd name="T9" fmla="*/ 0 h 2"/>
                <a:gd name="T10" fmla="*/ 0 w 7"/>
                <a:gd name="T11" fmla="*/ 0 h 2"/>
                <a:gd name="T12" fmla="*/ 0 w 7"/>
                <a:gd name="T13" fmla="*/ 0 h 2"/>
                <a:gd name="T14" fmla="*/ 0 w 7"/>
                <a:gd name="T15" fmla="*/ 0 h 2"/>
                <a:gd name="T16" fmla="*/ 0 w 7"/>
                <a:gd name="T17" fmla="*/ 0 h 2"/>
                <a:gd name="T18" fmla="*/ 0 w 7"/>
                <a:gd name="T19" fmla="*/ 2 h 2"/>
                <a:gd name="T20" fmla="*/ 5 w 7"/>
                <a:gd name="T21" fmla="*/ 2 h 2"/>
                <a:gd name="T22" fmla="*/ 7 w 7"/>
                <a:gd name="T2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7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F6CBB5A7-206C-4080-A8E2-4117824C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5480" y="2536837"/>
              <a:ext cx="28431" cy="9477"/>
            </a:xfrm>
            <a:custGeom>
              <a:avLst/>
              <a:gdLst>
                <a:gd name="T0" fmla="*/ 21 w 21"/>
                <a:gd name="T1" fmla="*/ 7 h 7"/>
                <a:gd name="T2" fmla="*/ 14 w 21"/>
                <a:gd name="T3" fmla="*/ 4 h 7"/>
                <a:gd name="T4" fmla="*/ 12 w 21"/>
                <a:gd name="T5" fmla="*/ 4 h 7"/>
                <a:gd name="T6" fmla="*/ 7 w 21"/>
                <a:gd name="T7" fmla="*/ 2 h 7"/>
                <a:gd name="T8" fmla="*/ 2 w 21"/>
                <a:gd name="T9" fmla="*/ 0 h 7"/>
                <a:gd name="T10" fmla="*/ 2 w 21"/>
                <a:gd name="T11" fmla="*/ 0 h 7"/>
                <a:gd name="T12" fmla="*/ 0 w 21"/>
                <a:gd name="T13" fmla="*/ 0 h 7"/>
                <a:gd name="T14" fmla="*/ 2 w 21"/>
                <a:gd name="T15" fmla="*/ 0 h 7"/>
                <a:gd name="T16" fmla="*/ 7 w 21"/>
                <a:gd name="T17" fmla="*/ 4 h 7"/>
                <a:gd name="T18" fmla="*/ 21 w 21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7">
                  <a:moveTo>
                    <a:pt x="21" y="7"/>
                  </a:moveTo>
                  <a:lnTo>
                    <a:pt x="14" y="4"/>
                  </a:lnTo>
                  <a:lnTo>
                    <a:pt x="12" y="4"/>
                  </a:lnTo>
                  <a:lnTo>
                    <a:pt x="7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7" y="4"/>
                  </a:lnTo>
                  <a:lnTo>
                    <a:pt x="21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C002CBBB-08B5-4605-BF75-FCE1A73DC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5423" y="2481330"/>
              <a:ext cx="10831" cy="6769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3 w 8"/>
                <a:gd name="T5" fmla="*/ 3 h 5"/>
                <a:gd name="T6" fmla="*/ 3 w 8"/>
                <a:gd name="T7" fmla="*/ 3 h 5"/>
                <a:gd name="T8" fmla="*/ 8 w 8"/>
                <a:gd name="T9" fmla="*/ 3 h 5"/>
                <a:gd name="T10" fmla="*/ 8 w 8"/>
                <a:gd name="T11" fmla="*/ 5 h 5"/>
                <a:gd name="T12" fmla="*/ 8 w 8"/>
                <a:gd name="T13" fmla="*/ 3 h 5"/>
                <a:gd name="T14" fmla="*/ 8 w 8"/>
                <a:gd name="T15" fmla="*/ 3 h 5"/>
                <a:gd name="T16" fmla="*/ 5 w 8"/>
                <a:gd name="T17" fmla="*/ 3 h 5"/>
                <a:gd name="T18" fmla="*/ 3 w 8"/>
                <a:gd name="T19" fmla="*/ 0 h 5"/>
                <a:gd name="T20" fmla="*/ 0 w 8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8" y="3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3"/>
                  </a:lnTo>
                  <a:lnTo>
                    <a:pt x="5" y="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8001208F-DDFB-48C4-9026-F046CE402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1669" y="2481330"/>
              <a:ext cx="13538" cy="4062"/>
            </a:xfrm>
            <a:custGeom>
              <a:avLst/>
              <a:gdLst>
                <a:gd name="T0" fmla="*/ 0 w 10"/>
                <a:gd name="T1" fmla="*/ 3 h 3"/>
                <a:gd name="T2" fmla="*/ 3 w 10"/>
                <a:gd name="T3" fmla="*/ 3 h 3"/>
                <a:gd name="T4" fmla="*/ 5 w 10"/>
                <a:gd name="T5" fmla="*/ 3 h 3"/>
                <a:gd name="T6" fmla="*/ 5 w 10"/>
                <a:gd name="T7" fmla="*/ 3 h 3"/>
                <a:gd name="T8" fmla="*/ 7 w 10"/>
                <a:gd name="T9" fmla="*/ 0 h 3"/>
                <a:gd name="T10" fmla="*/ 7 w 10"/>
                <a:gd name="T11" fmla="*/ 0 h 3"/>
                <a:gd name="T12" fmla="*/ 10 w 10"/>
                <a:gd name="T13" fmla="*/ 3 h 3"/>
                <a:gd name="T14" fmla="*/ 10 w 10"/>
                <a:gd name="T15" fmla="*/ 0 h 3"/>
                <a:gd name="T16" fmla="*/ 7 w 10"/>
                <a:gd name="T17" fmla="*/ 0 h 3"/>
                <a:gd name="T18" fmla="*/ 5 w 10"/>
                <a:gd name="T19" fmla="*/ 0 h 3"/>
                <a:gd name="T20" fmla="*/ 5 w 10"/>
                <a:gd name="T21" fmla="*/ 0 h 3"/>
                <a:gd name="T22" fmla="*/ 3 w 10"/>
                <a:gd name="T23" fmla="*/ 0 h 3"/>
                <a:gd name="T24" fmla="*/ 3 w 10"/>
                <a:gd name="T25" fmla="*/ 0 h 3"/>
                <a:gd name="T26" fmla="*/ 0 w 10"/>
                <a:gd name="T27" fmla="*/ 0 h 3"/>
                <a:gd name="T28" fmla="*/ 0 w 10"/>
                <a:gd name="T29" fmla="*/ 0 h 3"/>
                <a:gd name="T30" fmla="*/ 0 w 10"/>
                <a:gd name="T31" fmla="*/ 0 h 3"/>
                <a:gd name="T32" fmla="*/ 0 w 10"/>
                <a:gd name="T33" fmla="*/ 3 h 3"/>
                <a:gd name="T34" fmla="*/ 0 w 10"/>
                <a:gd name="T3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3">
                  <a:moveTo>
                    <a:pt x="0" y="3"/>
                  </a:moveTo>
                  <a:lnTo>
                    <a:pt x="3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3"/>
                  </a:lnTo>
                  <a:lnTo>
                    <a:pt x="10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45D31FD1-C98A-4FD7-94F3-53AC0F4F5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9484" y="2475915"/>
              <a:ext cx="12185" cy="2708"/>
            </a:xfrm>
            <a:custGeom>
              <a:avLst/>
              <a:gdLst>
                <a:gd name="T0" fmla="*/ 7 w 9"/>
                <a:gd name="T1" fmla="*/ 0 h 2"/>
                <a:gd name="T2" fmla="*/ 5 w 9"/>
                <a:gd name="T3" fmla="*/ 0 h 2"/>
                <a:gd name="T4" fmla="*/ 2 w 9"/>
                <a:gd name="T5" fmla="*/ 0 h 2"/>
                <a:gd name="T6" fmla="*/ 2 w 9"/>
                <a:gd name="T7" fmla="*/ 0 h 2"/>
                <a:gd name="T8" fmla="*/ 2 w 9"/>
                <a:gd name="T9" fmla="*/ 0 h 2"/>
                <a:gd name="T10" fmla="*/ 0 w 9"/>
                <a:gd name="T11" fmla="*/ 0 h 2"/>
                <a:gd name="T12" fmla="*/ 2 w 9"/>
                <a:gd name="T13" fmla="*/ 2 h 2"/>
                <a:gd name="T14" fmla="*/ 7 w 9"/>
                <a:gd name="T15" fmla="*/ 2 h 2"/>
                <a:gd name="T16" fmla="*/ 9 w 9"/>
                <a:gd name="T17" fmla="*/ 2 h 2"/>
                <a:gd name="T18" fmla="*/ 7 w 9"/>
                <a:gd name="T19" fmla="*/ 0 h 2"/>
                <a:gd name="T20" fmla="*/ 7 w 9"/>
                <a:gd name="T2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2">
                  <a:moveTo>
                    <a:pt x="7" y="0"/>
                  </a:move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2"/>
                  </a:lnTo>
                  <a:lnTo>
                    <a:pt x="9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312B87CA-6D6D-4A69-97F0-4B9DEDED7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7915" y="2481330"/>
              <a:ext cx="13538" cy="4062"/>
            </a:xfrm>
            <a:custGeom>
              <a:avLst/>
              <a:gdLst>
                <a:gd name="T0" fmla="*/ 7 w 10"/>
                <a:gd name="T1" fmla="*/ 3 h 3"/>
                <a:gd name="T2" fmla="*/ 10 w 10"/>
                <a:gd name="T3" fmla="*/ 0 h 3"/>
                <a:gd name="T4" fmla="*/ 10 w 10"/>
                <a:gd name="T5" fmla="*/ 0 h 3"/>
                <a:gd name="T6" fmla="*/ 7 w 10"/>
                <a:gd name="T7" fmla="*/ 0 h 3"/>
                <a:gd name="T8" fmla="*/ 7 w 10"/>
                <a:gd name="T9" fmla="*/ 0 h 3"/>
                <a:gd name="T10" fmla="*/ 7 w 10"/>
                <a:gd name="T11" fmla="*/ 0 h 3"/>
                <a:gd name="T12" fmla="*/ 2 w 10"/>
                <a:gd name="T13" fmla="*/ 0 h 3"/>
                <a:gd name="T14" fmla="*/ 2 w 10"/>
                <a:gd name="T15" fmla="*/ 0 h 3"/>
                <a:gd name="T16" fmla="*/ 0 w 10"/>
                <a:gd name="T17" fmla="*/ 0 h 3"/>
                <a:gd name="T18" fmla="*/ 5 w 10"/>
                <a:gd name="T19" fmla="*/ 3 h 3"/>
                <a:gd name="T20" fmla="*/ 7 w 10"/>
                <a:gd name="T21" fmla="*/ 3 h 3"/>
                <a:gd name="T22" fmla="*/ 7 w 10"/>
                <a:gd name="T2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3">
                  <a:moveTo>
                    <a:pt x="7" y="3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C07CBD00-4A25-4C14-B45B-EDEED394A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0531" y="2466438"/>
              <a:ext cx="14892" cy="9477"/>
            </a:xfrm>
            <a:custGeom>
              <a:avLst/>
              <a:gdLst>
                <a:gd name="T0" fmla="*/ 9 w 11"/>
                <a:gd name="T1" fmla="*/ 7 h 7"/>
                <a:gd name="T2" fmla="*/ 11 w 11"/>
                <a:gd name="T3" fmla="*/ 7 h 7"/>
                <a:gd name="T4" fmla="*/ 11 w 11"/>
                <a:gd name="T5" fmla="*/ 7 h 7"/>
                <a:gd name="T6" fmla="*/ 11 w 11"/>
                <a:gd name="T7" fmla="*/ 4 h 7"/>
                <a:gd name="T8" fmla="*/ 7 w 11"/>
                <a:gd name="T9" fmla="*/ 4 h 7"/>
                <a:gd name="T10" fmla="*/ 2 w 11"/>
                <a:gd name="T11" fmla="*/ 0 h 7"/>
                <a:gd name="T12" fmla="*/ 2 w 11"/>
                <a:gd name="T13" fmla="*/ 0 h 7"/>
                <a:gd name="T14" fmla="*/ 0 w 11"/>
                <a:gd name="T15" fmla="*/ 2 h 7"/>
                <a:gd name="T16" fmla="*/ 0 w 11"/>
                <a:gd name="T17" fmla="*/ 4 h 7"/>
                <a:gd name="T18" fmla="*/ 2 w 11"/>
                <a:gd name="T19" fmla="*/ 4 h 7"/>
                <a:gd name="T20" fmla="*/ 9 w 11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7">
                  <a:moveTo>
                    <a:pt x="9" y="7"/>
                  </a:moveTo>
                  <a:lnTo>
                    <a:pt x="11" y="7"/>
                  </a:lnTo>
                  <a:lnTo>
                    <a:pt x="11" y="7"/>
                  </a:lnTo>
                  <a:lnTo>
                    <a:pt x="11" y="4"/>
                  </a:lnTo>
                  <a:lnTo>
                    <a:pt x="7" y="4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2" y="4"/>
                  </a:lnTo>
                  <a:lnTo>
                    <a:pt x="9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C9542889-1E9A-4FD8-B965-1FC7B1698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031" y="2309396"/>
              <a:ext cx="1563656" cy="1514918"/>
            </a:xfrm>
            <a:custGeom>
              <a:avLst/>
              <a:gdLst>
                <a:gd name="T0" fmla="*/ 717 w 1155"/>
                <a:gd name="T1" fmla="*/ 544 h 1119"/>
                <a:gd name="T2" fmla="*/ 514 w 1155"/>
                <a:gd name="T3" fmla="*/ 134 h 1119"/>
                <a:gd name="T4" fmla="*/ 476 w 1155"/>
                <a:gd name="T5" fmla="*/ 161 h 1119"/>
                <a:gd name="T6" fmla="*/ 473 w 1155"/>
                <a:gd name="T7" fmla="*/ 130 h 1119"/>
                <a:gd name="T8" fmla="*/ 485 w 1155"/>
                <a:gd name="T9" fmla="*/ 97 h 1119"/>
                <a:gd name="T10" fmla="*/ 476 w 1155"/>
                <a:gd name="T11" fmla="*/ 99 h 1119"/>
                <a:gd name="T12" fmla="*/ 457 w 1155"/>
                <a:gd name="T13" fmla="*/ 99 h 1119"/>
                <a:gd name="T14" fmla="*/ 452 w 1155"/>
                <a:gd name="T15" fmla="*/ 108 h 1119"/>
                <a:gd name="T16" fmla="*/ 438 w 1155"/>
                <a:gd name="T17" fmla="*/ 123 h 1119"/>
                <a:gd name="T18" fmla="*/ 435 w 1155"/>
                <a:gd name="T19" fmla="*/ 137 h 1119"/>
                <a:gd name="T20" fmla="*/ 412 w 1155"/>
                <a:gd name="T21" fmla="*/ 125 h 1119"/>
                <a:gd name="T22" fmla="*/ 388 w 1155"/>
                <a:gd name="T23" fmla="*/ 30 h 1119"/>
                <a:gd name="T24" fmla="*/ 353 w 1155"/>
                <a:gd name="T25" fmla="*/ 66 h 1119"/>
                <a:gd name="T26" fmla="*/ 298 w 1155"/>
                <a:gd name="T27" fmla="*/ 59 h 1119"/>
                <a:gd name="T28" fmla="*/ 256 w 1155"/>
                <a:gd name="T29" fmla="*/ 92 h 1119"/>
                <a:gd name="T30" fmla="*/ 263 w 1155"/>
                <a:gd name="T31" fmla="*/ 75 h 1119"/>
                <a:gd name="T32" fmla="*/ 263 w 1155"/>
                <a:gd name="T33" fmla="*/ 68 h 1119"/>
                <a:gd name="T34" fmla="*/ 253 w 1155"/>
                <a:gd name="T35" fmla="*/ 73 h 1119"/>
                <a:gd name="T36" fmla="*/ 244 w 1155"/>
                <a:gd name="T37" fmla="*/ 61 h 1119"/>
                <a:gd name="T38" fmla="*/ 218 w 1155"/>
                <a:gd name="T39" fmla="*/ 78 h 1119"/>
                <a:gd name="T40" fmla="*/ 204 w 1155"/>
                <a:gd name="T41" fmla="*/ 75 h 1119"/>
                <a:gd name="T42" fmla="*/ 194 w 1155"/>
                <a:gd name="T43" fmla="*/ 99 h 1119"/>
                <a:gd name="T44" fmla="*/ 170 w 1155"/>
                <a:gd name="T45" fmla="*/ 92 h 1119"/>
                <a:gd name="T46" fmla="*/ 180 w 1155"/>
                <a:gd name="T47" fmla="*/ 78 h 1119"/>
                <a:gd name="T48" fmla="*/ 204 w 1155"/>
                <a:gd name="T49" fmla="*/ 66 h 1119"/>
                <a:gd name="T50" fmla="*/ 239 w 1155"/>
                <a:gd name="T51" fmla="*/ 54 h 1119"/>
                <a:gd name="T52" fmla="*/ 279 w 1155"/>
                <a:gd name="T53" fmla="*/ 59 h 1119"/>
                <a:gd name="T54" fmla="*/ 338 w 1155"/>
                <a:gd name="T55" fmla="*/ 35 h 1119"/>
                <a:gd name="T56" fmla="*/ 324 w 1155"/>
                <a:gd name="T57" fmla="*/ 30 h 1119"/>
                <a:gd name="T58" fmla="*/ 305 w 1155"/>
                <a:gd name="T59" fmla="*/ 21 h 1119"/>
                <a:gd name="T60" fmla="*/ 282 w 1155"/>
                <a:gd name="T61" fmla="*/ 30 h 1119"/>
                <a:gd name="T62" fmla="*/ 232 w 1155"/>
                <a:gd name="T63" fmla="*/ 28 h 1119"/>
                <a:gd name="T64" fmla="*/ 208 w 1155"/>
                <a:gd name="T65" fmla="*/ 42 h 1119"/>
                <a:gd name="T66" fmla="*/ 166 w 1155"/>
                <a:gd name="T67" fmla="*/ 40 h 1119"/>
                <a:gd name="T68" fmla="*/ 187 w 1155"/>
                <a:gd name="T69" fmla="*/ 18 h 1119"/>
                <a:gd name="T70" fmla="*/ 170 w 1155"/>
                <a:gd name="T71" fmla="*/ 14 h 1119"/>
                <a:gd name="T72" fmla="*/ 142 w 1155"/>
                <a:gd name="T73" fmla="*/ 23 h 1119"/>
                <a:gd name="T74" fmla="*/ 114 w 1155"/>
                <a:gd name="T75" fmla="*/ 21 h 1119"/>
                <a:gd name="T76" fmla="*/ 107 w 1155"/>
                <a:gd name="T77" fmla="*/ 66 h 1119"/>
                <a:gd name="T78" fmla="*/ 26 w 1155"/>
                <a:gd name="T79" fmla="*/ 130 h 1119"/>
                <a:gd name="T80" fmla="*/ 9 w 1155"/>
                <a:gd name="T81" fmla="*/ 168 h 1119"/>
                <a:gd name="T82" fmla="*/ 71 w 1155"/>
                <a:gd name="T83" fmla="*/ 222 h 1119"/>
                <a:gd name="T84" fmla="*/ 59 w 1155"/>
                <a:gd name="T85" fmla="*/ 260 h 1119"/>
                <a:gd name="T86" fmla="*/ 33 w 1155"/>
                <a:gd name="T87" fmla="*/ 310 h 1119"/>
                <a:gd name="T88" fmla="*/ 69 w 1155"/>
                <a:gd name="T89" fmla="*/ 321 h 1119"/>
                <a:gd name="T90" fmla="*/ 59 w 1155"/>
                <a:gd name="T91" fmla="*/ 364 h 1119"/>
                <a:gd name="T92" fmla="*/ 26 w 1155"/>
                <a:gd name="T93" fmla="*/ 383 h 1119"/>
                <a:gd name="T94" fmla="*/ 17 w 1155"/>
                <a:gd name="T95" fmla="*/ 414 h 1119"/>
                <a:gd name="T96" fmla="*/ 24 w 1155"/>
                <a:gd name="T97" fmla="*/ 463 h 1119"/>
                <a:gd name="T98" fmla="*/ 47 w 1155"/>
                <a:gd name="T99" fmla="*/ 480 h 1119"/>
                <a:gd name="T100" fmla="*/ 50 w 1155"/>
                <a:gd name="T101" fmla="*/ 523 h 1119"/>
                <a:gd name="T102" fmla="*/ 54 w 1155"/>
                <a:gd name="T103" fmla="*/ 551 h 1119"/>
                <a:gd name="T104" fmla="*/ 38 w 1155"/>
                <a:gd name="T105" fmla="*/ 584 h 1119"/>
                <a:gd name="T106" fmla="*/ 33 w 1155"/>
                <a:gd name="T107" fmla="*/ 624 h 1119"/>
                <a:gd name="T108" fmla="*/ 31 w 1155"/>
                <a:gd name="T109" fmla="*/ 650 h 1119"/>
                <a:gd name="T110" fmla="*/ 26 w 1155"/>
                <a:gd name="T111" fmla="*/ 688 h 1119"/>
                <a:gd name="T112" fmla="*/ 54 w 1155"/>
                <a:gd name="T113" fmla="*/ 717 h 1119"/>
                <a:gd name="T114" fmla="*/ 69 w 1155"/>
                <a:gd name="T115" fmla="*/ 769 h 1119"/>
                <a:gd name="T116" fmla="*/ 71 w 1155"/>
                <a:gd name="T117" fmla="*/ 816 h 1119"/>
                <a:gd name="T118" fmla="*/ 80 w 1155"/>
                <a:gd name="T119" fmla="*/ 845 h 1119"/>
                <a:gd name="T120" fmla="*/ 137 w 1155"/>
                <a:gd name="T121" fmla="*/ 864 h 1119"/>
                <a:gd name="T122" fmla="*/ 161 w 1155"/>
                <a:gd name="T123" fmla="*/ 904 h 1119"/>
                <a:gd name="T124" fmla="*/ 502 w 1155"/>
                <a:gd name="T125" fmla="*/ 1043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55" h="1119">
                  <a:moveTo>
                    <a:pt x="1155" y="748"/>
                  </a:moveTo>
                  <a:lnTo>
                    <a:pt x="1155" y="743"/>
                  </a:lnTo>
                  <a:lnTo>
                    <a:pt x="1152" y="740"/>
                  </a:lnTo>
                  <a:lnTo>
                    <a:pt x="1150" y="740"/>
                  </a:lnTo>
                  <a:lnTo>
                    <a:pt x="1145" y="740"/>
                  </a:lnTo>
                  <a:lnTo>
                    <a:pt x="1145" y="740"/>
                  </a:lnTo>
                  <a:lnTo>
                    <a:pt x="1126" y="736"/>
                  </a:lnTo>
                  <a:lnTo>
                    <a:pt x="1110" y="733"/>
                  </a:lnTo>
                  <a:lnTo>
                    <a:pt x="1093" y="729"/>
                  </a:lnTo>
                  <a:lnTo>
                    <a:pt x="1077" y="724"/>
                  </a:lnTo>
                  <a:lnTo>
                    <a:pt x="1053" y="719"/>
                  </a:lnTo>
                  <a:lnTo>
                    <a:pt x="1029" y="714"/>
                  </a:lnTo>
                  <a:lnTo>
                    <a:pt x="1006" y="707"/>
                  </a:lnTo>
                  <a:lnTo>
                    <a:pt x="982" y="700"/>
                  </a:lnTo>
                  <a:lnTo>
                    <a:pt x="963" y="695"/>
                  </a:lnTo>
                  <a:lnTo>
                    <a:pt x="942" y="691"/>
                  </a:lnTo>
                  <a:lnTo>
                    <a:pt x="923" y="684"/>
                  </a:lnTo>
                  <a:lnTo>
                    <a:pt x="904" y="679"/>
                  </a:lnTo>
                  <a:lnTo>
                    <a:pt x="895" y="677"/>
                  </a:lnTo>
                  <a:lnTo>
                    <a:pt x="885" y="674"/>
                  </a:lnTo>
                  <a:lnTo>
                    <a:pt x="876" y="669"/>
                  </a:lnTo>
                  <a:lnTo>
                    <a:pt x="868" y="662"/>
                  </a:lnTo>
                  <a:lnTo>
                    <a:pt x="866" y="660"/>
                  </a:lnTo>
                  <a:lnTo>
                    <a:pt x="864" y="658"/>
                  </a:lnTo>
                  <a:lnTo>
                    <a:pt x="861" y="653"/>
                  </a:lnTo>
                  <a:lnTo>
                    <a:pt x="859" y="650"/>
                  </a:lnTo>
                  <a:lnTo>
                    <a:pt x="854" y="643"/>
                  </a:lnTo>
                  <a:lnTo>
                    <a:pt x="852" y="636"/>
                  </a:lnTo>
                  <a:lnTo>
                    <a:pt x="847" y="629"/>
                  </a:lnTo>
                  <a:lnTo>
                    <a:pt x="842" y="624"/>
                  </a:lnTo>
                  <a:lnTo>
                    <a:pt x="840" y="617"/>
                  </a:lnTo>
                  <a:lnTo>
                    <a:pt x="838" y="613"/>
                  </a:lnTo>
                  <a:lnTo>
                    <a:pt x="833" y="608"/>
                  </a:lnTo>
                  <a:lnTo>
                    <a:pt x="831" y="603"/>
                  </a:lnTo>
                  <a:lnTo>
                    <a:pt x="831" y="601"/>
                  </a:lnTo>
                  <a:lnTo>
                    <a:pt x="828" y="601"/>
                  </a:lnTo>
                  <a:lnTo>
                    <a:pt x="826" y="601"/>
                  </a:lnTo>
                  <a:lnTo>
                    <a:pt x="826" y="601"/>
                  </a:lnTo>
                  <a:lnTo>
                    <a:pt x="814" y="598"/>
                  </a:lnTo>
                  <a:lnTo>
                    <a:pt x="805" y="598"/>
                  </a:lnTo>
                  <a:lnTo>
                    <a:pt x="795" y="596"/>
                  </a:lnTo>
                  <a:lnTo>
                    <a:pt x="786" y="594"/>
                  </a:lnTo>
                  <a:lnTo>
                    <a:pt x="781" y="594"/>
                  </a:lnTo>
                  <a:lnTo>
                    <a:pt x="776" y="594"/>
                  </a:lnTo>
                  <a:lnTo>
                    <a:pt x="771" y="591"/>
                  </a:lnTo>
                  <a:lnTo>
                    <a:pt x="767" y="591"/>
                  </a:lnTo>
                  <a:lnTo>
                    <a:pt x="764" y="591"/>
                  </a:lnTo>
                  <a:lnTo>
                    <a:pt x="764" y="591"/>
                  </a:lnTo>
                  <a:lnTo>
                    <a:pt x="762" y="591"/>
                  </a:lnTo>
                  <a:lnTo>
                    <a:pt x="762" y="591"/>
                  </a:lnTo>
                  <a:lnTo>
                    <a:pt x="753" y="582"/>
                  </a:lnTo>
                  <a:lnTo>
                    <a:pt x="745" y="575"/>
                  </a:lnTo>
                  <a:lnTo>
                    <a:pt x="738" y="568"/>
                  </a:lnTo>
                  <a:lnTo>
                    <a:pt x="731" y="561"/>
                  </a:lnTo>
                  <a:lnTo>
                    <a:pt x="717" y="544"/>
                  </a:lnTo>
                  <a:lnTo>
                    <a:pt x="700" y="525"/>
                  </a:lnTo>
                  <a:lnTo>
                    <a:pt x="686" y="508"/>
                  </a:lnTo>
                  <a:lnTo>
                    <a:pt x="672" y="492"/>
                  </a:lnTo>
                  <a:lnTo>
                    <a:pt x="656" y="471"/>
                  </a:lnTo>
                  <a:lnTo>
                    <a:pt x="639" y="452"/>
                  </a:lnTo>
                  <a:lnTo>
                    <a:pt x="622" y="430"/>
                  </a:lnTo>
                  <a:lnTo>
                    <a:pt x="606" y="411"/>
                  </a:lnTo>
                  <a:lnTo>
                    <a:pt x="592" y="392"/>
                  </a:lnTo>
                  <a:lnTo>
                    <a:pt x="580" y="376"/>
                  </a:lnTo>
                  <a:lnTo>
                    <a:pt x="568" y="359"/>
                  </a:lnTo>
                  <a:lnTo>
                    <a:pt x="554" y="340"/>
                  </a:lnTo>
                  <a:lnTo>
                    <a:pt x="549" y="333"/>
                  </a:lnTo>
                  <a:lnTo>
                    <a:pt x="544" y="326"/>
                  </a:lnTo>
                  <a:lnTo>
                    <a:pt x="540" y="317"/>
                  </a:lnTo>
                  <a:lnTo>
                    <a:pt x="532" y="310"/>
                  </a:lnTo>
                  <a:lnTo>
                    <a:pt x="532" y="310"/>
                  </a:lnTo>
                  <a:lnTo>
                    <a:pt x="532" y="310"/>
                  </a:lnTo>
                  <a:lnTo>
                    <a:pt x="532" y="307"/>
                  </a:lnTo>
                  <a:lnTo>
                    <a:pt x="532" y="307"/>
                  </a:lnTo>
                  <a:lnTo>
                    <a:pt x="532" y="305"/>
                  </a:lnTo>
                  <a:lnTo>
                    <a:pt x="535" y="300"/>
                  </a:lnTo>
                  <a:lnTo>
                    <a:pt x="535" y="298"/>
                  </a:lnTo>
                  <a:lnTo>
                    <a:pt x="537" y="295"/>
                  </a:lnTo>
                  <a:lnTo>
                    <a:pt x="540" y="284"/>
                  </a:lnTo>
                  <a:lnTo>
                    <a:pt x="544" y="272"/>
                  </a:lnTo>
                  <a:lnTo>
                    <a:pt x="549" y="262"/>
                  </a:lnTo>
                  <a:lnTo>
                    <a:pt x="551" y="250"/>
                  </a:lnTo>
                  <a:lnTo>
                    <a:pt x="558" y="232"/>
                  </a:lnTo>
                  <a:lnTo>
                    <a:pt x="566" y="213"/>
                  </a:lnTo>
                  <a:lnTo>
                    <a:pt x="570" y="196"/>
                  </a:lnTo>
                  <a:lnTo>
                    <a:pt x="577" y="177"/>
                  </a:lnTo>
                  <a:lnTo>
                    <a:pt x="577" y="177"/>
                  </a:lnTo>
                  <a:lnTo>
                    <a:pt x="575" y="170"/>
                  </a:lnTo>
                  <a:lnTo>
                    <a:pt x="561" y="151"/>
                  </a:lnTo>
                  <a:lnTo>
                    <a:pt x="558" y="151"/>
                  </a:lnTo>
                  <a:lnTo>
                    <a:pt x="556" y="149"/>
                  </a:lnTo>
                  <a:lnTo>
                    <a:pt x="544" y="142"/>
                  </a:lnTo>
                  <a:lnTo>
                    <a:pt x="540" y="142"/>
                  </a:lnTo>
                  <a:lnTo>
                    <a:pt x="535" y="139"/>
                  </a:lnTo>
                  <a:lnTo>
                    <a:pt x="530" y="139"/>
                  </a:lnTo>
                  <a:lnTo>
                    <a:pt x="530" y="137"/>
                  </a:lnTo>
                  <a:lnTo>
                    <a:pt x="528" y="137"/>
                  </a:lnTo>
                  <a:lnTo>
                    <a:pt x="528" y="137"/>
                  </a:lnTo>
                  <a:lnTo>
                    <a:pt x="525" y="137"/>
                  </a:lnTo>
                  <a:lnTo>
                    <a:pt x="525" y="137"/>
                  </a:lnTo>
                  <a:lnTo>
                    <a:pt x="525" y="134"/>
                  </a:lnTo>
                  <a:lnTo>
                    <a:pt x="525" y="134"/>
                  </a:lnTo>
                  <a:lnTo>
                    <a:pt x="523" y="134"/>
                  </a:lnTo>
                  <a:lnTo>
                    <a:pt x="523" y="134"/>
                  </a:lnTo>
                  <a:lnTo>
                    <a:pt x="523" y="137"/>
                  </a:lnTo>
                  <a:lnTo>
                    <a:pt x="521" y="134"/>
                  </a:lnTo>
                  <a:lnTo>
                    <a:pt x="518" y="132"/>
                  </a:lnTo>
                  <a:lnTo>
                    <a:pt x="516" y="132"/>
                  </a:lnTo>
                  <a:lnTo>
                    <a:pt x="516" y="132"/>
                  </a:lnTo>
                  <a:lnTo>
                    <a:pt x="514" y="134"/>
                  </a:lnTo>
                  <a:lnTo>
                    <a:pt x="514" y="134"/>
                  </a:lnTo>
                  <a:lnTo>
                    <a:pt x="509" y="134"/>
                  </a:lnTo>
                  <a:lnTo>
                    <a:pt x="511" y="137"/>
                  </a:lnTo>
                  <a:lnTo>
                    <a:pt x="511" y="137"/>
                  </a:lnTo>
                  <a:lnTo>
                    <a:pt x="509" y="139"/>
                  </a:lnTo>
                  <a:lnTo>
                    <a:pt x="509" y="144"/>
                  </a:lnTo>
                  <a:lnTo>
                    <a:pt x="509" y="144"/>
                  </a:lnTo>
                  <a:lnTo>
                    <a:pt x="506" y="146"/>
                  </a:lnTo>
                  <a:lnTo>
                    <a:pt x="506" y="146"/>
                  </a:lnTo>
                  <a:lnTo>
                    <a:pt x="506" y="146"/>
                  </a:lnTo>
                  <a:lnTo>
                    <a:pt x="504" y="146"/>
                  </a:lnTo>
                  <a:lnTo>
                    <a:pt x="504" y="149"/>
                  </a:lnTo>
                  <a:lnTo>
                    <a:pt x="504" y="149"/>
                  </a:lnTo>
                  <a:lnTo>
                    <a:pt x="504" y="151"/>
                  </a:lnTo>
                  <a:lnTo>
                    <a:pt x="504" y="151"/>
                  </a:lnTo>
                  <a:lnTo>
                    <a:pt x="504" y="153"/>
                  </a:lnTo>
                  <a:lnTo>
                    <a:pt x="504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6"/>
                  </a:lnTo>
                  <a:lnTo>
                    <a:pt x="502" y="156"/>
                  </a:lnTo>
                  <a:lnTo>
                    <a:pt x="499" y="158"/>
                  </a:lnTo>
                  <a:lnTo>
                    <a:pt x="499" y="158"/>
                  </a:lnTo>
                  <a:lnTo>
                    <a:pt x="497" y="156"/>
                  </a:lnTo>
                  <a:lnTo>
                    <a:pt x="497" y="156"/>
                  </a:lnTo>
                  <a:lnTo>
                    <a:pt x="495" y="156"/>
                  </a:lnTo>
                  <a:lnTo>
                    <a:pt x="492" y="156"/>
                  </a:lnTo>
                  <a:lnTo>
                    <a:pt x="492" y="156"/>
                  </a:lnTo>
                  <a:lnTo>
                    <a:pt x="492" y="156"/>
                  </a:lnTo>
                  <a:lnTo>
                    <a:pt x="490" y="158"/>
                  </a:lnTo>
                  <a:lnTo>
                    <a:pt x="490" y="161"/>
                  </a:lnTo>
                  <a:lnTo>
                    <a:pt x="490" y="161"/>
                  </a:lnTo>
                  <a:lnTo>
                    <a:pt x="490" y="161"/>
                  </a:lnTo>
                  <a:lnTo>
                    <a:pt x="490" y="163"/>
                  </a:lnTo>
                  <a:lnTo>
                    <a:pt x="485" y="163"/>
                  </a:lnTo>
                  <a:lnTo>
                    <a:pt x="483" y="163"/>
                  </a:lnTo>
                  <a:lnTo>
                    <a:pt x="480" y="165"/>
                  </a:lnTo>
                  <a:lnTo>
                    <a:pt x="480" y="165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78" y="163"/>
                  </a:lnTo>
                  <a:lnTo>
                    <a:pt x="476" y="163"/>
                  </a:lnTo>
                  <a:lnTo>
                    <a:pt x="478" y="161"/>
                  </a:lnTo>
                  <a:lnTo>
                    <a:pt x="478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3" y="161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1" y="158"/>
                  </a:lnTo>
                  <a:lnTo>
                    <a:pt x="471" y="158"/>
                  </a:lnTo>
                  <a:lnTo>
                    <a:pt x="471" y="158"/>
                  </a:lnTo>
                  <a:lnTo>
                    <a:pt x="471" y="161"/>
                  </a:lnTo>
                  <a:lnTo>
                    <a:pt x="471" y="161"/>
                  </a:lnTo>
                  <a:lnTo>
                    <a:pt x="469" y="163"/>
                  </a:lnTo>
                  <a:lnTo>
                    <a:pt x="469" y="161"/>
                  </a:lnTo>
                  <a:lnTo>
                    <a:pt x="469" y="161"/>
                  </a:lnTo>
                  <a:lnTo>
                    <a:pt x="469" y="158"/>
                  </a:lnTo>
                  <a:lnTo>
                    <a:pt x="471" y="158"/>
                  </a:lnTo>
                  <a:lnTo>
                    <a:pt x="469" y="161"/>
                  </a:lnTo>
                  <a:lnTo>
                    <a:pt x="466" y="161"/>
                  </a:lnTo>
                  <a:lnTo>
                    <a:pt x="461" y="158"/>
                  </a:lnTo>
                  <a:lnTo>
                    <a:pt x="459" y="158"/>
                  </a:lnTo>
                  <a:lnTo>
                    <a:pt x="459" y="156"/>
                  </a:lnTo>
                  <a:lnTo>
                    <a:pt x="457" y="156"/>
                  </a:lnTo>
                  <a:lnTo>
                    <a:pt x="457" y="156"/>
                  </a:lnTo>
                  <a:lnTo>
                    <a:pt x="457" y="153"/>
                  </a:lnTo>
                  <a:lnTo>
                    <a:pt x="457" y="151"/>
                  </a:lnTo>
                  <a:lnTo>
                    <a:pt x="457" y="151"/>
                  </a:lnTo>
                  <a:lnTo>
                    <a:pt x="459" y="151"/>
                  </a:lnTo>
                  <a:lnTo>
                    <a:pt x="459" y="149"/>
                  </a:lnTo>
                  <a:lnTo>
                    <a:pt x="459" y="149"/>
                  </a:lnTo>
                  <a:lnTo>
                    <a:pt x="461" y="149"/>
                  </a:lnTo>
                  <a:lnTo>
                    <a:pt x="461" y="146"/>
                  </a:lnTo>
                  <a:lnTo>
                    <a:pt x="464" y="146"/>
                  </a:lnTo>
                  <a:lnTo>
                    <a:pt x="466" y="144"/>
                  </a:lnTo>
                  <a:lnTo>
                    <a:pt x="469" y="144"/>
                  </a:lnTo>
                  <a:lnTo>
                    <a:pt x="469" y="142"/>
                  </a:lnTo>
                  <a:lnTo>
                    <a:pt x="471" y="142"/>
                  </a:lnTo>
                  <a:lnTo>
                    <a:pt x="471" y="139"/>
                  </a:lnTo>
                  <a:lnTo>
                    <a:pt x="473" y="137"/>
                  </a:lnTo>
                  <a:lnTo>
                    <a:pt x="473" y="137"/>
                  </a:lnTo>
                  <a:lnTo>
                    <a:pt x="478" y="134"/>
                  </a:lnTo>
                  <a:lnTo>
                    <a:pt x="480" y="134"/>
                  </a:lnTo>
                  <a:lnTo>
                    <a:pt x="480" y="134"/>
                  </a:lnTo>
                  <a:lnTo>
                    <a:pt x="480" y="132"/>
                  </a:lnTo>
                  <a:lnTo>
                    <a:pt x="480" y="132"/>
                  </a:lnTo>
                  <a:lnTo>
                    <a:pt x="480" y="132"/>
                  </a:lnTo>
                  <a:lnTo>
                    <a:pt x="480" y="132"/>
                  </a:lnTo>
                  <a:lnTo>
                    <a:pt x="480" y="130"/>
                  </a:lnTo>
                  <a:lnTo>
                    <a:pt x="480" y="130"/>
                  </a:lnTo>
                  <a:lnTo>
                    <a:pt x="480" y="130"/>
                  </a:lnTo>
                  <a:lnTo>
                    <a:pt x="480" y="130"/>
                  </a:lnTo>
                  <a:lnTo>
                    <a:pt x="478" y="127"/>
                  </a:lnTo>
                  <a:lnTo>
                    <a:pt x="476" y="127"/>
                  </a:lnTo>
                  <a:lnTo>
                    <a:pt x="476" y="130"/>
                  </a:lnTo>
                  <a:lnTo>
                    <a:pt x="473" y="130"/>
                  </a:lnTo>
                  <a:lnTo>
                    <a:pt x="473" y="130"/>
                  </a:lnTo>
                  <a:lnTo>
                    <a:pt x="471" y="127"/>
                  </a:lnTo>
                  <a:lnTo>
                    <a:pt x="471" y="127"/>
                  </a:lnTo>
                  <a:lnTo>
                    <a:pt x="471" y="125"/>
                  </a:lnTo>
                  <a:lnTo>
                    <a:pt x="469" y="125"/>
                  </a:lnTo>
                  <a:lnTo>
                    <a:pt x="469" y="125"/>
                  </a:lnTo>
                  <a:lnTo>
                    <a:pt x="469" y="123"/>
                  </a:lnTo>
                  <a:lnTo>
                    <a:pt x="471" y="123"/>
                  </a:lnTo>
                  <a:lnTo>
                    <a:pt x="471" y="123"/>
                  </a:lnTo>
                  <a:lnTo>
                    <a:pt x="471" y="120"/>
                  </a:lnTo>
                  <a:lnTo>
                    <a:pt x="471" y="120"/>
                  </a:lnTo>
                  <a:lnTo>
                    <a:pt x="471" y="120"/>
                  </a:lnTo>
                  <a:lnTo>
                    <a:pt x="471" y="120"/>
                  </a:lnTo>
                  <a:lnTo>
                    <a:pt x="471" y="118"/>
                  </a:lnTo>
                  <a:lnTo>
                    <a:pt x="473" y="116"/>
                  </a:lnTo>
                  <a:lnTo>
                    <a:pt x="476" y="116"/>
                  </a:lnTo>
                  <a:lnTo>
                    <a:pt x="476" y="116"/>
                  </a:lnTo>
                  <a:lnTo>
                    <a:pt x="476" y="116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6" y="111"/>
                  </a:lnTo>
                  <a:lnTo>
                    <a:pt x="476" y="111"/>
                  </a:lnTo>
                  <a:lnTo>
                    <a:pt x="476" y="111"/>
                  </a:lnTo>
                  <a:lnTo>
                    <a:pt x="473" y="111"/>
                  </a:lnTo>
                  <a:lnTo>
                    <a:pt x="473" y="108"/>
                  </a:lnTo>
                  <a:lnTo>
                    <a:pt x="476" y="108"/>
                  </a:lnTo>
                  <a:lnTo>
                    <a:pt x="476" y="108"/>
                  </a:lnTo>
                  <a:lnTo>
                    <a:pt x="476" y="108"/>
                  </a:lnTo>
                  <a:lnTo>
                    <a:pt x="478" y="108"/>
                  </a:lnTo>
                  <a:lnTo>
                    <a:pt x="478" y="108"/>
                  </a:lnTo>
                  <a:lnTo>
                    <a:pt x="478" y="108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6" y="106"/>
                  </a:lnTo>
                  <a:lnTo>
                    <a:pt x="476" y="104"/>
                  </a:lnTo>
                  <a:lnTo>
                    <a:pt x="476" y="104"/>
                  </a:lnTo>
                  <a:lnTo>
                    <a:pt x="476" y="104"/>
                  </a:lnTo>
                  <a:lnTo>
                    <a:pt x="478" y="104"/>
                  </a:lnTo>
                  <a:lnTo>
                    <a:pt x="478" y="104"/>
                  </a:lnTo>
                  <a:lnTo>
                    <a:pt x="478" y="104"/>
                  </a:lnTo>
                  <a:lnTo>
                    <a:pt x="480" y="104"/>
                  </a:lnTo>
                  <a:lnTo>
                    <a:pt x="480" y="104"/>
                  </a:lnTo>
                  <a:lnTo>
                    <a:pt x="480" y="104"/>
                  </a:lnTo>
                  <a:lnTo>
                    <a:pt x="478" y="101"/>
                  </a:lnTo>
                  <a:lnTo>
                    <a:pt x="478" y="101"/>
                  </a:lnTo>
                  <a:lnTo>
                    <a:pt x="478" y="101"/>
                  </a:lnTo>
                  <a:lnTo>
                    <a:pt x="480" y="101"/>
                  </a:lnTo>
                  <a:lnTo>
                    <a:pt x="480" y="101"/>
                  </a:lnTo>
                  <a:lnTo>
                    <a:pt x="483" y="101"/>
                  </a:lnTo>
                  <a:lnTo>
                    <a:pt x="483" y="101"/>
                  </a:lnTo>
                  <a:lnTo>
                    <a:pt x="483" y="99"/>
                  </a:lnTo>
                  <a:lnTo>
                    <a:pt x="485" y="99"/>
                  </a:lnTo>
                  <a:lnTo>
                    <a:pt x="485" y="97"/>
                  </a:lnTo>
                  <a:lnTo>
                    <a:pt x="485" y="97"/>
                  </a:lnTo>
                  <a:lnTo>
                    <a:pt x="483" y="94"/>
                  </a:lnTo>
                  <a:lnTo>
                    <a:pt x="483" y="94"/>
                  </a:lnTo>
                  <a:lnTo>
                    <a:pt x="483" y="94"/>
                  </a:lnTo>
                  <a:lnTo>
                    <a:pt x="485" y="92"/>
                  </a:lnTo>
                  <a:lnTo>
                    <a:pt x="485" y="92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3" y="89"/>
                  </a:lnTo>
                  <a:lnTo>
                    <a:pt x="483" y="89"/>
                  </a:lnTo>
                  <a:lnTo>
                    <a:pt x="483" y="89"/>
                  </a:lnTo>
                  <a:lnTo>
                    <a:pt x="483" y="89"/>
                  </a:lnTo>
                  <a:lnTo>
                    <a:pt x="480" y="89"/>
                  </a:lnTo>
                  <a:lnTo>
                    <a:pt x="480" y="89"/>
                  </a:lnTo>
                  <a:lnTo>
                    <a:pt x="480" y="89"/>
                  </a:lnTo>
                  <a:lnTo>
                    <a:pt x="478" y="87"/>
                  </a:lnTo>
                  <a:lnTo>
                    <a:pt x="478" y="87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3" y="89"/>
                  </a:lnTo>
                  <a:lnTo>
                    <a:pt x="473" y="89"/>
                  </a:lnTo>
                  <a:lnTo>
                    <a:pt x="473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92"/>
                  </a:lnTo>
                  <a:lnTo>
                    <a:pt x="476" y="92"/>
                  </a:lnTo>
                  <a:lnTo>
                    <a:pt x="476" y="92"/>
                  </a:lnTo>
                  <a:lnTo>
                    <a:pt x="473" y="92"/>
                  </a:lnTo>
                  <a:lnTo>
                    <a:pt x="473" y="92"/>
                  </a:lnTo>
                  <a:lnTo>
                    <a:pt x="476" y="92"/>
                  </a:lnTo>
                  <a:lnTo>
                    <a:pt x="478" y="92"/>
                  </a:lnTo>
                  <a:lnTo>
                    <a:pt x="478" y="92"/>
                  </a:lnTo>
                  <a:lnTo>
                    <a:pt x="480" y="94"/>
                  </a:lnTo>
                  <a:lnTo>
                    <a:pt x="480" y="94"/>
                  </a:lnTo>
                  <a:lnTo>
                    <a:pt x="480" y="94"/>
                  </a:lnTo>
                  <a:lnTo>
                    <a:pt x="478" y="94"/>
                  </a:lnTo>
                  <a:lnTo>
                    <a:pt x="478" y="94"/>
                  </a:lnTo>
                  <a:lnTo>
                    <a:pt x="478" y="94"/>
                  </a:lnTo>
                  <a:lnTo>
                    <a:pt x="478" y="97"/>
                  </a:lnTo>
                  <a:lnTo>
                    <a:pt x="480" y="97"/>
                  </a:lnTo>
                  <a:lnTo>
                    <a:pt x="480" y="97"/>
                  </a:lnTo>
                  <a:lnTo>
                    <a:pt x="483" y="97"/>
                  </a:lnTo>
                  <a:lnTo>
                    <a:pt x="483" y="97"/>
                  </a:lnTo>
                  <a:lnTo>
                    <a:pt x="483" y="99"/>
                  </a:lnTo>
                  <a:lnTo>
                    <a:pt x="480" y="99"/>
                  </a:lnTo>
                  <a:lnTo>
                    <a:pt x="480" y="99"/>
                  </a:lnTo>
                  <a:lnTo>
                    <a:pt x="478" y="97"/>
                  </a:lnTo>
                  <a:lnTo>
                    <a:pt x="478" y="99"/>
                  </a:lnTo>
                  <a:lnTo>
                    <a:pt x="478" y="99"/>
                  </a:lnTo>
                  <a:lnTo>
                    <a:pt x="478" y="101"/>
                  </a:lnTo>
                  <a:lnTo>
                    <a:pt x="476" y="101"/>
                  </a:lnTo>
                  <a:lnTo>
                    <a:pt x="476" y="99"/>
                  </a:lnTo>
                  <a:lnTo>
                    <a:pt x="476" y="99"/>
                  </a:lnTo>
                  <a:lnTo>
                    <a:pt x="476" y="97"/>
                  </a:lnTo>
                  <a:lnTo>
                    <a:pt x="476" y="94"/>
                  </a:lnTo>
                  <a:lnTo>
                    <a:pt x="476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2"/>
                  </a:lnTo>
                  <a:lnTo>
                    <a:pt x="471" y="92"/>
                  </a:lnTo>
                  <a:lnTo>
                    <a:pt x="471" y="94"/>
                  </a:lnTo>
                  <a:lnTo>
                    <a:pt x="469" y="94"/>
                  </a:lnTo>
                  <a:lnTo>
                    <a:pt x="469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9" y="97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4" y="94"/>
                  </a:lnTo>
                  <a:lnTo>
                    <a:pt x="461" y="94"/>
                  </a:lnTo>
                  <a:lnTo>
                    <a:pt x="464" y="94"/>
                  </a:lnTo>
                  <a:lnTo>
                    <a:pt x="464" y="94"/>
                  </a:lnTo>
                  <a:lnTo>
                    <a:pt x="464" y="94"/>
                  </a:lnTo>
                  <a:lnTo>
                    <a:pt x="466" y="92"/>
                  </a:lnTo>
                  <a:lnTo>
                    <a:pt x="466" y="92"/>
                  </a:lnTo>
                  <a:lnTo>
                    <a:pt x="466" y="89"/>
                  </a:lnTo>
                  <a:lnTo>
                    <a:pt x="466" y="89"/>
                  </a:lnTo>
                  <a:lnTo>
                    <a:pt x="466" y="89"/>
                  </a:lnTo>
                  <a:lnTo>
                    <a:pt x="466" y="89"/>
                  </a:lnTo>
                  <a:lnTo>
                    <a:pt x="464" y="92"/>
                  </a:lnTo>
                  <a:lnTo>
                    <a:pt x="464" y="92"/>
                  </a:lnTo>
                  <a:lnTo>
                    <a:pt x="464" y="92"/>
                  </a:lnTo>
                  <a:lnTo>
                    <a:pt x="461" y="92"/>
                  </a:lnTo>
                  <a:lnTo>
                    <a:pt x="459" y="94"/>
                  </a:lnTo>
                  <a:lnTo>
                    <a:pt x="457" y="94"/>
                  </a:lnTo>
                  <a:lnTo>
                    <a:pt x="457" y="94"/>
                  </a:lnTo>
                  <a:lnTo>
                    <a:pt x="457" y="97"/>
                  </a:lnTo>
                  <a:lnTo>
                    <a:pt x="457" y="97"/>
                  </a:lnTo>
                  <a:lnTo>
                    <a:pt x="457" y="99"/>
                  </a:lnTo>
                  <a:lnTo>
                    <a:pt x="454" y="99"/>
                  </a:lnTo>
                  <a:lnTo>
                    <a:pt x="454" y="99"/>
                  </a:lnTo>
                  <a:lnTo>
                    <a:pt x="454" y="99"/>
                  </a:lnTo>
                  <a:lnTo>
                    <a:pt x="454" y="99"/>
                  </a:lnTo>
                  <a:lnTo>
                    <a:pt x="457" y="99"/>
                  </a:lnTo>
                  <a:lnTo>
                    <a:pt x="457" y="99"/>
                  </a:lnTo>
                  <a:lnTo>
                    <a:pt x="457" y="101"/>
                  </a:lnTo>
                  <a:lnTo>
                    <a:pt x="457" y="101"/>
                  </a:lnTo>
                  <a:lnTo>
                    <a:pt x="459" y="101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57" y="99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61" y="99"/>
                  </a:lnTo>
                  <a:lnTo>
                    <a:pt x="461" y="97"/>
                  </a:lnTo>
                  <a:lnTo>
                    <a:pt x="461" y="97"/>
                  </a:lnTo>
                  <a:lnTo>
                    <a:pt x="461" y="97"/>
                  </a:lnTo>
                  <a:lnTo>
                    <a:pt x="464" y="97"/>
                  </a:lnTo>
                  <a:lnTo>
                    <a:pt x="464" y="97"/>
                  </a:lnTo>
                  <a:lnTo>
                    <a:pt x="464" y="97"/>
                  </a:lnTo>
                  <a:lnTo>
                    <a:pt x="464" y="97"/>
                  </a:lnTo>
                  <a:lnTo>
                    <a:pt x="464" y="99"/>
                  </a:lnTo>
                  <a:lnTo>
                    <a:pt x="466" y="99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9" y="97"/>
                  </a:lnTo>
                  <a:lnTo>
                    <a:pt x="469" y="99"/>
                  </a:lnTo>
                  <a:lnTo>
                    <a:pt x="469" y="99"/>
                  </a:lnTo>
                  <a:lnTo>
                    <a:pt x="466" y="99"/>
                  </a:lnTo>
                  <a:lnTo>
                    <a:pt x="466" y="101"/>
                  </a:lnTo>
                  <a:lnTo>
                    <a:pt x="469" y="101"/>
                  </a:lnTo>
                  <a:lnTo>
                    <a:pt x="469" y="101"/>
                  </a:lnTo>
                  <a:lnTo>
                    <a:pt x="469" y="101"/>
                  </a:lnTo>
                  <a:lnTo>
                    <a:pt x="471" y="101"/>
                  </a:lnTo>
                  <a:lnTo>
                    <a:pt x="473" y="99"/>
                  </a:lnTo>
                  <a:lnTo>
                    <a:pt x="473" y="99"/>
                  </a:lnTo>
                  <a:lnTo>
                    <a:pt x="473" y="99"/>
                  </a:lnTo>
                  <a:lnTo>
                    <a:pt x="473" y="99"/>
                  </a:lnTo>
                  <a:lnTo>
                    <a:pt x="473" y="101"/>
                  </a:lnTo>
                  <a:lnTo>
                    <a:pt x="473" y="101"/>
                  </a:lnTo>
                  <a:lnTo>
                    <a:pt x="473" y="104"/>
                  </a:lnTo>
                  <a:lnTo>
                    <a:pt x="471" y="104"/>
                  </a:lnTo>
                  <a:lnTo>
                    <a:pt x="471" y="104"/>
                  </a:lnTo>
                  <a:lnTo>
                    <a:pt x="471" y="101"/>
                  </a:lnTo>
                  <a:lnTo>
                    <a:pt x="471" y="101"/>
                  </a:lnTo>
                  <a:lnTo>
                    <a:pt x="464" y="104"/>
                  </a:lnTo>
                  <a:lnTo>
                    <a:pt x="464" y="104"/>
                  </a:lnTo>
                  <a:lnTo>
                    <a:pt x="461" y="104"/>
                  </a:lnTo>
                  <a:lnTo>
                    <a:pt x="459" y="106"/>
                  </a:lnTo>
                  <a:lnTo>
                    <a:pt x="457" y="108"/>
                  </a:lnTo>
                  <a:lnTo>
                    <a:pt x="457" y="108"/>
                  </a:lnTo>
                  <a:lnTo>
                    <a:pt x="457" y="111"/>
                  </a:lnTo>
                  <a:lnTo>
                    <a:pt x="457" y="111"/>
                  </a:lnTo>
                  <a:lnTo>
                    <a:pt x="457" y="111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2" y="113"/>
                  </a:lnTo>
                  <a:lnTo>
                    <a:pt x="452" y="111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52" y="106"/>
                  </a:lnTo>
                  <a:lnTo>
                    <a:pt x="452" y="106"/>
                  </a:lnTo>
                  <a:lnTo>
                    <a:pt x="452" y="106"/>
                  </a:lnTo>
                  <a:lnTo>
                    <a:pt x="452" y="108"/>
                  </a:lnTo>
                  <a:lnTo>
                    <a:pt x="447" y="108"/>
                  </a:lnTo>
                  <a:lnTo>
                    <a:pt x="447" y="111"/>
                  </a:lnTo>
                  <a:lnTo>
                    <a:pt x="447" y="111"/>
                  </a:lnTo>
                  <a:lnTo>
                    <a:pt x="447" y="111"/>
                  </a:lnTo>
                  <a:lnTo>
                    <a:pt x="447" y="111"/>
                  </a:lnTo>
                  <a:lnTo>
                    <a:pt x="447" y="113"/>
                  </a:lnTo>
                  <a:lnTo>
                    <a:pt x="447" y="113"/>
                  </a:lnTo>
                  <a:lnTo>
                    <a:pt x="450" y="113"/>
                  </a:lnTo>
                  <a:lnTo>
                    <a:pt x="450" y="113"/>
                  </a:lnTo>
                  <a:lnTo>
                    <a:pt x="452" y="116"/>
                  </a:lnTo>
                  <a:lnTo>
                    <a:pt x="457" y="118"/>
                  </a:lnTo>
                  <a:lnTo>
                    <a:pt x="457" y="120"/>
                  </a:lnTo>
                  <a:lnTo>
                    <a:pt x="459" y="123"/>
                  </a:lnTo>
                  <a:lnTo>
                    <a:pt x="457" y="123"/>
                  </a:lnTo>
                  <a:lnTo>
                    <a:pt x="457" y="123"/>
                  </a:lnTo>
                  <a:lnTo>
                    <a:pt x="457" y="123"/>
                  </a:lnTo>
                  <a:lnTo>
                    <a:pt x="454" y="125"/>
                  </a:lnTo>
                  <a:lnTo>
                    <a:pt x="454" y="125"/>
                  </a:lnTo>
                  <a:lnTo>
                    <a:pt x="452" y="127"/>
                  </a:lnTo>
                  <a:lnTo>
                    <a:pt x="452" y="127"/>
                  </a:lnTo>
                  <a:lnTo>
                    <a:pt x="452" y="125"/>
                  </a:lnTo>
                  <a:lnTo>
                    <a:pt x="452" y="125"/>
                  </a:lnTo>
                  <a:lnTo>
                    <a:pt x="454" y="123"/>
                  </a:lnTo>
                  <a:lnTo>
                    <a:pt x="454" y="123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0" y="118"/>
                  </a:lnTo>
                  <a:lnTo>
                    <a:pt x="450" y="118"/>
                  </a:lnTo>
                  <a:lnTo>
                    <a:pt x="450" y="118"/>
                  </a:lnTo>
                  <a:lnTo>
                    <a:pt x="450" y="118"/>
                  </a:lnTo>
                  <a:lnTo>
                    <a:pt x="445" y="120"/>
                  </a:lnTo>
                  <a:lnTo>
                    <a:pt x="445" y="120"/>
                  </a:lnTo>
                  <a:lnTo>
                    <a:pt x="443" y="118"/>
                  </a:lnTo>
                  <a:lnTo>
                    <a:pt x="440" y="118"/>
                  </a:lnTo>
                  <a:lnTo>
                    <a:pt x="440" y="118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5"/>
                  </a:lnTo>
                  <a:lnTo>
                    <a:pt x="438" y="125"/>
                  </a:lnTo>
                  <a:lnTo>
                    <a:pt x="435" y="125"/>
                  </a:lnTo>
                  <a:lnTo>
                    <a:pt x="435" y="125"/>
                  </a:lnTo>
                  <a:lnTo>
                    <a:pt x="440" y="127"/>
                  </a:lnTo>
                  <a:lnTo>
                    <a:pt x="443" y="130"/>
                  </a:lnTo>
                  <a:lnTo>
                    <a:pt x="440" y="130"/>
                  </a:lnTo>
                  <a:lnTo>
                    <a:pt x="440" y="130"/>
                  </a:lnTo>
                  <a:lnTo>
                    <a:pt x="440" y="130"/>
                  </a:lnTo>
                  <a:lnTo>
                    <a:pt x="438" y="130"/>
                  </a:lnTo>
                  <a:lnTo>
                    <a:pt x="438" y="130"/>
                  </a:lnTo>
                  <a:lnTo>
                    <a:pt x="438" y="130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34"/>
                  </a:lnTo>
                  <a:lnTo>
                    <a:pt x="440" y="137"/>
                  </a:lnTo>
                  <a:lnTo>
                    <a:pt x="440" y="137"/>
                  </a:lnTo>
                  <a:lnTo>
                    <a:pt x="440" y="137"/>
                  </a:lnTo>
                  <a:lnTo>
                    <a:pt x="438" y="134"/>
                  </a:lnTo>
                  <a:lnTo>
                    <a:pt x="438" y="134"/>
                  </a:lnTo>
                  <a:lnTo>
                    <a:pt x="438" y="132"/>
                  </a:lnTo>
                  <a:lnTo>
                    <a:pt x="435" y="132"/>
                  </a:lnTo>
                  <a:lnTo>
                    <a:pt x="435" y="132"/>
                  </a:lnTo>
                  <a:lnTo>
                    <a:pt x="435" y="134"/>
                  </a:lnTo>
                  <a:lnTo>
                    <a:pt x="435" y="134"/>
                  </a:lnTo>
                  <a:lnTo>
                    <a:pt x="435" y="134"/>
                  </a:lnTo>
                  <a:lnTo>
                    <a:pt x="433" y="132"/>
                  </a:lnTo>
                  <a:lnTo>
                    <a:pt x="431" y="132"/>
                  </a:lnTo>
                  <a:lnTo>
                    <a:pt x="431" y="132"/>
                  </a:lnTo>
                  <a:lnTo>
                    <a:pt x="431" y="132"/>
                  </a:lnTo>
                  <a:lnTo>
                    <a:pt x="431" y="134"/>
                  </a:lnTo>
                  <a:lnTo>
                    <a:pt x="428" y="134"/>
                  </a:lnTo>
                  <a:lnTo>
                    <a:pt x="431" y="134"/>
                  </a:lnTo>
                  <a:lnTo>
                    <a:pt x="428" y="134"/>
                  </a:lnTo>
                  <a:lnTo>
                    <a:pt x="428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7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9"/>
                  </a:lnTo>
                  <a:lnTo>
                    <a:pt x="424" y="139"/>
                  </a:lnTo>
                  <a:lnTo>
                    <a:pt x="424" y="137"/>
                  </a:lnTo>
                  <a:lnTo>
                    <a:pt x="426" y="137"/>
                  </a:lnTo>
                  <a:lnTo>
                    <a:pt x="426" y="137"/>
                  </a:lnTo>
                  <a:lnTo>
                    <a:pt x="426" y="137"/>
                  </a:lnTo>
                  <a:lnTo>
                    <a:pt x="431" y="137"/>
                  </a:lnTo>
                  <a:lnTo>
                    <a:pt x="435" y="137"/>
                  </a:lnTo>
                  <a:lnTo>
                    <a:pt x="435" y="137"/>
                  </a:lnTo>
                  <a:lnTo>
                    <a:pt x="435" y="137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8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42"/>
                  </a:lnTo>
                  <a:lnTo>
                    <a:pt x="440" y="142"/>
                  </a:lnTo>
                  <a:lnTo>
                    <a:pt x="440" y="142"/>
                  </a:lnTo>
                  <a:lnTo>
                    <a:pt x="438" y="142"/>
                  </a:lnTo>
                  <a:lnTo>
                    <a:pt x="438" y="142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6"/>
                  </a:lnTo>
                  <a:lnTo>
                    <a:pt x="438" y="146"/>
                  </a:lnTo>
                  <a:lnTo>
                    <a:pt x="435" y="146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4"/>
                  </a:lnTo>
                  <a:lnTo>
                    <a:pt x="428" y="144"/>
                  </a:lnTo>
                  <a:lnTo>
                    <a:pt x="428" y="144"/>
                  </a:lnTo>
                  <a:lnTo>
                    <a:pt x="428" y="146"/>
                  </a:lnTo>
                  <a:lnTo>
                    <a:pt x="428" y="146"/>
                  </a:lnTo>
                  <a:lnTo>
                    <a:pt x="428" y="146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1" y="144"/>
                  </a:lnTo>
                  <a:lnTo>
                    <a:pt x="421" y="144"/>
                  </a:lnTo>
                  <a:lnTo>
                    <a:pt x="421" y="144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39"/>
                  </a:lnTo>
                  <a:lnTo>
                    <a:pt x="421" y="139"/>
                  </a:lnTo>
                  <a:lnTo>
                    <a:pt x="421" y="139"/>
                  </a:lnTo>
                  <a:lnTo>
                    <a:pt x="419" y="139"/>
                  </a:lnTo>
                  <a:lnTo>
                    <a:pt x="419" y="139"/>
                  </a:lnTo>
                  <a:lnTo>
                    <a:pt x="417" y="139"/>
                  </a:lnTo>
                  <a:lnTo>
                    <a:pt x="414" y="134"/>
                  </a:lnTo>
                  <a:lnTo>
                    <a:pt x="412" y="127"/>
                  </a:lnTo>
                  <a:lnTo>
                    <a:pt x="412" y="125"/>
                  </a:lnTo>
                  <a:lnTo>
                    <a:pt x="409" y="125"/>
                  </a:lnTo>
                  <a:lnTo>
                    <a:pt x="409" y="125"/>
                  </a:lnTo>
                  <a:lnTo>
                    <a:pt x="409" y="123"/>
                  </a:lnTo>
                  <a:lnTo>
                    <a:pt x="409" y="123"/>
                  </a:lnTo>
                  <a:lnTo>
                    <a:pt x="409" y="123"/>
                  </a:lnTo>
                  <a:lnTo>
                    <a:pt x="409" y="120"/>
                  </a:lnTo>
                  <a:lnTo>
                    <a:pt x="405" y="101"/>
                  </a:lnTo>
                  <a:lnTo>
                    <a:pt x="405" y="99"/>
                  </a:lnTo>
                  <a:lnTo>
                    <a:pt x="405" y="97"/>
                  </a:lnTo>
                  <a:lnTo>
                    <a:pt x="405" y="97"/>
                  </a:lnTo>
                  <a:lnTo>
                    <a:pt x="405" y="97"/>
                  </a:lnTo>
                  <a:lnTo>
                    <a:pt x="405" y="94"/>
                  </a:lnTo>
                  <a:lnTo>
                    <a:pt x="407" y="89"/>
                  </a:lnTo>
                  <a:lnTo>
                    <a:pt x="407" y="85"/>
                  </a:lnTo>
                  <a:lnTo>
                    <a:pt x="407" y="85"/>
                  </a:lnTo>
                  <a:lnTo>
                    <a:pt x="407" y="82"/>
                  </a:lnTo>
                  <a:lnTo>
                    <a:pt x="409" y="82"/>
                  </a:lnTo>
                  <a:lnTo>
                    <a:pt x="409" y="82"/>
                  </a:lnTo>
                  <a:lnTo>
                    <a:pt x="409" y="82"/>
                  </a:lnTo>
                  <a:lnTo>
                    <a:pt x="409" y="80"/>
                  </a:lnTo>
                  <a:lnTo>
                    <a:pt x="409" y="80"/>
                  </a:lnTo>
                  <a:lnTo>
                    <a:pt x="409" y="80"/>
                  </a:lnTo>
                  <a:lnTo>
                    <a:pt x="409" y="78"/>
                  </a:lnTo>
                  <a:lnTo>
                    <a:pt x="409" y="78"/>
                  </a:lnTo>
                  <a:lnTo>
                    <a:pt x="409" y="75"/>
                  </a:lnTo>
                  <a:lnTo>
                    <a:pt x="409" y="75"/>
                  </a:lnTo>
                  <a:lnTo>
                    <a:pt x="409" y="75"/>
                  </a:lnTo>
                  <a:lnTo>
                    <a:pt x="409" y="75"/>
                  </a:lnTo>
                  <a:lnTo>
                    <a:pt x="409" y="73"/>
                  </a:lnTo>
                  <a:lnTo>
                    <a:pt x="409" y="71"/>
                  </a:lnTo>
                  <a:lnTo>
                    <a:pt x="409" y="66"/>
                  </a:lnTo>
                  <a:lnTo>
                    <a:pt x="409" y="59"/>
                  </a:lnTo>
                  <a:lnTo>
                    <a:pt x="409" y="56"/>
                  </a:lnTo>
                  <a:lnTo>
                    <a:pt x="409" y="54"/>
                  </a:lnTo>
                  <a:lnTo>
                    <a:pt x="412" y="52"/>
                  </a:lnTo>
                  <a:lnTo>
                    <a:pt x="409" y="49"/>
                  </a:lnTo>
                  <a:lnTo>
                    <a:pt x="409" y="47"/>
                  </a:lnTo>
                  <a:lnTo>
                    <a:pt x="407" y="37"/>
                  </a:lnTo>
                  <a:lnTo>
                    <a:pt x="405" y="26"/>
                  </a:lnTo>
                  <a:lnTo>
                    <a:pt x="400" y="18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395" y="16"/>
                  </a:lnTo>
                  <a:lnTo>
                    <a:pt x="395" y="18"/>
                  </a:lnTo>
                  <a:lnTo>
                    <a:pt x="390" y="21"/>
                  </a:lnTo>
                  <a:lnTo>
                    <a:pt x="388" y="26"/>
                  </a:lnTo>
                  <a:lnTo>
                    <a:pt x="386" y="28"/>
                  </a:lnTo>
                  <a:lnTo>
                    <a:pt x="386" y="30"/>
                  </a:lnTo>
                  <a:lnTo>
                    <a:pt x="388" y="30"/>
                  </a:lnTo>
                  <a:lnTo>
                    <a:pt x="390" y="33"/>
                  </a:lnTo>
                  <a:lnTo>
                    <a:pt x="393" y="30"/>
                  </a:lnTo>
                  <a:lnTo>
                    <a:pt x="395" y="33"/>
                  </a:lnTo>
                  <a:lnTo>
                    <a:pt x="393" y="33"/>
                  </a:lnTo>
                  <a:lnTo>
                    <a:pt x="390" y="35"/>
                  </a:lnTo>
                  <a:lnTo>
                    <a:pt x="390" y="35"/>
                  </a:lnTo>
                  <a:lnTo>
                    <a:pt x="390" y="35"/>
                  </a:lnTo>
                  <a:lnTo>
                    <a:pt x="388" y="33"/>
                  </a:lnTo>
                  <a:lnTo>
                    <a:pt x="388" y="33"/>
                  </a:lnTo>
                  <a:lnTo>
                    <a:pt x="388" y="33"/>
                  </a:lnTo>
                  <a:lnTo>
                    <a:pt x="388" y="35"/>
                  </a:lnTo>
                  <a:lnTo>
                    <a:pt x="388" y="35"/>
                  </a:lnTo>
                  <a:lnTo>
                    <a:pt x="388" y="35"/>
                  </a:lnTo>
                  <a:lnTo>
                    <a:pt x="386" y="37"/>
                  </a:lnTo>
                  <a:lnTo>
                    <a:pt x="388" y="40"/>
                  </a:lnTo>
                  <a:lnTo>
                    <a:pt x="390" y="42"/>
                  </a:lnTo>
                  <a:lnTo>
                    <a:pt x="393" y="45"/>
                  </a:lnTo>
                  <a:lnTo>
                    <a:pt x="398" y="47"/>
                  </a:lnTo>
                  <a:lnTo>
                    <a:pt x="398" y="49"/>
                  </a:lnTo>
                  <a:lnTo>
                    <a:pt x="400" y="52"/>
                  </a:lnTo>
                  <a:lnTo>
                    <a:pt x="398" y="49"/>
                  </a:lnTo>
                  <a:lnTo>
                    <a:pt x="390" y="49"/>
                  </a:lnTo>
                  <a:lnTo>
                    <a:pt x="388" y="47"/>
                  </a:lnTo>
                  <a:lnTo>
                    <a:pt x="386" y="47"/>
                  </a:lnTo>
                  <a:lnTo>
                    <a:pt x="383" y="49"/>
                  </a:lnTo>
                  <a:lnTo>
                    <a:pt x="381" y="47"/>
                  </a:lnTo>
                  <a:lnTo>
                    <a:pt x="381" y="47"/>
                  </a:lnTo>
                  <a:lnTo>
                    <a:pt x="379" y="47"/>
                  </a:lnTo>
                  <a:lnTo>
                    <a:pt x="379" y="47"/>
                  </a:lnTo>
                  <a:lnTo>
                    <a:pt x="376" y="47"/>
                  </a:lnTo>
                  <a:lnTo>
                    <a:pt x="376" y="47"/>
                  </a:lnTo>
                  <a:lnTo>
                    <a:pt x="376" y="49"/>
                  </a:lnTo>
                  <a:lnTo>
                    <a:pt x="374" y="49"/>
                  </a:lnTo>
                  <a:lnTo>
                    <a:pt x="372" y="49"/>
                  </a:lnTo>
                  <a:lnTo>
                    <a:pt x="372" y="49"/>
                  </a:lnTo>
                  <a:lnTo>
                    <a:pt x="369" y="52"/>
                  </a:lnTo>
                  <a:lnTo>
                    <a:pt x="369" y="52"/>
                  </a:lnTo>
                  <a:lnTo>
                    <a:pt x="369" y="54"/>
                  </a:lnTo>
                  <a:lnTo>
                    <a:pt x="369" y="54"/>
                  </a:lnTo>
                  <a:lnTo>
                    <a:pt x="367" y="56"/>
                  </a:lnTo>
                  <a:lnTo>
                    <a:pt x="367" y="56"/>
                  </a:lnTo>
                  <a:lnTo>
                    <a:pt x="369" y="56"/>
                  </a:lnTo>
                  <a:lnTo>
                    <a:pt x="369" y="56"/>
                  </a:lnTo>
                  <a:lnTo>
                    <a:pt x="367" y="59"/>
                  </a:lnTo>
                  <a:lnTo>
                    <a:pt x="367" y="59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3"/>
                  </a:lnTo>
                  <a:lnTo>
                    <a:pt x="364" y="63"/>
                  </a:lnTo>
                  <a:lnTo>
                    <a:pt x="362" y="63"/>
                  </a:lnTo>
                  <a:lnTo>
                    <a:pt x="353" y="66"/>
                  </a:lnTo>
                  <a:lnTo>
                    <a:pt x="353" y="68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6" y="73"/>
                  </a:lnTo>
                  <a:lnTo>
                    <a:pt x="343" y="73"/>
                  </a:lnTo>
                  <a:lnTo>
                    <a:pt x="343" y="73"/>
                  </a:lnTo>
                  <a:lnTo>
                    <a:pt x="341" y="73"/>
                  </a:lnTo>
                  <a:lnTo>
                    <a:pt x="338" y="73"/>
                  </a:lnTo>
                  <a:lnTo>
                    <a:pt x="338" y="73"/>
                  </a:lnTo>
                  <a:lnTo>
                    <a:pt x="336" y="75"/>
                  </a:lnTo>
                  <a:lnTo>
                    <a:pt x="336" y="75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4" y="78"/>
                  </a:lnTo>
                  <a:lnTo>
                    <a:pt x="334" y="75"/>
                  </a:lnTo>
                  <a:lnTo>
                    <a:pt x="331" y="75"/>
                  </a:lnTo>
                  <a:lnTo>
                    <a:pt x="331" y="73"/>
                  </a:lnTo>
                  <a:lnTo>
                    <a:pt x="331" y="73"/>
                  </a:lnTo>
                  <a:lnTo>
                    <a:pt x="331" y="73"/>
                  </a:lnTo>
                  <a:lnTo>
                    <a:pt x="334" y="71"/>
                  </a:lnTo>
                  <a:lnTo>
                    <a:pt x="334" y="68"/>
                  </a:lnTo>
                  <a:lnTo>
                    <a:pt x="334" y="68"/>
                  </a:lnTo>
                  <a:lnTo>
                    <a:pt x="334" y="68"/>
                  </a:lnTo>
                  <a:lnTo>
                    <a:pt x="336" y="63"/>
                  </a:lnTo>
                  <a:lnTo>
                    <a:pt x="338" y="61"/>
                  </a:lnTo>
                  <a:lnTo>
                    <a:pt x="343" y="63"/>
                  </a:lnTo>
                  <a:lnTo>
                    <a:pt x="343" y="63"/>
                  </a:lnTo>
                  <a:lnTo>
                    <a:pt x="343" y="63"/>
                  </a:lnTo>
                  <a:lnTo>
                    <a:pt x="343" y="61"/>
                  </a:lnTo>
                  <a:lnTo>
                    <a:pt x="346" y="61"/>
                  </a:lnTo>
                  <a:lnTo>
                    <a:pt x="346" y="59"/>
                  </a:lnTo>
                  <a:lnTo>
                    <a:pt x="346" y="59"/>
                  </a:lnTo>
                  <a:lnTo>
                    <a:pt x="348" y="59"/>
                  </a:lnTo>
                  <a:lnTo>
                    <a:pt x="348" y="56"/>
                  </a:lnTo>
                  <a:lnTo>
                    <a:pt x="350" y="54"/>
                  </a:lnTo>
                  <a:lnTo>
                    <a:pt x="350" y="56"/>
                  </a:lnTo>
                  <a:lnTo>
                    <a:pt x="350" y="54"/>
                  </a:lnTo>
                  <a:lnTo>
                    <a:pt x="348" y="54"/>
                  </a:lnTo>
                  <a:lnTo>
                    <a:pt x="348" y="54"/>
                  </a:lnTo>
                  <a:lnTo>
                    <a:pt x="346" y="56"/>
                  </a:lnTo>
                  <a:lnTo>
                    <a:pt x="343" y="59"/>
                  </a:lnTo>
                  <a:lnTo>
                    <a:pt x="343" y="59"/>
                  </a:lnTo>
                  <a:lnTo>
                    <a:pt x="341" y="59"/>
                  </a:lnTo>
                  <a:lnTo>
                    <a:pt x="341" y="61"/>
                  </a:lnTo>
                  <a:lnTo>
                    <a:pt x="338" y="61"/>
                  </a:lnTo>
                  <a:lnTo>
                    <a:pt x="329" y="59"/>
                  </a:lnTo>
                  <a:lnTo>
                    <a:pt x="327" y="59"/>
                  </a:lnTo>
                  <a:lnTo>
                    <a:pt x="324" y="59"/>
                  </a:lnTo>
                  <a:lnTo>
                    <a:pt x="324" y="59"/>
                  </a:lnTo>
                  <a:lnTo>
                    <a:pt x="319" y="59"/>
                  </a:lnTo>
                  <a:lnTo>
                    <a:pt x="312" y="59"/>
                  </a:lnTo>
                  <a:lnTo>
                    <a:pt x="310" y="59"/>
                  </a:lnTo>
                  <a:lnTo>
                    <a:pt x="303" y="59"/>
                  </a:lnTo>
                  <a:lnTo>
                    <a:pt x="298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61"/>
                  </a:lnTo>
                  <a:lnTo>
                    <a:pt x="296" y="61"/>
                  </a:lnTo>
                  <a:lnTo>
                    <a:pt x="293" y="61"/>
                  </a:lnTo>
                  <a:lnTo>
                    <a:pt x="293" y="61"/>
                  </a:lnTo>
                  <a:lnTo>
                    <a:pt x="293" y="61"/>
                  </a:lnTo>
                  <a:lnTo>
                    <a:pt x="291" y="63"/>
                  </a:lnTo>
                  <a:lnTo>
                    <a:pt x="291" y="63"/>
                  </a:lnTo>
                  <a:lnTo>
                    <a:pt x="289" y="63"/>
                  </a:lnTo>
                  <a:lnTo>
                    <a:pt x="289" y="63"/>
                  </a:lnTo>
                  <a:lnTo>
                    <a:pt x="289" y="66"/>
                  </a:lnTo>
                  <a:lnTo>
                    <a:pt x="289" y="66"/>
                  </a:lnTo>
                  <a:lnTo>
                    <a:pt x="289" y="66"/>
                  </a:lnTo>
                  <a:lnTo>
                    <a:pt x="286" y="66"/>
                  </a:lnTo>
                  <a:lnTo>
                    <a:pt x="286" y="68"/>
                  </a:lnTo>
                  <a:lnTo>
                    <a:pt x="284" y="68"/>
                  </a:lnTo>
                  <a:lnTo>
                    <a:pt x="275" y="73"/>
                  </a:lnTo>
                  <a:lnTo>
                    <a:pt x="277" y="73"/>
                  </a:lnTo>
                  <a:lnTo>
                    <a:pt x="277" y="73"/>
                  </a:lnTo>
                  <a:lnTo>
                    <a:pt x="277" y="75"/>
                  </a:lnTo>
                  <a:lnTo>
                    <a:pt x="275" y="75"/>
                  </a:lnTo>
                  <a:lnTo>
                    <a:pt x="272" y="75"/>
                  </a:lnTo>
                  <a:lnTo>
                    <a:pt x="272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80"/>
                  </a:lnTo>
                  <a:lnTo>
                    <a:pt x="270" y="80"/>
                  </a:lnTo>
                  <a:lnTo>
                    <a:pt x="267" y="80"/>
                  </a:lnTo>
                  <a:lnTo>
                    <a:pt x="265" y="80"/>
                  </a:lnTo>
                  <a:lnTo>
                    <a:pt x="260" y="85"/>
                  </a:lnTo>
                  <a:lnTo>
                    <a:pt x="260" y="85"/>
                  </a:lnTo>
                  <a:lnTo>
                    <a:pt x="260" y="87"/>
                  </a:lnTo>
                  <a:lnTo>
                    <a:pt x="260" y="87"/>
                  </a:lnTo>
                  <a:lnTo>
                    <a:pt x="258" y="89"/>
                  </a:lnTo>
                  <a:lnTo>
                    <a:pt x="258" y="89"/>
                  </a:lnTo>
                  <a:lnTo>
                    <a:pt x="258" y="92"/>
                  </a:lnTo>
                  <a:lnTo>
                    <a:pt x="256" y="92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6" y="92"/>
                  </a:lnTo>
                  <a:lnTo>
                    <a:pt x="256" y="92"/>
                  </a:lnTo>
                  <a:lnTo>
                    <a:pt x="256" y="89"/>
                  </a:lnTo>
                  <a:lnTo>
                    <a:pt x="256" y="89"/>
                  </a:lnTo>
                  <a:lnTo>
                    <a:pt x="256" y="89"/>
                  </a:lnTo>
                  <a:lnTo>
                    <a:pt x="256" y="89"/>
                  </a:lnTo>
                  <a:lnTo>
                    <a:pt x="256" y="87"/>
                  </a:lnTo>
                  <a:lnTo>
                    <a:pt x="258" y="87"/>
                  </a:lnTo>
                  <a:lnTo>
                    <a:pt x="258" y="85"/>
                  </a:lnTo>
                  <a:lnTo>
                    <a:pt x="260" y="85"/>
                  </a:lnTo>
                  <a:lnTo>
                    <a:pt x="260" y="85"/>
                  </a:lnTo>
                  <a:lnTo>
                    <a:pt x="263" y="82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7" y="78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5" y="75"/>
                  </a:lnTo>
                  <a:lnTo>
                    <a:pt x="263" y="78"/>
                  </a:lnTo>
                  <a:lnTo>
                    <a:pt x="263" y="78"/>
                  </a:lnTo>
                  <a:lnTo>
                    <a:pt x="260" y="80"/>
                  </a:lnTo>
                  <a:lnTo>
                    <a:pt x="260" y="80"/>
                  </a:lnTo>
                  <a:lnTo>
                    <a:pt x="260" y="80"/>
                  </a:lnTo>
                  <a:lnTo>
                    <a:pt x="260" y="78"/>
                  </a:lnTo>
                  <a:lnTo>
                    <a:pt x="260" y="78"/>
                  </a:lnTo>
                  <a:lnTo>
                    <a:pt x="263" y="78"/>
                  </a:lnTo>
                  <a:lnTo>
                    <a:pt x="263" y="78"/>
                  </a:lnTo>
                  <a:lnTo>
                    <a:pt x="263" y="78"/>
                  </a:lnTo>
                  <a:lnTo>
                    <a:pt x="263" y="75"/>
                  </a:lnTo>
                  <a:lnTo>
                    <a:pt x="265" y="73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70" y="71"/>
                  </a:lnTo>
                  <a:lnTo>
                    <a:pt x="270" y="71"/>
                  </a:lnTo>
                  <a:lnTo>
                    <a:pt x="270" y="71"/>
                  </a:lnTo>
                  <a:lnTo>
                    <a:pt x="270" y="66"/>
                  </a:lnTo>
                  <a:lnTo>
                    <a:pt x="272" y="66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2" y="61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0" y="63"/>
                  </a:lnTo>
                  <a:lnTo>
                    <a:pt x="270" y="63"/>
                  </a:lnTo>
                  <a:lnTo>
                    <a:pt x="270" y="66"/>
                  </a:lnTo>
                  <a:lnTo>
                    <a:pt x="270" y="66"/>
                  </a:lnTo>
                  <a:lnTo>
                    <a:pt x="270" y="68"/>
                  </a:lnTo>
                  <a:lnTo>
                    <a:pt x="270" y="68"/>
                  </a:lnTo>
                  <a:lnTo>
                    <a:pt x="270" y="68"/>
                  </a:lnTo>
                  <a:lnTo>
                    <a:pt x="265" y="73"/>
                  </a:lnTo>
                  <a:lnTo>
                    <a:pt x="263" y="75"/>
                  </a:lnTo>
                  <a:lnTo>
                    <a:pt x="263" y="75"/>
                  </a:lnTo>
                  <a:lnTo>
                    <a:pt x="260" y="78"/>
                  </a:lnTo>
                  <a:lnTo>
                    <a:pt x="260" y="78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60" y="75"/>
                  </a:lnTo>
                  <a:lnTo>
                    <a:pt x="260" y="75"/>
                  </a:lnTo>
                  <a:lnTo>
                    <a:pt x="263" y="73"/>
                  </a:lnTo>
                  <a:lnTo>
                    <a:pt x="263" y="73"/>
                  </a:lnTo>
                  <a:lnTo>
                    <a:pt x="263" y="73"/>
                  </a:lnTo>
                  <a:lnTo>
                    <a:pt x="265" y="71"/>
                  </a:lnTo>
                  <a:lnTo>
                    <a:pt x="265" y="71"/>
                  </a:lnTo>
                  <a:lnTo>
                    <a:pt x="267" y="68"/>
                  </a:lnTo>
                  <a:lnTo>
                    <a:pt x="267" y="66"/>
                  </a:lnTo>
                  <a:lnTo>
                    <a:pt x="270" y="63"/>
                  </a:lnTo>
                  <a:lnTo>
                    <a:pt x="270" y="61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2" y="56"/>
                  </a:lnTo>
                  <a:lnTo>
                    <a:pt x="272" y="56"/>
                  </a:lnTo>
                  <a:lnTo>
                    <a:pt x="272" y="54"/>
                  </a:lnTo>
                  <a:lnTo>
                    <a:pt x="272" y="54"/>
                  </a:lnTo>
                  <a:lnTo>
                    <a:pt x="270" y="54"/>
                  </a:lnTo>
                  <a:lnTo>
                    <a:pt x="270" y="54"/>
                  </a:lnTo>
                  <a:lnTo>
                    <a:pt x="267" y="56"/>
                  </a:lnTo>
                  <a:lnTo>
                    <a:pt x="267" y="56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6"/>
                  </a:lnTo>
                  <a:lnTo>
                    <a:pt x="267" y="66"/>
                  </a:lnTo>
                  <a:lnTo>
                    <a:pt x="265" y="68"/>
                  </a:lnTo>
                  <a:lnTo>
                    <a:pt x="265" y="68"/>
                  </a:lnTo>
                  <a:lnTo>
                    <a:pt x="265" y="71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5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5" y="68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5" y="61"/>
                  </a:lnTo>
                  <a:lnTo>
                    <a:pt x="265" y="61"/>
                  </a:lnTo>
                  <a:lnTo>
                    <a:pt x="265" y="61"/>
                  </a:lnTo>
                  <a:lnTo>
                    <a:pt x="265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5" y="59"/>
                  </a:lnTo>
                  <a:lnTo>
                    <a:pt x="265" y="59"/>
                  </a:lnTo>
                  <a:lnTo>
                    <a:pt x="267" y="56"/>
                  </a:lnTo>
                  <a:lnTo>
                    <a:pt x="267" y="56"/>
                  </a:lnTo>
                  <a:lnTo>
                    <a:pt x="267" y="56"/>
                  </a:lnTo>
                  <a:lnTo>
                    <a:pt x="265" y="56"/>
                  </a:lnTo>
                  <a:lnTo>
                    <a:pt x="265" y="56"/>
                  </a:lnTo>
                  <a:lnTo>
                    <a:pt x="265" y="56"/>
                  </a:lnTo>
                  <a:lnTo>
                    <a:pt x="265" y="59"/>
                  </a:lnTo>
                  <a:lnTo>
                    <a:pt x="265" y="63"/>
                  </a:lnTo>
                  <a:lnTo>
                    <a:pt x="265" y="66"/>
                  </a:lnTo>
                  <a:lnTo>
                    <a:pt x="263" y="66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58" y="73"/>
                  </a:lnTo>
                  <a:lnTo>
                    <a:pt x="258" y="73"/>
                  </a:lnTo>
                  <a:lnTo>
                    <a:pt x="258" y="73"/>
                  </a:lnTo>
                  <a:lnTo>
                    <a:pt x="256" y="73"/>
                  </a:lnTo>
                  <a:lnTo>
                    <a:pt x="256" y="73"/>
                  </a:lnTo>
                  <a:lnTo>
                    <a:pt x="253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48" y="75"/>
                  </a:lnTo>
                  <a:lnTo>
                    <a:pt x="248" y="75"/>
                  </a:lnTo>
                  <a:lnTo>
                    <a:pt x="251" y="75"/>
                  </a:lnTo>
                  <a:lnTo>
                    <a:pt x="251" y="73"/>
                  </a:lnTo>
                  <a:lnTo>
                    <a:pt x="253" y="73"/>
                  </a:lnTo>
                  <a:lnTo>
                    <a:pt x="258" y="73"/>
                  </a:lnTo>
                  <a:lnTo>
                    <a:pt x="258" y="73"/>
                  </a:lnTo>
                  <a:lnTo>
                    <a:pt x="258" y="71"/>
                  </a:lnTo>
                  <a:lnTo>
                    <a:pt x="260" y="71"/>
                  </a:lnTo>
                  <a:lnTo>
                    <a:pt x="260" y="66"/>
                  </a:lnTo>
                  <a:lnTo>
                    <a:pt x="263" y="63"/>
                  </a:lnTo>
                  <a:lnTo>
                    <a:pt x="263" y="61"/>
                  </a:lnTo>
                  <a:lnTo>
                    <a:pt x="263" y="61"/>
                  </a:lnTo>
                  <a:lnTo>
                    <a:pt x="260" y="63"/>
                  </a:lnTo>
                  <a:lnTo>
                    <a:pt x="260" y="68"/>
                  </a:lnTo>
                  <a:lnTo>
                    <a:pt x="258" y="71"/>
                  </a:lnTo>
                  <a:lnTo>
                    <a:pt x="258" y="68"/>
                  </a:lnTo>
                  <a:lnTo>
                    <a:pt x="260" y="63"/>
                  </a:lnTo>
                  <a:lnTo>
                    <a:pt x="260" y="63"/>
                  </a:lnTo>
                  <a:lnTo>
                    <a:pt x="260" y="63"/>
                  </a:lnTo>
                  <a:lnTo>
                    <a:pt x="260" y="61"/>
                  </a:lnTo>
                  <a:lnTo>
                    <a:pt x="260" y="63"/>
                  </a:lnTo>
                  <a:lnTo>
                    <a:pt x="258" y="63"/>
                  </a:lnTo>
                  <a:lnTo>
                    <a:pt x="258" y="63"/>
                  </a:lnTo>
                  <a:lnTo>
                    <a:pt x="258" y="63"/>
                  </a:lnTo>
                  <a:lnTo>
                    <a:pt x="258" y="66"/>
                  </a:lnTo>
                  <a:lnTo>
                    <a:pt x="258" y="66"/>
                  </a:lnTo>
                  <a:lnTo>
                    <a:pt x="258" y="66"/>
                  </a:lnTo>
                  <a:lnTo>
                    <a:pt x="258" y="63"/>
                  </a:lnTo>
                  <a:lnTo>
                    <a:pt x="258" y="63"/>
                  </a:lnTo>
                  <a:lnTo>
                    <a:pt x="256" y="63"/>
                  </a:lnTo>
                  <a:lnTo>
                    <a:pt x="256" y="68"/>
                  </a:lnTo>
                  <a:lnTo>
                    <a:pt x="256" y="66"/>
                  </a:lnTo>
                  <a:lnTo>
                    <a:pt x="253" y="68"/>
                  </a:lnTo>
                  <a:lnTo>
                    <a:pt x="253" y="68"/>
                  </a:lnTo>
                  <a:lnTo>
                    <a:pt x="251" y="71"/>
                  </a:lnTo>
                  <a:lnTo>
                    <a:pt x="251" y="71"/>
                  </a:lnTo>
                  <a:lnTo>
                    <a:pt x="248" y="71"/>
                  </a:lnTo>
                  <a:lnTo>
                    <a:pt x="248" y="73"/>
                  </a:lnTo>
                  <a:lnTo>
                    <a:pt x="246" y="71"/>
                  </a:lnTo>
                  <a:lnTo>
                    <a:pt x="248" y="71"/>
                  </a:lnTo>
                  <a:lnTo>
                    <a:pt x="248" y="71"/>
                  </a:lnTo>
                  <a:lnTo>
                    <a:pt x="248" y="71"/>
                  </a:lnTo>
                  <a:lnTo>
                    <a:pt x="251" y="71"/>
                  </a:lnTo>
                  <a:lnTo>
                    <a:pt x="251" y="68"/>
                  </a:lnTo>
                  <a:lnTo>
                    <a:pt x="251" y="68"/>
                  </a:lnTo>
                  <a:lnTo>
                    <a:pt x="253" y="66"/>
                  </a:lnTo>
                  <a:lnTo>
                    <a:pt x="253" y="66"/>
                  </a:lnTo>
                  <a:lnTo>
                    <a:pt x="253" y="66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3" y="61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48" y="59"/>
                  </a:lnTo>
                  <a:lnTo>
                    <a:pt x="248" y="61"/>
                  </a:lnTo>
                  <a:lnTo>
                    <a:pt x="248" y="63"/>
                  </a:lnTo>
                  <a:lnTo>
                    <a:pt x="244" y="61"/>
                  </a:lnTo>
                  <a:lnTo>
                    <a:pt x="244" y="61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41" y="59"/>
                  </a:lnTo>
                  <a:lnTo>
                    <a:pt x="241" y="59"/>
                  </a:lnTo>
                  <a:lnTo>
                    <a:pt x="237" y="59"/>
                  </a:lnTo>
                  <a:lnTo>
                    <a:pt x="237" y="61"/>
                  </a:lnTo>
                  <a:lnTo>
                    <a:pt x="239" y="61"/>
                  </a:lnTo>
                  <a:lnTo>
                    <a:pt x="239" y="61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41" y="63"/>
                  </a:lnTo>
                  <a:lnTo>
                    <a:pt x="239" y="63"/>
                  </a:lnTo>
                  <a:lnTo>
                    <a:pt x="239" y="63"/>
                  </a:lnTo>
                  <a:lnTo>
                    <a:pt x="239" y="63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1" y="66"/>
                  </a:lnTo>
                  <a:lnTo>
                    <a:pt x="239" y="68"/>
                  </a:lnTo>
                  <a:lnTo>
                    <a:pt x="237" y="71"/>
                  </a:lnTo>
                  <a:lnTo>
                    <a:pt x="237" y="71"/>
                  </a:lnTo>
                  <a:lnTo>
                    <a:pt x="237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68"/>
                  </a:lnTo>
                  <a:lnTo>
                    <a:pt x="237" y="68"/>
                  </a:lnTo>
                  <a:lnTo>
                    <a:pt x="234" y="68"/>
                  </a:lnTo>
                  <a:lnTo>
                    <a:pt x="234" y="71"/>
                  </a:lnTo>
                  <a:lnTo>
                    <a:pt x="232" y="71"/>
                  </a:lnTo>
                  <a:lnTo>
                    <a:pt x="232" y="71"/>
                  </a:lnTo>
                  <a:lnTo>
                    <a:pt x="232" y="71"/>
                  </a:lnTo>
                  <a:lnTo>
                    <a:pt x="230" y="71"/>
                  </a:lnTo>
                  <a:lnTo>
                    <a:pt x="230" y="71"/>
                  </a:lnTo>
                  <a:lnTo>
                    <a:pt x="230" y="71"/>
                  </a:lnTo>
                  <a:lnTo>
                    <a:pt x="227" y="73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7" y="71"/>
                  </a:lnTo>
                  <a:lnTo>
                    <a:pt x="227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2" y="73"/>
                  </a:lnTo>
                  <a:lnTo>
                    <a:pt x="220" y="75"/>
                  </a:lnTo>
                  <a:lnTo>
                    <a:pt x="220" y="78"/>
                  </a:lnTo>
                  <a:lnTo>
                    <a:pt x="218" y="78"/>
                  </a:lnTo>
                  <a:lnTo>
                    <a:pt x="220" y="75"/>
                  </a:lnTo>
                  <a:lnTo>
                    <a:pt x="220" y="73"/>
                  </a:lnTo>
                  <a:lnTo>
                    <a:pt x="222" y="73"/>
                  </a:lnTo>
                  <a:lnTo>
                    <a:pt x="222" y="73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0" y="71"/>
                  </a:lnTo>
                  <a:lnTo>
                    <a:pt x="220" y="71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20" y="71"/>
                  </a:lnTo>
                  <a:lnTo>
                    <a:pt x="220" y="71"/>
                  </a:lnTo>
                  <a:lnTo>
                    <a:pt x="220" y="68"/>
                  </a:lnTo>
                  <a:lnTo>
                    <a:pt x="220" y="68"/>
                  </a:lnTo>
                  <a:lnTo>
                    <a:pt x="220" y="68"/>
                  </a:lnTo>
                  <a:lnTo>
                    <a:pt x="218" y="68"/>
                  </a:lnTo>
                  <a:lnTo>
                    <a:pt x="218" y="71"/>
                  </a:lnTo>
                  <a:lnTo>
                    <a:pt x="218" y="73"/>
                  </a:lnTo>
                  <a:lnTo>
                    <a:pt x="215" y="73"/>
                  </a:lnTo>
                  <a:lnTo>
                    <a:pt x="215" y="75"/>
                  </a:lnTo>
                  <a:lnTo>
                    <a:pt x="213" y="75"/>
                  </a:lnTo>
                  <a:lnTo>
                    <a:pt x="211" y="75"/>
                  </a:lnTo>
                  <a:lnTo>
                    <a:pt x="211" y="75"/>
                  </a:lnTo>
                  <a:lnTo>
                    <a:pt x="211" y="75"/>
                  </a:lnTo>
                  <a:lnTo>
                    <a:pt x="211" y="75"/>
                  </a:lnTo>
                  <a:lnTo>
                    <a:pt x="213" y="75"/>
                  </a:lnTo>
                  <a:lnTo>
                    <a:pt x="213" y="75"/>
                  </a:lnTo>
                  <a:lnTo>
                    <a:pt x="213" y="75"/>
                  </a:lnTo>
                  <a:lnTo>
                    <a:pt x="213" y="75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5" y="73"/>
                  </a:lnTo>
                  <a:lnTo>
                    <a:pt x="218" y="68"/>
                  </a:lnTo>
                  <a:lnTo>
                    <a:pt x="218" y="68"/>
                  </a:lnTo>
                  <a:lnTo>
                    <a:pt x="215" y="68"/>
                  </a:lnTo>
                  <a:lnTo>
                    <a:pt x="215" y="68"/>
                  </a:lnTo>
                  <a:lnTo>
                    <a:pt x="215" y="71"/>
                  </a:lnTo>
                  <a:lnTo>
                    <a:pt x="213" y="71"/>
                  </a:lnTo>
                  <a:lnTo>
                    <a:pt x="213" y="71"/>
                  </a:lnTo>
                  <a:lnTo>
                    <a:pt x="213" y="71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1" y="73"/>
                  </a:lnTo>
                  <a:lnTo>
                    <a:pt x="211" y="73"/>
                  </a:lnTo>
                  <a:lnTo>
                    <a:pt x="208" y="73"/>
                  </a:lnTo>
                  <a:lnTo>
                    <a:pt x="208" y="73"/>
                  </a:lnTo>
                  <a:lnTo>
                    <a:pt x="204" y="75"/>
                  </a:lnTo>
                  <a:lnTo>
                    <a:pt x="204" y="75"/>
                  </a:lnTo>
                  <a:lnTo>
                    <a:pt x="199" y="73"/>
                  </a:lnTo>
                  <a:lnTo>
                    <a:pt x="199" y="73"/>
                  </a:lnTo>
                  <a:lnTo>
                    <a:pt x="196" y="73"/>
                  </a:lnTo>
                  <a:lnTo>
                    <a:pt x="196" y="75"/>
                  </a:lnTo>
                  <a:lnTo>
                    <a:pt x="196" y="75"/>
                  </a:lnTo>
                  <a:lnTo>
                    <a:pt x="196" y="75"/>
                  </a:lnTo>
                  <a:lnTo>
                    <a:pt x="196" y="78"/>
                  </a:lnTo>
                  <a:lnTo>
                    <a:pt x="196" y="78"/>
                  </a:lnTo>
                  <a:lnTo>
                    <a:pt x="194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4" y="82"/>
                  </a:lnTo>
                  <a:lnTo>
                    <a:pt x="196" y="85"/>
                  </a:lnTo>
                  <a:lnTo>
                    <a:pt x="196" y="87"/>
                  </a:lnTo>
                  <a:lnTo>
                    <a:pt x="196" y="87"/>
                  </a:lnTo>
                  <a:lnTo>
                    <a:pt x="194" y="85"/>
                  </a:lnTo>
                  <a:lnTo>
                    <a:pt x="192" y="85"/>
                  </a:lnTo>
                  <a:lnTo>
                    <a:pt x="192" y="87"/>
                  </a:lnTo>
                  <a:lnTo>
                    <a:pt x="192" y="87"/>
                  </a:lnTo>
                  <a:lnTo>
                    <a:pt x="192" y="89"/>
                  </a:lnTo>
                  <a:lnTo>
                    <a:pt x="192" y="89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89"/>
                  </a:lnTo>
                  <a:lnTo>
                    <a:pt x="189" y="92"/>
                  </a:lnTo>
                  <a:lnTo>
                    <a:pt x="189" y="92"/>
                  </a:lnTo>
                  <a:lnTo>
                    <a:pt x="189" y="92"/>
                  </a:lnTo>
                  <a:lnTo>
                    <a:pt x="189" y="92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4" y="94"/>
                  </a:lnTo>
                  <a:lnTo>
                    <a:pt x="194" y="92"/>
                  </a:lnTo>
                  <a:lnTo>
                    <a:pt x="194" y="92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6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196" y="92"/>
                  </a:lnTo>
                  <a:lnTo>
                    <a:pt x="199" y="89"/>
                  </a:lnTo>
                  <a:lnTo>
                    <a:pt x="201" y="92"/>
                  </a:lnTo>
                  <a:lnTo>
                    <a:pt x="201" y="97"/>
                  </a:lnTo>
                  <a:lnTo>
                    <a:pt x="201" y="97"/>
                  </a:lnTo>
                  <a:lnTo>
                    <a:pt x="201" y="97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6" y="99"/>
                  </a:lnTo>
                  <a:lnTo>
                    <a:pt x="196" y="99"/>
                  </a:lnTo>
                  <a:lnTo>
                    <a:pt x="196" y="101"/>
                  </a:lnTo>
                  <a:lnTo>
                    <a:pt x="194" y="99"/>
                  </a:lnTo>
                  <a:lnTo>
                    <a:pt x="192" y="94"/>
                  </a:lnTo>
                  <a:lnTo>
                    <a:pt x="189" y="94"/>
                  </a:lnTo>
                  <a:lnTo>
                    <a:pt x="189" y="94"/>
                  </a:lnTo>
                  <a:lnTo>
                    <a:pt x="189" y="97"/>
                  </a:lnTo>
                  <a:lnTo>
                    <a:pt x="189" y="97"/>
                  </a:lnTo>
                  <a:lnTo>
                    <a:pt x="187" y="99"/>
                  </a:lnTo>
                  <a:lnTo>
                    <a:pt x="187" y="97"/>
                  </a:lnTo>
                  <a:lnTo>
                    <a:pt x="187" y="94"/>
                  </a:lnTo>
                  <a:lnTo>
                    <a:pt x="187" y="92"/>
                  </a:lnTo>
                  <a:lnTo>
                    <a:pt x="187" y="89"/>
                  </a:lnTo>
                  <a:lnTo>
                    <a:pt x="185" y="89"/>
                  </a:lnTo>
                  <a:lnTo>
                    <a:pt x="185" y="89"/>
                  </a:lnTo>
                  <a:lnTo>
                    <a:pt x="185" y="89"/>
                  </a:lnTo>
                  <a:lnTo>
                    <a:pt x="182" y="92"/>
                  </a:lnTo>
                  <a:lnTo>
                    <a:pt x="182" y="94"/>
                  </a:lnTo>
                  <a:lnTo>
                    <a:pt x="182" y="94"/>
                  </a:lnTo>
                  <a:lnTo>
                    <a:pt x="180" y="92"/>
                  </a:lnTo>
                  <a:lnTo>
                    <a:pt x="180" y="92"/>
                  </a:lnTo>
                  <a:lnTo>
                    <a:pt x="180" y="92"/>
                  </a:lnTo>
                  <a:lnTo>
                    <a:pt x="180" y="92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7"/>
                  </a:lnTo>
                  <a:lnTo>
                    <a:pt x="178" y="87"/>
                  </a:lnTo>
                  <a:lnTo>
                    <a:pt x="178" y="85"/>
                  </a:lnTo>
                  <a:lnTo>
                    <a:pt x="178" y="85"/>
                  </a:lnTo>
                  <a:lnTo>
                    <a:pt x="178" y="85"/>
                  </a:lnTo>
                  <a:lnTo>
                    <a:pt x="175" y="85"/>
                  </a:lnTo>
                  <a:lnTo>
                    <a:pt x="173" y="85"/>
                  </a:lnTo>
                  <a:lnTo>
                    <a:pt x="173" y="85"/>
                  </a:lnTo>
                  <a:lnTo>
                    <a:pt x="170" y="85"/>
                  </a:lnTo>
                  <a:lnTo>
                    <a:pt x="173" y="85"/>
                  </a:lnTo>
                  <a:lnTo>
                    <a:pt x="173" y="8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9"/>
                  </a:lnTo>
                  <a:lnTo>
                    <a:pt x="173" y="89"/>
                  </a:lnTo>
                  <a:lnTo>
                    <a:pt x="173" y="89"/>
                  </a:lnTo>
                  <a:lnTo>
                    <a:pt x="175" y="92"/>
                  </a:lnTo>
                  <a:lnTo>
                    <a:pt x="175" y="94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2"/>
                  </a:lnTo>
                  <a:lnTo>
                    <a:pt x="173" y="92"/>
                  </a:lnTo>
                  <a:lnTo>
                    <a:pt x="173" y="89"/>
                  </a:lnTo>
                  <a:lnTo>
                    <a:pt x="173" y="92"/>
                  </a:lnTo>
                  <a:lnTo>
                    <a:pt x="170" y="92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5" y="101"/>
                  </a:lnTo>
                  <a:lnTo>
                    <a:pt x="178" y="99"/>
                  </a:lnTo>
                  <a:lnTo>
                    <a:pt x="175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8" y="101"/>
                  </a:lnTo>
                  <a:lnTo>
                    <a:pt x="178" y="104"/>
                  </a:lnTo>
                  <a:lnTo>
                    <a:pt x="178" y="101"/>
                  </a:lnTo>
                  <a:lnTo>
                    <a:pt x="173" y="101"/>
                  </a:lnTo>
                  <a:lnTo>
                    <a:pt x="170" y="97"/>
                  </a:lnTo>
                  <a:lnTo>
                    <a:pt x="170" y="97"/>
                  </a:lnTo>
                  <a:lnTo>
                    <a:pt x="170" y="97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8" y="92"/>
                  </a:lnTo>
                  <a:lnTo>
                    <a:pt x="168" y="92"/>
                  </a:lnTo>
                  <a:lnTo>
                    <a:pt x="168" y="92"/>
                  </a:lnTo>
                  <a:lnTo>
                    <a:pt x="168" y="89"/>
                  </a:lnTo>
                  <a:lnTo>
                    <a:pt x="168" y="87"/>
                  </a:lnTo>
                  <a:lnTo>
                    <a:pt x="168" y="87"/>
                  </a:lnTo>
                  <a:lnTo>
                    <a:pt x="168" y="85"/>
                  </a:lnTo>
                  <a:lnTo>
                    <a:pt x="168" y="82"/>
                  </a:lnTo>
                  <a:lnTo>
                    <a:pt x="168" y="82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0"/>
                  </a:lnTo>
                  <a:lnTo>
                    <a:pt x="170" y="80"/>
                  </a:lnTo>
                  <a:lnTo>
                    <a:pt x="170" y="80"/>
                  </a:lnTo>
                  <a:lnTo>
                    <a:pt x="175" y="78"/>
                  </a:lnTo>
                  <a:lnTo>
                    <a:pt x="175" y="80"/>
                  </a:lnTo>
                  <a:lnTo>
                    <a:pt x="175" y="80"/>
                  </a:lnTo>
                  <a:lnTo>
                    <a:pt x="175" y="80"/>
                  </a:lnTo>
                  <a:lnTo>
                    <a:pt x="173" y="80"/>
                  </a:lnTo>
                  <a:lnTo>
                    <a:pt x="173" y="80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8" y="82"/>
                  </a:lnTo>
                  <a:lnTo>
                    <a:pt x="178" y="80"/>
                  </a:lnTo>
                  <a:lnTo>
                    <a:pt x="180" y="80"/>
                  </a:lnTo>
                  <a:lnTo>
                    <a:pt x="180" y="80"/>
                  </a:lnTo>
                  <a:lnTo>
                    <a:pt x="182" y="78"/>
                  </a:lnTo>
                  <a:lnTo>
                    <a:pt x="180" y="78"/>
                  </a:lnTo>
                  <a:lnTo>
                    <a:pt x="180" y="75"/>
                  </a:lnTo>
                  <a:lnTo>
                    <a:pt x="182" y="75"/>
                  </a:lnTo>
                  <a:lnTo>
                    <a:pt x="182" y="75"/>
                  </a:lnTo>
                  <a:lnTo>
                    <a:pt x="182" y="75"/>
                  </a:lnTo>
                  <a:lnTo>
                    <a:pt x="182" y="75"/>
                  </a:lnTo>
                  <a:lnTo>
                    <a:pt x="185" y="75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1"/>
                  </a:lnTo>
                  <a:lnTo>
                    <a:pt x="187" y="71"/>
                  </a:lnTo>
                  <a:lnTo>
                    <a:pt x="187" y="71"/>
                  </a:lnTo>
                  <a:lnTo>
                    <a:pt x="187" y="71"/>
                  </a:lnTo>
                  <a:lnTo>
                    <a:pt x="189" y="73"/>
                  </a:lnTo>
                  <a:lnTo>
                    <a:pt x="189" y="73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92" y="71"/>
                  </a:lnTo>
                  <a:lnTo>
                    <a:pt x="192" y="73"/>
                  </a:lnTo>
                  <a:lnTo>
                    <a:pt x="192" y="73"/>
                  </a:lnTo>
                  <a:lnTo>
                    <a:pt x="192" y="73"/>
                  </a:lnTo>
                  <a:lnTo>
                    <a:pt x="194" y="73"/>
                  </a:lnTo>
                  <a:lnTo>
                    <a:pt x="194" y="73"/>
                  </a:lnTo>
                  <a:lnTo>
                    <a:pt x="196" y="73"/>
                  </a:lnTo>
                  <a:lnTo>
                    <a:pt x="196" y="73"/>
                  </a:lnTo>
                  <a:lnTo>
                    <a:pt x="194" y="73"/>
                  </a:lnTo>
                  <a:lnTo>
                    <a:pt x="194" y="75"/>
                  </a:lnTo>
                  <a:lnTo>
                    <a:pt x="194" y="75"/>
                  </a:lnTo>
                  <a:lnTo>
                    <a:pt x="194" y="78"/>
                  </a:lnTo>
                  <a:lnTo>
                    <a:pt x="192" y="78"/>
                  </a:lnTo>
                  <a:lnTo>
                    <a:pt x="192" y="80"/>
                  </a:lnTo>
                  <a:lnTo>
                    <a:pt x="192" y="80"/>
                  </a:lnTo>
                  <a:lnTo>
                    <a:pt x="192" y="80"/>
                  </a:lnTo>
                  <a:lnTo>
                    <a:pt x="194" y="78"/>
                  </a:lnTo>
                  <a:lnTo>
                    <a:pt x="194" y="78"/>
                  </a:lnTo>
                  <a:lnTo>
                    <a:pt x="194" y="75"/>
                  </a:lnTo>
                  <a:lnTo>
                    <a:pt x="194" y="75"/>
                  </a:lnTo>
                  <a:lnTo>
                    <a:pt x="196" y="73"/>
                  </a:lnTo>
                  <a:lnTo>
                    <a:pt x="196" y="73"/>
                  </a:lnTo>
                  <a:lnTo>
                    <a:pt x="196" y="73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68"/>
                  </a:lnTo>
                  <a:lnTo>
                    <a:pt x="199" y="68"/>
                  </a:lnTo>
                  <a:lnTo>
                    <a:pt x="199" y="68"/>
                  </a:lnTo>
                  <a:lnTo>
                    <a:pt x="201" y="68"/>
                  </a:lnTo>
                  <a:lnTo>
                    <a:pt x="204" y="66"/>
                  </a:lnTo>
                  <a:lnTo>
                    <a:pt x="204" y="63"/>
                  </a:lnTo>
                  <a:lnTo>
                    <a:pt x="204" y="63"/>
                  </a:lnTo>
                  <a:lnTo>
                    <a:pt x="206" y="63"/>
                  </a:lnTo>
                  <a:lnTo>
                    <a:pt x="206" y="63"/>
                  </a:lnTo>
                  <a:lnTo>
                    <a:pt x="206" y="61"/>
                  </a:lnTo>
                  <a:lnTo>
                    <a:pt x="208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3" y="61"/>
                  </a:lnTo>
                  <a:lnTo>
                    <a:pt x="213" y="61"/>
                  </a:lnTo>
                  <a:lnTo>
                    <a:pt x="215" y="61"/>
                  </a:lnTo>
                  <a:lnTo>
                    <a:pt x="215" y="61"/>
                  </a:lnTo>
                  <a:lnTo>
                    <a:pt x="215" y="61"/>
                  </a:lnTo>
                  <a:lnTo>
                    <a:pt x="215" y="63"/>
                  </a:lnTo>
                  <a:lnTo>
                    <a:pt x="215" y="66"/>
                  </a:lnTo>
                  <a:lnTo>
                    <a:pt x="213" y="71"/>
                  </a:lnTo>
                  <a:lnTo>
                    <a:pt x="211" y="73"/>
                  </a:lnTo>
                  <a:lnTo>
                    <a:pt x="213" y="71"/>
                  </a:lnTo>
                  <a:lnTo>
                    <a:pt x="213" y="68"/>
                  </a:lnTo>
                  <a:lnTo>
                    <a:pt x="215" y="68"/>
                  </a:lnTo>
                  <a:lnTo>
                    <a:pt x="215" y="66"/>
                  </a:lnTo>
                  <a:lnTo>
                    <a:pt x="215" y="66"/>
                  </a:lnTo>
                  <a:lnTo>
                    <a:pt x="218" y="66"/>
                  </a:lnTo>
                  <a:lnTo>
                    <a:pt x="218" y="66"/>
                  </a:lnTo>
                  <a:lnTo>
                    <a:pt x="218" y="63"/>
                  </a:lnTo>
                  <a:lnTo>
                    <a:pt x="218" y="63"/>
                  </a:lnTo>
                  <a:lnTo>
                    <a:pt x="220" y="63"/>
                  </a:lnTo>
                  <a:lnTo>
                    <a:pt x="220" y="61"/>
                  </a:lnTo>
                  <a:lnTo>
                    <a:pt x="222" y="61"/>
                  </a:lnTo>
                  <a:lnTo>
                    <a:pt x="222" y="61"/>
                  </a:lnTo>
                  <a:lnTo>
                    <a:pt x="222" y="63"/>
                  </a:lnTo>
                  <a:lnTo>
                    <a:pt x="220" y="63"/>
                  </a:lnTo>
                  <a:lnTo>
                    <a:pt x="220" y="63"/>
                  </a:lnTo>
                  <a:lnTo>
                    <a:pt x="220" y="66"/>
                  </a:lnTo>
                  <a:lnTo>
                    <a:pt x="220" y="66"/>
                  </a:lnTo>
                  <a:lnTo>
                    <a:pt x="220" y="68"/>
                  </a:lnTo>
                  <a:lnTo>
                    <a:pt x="220" y="68"/>
                  </a:lnTo>
                  <a:lnTo>
                    <a:pt x="222" y="66"/>
                  </a:lnTo>
                  <a:lnTo>
                    <a:pt x="222" y="63"/>
                  </a:lnTo>
                  <a:lnTo>
                    <a:pt x="222" y="63"/>
                  </a:lnTo>
                  <a:lnTo>
                    <a:pt x="222" y="61"/>
                  </a:lnTo>
                  <a:lnTo>
                    <a:pt x="232" y="61"/>
                  </a:lnTo>
                  <a:lnTo>
                    <a:pt x="234" y="61"/>
                  </a:lnTo>
                  <a:lnTo>
                    <a:pt x="234" y="59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7" y="54"/>
                  </a:lnTo>
                  <a:lnTo>
                    <a:pt x="237" y="54"/>
                  </a:lnTo>
                  <a:lnTo>
                    <a:pt x="239" y="54"/>
                  </a:lnTo>
                  <a:lnTo>
                    <a:pt x="239" y="54"/>
                  </a:lnTo>
                  <a:lnTo>
                    <a:pt x="239" y="52"/>
                  </a:lnTo>
                  <a:lnTo>
                    <a:pt x="241" y="49"/>
                  </a:lnTo>
                  <a:lnTo>
                    <a:pt x="244" y="49"/>
                  </a:lnTo>
                  <a:lnTo>
                    <a:pt x="244" y="49"/>
                  </a:lnTo>
                  <a:lnTo>
                    <a:pt x="244" y="52"/>
                  </a:lnTo>
                  <a:lnTo>
                    <a:pt x="246" y="52"/>
                  </a:lnTo>
                  <a:lnTo>
                    <a:pt x="248" y="49"/>
                  </a:lnTo>
                  <a:lnTo>
                    <a:pt x="251" y="49"/>
                  </a:lnTo>
                  <a:lnTo>
                    <a:pt x="251" y="52"/>
                  </a:lnTo>
                  <a:lnTo>
                    <a:pt x="253" y="52"/>
                  </a:lnTo>
                  <a:lnTo>
                    <a:pt x="251" y="54"/>
                  </a:lnTo>
                  <a:lnTo>
                    <a:pt x="253" y="54"/>
                  </a:lnTo>
                  <a:lnTo>
                    <a:pt x="253" y="54"/>
                  </a:lnTo>
                  <a:lnTo>
                    <a:pt x="253" y="52"/>
                  </a:lnTo>
                  <a:lnTo>
                    <a:pt x="253" y="52"/>
                  </a:lnTo>
                  <a:lnTo>
                    <a:pt x="253" y="52"/>
                  </a:lnTo>
                  <a:lnTo>
                    <a:pt x="253" y="52"/>
                  </a:lnTo>
                  <a:lnTo>
                    <a:pt x="256" y="52"/>
                  </a:lnTo>
                  <a:lnTo>
                    <a:pt x="256" y="52"/>
                  </a:lnTo>
                  <a:lnTo>
                    <a:pt x="258" y="52"/>
                  </a:lnTo>
                  <a:lnTo>
                    <a:pt x="258" y="52"/>
                  </a:lnTo>
                  <a:lnTo>
                    <a:pt x="258" y="52"/>
                  </a:lnTo>
                  <a:lnTo>
                    <a:pt x="258" y="54"/>
                  </a:lnTo>
                  <a:lnTo>
                    <a:pt x="258" y="54"/>
                  </a:lnTo>
                  <a:lnTo>
                    <a:pt x="258" y="54"/>
                  </a:lnTo>
                  <a:lnTo>
                    <a:pt x="260" y="52"/>
                  </a:lnTo>
                  <a:lnTo>
                    <a:pt x="263" y="52"/>
                  </a:lnTo>
                  <a:lnTo>
                    <a:pt x="263" y="54"/>
                  </a:lnTo>
                  <a:lnTo>
                    <a:pt x="260" y="54"/>
                  </a:lnTo>
                  <a:lnTo>
                    <a:pt x="263" y="54"/>
                  </a:lnTo>
                  <a:lnTo>
                    <a:pt x="263" y="54"/>
                  </a:lnTo>
                  <a:lnTo>
                    <a:pt x="263" y="54"/>
                  </a:lnTo>
                  <a:lnTo>
                    <a:pt x="265" y="54"/>
                  </a:lnTo>
                  <a:lnTo>
                    <a:pt x="265" y="52"/>
                  </a:lnTo>
                  <a:lnTo>
                    <a:pt x="267" y="54"/>
                  </a:lnTo>
                  <a:lnTo>
                    <a:pt x="267" y="54"/>
                  </a:lnTo>
                  <a:lnTo>
                    <a:pt x="270" y="54"/>
                  </a:lnTo>
                  <a:lnTo>
                    <a:pt x="270" y="52"/>
                  </a:lnTo>
                  <a:lnTo>
                    <a:pt x="272" y="54"/>
                  </a:lnTo>
                  <a:lnTo>
                    <a:pt x="275" y="54"/>
                  </a:lnTo>
                  <a:lnTo>
                    <a:pt x="275" y="54"/>
                  </a:lnTo>
                  <a:lnTo>
                    <a:pt x="275" y="54"/>
                  </a:lnTo>
                  <a:lnTo>
                    <a:pt x="275" y="54"/>
                  </a:lnTo>
                  <a:lnTo>
                    <a:pt x="275" y="56"/>
                  </a:lnTo>
                  <a:lnTo>
                    <a:pt x="275" y="56"/>
                  </a:lnTo>
                  <a:lnTo>
                    <a:pt x="272" y="56"/>
                  </a:lnTo>
                  <a:lnTo>
                    <a:pt x="272" y="56"/>
                  </a:lnTo>
                  <a:lnTo>
                    <a:pt x="272" y="59"/>
                  </a:lnTo>
                  <a:lnTo>
                    <a:pt x="275" y="59"/>
                  </a:lnTo>
                  <a:lnTo>
                    <a:pt x="275" y="61"/>
                  </a:lnTo>
                  <a:lnTo>
                    <a:pt x="275" y="61"/>
                  </a:lnTo>
                  <a:lnTo>
                    <a:pt x="275" y="61"/>
                  </a:lnTo>
                  <a:lnTo>
                    <a:pt x="277" y="61"/>
                  </a:lnTo>
                  <a:lnTo>
                    <a:pt x="277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6"/>
                  </a:lnTo>
                  <a:lnTo>
                    <a:pt x="282" y="56"/>
                  </a:lnTo>
                  <a:lnTo>
                    <a:pt x="284" y="54"/>
                  </a:lnTo>
                  <a:lnTo>
                    <a:pt x="284" y="54"/>
                  </a:lnTo>
                  <a:lnTo>
                    <a:pt x="286" y="54"/>
                  </a:lnTo>
                  <a:lnTo>
                    <a:pt x="291" y="54"/>
                  </a:lnTo>
                  <a:lnTo>
                    <a:pt x="291" y="54"/>
                  </a:lnTo>
                  <a:lnTo>
                    <a:pt x="291" y="54"/>
                  </a:lnTo>
                  <a:lnTo>
                    <a:pt x="293" y="52"/>
                  </a:lnTo>
                  <a:lnTo>
                    <a:pt x="293" y="52"/>
                  </a:lnTo>
                  <a:lnTo>
                    <a:pt x="293" y="52"/>
                  </a:lnTo>
                  <a:lnTo>
                    <a:pt x="293" y="52"/>
                  </a:lnTo>
                  <a:lnTo>
                    <a:pt x="293" y="49"/>
                  </a:lnTo>
                  <a:lnTo>
                    <a:pt x="296" y="49"/>
                  </a:lnTo>
                  <a:lnTo>
                    <a:pt x="296" y="49"/>
                  </a:lnTo>
                  <a:lnTo>
                    <a:pt x="296" y="49"/>
                  </a:lnTo>
                  <a:lnTo>
                    <a:pt x="298" y="49"/>
                  </a:lnTo>
                  <a:lnTo>
                    <a:pt x="298" y="49"/>
                  </a:lnTo>
                  <a:lnTo>
                    <a:pt x="298" y="49"/>
                  </a:lnTo>
                  <a:lnTo>
                    <a:pt x="298" y="49"/>
                  </a:lnTo>
                  <a:lnTo>
                    <a:pt x="301" y="49"/>
                  </a:lnTo>
                  <a:lnTo>
                    <a:pt x="303" y="47"/>
                  </a:lnTo>
                  <a:lnTo>
                    <a:pt x="303" y="47"/>
                  </a:lnTo>
                  <a:lnTo>
                    <a:pt x="303" y="47"/>
                  </a:lnTo>
                  <a:lnTo>
                    <a:pt x="305" y="47"/>
                  </a:lnTo>
                  <a:lnTo>
                    <a:pt x="303" y="47"/>
                  </a:lnTo>
                  <a:lnTo>
                    <a:pt x="305" y="47"/>
                  </a:lnTo>
                  <a:lnTo>
                    <a:pt x="308" y="47"/>
                  </a:lnTo>
                  <a:lnTo>
                    <a:pt x="310" y="47"/>
                  </a:lnTo>
                  <a:lnTo>
                    <a:pt x="324" y="45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1" y="45"/>
                  </a:lnTo>
                  <a:lnTo>
                    <a:pt x="334" y="42"/>
                  </a:lnTo>
                  <a:lnTo>
                    <a:pt x="336" y="42"/>
                  </a:lnTo>
                  <a:lnTo>
                    <a:pt x="334" y="42"/>
                  </a:lnTo>
                  <a:lnTo>
                    <a:pt x="334" y="40"/>
                  </a:lnTo>
                  <a:lnTo>
                    <a:pt x="334" y="40"/>
                  </a:lnTo>
                  <a:lnTo>
                    <a:pt x="336" y="40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0"/>
                  </a:lnTo>
                  <a:lnTo>
                    <a:pt x="338" y="40"/>
                  </a:lnTo>
                  <a:lnTo>
                    <a:pt x="338" y="40"/>
                  </a:lnTo>
                  <a:lnTo>
                    <a:pt x="341" y="37"/>
                  </a:lnTo>
                  <a:lnTo>
                    <a:pt x="341" y="37"/>
                  </a:lnTo>
                  <a:lnTo>
                    <a:pt x="341" y="35"/>
                  </a:lnTo>
                  <a:lnTo>
                    <a:pt x="341" y="35"/>
                  </a:lnTo>
                  <a:lnTo>
                    <a:pt x="338" y="37"/>
                  </a:lnTo>
                  <a:lnTo>
                    <a:pt x="338" y="37"/>
                  </a:lnTo>
                  <a:lnTo>
                    <a:pt x="338" y="37"/>
                  </a:lnTo>
                  <a:lnTo>
                    <a:pt x="338" y="35"/>
                  </a:lnTo>
                  <a:lnTo>
                    <a:pt x="338" y="35"/>
                  </a:lnTo>
                  <a:lnTo>
                    <a:pt x="341" y="35"/>
                  </a:lnTo>
                  <a:lnTo>
                    <a:pt x="341" y="33"/>
                  </a:lnTo>
                  <a:lnTo>
                    <a:pt x="341" y="33"/>
                  </a:lnTo>
                  <a:lnTo>
                    <a:pt x="338" y="33"/>
                  </a:lnTo>
                  <a:lnTo>
                    <a:pt x="338" y="33"/>
                  </a:lnTo>
                  <a:lnTo>
                    <a:pt x="341" y="33"/>
                  </a:lnTo>
                  <a:lnTo>
                    <a:pt x="338" y="30"/>
                  </a:lnTo>
                  <a:lnTo>
                    <a:pt x="338" y="30"/>
                  </a:lnTo>
                  <a:lnTo>
                    <a:pt x="336" y="30"/>
                  </a:lnTo>
                  <a:lnTo>
                    <a:pt x="336" y="30"/>
                  </a:lnTo>
                  <a:lnTo>
                    <a:pt x="338" y="30"/>
                  </a:lnTo>
                  <a:lnTo>
                    <a:pt x="338" y="28"/>
                  </a:lnTo>
                  <a:lnTo>
                    <a:pt x="338" y="28"/>
                  </a:lnTo>
                  <a:lnTo>
                    <a:pt x="338" y="28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3"/>
                  </a:lnTo>
                  <a:lnTo>
                    <a:pt x="341" y="23"/>
                  </a:lnTo>
                  <a:lnTo>
                    <a:pt x="341" y="23"/>
                  </a:lnTo>
                  <a:lnTo>
                    <a:pt x="338" y="23"/>
                  </a:lnTo>
                  <a:lnTo>
                    <a:pt x="338" y="21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38" y="21"/>
                  </a:lnTo>
                  <a:lnTo>
                    <a:pt x="338" y="21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4" y="23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1" y="26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4" y="28"/>
                  </a:lnTo>
                  <a:lnTo>
                    <a:pt x="331" y="28"/>
                  </a:lnTo>
                  <a:lnTo>
                    <a:pt x="329" y="30"/>
                  </a:lnTo>
                  <a:lnTo>
                    <a:pt x="329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4" y="33"/>
                  </a:lnTo>
                  <a:lnTo>
                    <a:pt x="322" y="33"/>
                  </a:lnTo>
                  <a:lnTo>
                    <a:pt x="322" y="33"/>
                  </a:lnTo>
                  <a:lnTo>
                    <a:pt x="324" y="33"/>
                  </a:lnTo>
                  <a:lnTo>
                    <a:pt x="324" y="33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22" y="30"/>
                  </a:lnTo>
                  <a:lnTo>
                    <a:pt x="319" y="30"/>
                  </a:lnTo>
                  <a:lnTo>
                    <a:pt x="322" y="30"/>
                  </a:lnTo>
                  <a:lnTo>
                    <a:pt x="322" y="30"/>
                  </a:lnTo>
                  <a:lnTo>
                    <a:pt x="322" y="28"/>
                  </a:lnTo>
                  <a:lnTo>
                    <a:pt x="322" y="28"/>
                  </a:lnTo>
                  <a:lnTo>
                    <a:pt x="322" y="28"/>
                  </a:lnTo>
                  <a:lnTo>
                    <a:pt x="317" y="30"/>
                  </a:lnTo>
                  <a:lnTo>
                    <a:pt x="317" y="33"/>
                  </a:lnTo>
                  <a:lnTo>
                    <a:pt x="317" y="33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28"/>
                  </a:lnTo>
                  <a:lnTo>
                    <a:pt x="319" y="28"/>
                  </a:lnTo>
                  <a:lnTo>
                    <a:pt x="317" y="28"/>
                  </a:lnTo>
                  <a:lnTo>
                    <a:pt x="317" y="28"/>
                  </a:lnTo>
                  <a:lnTo>
                    <a:pt x="315" y="28"/>
                  </a:lnTo>
                  <a:lnTo>
                    <a:pt x="312" y="28"/>
                  </a:lnTo>
                  <a:lnTo>
                    <a:pt x="315" y="28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7" y="23"/>
                  </a:lnTo>
                  <a:lnTo>
                    <a:pt x="315" y="23"/>
                  </a:lnTo>
                  <a:lnTo>
                    <a:pt x="315" y="21"/>
                  </a:lnTo>
                  <a:lnTo>
                    <a:pt x="315" y="21"/>
                  </a:lnTo>
                  <a:lnTo>
                    <a:pt x="315" y="21"/>
                  </a:lnTo>
                  <a:lnTo>
                    <a:pt x="315" y="23"/>
                  </a:lnTo>
                  <a:lnTo>
                    <a:pt x="312" y="23"/>
                  </a:lnTo>
                  <a:lnTo>
                    <a:pt x="312" y="23"/>
                  </a:lnTo>
                  <a:lnTo>
                    <a:pt x="312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0" y="23"/>
                  </a:lnTo>
                  <a:lnTo>
                    <a:pt x="310" y="23"/>
                  </a:lnTo>
                  <a:lnTo>
                    <a:pt x="310" y="23"/>
                  </a:lnTo>
                  <a:lnTo>
                    <a:pt x="310" y="23"/>
                  </a:lnTo>
                  <a:lnTo>
                    <a:pt x="310" y="21"/>
                  </a:lnTo>
                  <a:lnTo>
                    <a:pt x="310" y="18"/>
                  </a:lnTo>
                  <a:lnTo>
                    <a:pt x="312" y="18"/>
                  </a:lnTo>
                  <a:lnTo>
                    <a:pt x="312" y="18"/>
                  </a:lnTo>
                  <a:lnTo>
                    <a:pt x="315" y="18"/>
                  </a:lnTo>
                  <a:lnTo>
                    <a:pt x="312" y="18"/>
                  </a:lnTo>
                  <a:lnTo>
                    <a:pt x="312" y="18"/>
                  </a:lnTo>
                  <a:lnTo>
                    <a:pt x="310" y="18"/>
                  </a:lnTo>
                  <a:lnTo>
                    <a:pt x="310" y="18"/>
                  </a:lnTo>
                  <a:lnTo>
                    <a:pt x="310" y="21"/>
                  </a:lnTo>
                  <a:lnTo>
                    <a:pt x="308" y="21"/>
                  </a:lnTo>
                  <a:lnTo>
                    <a:pt x="308" y="21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21"/>
                  </a:lnTo>
                  <a:lnTo>
                    <a:pt x="305" y="21"/>
                  </a:lnTo>
                  <a:lnTo>
                    <a:pt x="305" y="23"/>
                  </a:lnTo>
                  <a:lnTo>
                    <a:pt x="303" y="23"/>
                  </a:lnTo>
                  <a:lnTo>
                    <a:pt x="303" y="23"/>
                  </a:lnTo>
                  <a:lnTo>
                    <a:pt x="303" y="23"/>
                  </a:lnTo>
                  <a:lnTo>
                    <a:pt x="303" y="21"/>
                  </a:lnTo>
                  <a:lnTo>
                    <a:pt x="303" y="21"/>
                  </a:lnTo>
                  <a:lnTo>
                    <a:pt x="305" y="18"/>
                  </a:lnTo>
                  <a:lnTo>
                    <a:pt x="305" y="18"/>
                  </a:lnTo>
                  <a:lnTo>
                    <a:pt x="305" y="18"/>
                  </a:lnTo>
                  <a:lnTo>
                    <a:pt x="303" y="18"/>
                  </a:lnTo>
                  <a:lnTo>
                    <a:pt x="303" y="18"/>
                  </a:lnTo>
                  <a:lnTo>
                    <a:pt x="303" y="21"/>
                  </a:lnTo>
                  <a:lnTo>
                    <a:pt x="303" y="21"/>
                  </a:lnTo>
                  <a:lnTo>
                    <a:pt x="301" y="21"/>
                  </a:lnTo>
                  <a:lnTo>
                    <a:pt x="301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6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18"/>
                  </a:lnTo>
                  <a:lnTo>
                    <a:pt x="298" y="18"/>
                  </a:lnTo>
                  <a:lnTo>
                    <a:pt x="296" y="21"/>
                  </a:lnTo>
                  <a:lnTo>
                    <a:pt x="293" y="23"/>
                  </a:lnTo>
                  <a:lnTo>
                    <a:pt x="291" y="23"/>
                  </a:lnTo>
                  <a:lnTo>
                    <a:pt x="293" y="23"/>
                  </a:lnTo>
                  <a:lnTo>
                    <a:pt x="293" y="23"/>
                  </a:lnTo>
                  <a:lnTo>
                    <a:pt x="296" y="23"/>
                  </a:lnTo>
                  <a:lnTo>
                    <a:pt x="293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91" y="28"/>
                  </a:lnTo>
                  <a:lnTo>
                    <a:pt x="289" y="28"/>
                  </a:lnTo>
                  <a:lnTo>
                    <a:pt x="286" y="30"/>
                  </a:lnTo>
                  <a:lnTo>
                    <a:pt x="284" y="33"/>
                  </a:lnTo>
                  <a:lnTo>
                    <a:pt x="284" y="33"/>
                  </a:lnTo>
                  <a:lnTo>
                    <a:pt x="284" y="33"/>
                  </a:lnTo>
                  <a:lnTo>
                    <a:pt x="282" y="33"/>
                  </a:lnTo>
                  <a:lnTo>
                    <a:pt x="282" y="33"/>
                  </a:lnTo>
                  <a:lnTo>
                    <a:pt x="279" y="35"/>
                  </a:lnTo>
                  <a:lnTo>
                    <a:pt x="279" y="35"/>
                  </a:lnTo>
                  <a:lnTo>
                    <a:pt x="282" y="35"/>
                  </a:lnTo>
                  <a:lnTo>
                    <a:pt x="282" y="35"/>
                  </a:lnTo>
                  <a:lnTo>
                    <a:pt x="279" y="37"/>
                  </a:lnTo>
                  <a:lnTo>
                    <a:pt x="279" y="37"/>
                  </a:lnTo>
                  <a:lnTo>
                    <a:pt x="279" y="35"/>
                  </a:lnTo>
                  <a:lnTo>
                    <a:pt x="279" y="35"/>
                  </a:lnTo>
                  <a:lnTo>
                    <a:pt x="279" y="35"/>
                  </a:lnTo>
                  <a:lnTo>
                    <a:pt x="279" y="33"/>
                  </a:lnTo>
                  <a:lnTo>
                    <a:pt x="282" y="33"/>
                  </a:lnTo>
                  <a:lnTo>
                    <a:pt x="282" y="30"/>
                  </a:lnTo>
                  <a:lnTo>
                    <a:pt x="282" y="30"/>
                  </a:lnTo>
                  <a:lnTo>
                    <a:pt x="282" y="28"/>
                  </a:lnTo>
                  <a:lnTo>
                    <a:pt x="282" y="28"/>
                  </a:lnTo>
                  <a:lnTo>
                    <a:pt x="282" y="26"/>
                  </a:lnTo>
                  <a:lnTo>
                    <a:pt x="279" y="26"/>
                  </a:lnTo>
                  <a:lnTo>
                    <a:pt x="279" y="23"/>
                  </a:lnTo>
                  <a:lnTo>
                    <a:pt x="279" y="23"/>
                  </a:lnTo>
                  <a:lnTo>
                    <a:pt x="277" y="23"/>
                  </a:lnTo>
                  <a:lnTo>
                    <a:pt x="277" y="26"/>
                  </a:lnTo>
                  <a:lnTo>
                    <a:pt x="275" y="26"/>
                  </a:lnTo>
                  <a:lnTo>
                    <a:pt x="275" y="28"/>
                  </a:lnTo>
                  <a:lnTo>
                    <a:pt x="275" y="28"/>
                  </a:lnTo>
                  <a:lnTo>
                    <a:pt x="277" y="28"/>
                  </a:lnTo>
                  <a:lnTo>
                    <a:pt x="275" y="28"/>
                  </a:lnTo>
                  <a:lnTo>
                    <a:pt x="267" y="28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3" y="30"/>
                  </a:lnTo>
                  <a:lnTo>
                    <a:pt x="263" y="30"/>
                  </a:lnTo>
                  <a:lnTo>
                    <a:pt x="260" y="33"/>
                  </a:lnTo>
                  <a:lnTo>
                    <a:pt x="258" y="33"/>
                  </a:lnTo>
                  <a:lnTo>
                    <a:pt x="258" y="33"/>
                  </a:lnTo>
                  <a:lnTo>
                    <a:pt x="256" y="33"/>
                  </a:lnTo>
                  <a:lnTo>
                    <a:pt x="253" y="33"/>
                  </a:lnTo>
                  <a:lnTo>
                    <a:pt x="251" y="33"/>
                  </a:lnTo>
                  <a:lnTo>
                    <a:pt x="248" y="33"/>
                  </a:lnTo>
                  <a:lnTo>
                    <a:pt x="248" y="33"/>
                  </a:lnTo>
                  <a:lnTo>
                    <a:pt x="246" y="35"/>
                  </a:lnTo>
                  <a:lnTo>
                    <a:pt x="246" y="35"/>
                  </a:lnTo>
                  <a:lnTo>
                    <a:pt x="244" y="35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1" y="30"/>
                  </a:lnTo>
                  <a:lnTo>
                    <a:pt x="241" y="30"/>
                  </a:lnTo>
                  <a:lnTo>
                    <a:pt x="241" y="30"/>
                  </a:lnTo>
                  <a:lnTo>
                    <a:pt x="244" y="30"/>
                  </a:lnTo>
                  <a:lnTo>
                    <a:pt x="244" y="30"/>
                  </a:lnTo>
                  <a:lnTo>
                    <a:pt x="239" y="28"/>
                  </a:lnTo>
                  <a:lnTo>
                    <a:pt x="239" y="26"/>
                  </a:lnTo>
                  <a:lnTo>
                    <a:pt x="239" y="26"/>
                  </a:lnTo>
                  <a:lnTo>
                    <a:pt x="241" y="28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6" y="26"/>
                  </a:lnTo>
                  <a:lnTo>
                    <a:pt x="244" y="26"/>
                  </a:lnTo>
                  <a:lnTo>
                    <a:pt x="244" y="26"/>
                  </a:lnTo>
                  <a:lnTo>
                    <a:pt x="241" y="28"/>
                  </a:lnTo>
                  <a:lnTo>
                    <a:pt x="237" y="26"/>
                  </a:lnTo>
                  <a:lnTo>
                    <a:pt x="234" y="28"/>
                  </a:lnTo>
                  <a:lnTo>
                    <a:pt x="234" y="28"/>
                  </a:lnTo>
                  <a:lnTo>
                    <a:pt x="232" y="28"/>
                  </a:lnTo>
                  <a:lnTo>
                    <a:pt x="232" y="28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37" y="30"/>
                  </a:lnTo>
                  <a:lnTo>
                    <a:pt x="237" y="30"/>
                  </a:lnTo>
                  <a:lnTo>
                    <a:pt x="237" y="30"/>
                  </a:lnTo>
                  <a:lnTo>
                    <a:pt x="239" y="30"/>
                  </a:lnTo>
                  <a:lnTo>
                    <a:pt x="237" y="30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9" y="33"/>
                  </a:lnTo>
                  <a:lnTo>
                    <a:pt x="239" y="33"/>
                  </a:lnTo>
                  <a:lnTo>
                    <a:pt x="239" y="35"/>
                  </a:lnTo>
                  <a:lnTo>
                    <a:pt x="237" y="35"/>
                  </a:lnTo>
                  <a:lnTo>
                    <a:pt x="232" y="35"/>
                  </a:lnTo>
                  <a:lnTo>
                    <a:pt x="232" y="35"/>
                  </a:lnTo>
                  <a:lnTo>
                    <a:pt x="232" y="33"/>
                  </a:lnTo>
                  <a:lnTo>
                    <a:pt x="230" y="30"/>
                  </a:lnTo>
                  <a:lnTo>
                    <a:pt x="230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5" y="30"/>
                  </a:lnTo>
                  <a:lnTo>
                    <a:pt x="225" y="30"/>
                  </a:lnTo>
                  <a:lnTo>
                    <a:pt x="225" y="30"/>
                  </a:lnTo>
                  <a:lnTo>
                    <a:pt x="227" y="28"/>
                  </a:lnTo>
                  <a:lnTo>
                    <a:pt x="227" y="28"/>
                  </a:lnTo>
                  <a:lnTo>
                    <a:pt x="222" y="28"/>
                  </a:lnTo>
                  <a:lnTo>
                    <a:pt x="220" y="28"/>
                  </a:lnTo>
                  <a:lnTo>
                    <a:pt x="218" y="30"/>
                  </a:lnTo>
                  <a:lnTo>
                    <a:pt x="218" y="30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5" y="35"/>
                  </a:lnTo>
                  <a:lnTo>
                    <a:pt x="215" y="35"/>
                  </a:lnTo>
                  <a:lnTo>
                    <a:pt x="215" y="37"/>
                  </a:lnTo>
                  <a:lnTo>
                    <a:pt x="215" y="37"/>
                  </a:lnTo>
                  <a:lnTo>
                    <a:pt x="213" y="37"/>
                  </a:lnTo>
                  <a:lnTo>
                    <a:pt x="213" y="37"/>
                  </a:lnTo>
                  <a:lnTo>
                    <a:pt x="213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4" y="42"/>
                  </a:lnTo>
                  <a:lnTo>
                    <a:pt x="204" y="42"/>
                  </a:lnTo>
                  <a:lnTo>
                    <a:pt x="204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196" y="37"/>
                  </a:lnTo>
                  <a:lnTo>
                    <a:pt x="189" y="37"/>
                  </a:lnTo>
                  <a:lnTo>
                    <a:pt x="189" y="37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37"/>
                  </a:lnTo>
                  <a:lnTo>
                    <a:pt x="185" y="37"/>
                  </a:lnTo>
                  <a:lnTo>
                    <a:pt x="185" y="40"/>
                  </a:lnTo>
                  <a:lnTo>
                    <a:pt x="182" y="40"/>
                  </a:lnTo>
                  <a:lnTo>
                    <a:pt x="182" y="37"/>
                  </a:lnTo>
                  <a:lnTo>
                    <a:pt x="182" y="37"/>
                  </a:lnTo>
                  <a:lnTo>
                    <a:pt x="180" y="40"/>
                  </a:lnTo>
                  <a:lnTo>
                    <a:pt x="180" y="40"/>
                  </a:lnTo>
                  <a:lnTo>
                    <a:pt x="180" y="40"/>
                  </a:lnTo>
                  <a:lnTo>
                    <a:pt x="178" y="42"/>
                  </a:lnTo>
                  <a:lnTo>
                    <a:pt x="178" y="42"/>
                  </a:lnTo>
                  <a:lnTo>
                    <a:pt x="175" y="42"/>
                  </a:lnTo>
                  <a:lnTo>
                    <a:pt x="175" y="42"/>
                  </a:lnTo>
                  <a:lnTo>
                    <a:pt x="170" y="40"/>
                  </a:lnTo>
                  <a:lnTo>
                    <a:pt x="168" y="40"/>
                  </a:lnTo>
                  <a:lnTo>
                    <a:pt x="166" y="42"/>
                  </a:lnTo>
                  <a:lnTo>
                    <a:pt x="166" y="42"/>
                  </a:lnTo>
                  <a:lnTo>
                    <a:pt x="163" y="45"/>
                  </a:lnTo>
                  <a:lnTo>
                    <a:pt x="163" y="47"/>
                  </a:lnTo>
                  <a:lnTo>
                    <a:pt x="161" y="47"/>
                  </a:lnTo>
                  <a:lnTo>
                    <a:pt x="161" y="47"/>
                  </a:lnTo>
                  <a:lnTo>
                    <a:pt x="161" y="47"/>
                  </a:lnTo>
                  <a:lnTo>
                    <a:pt x="159" y="47"/>
                  </a:lnTo>
                  <a:lnTo>
                    <a:pt x="161" y="45"/>
                  </a:lnTo>
                  <a:lnTo>
                    <a:pt x="161" y="45"/>
                  </a:lnTo>
                  <a:lnTo>
                    <a:pt x="161" y="45"/>
                  </a:lnTo>
                  <a:lnTo>
                    <a:pt x="163" y="45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3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68" y="40"/>
                  </a:lnTo>
                  <a:lnTo>
                    <a:pt x="168" y="37"/>
                  </a:lnTo>
                  <a:lnTo>
                    <a:pt x="168" y="37"/>
                  </a:lnTo>
                  <a:lnTo>
                    <a:pt x="168" y="37"/>
                  </a:lnTo>
                  <a:lnTo>
                    <a:pt x="170" y="37"/>
                  </a:lnTo>
                  <a:lnTo>
                    <a:pt x="170" y="37"/>
                  </a:lnTo>
                  <a:lnTo>
                    <a:pt x="173" y="37"/>
                  </a:lnTo>
                  <a:lnTo>
                    <a:pt x="175" y="35"/>
                  </a:lnTo>
                  <a:lnTo>
                    <a:pt x="178" y="33"/>
                  </a:lnTo>
                  <a:lnTo>
                    <a:pt x="187" y="30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92" y="28"/>
                  </a:lnTo>
                  <a:lnTo>
                    <a:pt x="192" y="28"/>
                  </a:lnTo>
                  <a:lnTo>
                    <a:pt x="192" y="26"/>
                  </a:lnTo>
                  <a:lnTo>
                    <a:pt x="192" y="26"/>
                  </a:lnTo>
                  <a:lnTo>
                    <a:pt x="192" y="26"/>
                  </a:lnTo>
                  <a:lnTo>
                    <a:pt x="192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185" y="21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187" y="18"/>
                  </a:lnTo>
                  <a:lnTo>
                    <a:pt x="187" y="18"/>
                  </a:lnTo>
                  <a:lnTo>
                    <a:pt x="185" y="18"/>
                  </a:lnTo>
                  <a:lnTo>
                    <a:pt x="185" y="18"/>
                  </a:lnTo>
                  <a:lnTo>
                    <a:pt x="185" y="18"/>
                  </a:lnTo>
                  <a:lnTo>
                    <a:pt x="182" y="18"/>
                  </a:lnTo>
                  <a:lnTo>
                    <a:pt x="185" y="16"/>
                  </a:lnTo>
                  <a:lnTo>
                    <a:pt x="182" y="16"/>
                  </a:lnTo>
                  <a:lnTo>
                    <a:pt x="182" y="16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5" y="11"/>
                  </a:lnTo>
                  <a:lnTo>
                    <a:pt x="185" y="11"/>
                  </a:lnTo>
                  <a:lnTo>
                    <a:pt x="187" y="11"/>
                  </a:lnTo>
                  <a:lnTo>
                    <a:pt x="187" y="11"/>
                  </a:lnTo>
                  <a:lnTo>
                    <a:pt x="187" y="9"/>
                  </a:lnTo>
                  <a:lnTo>
                    <a:pt x="187" y="9"/>
                  </a:lnTo>
                  <a:lnTo>
                    <a:pt x="187" y="7"/>
                  </a:lnTo>
                  <a:lnTo>
                    <a:pt x="187" y="7"/>
                  </a:lnTo>
                  <a:lnTo>
                    <a:pt x="187" y="7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5" y="0"/>
                  </a:lnTo>
                  <a:lnTo>
                    <a:pt x="185" y="2"/>
                  </a:lnTo>
                  <a:lnTo>
                    <a:pt x="182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2" y="4"/>
                  </a:lnTo>
                  <a:lnTo>
                    <a:pt x="180" y="7"/>
                  </a:lnTo>
                  <a:lnTo>
                    <a:pt x="180" y="7"/>
                  </a:lnTo>
                  <a:lnTo>
                    <a:pt x="178" y="9"/>
                  </a:lnTo>
                  <a:lnTo>
                    <a:pt x="178" y="11"/>
                  </a:lnTo>
                  <a:lnTo>
                    <a:pt x="175" y="11"/>
                  </a:lnTo>
                  <a:lnTo>
                    <a:pt x="175" y="11"/>
                  </a:lnTo>
                  <a:lnTo>
                    <a:pt x="175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1"/>
                  </a:lnTo>
                  <a:lnTo>
                    <a:pt x="170" y="11"/>
                  </a:lnTo>
                  <a:lnTo>
                    <a:pt x="170" y="11"/>
                  </a:lnTo>
                  <a:lnTo>
                    <a:pt x="170" y="14"/>
                  </a:lnTo>
                  <a:lnTo>
                    <a:pt x="168" y="14"/>
                  </a:lnTo>
                  <a:lnTo>
                    <a:pt x="170" y="14"/>
                  </a:lnTo>
                  <a:lnTo>
                    <a:pt x="168" y="14"/>
                  </a:lnTo>
                  <a:lnTo>
                    <a:pt x="168" y="16"/>
                  </a:lnTo>
                  <a:lnTo>
                    <a:pt x="168" y="16"/>
                  </a:lnTo>
                  <a:lnTo>
                    <a:pt x="168" y="18"/>
                  </a:lnTo>
                  <a:lnTo>
                    <a:pt x="170" y="18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73" y="16"/>
                  </a:lnTo>
                  <a:lnTo>
                    <a:pt x="173" y="16"/>
                  </a:lnTo>
                  <a:lnTo>
                    <a:pt x="173" y="18"/>
                  </a:lnTo>
                  <a:lnTo>
                    <a:pt x="170" y="21"/>
                  </a:lnTo>
                  <a:lnTo>
                    <a:pt x="168" y="21"/>
                  </a:lnTo>
                  <a:lnTo>
                    <a:pt x="168" y="21"/>
                  </a:lnTo>
                  <a:lnTo>
                    <a:pt x="166" y="16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1"/>
                  </a:lnTo>
                  <a:lnTo>
                    <a:pt x="163" y="11"/>
                  </a:lnTo>
                  <a:lnTo>
                    <a:pt x="161" y="14"/>
                  </a:lnTo>
                  <a:lnTo>
                    <a:pt x="161" y="14"/>
                  </a:lnTo>
                  <a:lnTo>
                    <a:pt x="161" y="11"/>
                  </a:lnTo>
                  <a:lnTo>
                    <a:pt x="159" y="11"/>
                  </a:lnTo>
                  <a:lnTo>
                    <a:pt x="156" y="11"/>
                  </a:lnTo>
                  <a:lnTo>
                    <a:pt x="156" y="11"/>
                  </a:lnTo>
                  <a:lnTo>
                    <a:pt x="156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1" y="11"/>
                  </a:lnTo>
                  <a:lnTo>
                    <a:pt x="154" y="9"/>
                  </a:lnTo>
                  <a:lnTo>
                    <a:pt x="151" y="9"/>
                  </a:lnTo>
                  <a:lnTo>
                    <a:pt x="149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11"/>
                  </a:lnTo>
                  <a:lnTo>
                    <a:pt x="144" y="11"/>
                  </a:lnTo>
                  <a:lnTo>
                    <a:pt x="144" y="11"/>
                  </a:lnTo>
                  <a:lnTo>
                    <a:pt x="144" y="14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42" y="18"/>
                  </a:lnTo>
                  <a:lnTo>
                    <a:pt x="142" y="18"/>
                  </a:lnTo>
                  <a:lnTo>
                    <a:pt x="142" y="18"/>
                  </a:lnTo>
                  <a:lnTo>
                    <a:pt x="142" y="21"/>
                  </a:lnTo>
                  <a:lnTo>
                    <a:pt x="142" y="21"/>
                  </a:lnTo>
                  <a:lnTo>
                    <a:pt x="142" y="21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6"/>
                  </a:lnTo>
                  <a:lnTo>
                    <a:pt x="142" y="26"/>
                  </a:lnTo>
                  <a:lnTo>
                    <a:pt x="140" y="26"/>
                  </a:lnTo>
                  <a:lnTo>
                    <a:pt x="137" y="21"/>
                  </a:lnTo>
                  <a:lnTo>
                    <a:pt x="137" y="18"/>
                  </a:lnTo>
                  <a:lnTo>
                    <a:pt x="137" y="16"/>
                  </a:lnTo>
                  <a:lnTo>
                    <a:pt x="135" y="14"/>
                  </a:lnTo>
                  <a:lnTo>
                    <a:pt x="135" y="14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14"/>
                  </a:lnTo>
                  <a:lnTo>
                    <a:pt x="133" y="14"/>
                  </a:lnTo>
                  <a:lnTo>
                    <a:pt x="133" y="14"/>
                  </a:lnTo>
                  <a:lnTo>
                    <a:pt x="130" y="14"/>
                  </a:lnTo>
                  <a:lnTo>
                    <a:pt x="130" y="16"/>
                  </a:lnTo>
                  <a:lnTo>
                    <a:pt x="130" y="18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8" y="18"/>
                  </a:lnTo>
                  <a:lnTo>
                    <a:pt x="128" y="16"/>
                  </a:lnTo>
                  <a:lnTo>
                    <a:pt x="128" y="16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28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23" y="11"/>
                  </a:lnTo>
                  <a:lnTo>
                    <a:pt x="123" y="14"/>
                  </a:lnTo>
                  <a:lnTo>
                    <a:pt x="123" y="26"/>
                  </a:lnTo>
                  <a:lnTo>
                    <a:pt x="123" y="28"/>
                  </a:lnTo>
                  <a:lnTo>
                    <a:pt x="125" y="30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3" y="30"/>
                  </a:lnTo>
                  <a:lnTo>
                    <a:pt x="121" y="23"/>
                  </a:lnTo>
                  <a:lnTo>
                    <a:pt x="121" y="21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21" y="14"/>
                  </a:lnTo>
                  <a:lnTo>
                    <a:pt x="118" y="14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6" y="18"/>
                  </a:lnTo>
                  <a:lnTo>
                    <a:pt x="114" y="21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6" y="33"/>
                  </a:lnTo>
                  <a:lnTo>
                    <a:pt x="116" y="33"/>
                  </a:lnTo>
                  <a:lnTo>
                    <a:pt x="114" y="33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21" y="37"/>
                  </a:lnTo>
                  <a:lnTo>
                    <a:pt x="116" y="37"/>
                  </a:lnTo>
                  <a:lnTo>
                    <a:pt x="114" y="37"/>
                  </a:lnTo>
                  <a:lnTo>
                    <a:pt x="111" y="37"/>
                  </a:lnTo>
                  <a:lnTo>
                    <a:pt x="109" y="35"/>
                  </a:lnTo>
                  <a:lnTo>
                    <a:pt x="109" y="30"/>
                  </a:lnTo>
                  <a:lnTo>
                    <a:pt x="109" y="30"/>
                  </a:lnTo>
                  <a:lnTo>
                    <a:pt x="107" y="30"/>
                  </a:lnTo>
                  <a:lnTo>
                    <a:pt x="107" y="30"/>
                  </a:lnTo>
                  <a:lnTo>
                    <a:pt x="104" y="33"/>
                  </a:lnTo>
                  <a:lnTo>
                    <a:pt x="104" y="35"/>
                  </a:lnTo>
                  <a:lnTo>
                    <a:pt x="104" y="37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2" y="37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111" y="45"/>
                  </a:lnTo>
                  <a:lnTo>
                    <a:pt x="111" y="47"/>
                  </a:lnTo>
                  <a:lnTo>
                    <a:pt x="109" y="47"/>
                  </a:lnTo>
                  <a:lnTo>
                    <a:pt x="109" y="49"/>
                  </a:lnTo>
                  <a:lnTo>
                    <a:pt x="114" y="54"/>
                  </a:lnTo>
                  <a:lnTo>
                    <a:pt x="116" y="54"/>
                  </a:lnTo>
                  <a:lnTo>
                    <a:pt x="111" y="52"/>
                  </a:lnTo>
                  <a:lnTo>
                    <a:pt x="111" y="54"/>
                  </a:lnTo>
                  <a:lnTo>
                    <a:pt x="109" y="54"/>
                  </a:lnTo>
                  <a:lnTo>
                    <a:pt x="109" y="56"/>
                  </a:lnTo>
                  <a:lnTo>
                    <a:pt x="111" y="56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111" y="63"/>
                  </a:lnTo>
                  <a:lnTo>
                    <a:pt x="111" y="63"/>
                  </a:lnTo>
                  <a:lnTo>
                    <a:pt x="111" y="66"/>
                  </a:lnTo>
                  <a:lnTo>
                    <a:pt x="111" y="68"/>
                  </a:lnTo>
                  <a:lnTo>
                    <a:pt x="114" y="68"/>
                  </a:lnTo>
                  <a:lnTo>
                    <a:pt x="111" y="68"/>
                  </a:lnTo>
                  <a:lnTo>
                    <a:pt x="111" y="68"/>
                  </a:lnTo>
                  <a:lnTo>
                    <a:pt x="111" y="71"/>
                  </a:lnTo>
                  <a:lnTo>
                    <a:pt x="111" y="71"/>
                  </a:lnTo>
                  <a:lnTo>
                    <a:pt x="111" y="73"/>
                  </a:lnTo>
                  <a:lnTo>
                    <a:pt x="111" y="71"/>
                  </a:lnTo>
                  <a:lnTo>
                    <a:pt x="109" y="68"/>
                  </a:lnTo>
                  <a:lnTo>
                    <a:pt x="109" y="68"/>
                  </a:lnTo>
                  <a:lnTo>
                    <a:pt x="107" y="68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1"/>
                  </a:lnTo>
                  <a:lnTo>
                    <a:pt x="107" y="61"/>
                  </a:lnTo>
                  <a:lnTo>
                    <a:pt x="107" y="59"/>
                  </a:lnTo>
                  <a:lnTo>
                    <a:pt x="104" y="56"/>
                  </a:lnTo>
                  <a:lnTo>
                    <a:pt x="102" y="54"/>
                  </a:lnTo>
                  <a:lnTo>
                    <a:pt x="102" y="54"/>
                  </a:lnTo>
                  <a:lnTo>
                    <a:pt x="102" y="52"/>
                  </a:lnTo>
                  <a:lnTo>
                    <a:pt x="102" y="49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0"/>
                  </a:lnTo>
                  <a:lnTo>
                    <a:pt x="92" y="37"/>
                  </a:lnTo>
                  <a:lnTo>
                    <a:pt x="88" y="33"/>
                  </a:lnTo>
                  <a:lnTo>
                    <a:pt x="88" y="33"/>
                  </a:lnTo>
                  <a:lnTo>
                    <a:pt x="85" y="35"/>
                  </a:lnTo>
                  <a:lnTo>
                    <a:pt x="83" y="40"/>
                  </a:lnTo>
                  <a:lnTo>
                    <a:pt x="80" y="42"/>
                  </a:lnTo>
                  <a:lnTo>
                    <a:pt x="80" y="45"/>
                  </a:lnTo>
                  <a:lnTo>
                    <a:pt x="78" y="47"/>
                  </a:lnTo>
                  <a:lnTo>
                    <a:pt x="76" y="49"/>
                  </a:lnTo>
                  <a:lnTo>
                    <a:pt x="73" y="54"/>
                  </a:lnTo>
                  <a:lnTo>
                    <a:pt x="71" y="59"/>
                  </a:lnTo>
                  <a:lnTo>
                    <a:pt x="69" y="61"/>
                  </a:lnTo>
                  <a:lnTo>
                    <a:pt x="64" y="68"/>
                  </a:lnTo>
                  <a:lnTo>
                    <a:pt x="59" y="78"/>
                  </a:lnTo>
                  <a:lnTo>
                    <a:pt x="50" y="92"/>
                  </a:lnTo>
                  <a:lnTo>
                    <a:pt x="45" y="99"/>
                  </a:lnTo>
                  <a:lnTo>
                    <a:pt x="40" y="106"/>
                  </a:lnTo>
                  <a:lnTo>
                    <a:pt x="36" y="111"/>
                  </a:lnTo>
                  <a:lnTo>
                    <a:pt x="31" y="118"/>
                  </a:lnTo>
                  <a:lnTo>
                    <a:pt x="31" y="120"/>
                  </a:lnTo>
                  <a:lnTo>
                    <a:pt x="28" y="123"/>
                  </a:lnTo>
                  <a:lnTo>
                    <a:pt x="28" y="123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2"/>
                  </a:lnTo>
                  <a:lnTo>
                    <a:pt x="26" y="132"/>
                  </a:lnTo>
                  <a:lnTo>
                    <a:pt x="28" y="132"/>
                  </a:lnTo>
                  <a:lnTo>
                    <a:pt x="28" y="132"/>
                  </a:lnTo>
                  <a:lnTo>
                    <a:pt x="28" y="134"/>
                  </a:lnTo>
                  <a:lnTo>
                    <a:pt x="28" y="134"/>
                  </a:lnTo>
                  <a:lnTo>
                    <a:pt x="28" y="137"/>
                  </a:lnTo>
                  <a:lnTo>
                    <a:pt x="28" y="139"/>
                  </a:lnTo>
                  <a:lnTo>
                    <a:pt x="28" y="139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6"/>
                  </a:lnTo>
                  <a:lnTo>
                    <a:pt x="26" y="146"/>
                  </a:lnTo>
                  <a:lnTo>
                    <a:pt x="26" y="146"/>
                  </a:lnTo>
                  <a:lnTo>
                    <a:pt x="24" y="146"/>
                  </a:lnTo>
                  <a:lnTo>
                    <a:pt x="24" y="146"/>
                  </a:lnTo>
                  <a:lnTo>
                    <a:pt x="24" y="149"/>
                  </a:lnTo>
                  <a:lnTo>
                    <a:pt x="21" y="149"/>
                  </a:lnTo>
                  <a:lnTo>
                    <a:pt x="21" y="151"/>
                  </a:lnTo>
                  <a:lnTo>
                    <a:pt x="19" y="151"/>
                  </a:lnTo>
                  <a:lnTo>
                    <a:pt x="19" y="151"/>
                  </a:lnTo>
                  <a:lnTo>
                    <a:pt x="19" y="153"/>
                  </a:lnTo>
                  <a:lnTo>
                    <a:pt x="19" y="153"/>
                  </a:lnTo>
                  <a:lnTo>
                    <a:pt x="21" y="153"/>
                  </a:lnTo>
                  <a:lnTo>
                    <a:pt x="21" y="153"/>
                  </a:lnTo>
                  <a:lnTo>
                    <a:pt x="21" y="156"/>
                  </a:lnTo>
                  <a:lnTo>
                    <a:pt x="21" y="156"/>
                  </a:lnTo>
                  <a:lnTo>
                    <a:pt x="19" y="156"/>
                  </a:lnTo>
                  <a:lnTo>
                    <a:pt x="19" y="156"/>
                  </a:lnTo>
                  <a:lnTo>
                    <a:pt x="19" y="156"/>
                  </a:lnTo>
                  <a:lnTo>
                    <a:pt x="19" y="158"/>
                  </a:lnTo>
                  <a:lnTo>
                    <a:pt x="19" y="158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8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7" y="168"/>
                  </a:lnTo>
                  <a:lnTo>
                    <a:pt x="7" y="170"/>
                  </a:lnTo>
                  <a:lnTo>
                    <a:pt x="7" y="170"/>
                  </a:lnTo>
                  <a:lnTo>
                    <a:pt x="7" y="172"/>
                  </a:lnTo>
                  <a:lnTo>
                    <a:pt x="7" y="172"/>
                  </a:lnTo>
                  <a:lnTo>
                    <a:pt x="7" y="172"/>
                  </a:lnTo>
                  <a:lnTo>
                    <a:pt x="5" y="172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7"/>
                  </a:lnTo>
                  <a:lnTo>
                    <a:pt x="2" y="177"/>
                  </a:lnTo>
                  <a:lnTo>
                    <a:pt x="2" y="177"/>
                  </a:lnTo>
                  <a:lnTo>
                    <a:pt x="2" y="177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2" y="182"/>
                  </a:lnTo>
                  <a:lnTo>
                    <a:pt x="2" y="182"/>
                  </a:lnTo>
                  <a:lnTo>
                    <a:pt x="0" y="182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7" y="187"/>
                  </a:lnTo>
                  <a:lnTo>
                    <a:pt x="9" y="189"/>
                  </a:lnTo>
                  <a:lnTo>
                    <a:pt x="12" y="189"/>
                  </a:lnTo>
                  <a:lnTo>
                    <a:pt x="14" y="191"/>
                  </a:lnTo>
                  <a:lnTo>
                    <a:pt x="17" y="194"/>
                  </a:lnTo>
                  <a:lnTo>
                    <a:pt x="19" y="194"/>
                  </a:lnTo>
                  <a:lnTo>
                    <a:pt x="24" y="19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33" y="201"/>
                  </a:lnTo>
                  <a:lnTo>
                    <a:pt x="36" y="203"/>
                  </a:lnTo>
                  <a:lnTo>
                    <a:pt x="40" y="205"/>
                  </a:lnTo>
                  <a:lnTo>
                    <a:pt x="43" y="208"/>
                  </a:lnTo>
                  <a:lnTo>
                    <a:pt x="47" y="210"/>
                  </a:lnTo>
                  <a:lnTo>
                    <a:pt x="50" y="210"/>
                  </a:lnTo>
                  <a:lnTo>
                    <a:pt x="54" y="213"/>
                  </a:lnTo>
                  <a:lnTo>
                    <a:pt x="59" y="215"/>
                  </a:lnTo>
                  <a:lnTo>
                    <a:pt x="62" y="217"/>
                  </a:lnTo>
                  <a:lnTo>
                    <a:pt x="64" y="217"/>
                  </a:lnTo>
                  <a:lnTo>
                    <a:pt x="66" y="220"/>
                  </a:lnTo>
                  <a:lnTo>
                    <a:pt x="69" y="220"/>
                  </a:lnTo>
                  <a:lnTo>
                    <a:pt x="73" y="222"/>
                  </a:lnTo>
                  <a:lnTo>
                    <a:pt x="71" y="222"/>
                  </a:lnTo>
                  <a:lnTo>
                    <a:pt x="69" y="222"/>
                  </a:lnTo>
                  <a:lnTo>
                    <a:pt x="66" y="222"/>
                  </a:lnTo>
                  <a:lnTo>
                    <a:pt x="66" y="220"/>
                  </a:lnTo>
                  <a:lnTo>
                    <a:pt x="66" y="220"/>
                  </a:lnTo>
                  <a:lnTo>
                    <a:pt x="64" y="220"/>
                  </a:lnTo>
                  <a:lnTo>
                    <a:pt x="64" y="220"/>
                  </a:lnTo>
                  <a:lnTo>
                    <a:pt x="62" y="222"/>
                  </a:lnTo>
                  <a:lnTo>
                    <a:pt x="62" y="222"/>
                  </a:lnTo>
                  <a:lnTo>
                    <a:pt x="62" y="222"/>
                  </a:lnTo>
                  <a:lnTo>
                    <a:pt x="62" y="224"/>
                  </a:lnTo>
                  <a:lnTo>
                    <a:pt x="64" y="224"/>
                  </a:lnTo>
                  <a:lnTo>
                    <a:pt x="64" y="224"/>
                  </a:lnTo>
                  <a:lnTo>
                    <a:pt x="64" y="227"/>
                  </a:lnTo>
                  <a:lnTo>
                    <a:pt x="66" y="229"/>
                  </a:lnTo>
                  <a:lnTo>
                    <a:pt x="66" y="229"/>
                  </a:lnTo>
                  <a:lnTo>
                    <a:pt x="66" y="229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6"/>
                  </a:lnTo>
                  <a:lnTo>
                    <a:pt x="64" y="236"/>
                  </a:lnTo>
                  <a:lnTo>
                    <a:pt x="66" y="236"/>
                  </a:lnTo>
                  <a:lnTo>
                    <a:pt x="66" y="239"/>
                  </a:lnTo>
                  <a:lnTo>
                    <a:pt x="66" y="239"/>
                  </a:lnTo>
                  <a:lnTo>
                    <a:pt x="66" y="239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3"/>
                  </a:lnTo>
                  <a:lnTo>
                    <a:pt x="62" y="243"/>
                  </a:lnTo>
                  <a:lnTo>
                    <a:pt x="62" y="243"/>
                  </a:lnTo>
                  <a:lnTo>
                    <a:pt x="59" y="243"/>
                  </a:lnTo>
                  <a:lnTo>
                    <a:pt x="59" y="246"/>
                  </a:lnTo>
                  <a:lnTo>
                    <a:pt x="59" y="248"/>
                  </a:lnTo>
                  <a:lnTo>
                    <a:pt x="59" y="248"/>
                  </a:lnTo>
                  <a:lnTo>
                    <a:pt x="59" y="250"/>
                  </a:lnTo>
                  <a:lnTo>
                    <a:pt x="59" y="250"/>
                  </a:lnTo>
                  <a:lnTo>
                    <a:pt x="59" y="250"/>
                  </a:lnTo>
                  <a:lnTo>
                    <a:pt x="57" y="250"/>
                  </a:lnTo>
                  <a:lnTo>
                    <a:pt x="59" y="253"/>
                  </a:lnTo>
                  <a:lnTo>
                    <a:pt x="59" y="253"/>
                  </a:lnTo>
                  <a:lnTo>
                    <a:pt x="59" y="253"/>
                  </a:lnTo>
                  <a:lnTo>
                    <a:pt x="59" y="255"/>
                  </a:lnTo>
                  <a:lnTo>
                    <a:pt x="59" y="255"/>
                  </a:lnTo>
                  <a:lnTo>
                    <a:pt x="59" y="255"/>
                  </a:lnTo>
                  <a:lnTo>
                    <a:pt x="59" y="258"/>
                  </a:lnTo>
                  <a:lnTo>
                    <a:pt x="59" y="258"/>
                  </a:lnTo>
                  <a:lnTo>
                    <a:pt x="59" y="258"/>
                  </a:lnTo>
                  <a:lnTo>
                    <a:pt x="59" y="258"/>
                  </a:lnTo>
                  <a:lnTo>
                    <a:pt x="59" y="260"/>
                  </a:lnTo>
                  <a:lnTo>
                    <a:pt x="59" y="260"/>
                  </a:lnTo>
                  <a:lnTo>
                    <a:pt x="59" y="262"/>
                  </a:lnTo>
                  <a:lnTo>
                    <a:pt x="57" y="262"/>
                  </a:lnTo>
                  <a:lnTo>
                    <a:pt x="57" y="262"/>
                  </a:lnTo>
                  <a:lnTo>
                    <a:pt x="54" y="262"/>
                  </a:lnTo>
                  <a:lnTo>
                    <a:pt x="54" y="265"/>
                  </a:lnTo>
                  <a:lnTo>
                    <a:pt x="54" y="267"/>
                  </a:lnTo>
                  <a:lnTo>
                    <a:pt x="54" y="269"/>
                  </a:lnTo>
                  <a:lnTo>
                    <a:pt x="52" y="269"/>
                  </a:lnTo>
                  <a:lnTo>
                    <a:pt x="52" y="269"/>
                  </a:lnTo>
                  <a:lnTo>
                    <a:pt x="52" y="269"/>
                  </a:lnTo>
                  <a:lnTo>
                    <a:pt x="50" y="267"/>
                  </a:lnTo>
                  <a:lnTo>
                    <a:pt x="50" y="269"/>
                  </a:lnTo>
                  <a:lnTo>
                    <a:pt x="47" y="269"/>
                  </a:lnTo>
                  <a:lnTo>
                    <a:pt x="47" y="269"/>
                  </a:lnTo>
                  <a:lnTo>
                    <a:pt x="47" y="272"/>
                  </a:lnTo>
                  <a:lnTo>
                    <a:pt x="45" y="272"/>
                  </a:lnTo>
                  <a:lnTo>
                    <a:pt x="45" y="274"/>
                  </a:lnTo>
                  <a:lnTo>
                    <a:pt x="45" y="274"/>
                  </a:lnTo>
                  <a:lnTo>
                    <a:pt x="43" y="274"/>
                  </a:lnTo>
                  <a:lnTo>
                    <a:pt x="43" y="276"/>
                  </a:lnTo>
                  <a:lnTo>
                    <a:pt x="40" y="276"/>
                  </a:lnTo>
                  <a:lnTo>
                    <a:pt x="40" y="279"/>
                  </a:lnTo>
                  <a:lnTo>
                    <a:pt x="43" y="279"/>
                  </a:lnTo>
                  <a:lnTo>
                    <a:pt x="43" y="279"/>
                  </a:lnTo>
                  <a:lnTo>
                    <a:pt x="45" y="281"/>
                  </a:lnTo>
                  <a:lnTo>
                    <a:pt x="47" y="281"/>
                  </a:lnTo>
                  <a:lnTo>
                    <a:pt x="47" y="284"/>
                  </a:lnTo>
                  <a:lnTo>
                    <a:pt x="47" y="286"/>
                  </a:lnTo>
                  <a:lnTo>
                    <a:pt x="47" y="286"/>
                  </a:lnTo>
                  <a:lnTo>
                    <a:pt x="45" y="286"/>
                  </a:lnTo>
                  <a:lnTo>
                    <a:pt x="45" y="288"/>
                  </a:lnTo>
                  <a:lnTo>
                    <a:pt x="45" y="288"/>
                  </a:lnTo>
                  <a:lnTo>
                    <a:pt x="45" y="288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3"/>
                  </a:lnTo>
                  <a:lnTo>
                    <a:pt x="43" y="293"/>
                  </a:lnTo>
                  <a:lnTo>
                    <a:pt x="40" y="295"/>
                  </a:lnTo>
                  <a:lnTo>
                    <a:pt x="38" y="295"/>
                  </a:lnTo>
                  <a:lnTo>
                    <a:pt x="38" y="295"/>
                  </a:lnTo>
                  <a:lnTo>
                    <a:pt x="36" y="295"/>
                  </a:lnTo>
                  <a:lnTo>
                    <a:pt x="36" y="295"/>
                  </a:lnTo>
                  <a:lnTo>
                    <a:pt x="36" y="298"/>
                  </a:lnTo>
                  <a:lnTo>
                    <a:pt x="33" y="298"/>
                  </a:lnTo>
                  <a:lnTo>
                    <a:pt x="33" y="300"/>
                  </a:lnTo>
                  <a:lnTo>
                    <a:pt x="33" y="300"/>
                  </a:lnTo>
                  <a:lnTo>
                    <a:pt x="36" y="300"/>
                  </a:lnTo>
                  <a:lnTo>
                    <a:pt x="36" y="300"/>
                  </a:lnTo>
                  <a:lnTo>
                    <a:pt x="36" y="303"/>
                  </a:lnTo>
                  <a:lnTo>
                    <a:pt x="36" y="303"/>
                  </a:lnTo>
                  <a:lnTo>
                    <a:pt x="33" y="305"/>
                  </a:lnTo>
                  <a:lnTo>
                    <a:pt x="33" y="307"/>
                  </a:lnTo>
                  <a:lnTo>
                    <a:pt x="31" y="307"/>
                  </a:lnTo>
                  <a:lnTo>
                    <a:pt x="33" y="310"/>
                  </a:lnTo>
                  <a:lnTo>
                    <a:pt x="33" y="310"/>
                  </a:lnTo>
                  <a:lnTo>
                    <a:pt x="36" y="310"/>
                  </a:lnTo>
                  <a:lnTo>
                    <a:pt x="36" y="312"/>
                  </a:lnTo>
                  <a:lnTo>
                    <a:pt x="38" y="312"/>
                  </a:lnTo>
                  <a:lnTo>
                    <a:pt x="38" y="314"/>
                  </a:lnTo>
                  <a:lnTo>
                    <a:pt x="40" y="312"/>
                  </a:lnTo>
                  <a:lnTo>
                    <a:pt x="40" y="312"/>
                  </a:lnTo>
                  <a:lnTo>
                    <a:pt x="40" y="312"/>
                  </a:lnTo>
                  <a:lnTo>
                    <a:pt x="40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5" y="312"/>
                  </a:lnTo>
                  <a:lnTo>
                    <a:pt x="45" y="312"/>
                  </a:lnTo>
                  <a:lnTo>
                    <a:pt x="47" y="312"/>
                  </a:lnTo>
                  <a:lnTo>
                    <a:pt x="47" y="312"/>
                  </a:lnTo>
                  <a:lnTo>
                    <a:pt x="50" y="312"/>
                  </a:lnTo>
                  <a:lnTo>
                    <a:pt x="52" y="312"/>
                  </a:lnTo>
                  <a:lnTo>
                    <a:pt x="54" y="312"/>
                  </a:lnTo>
                  <a:lnTo>
                    <a:pt x="54" y="314"/>
                  </a:lnTo>
                  <a:lnTo>
                    <a:pt x="57" y="314"/>
                  </a:lnTo>
                  <a:lnTo>
                    <a:pt x="57" y="314"/>
                  </a:lnTo>
                  <a:lnTo>
                    <a:pt x="57" y="317"/>
                  </a:lnTo>
                  <a:lnTo>
                    <a:pt x="54" y="319"/>
                  </a:lnTo>
                  <a:lnTo>
                    <a:pt x="52" y="319"/>
                  </a:lnTo>
                  <a:lnTo>
                    <a:pt x="52" y="321"/>
                  </a:lnTo>
                  <a:lnTo>
                    <a:pt x="50" y="321"/>
                  </a:lnTo>
                  <a:lnTo>
                    <a:pt x="50" y="324"/>
                  </a:lnTo>
                  <a:lnTo>
                    <a:pt x="52" y="324"/>
                  </a:lnTo>
                  <a:lnTo>
                    <a:pt x="52" y="324"/>
                  </a:lnTo>
                  <a:lnTo>
                    <a:pt x="54" y="324"/>
                  </a:lnTo>
                  <a:lnTo>
                    <a:pt x="54" y="324"/>
                  </a:lnTo>
                  <a:lnTo>
                    <a:pt x="54" y="324"/>
                  </a:lnTo>
                  <a:lnTo>
                    <a:pt x="54" y="324"/>
                  </a:lnTo>
                  <a:lnTo>
                    <a:pt x="57" y="324"/>
                  </a:lnTo>
                  <a:lnTo>
                    <a:pt x="57" y="324"/>
                  </a:lnTo>
                  <a:lnTo>
                    <a:pt x="57" y="324"/>
                  </a:lnTo>
                  <a:lnTo>
                    <a:pt x="57" y="324"/>
                  </a:lnTo>
                  <a:lnTo>
                    <a:pt x="57" y="321"/>
                  </a:lnTo>
                  <a:lnTo>
                    <a:pt x="59" y="321"/>
                  </a:lnTo>
                  <a:lnTo>
                    <a:pt x="59" y="321"/>
                  </a:lnTo>
                  <a:lnTo>
                    <a:pt x="62" y="321"/>
                  </a:lnTo>
                  <a:lnTo>
                    <a:pt x="62" y="321"/>
                  </a:lnTo>
                  <a:lnTo>
                    <a:pt x="64" y="319"/>
                  </a:lnTo>
                  <a:lnTo>
                    <a:pt x="64" y="319"/>
                  </a:lnTo>
                  <a:lnTo>
                    <a:pt x="66" y="319"/>
                  </a:lnTo>
                  <a:lnTo>
                    <a:pt x="66" y="319"/>
                  </a:lnTo>
                  <a:lnTo>
                    <a:pt x="69" y="319"/>
                  </a:lnTo>
                  <a:lnTo>
                    <a:pt x="69" y="319"/>
                  </a:lnTo>
                  <a:lnTo>
                    <a:pt x="69" y="319"/>
                  </a:lnTo>
                  <a:lnTo>
                    <a:pt x="69" y="321"/>
                  </a:lnTo>
                  <a:lnTo>
                    <a:pt x="69" y="321"/>
                  </a:lnTo>
                  <a:lnTo>
                    <a:pt x="69" y="321"/>
                  </a:lnTo>
                  <a:lnTo>
                    <a:pt x="69" y="324"/>
                  </a:lnTo>
                  <a:lnTo>
                    <a:pt x="69" y="324"/>
                  </a:lnTo>
                  <a:lnTo>
                    <a:pt x="69" y="326"/>
                  </a:lnTo>
                  <a:lnTo>
                    <a:pt x="71" y="326"/>
                  </a:lnTo>
                  <a:lnTo>
                    <a:pt x="73" y="326"/>
                  </a:lnTo>
                  <a:lnTo>
                    <a:pt x="73" y="326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3" y="331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69" y="331"/>
                  </a:lnTo>
                  <a:lnTo>
                    <a:pt x="69" y="331"/>
                  </a:lnTo>
                  <a:lnTo>
                    <a:pt x="66" y="331"/>
                  </a:lnTo>
                  <a:lnTo>
                    <a:pt x="64" y="331"/>
                  </a:lnTo>
                  <a:lnTo>
                    <a:pt x="64" y="331"/>
                  </a:lnTo>
                  <a:lnTo>
                    <a:pt x="62" y="333"/>
                  </a:lnTo>
                  <a:lnTo>
                    <a:pt x="62" y="333"/>
                  </a:lnTo>
                  <a:lnTo>
                    <a:pt x="62" y="333"/>
                  </a:lnTo>
                  <a:lnTo>
                    <a:pt x="62" y="336"/>
                  </a:lnTo>
                  <a:lnTo>
                    <a:pt x="62" y="336"/>
                  </a:lnTo>
                  <a:lnTo>
                    <a:pt x="62" y="336"/>
                  </a:lnTo>
                  <a:lnTo>
                    <a:pt x="62" y="338"/>
                  </a:lnTo>
                  <a:lnTo>
                    <a:pt x="62" y="338"/>
                  </a:lnTo>
                  <a:lnTo>
                    <a:pt x="62" y="340"/>
                  </a:lnTo>
                  <a:lnTo>
                    <a:pt x="64" y="340"/>
                  </a:lnTo>
                  <a:lnTo>
                    <a:pt x="64" y="343"/>
                  </a:lnTo>
                  <a:lnTo>
                    <a:pt x="64" y="345"/>
                  </a:lnTo>
                  <a:lnTo>
                    <a:pt x="64" y="348"/>
                  </a:lnTo>
                  <a:lnTo>
                    <a:pt x="64" y="348"/>
                  </a:lnTo>
                  <a:lnTo>
                    <a:pt x="64" y="348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4" y="352"/>
                  </a:lnTo>
                  <a:lnTo>
                    <a:pt x="64" y="352"/>
                  </a:lnTo>
                  <a:lnTo>
                    <a:pt x="64" y="352"/>
                  </a:lnTo>
                  <a:lnTo>
                    <a:pt x="64" y="355"/>
                  </a:lnTo>
                  <a:lnTo>
                    <a:pt x="64" y="355"/>
                  </a:lnTo>
                  <a:lnTo>
                    <a:pt x="64" y="357"/>
                  </a:lnTo>
                  <a:lnTo>
                    <a:pt x="64" y="357"/>
                  </a:lnTo>
                  <a:lnTo>
                    <a:pt x="64" y="357"/>
                  </a:lnTo>
                  <a:lnTo>
                    <a:pt x="64" y="359"/>
                  </a:lnTo>
                  <a:lnTo>
                    <a:pt x="64" y="359"/>
                  </a:lnTo>
                  <a:lnTo>
                    <a:pt x="64" y="359"/>
                  </a:lnTo>
                  <a:lnTo>
                    <a:pt x="62" y="362"/>
                  </a:lnTo>
                  <a:lnTo>
                    <a:pt x="62" y="362"/>
                  </a:lnTo>
                  <a:lnTo>
                    <a:pt x="62" y="362"/>
                  </a:lnTo>
                  <a:lnTo>
                    <a:pt x="62" y="362"/>
                  </a:lnTo>
                  <a:lnTo>
                    <a:pt x="59" y="362"/>
                  </a:lnTo>
                  <a:lnTo>
                    <a:pt x="59" y="364"/>
                  </a:lnTo>
                  <a:lnTo>
                    <a:pt x="59" y="364"/>
                  </a:lnTo>
                  <a:lnTo>
                    <a:pt x="57" y="364"/>
                  </a:lnTo>
                  <a:lnTo>
                    <a:pt x="57" y="364"/>
                  </a:lnTo>
                  <a:lnTo>
                    <a:pt x="57" y="364"/>
                  </a:lnTo>
                  <a:lnTo>
                    <a:pt x="57" y="364"/>
                  </a:lnTo>
                  <a:lnTo>
                    <a:pt x="54" y="366"/>
                  </a:lnTo>
                  <a:lnTo>
                    <a:pt x="54" y="366"/>
                  </a:lnTo>
                  <a:lnTo>
                    <a:pt x="54" y="366"/>
                  </a:lnTo>
                  <a:lnTo>
                    <a:pt x="54" y="366"/>
                  </a:lnTo>
                  <a:lnTo>
                    <a:pt x="52" y="369"/>
                  </a:lnTo>
                  <a:lnTo>
                    <a:pt x="52" y="369"/>
                  </a:lnTo>
                  <a:lnTo>
                    <a:pt x="52" y="369"/>
                  </a:lnTo>
                  <a:lnTo>
                    <a:pt x="52" y="369"/>
                  </a:lnTo>
                  <a:lnTo>
                    <a:pt x="52" y="371"/>
                  </a:lnTo>
                  <a:lnTo>
                    <a:pt x="52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5" y="371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3" y="374"/>
                  </a:lnTo>
                  <a:lnTo>
                    <a:pt x="43" y="374"/>
                  </a:lnTo>
                  <a:lnTo>
                    <a:pt x="40" y="374"/>
                  </a:lnTo>
                  <a:lnTo>
                    <a:pt x="38" y="376"/>
                  </a:lnTo>
                  <a:lnTo>
                    <a:pt x="38" y="378"/>
                  </a:lnTo>
                  <a:lnTo>
                    <a:pt x="36" y="381"/>
                  </a:lnTo>
                  <a:lnTo>
                    <a:pt x="36" y="381"/>
                  </a:lnTo>
                  <a:lnTo>
                    <a:pt x="36" y="381"/>
                  </a:lnTo>
                  <a:lnTo>
                    <a:pt x="33" y="378"/>
                  </a:lnTo>
                  <a:lnTo>
                    <a:pt x="33" y="378"/>
                  </a:lnTo>
                  <a:lnTo>
                    <a:pt x="33" y="378"/>
                  </a:lnTo>
                  <a:lnTo>
                    <a:pt x="31" y="378"/>
                  </a:lnTo>
                  <a:lnTo>
                    <a:pt x="31" y="381"/>
                  </a:lnTo>
                  <a:lnTo>
                    <a:pt x="31" y="381"/>
                  </a:lnTo>
                  <a:lnTo>
                    <a:pt x="28" y="381"/>
                  </a:lnTo>
                  <a:lnTo>
                    <a:pt x="28" y="381"/>
                  </a:lnTo>
                  <a:lnTo>
                    <a:pt x="28" y="381"/>
                  </a:lnTo>
                  <a:lnTo>
                    <a:pt x="26" y="381"/>
                  </a:lnTo>
                  <a:lnTo>
                    <a:pt x="26" y="381"/>
                  </a:lnTo>
                  <a:lnTo>
                    <a:pt x="26" y="381"/>
                  </a:lnTo>
                  <a:lnTo>
                    <a:pt x="26" y="381"/>
                  </a:lnTo>
                  <a:lnTo>
                    <a:pt x="26" y="383"/>
                  </a:lnTo>
                  <a:lnTo>
                    <a:pt x="26" y="383"/>
                  </a:lnTo>
                  <a:lnTo>
                    <a:pt x="28" y="383"/>
                  </a:lnTo>
                  <a:lnTo>
                    <a:pt x="26" y="383"/>
                  </a:lnTo>
                  <a:lnTo>
                    <a:pt x="26" y="385"/>
                  </a:lnTo>
                  <a:lnTo>
                    <a:pt x="26" y="383"/>
                  </a:lnTo>
                  <a:lnTo>
                    <a:pt x="24" y="383"/>
                  </a:lnTo>
                  <a:lnTo>
                    <a:pt x="24" y="383"/>
                  </a:lnTo>
                  <a:lnTo>
                    <a:pt x="24" y="385"/>
                  </a:lnTo>
                  <a:lnTo>
                    <a:pt x="24" y="385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1" y="390"/>
                  </a:lnTo>
                  <a:lnTo>
                    <a:pt x="31" y="390"/>
                  </a:lnTo>
                  <a:lnTo>
                    <a:pt x="31" y="392"/>
                  </a:lnTo>
                  <a:lnTo>
                    <a:pt x="28" y="392"/>
                  </a:lnTo>
                  <a:lnTo>
                    <a:pt x="28" y="395"/>
                  </a:lnTo>
                  <a:lnTo>
                    <a:pt x="28" y="395"/>
                  </a:lnTo>
                  <a:lnTo>
                    <a:pt x="28" y="397"/>
                  </a:lnTo>
                  <a:lnTo>
                    <a:pt x="31" y="397"/>
                  </a:lnTo>
                  <a:lnTo>
                    <a:pt x="31" y="397"/>
                  </a:lnTo>
                  <a:lnTo>
                    <a:pt x="31" y="397"/>
                  </a:lnTo>
                  <a:lnTo>
                    <a:pt x="33" y="397"/>
                  </a:lnTo>
                  <a:lnTo>
                    <a:pt x="33" y="400"/>
                  </a:lnTo>
                  <a:lnTo>
                    <a:pt x="33" y="400"/>
                  </a:lnTo>
                  <a:lnTo>
                    <a:pt x="33" y="400"/>
                  </a:lnTo>
                  <a:lnTo>
                    <a:pt x="33" y="402"/>
                  </a:lnTo>
                  <a:lnTo>
                    <a:pt x="33" y="402"/>
                  </a:lnTo>
                  <a:lnTo>
                    <a:pt x="33" y="404"/>
                  </a:lnTo>
                  <a:lnTo>
                    <a:pt x="33" y="404"/>
                  </a:lnTo>
                  <a:lnTo>
                    <a:pt x="31" y="404"/>
                  </a:lnTo>
                  <a:lnTo>
                    <a:pt x="31" y="404"/>
                  </a:lnTo>
                  <a:lnTo>
                    <a:pt x="31" y="404"/>
                  </a:lnTo>
                  <a:lnTo>
                    <a:pt x="28" y="404"/>
                  </a:lnTo>
                  <a:lnTo>
                    <a:pt x="28" y="404"/>
                  </a:lnTo>
                  <a:lnTo>
                    <a:pt x="28" y="404"/>
                  </a:lnTo>
                  <a:lnTo>
                    <a:pt x="28" y="407"/>
                  </a:lnTo>
                  <a:lnTo>
                    <a:pt x="26" y="407"/>
                  </a:lnTo>
                  <a:lnTo>
                    <a:pt x="26" y="407"/>
                  </a:lnTo>
                  <a:lnTo>
                    <a:pt x="26" y="407"/>
                  </a:lnTo>
                  <a:lnTo>
                    <a:pt x="24" y="407"/>
                  </a:lnTo>
                  <a:lnTo>
                    <a:pt x="24" y="407"/>
                  </a:lnTo>
                  <a:lnTo>
                    <a:pt x="24" y="407"/>
                  </a:lnTo>
                  <a:lnTo>
                    <a:pt x="21" y="409"/>
                  </a:lnTo>
                  <a:lnTo>
                    <a:pt x="21" y="411"/>
                  </a:lnTo>
                  <a:lnTo>
                    <a:pt x="21" y="414"/>
                  </a:lnTo>
                  <a:lnTo>
                    <a:pt x="19" y="414"/>
                  </a:lnTo>
                  <a:lnTo>
                    <a:pt x="19" y="414"/>
                  </a:lnTo>
                  <a:lnTo>
                    <a:pt x="17" y="414"/>
                  </a:lnTo>
                  <a:lnTo>
                    <a:pt x="14" y="414"/>
                  </a:lnTo>
                  <a:lnTo>
                    <a:pt x="14" y="416"/>
                  </a:lnTo>
                  <a:lnTo>
                    <a:pt x="14" y="416"/>
                  </a:lnTo>
                  <a:lnTo>
                    <a:pt x="14" y="416"/>
                  </a:lnTo>
                  <a:lnTo>
                    <a:pt x="14" y="419"/>
                  </a:lnTo>
                  <a:lnTo>
                    <a:pt x="14" y="419"/>
                  </a:lnTo>
                  <a:lnTo>
                    <a:pt x="14" y="419"/>
                  </a:lnTo>
                  <a:lnTo>
                    <a:pt x="14" y="421"/>
                  </a:lnTo>
                  <a:lnTo>
                    <a:pt x="14" y="421"/>
                  </a:lnTo>
                  <a:lnTo>
                    <a:pt x="14" y="421"/>
                  </a:lnTo>
                  <a:lnTo>
                    <a:pt x="14" y="421"/>
                  </a:lnTo>
                  <a:lnTo>
                    <a:pt x="17" y="421"/>
                  </a:lnTo>
                  <a:lnTo>
                    <a:pt x="17" y="421"/>
                  </a:lnTo>
                  <a:lnTo>
                    <a:pt x="17" y="421"/>
                  </a:lnTo>
                  <a:lnTo>
                    <a:pt x="19" y="423"/>
                  </a:lnTo>
                  <a:lnTo>
                    <a:pt x="19" y="423"/>
                  </a:lnTo>
                  <a:lnTo>
                    <a:pt x="19" y="423"/>
                  </a:lnTo>
                  <a:lnTo>
                    <a:pt x="21" y="423"/>
                  </a:lnTo>
                  <a:lnTo>
                    <a:pt x="21" y="426"/>
                  </a:lnTo>
                  <a:lnTo>
                    <a:pt x="21" y="426"/>
                  </a:lnTo>
                  <a:lnTo>
                    <a:pt x="24" y="428"/>
                  </a:lnTo>
                  <a:lnTo>
                    <a:pt x="24" y="430"/>
                  </a:lnTo>
                  <a:lnTo>
                    <a:pt x="24" y="433"/>
                  </a:lnTo>
                  <a:lnTo>
                    <a:pt x="26" y="435"/>
                  </a:lnTo>
                  <a:lnTo>
                    <a:pt x="26" y="435"/>
                  </a:lnTo>
                  <a:lnTo>
                    <a:pt x="28" y="435"/>
                  </a:lnTo>
                  <a:lnTo>
                    <a:pt x="28" y="435"/>
                  </a:lnTo>
                  <a:lnTo>
                    <a:pt x="28" y="437"/>
                  </a:lnTo>
                  <a:lnTo>
                    <a:pt x="28" y="437"/>
                  </a:lnTo>
                  <a:lnTo>
                    <a:pt x="28" y="440"/>
                  </a:lnTo>
                  <a:lnTo>
                    <a:pt x="28" y="440"/>
                  </a:lnTo>
                  <a:lnTo>
                    <a:pt x="28" y="440"/>
                  </a:lnTo>
                  <a:lnTo>
                    <a:pt x="28" y="442"/>
                  </a:lnTo>
                  <a:lnTo>
                    <a:pt x="28" y="442"/>
                  </a:lnTo>
                  <a:lnTo>
                    <a:pt x="28" y="445"/>
                  </a:lnTo>
                  <a:lnTo>
                    <a:pt x="26" y="445"/>
                  </a:lnTo>
                  <a:lnTo>
                    <a:pt x="28" y="445"/>
                  </a:lnTo>
                  <a:lnTo>
                    <a:pt x="28" y="447"/>
                  </a:lnTo>
                  <a:lnTo>
                    <a:pt x="28" y="447"/>
                  </a:lnTo>
                  <a:lnTo>
                    <a:pt x="28" y="447"/>
                  </a:lnTo>
                  <a:lnTo>
                    <a:pt x="28" y="447"/>
                  </a:lnTo>
                  <a:lnTo>
                    <a:pt x="28" y="449"/>
                  </a:lnTo>
                  <a:lnTo>
                    <a:pt x="28" y="449"/>
                  </a:lnTo>
                  <a:lnTo>
                    <a:pt x="28" y="452"/>
                  </a:lnTo>
                  <a:lnTo>
                    <a:pt x="31" y="452"/>
                  </a:lnTo>
                  <a:lnTo>
                    <a:pt x="31" y="452"/>
                  </a:lnTo>
                  <a:lnTo>
                    <a:pt x="31" y="452"/>
                  </a:lnTo>
                  <a:lnTo>
                    <a:pt x="31" y="452"/>
                  </a:lnTo>
                  <a:lnTo>
                    <a:pt x="33" y="452"/>
                  </a:lnTo>
                  <a:lnTo>
                    <a:pt x="33" y="456"/>
                  </a:lnTo>
                  <a:lnTo>
                    <a:pt x="31" y="456"/>
                  </a:lnTo>
                  <a:lnTo>
                    <a:pt x="26" y="459"/>
                  </a:lnTo>
                  <a:lnTo>
                    <a:pt x="24" y="461"/>
                  </a:lnTo>
                  <a:lnTo>
                    <a:pt x="24" y="461"/>
                  </a:lnTo>
                  <a:lnTo>
                    <a:pt x="24" y="463"/>
                  </a:lnTo>
                  <a:lnTo>
                    <a:pt x="24" y="463"/>
                  </a:lnTo>
                  <a:lnTo>
                    <a:pt x="21" y="463"/>
                  </a:lnTo>
                  <a:lnTo>
                    <a:pt x="21" y="466"/>
                  </a:lnTo>
                  <a:lnTo>
                    <a:pt x="24" y="466"/>
                  </a:lnTo>
                  <a:lnTo>
                    <a:pt x="24" y="466"/>
                  </a:lnTo>
                  <a:lnTo>
                    <a:pt x="24" y="466"/>
                  </a:lnTo>
                  <a:lnTo>
                    <a:pt x="24" y="466"/>
                  </a:lnTo>
                  <a:lnTo>
                    <a:pt x="26" y="466"/>
                  </a:lnTo>
                  <a:lnTo>
                    <a:pt x="26" y="466"/>
                  </a:lnTo>
                  <a:lnTo>
                    <a:pt x="28" y="466"/>
                  </a:lnTo>
                  <a:lnTo>
                    <a:pt x="28" y="466"/>
                  </a:lnTo>
                  <a:lnTo>
                    <a:pt x="28" y="468"/>
                  </a:lnTo>
                  <a:lnTo>
                    <a:pt x="28" y="468"/>
                  </a:lnTo>
                  <a:lnTo>
                    <a:pt x="28" y="468"/>
                  </a:lnTo>
                  <a:lnTo>
                    <a:pt x="28" y="468"/>
                  </a:lnTo>
                  <a:lnTo>
                    <a:pt x="31" y="468"/>
                  </a:lnTo>
                  <a:lnTo>
                    <a:pt x="31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6" y="468"/>
                  </a:lnTo>
                  <a:lnTo>
                    <a:pt x="36" y="468"/>
                  </a:lnTo>
                  <a:lnTo>
                    <a:pt x="36" y="468"/>
                  </a:lnTo>
                  <a:lnTo>
                    <a:pt x="36" y="468"/>
                  </a:lnTo>
                  <a:lnTo>
                    <a:pt x="38" y="468"/>
                  </a:lnTo>
                  <a:lnTo>
                    <a:pt x="38" y="468"/>
                  </a:lnTo>
                  <a:lnTo>
                    <a:pt x="38" y="466"/>
                  </a:lnTo>
                  <a:lnTo>
                    <a:pt x="40" y="466"/>
                  </a:lnTo>
                  <a:lnTo>
                    <a:pt x="40" y="466"/>
                  </a:lnTo>
                  <a:lnTo>
                    <a:pt x="40" y="466"/>
                  </a:lnTo>
                  <a:lnTo>
                    <a:pt x="40" y="463"/>
                  </a:lnTo>
                  <a:lnTo>
                    <a:pt x="43" y="466"/>
                  </a:lnTo>
                  <a:lnTo>
                    <a:pt x="43" y="466"/>
                  </a:lnTo>
                  <a:lnTo>
                    <a:pt x="43" y="466"/>
                  </a:lnTo>
                  <a:lnTo>
                    <a:pt x="43" y="468"/>
                  </a:lnTo>
                  <a:lnTo>
                    <a:pt x="43" y="468"/>
                  </a:lnTo>
                  <a:lnTo>
                    <a:pt x="43" y="468"/>
                  </a:lnTo>
                  <a:lnTo>
                    <a:pt x="45" y="471"/>
                  </a:lnTo>
                  <a:lnTo>
                    <a:pt x="45" y="471"/>
                  </a:lnTo>
                  <a:lnTo>
                    <a:pt x="47" y="471"/>
                  </a:lnTo>
                  <a:lnTo>
                    <a:pt x="47" y="473"/>
                  </a:lnTo>
                  <a:lnTo>
                    <a:pt x="47" y="475"/>
                  </a:lnTo>
                  <a:lnTo>
                    <a:pt x="47" y="475"/>
                  </a:lnTo>
                  <a:lnTo>
                    <a:pt x="47" y="475"/>
                  </a:lnTo>
                  <a:lnTo>
                    <a:pt x="47" y="475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80"/>
                  </a:lnTo>
                  <a:lnTo>
                    <a:pt x="47" y="480"/>
                  </a:lnTo>
                  <a:lnTo>
                    <a:pt x="47" y="480"/>
                  </a:lnTo>
                  <a:lnTo>
                    <a:pt x="47" y="480"/>
                  </a:lnTo>
                  <a:lnTo>
                    <a:pt x="47" y="482"/>
                  </a:lnTo>
                  <a:lnTo>
                    <a:pt x="47" y="482"/>
                  </a:lnTo>
                  <a:lnTo>
                    <a:pt x="45" y="485"/>
                  </a:lnTo>
                  <a:lnTo>
                    <a:pt x="45" y="485"/>
                  </a:lnTo>
                  <a:lnTo>
                    <a:pt x="45" y="485"/>
                  </a:lnTo>
                  <a:lnTo>
                    <a:pt x="47" y="487"/>
                  </a:lnTo>
                  <a:lnTo>
                    <a:pt x="47" y="487"/>
                  </a:lnTo>
                  <a:lnTo>
                    <a:pt x="47" y="490"/>
                  </a:lnTo>
                  <a:lnTo>
                    <a:pt x="47" y="492"/>
                  </a:lnTo>
                  <a:lnTo>
                    <a:pt x="45" y="492"/>
                  </a:lnTo>
                  <a:lnTo>
                    <a:pt x="45" y="492"/>
                  </a:lnTo>
                  <a:lnTo>
                    <a:pt x="47" y="494"/>
                  </a:lnTo>
                  <a:lnTo>
                    <a:pt x="47" y="494"/>
                  </a:lnTo>
                  <a:lnTo>
                    <a:pt x="47" y="497"/>
                  </a:lnTo>
                  <a:lnTo>
                    <a:pt x="45" y="497"/>
                  </a:lnTo>
                  <a:lnTo>
                    <a:pt x="43" y="497"/>
                  </a:lnTo>
                  <a:lnTo>
                    <a:pt x="43" y="499"/>
                  </a:lnTo>
                  <a:lnTo>
                    <a:pt x="43" y="501"/>
                  </a:lnTo>
                  <a:lnTo>
                    <a:pt x="43" y="501"/>
                  </a:lnTo>
                  <a:lnTo>
                    <a:pt x="43" y="504"/>
                  </a:lnTo>
                  <a:lnTo>
                    <a:pt x="43" y="504"/>
                  </a:lnTo>
                  <a:lnTo>
                    <a:pt x="43" y="504"/>
                  </a:lnTo>
                  <a:lnTo>
                    <a:pt x="43" y="506"/>
                  </a:lnTo>
                  <a:lnTo>
                    <a:pt x="43" y="506"/>
                  </a:lnTo>
                  <a:lnTo>
                    <a:pt x="43" y="508"/>
                  </a:lnTo>
                  <a:lnTo>
                    <a:pt x="43" y="508"/>
                  </a:lnTo>
                  <a:lnTo>
                    <a:pt x="43" y="508"/>
                  </a:lnTo>
                  <a:lnTo>
                    <a:pt x="45" y="508"/>
                  </a:lnTo>
                  <a:lnTo>
                    <a:pt x="45" y="508"/>
                  </a:lnTo>
                  <a:lnTo>
                    <a:pt x="45" y="508"/>
                  </a:lnTo>
                  <a:lnTo>
                    <a:pt x="45" y="508"/>
                  </a:lnTo>
                  <a:lnTo>
                    <a:pt x="45" y="511"/>
                  </a:lnTo>
                  <a:lnTo>
                    <a:pt x="45" y="511"/>
                  </a:lnTo>
                  <a:lnTo>
                    <a:pt x="45" y="511"/>
                  </a:lnTo>
                  <a:lnTo>
                    <a:pt x="43" y="511"/>
                  </a:lnTo>
                  <a:lnTo>
                    <a:pt x="43" y="513"/>
                  </a:lnTo>
                  <a:lnTo>
                    <a:pt x="43" y="516"/>
                  </a:lnTo>
                  <a:lnTo>
                    <a:pt x="45" y="518"/>
                  </a:lnTo>
                  <a:lnTo>
                    <a:pt x="45" y="518"/>
                  </a:lnTo>
                  <a:lnTo>
                    <a:pt x="47" y="520"/>
                  </a:lnTo>
                  <a:lnTo>
                    <a:pt x="47" y="520"/>
                  </a:lnTo>
                  <a:lnTo>
                    <a:pt x="47" y="520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5"/>
                  </a:lnTo>
                  <a:lnTo>
                    <a:pt x="50" y="525"/>
                  </a:lnTo>
                  <a:lnTo>
                    <a:pt x="50" y="525"/>
                  </a:lnTo>
                  <a:lnTo>
                    <a:pt x="50" y="527"/>
                  </a:lnTo>
                  <a:lnTo>
                    <a:pt x="50" y="527"/>
                  </a:lnTo>
                  <a:lnTo>
                    <a:pt x="50" y="527"/>
                  </a:lnTo>
                  <a:lnTo>
                    <a:pt x="50" y="530"/>
                  </a:lnTo>
                  <a:lnTo>
                    <a:pt x="50" y="530"/>
                  </a:lnTo>
                  <a:lnTo>
                    <a:pt x="52" y="532"/>
                  </a:lnTo>
                  <a:lnTo>
                    <a:pt x="52" y="535"/>
                  </a:lnTo>
                  <a:lnTo>
                    <a:pt x="54" y="535"/>
                  </a:lnTo>
                  <a:lnTo>
                    <a:pt x="54" y="537"/>
                  </a:lnTo>
                  <a:lnTo>
                    <a:pt x="54" y="537"/>
                  </a:lnTo>
                  <a:lnTo>
                    <a:pt x="54" y="537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9" y="539"/>
                  </a:lnTo>
                  <a:lnTo>
                    <a:pt x="59" y="539"/>
                  </a:lnTo>
                  <a:lnTo>
                    <a:pt x="59" y="539"/>
                  </a:lnTo>
                  <a:lnTo>
                    <a:pt x="59" y="542"/>
                  </a:lnTo>
                  <a:lnTo>
                    <a:pt x="57" y="542"/>
                  </a:lnTo>
                  <a:lnTo>
                    <a:pt x="57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0" y="542"/>
                  </a:lnTo>
                  <a:lnTo>
                    <a:pt x="50" y="542"/>
                  </a:lnTo>
                  <a:lnTo>
                    <a:pt x="47" y="544"/>
                  </a:lnTo>
                  <a:lnTo>
                    <a:pt x="47" y="544"/>
                  </a:lnTo>
                  <a:lnTo>
                    <a:pt x="47" y="544"/>
                  </a:lnTo>
                  <a:lnTo>
                    <a:pt x="47" y="546"/>
                  </a:lnTo>
                  <a:lnTo>
                    <a:pt x="47" y="546"/>
                  </a:lnTo>
                  <a:lnTo>
                    <a:pt x="47" y="546"/>
                  </a:lnTo>
                  <a:lnTo>
                    <a:pt x="47" y="549"/>
                  </a:lnTo>
                  <a:lnTo>
                    <a:pt x="47" y="549"/>
                  </a:lnTo>
                  <a:lnTo>
                    <a:pt x="50" y="549"/>
                  </a:lnTo>
                  <a:lnTo>
                    <a:pt x="52" y="549"/>
                  </a:lnTo>
                  <a:lnTo>
                    <a:pt x="52" y="546"/>
                  </a:lnTo>
                  <a:lnTo>
                    <a:pt x="54" y="546"/>
                  </a:lnTo>
                  <a:lnTo>
                    <a:pt x="54" y="546"/>
                  </a:lnTo>
                  <a:lnTo>
                    <a:pt x="54" y="549"/>
                  </a:lnTo>
                  <a:lnTo>
                    <a:pt x="54" y="549"/>
                  </a:lnTo>
                  <a:lnTo>
                    <a:pt x="54" y="551"/>
                  </a:lnTo>
                  <a:lnTo>
                    <a:pt x="54" y="551"/>
                  </a:lnTo>
                  <a:lnTo>
                    <a:pt x="54" y="551"/>
                  </a:lnTo>
                  <a:lnTo>
                    <a:pt x="54" y="551"/>
                  </a:lnTo>
                  <a:lnTo>
                    <a:pt x="54" y="553"/>
                  </a:lnTo>
                  <a:lnTo>
                    <a:pt x="54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4" y="553"/>
                  </a:lnTo>
                  <a:lnTo>
                    <a:pt x="54" y="556"/>
                  </a:lnTo>
                  <a:lnTo>
                    <a:pt x="54" y="556"/>
                  </a:lnTo>
                  <a:lnTo>
                    <a:pt x="57" y="556"/>
                  </a:lnTo>
                  <a:lnTo>
                    <a:pt x="57" y="556"/>
                  </a:lnTo>
                  <a:lnTo>
                    <a:pt x="57" y="556"/>
                  </a:lnTo>
                  <a:lnTo>
                    <a:pt x="57" y="558"/>
                  </a:lnTo>
                  <a:lnTo>
                    <a:pt x="57" y="558"/>
                  </a:lnTo>
                  <a:lnTo>
                    <a:pt x="57" y="558"/>
                  </a:lnTo>
                  <a:lnTo>
                    <a:pt x="57" y="561"/>
                  </a:lnTo>
                  <a:lnTo>
                    <a:pt x="57" y="561"/>
                  </a:lnTo>
                  <a:lnTo>
                    <a:pt x="57" y="561"/>
                  </a:lnTo>
                  <a:lnTo>
                    <a:pt x="57" y="561"/>
                  </a:lnTo>
                  <a:lnTo>
                    <a:pt x="57" y="563"/>
                  </a:lnTo>
                  <a:lnTo>
                    <a:pt x="57" y="563"/>
                  </a:lnTo>
                  <a:lnTo>
                    <a:pt x="57" y="565"/>
                  </a:lnTo>
                  <a:lnTo>
                    <a:pt x="57" y="568"/>
                  </a:lnTo>
                  <a:lnTo>
                    <a:pt x="57" y="568"/>
                  </a:lnTo>
                  <a:lnTo>
                    <a:pt x="57" y="570"/>
                  </a:lnTo>
                  <a:lnTo>
                    <a:pt x="54" y="570"/>
                  </a:lnTo>
                  <a:lnTo>
                    <a:pt x="54" y="570"/>
                  </a:lnTo>
                  <a:lnTo>
                    <a:pt x="52" y="572"/>
                  </a:lnTo>
                  <a:lnTo>
                    <a:pt x="52" y="572"/>
                  </a:lnTo>
                  <a:lnTo>
                    <a:pt x="52" y="572"/>
                  </a:lnTo>
                  <a:lnTo>
                    <a:pt x="50" y="575"/>
                  </a:lnTo>
                  <a:lnTo>
                    <a:pt x="50" y="575"/>
                  </a:lnTo>
                  <a:lnTo>
                    <a:pt x="50" y="577"/>
                  </a:lnTo>
                  <a:lnTo>
                    <a:pt x="50" y="577"/>
                  </a:lnTo>
                  <a:lnTo>
                    <a:pt x="47" y="577"/>
                  </a:lnTo>
                  <a:lnTo>
                    <a:pt x="47" y="577"/>
                  </a:lnTo>
                  <a:lnTo>
                    <a:pt x="45" y="579"/>
                  </a:lnTo>
                  <a:lnTo>
                    <a:pt x="45" y="577"/>
                  </a:lnTo>
                  <a:lnTo>
                    <a:pt x="45" y="577"/>
                  </a:lnTo>
                  <a:lnTo>
                    <a:pt x="43" y="577"/>
                  </a:lnTo>
                  <a:lnTo>
                    <a:pt x="43" y="577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38" y="579"/>
                  </a:lnTo>
                  <a:lnTo>
                    <a:pt x="38" y="579"/>
                  </a:lnTo>
                  <a:lnTo>
                    <a:pt x="38" y="579"/>
                  </a:lnTo>
                  <a:lnTo>
                    <a:pt x="38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4"/>
                  </a:lnTo>
                  <a:lnTo>
                    <a:pt x="38" y="584"/>
                  </a:lnTo>
                  <a:lnTo>
                    <a:pt x="38" y="584"/>
                  </a:lnTo>
                  <a:lnTo>
                    <a:pt x="40" y="584"/>
                  </a:lnTo>
                  <a:lnTo>
                    <a:pt x="40" y="584"/>
                  </a:lnTo>
                  <a:lnTo>
                    <a:pt x="40" y="587"/>
                  </a:lnTo>
                  <a:lnTo>
                    <a:pt x="40" y="589"/>
                  </a:lnTo>
                  <a:lnTo>
                    <a:pt x="40" y="589"/>
                  </a:lnTo>
                  <a:lnTo>
                    <a:pt x="40" y="591"/>
                  </a:lnTo>
                  <a:lnTo>
                    <a:pt x="40" y="591"/>
                  </a:lnTo>
                  <a:lnTo>
                    <a:pt x="40" y="591"/>
                  </a:lnTo>
                  <a:lnTo>
                    <a:pt x="43" y="591"/>
                  </a:lnTo>
                  <a:lnTo>
                    <a:pt x="43" y="591"/>
                  </a:lnTo>
                  <a:lnTo>
                    <a:pt x="43" y="591"/>
                  </a:lnTo>
                  <a:lnTo>
                    <a:pt x="43" y="594"/>
                  </a:lnTo>
                  <a:lnTo>
                    <a:pt x="43" y="596"/>
                  </a:lnTo>
                  <a:lnTo>
                    <a:pt x="40" y="596"/>
                  </a:lnTo>
                  <a:lnTo>
                    <a:pt x="40" y="598"/>
                  </a:lnTo>
                  <a:lnTo>
                    <a:pt x="43" y="601"/>
                  </a:lnTo>
                  <a:lnTo>
                    <a:pt x="40" y="601"/>
                  </a:lnTo>
                  <a:lnTo>
                    <a:pt x="40" y="601"/>
                  </a:lnTo>
                  <a:lnTo>
                    <a:pt x="40" y="603"/>
                  </a:lnTo>
                  <a:lnTo>
                    <a:pt x="40" y="603"/>
                  </a:lnTo>
                  <a:lnTo>
                    <a:pt x="43" y="603"/>
                  </a:lnTo>
                  <a:lnTo>
                    <a:pt x="43" y="606"/>
                  </a:lnTo>
                  <a:lnTo>
                    <a:pt x="43" y="606"/>
                  </a:lnTo>
                  <a:lnTo>
                    <a:pt x="43" y="606"/>
                  </a:lnTo>
                  <a:lnTo>
                    <a:pt x="45" y="606"/>
                  </a:lnTo>
                  <a:lnTo>
                    <a:pt x="47" y="606"/>
                  </a:lnTo>
                  <a:lnTo>
                    <a:pt x="47" y="608"/>
                  </a:lnTo>
                  <a:lnTo>
                    <a:pt x="47" y="610"/>
                  </a:lnTo>
                  <a:lnTo>
                    <a:pt x="47" y="610"/>
                  </a:lnTo>
                  <a:lnTo>
                    <a:pt x="45" y="610"/>
                  </a:lnTo>
                  <a:lnTo>
                    <a:pt x="45" y="610"/>
                  </a:lnTo>
                  <a:lnTo>
                    <a:pt x="45" y="610"/>
                  </a:lnTo>
                  <a:lnTo>
                    <a:pt x="43" y="613"/>
                  </a:lnTo>
                  <a:lnTo>
                    <a:pt x="43" y="613"/>
                  </a:lnTo>
                  <a:lnTo>
                    <a:pt x="43" y="613"/>
                  </a:lnTo>
                  <a:lnTo>
                    <a:pt x="43" y="615"/>
                  </a:lnTo>
                  <a:lnTo>
                    <a:pt x="43" y="615"/>
                  </a:lnTo>
                  <a:lnTo>
                    <a:pt x="40" y="615"/>
                  </a:lnTo>
                  <a:lnTo>
                    <a:pt x="40" y="615"/>
                  </a:lnTo>
                  <a:lnTo>
                    <a:pt x="40" y="615"/>
                  </a:lnTo>
                  <a:lnTo>
                    <a:pt x="40" y="615"/>
                  </a:lnTo>
                  <a:lnTo>
                    <a:pt x="40" y="617"/>
                  </a:lnTo>
                  <a:lnTo>
                    <a:pt x="38" y="617"/>
                  </a:lnTo>
                  <a:lnTo>
                    <a:pt x="38" y="617"/>
                  </a:lnTo>
                  <a:lnTo>
                    <a:pt x="38" y="617"/>
                  </a:lnTo>
                  <a:lnTo>
                    <a:pt x="38" y="620"/>
                  </a:lnTo>
                  <a:lnTo>
                    <a:pt x="38" y="620"/>
                  </a:lnTo>
                  <a:lnTo>
                    <a:pt x="38" y="620"/>
                  </a:lnTo>
                  <a:lnTo>
                    <a:pt x="38" y="620"/>
                  </a:lnTo>
                  <a:lnTo>
                    <a:pt x="36" y="620"/>
                  </a:lnTo>
                  <a:lnTo>
                    <a:pt x="36" y="620"/>
                  </a:lnTo>
                  <a:lnTo>
                    <a:pt x="33" y="622"/>
                  </a:lnTo>
                  <a:lnTo>
                    <a:pt x="33" y="622"/>
                  </a:lnTo>
                  <a:lnTo>
                    <a:pt x="33" y="624"/>
                  </a:lnTo>
                  <a:lnTo>
                    <a:pt x="36" y="624"/>
                  </a:lnTo>
                  <a:lnTo>
                    <a:pt x="36" y="627"/>
                  </a:lnTo>
                  <a:lnTo>
                    <a:pt x="36" y="627"/>
                  </a:lnTo>
                  <a:lnTo>
                    <a:pt x="36" y="629"/>
                  </a:lnTo>
                  <a:lnTo>
                    <a:pt x="36" y="629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4"/>
                  </a:lnTo>
                  <a:lnTo>
                    <a:pt x="36" y="634"/>
                  </a:lnTo>
                  <a:lnTo>
                    <a:pt x="36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6"/>
                  </a:lnTo>
                  <a:lnTo>
                    <a:pt x="33" y="636"/>
                  </a:lnTo>
                  <a:lnTo>
                    <a:pt x="33" y="636"/>
                  </a:lnTo>
                  <a:lnTo>
                    <a:pt x="33" y="636"/>
                  </a:lnTo>
                  <a:lnTo>
                    <a:pt x="33" y="639"/>
                  </a:lnTo>
                  <a:lnTo>
                    <a:pt x="33" y="639"/>
                  </a:lnTo>
                  <a:lnTo>
                    <a:pt x="33" y="639"/>
                  </a:lnTo>
                  <a:lnTo>
                    <a:pt x="33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6"/>
                  </a:lnTo>
                  <a:lnTo>
                    <a:pt x="36" y="646"/>
                  </a:lnTo>
                  <a:lnTo>
                    <a:pt x="36" y="646"/>
                  </a:lnTo>
                  <a:lnTo>
                    <a:pt x="36" y="646"/>
                  </a:lnTo>
                  <a:lnTo>
                    <a:pt x="33" y="648"/>
                  </a:lnTo>
                  <a:lnTo>
                    <a:pt x="33" y="648"/>
                  </a:lnTo>
                  <a:lnTo>
                    <a:pt x="31" y="648"/>
                  </a:lnTo>
                  <a:lnTo>
                    <a:pt x="31" y="648"/>
                  </a:lnTo>
                  <a:lnTo>
                    <a:pt x="31" y="650"/>
                  </a:lnTo>
                  <a:lnTo>
                    <a:pt x="33" y="650"/>
                  </a:lnTo>
                  <a:lnTo>
                    <a:pt x="33" y="650"/>
                  </a:lnTo>
                  <a:lnTo>
                    <a:pt x="36" y="650"/>
                  </a:lnTo>
                  <a:lnTo>
                    <a:pt x="36" y="650"/>
                  </a:lnTo>
                  <a:lnTo>
                    <a:pt x="36" y="653"/>
                  </a:lnTo>
                  <a:lnTo>
                    <a:pt x="38" y="655"/>
                  </a:lnTo>
                  <a:lnTo>
                    <a:pt x="38" y="655"/>
                  </a:lnTo>
                  <a:lnTo>
                    <a:pt x="38" y="658"/>
                  </a:lnTo>
                  <a:lnTo>
                    <a:pt x="40" y="658"/>
                  </a:lnTo>
                  <a:lnTo>
                    <a:pt x="43" y="660"/>
                  </a:lnTo>
                  <a:lnTo>
                    <a:pt x="43" y="662"/>
                  </a:lnTo>
                  <a:lnTo>
                    <a:pt x="40" y="665"/>
                  </a:lnTo>
                  <a:lnTo>
                    <a:pt x="40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2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3" y="665"/>
                  </a:lnTo>
                  <a:lnTo>
                    <a:pt x="33" y="667"/>
                  </a:lnTo>
                  <a:lnTo>
                    <a:pt x="33" y="667"/>
                  </a:lnTo>
                  <a:lnTo>
                    <a:pt x="36" y="669"/>
                  </a:lnTo>
                  <a:lnTo>
                    <a:pt x="36" y="669"/>
                  </a:lnTo>
                  <a:lnTo>
                    <a:pt x="36" y="672"/>
                  </a:lnTo>
                  <a:lnTo>
                    <a:pt x="36" y="672"/>
                  </a:lnTo>
                  <a:lnTo>
                    <a:pt x="33" y="672"/>
                  </a:lnTo>
                  <a:lnTo>
                    <a:pt x="31" y="672"/>
                  </a:lnTo>
                  <a:lnTo>
                    <a:pt x="31" y="674"/>
                  </a:lnTo>
                  <a:lnTo>
                    <a:pt x="31" y="674"/>
                  </a:lnTo>
                  <a:lnTo>
                    <a:pt x="31" y="674"/>
                  </a:lnTo>
                  <a:lnTo>
                    <a:pt x="31" y="677"/>
                  </a:lnTo>
                  <a:lnTo>
                    <a:pt x="31" y="677"/>
                  </a:lnTo>
                  <a:lnTo>
                    <a:pt x="28" y="677"/>
                  </a:lnTo>
                  <a:lnTo>
                    <a:pt x="28" y="679"/>
                  </a:lnTo>
                  <a:lnTo>
                    <a:pt x="28" y="679"/>
                  </a:lnTo>
                  <a:lnTo>
                    <a:pt x="28" y="679"/>
                  </a:lnTo>
                  <a:lnTo>
                    <a:pt x="28" y="681"/>
                  </a:lnTo>
                  <a:lnTo>
                    <a:pt x="28" y="681"/>
                  </a:lnTo>
                  <a:lnTo>
                    <a:pt x="28" y="681"/>
                  </a:lnTo>
                  <a:lnTo>
                    <a:pt x="28" y="684"/>
                  </a:lnTo>
                  <a:lnTo>
                    <a:pt x="31" y="684"/>
                  </a:lnTo>
                  <a:lnTo>
                    <a:pt x="31" y="684"/>
                  </a:lnTo>
                  <a:lnTo>
                    <a:pt x="31" y="686"/>
                  </a:lnTo>
                  <a:lnTo>
                    <a:pt x="28" y="686"/>
                  </a:lnTo>
                  <a:lnTo>
                    <a:pt x="28" y="686"/>
                  </a:lnTo>
                  <a:lnTo>
                    <a:pt x="26" y="686"/>
                  </a:lnTo>
                  <a:lnTo>
                    <a:pt x="26" y="686"/>
                  </a:lnTo>
                  <a:lnTo>
                    <a:pt x="24" y="688"/>
                  </a:lnTo>
                  <a:lnTo>
                    <a:pt x="24" y="688"/>
                  </a:lnTo>
                  <a:lnTo>
                    <a:pt x="26" y="688"/>
                  </a:lnTo>
                  <a:lnTo>
                    <a:pt x="26" y="688"/>
                  </a:lnTo>
                  <a:lnTo>
                    <a:pt x="26" y="688"/>
                  </a:lnTo>
                  <a:lnTo>
                    <a:pt x="26" y="691"/>
                  </a:lnTo>
                  <a:lnTo>
                    <a:pt x="28" y="691"/>
                  </a:lnTo>
                  <a:lnTo>
                    <a:pt x="28" y="693"/>
                  </a:lnTo>
                  <a:lnTo>
                    <a:pt x="28" y="693"/>
                  </a:lnTo>
                  <a:lnTo>
                    <a:pt x="28" y="693"/>
                  </a:lnTo>
                  <a:lnTo>
                    <a:pt x="31" y="693"/>
                  </a:lnTo>
                  <a:lnTo>
                    <a:pt x="31" y="693"/>
                  </a:lnTo>
                  <a:lnTo>
                    <a:pt x="31" y="693"/>
                  </a:lnTo>
                  <a:lnTo>
                    <a:pt x="33" y="693"/>
                  </a:lnTo>
                  <a:lnTo>
                    <a:pt x="33" y="693"/>
                  </a:lnTo>
                  <a:lnTo>
                    <a:pt x="33" y="693"/>
                  </a:lnTo>
                  <a:lnTo>
                    <a:pt x="36" y="695"/>
                  </a:lnTo>
                  <a:lnTo>
                    <a:pt x="36" y="695"/>
                  </a:lnTo>
                  <a:lnTo>
                    <a:pt x="36" y="695"/>
                  </a:lnTo>
                  <a:lnTo>
                    <a:pt x="36" y="695"/>
                  </a:lnTo>
                  <a:lnTo>
                    <a:pt x="38" y="698"/>
                  </a:lnTo>
                  <a:lnTo>
                    <a:pt x="38" y="698"/>
                  </a:lnTo>
                  <a:lnTo>
                    <a:pt x="38" y="698"/>
                  </a:lnTo>
                  <a:lnTo>
                    <a:pt x="38" y="698"/>
                  </a:lnTo>
                  <a:lnTo>
                    <a:pt x="38" y="700"/>
                  </a:lnTo>
                  <a:lnTo>
                    <a:pt x="38" y="700"/>
                  </a:lnTo>
                  <a:lnTo>
                    <a:pt x="38" y="700"/>
                  </a:lnTo>
                  <a:lnTo>
                    <a:pt x="38" y="703"/>
                  </a:lnTo>
                  <a:lnTo>
                    <a:pt x="38" y="703"/>
                  </a:lnTo>
                  <a:lnTo>
                    <a:pt x="38" y="703"/>
                  </a:lnTo>
                  <a:lnTo>
                    <a:pt x="40" y="705"/>
                  </a:lnTo>
                  <a:lnTo>
                    <a:pt x="40" y="705"/>
                  </a:lnTo>
                  <a:lnTo>
                    <a:pt x="40" y="705"/>
                  </a:lnTo>
                  <a:lnTo>
                    <a:pt x="43" y="703"/>
                  </a:lnTo>
                  <a:lnTo>
                    <a:pt x="43" y="703"/>
                  </a:lnTo>
                  <a:lnTo>
                    <a:pt x="43" y="703"/>
                  </a:lnTo>
                  <a:lnTo>
                    <a:pt x="45" y="700"/>
                  </a:lnTo>
                  <a:lnTo>
                    <a:pt x="47" y="700"/>
                  </a:lnTo>
                  <a:lnTo>
                    <a:pt x="47" y="700"/>
                  </a:lnTo>
                  <a:lnTo>
                    <a:pt x="50" y="703"/>
                  </a:lnTo>
                  <a:lnTo>
                    <a:pt x="52" y="703"/>
                  </a:lnTo>
                  <a:lnTo>
                    <a:pt x="52" y="703"/>
                  </a:lnTo>
                  <a:lnTo>
                    <a:pt x="52" y="703"/>
                  </a:lnTo>
                  <a:lnTo>
                    <a:pt x="52" y="705"/>
                  </a:lnTo>
                  <a:lnTo>
                    <a:pt x="52" y="705"/>
                  </a:lnTo>
                  <a:lnTo>
                    <a:pt x="52" y="707"/>
                  </a:lnTo>
                  <a:lnTo>
                    <a:pt x="52" y="707"/>
                  </a:lnTo>
                  <a:lnTo>
                    <a:pt x="52" y="707"/>
                  </a:lnTo>
                  <a:lnTo>
                    <a:pt x="52" y="710"/>
                  </a:lnTo>
                  <a:lnTo>
                    <a:pt x="52" y="710"/>
                  </a:lnTo>
                  <a:lnTo>
                    <a:pt x="54" y="710"/>
                  </a:lnTo>
                  <a:lnTo>
                    <a:pt x="54" y="712"/>
                  </a:lnTo>
                  <a:lnTo>
                    <a:pt x="54" y="712"/>
                  </a:lnTo>
                  <a:lnTo>
                    <a:pt x="54" y="714"/>
                  </a:lnTo>
                  <a:lnTo>
                    <a:pt x="54" y="714"/>
                  </a:lnTo>
                  <a:lnTo>
                    <a:pt x="54" y="714"/>
                  </a:lnTo>
                  <a:lnTo>
                    <a:pt x="52" y="714"/>
                  </a:lnTo>
                  <a:lnTo>
                    <a:pt x="54" y="717"/>
                  </a:lnTo>
                  <a:lnTo>
                    <a:pt x="54" y="717"/>
                  </a:lnTo>
                  <a:lnTo>
                    <a:pt x="54" y="717"/>
                  </a:lnTo>
                  <a:lnTo>
                    <a:pt x="54" y="719"/>
                  </a:lnTo>
                  <a:lnTo>
                    <a:pt x="54" y="719"/>
                  </a:lnTo>
                  <a:lnTo>
                    <a:pt x="54" y="722"/>
                  </a:lnTo>
                  <a:lnTo>
                    <a:pt x="57" y="722"/>
                  </a:lnTo>
                  <a:lnTo>
                    <a:pt x="57" y="722"/>
                  </a:lnTo>
                  <a:lnTo>
                    <a:pt x="57" y="724"/>
                  </a:lnTo>
                  <a:lnTo>
                    <a:pt x="57" y="724"/>
                  </a:lnTo>
                  <a:lnTo>
                    <a:pt x="57" y="726"/>
                  </a:lnTo>
                  <a:lnTo>
                    <a:pt x="54" y="726"/>
                  </a:lnTo>
                  <a:lnTo>
                    <a:pt x="54" y="729"/>
                  </a:lnTo>
                  <a:lnTo>
                    <a:pt x="54" y="729"/>
                  </a:lnTo>
                  <a:lnTo>
                    <a:pt x="54" y="729"/>
                  </a:lnTo>
                  <a:lnTo>
                    <a:pt x="54" y="731"/>
                  </a:lnTo>
                  <a:lnTo>
                    <a:pt x="57" y="731"/>
                  </a:lnTo>
                  <a:lnTo>
                    <a:pt x="57" y="731"/>
                  </a:lnTo>
                  <a:lnTo>
                    <a:pt x="59" y="731"/>
                  </a:lnTo>
                  <a:lnTo>
                    <a:pt x="59" y="733"/>
                  </a:lnTo>
                  <a:lnTo>
                    <a:pt x="59" y="733"/>
                  </a:lnTo>
                  <a:lnTo>
                    <a:pt x="59" y="736"/>
                  </a:lnTo>
                  <a:lnTo>
                    <a:pt x="59" y="738"/>
                  </a:lnTo>
                  <a:lnTo>
                    <a:pt x="59" y="738"/>
                  </a:lnTo>
                  <a:lnTo>
                    <a:pt x="59" y="738"/>
                  </a:lnTo>
                  <a:lnTo>
                    <a:pt x="59" y="740"/>
                  </a:lnTo>
                  <a:lnTo>
                    <a:pt x="59" y="740"/>
                  </a:lnTo>
                  <a:lnTo>
                    <a:pt x="59" y="743"/>
                  </a:lnTo>
                  <a:lnTo>
                    <a:pt x="59" y="743"/>
                  </a:lnTo>
                  <a:lnTo>
                    <a:pt x="59" y="745"/>
                  </a:lnTo>
                  <a:lnTo>
                    <a:pt x="57" y="745"/>
                  </a:lnTo>
                  <a:lnTo>
                    <a:pt x="57" y="745"/>
                  </a:lnTo>
                  <a:lnTo>
                    <a:pt x="57" y="748"/>
                  </a:lnTo>
                  <a:lnTo>
                    <a:pt x="57" y="748"/>
                  </a:lnTo>
                  <a:lnTo>
                    <a:pt x="59" y="748"/>
                  </a:lnTo>
                  <a:lnTo>
                    <a:pt x="59" y="748"/>
                  </a:lnTo>
                  <a:lnTo>
                    <a:pt x="59" y="750"/>
                  </a:lnTo>
                  <a:lnTo>
                    <a:pt x="59" y="750"/>
                  </a:lnTo>
                  <a:lnTo>
                    <a:pt x="62" y="750"/>
                  </a:lnTo>
                  <a:lnTo>
                    <a:pt x="62" y="752"/>
                  </a:lnTo>
                  <a:lnTo>
                    <a:pt x="62" y="755"/>
                  </a:lnTo>
                  <a:lnTo>
                    <a:pt x="62" y="757"/>
                  </a:lnTo>
                  <a:lnTo>
                    <a:pt x="64" y="759"/>
                  </a:lnTo>
                  <a:lnTo>
                    <a:pt x="64" y="759"/>
                  </a:lnTo>
                  <a:lnTo>
                    <a:pt x="64" y="759"/>
                  </a:lnTo>
                  <a:lnTo>
                    <a:pt x="66" y="759"/>
                  </a:lnTo>
                  <a:lnTo>
                    <a:pt x="66" y="762"/>
                  </a:lnTo>
                  <a:lnTo>
                    <a:pt x="66" y="762"/>
                  </a:lnTo>
                  <a:lnTo>
                    <a:pt x="64" y="764"/>
                  </a:lnTo>
                  <a:lnTo>
                    <a:pt x="64" y="764"/>
                  </a:lnTo>
                  <a:lnTo>
                    <a:pt x="66" y="764"/>
                  </a:lnTo>
                  <a:lnTo>
                    <a:pt x="66" y="766"/>
                  </a:lnTo>
                  <a:lnTo>
                    <a:pt x="66" y="766"/>
                  </a:lnTo>
                  <a:lnTo>
                    <a:pt x="69" y="766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71" y="771"/>
                  </a:lnTo>
                  <a:lnTo>
                    <a:pt x="73" y="771"/>
                  </a:lnTo>
                  <a:lnTo>
                    <a:pt x="76" y="771"/>
                  </a:lnTo>
                  <a:lnTo>
                    <a:pt x="76" y="771"/>
                  </a:lnTo>
                  <a:lnTo>
                    <a:pt x="78" y="771"/>
                  </a:lnTo>
                  <a:lnTo>
                    <a:pt x="78" y="774"/>
                  </a:lnTo>
                  <a:lnTo>
                    <a:pt x="80" y="774"/>
                  </a:lnTo>
                  <a:lnTo>
                    <a:pt x="80" y="776"/>
                  </a:lnTo>
                  <a:lnTo>
                    <a:pt x="80" y="778"/>
                  </a:lnTo>
                  <a:lnTo>
                    <a:pt x="83" y="778"/>
                  </a:lnTo>
                  <a:lnTo>
                    <a:pt x="83" y="778"/>
                  </a:lnTo>
                  <a:lnTo>
                    <a:pt x="83" y="781"/>
                  </a:lnTo>
                  <a:lnTo>
                    <a:pt x="83" y="783"/>
                  </a:lnTo>
                  <a:lnTo>
                    <a:pt x="83" y="783"/>
                  </a:lnTo>
                  <a:lnTo>
                    <a:pt x="80" y="785"/>
                  </a:lnTo>
                  <a:lnTo>
                    <a:pt x="80" y="785"/>
                  </a:lnTo>
                  <a:lnTo>
                    <a:pt x="80" y="785"/>
                  </a:lnTo>
                  <a:lnTo>
                    <a:pt x="83" y="788"/>
                  </a:lnTo>
                  <a:lnTo>
                    <a:pt x="83" y="788"/>
                  </a:lnTo>
                  <a:lnTo>
                    <a:pt x="83" y="788"/>
                  </a:lnTo>
                  <a:lnTo>
                    <a:pt x="83" y="790"/>
                  </a:lnTo>
                  <a:lnTo>
                    <a:pt x="83" y="790"/>
                  </a:lnTo>
                  <a:lnTo>
                    <a:pt x="80" y="790"/>
                  </a:lnTo>
                  <a:lnTo>
                    <a:pt x="80" y="793"/>
                  </a:lnTo>
                  <a:lnTo>
                    <a:pt x="80" y="793"/>
                  </a:lnTo>
                  <a:lnTo>
                    <a:pt x="80" y="793"/>
                  </a:lnTo>
                  <a:lnTo>
                    <a:pt x="80" y="795"/>
                  </a:lnTo>
                  <a:lnTo>
                    <a:pt x="80" y="795"/>
                  </a:lnTo>
                  <a:lnTo>
                    <a:pt x="80" y="797"/>
                  </a:lnTo>
                  <a:lnTo>
                    <a:pt x="80" y="797"/>
                  </a:lnTo>
                  <a:lnTo>
                    <a:pt x="80" y="800"/>
                  </a:lnTo>
                  <a:lnTo>
                    <a:pt x="80" y="802"/>
                  </a:lnTo>
                  <a:lnTo>
                    <a:pt x="78" y="802"/>
                  </a:lnTo>
                  <a:lnTo>
                    <a:pt x="78" y="802"/>
                  </a:lnTo>
                  <a:lnTo>
                    <a:pt x="78" y="804"/>
                  </a:lnTo>
                  <a:lnTo>
                    <a:pt x="78" y="804"/>
                  </a:lnTo>
                  <a:lnTo>
                    <a:pt x="78" y="807"/>
                  </a:lnTo>
                  <a:lnTo>
                    <a:pt x="78" y="807"/>
                  </a:lnTo>
                  <a:lnTo>
                    <a:pt x="76" y="807"/>
                  </a:lnTo>
                  <a:lnTo>
                    <a:pt x="76" y="807"/>
                  </a:lnTo>
                  <a:lnTo>
                    <a:pt x="76" y="809"/>
                  </a:lnTo>
                  <a:lnTo>
                    <a:pt x="76" y="809"/>
                  </a:lnTo>
                  <a:lnTo>
                    <a:pt x="76" y="809"/>
                  </a:lnTo>
                  <a:lnTo>
                    <a:pt x="76" y="811"/>
                  </a:lnTo>
                  <a:lnTo>
                    <a:pt x="73" y="811"/>
                  </a:lnTo>
                  <a:lnTo>
                    <a:pt x="73" y="811"/>
                  </a:lnTo>
                  <a:lnTo>
                    <a:pt x="73" y="811"/>
                  </a:lnTo>
                  <a:lnTo>
                    <a:pt x="71" y="811"/>
                  </a:lnTo>
                  <a:lnTo>
                    <a:pt x="71" y="811"/>
                  </a:lnTo>
                  <a:lnTo>
                    <a:pt x="71" y="814"/>
                  </a:lnTo>
                  <a:lnTo>
                    <a:pt x="71" y="814"/>
                  </a:lnTo>
                  <a:lnTo>
                    <a:pt x="71" y="814"/>
                  </a:lnTo>
                  <a:lnTo>
                    <a:pt x="71" y="816"/>
                  </a:lnTo>
                  <a:lnTo>
                    <a:pt x="71" y="816"/>
                  </a:lnTo>
                  <a:lnTo>
                    <a:pt x="71" y="816"/>
                  </a:lnTo>
                  <a:lnTo>
                    <a:pt x="73" y="816"/>
                  </a:lnTo>
                  <a:lnTo>
                    <a:pt x="73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9"/>
                  </a:lnTo>
                  <a:lnTo>
                    <a:pt x="76" y="819"/>
                  </a:lnTo>
                  <a:lnTo>
                    <a:pt x="76" y="821"/>
                  </a:lnTo>
                  <a:lnTo>
                    <a:pt x="76" y="821"/>
                  </a:lnTo>
                  <a:lnTo>
                    <a:pt x="76" y="823"/>
                  </a:lnTo>
                  <a:lnTo>
                    <a:pt x="73" y="826"/>
                  </a:lnTo>
                  <a:lnTo>
                    <a:pt x="73" y="826"/>
                  </a:lnTo>
                  <a:lnTo>
                    <a:pt x="73" y="826"/>
                  </a:lnTo>
                  <a:lnTo>
                    <a:pt x="73" y="826"/>
                  </a:lnTo>
                  <a:lnTo>
                    <a:pt x="73" y="828"/>
                  </a:lnTo>
                  <a:lnTo>
                    <a:pt x="73" y="828"/>
                  </a:lnTo>
                  <a:lnTo>
                    <a:pt x="73" y="828"/>
                  </a:lnTo>
                  <a:lnTo>
                    <a:pt x="73" y="828"/>
                  </a:lnTo>
                  <a:lnTo>
                    <a:pt x="71" y="830"/>
                  </a:lnTo>
                  <a:lnTo>
                    <a:pt x="71" y="833"/>
                  </a:lnTo>
                  <a:lnTo>
                    <a:pt x="71" y="833"/>
                  </a:lnTo>
                  <a:lnTo>
                    <a:pt x="71" y="835"/>
                  </a:lnTo>
                  <a:lnTo>
                    <a:pt x="71" y="835"/>
                  </a:lnTo>
                  <a:lnTo>
                    <a:pt x="71" y="837"/>
                  </a:lnTo>
                  <a:lnTo>
                    <a:pt x="71" y="837"/>
                  </a:lnTo>
                  <a:lnTo>
                    <a:pt x="71" y="837"/>
                  </a:lnTo>
                  <a:lnTo>
                    <a:pt x="69" y="837"/>
                  </a:lnTo>
                  <a:lnTo>
                    <a:pt x="69" y="840"/>
                  </a:lnTo>
                  <a:lnTo>
                    <a:pt x="69" y="840"/>
                  </a:lnTo>
                  <a:lnTo>
                    <a:pt x="69" y="842"/>
                  </a:lnTo>
                  <a:lnTo>
                    <a:pt x="69" y="842"/>
                  </a:lnTo>
                  <a:lnTo>
                    <a:pt x="69" y="842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2"/>
                  </a:lnTo>
                  <a:lnTo>
                    <a:pt x="71" y="842"/>
                  </a:lnTo>
                  <a:lnTo>
                    <a:pt x="73" y="842"/>
                  </a:lnTo>
                  <a:lnTo>
                    <a:pt x="73" y="842"/>
                  </a:lnTo>
                  <a:lnTo>
                    <a:pt x="73" y="842"/>
                  </a:lnTo>
                  <a:lnTo>
                    <a:pt x="73" y="842"/>
                  </a:lnTo>
                  <a:lnTo>
                    <a:pt x="76" y="845"/>
                  </a:lnTo>
                  <a:lnTo>
                    <a:pt x="76" y="845"/>
                  </a:lnTo>
                  <a:lnTo>
                    <a:pt x="76" y="845"/>
                  </a:lnTo>
                  <a:lnTo>
                    <a:pt x="76" y="847"/>
                  </a:lnTo>
                  <a:lnTo>
                    <a:pt x="76" y="847"/>
                  </a:lnTo>
                  <a:lnTo>
                    <a:pt x="78" y="847"/>
                  </a:lnTo>
                  <a:lnTo>
                    <a:pt x="78" y="847"/>
                  </a:lnTo>
                  <a:lnTo>
                    <a:pt x="78" y="847"/>
                  </a:lnTo>
                  <a:lnTo>
                    <a:pt x="80" y="845"/>
                  </a:lnTo>
                  <a:lnTo>
                    <a:pt x="83" y="845"/>
                  </a:lnTo>
                  <a:lnTo>
                    <a:pt x="85" y="845"/>
                  </a:lnTo>
                  <a:lnTo>
                    <a:pt x="85" y="845"/>
                  </a:lnTo>
                  <a:lnTo>
                    <a:pt x="85" y="845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88" y="847"/>
                  </a:lnTo>
                  <a:lnTo>
                    <a:pt x="88" y="847"/>
                  </a:lnTo>
                  <a:lnTo>
                    <a:pt x="88" y="849"/>
                  </a:lnTo>
                  <a:lnTo>
                    <a:pt x="90" y="849"/>
                  </a:lnTo>
                  <a:lnTo>
                    <a:pt x="90" y="849"/>
                  </a:lnTo>
                  <a:lnTo>
                    <a:pt x="92" y="849"/>
                  </a:lnTo>
                  <a:lnTo>
                    <a:pt x="92" y="849"/>
                  </a:lnTo>
                  <a:lnTo>
                    <a:pt x="95" y="849"/>
                  </a:lnTo>
                  <a:lnTo>
                    <a:pt x="97" y="849"/>
                  </a:lnTo>
                  <a:lnTo>
                    <a:pt x="97" y="847"/>
                  </a:lnTo>
                  <a:lnTo>
                    <a:pt x="97" y="847"/>
                  </a:lnTo>
                  <a:lnTo>
                    <a:pt x="97" y="847"/>
                  </a:lnTo>
                  <a:lnTo>
                    <a:pt x="97" y="845"/>
                  </a:lnTo>
                  <a:lnTo>
                    <a:pt x="99" y="845"/>
                  </a:lnTo>
                  <a:lnTo>
                    <a:pt x="99" y="845"/>
                  </a:lnTo>
                  <a:lnTo>
                    <a:pt x="99" y="845"/>
                  </a:lnTo>
                  <a:lnTo>
                    <a:pt x="99" y="845"/>
                  </a:lnTo>
                  <a:lnTo>
                    <a:pt x="102" y="845"/>
                  </a:lnTo>
                  <a:lnTo>
                    <a:pt x="102" y="845"/>
                  </a:lnTo>
                  <a:lnTo>
                    <a:pt x="104" y="845"/>
                  </a:lnTo>
                  <a:lnTo>
                    <a:pt x="104" y="847"/>
                  </a:lnTo>
                  <a:lnTo>
                    <a:pt x="104" y="847"/>
                  </a:lnTo>
                  <a:lnTo>
                    <a:pt x="104" y="847"/>
                  </a:lnTo>
                  <a:lnTo>
                    <a:pt x="102" y="849"/>
                  </a:lnTo>
                  <a:lnTo>
                    <a:pt x="102" y="849"/>
                  </a:lnTo>
                  <a:lnTo>
                    <a:pt x="102" y="849"/>
                  </a:lnTo>
                  <a:lnTo>
                    <a:pt x="104" y="852"/>
                  </a:lnTo>
                  <a:lnTo>
                    <a:pt x="107" y="852"/>
                  </a:lnTo>
                  <a:lnTo>
                    <a:pt x="107" y="852"/>
                  </a:lnTo>
                  <a:lnTo>
                    <a:pt x="109" y="849"/>
                  </a:lnTo>
                  <a:lnTo>
                    <a:pt x="109" y="847"/>
                  </a:lnTo>
                  <a:lnTo>
                    <a:pt x="111" y="847"/>
                  </a:lnTo>
                  <a:lnTo>
                    <a:pt x="114" y="847"/>
                  </a:lnTo>
                  <a:lnTo>
                    <a:pt x="116" y="847"/>
                  </a:lnTo>
                  <a:lnTo>
                    <a:pt x="116" y="849"/>
                  </a:lnTo>
                  <a:lnTo>
                    <a:pt x="116" y="849"/>
                  </a:lnTo>
                  <a:lnTo>
                    <a:pt x="118" y="852"/>
                  </a:lnTo>
                  <a:lnTo>
                    <a:pt x="118" y="854"/>
                  </a:lnTo>
                  <a:lnTo>
                    <a:pt x="121" y="856"/>
                  </a:lnTo>
                  <a:lnTo>
                    <a:pt x="123" y="856"/>
                  </a:lnTo>
                  <a:lnTo>
                    <a:pt x="123" y="856"/>
                  </a:lnTo>
                  <a:lnTo>
                    <a:pt x="125" y="859"/>
                  </a:lnTo>
                  <a:lnTo>
                    <a:pt x="128" y="859"/>
                  </a:lnTo>
                  <a:lnTo>
                    <a:pt x="128" y="861"/>
                  </a:lnTo>
                  <a:lnTo>
                    <a:pt x="130" y="864"/>
                  </a:lnTo>
                  <a:lnTo>
                    <a:pt x="133" y="864"/>
                  </a:lnTo>
                  <a:lnTo>
                    <a:pt x="133" y="864"/>
                  </a:lnTo>
                  <a:lnTo>
                    <a:pt x="135" y="864"/>
                  </a:lnTo>
                  <a:lnTo>
                    <a:pt x="137" y="864"/>
                  </a:lnTo>
                  <a:lnTo>
                    <a:pt x="140" y="861"/>
                  </a:lnTo>
                  <a:lnTo>
                    <a:pt x="140" y="861"/>
                  </a:lnTo>
                  <a:lnTo>
                    <a:pt x="140" y="861"/>
                  </a:lnTo>
                  <a:lnTo>
                    <a:pt x="142" y="861"/>
                  </a:lnTo>
                  <a:lnTo>
                    <a:pt x="142" y="861"/>
                  </a:lnTo>
                  <a:lnTo>
                    <a:pt x="144" y="861"/>
                  </a:lnTo>
                  <a:lnTo>
                    <a:pt x="144" y="861"/>
                  </a:lnTo>
                  <a:lnTo>
                    <a:pt x="144" y="861"/>
                  </a:lnTo>
                  <a:lnTo>
                    <a:pt x="147" y="861"/>
                  </a:lnTo>
                  <a:lnTo>
                    <a:pt x="147" y="861"/>
                  </a:lnTo>
                  <a:lnTo>
                    <a:pt x="149" y="861"/>
                  </a:lnTo>
                  <a:lnTo>
                    <a:pt x="149" y="864"/>
                  </a:lnTo>
                  <a:lnTo>
                    <a:pt x="151" y="864"/>
                  </a:lnTo>
                  <a:lnTo>
                    <a:pt x="151" y="864"/>
                  </a:lnTo>
                  <a:lnTo>
                    <a:pt x="151" y="864"/>
                  </a:lnTo>
                  <a:lnTo>
                    <a:pt x="154" y="864"/>
                  </a:lnTo>
                  <a:lnTo>
                    <a:pt x="154" y="864"/>
                  </a:lnTo>
                  <a:lnTo>
                    <a:pt x="156" y="864"/>
                  </a:lnTo>
                  <a:lnTo>
                    <a:pt x="156" y="861"/>
                  </a:lnTo>
                  <a:lnTo>
                    <a:pt x="156" y="859"/>
                  </a:lnTo>
                  <a:lnTo>
                    <a:pt x="159" y="856"/>
                  </a:lnTo>
                  <a:lnTo>
                    <a:pt x="159" y="856"/>
                  </a:lnTo>
                  <a:lnTo>
                    <a:pt x="161" y="856"/>
                  </a:lnTo>
                  <a:lnTo>
                    <a:pt x="161" y="856"/>
                  </a:lnTo>
                  <a:lnTo>
                    <a:pt x="163" y="859"/>
                  </a:lnTo>
                  <a:lnTo>
                    <a:pt x="163" y="859"/>
                  </a:lnTo>
                  <a:lnTo>
                    <a:pt x="163" y="859"/>
                  </a:lnTo>
                  <a:lnTo>
                    <a:pt x="163" y="859"/>
                  </a:lnTo>
                  <a:lnTo>
                    <a:pt x="166" y="859"/>
                  </a:lnTo>
                  <a:lnTo>
                    <a:pt x="166" y="859"/>
                  </a:lnTo>
                  <a:lnTo>
                    <a:pt x="166" y="859"/>
                  </a:lnTo>
                  <a:lnTo>
                    <a:pt x="168" y="859"/>
                  </a:lnTo>
                  <a:lnTo>
                    <a:pt x="170" y="859"/>
                  </a:lnTo>
                  <a:lnTo>
                    <a:pt x="170" y="861"/>
                  </a:lnTo>
                  <a:lnTo>
                    <a:pt x="170" y="866"/>
                  </a:lnTo>
                  <a:lnTo>
                    <a:pt x="168" y="871"/>
                  </a:lnTo>
                  <a:lnTo>
                    <a:pt x="168" y="871"/>
                  </a:lnTo>
                  <a:lnTo>
                    <a:pt x="168" y="873"/>
                  </a:lnTo>
                  <a:lnTo>
                    <a:pt x="168" y="875"/>
                  </a:lnTo>
                  <a:lnTo>
                    <a:pt x="168" y="875"/>
                  </a:lnTo>
                  <a:lnTo>
                    <a:pt x="166" y="878"/>
                  </a:lnTo>
                  <a:lnTo>
                    <a:pt x="166" y="878"/>
                  </a:lnTo>
                  <a:lnTo>
                    <a:pt x="163" y="880"/>
                  </a:lnTo>
                  <a:lnTo>
                    <a:pt x="161" y="880"/>
                  </a:lnTo>
                  <a:lnTo>
                    <a:pt x="159" y="882"/>
                  </a:lnTo>
                  <a:lnTo>
                    <a:pt x="159" y="887"/>
                  </a:lnTo>
                  <a:lnTo>
                    <a:pt x="161" y="892"/>
                  </a:lnTo>
                  <a:lnTo>
                    <a:pt x="161" y="894"/>
                  </a:lnTo>
                  <a:lnTo>
                    <a:pt x="163" y="894"/>
                  </a:lnTo>
                  <a:lnTo>
                    <a:pt x="163" y="897"/>
                  </a:lnTo>
                  <a:lnTo>
                    <a:pt x="163" y="899"/>
                  </a:lnTo>
                  <a:lnTo>
                    <a:pt x="161" y="899"/>
                  </a:lnTo>
                  <a:lnTo>
                    <a:pt x="161" y="901"/>
                  </a:lnTo>
                  <a:lnTo>
                    <a:pt x="161" y="901"/>
                  </a:lnTo>
                  <a:lnTo>
                    <a:pt x="161" y="904"/>
                  </a:lnTo>
                  <a:lnTo>
                    <a:pt x="161" y="904"/>
                  </a:lnTo>
                  <a:lnTo>
                    <a:pt x="163" y="904"/>
                  </a:lnTo>
                  <a:lnTo>
                    <a:pt x="163" y="904"/>
                  </a:lnTo>
                  <a:lnTo>
                    <a:pt x="163" y="904"/>
                  </a:lnTo>
                  <a:lnTo>
                    <a:pt x="166" y="904"/>
                  </a:lnTo>
                  <a:lnTo>
                    <a:pt x="168" y="904"/>
                  </a:lnTo>
                  <a:lnTo>
                    <a:pt x="168" y="906"/>
                  </a:lnTo>
                  <a:lnTo>
                    <a:pt x="168" y="909"/>
                  </a:lnTo>
                  <a:lnTo>
                    <a:pt x="168" y="911"/>
                  </a:lnTo>
                  <a:lnTo>
                    <a:pt x="168" y="911"/>
                  </a:lnTo>
                  <a:lnTo>
                    <a:pt x="168" y="913"/>
                  </a:lnTo>
                  <a:lnTo>
                    <a:pt x="166" y="916"/>
                  </a:lnTo>
                  <a:lnTo>
                    <a:pt x="166" y="918"/>
                  </a:lnTo>
                  <a:lnTo>
                    <a:pt x="166" y="918"/>
                  </a:lnTo>
                  <a:lnTo>
                    <a:pt x="166" y="920"/>
                  </a:lnTo>
                  <a:lnTo>
                    <a:pt x="166" y="923"/>
                  </a:lnTo>
                  <a:lnTo>
                    <a:pt x="166" y="925"/>
                  </a:lnTo>
                  <a:lnTo>
                    <a:pt x="166" y="925"/>
                  </a:lnTo>
                  <a:lnTo>
                    <a:pt x="166" y="927"/>
                  </a:lnTo>
                  <a:lnTo>
                    <a:pt x="166" y="930"/>
                  </a:lnTo>
                  <a:lnTo>
                    <a:pt x="166" y="932"/>
                  </a:lnTo>
                  <a:lnTo>
                    <a:pt x="166" y="932"/>
                  </a:lnTo>
                  <a:lnTo>
                    <a:pt x="168" y="935"/>
                  </a:lnTo>
                  <a:lnTo>
                    <a:pt x="168" y="935"/>
                  </a:lnTo>
                  <a:lnTo>
                    <a:pt x="168" y="937"/>
                  </a:lnTo>
                  <a:lnTo>
                    <a:pt x="168" y="937"/>
                  </a:lnTo>
                  <a:lnTo>
                    <a:pt x="168" y="937"/>
                  </a:lnTo>
                  <a:lnTo>
                    <a:pt x="168" y="939"/>
                  </a:lnTo>
                  <a:lnTo>
                    <a:pt x="168" y="939"/>
                  </a:lnTo>
                  <a:lnTo>
                    <a:pt x="168" y="942"/>
                  </a:lnTo>
                  <a:lnTo>
                    <a:pt x="168" y="944"/>
                  </a:lnTo>
                  <a:lnTo>
                    <a:pt x="166" y="944"/>
                  </a:lnTo>
                  <a:lnTo>
                    <a:pt x="163" y="946"/>
                  </a:lnTo>
                  <a:lnTo>
                    <a:pt x="163" y="949"/>
                  </a:lnTo>
                  <a:lnTo>
                    <a:pt x="163" y="949"/>
                  </a:lnTo>
                  <a:lnTo>
                    <a:pt x="166" y="949"/>
                  </a:lnTo>
                  <a:lnTo>
                    <a:pt x="168" y="949"/>
                  </a:lnTo>
                  <a:lnTo>
                    <a:pt x="170" y="949"/>
                  </a:lnTo>
                  <a:lnTo>
                    <a:pt x="170" y="949"/>
                  </a:lnTo>
                  <a:lnTo>
                    <a:pt x="170" y="951"/>
                  </a:lnTo>
                  <a:lnTo>
                    <a:pt x="170" y="953"/>
                  </a:lnTo>
                  <a:lnTo>
                    <a:pt x="192" y="958"/>
                  </a:lnTo>
                  <a:lnTo>
                    <a:pt x="213" y="965"/>
                  </a:lnTo>
                  <a:lnTo>
                    <a:pt x="232" y="972"/>
                  </a:lnTo>
                  <a:lnTo>
                    <a:pt x="253" y="980"/>
                  </a:lnTo>
                  <a:lnTo>
                    <a:pt x="275" y="984"/>
                  </a:lnTo>
                  <a:lnTo>
                    <a:pt x="296" y="991"/>
                  </a:lnTo>
                  <a:lnTo>
                    <a:pt x="315" y="996"/>
                  </a:lnTo>
                  <a:lnTo>
                    <a:pt x="336" y="1003"/>
                  </a:lnTo>
                  <a:lnTo>
                    <a:pt x="364" y="1010"/>
                  </a:lnTo>
                  <a:lnTo>
                    <a:pt x="390" y="1017"/>
                  </a:lnTo>
                  <a:lnTo>
                    <a:pt x="419" y="1025"/>
                  </a:lnTo>
                  <a:lnTo>
                    <a:pt x="445" y="1029"/>
                  </a:lnTo>
                  <a:lnTo>
                    <a:pt x="473" y="1036"/>
                  </a:lnTo>
                  <a:lnTo>
                    <a:pt x="502" y="1043"/>
                  </a:lnTo>
                  <a:lnTo>
                    <a:pt x="528" y="1048"/>
                  </a:lnTo>
                  <a:lnTo>
                    <a:pt x="556" y="1055"/>
                  </a:lnTo>
                  <a:lnTo>
                    <a:pt x="585" y="1060"/>
                  </a:lnTo>
                  <a:lnTo>
                    <a:pt x="613" y="1065"/>
                  </a:lnTo>
                  <a:lnTo>
                    <a:pt x="639" y="1069"/>
                  </a:lnTo>
                  <a:lnTo>
                    <a:pt x="667" y="1074"/>
                  </a:lnTo>
                  <a:lnTo>
                    <a:pt x="696" y="1079"/>
                  </a:lnTo>
                  <a:lnTo>
                    <a:pt x="724" y="1084"/>
                  </a:lnTo>
                  <a:lnTo>
                    <a:pt x="753" y="1088"/>
                  </a:lnTo>
                  <a:lnTo>
                    <a:pt x="781" y="1091"/>
                  </a:lnTo>
                  <a:lnTo>
                    <a:pt x="802" y="1096"/>
                  </a:lnTo>
                  <a:lnTo>
                    <a:pt x="826" y="1098"/>
                  </a:lnTo>
                  <a:lnTo>
                    <a:pt x="847" y="1100"/>
                  </a:lnTo>
                  <a:lnTo>
                    <a:pt x="871" y="1103"/>
                  </a:lnTo>
                  <a:lnTo>
                    <a:pt x="892" y="1105"/>
                  </a:lnTo>
                  <a:lnTo>
                    <a:pt x="916" y="1107"/>
                  </a:lnTo>
                  <a:lnTo>
                    <a:pt x="939" y="1110"/>
                  </a:lnTo>
                  <a:lnTo>
                    <a:pt x="961" y="1110"/>
                  </a:lnTo>
                  <a:lnTo>
                    <a:pt x="984" y="1112"/>
                  </a:lnTo>
                  <a:lnTo>
                    <a:pt x="1006" y="1114"/>
                  </a:lnTo>
                  <a:lnTo>
                    <a:pt x="1029" y="1114"/>
                  </a:lnTo>
                  <a:lnTo>
                    <a:pt x="1053" y="1117"/>
                  </a:lnTo>
                  <a:lnTo>
                    <a:pt x="1074" y="1117"/>
                  </a:lnTo>
                  <a:lnTo>
                    <a:pt x="1098" y="1119"/>
                  </a:lnTo>
                  <a:lnTo>
                    <a:pt x="1119" y="1119"/>
                  </a:lnTo>
                  <a:lnTo>
                    <a:pt x="1143" y="1119"/>
                  </a:lnTo>
                  <a:lnTo>
                    <a:pt x="1143" y="1119"/>
                  </a:lnTo>
                  <a:lnTo>
                    <a:pt x="1143" y="1084"/>
                  </a:lnTo>
                  <a:lnTo>
                    <a:pt x="1145" y="1048"/>
                  </a:lnTo>
                  <a:lnTo>
                    <a:pt x="1145" y="1010"/>
                  </a:lnTo>
                  <a:lnTo>
                    <a:pt x="1148" y="975"/>
                  </a:lnTo>
                  <a:lnTo>
                    <a:pt x="1148" y="927"/>
                  </a:lnTo>
                  <a:lnTo>
                    <a:pt x="1150" y="882"/>
                  </a:lnTo>
                  <a:lnTo>
                    <a:pt x="1152" y="835"/>
                  </a:lnTo>
                  <a:lnTo>
                    <a:pt x="1152" y="790"/>
                  </a:lnTo>
                  <a:lnTo>
                    <a:pt x="1152" y="785"/>
                  </a:lnTo>
                  <a:lnTo>
                    <a:pt x="1152" y="783"/>
                  </a:lnTo>
                  <a:lnTo>
                    <a:pt x="1152" y="781"/>
                  </a:lnTo>
                  <a:lnTo>
                    <a:pt x="1152" y="776"/>
                  </a:lnTo>
                  <a:lnTo>
                    <a:pt x="1152" y="771"/>
                  </a:lnTo>
                  <a:lnTo>
                    <a:pt x="1155" y="769"/>
                  </a:lnTo>
                  <a:lnTo>
                    <a:pt x="1155" y="764"/>
                  </a:lnTo>
                  <a:lnTo>
                    <a:pt x="1155" y="759"/>
                  </a:lnTo>
                  <a:lnTo>
                    <a:pt x="1155" y="755"/>
                  </a:lnTo>
                  <a:lnTo>
                    <a:pt x="1155" y="752"/>
                  </a:lnTo>
                  <a:lnTo>
                    <a:pt x="1155" y="748"/>
                  </a:lnTo>
                  <a:close/>
                </a:path>
              </a:pathLst>
            </a:custGeom>
            <a:solidFill>
              <a:schemeClr val="accent1"/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152DC1C5-358D-42AB-853B-A0827FEFA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7310" y="2318872"/>
              <a:ext cx="13538" cy="12185"/>
            </a:xfrm>
            <a:custGeom>
              <a:avLst/>
              <a:gdLst>
                <a:gd name="T0" fmla="*/ 5 w 10"/>
                <a:gd name="T1" fmla="*/ 7 h 9"/>
                <a:gd name="T2" fmla="*/ 5 w 10"/>
                <a:gd name="T3" fmla="*/ 7 h 9"/>
                <a:gd name="T4" fmla="*/ 5 w 10"/>
                <a:gd name="T5" fmla="*/ 7 h 9"/>
                <a:gd name="T6" fmla="*/ 5 w 10"/>
                <a:gd name="T7" fmla="*/ 7 h 9"/>
                <a:gd name="T8" fmla="*/ 5 w 10"/>
                <a:gd name="T9" fmla="*/ 4 h 9"/>
                <a:gd name="T10" fmla="*/ 5 w 10"/>
                <a:gd name="T11" fmla="*/ 4 h 9"/>
                <a:gd name="T12" fmla="*/ 7 w 10"/>
                <a:gd name="T13" fmla="*/ 7 h 9"/>
                <a:gd name="T14" fmla="*/ 7 w 10"/>
                <a:gd name="T15" fmla="*/ 7 h 9"/>
                <a:gd name="T16" fmla="*/ 7 w 10"/>
                <a:gd name="T17" fmla="*/ 9 h 9"/>
                <a:gd name="T18" fmla="*/ 7 w 10"/>
                <a:gd name="T19" fmla="*/ 7 h 9"/>
                <a:gd name="T20" fmla="*/ 10 w 10"/>
                <a:gd name="T21" fmla="*/ 7 h 9"/>
                <a:gd name="T22" fmla="*/ 10 w 10"/>
                <a:gd name="T23" fmla="*/ 7 h 9"/>
                <a:gd name="T24" fmla="*/ 10 w 10"/>
                <a:gd name="T25" fmla="*/ 7 h 9"/>
                <a:gd name="T26" fmla="*/ 10 w 10"/>
                <a:gd name="T27" fmla="*/ 7 h 9"/>
                <a:gd name="T28" fmla="*/ 10 w 10"/>
                <a:gd name="T29" fmla="*/ 4 h 9"/>
                <a:gd name="T30" fmla="*/ 10 w 10"/>
                <a:gd name="T31" fmla="*/ 4 h 9"/>
                <a:gd name="T32" fmla="*/ 10 w 10"/>
                <a:gd name="T33" fmla="*/ 2 h 9"/>
                <a:gd name="T34" fmla="*/ 10 w 10"/>
                <a:gd name="T35" fmla="*/ 0 h 9"/>
                <a:gd name="T36" fmla="*/ 7 w 10"/>
                <a:gd name="T37" fmla="*/ 0 h 9"/>
                <a:gd name="T38" fmla="*/ 7 w 10"/>
                <a:gd name="T39" fmla="*/ 0 h 9"/>
                <a:gd name="T40" fmla="*/ 2 w 10"/>
                <a:gd name="T41" fmla="*/ 7 h 9"/>
                <a:gd name="T42" fmla="*/ 0 w 10"/>
                <a:gd name="T43" fmla="*/ 9 h 9"/>
                <a:gd name="T44" fmla="*/ 2 w 10"/>
                <a:gd name="T45" fmla="*/ 7 h 9"/>
                <a:gd name="T46" fmla="*/ 5 w 10"/>
                <a:gd name="T47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" h="9">
                  <a:moveTo>
                    <a:pt x="5" y="7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7"/>
                  </a:lnTo>
                  <a:lnTo>
                    <a:pt x="0" y="9"/>
                  </a:lnTo>
                  <a:lnTo>
                    <a:pt x="2" y="7"/>
                  </a:lnTo>
                  <a:lnTo>
                    <a:pt x="5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593E9A79-69DE-4878-A8E2-1FADDD9B3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1122" y="2206506"/>
              <a:ext cx="0" cy="2708"/>
            </a:xfrm>
            <a:custGeom>
              <a:avLst/>
              <a:gdLst>
                <a:gd name="T0" fmla="*/ 2 h 2"/>
                <a:gd name="T1" fmla="*/ 2 h 2"/>
                <a:gd name="T2" fmla="*/ 0 h 2"/>
                <a:gd name="T3" fmla="*/ 0 h 2"/>
                <a:gd name="T4" fmla="*/ 0 h 2"/>
                <a:gd name="T5" fmla="*/ 0 h 2"/>
                <a:gd name="T6" fmla="*/ 2 h 2"/>
                <a:gd name="T7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27B7EF49-D583-4B94-AE6F-E1D3D80BD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6800" y="2289088"/>
              <a:ext cx="9477" cy="9477"/>
            </a:xfrm>
            <a:custGeom>
              <a:avLst/>
              <a:gdLst>
                <a:gd name="T0" fmla="*/ 7 w 7"/>
                <a:gd name="T1" fmla="*/ 5 h 7"/>
                <a:gd name="T2" fmla="*/ 5 w 7"/>
                <a:gd name="T3" fmla="*/ 0 h 7"/>
                <a:gd name="T4" fmla="*/ 2 w 7"/>
                <a:gd name="T5" fmla="*/ 0 h 7"/>
                <a:gd name="T6" fmla="*/ 2 w 7"/>
                <a:gd name="T7" fmla="*/ 0 h 7"/>
                <a:gd name="T8" fmla="*/ 0 w 7"/>
                <a:gd name="T9" fmla="*/ 0 h 7"/>
                <a:gd name="T10" fmla="*/ 5 w 7"/>
                <a:gd name="T11" fmla="*/ 5 h 7"/>
                <a:gd name="T12" fmla="*/ 7 w 7"/>
                <a:gd name="T13" fmla="*/ 7 h 7"/>
                <a:gd name="T14" fmla="*/ 7 w 7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">
                  <a:moveTo>
                    <a:pt x="7" y="5"/>
                  </a:move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5"/>
                  </a:lnTo>
                  <a:lnTo>
                    <a:pt x="7" y="7"/>
                  </a:lnTo>
                  <a:lnTo>
                    <a:pt x="7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09CA25F4-3F6D-411E-859B-A82024938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323" y="2283673"/>
              <a:ext cx="2708" cy="2708"/>
            </a:xfrm>
            <a:custGeom>
              <a:avLst/>
              <a:gdLst>
                <a:gd name="T0" fmla="*/ 2 w 2"/>
                <a:gd name="T1" fmla="*/ 2 h 2"/>
                <a:gd name="T2" fmla="*/ 2 w 2"/>
                <a:gd name="T3" fmla="*/ 2 h 2"/>
                <a:gd name="T4" fmla="*/ 2 w 2"/>
                <a:gd name="T5" fmla="*/ 2 h 2"/>
                <a:gd name="T6" fmla="*/ 2 w 2"/>
                <a:gd name="T7" fmla="*/ 2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  <a:gd name="T14" fmla="*/ 0 w 2"/>
                <a:gd name="T15" fmla="*/ 0 h 2"/>
                <a:gd name="T16" fmla="*/ 0 w 2"/>
                <a:gd name="T17" fmla="*/ 2 h 2"/>
                <a:gd name="T18" fmla="*/ 0 w 2"/>
                <a:gd name="T19" fmla="*/ 2 h 2"/>
                <a:gd name="T20" fmla="*/ 2 w 2"/>
                <a:gd name="T2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3DB5A424-FA97-4BFB-B7D1-E30BE74A8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031" y="2279612"/>
              <a:ext cx="4062" cy="4062"/>
            </a:xfrm>
            <a:custGeom>
              <a:avLst/>
              <a:gdLst>
                <a:gd name="T0" fmla="*/ 0 w 3"/>
                <a:gd name="T1" fmla="*/ 3 h 3"/>
                <a:gd name="T2" fmla="*/ 3 w 3"/>
                <a:gd name="T3" fmla="*/ 3 h 3"/>
                <a:gd name="T4" fmla="*/ 3 w 3"/>
                <a:gd name="T5" fmla="*/ 3 h 3"/>
                <a:gd name="T6" fmla="*/ 3 w 3"/>
                <a:gd name="T7" fmla="*/ 3 h 3"/>
                <a:gd name="T8" fmla="*/ 3 w 3"/>
                <a:gd name="T9" fmla="*/ 3 h 3"/>
                <a:gd name="T10" fmla="*/ 3 w 3"/>
                <a:gd name="T11" fmla="*/ 3 h 3"/>
                <a:gd name="T12" fmla="*/ 0 w 3"/>
                <a:gd name="T13" fmla="*/ 0 h 3"/>
                <a:gd name="T14" fmla="*/ 0 w 3"/>
                <a:gd name="T1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A566ADB4-CC6B-45BF-BE16-BA48FE4C3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4093" y="2279612"/>
              <a:ext cx="5415" cy="0"/>
            </a:xfrm>
            <a:custGeom>
              <a:avLst/>
              <a:gdLst>
                <a:gd name="T0" fmla="*/ 2 w 4"/>
                <a:gd name="T1" fmla="*/ 4 w 4"/>
                <a:gd name="T2" fmla="*/ 2 w 4"/>
                <a:gd name="T3" fmla="*/ 2 w 4"/>
                <a:gd name="T4" fmla="*/ 0 w 4"/>
                <a:gd name="T5" fmla="*/ 0 w 4"/>
                <a:gd name="T6" fmla="*/ 2 w 4"/>
                <a:gd name="T7" fmla="*/ 2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4">
                  <a:moveTo>
                    <a:pt x="2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4D8DAA44-FB60-4C3B-8E10-90DCF1A23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508" y="2270135"/>
              <a:ext cx="9477" cy="13538"/>
            </a:xfrm>
            <a:custGeom>
              <a:avLst/>
              <a:gdLst>
                <a:gd name="T0" fmla="*/ 7 w 7"/>
                <a:gd name="T1" fmla="*/ 10 h 10"/>
                <a:gd name="T2" fmla="*/ 7 w 7"/>
                <a:gd name="T3" fmla="*/ 2 h 10"/>
                <a:gd name="T4" fmla="*/ 7 w 7"/>
                <a:gd name="T5" fmla="*/ 2 h 10"/>
                <a:gd name="T6" fmla="*/ 5 w 7"/>
                <a:gd name="T7" fmla="*/ 0 h 10"/>
                <a:gd name="T8" fmla="*/ 3 w 7"/>
                <a:gd name="T9" fmla="*/ 0 h 10"/>
                <a:gd name="T10" fmla="*/ 3 w 7"/>
                <a:gd name="T11" fmla="*/ 0 h 10"/>
                <a:gd name="T12" fmla="*/ 3 w 7"/>
                <a:gd name="T13" fmla="*/ 2 h 10"/>
                <a:gd name="T14" fmla="*/ 3 w 7"/>
                <a:gd name="T15" fmla="*/ 5 h 10"/>
                <a:gd name="T16" fmla="*/ 3 w 7"/>
                <a:gd name="T17" fmla="*/ 5 h 10"/>
                <a:gd name="T18" fmla="*/ 0 w 7"/>
                <a:gd name="T19" fmla="*/ 5 h 10"/>
                <a:gd name="T20" fmla="*/ 0 w 7"/>
                <a:gd name="T21" fmla="*/ 7 h 10"/>
                <a:gd name="T22" fmla="*/ 0 w 7"/>
                <a:gd name="T23" fmla="*/ 7 h 10"/>
                <a:gd name="T24" fmla="*/ 3 w 7"/>
                <a:gd name="T25" fmla="*/ 7 h 10"/>
                <a:gd name="T26" fmla="*/ 3 w 7"/>
                <a:gd name="T27" fmla="*/ 7 h 10"/>
                <a:gd name="T28" fmla="*/ 5 w 7"/>
                <a:gd name="T29" fmla="*/ 7 h 10"/>
                <a:gd name="T30" fmla="*/ 5 w 7"/>
                <a:gd name="T31" fmla="*/ 7 h 10"/>
                <a:gd name="T32" fmla="*/ 7 w 7"/>
                <a:gd name="T3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" h="10">
                  <a:moveTo>
                    <a:pt x="7" y="10"/>
                  </a:move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7" y="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5E926F39-AF77-455D-8B94-B87ABF34F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323" y="2234936"/>
              <a:ext cx="28431" cy="35199"/>
            </a:xfrm>
            <a:custGeom>
              <a:avLst/>
              <a:gdLst>
                <a:gd name="T0" fmla="*/ 21 w 21"/>
                <a:gd name="T1" fmla="*/ 10 h 26"/>
                <a:gd name="T2" fmla="*/ 21 w 21"/>
                <a:gd name="T3" fmla="*/ 5 h 26"/>
                <a:gd name="T4" fmla="*/ 19 w 21"/>
                <a:gd name="T5" fmla="*/ 2 h 26"/>
                <a:gd name="T6" fmla="*/ 2 w 21"/>
                <a:gd name="T7" fmla="*/ 0 h 26"/>
                <a:gd name="T8" fmla="*/ 2 w 21"/>
                <a:gd name="T9" fmla="*/ 0 h 26"/>
                <a:gd name="T10" fmla="*/ 0 w 21"/>
                <a:gd name="T11" fmla="*/ 2 h 26"/>
                <a:gd name="T12" fmla="*/ 0 w 21"/>
                <a:gd name="T13" fmla="*/ 2 h 26"/>
                <a:gd name="T14" fmla="*/ 0 w 21"/>
                <a:gd name="T15" fmla="*/ 5 h 26"/>
                <a:gd name="T16" fmla="*/ 2 w 21"/>
                <a:gd name="T17" fmla="*/ 7 h 26"/>
                <a:gd name="T18" fmla="*/ 2 w 21"/>
                <a:gd name="T19" fmla="*/ 7 h 26"/>
                <a:gd name="T20" fmla="*/ 2 w 21"/>
                <a:gd name="T21" fmla="*/ 10 h 26"/>
                <a:gd name="T22" fmla="*/ 5 w 21"/>
                <a:gd name="T23" fmla="*/ 12 h 26"/>
                <a:gd name="T24" fmla="*/ 5 w 21"/>
                <a:gd name="T25" fmla="*/ 14 h 26"/>
                <a:gd name="T26" fmla="*/ 5 w 21"/>
                <a:gd name="T27" fmla="*/ 17 h 26"/>
                <a:gd name="T28" fmla="*/ 12 w 21"/>
                <a:gd name="T29" fmla="*/ 19 h 26"/>
                <a:gd name="T30" fmla="*/ 12 w 21"/>
                <a:gd name="T31" fmla="*/ 19 h 26"/>
                <a:gd name="T32" fmla="*/ 12 w 21"/>
                <a:gd name="T33" fmla="*/ 19 h 26"/>
                <a:gd name="T34" fmla="*/ 14 w 21"/>
                <a:gd name="T35" fmla="*/ 21 h 26"/>
                <a:gd name="T36" fmla="*/ 14 w 21"/>
                <a:gd name="T37" fmla="*/ 21 h 26"/>
                <a:gd name="T38" fmla="*/ 12 w 21"/>
                <a:gd name="T39" fmla="*/ 24 h 26"/>
                <a:gd name="T40" fmla="*/ 12 w 21"/>
                <a:gd name="T41" fmla="*/ 24 h 26"/>
                <a:gd name="T42" fmla="*/ 12 w 21"/>
                <a:gd name="T43" fmla="*/ 24 h 26"/>
                <a:gd name="T44" fmla="*/ 9 w 21"/>
                <a:gd name="T45" fmla="*/ 24 h 26"/>
                <a:gd name="T46" fmla="*/ 9 w 21"/>
                <a:gd name="T47" fmla="*/ 24 h 26"/>
                <a:gd name="T48" fmla="*/ 9 w 21"/>
                <a:gd name="T49" fmla="*/ 26 h 26"/>
                <a:gd name="T50" fmla="*/ 12 w 21"/>
                <a:gd name="T51" fmla="*/ 26 h 26"/>
                <a:gd name="T52" fmla="*/ 12 w 21"/>
                <a:gd name="T53" fmla="*/ 26 h 26"/>
                <a:gd name="T54" fmla="*/ 14 w 21"/>
                <a:gd name="T55" fmla="*/ 24 h 26"/>
                <a:gd name="T56" fmla="*/ 14 w 21"/>
                <a:gd name="T57" fmla="*/ 24 h 26"/>
                <a:gd name="T58" fmla="*/ 16 w 21"/>
                <a:gd name="T59" fmla="*/ 24 h 26"/>
                <a:gd name="T60" fmla="*/ 16 w 21"/>
                <a:gd name="T61" fmla="*/ 24 h 26"/>
                <a:gd name="T62" fmla="*/ 21 w 21"/>
                <a:gd name="T63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" h="26">
                  <a:moveTo>
                    <a:pt x="21" y="10"/>
                  </a:moveTo>
                  <a:lnTo>
                    <a:pt x="21" y="5"/>
                  </a:lnTo>
                  <a:lnTo>
                    <a:pt x="19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17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1" y="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47D90F64-3C13-4C45-8C5C-14F5D1A4C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8039" y="2167245"/>
              <a:ext cx="368237" cy="426452"/>
            </a:xfrm>
            <a:custGeom>
              <a:avLst/>
              <a:gdLst>
                <a:gd name="T0" fmla="*/ 229 w 272"/>
                <a:gd name="T1" fmla="*/ 313 h 315"/>
                <a:gd name="T2" fmla="*/ 267 w 272"/>
                <a:gd name="T3" fmla="*/ 116 h 315"/>
                <a:gd name="T4" fmla="*/ 263 w 272"/>
                <a:gd name="T5" fmla="*/ 90 h 315"/>
                <a:gd name="T6" fmla="*/ 260 w 272"/>
                <a:gd name="T7" fmla="*/ 100 h 315"/>
                <a:gd name="T8" fmla="*/ 255 w 272"/>
                <a:gd name="T9" fmla="*/ 90 h 315"/>
                <a:gd name="T10" fmla="*/ 244 w 272"/>
                <a:gd name="T11" fmla="*/ 100 h 315"/>
                <a:gd name="T12" fmla="*/ 237 w 272"/>
                <a:gd name="T13" fmla="*/ 105 h 315"/>
                <a:gd name="T14" fmla="*/ 232 w 272"/>
                <a:gd name="T15" fmla="*/ 100 h 315"/>
                <a:gd name="T16" fmla="*/ 227 w 272"/>
                <a:gd name="T17" fmla="*/ 100 h 315"/>
                <a:gd name="T18" fmla="*/ 225 w 272"/>
                <a:gd name="T19" fmla="*/ 107 h 315"/>
                <a:gd name="T20" fmla="*/ 218 w 272"/>
                <a:gd name="T21" fmla="*/ 112 h 315"/>
                <a:gd name="T22" fmla="*/ 218 w 272"/>
                <a:gd name="T23" fmla="*/ 102 h 315"/>
                <a:gd name="T24" fmla="*/ 239 w 272"/>
                <a:gd name="T25" fmla="*/ 81 h 315"/>
                <a:gd name="T26" fmla="*/ 237 w 272"/>
                <a:gd name="T27" fmla="*/ 69 h 315"/>
                <a:gd name="T28" fmla="*/ 211 w 272"/>
                <a:gd name="T29" fmla="*/ 45 h 315"/>
                <a:gd name="T30" fmla="*/ 182 w 272"/>
                <a:gd name="T31" fmla="*/ 60 h 315"/>
                <a:gd name="T32" fmla="*/ 173 w 272"/>
                <a:gd name="T33" fmla="*/ 71 h 315"/>
                <a:gd name="T34" fmla="*/ 156 w 272"/>
                <a:gd name="T35" fmla="*/ 69 h 315"/>
                <a:gd name="T36" fmla="*/ 154 w 272"/>
                <a:gd name="T37" fmla="*/ 64 h 315"/>
                <a:gd name="T38" fmla="*/ 161 w 272"/>
                <a:gd name="T39" fmla="*/ 52 h 315"/>
                <a:gd name="T40" fmla="*/ 170 w 272"/>
                <a:gd name="T41" fmla="*/ 41 h 315"/>
                <a:gd name="T42" fmla="*/ 173 w 272"/>
                <a:gd name="T43" fmla="*/ 31 h 315"/>
                <a:gd name="T44" fmla="*/ 149 w 272"/>
                <a:gd name="T45" fmla="*/ 5 h 315"/>
                <a:gd name="T46" fmla="*/ 109 w 272"/>
                <a:gd name="T47" fmla="*/ 15 h 315"/>
                <a:gd name="T48" fmla="*/ 64 w 272"/>
                <a:gd name="T49" fmla="*/ 36 h 315"/>
                <a:gd name="T50" fmla="*/ 35 w 272"/>
                <a:gd name="T51" fmla="*/ 55 h 315"/>
                <a:gd name="T52" fmla="*/ 26 w 272"/>
                <a:gd name="T53" fmla="*/ 78 h 315"/>
                <a:gd name="T54" fmla="*/ 5 w 272"/>
                <a:gd name="T55" fmla="*/ 102 h 315"/>
                <a:gd name="T56" fmla="*/ 5 w 272"/>
                <a:gd name="T57" fmla="*/ 123 h 315"/>
                <a:gd name="T58" fmla="*/ 14 w 272"/>
                <a:gd name="T59" fmla="*/ 121 h 315"/>
                <a:gd name="T60" fmla="*/ 19 w 272"/>
                <a:gd name="T61" fmla="*/ 128 h 315"/>
                <a:gd name="T62" fmla="*/ 31 w 272"/>
                <a:gd name="T63" fmla="*/ 128 h 315"/>
                <a:gd name="T64" fmla="*/ 38 w 272"/>
                <a:gd name="T65" fmla="*/ 133 h 315"/>
                <a:gd name="T66" fmla="*/ 16 w 272"/>
                <a:gd name="T67" fmla="*/ 145 h 315"/>
                <a:gd name="T68" fmla="*/ 38 w 272"/>
                <a:gd name="T69" fmla="*/ 152 h 315"/>
                <a:gd name="T70" fmla="*/ 40 w 272"/>
                <a:gd name="T71" fmla="*/ 142 h 315"/>
                <a:gd name="T72" fmla="*/ 43 w 272"/>
                <a:gd name="T73" fmla="*/ 152 h 315"/>
                <a:gd name="T74" fmla="*/ 59 w 272"/>
                <a:gd name="T75" fmla="*/ 152 h 315"/>
                <a:gd name="T76" fmla="*/ 97 w 272"/>
                <a:gd name="T77" fmla="*/ 154 h 315"/>
                <a:gd name="T78" fmla="*/ 95 w 272"/>
                <a:gd name="T79" fmla="*/ 157 h 315"/>
                <a:gd name="T80" fmla="*/ 90 w 272"/>
                <a:gd name="T81" fmla="*/ 164 h 315"/>
                <a:gd name="T82" fmla="*/ 54 w 272"/>
                <a:gd name="T83" fmla="*/ 166 h 315"/>
                <a:gd name="T84" fmla="*/ 12 w 272"/>
                <a:gd name="T85" fmla="*/ 204 h 315"/>
                <a:gd name="T86" fmla="*/ 24 w 272"/>
                <a:gd name="T87" fmla="*/ 218 h 315"/>
                <a:gd name="T88" fmla="*/ 57 w 272"/>
                <a:gd name="T89" fmla="*/ 228 h 315"/>
                <a:gd name="T90" fmla="*/ 118 w 272"/>
                <a:gd name="T91" fmla="*/ 235 h 315"/>
                <a:gd name="T92" fmla="*/ 140 w 272"/>
                <a:gd name="T93" fmla="*/ 237 h 315"/>
                <a:gd name="T94" fmla="*/ 154 w 272"/>
                <a:gd name="T95" fmla="*/ 251 h 315"/>
                <a:gd name="T96" fmla="*/ 168 w 272"/>
                <a:gd name="T97" fmla="*/ 256 h 315"/>
                <a:gd name="T98" fmla="*/ 177 w 272"/>
                <a:gd name="T99" fmla="*/ 268 h 315"/>
                <a:gd name="T100" fmla="*/ 192 w 272"/>
                <a:gd name="T101" fmla="*/ 280 h 315"/>
                <a:gd name="T102" fmla="*/ 173 w 272"/>
                <a:gd name="T103" fmla="*/ 280 h 315"/>
                <a:gd name="T104" fmla="*/ 158 w 272"/>
                <a:gd name="T105" fmla="*/ 282 h 315"/>
                <a:gd name="T106" fmla="*/ 128 w 272"/>
                <a:gd name="T107" fmla="*/ 273 h 315"/>
                <a:gd name="T108" fmla="*/ 9 w 272"/>
                <a:gd name="T109" fmla="*/ 268 h 315"/>
                <a:gd name="T110" fmla="*/ 5 w 272"/>
                <a:gd name="T111" fmla="*/ 294 h 315"/>
                <a:gd name="T112" fmla="*/ 19 w 272"/>
                <a:gd name="T113" fmla="*/ 308 h 315"/>
                <a:gd name="T114" fmla="*/ 12 w 272"/>
                <a:gd name="T115" fmla="*/ 284 h 315"/>
                <a:gd name="T116" fmla="*/ 85 w 272"/>
                <a:gd name="T117" fmla="*/ 289 h 315"/>
                <a:gd name="T118" fmla="*/ 144 w 272"/>
                <a:gd name="T119" fmla="*/ 301 h 315"/>
                <a:gd name="T120" fmla="*/ 149 w 272"/>
                <a:gd name="T121" fmla="*/ 315 h 315"/>
                <a:gd name="T122" fmla="*/ 158 w 272"/>
                <a:gd name="T123" fmla="*/ 313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2" h="315">
                  <a:moveTo>
                    <a:pt x="154" y="310"/>
                  </a:moveTo>
                  <a:lnTo>
                    <a:pt x="154" y="310"/>
                  </a:lnTo>
                  <a:lnTo>
                    <a:pt x="156" y="310"/>
                  </a:lnTo>
                  <a:lnTo>
                    <a:pt x="156" y="308"/>
                  </a:lnTo>
                  <a:lnTo>
                    <a:pt x="156" y="306"/>
                  </a:lnTo>
                  <a:lnTo>
                    <a:pt x="156" y="303"/>
                  </a:lnTo>
                  <a:lnTo>
                    <a:pt x="156" y="303"/>
                  </a:lnTo>
                  <a:lnTo>
                    <a:pt x="170" y="306"/>
                  </a:lnTo>
                  <a:lnTo>
                    <a:pt x="187" y="308"/>
                  </a:lnTo>
                  <a:lnTo>
                    <a:pt x="201" y="310"/>
                  </a:lnTo>
                  <a:lnTo>
                    <a:pt x="215" y="313"/>
                  </a:lnTo>
                  <a:lnTo>
                    <a:pt x="220" y="313"/>
                  </a:lnTo>
                  <a:lnTo>
                    <a:pt x="225" y="313"/>
                  </a:lnTo>
                  <a:lnTo>
                    <a:pt x="229" y="313"/>
                  </a:lnTo>
                  <a:lnTo>
                    <a:pt x="234" y="315"/>
                  </a:lnTo>
                  <a:lnTo>
                    <a:pt x="237" y="299"/>
                  </a:lnTo>
                  <a:lnTo>
                    <a:pt x="239" y="287"/>
                  </a:lnTo>
                  <a:lnTo>
                    <a:pt x="241" y="275"/>
                  </a:lnTo>
                  <a:lnTo>
                    <a:pt x="246" y="254"/>
                  </a:lnTo>
                  <a:lnTo>
                    <a:pt x="248" y="235"/>
                  </a:lnTo>
                  <a:lnTo>
                    <a:pt x="251" y="213"/>
                  </a:lnTo>
                  <a:lnTo>
                    <a:pt x="255" y="194"/>
                  </a:lnTo>
                  <a:lnTo>
                    <a:pt x="258" y="183"/>
                  </a:lnTo>
                  <a:lnTo>
                    <a:pt x="258" y="171"/>
                  </a:lnTo>
                  <a:lnTo>
                    <a:pt x="263" y="154"/>
                  </a:lnTo>
                  <a:lnTo>
                    <a:pt x="265" y="140"/>
                  </a:lnTo>
                  <a:lnTo>
                    <a:pt x="267" y="126"/>
                  </a:lnTo>
                  <a:lnTo>
                    <a:pt x="267" y="116"/>
                  </a:lnTo>
                  <a:lnTo>
                    <a:pt x="272" y="100"/>
                  </a:lnTo>
                  <a:lnTo>
                    <a:pt x="270" y="100"/>
                  </a:lnTo>
                  <a:lnTo>
                    <a:pt x="270" y="102"/>
                  </a:lnTo>
                  <a:lnTo>
                    <a:pt x="270" y="102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7" y="100"/>
                  </a:lnTo>
                  <a:lnTo>
                    <a:pt x="267" y="97"/>
                  </a:lnTo>
                  <a:lnTo>
                    <a:pt x="265" y="93"/>
                  </a:lnTo>
                  <a:lnTo>
                    <a:pt x="265" y="93"/>
                  </a:lnTo>
                  <a:lnTo>
                    <a:pt x="263" y="90"/>
                  </a:lnTo>
                  <a:lnTo>
                    <a:pt x="263" y="90"/>
                  </a:lnTo>
                  <a:lnTo>
                    <a:pt x="263" y="90"/>
                  </a:lnTo>
                  <a:lnTo>
                    <a:pt x="263" y="90"/>
                  </a:lnTo>
                  <a:lnTo>
                    <a:pt x="260" y="90"/>
                  </a:lnTo>
                  <a:lnTo>
                    <a:pt x="260" y="93"/>
                  </a:lnTo>
                  <a:lnTo>
                    <a:pt x="260" y="93"/>
                  </a:lnTo>
                  <a:lnTo>
                    <a:pt x="260" y="93"/>
                  </a:lnTo>
                  <a:lnTo>
                    <a:pt x="260" y="93"/>
                  </a:lnTo>
                  <a:lnTo>
                    <a:pt x="258" y="93"/>
                  </a:lnTo>
                  <a:lnTo>
                    <a:pt x="258" y="93"/>
                  </a:lnTo>
                  <a:lnTo>
                    <a:pt x="258" y="95"/>
                  </a:lnTo>
                  <a:lnTo>
                    <a:pt x="258" y="97"/>
                  </a:lnTo>
                  <a:lnTo>
                    <a:pt x="263" y="102"/>
                  </a:lnTo>
                  <a:lnTo>
                    <a:pt x="260" y="102"/>
                  </a:lnTo>
                  <a:lnTo>
                    <a:pt x="260" y="102"/>
                  </a:lnTo>
                  <a:lnTo>
                    <a:pt x="260" y="100"/>
                  </a:lnTo>
                  <a:lnTo>
                    <a:pt x="260" y="100"/>
                  </a:lnTo>
                  <a:lnTo>
                    <a:pt x="258" y="97"/>
                  </a:lnTo>
                  <a:lnTo>
                    <a:pt x="258" y="97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5" y="95"/>
                  </a:lnTo>
                  <a:lnTo>
                    <a:pt x="255" y="95"/>
                  </a:lnTo>
                  <a:lnTo>
                    <a:pt x="255" y="95"/>
                  </a:lnTo>
                  <a:lnTo>
                    <a:pt x="255" y="93"/>
                  </a:lnTo>
                  <a:lnTo>
                    <a:pt x="258" y="93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58" y="90"/>
                  </a:lnTo>
                  <a:lnTo>
                    <a:pt x="255" y="90"/>
                  </a:lnTo>
                  <a:lnTo>
                    <a:pt x="255" y="90"/>
                  </a:lnTo>
                  <a:lnTo>
                    <a:pt x="253" y="88"/>
                  </a:lnTo>
                  <a:lnTo>
                    <a:pt x="253" y="88"/>
                  </a:lnTo>
                  <a:lnTo>
                    <a:pt x="253" y="88"/>
                  </a:lnTo>
                  <a:lnTo>
                    <a:pt x="248" y="90"/>
                  </a:lnTo>
                  <a:lnTo>
                    <a:pt x="248" y="93"/>
                  </a:lnTo>
                  <a:lnTo>
                    <a:pt x="248" y="93"/>
                  </a:lnTo>
                  <a:lnTo>
                    <a:pt x="251" y="95"/>
                  </a:lnTo>
                  <a:lnTo>
                    <a:pt x="246" y="95"/>
                  </a:lnTo>
                  <a:lnTo>
                    <a:pt x="244" y="95"/>
                  </a:lnTo>
                  <a:lnTo>
                    <a:pt x="244" y="95"/>
                  </a:lnTo>
                  <a:lnTo>
                    <a:pt x="244" y="95"/>
                  </a:lnTo>
                  <a:lnTo>
                    <a:pt x="244" y="97"/>
                  </a:lnTo>
                  <a:lnTo>
                    <a:pt x="244" y="100"/>
                  </a:lnTo>
                  <a:lnTo>
                    <a:pt x="241" y="100"/>
                  </a:lnTo>
                  <a:lnTo>
                    <a:pt x="241" y="100"/>
                  </a:lnTo>
                  <a:lnTo>
                    <a:pt x="239" y="105"/>
                  </a:lnTo>
                  <a:lnTo>
                    <a:pt x="239" y="105"/>
                  </a:lnTo>
                  <a:lnTo>
                    <a:pt x="239" y="107"/>
                  </a:lnTo>
                  <a:lnTo>
                    <a:pt x="241" y="109"/>
                  </a:lnTo>
                  <a:lnTo>
                    <a:pt x="239" y="112"/>
                  </a:lnTo>
                  <a:lnTo>
                    <a:pt x="239" y="112"/>
                  </a:lnTo>
                  <a:lnTo>
                    <a:pt x="239" y="109"/>
                  </a:lnTo>
                  <a:lnTo>
                    <a:pt x="239" y="109"/>
                  </a:lnTo>
                  <a:lnTo>
                    <a:pt x="239" y="107"/>
                  </a:lnTo>
                  <a:lnTo>
                    <a:pt x="237" y="107"/>
                  </a:lnTo>
                  <a:lnTo>
                    <a:pt x="237" y="107"/>
                  </a:lnTo>
                  <a:lnTo>
                    <a:pt x="237" y="105"/>
                  </a:lnTo>
                  <a:lnTo>
                    <a:pt x="237" y="105"/>
                  </a:lnTo>
                  <a:lnTo>
                    <a:pt x="237" y="105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2" y="105"/>
                  </a:lnTo>
                  <a:lnTo>
                    <a:pt x="232" y="105"/>
                  </a:lnTo>
                  <a:lnTo>
                    <a:pt x="232" y="105"/>
                  </a:lnTo>
                  <a:lnTo>
                    <a:pt x="232" y="102"/>
                  </a:lnTo>
                  <a:lnTo>
                    <a:pt x="234" y="100"/>
                  </a:lnTo>
                  <a:lnTo>
                    <a:pt x="234" y="100"/>
                  </a:lnTo>
                  <a:lnTo>
                    <a:pt x="232" y="100"/>
                  </a:lnTo>
                  <a:lnTo>
                    <a:pt x="232" y="100"/>
                  </a:lnTo>
                  <a:lnTo>
                    <a:pt x="234" y="97"/>
                  </a:lnTo>
                  <a:lnTo>
                    <a:pt x="237" y="97"/>
                  </a:lnTo>
                  <a:lnTo>
                    <a:pt x="237" y="95"/>
                  </a:lnTo>
                  <a:lnTo>
                    <a:pt x="237" y="95"/>
                  </a:lnTo>
                  <a:lnTo>
                    <a:pt x="239" y="95"/>
                  </a:lnTo>
                  <a:lnTo>
                    <a:pt x="237" y="95"/>
                  </a:lnTo>
                  <a:lnTo>
                    <a:pt x="237" y="95"/>
                  </a:lnTo>
                  <a:lnTo>
                    <a:pt x="234" y="95"/>
                  </a:lnTo>
                  <a:lnTo>
                    <a:pt x="232" y="95"/>
                  </a:lnTo>
                  <a:lnTo>
                    <a:pt x="232" y="97"/>
                  </a:lnTo>
                  <a:lnTo>
                    <a:pt x="229" y="97"/>
                  </a:lnTo>
                  <a:lnTo>
                    <a:pt x="229" y="100"/>
                  </a:lnTo>
                  <a:lnTo>
                    <a:pt x="227" y="100"/>
                  </a:lnTo>
                  <a:lnTo>
                    <a:pt x="227" y="100"/>
                  </a:lnTo>
                  <a:lnTo>
                    <a:pt x="225" y="100"/>
                  </a:lnTo>
                  <a:lnTo>
                    <a:pt x="225" y="102"/>
                  </a:lnTo>
                  <a:lnTo>
                    <a:pt x="225" y="102"/>
                  </a:lnTo>
                  <a:lnTo>
                    <a:pt x="225" y="102"/>
                  </a:lnTo>
                  <a:lnTo>
                    <a:pt x="225" y="102"/>
                  </a:lnTo>
                  <a:lnTo>
                    <a:pt x="225" y="105"/>
                  </a:lnTo>
                  <a:lnTo>
                    <a:pt x="227" y="105"/>
                  </a:lnTo>
                  <a:lnTo>
                    <a:pt x="227" y="105"/>
                  </a:lnTo>
                  <a:lnTo>
                    <a:pt x="229" y="105"/>
                  </a:lnTo>
                  <a:lnTo>
                    <a:pt x="229" y="105"/>
                  </a:lnTo>
                  <a:lnTo>
                    <a:pt x="229" y="105"/>
                  </a:lnTo>
                  <a:lnTo>
                    <a:pt x="227" y="107"/>
                  </a:lnTo>
                  <a:lnTo>
                    <a:pt x="225" y="107"/>
                  </a:lnTo>
                  <a:lnTo>
                    <a:pt x="225" y="107"/>
                  </a:lnTo>
                  <a:lnTo>
                    <a:pt x="225" y="109"/>
                  </a:lnTo>
                  <a:lnTo>
                    <a:pt x="222" y="109"/>
                  </a:lnTo>
                  <a:lnTo>
                    <a:pt x="222" y="107"/>
                  </a:lnTo>
                  <a:lnTo>
                    <a:pt x="222" y="107"/>
                  </a:lnTo>
                  <a:lnTo>
                    <a:pt x="222" y="109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4"/>
                  </a:lnTo>
                  <a:lnTo>
                    <a:pt x="220" y="114"/>
                  </a:lnTo>
                  <a:lnTo>
                    <a:pt x="218" y="114"/>
                  </a:lnTo>
                  <a:lnTo>
                    <a:pt x="218" y="114"/>
                  </a:lnTo>
                  <a:lnTo>
                    <a:pt x="218" y="114"/>
                  </a:lnTo>
                  <a:lnTo>
                    <a:pt x="218" y="112"/>
                  </a:lnTo>
                  <a:lnTo>
                    <a:pt x="220" y="112"/>
                  </a:lnTo>
                  <a:lnTo>
                    <a:pt x="220" y="109"/>
                  </a:lnTo>
                  <a:lnTo>
                    <a:pt x="220" y="107"/>
                  </a:lnTo>
                  <a:lnTo>
                    <a:pt x="220" y="107"/>
                  </a:lnTo>
                  <a:lnTo>
                    <a:pt x="222" y="105"/>
                  </a:lnTo>
                  <a:lnTo>
                    <a:pt x="225" y="105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0" y="105"/>
                  </a:lnTo>
                  <a:lnTo>
                    <a:pt x="220" y="105"/>
                  </a:lnTo>
                  <a:lnTo>
                    <a:pt x="218" y="105"/>
                  </a:lnTo>
                  <a:lnTo>
                    <a:pt x="218" y="105"/>
                  </a:lnTo>
                  <a:lnTo>
                    <a:pt x="218" y="102"/>
                  </a:lnTo>
                  <a:lnTo>
                    <a:pt x="218" y="102"/>
                  </a:lnTo>
                  <a:lnTo>
                    <a:pt x="218" y="102"/>
                  </a:lnTo>
                  <a:lnTo>
                    <a:pt x="218" y="100"/>
                  </a:lnTo>
                  <a:lnTo>
                    <a:pt x="218" y="100"/>
                  </a:lnTo>
                  <a:lnTo>
                    <a:pt x="227" y="95"/>
                  </a:lnTo>
                  <a:lnTo>
                    <a:pt x="232" y="93"/>
                  </a:lnTo>
                  <a:lnTo>
                    <a:pt x="232" y="93"/>
                  </a:lnTo>
                  <a:lnTo>
                    <a:pt x="232" y="90"/>
                  </a:lnTo>
                  <a:lnTo>
                    <a:pt x="232" y="90"/>
                  </a:lnTo>
                  <a:lnTo>
                    <a:pt x="232" y="90"/>
                  </a:lnTo>
                  <a:lnTo>
                    <a:pt x="232" y="90"/>
                  </a:lnTo>
                  <a:lnTo>
                    <a:pt x="237" y="86"/>
                  </a:lnTo>
                  <a:lnTo>
                    <a:pt x="239" y="86"/>
                  </a:lnTo>
                  <a:lnTo>
                    <a:pt x="239" y="83"/>
                  </a:lnTo>
                  <a:lnTo>
                    <a:pt x="239" y="81"/>
                  </a:lnTo>
                  <a:lnTo>
                    <a:pt x="239" y="81"/>
                  </a:lnTo>
                  <a:lnTo>
                    <a:pt x="241" y="78"/>
                  </a:lnTo>
                  <a:lnTo>
                    <a:pt x="241" y="76"/>
                  </a:lnTo>
                  <a:lnTo>
                    <a:pt x="241" y="76"/>
                  </a:lnTo>
                  <a:lnTo>
                    <a:pt x="241" y="74"/>
                  </a:lnTo>
                  <a:lnTo>
                    <a:pt x="241" y="74"/>
                  </a:lnTo>
                  <a:lnTo>
                    <a:pt x="241" y="74"/>
                  </a:lnTo>
                  <a:lnTo>
                    <a:pt x="241" y="71"/>
                  </a:lnTo>
                  <a:lnTo>
                    <a:pt x="239" y="71"/>
                  </a:lnTo>
                  <a:lnTo>
                    <a:pt x="237" y="71"/>
                  </a:lnTo>
                  <a:lnTo>
                    <a:pt x="237" y="69"/>
                  </a:lnTo>
                  <a:lnTo>
                    <a:pt x="237" y="69"/>
                  </a:lnTo>
                  <a:lnTo>
                    <a:pt x="237" y="69"/>
                  </a:lnTo>
                  <a:lnTo>
                    <a:pt x="237" y="69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4" y="64"/>
                  </a:lnTo>
                  <a:lnTo>
                    <a:pt x="234" y="64"/>
                  </a:lnTo>
                  <a:lnTo>
                    <a:pt x="232" y="64"/>
                  </a:lnTo>
                  <a:lnTo>
                    <a:pt x="229" y="62"/>
                  </a:lnTo>
                  <a:lnTo>
                    <a:pt x="227" y="57"/>
                  </a:lnTo>
                  <a:lnTo>
                    <a:pt x="225" y="57"/>
                  </a:lnTo>
                  <a:lnTo>
                    <a:pt x="222" y="55"/>
                  </a:lnTo>
                  <a:lnTo>
                    <a:pt x="222" y="55"/>
                  </a:lnTo>
                  <a:lnTo>
                    <a:pt x="215" y="52"/>
                  </a:lnTo>
                  <a:lnTo>
                    <a:pt x="213" y="50"/>
                  </a:lnTo>
                  <a:lnTo>
                    <a:pt x="211" y="45"/>
                  </a:lnTo>
                  <a:lnTo>
                    <a:pt x="203" y="43"/>
                  </a:lnTo>
                  <a:lnTo>
                    <a:pt x="203" y="43"/>
                  </a:lnTo>
                  <a:lnTo>
                    <a:pt x="203" y="41"/>
                  </a:lnTo>
                  <a:lnTo>
                    <a:pt x="203" y="41"/>
                  </a:lnTo>
                  <a:lnTo>
                    <a:pt x="201" y="41"/>
                  </a:lnTo>
                  <a:lnTo>
                    <a:pt x="199" y="38"/>
                  </a:lnTo>
                  <a:lnTo>
                    <a:pt x="194" y="41"/>
                  </a:lnTo>
                  <a:lnTo>
                    <a:pt x="187" y="45"/>
                  </a:lnTo>
                  <a:lnTo>
                    <a:pt x="182" y="52"/>
                  </a:lnTo>
                  <a:lnTo>
                    <a:pt x="180" y="55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80" y="60"/>
                  </a:lnTo>
                  <a:lnTo>
                    <a:pt x="182" y="60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82" y="64"/>
                  </a:lnTo>
                  <a:lnTo>
                    <a:pt x="180" y="64"/>
                  </a:lnTo>
                  <a:lnTo>
                    <a:pt x="180" y="67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0" y="69"/>
                  </a:lnTo>
                  <a:lnTo>
                    <a:pt x="173" y="69"/>
                  </a:lnTo>
                  <a:lnTo>
                    <a:pt x="177" y="67"/>
                  </a:lnTo>
                  <a:lnTo>
                    <a:pt x="180" y="64"/>
                  </a:lnTo>
                  <a:lnTo>
                    <a:pt x="177" y="64"/>
                  </a:lnTo>
                  <a:lnTo>
                    <a:pt x="170" y="67"/>
                  </a:lnTo>
                  <a:lnTo>
                    <a:pt x="168" y="67"/>
                  </a:lnTo>
                  <a:lnTo>
                    <a:pt x="168" y="67"/>
                  </a:lnTo>
                  <a:lnTo>
                    <a:pt x="168" y="64"/>
                  </a:lnTo>
                  <a:lnTo>
                    <a:pt x="161" y="67"/>
                  </a:lnTo>
                  <a:lnTo>
                    <a:pt x="156" y="69"/>
                  </a:lnTo>
                  <a:lnTo>
                    <a:pt x="156" y="69"/>
                  </a:lnTo>
                  <a:lnTo>
                    <a:pt x="156" y="69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51" y="71"/>
                  </a:lnTo>
                  <a:lnTo>
                    <a:pt x="149" y="69"/>
                  </a:lnTo>
                  <a:lnTo>
                    <a:pt x="149" y="69"/>
                  </a:lnTo>
                  <a:lnTo>
                    <a:pt x="149" y="69"/>
                  </a:lnTo>
                  <a:lnTo>
                    <a:pt x="149" y="69"/>
                  </a:lnTo>
                  <a:lnTo>
                    <a:pt x="149" y="67"/>
                  </a:lnTo>
                  <a:lnTo>
                    <a:pt x="149" y="67"/>
                  </a:lnTo>
                  <a:lnTo>
                    <a:pt x="147" y="67"/>
                  </a:lnTo>
                  <a:lnTo>
                    <a:pt x="147" y="6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54" y="64"/>
                  </a:lnTo>
                  <a:lnTo>
                    <a:pt x="154" y="62"/>
                  </a:lnTo>
                  <a:lnTo>
                    <a:pt x="156" y="62"/>
                  </a:lnTo>
                  <a:lnTo>
                    <a:pt x="158" y="62"/>
                  </a:lnTo>
                  <a:lnTo>
                    <a:pt x="158" y="62"/>
                  </a:lnTo>
                  <a:lnTo>
                    <a:pt x="158" y="60"/>
                  </a:lnTo>
                  <a:lnTo>
                    <a:pt x="156" y="60"/>
                  </a:lnTo>
                  <a:lnTo>
                    <a:pt x="156" y="60"/>
                  </a:lnTo>
                  <a:lnTo>
                    <a:pt x="156" y="60"/>
                  </a:lnTo>
                  <a:lnTo>
                    <a:pt x="156" y="57"/>
                  </a:lnTo>
                  <a:lnTo>
                    <a:pt x="156" y="57"/>
                  </a:lnTo>
                  <a:lnTo>
                    <a:pt x="158" y="55"/>
                  </a:lnTo>
                  <a:lnTo>
                    <a:pt x="158" y="55"/>
                  </a:lnTo>
                  <a:lnTo>
                    <a:pt x="161" y="55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8" y="52"/>
                  </a:lnTo>
                  <a:lnTo>
                    <a:pt x="168" y="52"/>
                  </a:lnTo>
                  <a:lnTo>
                    <a:pt x="170" y="50"/>
                  </a:lnTo>
                  <a:lnTo>
                    <a:pt x="170" y="50"/>
                  </a:lnTo>
                  <a:lnTo>
                    <a:pt x="168" y="48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8" y="43"/>
                  </a:lnTo>
                  <a:lnTo>
                    <a:pt x="168" y="43"/>
                  </a:lnTo>
                  <a:lnTo>
                    <a:pt x="170" y="43"/>
                  </a:lnTo>
                  <a:lnTo>
                    <a:pt x="170" y="43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3" y="34"/>
                  </a:lnTo>
                  <a:lnTo>
                    <a:pt x="173" y="34"/>
                  </a:lnTo>
                  <a:lnTo>
                    <a:pt x="173" y="34"/>
                  </a:lnTo>
                  <a:lnTo>
                    <a:pt x="173" y="31"/>
                  </a:lnTo>
                  <a:lnTo>
                    <a:pt x="173" y="31"/>
                  </a:lnTo>
                  <a:lnTo>
                    <a:pt x="173" y="31"/>
                  </a:lnTo>
                  <a:lnTo>
                    <a:pt x="173" y="29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7" y="19"/>
                  </a:lnTo>
                  <a:lnTo>
                    <a:pt x="175" y="17"/>
                  </a:lnTo>
                  <a:lnTo>
                    <a:pt x="173" y="7"/>
                  </a:lnTo>
                  <a:lnTo>
                    <a:pt x="173" y="5"/>
                  </a:lnTo>
                  <a:lnTo>
                    <a:pt x="168" y="3"/>
                  </a:lnTo>
                  <a:lnTo>
                    <a:pt x="166" y="0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56" y="3"/>
                  </a:lnTo>
                  <a:lnTo>
                    <a:pt x="149" y="5"/>
                  </a:lnTo>
                  <a:lnTo>
                    <a:pt x="147" y="5"/>
                  </a:lnTo>
                  <a:lnTo>
                    <a:pt x="147" y="5"/>
                  </a:lnTo>
                  <a:lnTo>
                    <a:pt x="144" y="5"/>
                  </a:lnTo>
                  <a:lnTo>
                    <a:pt x="142" y="5"/>
                  </a:lnTo>
                  <a:lnTo>
                    <a:pt x="142" y="5"/>
                  </a:lnTo>
                  <a:lnTo>
                    <a:pt x="142" y="7"/>
                  </a:lnTo>
                  <a:lnTo>
                    <a:pt x="142" y="7"/>
                  </a:lnTo>
                  <a:lnTo>
                    <a:pt x="140" y="7"/>
                  </a:lnTo>
                  <a:lnTo>
                    <a:pt x="135" y="10"/>
                  </a:lnTo>
                  <a:lnTo>
                    <a:pt x="130" y="10"/>
                  </a:lnTo>
                  <a:lnTo>
                    <a:pt x="123" y="12"/>
                  </a:lnTo>
                  <a:lnTo>
                    <a:pt x="116" y="12"/>
                  </a:lnTo>
                  <a:lnTo>
                    <a:pt x="114" y="15"/>
                  </a:lnTo>
                  <a:lnTo>
                    <a:pt x="109" y="15"/>
                  </a:lnTo>
                  <a:lnTo>
                    <a:pt x="109" y="15"/>
                  </a:lnTo>
                  <a:lnTo>
                    <a:pt x="109" y="17"/>
                  </a:lnTo>
                  <a:lnTo>
                    <a:pt x="104" y="15"/>
                  </a:lnTo>
                  <a:lnTo>
                    <a:pt x="104" y="17"/>
                  </a:lnTo>
                  <a:lnTo>
                    <a:pt x="95" y="22"/>
                  </a:lnTo>
                  <a:lnTo>
                    <a:pt x="90" y="22"/>
                  </a:lnTo>
                  <a:lnTo>
                    <a:pt x="85" y="24"/>
                  </a:lnTo>
                  <a:lnTo>
                    <a:pt x="80" y="22"/>
                  </a:lnTo>
                  <a:lnTo>
                    <a:pt x="80" y="24"/>
                  </a:lnTo>
                  <a:lnTo>
                    <a:pt x="78" y="26"/>
                  </a:lnTo>
                  <a:lnTo>
                    <a:pt x="76" y="26"/>
                  </a:lnTo>
                  <a:lnTo>
                    <a:pt x="73" y="29"/>
                  </a:lnTo>
                  <a:lnTo>
                    <a:pt x="73" y="31"/>
                  </a:lnTo>
                  <a:lnTo>
                    <a:pt x="64" y="36"/>
                  </a:lnTo>
                  <a:lnTo>
                    <a:pt x="61" y="38"/>
                  </a:lnTo>
                  <a:lnTo>
                    <a:pt x="59" y="38"/>
                  </a:lnTo>
                  <a:lnTo>
                    <a:pt x="57" y="38"/>
                  </a:lnTo>
                  <a:lnTo>
                    <a:pt x="54" y="41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52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47" y="45"/>
                  </a:lnTo>
                  <a:lnTo>
                    <a:pt x="40" y="50"/>
                  </a:lnTo>
                  <a:lnTo>
                    <a:pt x="38" y="52"/>
                  </a:lnTo>
                  <a:lnTo>
                    <a:pt x="35" y="55"/>
                  </a:lnTo>
                  <a:lnTo>
                    <a:pt x="35" y="57"/>
                  </a:lnTo>
                  <a:lnTo>
                    <a:pt x="35" y="60"/>
                  </a:lnTo>
                  <a:lnTo>
                    <a:pt x="35" y="60"/>
                  </a:lnTo>
                  <a:lnTo>
                    <a:pt x="35" y="62"/>
                  </a:lnTo>
                  <a:lnTo>
                    <a:pt x="35" y="62"/>
                  </a:lnTo>
                  <a:lnTo>
                    <a:pt x="38" y="64"/>
                  </a:lnTo>
                  <a:lnTo>
                    <a:pt x="43" y="64"/>
                  </a:lnTo>
                  <a:lnTo>
                    <a:pt x="45" y="67"/>
                  </a:lnTo>
                  <a:lnTo>
                    <a:pt x="45" y="69"/>
                  </a:lnTo>
                  <a:lnTo>
                    <a:pt x="45" y="74"/>
                  </a:lnTo>
                  <a:lnTo>
                    <a:pt x="43" y="76"/>
                  </a:lnTo>
                  <a:lnTo>
                    <a:pt x="33" y="78"/>
                  </a:lnTo>
                  <a:lnTo>
                    <a:pt x="28" y="76"/>
                  </a:lnTo>
                  <a:lnTo>
                    <a:pt x="26" y="78"/>
                  </a:lnTo>
                  <a:lnTo>
                    <a:pt x="24" y="81"/>
                  </a:lnTo>
                  <a:lnTo>
                    <a:pt x="24" y="81"/>
                  </a:lnTo>
                  <a:lnTo>
                    <a:pt x="24" y="83"/>
                  </a:lnTo>
                  <a:lnTo>
                    <a:pt x="24" y="83"/>
                  </a:lnTo>
                  <a:lnTo>
                    <a:pt x="24" y="83"/>
                  </a:lnTo>
                  <a:lnTo>
                    <a:pt x="24" y="86"/>
                  </a:lnTo>
                  <a:lnTo>
                    <a:pt x="21" y="86"/>
                  </a:lnTo>
                  <a:lnTo>
                    <a:pt x="19" y="88"/>
                  </a:lnTo>
                  <a:lnTo>
                    <a:pt x="14" y="90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5" y="102"/>
                  </a:lnTo>
                  <a:lnTo>
                    <a:pt x="5" y="105"/>
                  </a:lnTo>
                  <a:lnTo>
                    <a:pt x="2" y="107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14"/>
                  </a:lnTo>
                  <a:lnTo>
                    <a:pt x="0" y="116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2" y="121"/>
                  </a:lnTo>
                  <a:lnTo>
                    <a:pt x="2" y="121"/>
                  </a:lnTo>
                  <a:lnTo>
                    <a:pt x="2" y="121"/>
                  </a:lnTo>
                  <a:lnTo>
                    <a:pt x="2" y="123"/>
                  </a:lnTo>
                  <a:lnTo>
                    <a:pt x="5" y="126"/>
                  </a:lnTo>
                  <a:lnTo>
                    <a:pt x="5" y="123"/>
                  </a:lnTo>
                  <a:lnTo>
                    <a:pt x="5" y="123"/>
                  </a:lnTo>
                  <a:lnTo>
                    <a:pt x="5" y="123"/>
                  </a:lnTo>
                  <a:lnTo>
                    <a:pt x="5" y="121"/>
                  </a:lnTo>
                  <a:lnTo>
                    <a:pt x="5" y="121"/>
                  </a:lnTo>
                  <a:lnTo>
                    <a:pt x="7" y="121"/>
                  </a:lnTo>
                  <a:lnTo>
                    <a:pt x="7" y="121"/>
                  </a:lnTo>
                  <a:lnTo>
                    <a:pt x="7" y="119"/>
                  </a:lnTo>
                  <a:lnTo>
                    <a:pt x="7" y="119"/>
                  </a:lnTo>
                  <a:lnTo>
                    <a:pt x="7" y="119"/>
                  </a:lnTo>
                  <a:lnTo>
                    <a:pt x="12" y="119"/>
                  </a:lnTo>
                  <a:lnTo>
                    <a:pt x="12" y="121"/>
                  </a:lnTo>
                  <a:lnTo>
                    <a:pt x="12" y="121"/>
                  </a:lnTo>
                  <a:lnTo>
                    <a:pt x="14" y="121"/>
                  </a:lnTo>
                  <a:lnTo>
                    <a:pt x="14" y="121"/>
                  </a:lnTo>
                  <a:lnTo>
                    <a:pt x="14" y="121"/>
                  </a:lnTo>
                  <a:lnTo>
                    <a:pt x="14" y="121"/>
                  </a:lnTo>
                  <a:lnTo>
                    <a:pt x="14" y="119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9" y="128"/>
                  </a:lnTo>
                  <a:lnTo>
                    <a:pt x="19" y="128"/>
                  </a:lnTo>
                  <a:lnTo>
                    <a:pt x="19" y="128"/>
                  </a:lnTo>
                  <a:lnTo>
                    <a:pt x="21" y="128"/>
                  </a:lnTo>
                  <a:lnTo>
                    <a:pt x="24" y="128"/>
                  </a:lnTo>
                  <a:lnTo>
                    <a:pt x="26" y="128"/>
                  </a:lnTo>
                  <a:lnTo>
                    <a:pt x="26" y="126"/>
                  </a:lnTo>
                  <a:lnTo>
                    <a:pt x="28" y="126"/>
                  </a:lnTo>
                  <a:lnTo>
                    <a:pt x="28" y="123"/>
                  </a:lnTo>
                  <a:lnTo>
                    <a:pt x="40" y="126"/>
                  </a:lnTo>
                  <a:lnTo>
                    <a:pt x="40" y="126"/>
                  </a:lnTo>
                  <a:lnTo>
                    <a:pt x="35" y="128"/>
                  </a:lnTo>
                  <a:lnTo>
                    <a:pt x="33" y="126"/>
                  </a:lnTo>
                  <a:lnTo>
                    <a:pt x="31" y="128"/>
                  </a:lnTo>
                  <a:lnTo>
                    <a:pt x="31" y="128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3" y="131"/>
                  </a:lnTo>
                  <a:lnTo>
                    <a:pt x="33" y="131"/>
                  </a:lnTo>
                  <a:lnTo>
                    <a:pt x="33" y="131"/>
                  </a:lnTo>
                  <a:lnTo>
                    <a:pt x="33" y="131"/>
                  </a:lnTo>
                  <a:lnTo>
                    <a:pt x="35" y="131"/>
                  </a:lnTo>
                  <a:lnTo>
                    <a:pt x="35" y="131"/>
                  </a:lnTo>
                  <a:lnTo>
                    <a:pt x="35" y="133"/>
                  </a:lnTo>
                  <a:lnTo>
                    <a:pt x="35" y="133"/>
                  </a:lnTo>
                  <a:lnTo>
                    <a:pt x="38" y="133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5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35" y="138"/>
                  </a:lnTo>
                  <a:lnTo>
                    <a:pt x="33" y="138"/>
                  </a:lnTo>
                  <a:lnTo>
                    <a:pt x="31" y="135"/>
                  </a:lnTo>
                  <a:lnTo>
                    <a:pt x="24" y="135"/>
                  </a:lnTo>
                  <a:lnTo>
                    <a:pt x="21" y="138"/>
                  </a:lnTo>
                  <a:lnTo>
                    <a:pt x="16" y="140"/>
                  </a:lnTo>
                  <a:lnTo>
                    <a:pt x="16" y="142"/>
                  </a:lnTo>
                  <a:lnTo>
                    <a:pt x="16" y="145"/>
                  </a:lnTo>
                  <a:lnTo>
                    <a:pt x="19" y="147"/>
                  </a:lnTo>
                  <a:lnTo>
                    <a:pt x="26" y="150"/>
                  </a:lnTo>
                  <a:lnTo>
                    <a:pt x="28" y="150"/>
                  </a:lnTo>
                  <a:lnTo>
                    <a:pt x="28" y="150"/>
                  </a:lnTo>
                  <a:lnTo>
                    <a:pt x="31" y="152"/>
                  </a:lnTo>
                  <a:lnTo>
                    <a:pt x="31" y="152"/>
                  </a:lnTo>
                  <a:lnTo>
                    <a:pt x="31" y="150"/>
                  </a:lnTo>
                  <a:lnTo>
                    <a:pt x="31" y="150"/>
                  </a:lnTo>
                  <a:lnTo>
                    <a:pt x="33" y="150"/>
                  </a:lnTo>
                  <a:lnTo>
                    <a:pt x="33" y="150"/>
                  </a:lnTo>
                  <a:lnTo>
                    <a:pt x="33" y="150"/>
                  </a:lnTo>
                  <a:lnTo>
                    <a:pt x="33" y="150"/>
                  </a:lnTo>
                  <a:lnTo>
                    <a:pt x="38" y="152"/>
                  </a:lnTo>
                  <a:lnTo>
                    <a:pt x="38" y="152"/>
                  </a:lnTo>
                  <a:lnTo>
                    <a:pt x="38" y="152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38" y="145"/>
                  </a:lnTo>
                  <a:lnTo>
                    <a:pt x="38" y="145"/>
                  </a:lnTo>
                  <a:lnTo>
                    <a:pt x="35" y="145"/>
                  </a:lnTo>
                  <a:lnTo>
                    <a:pt x="38" y="145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3" y="145"/>
                  </a:lnTo>
                  <a:lnTo>
                    <a:pt x="43" y="145"/>
                  </a:lnTo>
                  <a:lnTo>
                    <a:pt x="43" y="145"/>
                  </a:lnTo>
                  <a:lnTo>
                    <a:pt x="43" y="145"/>
                  </a:lnTo>
                  <a:lnTo>
                    <a:pt x="40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3" y="150"/>
                  </a:lnTo>
                  <a:lnTo>
                    <a:pt x="43" y="152"/>
                  </a:lnTo>
                  <a:lnTo>
                    <a:pt x="40" y="152"/>
                  </a:lnTo>
                  <a:lnTo>
                    <a:pt x="40" y="152"/>
                  </a:lnTo>
                  <a:lnTo>
                    <a:pt x="43" y="152"/>
                  </a:lnTo>
                  <a:lnTo>
                    <a:pt x="43" y="152"/>
                  </a:lnTo>
                  <a:lnTo>
                    <a:pt x="45" y="152"/>
                  </a:lnTo>
                  <a:lnTo>
                    <a:pt x="47" y="152"/>
                  </a:lnTo>
                  <a:lnTo>
                    <a:pt x="47" y="152"/>
                  </a:lnTo>
                  <a:lnTo>
                    <a:pt x="50" y="152"/>
                  </a:lnTo>
                  <a:lnTo>
                    <a:pt x="50" y="152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57" y="152"/>
                  </a:lnTo>
                  <a:lnTo>
                    <a:pt x="59" y="152"/>
                  </a:lnTo>
                  <a:lnTo>
                    <a:pt x="61" y="152"/>
                  </a:lnTo>
                  <a:lnTo>
                    <a:pt x="64" y="152"/>
                  </a:lnTo>
                  <a:lnTo>
                    <a:pt x="69" y="150"/>
                  </a:lnTo>
                  <a:lnTo>
                    <a:pt x="78" y="152"/>
                  </a:lnTo>
                  <a:lnTo>
                    <a:pt x="80" y="152"/>
                  </a:lnTo>
                  <a:lnTo>
                    <a:pt x="83" y="152"/>
                  </a:lnTo>
                  <a:lnTo>
                    <a:pt x="85" y="150"/>
                  </a:lnTo>
                  <a:lnTo>
                    <a:pt x="87" y="150"/>
                  </a:lnTo>
                  <a:lnTo>
                    <a:pt x="90" y="150"/>
                  </a:lnTo>
                  <a:lnTo>
                    <a:pt x="97" y="150"/>
                  </a:lnTo>
                  <a:lnTo>
                    <a:pt x="99" y="152"/>
                  </a:lnTo>
                  <a:lnTo>
                    <a:pt x="99" y="154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104" y="157"/>
                  </a:lnTo>
                  <a:lnTo>
                    <a:pt x="111" y="154"/>
                  </a:lnTo>
                  <a:lnTo>
                    <a:pt x="111" y="157"/>
                  </a:lnTo>
                  <a:lnTo>
                    <a:pt x="109" y="157"/>
                  </a:lnTo>
                  <a:lnTo>
                    <a:pt x="106" y="159"/>
                  </a:lnTo>
                  <a:lnTo>
                    <a:pt x="102" y="159"/>
                  </a:lnTo>
                  <a:lnTo>
                    <a:pt x="102" y="159"/>
                  </a:lnTo>
                  <a:lnTo>
                    <a:pt x="102" y="159"/>
                  </a:lnTo>
                  <a:lnTo>
                    <a:pt x="99" y="161"/>
                  </a:lnTo>
                  <a:lnTo>
                    <a:pt x="97" y="159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5" y="154"/>
                  </a:lnTo>
                  <a:lnTo>
                    <a:pt x="92" y="157"/>
                  </a:lnTo>
                  <a:lnTo>
                    <a:pt x="90" y="154"/>
                  </a:lnTo>
                  <a:lnTo>
                    <a:pt x="90" y="154"/>
                  </a:lnTo>
                  <a:lnTo>
                    <a:pt x="92" y="154"/>
                  </a:lnTo>
                  <a:lnTo>
                    <a:pt x="80" y="157"/>
                  </a:lnTo>
                  <a:lnTo>
                    <a:pt x="78" y="157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9"/>
                  </a:lnTo>
                  <a:lnTo>
                    <a:pt x="85" y="161"/>
                  </a:lnTo>
                  <a:lnTo>
                    <a:pt x="87" y="164"/>
                  </a:lnTo>
                  <a:lnTo>
                    <a:pt x="90" y="164"/>
                  </a:lnTo>
                  <a:lnTo>
                    <a:pt x="87" y="166"/>
                  </a:lnTo>
                  <a:lnTo>
                    <a:pt x="80" y="164"/>
                  </a:lnTo>
                  <a:lnTo>
                    <a:pt x="78" y="164"/>
                  </a:lnTo>
                  <a:lnTo>
                    <a:pt x="76" y="164"/>
                  </a:lnTo>
                  <a:lnTo>
                    <a:pt x="76" y="164"/>
                  </a:lnTo>
                  <a:lnTo>
                    <a:pt x="76" y="164"/>
                  </a:lnTo>
                  <a:lnTo>
                    <a:pt x="78" y="164"/>
                  </a:lnTo>
                  <a:lnTo>
                    <a:pt x="78" y="161"/>
                  </a:lnTo>
                  <a:lnTo>
                    <a:pt x="73" y="161"/>
                  </a:lnTo>
                  <a:lnTo>
                    <a:pt x="71" y="164"/>
                  </a:lnTo>
                  <a:lnTo>
                    <a:pt x="57" y="164"/>
                  </a:lnTo>
                  <a:lnTo>
                    <a:pt x="54" y="166"/>
                  </a:lnTo>
                  <a:lnTo>
                    <a:pt x="54" y="166"/>
                  </a:lnTo>
                  <a:lnTo>
                    <a:pt x="54" y="166"/>
                  </a:lnTo>
                  <a:lnTo>
                    <a:pt x="54" y="166"/>
                  </a:lnTo>
                  <a:lnTo>
                    <a:pt x="54" y="168"/>
                  </a:lnTo>
                  <a:lnTo>
                    <a:pt x="52" y="168"/>
                  </a:lnTo>
                  <a:lnTo>
                    <a:pt x="47" y="166"/>
                  </a:lnTo>
                  <a:lnTo>
                    <a:pt x="33" y="168"/>
                  </a:lnTo>
                  <a:lnTo>
                    <a:pt x="24" y="168"/>
                  </a:lnTo>
                  <a:lnTo>
                    <a:pt x="2" y="176"/>
                  </a:lnTo>
                  <a:lnTo>
                    <a:pt x="2" y="178"/>
                  </a:lnTo>
                  <a:lnTo>
                    <a:pt x="2" y="180"/>
                  </a:lnTo>
                  <a:lnTo>
                    <a:pt x="2" y="187"/>
                  </a:lnTo>
                  <a:lnTo>
                    <a:pt x="2" y="190"/>
                  </a:lnTo>
                  <a:lnTo>
                    <a:pt x="5" y="194"/>
                  </a:lnTo>
                  <a:lnTo>
                    <a:pt x="12" y="204"/>
                  </a:lnTo>
                  <a:lnTo>
                    <a:pt x="12" y="204"/>
                  </a:lnTo>
                  <a:lnTo>
                    <a:pt x="14" y="206"/>
                  </a:lnTo>
                  <a:lnTo>
                    <a:pt x="14" y="209"/>
                  </a:lnTo>
                  <a:lnTo>
                    <a:pt x="14" y="209"/>
                  </a:lnTo>
                  <a:lnTo>
                    <a:pt x="14" y="211"/>
                  </a:lnTo>
                  <a:lnTo>
                    <a:pt x="14" y="213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24" y="218"/>
                  </a:lnTo>
                  <a:lnTo>
                    <a:pt x="24" y="218"/>
                  </a:lnTo>
                  <a:lnTo>
                    <a:pt x="24" y="218"/>
                  </a:lnTo>
                  <a:lnTo>
                    <a:pt x="24" y="221"/>
                  </a:lnTo>
                  <a:lnTo>
                    <a:pt x="26" y="218"/>
                  </a:lnTo>
                  <a:lnTo>
                    <a:pt x="33" y="223"/>
                  </a:lnTo>
                  <a:lnTo>
                    <a:pt x="43" y="225"/>
                  </a:lnTo>
                  <a:lnTo>
                    <a:pt x="45" y="223"/>
                  </a:lnTo>
                  <a:lnTo>
                    <a:pt x="47" y="223"/>
                  </a:lnTo>
                  <a:lnTo>
                    <a:pt x="57" y="225"/>
                  </a:lnTo>
                  <a:lnTo>
                    <a:pt x="59" y="225"/>
                  </a:lnTo>
                  <a:lnTo>
                    <a:pt x="59" y="228"/>
                  </a:lnTo>
                  <a:lnTo>
                    <a:pt x="57" y="228"/>
                  </a:lnTo>
                  <a:lnTo>
                    <a:pt x="57" y="228"/>
                  </a:lnTo>
                  <a:lnTo>
                    <a:pt x="57" y="228"/>
                  </a:lnTo>
                  <a:lnTo>
                    <a:pt x="61" y="230"/>
                  </a:lnTo>
                  <a:lnTo>
                    <a:pt x="71" y="230"/>
                  </a:lnTo>
                  <a:lnTo>
                    <a:pt x="76" y="235"/>
                  </a:lnTo>
                  <a:lnTo>
                    <a:pt x="76" y="235"/>
                  </a:lnTo>
                  <a:lnTo>
                    <a:pt x="76" y="235"/>
                  </a:lnTo>
                  <a:lnTo>
                    <a:pt x="78" y="232"/>
                  </a:lnTo>
                  <a:lnTo>
                    <a:pt x="78" y="232"/>
                  </a:lnTo>
                  <a:lnTo>
                    <a:pt x="85" y="232"/>
                  </a:lnTo>
                  <a:lnTo>
                    <a:pt x="92" y="235"/>
                  </a:lnTo>
                  <a:lnTo>
                    <a:pt x="97" y="235"/>
                  </a:lnTo>
                  <a:lnTo>
                    <a:pt x="109" y="235"/>
                  </a:lnTo>
                  <a:lnTo>
                    <a:pt x="114" y="232"/>
                  </a:lnTo>
                  <a:lnTo>
                    <a:pt x="114" y="232"/>
                  </a:lnTo>
                  <a:lnTo>
                    <a:pt x="118" y="235"/>
                  </a:lnTo>
                  <a:lnTo>
                    <a:pt x="121" y="235"/>
                  </a:lnTo>
                  <a:lnTo>
                    <a:pt x="123" y="232"/>
                  </a:lnTo>
                  <a:lnTo>
                    <a:pt x="125" y="232"/>
                  </a:lnTo>
                  <a:lnTo>
                    <a:pt x="132" y="235"/>
                  </a:lnTo>
                  <a:lnTo>
                    <a:pt x="135" y="237"/>
                  </a:lnTo>
                  <a:lnTo>
                    <a:pt x="135" y="239"/>
                  </a:lnTo>
                  <a:lnTo>
                    <a:pt x="135" y="239"/>
                  </a:lnTo>
                  <a:lnTo>
                    <a:pt x="137" y="242"/>
                  </a:lnTo>
                  <a:lnTo>
                    <a:pt x="137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7"/>
                  </a:lnTo>
                  <a:lnTo>
                    <a:pt x="140" y="237"/>
                  </a:lnTo>
                  <a:lnTo>
                    <a:pt x="140" y="237"/>
                  </a:lnTo>
                  <a:lnTo>
                    <a:pt x="140" y="237"/>
                  </a:lnTo>
                  <a:lnTo>
                    <a:pt x="142" y="242"/>
                  </a:lnTo>
                  <a:lnTo>
                    <a:pt x="142" y="242"/>
                  </a:lnTo>
                  <a:lnTo>
                    <a:pt x="147" y="242"/>
                  </a:lnTo>
                  <a:lnTo>
                    <a:pt x="147" y="244"/>
                  </a:lnTo>
                  <a:lnTo>
                    <a:pt x="147" y="244"/>
                  </a:lnTo>
                  <a:lnTo>
                    <a:pt x="147" y="244"/>
                  </a:lnTo>
                  <a:lnTo>
                    <a:pt x="147" y="247"/>
                  </a:lnTo>
                  <a:lnTo>
                    <a:pt x="147" y="247"/>
                  </a:lnTo>
                  <a:lnTo>
                    <a:pt x="149" y="247"/>
                  </a:lnTo>
                  <a:lnTo>
                    <a:pt x="149" y="247"/>
                  </a:lnTo>
                  <a:lnTo>
                    <a:pt x="151" y="247"/>
                  </a:lnTo>
                  <a:lnTo>
                    <a:pt x="151" y="249"/>
                  </a:lnTo>
                  <a:lnTo>
                    <a:pt x="154" y="251"/>
                  </a:lnTo>
                  <a:lnTo>
                    <a:pt x="156" y="254"/>
                  </a:lnTo>
                  <a:lnTo>
                    <a:pt x="156" y="254"/>
                  </a:lnTo>
                  <a:lnTo>
                    <a:pt x="156" y="251"/>
                  </a:lnTo>
                  <a:lnTo>
                    <a:pt x="158" y="251"/>
                  </a:lnTo>
                  <a:lnTo>
                    <a:pt x="161" y="251"/>
                  </a:lnTo>
                  <a:lnTo>
                    <a:pt x="161" y="254"/>
                  </a:lnTo>
                  <a:lnTo>
                    <a:pt x="163" y="254"/>
                  </a:lnTo>
                  <a:lnTo>
                    <a:pt x="163" y="256"/>
                  </a:lnTo>
                  <a:lnTo>
                    <a:pt x="166" y="258"/>
                  </a:lnTo>
                  <a:lnTo>
                    <a:pt x="166" y="258"/>
                  </a:lnTo>
                  <a:lnTo>
                    <a:pt x="166" y="258"/>
                  </a:lnTo>
                  <a:lnTo>
                    <a:pt x="168" y="256"/>
                  </a:lnTo>
                  <a:lnTo>
                    <a:pt x="168" y="256"/>
                  </a:lnTo>
                  <a:lnTo>
                    <a:pt x="168" y="256"/>
                  </a:lnTo>
                  <a:lnTo>
                    <a:pt x="168" y="258"/>
                  </a:lnTo>
                  <a:lnTo>
                    <a:pt x="168" y="258"/>
                  </a:lnTo>
                  <a:lnTo>
                    <a:pt x="168" y="258"/>
                  </a:lnTo>
                  <a:lnTo>
                    <a:pt x="170" y="258"/>
                  </a:lnTo>
                  <a:lnTo>
                    <a:pt x="170" y="258"/>
                  </a:lnTo>
                  <a:lnTo>
                    <a:pt x="173" y="258"/>
                  </a:lnTo>
                  <a:lnTo>
                    <a:pt x="173" y="261"/>
                  </a:lnTo>
                  <a:lnTo>
                    <a:pt x="173" y="261"/>
                  </a:lnTo>
                  <a:lnTo>
                    <a:pt x="175" y="261"/>
                  </a:lnTo>
                  <a:lnTo>
                    <a:pt x="175" y="261"/>
                  </a:lnTo>
                  <a:lnTo>
                    <a:pt x="177" y="261"/>
                  </a:lnTo>
                  <a:lnTo>
                    <a:pt x="177" y="263"/>
                  </a:lnTo>
                  <a:lnTo>
                    <a:pt x="177" y="266"/>
                  </a:lnTo>
                  <a:lnTo>
                    <a:pt x="177" y="268"/>
                  </a:lnTo>
                  <a:lnTo>
                    <a:pt x="177" y="268"/>
                  </a:lnTo>
                  <a:lnTo>
                    <a:pt x="177" y="268"/>
                  </a:lnTo>
                  <a:lnTo>
                    <a:pt x="177" y="270"/>
                  </a:lnTo>
                  <a:lnTo>
                    <a:pt x="180" y="270"/>
                  </a:lnTo>
                  <a:lnTo>
                    <a:pt x="180" y="273"/>
                  </a:lnTo>
                  <a:lnTo>
                    <a:pt x="180" y="273"/>
                  </a:lnTo>
                  <a:lnTo>
                    <a:pt x="182" y="275"/>
                  </a:lnTo>
                  <a:lnTo>
                    <a:pt x="184" y="275"/>
                  </a:lnTo>
                  <a:lnTo>
                    <a:pt x="192" y="275"/>
                  </a:lnTo>
                  <a:lnTo>
                    <a:pt x="194" y="277"/>
                  </a:lnTo>
                  <a:lnTo>
                    <a:pt x="194" y="280"/>
                  </a:lnTo>
                  <a:lnTo>
                    <a:pt x="194" y="280"/>
                  </a:lnTo>
                  <a:lnTo>
                    <a:pt x="192" y="280"/>
                  </a:lnTo>
                  <a:lnTo>
                    <a:pt x="192" y="280"/>
                  </a:lnTo>
                  <a:lnTo>
                    <a:pt x="192" y="282"/>
                  </a:lnTo>
                  <a:lnTo>
                    <a:pt x="194" y="282"/>
                  </a:lnTo>
                  <a:lnTo>
                    <a:pt x="194" y="282"/>
                  </a:lnTo>
                  <a:lnTo>
                    <a:pt x="194" y="284"/>
                  </a:lnTo>
                  <a:lnTo>
                    <a:pt x="192" y="284"/>
                  </a:lnTo>
                  <a:lnTo>
                    <a:pt x="192" y="284"/>
                  </a:lnTo>
                  <a:lnTo>
                    <a:pt x="189" y="282"/>
                  </a:lnTo>
                  <a:lnTo>
                    <a:pt x="187" y="284"/>
                  </a:lnTo>
                  <a:lnTo>
                    <a:pt x="182" y="282"/>
                  </a:lnTo>
                  <a:lnTo>
                    <a:pt x="180" y="282"/>
                  </a:lnTo>
                  <a:lnTo>
                    <a:pt x="170" y="277"/>
                  </a:lnTo>
                  <a:lnTo>
                    <a:pt x="168" y="277"/>
                  </a:lnTo>
                  <a:lnTo>
                    <a:pt x="170" y="280"/>
                  </a:lnTo>
                  <a:lnTo>
                    <a:pt x="173" y="280"/>
                  </a:lnTo>
                  <a:lnTo>
                    <a:pt x="173" y="282"/>
                  </a:lnTo>
                  <a:lnTo>
                    <a:pt x="166" y="280"/>
                  </a:lnTo>
                  <a:lnTo>
                    <a:pt x="166" y="280"/>
                  </a:lnTo>
                  <a:lnTo>
                    <a:pt x="166" y="282"/>
                  </a:lnTo>
                  <a:lnTo>
                    <a:pt x="166" y="282"/>
                  </a:lnTo>
                  <a:lnTo>
                    <a:pt x="166" y="282"/>
                  </a:lnTo>
                  <a:lnTo>
                    <a:pt x="166" y="282"/>
                  </a:lnTo>
                  <a:lnTo>
                    <a:pt x="163" y="282"/>
                  </a:lnTo>
                  <a:lnTo>
                    <a:pt x="163" y="282"/>
                  </a:lnTo>
                  <a:lnTo>
                    <a:pt x="163" y="282"/>
                  </a:lnTo>
                  <a:lnTo>
                    <a:pt x="163" y="282"/>
                  </a:lnTo>
                  <a:lnTo>
                    <a:pt x="161" y="282"/>
                  </a:lnTo>
                  <a:lnTo>
                    <a:pt x="158" y="282"/>
                  </a:lnTo>
                  <a:lnTo>
                    <a:pt x="158" y="282"/>
                  </a:lnTo>
                  <a:lnTo>
                    <a:pt x="161" y="284"/>
                  </a:lnTo>
                  <a:lnTo>
                    <a:pt x="161" y="284"/>
                  </a:lnTo>
                  <a:lnTo>
                    <a:pt x="158" y="284"/>
                  </a:lnTo>
                  <a:lnTo>
                    <a:pt x="158" y="284"/>
                  </a:lnTo>
                  <a:lnTo>
                    <a:pt x="151" y="280"/>
                  </a:lnTo>
                  <a:lnTo>
                    <a:pt x="151" y="280"/>
                  </a:lnTo>
                  <a:lnTo>
                    <a:pt x="147" y="277"/>
                  </a:lnTo>
                  <a:lnTo>
                    <a:pt x="147" y="277"/>
                  </a:lnTo>
                  <a:lnTo>
                    <a:pt x="147" y="277"/>
                  </a:lnTo>
                  <a:lnTo>
                    <a:pt x="147" y="280"/>
                  </a:lnTo>
                  <a:lnTo>
                    <a:pt x="147" y="280"/>
                  </a:lnTo>
                  <a:lnTo>
                    <a:pt x="140" y="275"/>
                  </a:lnTo>
                  <a:lnTo>
                    <a:pt x="132" y="273"/>
                  </a:lnTo>
                  <a:lnTo>
                    <a:pt x="128" y="273"/>
                  </a:lnTo>
                  <a:lnTo>
                    <a:pt x="116" y="270"/>
                  </a:lnTo>
                  <a:lnTo>
                    <a:pt x="111" y="266"/>
                  </a:lnTo>
                  <a:lnTo>
                    <a:pt x="102" y="263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8" y="263"/>
                  </a:lnTo>
                  <a:lnTo>
                    <a:pt x="66" y="263"/>
                  </a:lnTo>
                  <a:lnTo>
                    <a:pt x="52" y="261"/>
                  </a:lnTo>
                  <a:lnTo>
                    <a:pt x="38" y="263"/>
                  </a:lnTo>
                  <a:lnTo>
                    <a:pt x="31" y="263"/>
                  </a:lnTo>
                  <a:lnTo>
                    <a:pt x="24" y="263"/>
                  </a:lnTo>
                  <a:lnTo>
                    <a:pt x="14" y="266"/>
                  </a:lnTo>
                  <a:lnTo>
                    <a:pt x="12" y="268"/>
                  </a:lnTo>
                  <a:lnTo>
                    <a:pt x="9" y="268"/>
                  </a:lnTo>
                  <a:lnTo>
                    <a:pt x="7" y="268"/>
                  </a:lnTo>
                  <a:lnTo>
                    <a:pt x="7" y="270"/>
                  </a:lnTo>
                  <a:lnTo>
                    <a:pt x="5" y="273"/>
                  </a:lnTo>
                  <a:lnTo>
                    <a:pt x="5" y="275"/>
                  </a:lnTo>
                  <a:lnTo>
                    <a:pt x="5" y="275"/>
                  </a:lnTo>
                  <a:lnTo>
                    <a:pt x="5" y="277"/>
                  </a:lnTo>
                  <a:lnTo>
                    <a:pt x="5" y="282"/>
                  </a:lnTo>
                  <a:lnTo>
                    <a:pt x="5" y="287"/>
                  </a:lnTo>
                  <a:lnTo>
                    <a:pt x="5" y="287"/>
                  </a:lnTo>
                  <a:lnTo>
                    <a:pt x="5" y="289"/>
                  </a:lnTo>
                  <a:lnTo>
                    <a:pt x="5" y="292"/>
                  </a:lnTo>
                  <a:lnTo>
                    <a:pt x="5" y="292"/>
                  </a:lnTo>
                  <a:lnTo>
                    <a:pt x="5" y="294"/>
                  </a:lnTo>
                  <a:lnTo>
                    <a:pt x="5" y="294"/>
                  </a:lnTo>
                  <a:lnTo>
                    <a:pt x="7" y="296"/>
                  </a:lnTo>
                  <a:lnTo>
                    <a:pt x="7" y="299"/>
                  </a:lnTo>
                  <a:lnTo>
                    <a:pt x="9" y="299"/>
                  </a:lnTo>
                  <a:lnTo>
                    <a:pt x="12" y="301"/>
                  </a:lnTo>
                  <a:lnTo>
                    <a:pt x="12" y="303"/>
                  </a:lnTo>
                  <a:lnTo>
                    <a:pt x="14" y="303"/>
                  </a:lnTo>
                  <a:lnTo>
                    <a:pt x="14" y="306"/>
                  </a:lnTo>
                  <a:lnTo>
                    <a:pt x="14" y="306"/>
                  </a:lnTo>
                  <a:lnTo>
                    <a:pt x="14" y="306"/>
                  </a:lnTo>
                  <a:lnTo>
                    <a:pt x="14" y="306"/>
                  </a:lnTo>
                  <a:lnTo>
                    <a:pt x="16" y="306"/>
                  </a:lnTo>
                  <a:lnTo>
                    <a:pt x="16" y="308"/>
                  </a:lnTo>
                  <a:lnTo>
                    <a:pt x="16" y="308"/>
                  </a:lnTo>
                  <a:lnTo>
                    <a:pt x="19" y="308"/>
                  </a:lnTo>
                  <a:lnTo>
                    <a:pt x="19" y="308"/>
                  </a:lnTo>
                  <a:lnTo>
                    <a:pt x="19" y="308"/>
                  </a:lnTo>
                  <a:lnTo>
                    <a:pt x="21" y="308"/>
                  </a:lnTo>
                  <a:lnTo>
                    <a:pt x="21" y="306"/>
                  </a:lnTo>
                  <a:lnTo>
                    <a:pt x="19" y="303"/>
                  </a:lnTo>
                  <a:lnTo>
                    <a:pt x="19" y="303"/>
                  </a:lnTo>
                  <a:lnTo>
                    <a:pt x="19" y="301"/>
                  </a:lnTo>
                  <a:lnTo>
                    <a:pt x="16" y="299"/>
                  </a:lnTo>
                  <a:lnTo>
                    <a:pt x="16" y="294"/>
                  </a:lnTo>
                  <a:lnTo>
                    <a:pt x="14" y="292"/>
                  </a:lnTo>
                  <a:lnTo>
                    <a:pt x="14" y="287"/>
                  </a:lnTo>
                  <a:lnTo>
                    <a:pt x="12" y="287"/>
                  </a:lnTo>
                  <a:lnTo>
                    <a:pt x="12" y="284"/>
                  </a:lnTo>
                  <a:lnTo>
                    <a:pt x="12" y="284"/>
                  </a:lnTo>
                  <a:lnTo>
                    <a:pt x="12" y="284"/>
                  </a:lnTo>
                  <a:lnTo>
                    <a:pt x="12" y="282"/>
                  </a:lnTo>
                  <a:lnTo>
                    <a:pt x="12" y="280"/>
                  </a:lnTo>
                  <a:lnTo>
                    <a:pt x="14" y="277"/>
                  </a:lnTo>
                  <a:lnTo>
                    <a:pt x="14" y="275"/>
                  </a:lnTo>
                  <a:lnTo>
                    <a:pt x="14" y="273"/>
                  </a:lnTo>
                  <a:lnTo>
                    <a:pt x="19" y="273"/>
                  </a:lnTo>
                  <a:lnTo>
                    <a:pt x="19" y="275"/>
                  </a:lnTo>
                  <a:lnTo>
                    <a:pt x="24" y="275"/>
                  </a:lnTo>
                  <a:lnTo>
                    <a:pt x="28" y="277"/>
                  </a:lnTo>
                  <a:lnTo>
                    <a:pt x="33" y="277"/>
                  </a:lnTo>
                  <a:lnTo>
                    <a:pt x="50" y="282"/>
                  </a:lnTo>
                  <a:lnTo>
                    <a:pt x="66" y="284"/>
                  </a:lnTo>
                  <a:lnTo>
                    <a:pt x="85" y="289"/>
                  </a:lnTo>
                  <a:lnTo>
                    <a:pt x="104" y="292"/>
                  </a:lnTo>
                  <a:lnTo>
                    <a:pt x="118" y="296"/>
                  </a:lnTo>
                  <a:lnTo>
                    <a:pt x="125" y="296"/>
                  </a:lnTo>
                  <a:lnTo>
                    <a:pt x="132" y="299"/>
                  </a:lnTo>
                  <a:lnTo>
                    <a:pt x="135" y="299"/>
                  </a:lnTo>
                  <a:lnTo>
                    <a:pt x="137" y="299"/>
                  </a:lnTo>
                  <a:lnTo>
                    <a:pt x="140" y="299"/>
                  </a:lnTo>
                  <a:lnTo>
                    <a:pt x="142" y="301"/>
                  </a:lnTo>
                  <a:lnTo>
                    <a:pt x="142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3"/>
                  </a:lnTo>
                  <a:lnTo>
                    <a:pt x="144" y="303"/>
                  </a:lnTo>
                  <a:lnTo>
                    <a:pt x="144" y="306"/>
                  </a:lnTo>
                  <a:lnTo>
                    <a:pt x="144" y="308"/>
                  </a:lnTo>
                  <a:lnTo>
                    <a:pt x="142" y="310"/>
                  </a:lnTo>
                  <a:lnTo>
                    <a:pt x="142" y="313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44" y="315"/>
                  </a:lnTo>
                  <a:lnTo>
                    <a:pt x="144" y="315"/>
                  </a:lnTo>
                  <a:lnTo>
                    <a:pt x="147" y="315"/>
                  </a:lnTo>
                  <a:lnTo>
                    <a:pt x="147" y="315"/>
                  </a:lnTo>
                  <a:lnTo>
                    <a:pt x="149" y="315"/>
                  </a:lnTo>
                  <a:lnTo>
                    <a:pt x="149" y="315"/>
                  </a:lnTo>
                  <a:lnTo>
                    <a:pt x="151" y="315"/>
                  </a:lnTo>
                  <a:lnTo>
                    <a:pt x="151" y="315"/>
                  </a:lnTo>
                  <a:lnTo>
                    <a:pt x="151" y="315"/>
                  </a:lnTo>
                  <a:lnTo>
                    <a:pt x="154" y="315"/>
                  </a:lnTo>
                  <a:lnTo>
                    <a:pt x="154" y="315"/>
                  </a:lnTo>
                  <a:lnTo>
                    <a:pt x="154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8" y="315"/>
                  </a:lnTo>
                  <a:lnTo>
                    <a:pt x="158" y="313"/>
                  </a:lnTo>
                  <a:lnTo>
                    <a:pt x="158" y="313"/>
                  </a:lnTo>
                  <a:lnTo>
                    <a:pt x="158" y="313"/>
                  </a:lnTo>
                  <a:lnTo>
                    <a:pt x="158" y="313"/>
                  </a:lnTo>
                  <a:lnTo>
                    <a:pt x="156" y="313"/>
                  </a:lnTo>
                  <a:lnTo>
                    <a:pt x="156" y="313"/>
                  </a:lnTo>
                  <a:lnTo>
                    <a:pt x="156" y="313"/>
                  </a:lnTo>
                  <a:lnTo>
                    <a:pt x="154" y="313"/>
                  </a:lnTo>
                  <a:lnTo>
                    <a:pt x="154" y="310"/>
                  </a:lnTo>
                  <a:lnTo>
                    <a:pt x="151" y="310"/>
                  </a:lnTo>
                  <a:lnTo>
                    <a:pt x="151" y="310"/>
                  </a:lnTo>
                  <a:lnTo>
                    <a:pt x="151" y="310"/>
                  </a:lnTo>
                  <a:lnTo>
                    <a:pt x="154" y="3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61B4D2EF-7F42-4B10-AD7C-4290D715C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3830" y="1960112"/>
              <a:ext cx="435928" cy="387191"/>
            </a:xfrm>
            <a:custGeom>
              <a:avLst/>
              <a:gdLst>
                <a:gd name="T0" fmla="*/ 21 w 322"/>
                <a:gd name="T1" fmla="*/ 196 h 286"/>
                <a:gd name="T2" fmla="*/ 40 w 322"/>
                <a:gd name="T3" fmla="*/ 229 h 286"/>
                <a:gd name="T4" fmla="*/ 43 w 322"/>
                <a:gd name="T5" fmla="*/ 253 h 286"/>
                <a:gd name="T6" fmla="*/ 57 w 322"/>
                <a:gd name="T7" fmla="*/ 284 h 286"/>
                <a:gd name="T8" fmla="*/ 83 w 322"/>
                <a:gd name="T9" fmla="*/ 272 h 286"/>
                <a:gd name="T10" fmla="*/ 97 w 322"/>
                <a:gd name="T11" fmla="*/ 269 h 286"/>
                <a:gd name="T12" fmla="*/ 137 w 322"/>
                <a:gd name="T13" fmla="*/ 260 h 286"/>
                <a:gd name="T14" fmla="*/ 142 w 322"/>
                <a:gd name="T15" fmla="*/ 248 h 286"/>
                <a:gd name="T16" fmla="*/ 149 w 322"/>
                <a:gd name="T17" fmla="*/ 231 h 286"/>
                <a:gd name="T18" fmla="*/ 159 w 322"/>
                <a:gd name="T19" fmla="*/ 215 h 286"/>
                <a:gd name="T20" fmla="*/ 161 w 322"/>
                <a:gd name="T21" fmla="*/ 213 h 286"/>
                <a:gd name="T22" fmla="*/ 175 w 322"/>
                <a:gd name="T23" fmla="*/ 215 h 286"/>
                <a:gd name="T24" fmla="*/ 189 w 322"/>
                <a:gd name="T25" fmla="*/ 205 h 286"/>
                <a:gd name="T26" fmla="*/ 197 w 322"/>
                <a:gd name="T27" fmla="*/ 196 h 286"/>
                <a:gd name="T28" fmla="*/ 208 w 322"/>
                <a:gd name="T29" fmla="*/ 184 h 286"/>
                <a:gd name="T30" fmla="*/ 237 w 322"/>
                <a:gd name="T31" fmla="*/ 175 h 286"/>
                <a:gd name="T32" fmla="*/ 270 w 322"/>
                <a:gd name="T33" fmla="*/ 160 h 286"/>
                <a:gd name="T34" fmla="*/ 301 w 322"/>
                <a:gd name="T35" fmla="*/ 149 h 286"/>
                <a:gd name="T36" fmla="*/ 320 w 322"/>
                <a:gd name="T37" fmla="*/ 139 h 286"/>
                <a:gd name="T38" fmla="*/ 320 w 322"/>
                <a:gd name="T39" fmla="*/ 127 h 286"/>
                <a:gd name="T40" fmla="*/ 308 w 322"/>
                <a:gd name="T41" fmla="*/ 106 h 286"/>
                <a:gd name="T42" fmla="*/ 263 w 322"/>
                <a:gd name="T43" fmla="*/ 56 h 286"/>
                <a:gd name="T44" fmla="*/ 249 w 322"/>
                <a:gd name="T45" fmla="*/ 59 h 286"/>
                <a:gd name="T46" fmla="*/ 246 w 322"/>
                <a:gd name="T47" fmla="*/ 71 h 286"/>
                <a:gd name="T48" fmla="*/ 237 w 322"/>
                <a:gd name="T49" fmla="*/ 73 h 286"/>
                <a:gd name="T50" fmla="*/ 244 w 322"/>
                <a:gd name="T51" fmla="*/ 66 h 286"/>
                <a:gd name="T52" fmla="*/ 244 w 322"/>
                <a:gd name="T53" fmla="*/ 54 h 286"/>
                <a:gd name="T54" fmla="*/ 227 w 322"/>
                <a:gd name="T55" fmla="*/ 59 h 286"/>
                <a:gd name="T56" fmla="*/ 223 w 322"/>
                <a:gd name="T57" fmla="*/ 63 h 286"/>
                <a:gd name="T58" fmla="*/ 237 w 322"/>
                <a:gd name="T59" fmla="*/ 52 h 286"/>
                <a:gd name="T60" fmla="*/ 208 w 322"/>
                <a:gd name="T61" fmla="*/ 23 h 286"/>
                <a:gd name="T62" fmla="*/ 192 w 322"/>
                <a:gd name="T63" fmla="*/ 9 h 286"/>
                <a:gd name="T64" fmla="*/ 133 w 322"/>
                <a:gd name="T65" fmla="*/ 2 h 286"/>
                <a:gd name="T66" fmla="*/ 114 w 322"/>
                <a:gd name="T67" fmla="*/ 4 h 286"/>
                <a:gd name="T68" fmla="*/ 116 w 322"/>
                <a:gd name="T69" fmla="*/ 11 h 286"/>
                <a:gd name="T70" fmla="*/ 116 w 322"/>
                <a:gd name="T71" fmla="*/ 18 h 286"/>
                <a:gd name="T72" fmla="*/ 111 w 322"/>
                <a:gd name="T73" fmla="*/ 26 h 286"/>
                <a:gd name="T74" fmla="*/ 114 w 322"/>
                <a:gd name="T75" fmla="*/ 35 h 286"/>
                <a:gd name="T76" fmla="*/ 111 w 322"/>
                <a:gd name="T77" fmla="*/ 42 h 286"/>
                <a:gd name="T78" fmla="*/ 116 w 322"/>
                <a:gd name="T79" fmla="*/ 59 h 286"/>
                <a:gd name="T80" fmla="*/ 107 w 322"/>
                <a:gd name="T81" fmla="*/ 66 h 286"/>
                <a:gd name="T82" fmla="*/ 102 w 322"/>
                <a:gd name="T83" fmla="*/ 73 h 286"/>
                <a:gd name="T84" fmla="*/ 95 w 322"/>
                <a:gd name="T85" fmla="*/ 78 h 286"/>
                <a:gd name="T86" fmla="*/ 85 w 322"/>
                <a:gd name="T87" fmla="*/ 85 h 286"/>
                <a:gd name="T88" fmla="*/ 76 w 322"/>
                <a:gd name="T89" fmla="*/ 97 h 286"/>
                <a:gd name="T90" fmla="*/ 69 w 322"/>
                <a:gd name="T91" fmla="*/ 101 h 286"/>
                <a:gd name="T92" fmla="*/ 69 w 322"/>
                <a:gd name="T93" fmla="*/ 111 h 286"/>
                <a:gd name="T94" fmla="*/ 71 w 322"/>
                <a:gd name="T95" fmla="*/ 113 h 286"/>
                <a:gd name="T96" fmla="*/ 69 w 322"/>
                <a:gd name="T97" fmla="*/ 120 h 286"/>
                <a:gd name="T98" fmla="*/ 55 w 322"/>
                <a:gd name="T99" fmla="*/ 118 h 286"/>
                <a:gd name="T100" fmla="*/ 52 w 322"/>
                <a:gd name="T101" fmla="*/ 125 h 286"/>
                <a:gd name="T102" fmla="*/ 50 w 322"/>
                <a:gd name="T103" fmla="*/ 132 h 286"/>
                <a:gd name="T104" fmla="*/ 47 w 322"/>
                <a:gd name="T105" fmla="*/ 137 h 286"/>
                <a:gd name="T106" fmla="*/ 47 w 322"/>
                <a:gd name="T107" fmla="*/ 142 h 286"/>
                <a:gd name="T108" fmla="*/ 33 w 322"/>
                <a:gd name="T109" fmla="*/ 146 h 286"/>
                <a:gd name="T110" fmla="*/ 29 w 322"/>
                <a:gd name="T111" fmla="*/ 153 h 286"/>
                <a:gd name="T112" fmla="*/ 21 w 322"/>
                <a:gd name="T113" fmla="*/ 160 h 286"/>
                <a:gd name="T114" fmla="*/ 21 w 322"/>
                <a:gd name="T115" fmla="*/ 163 h 286"/>
                <a:gd name="T116" fmla="*/ 14 w 322"/>
                <a:gd name="T117" fmla="*/ 168 h 286"/>
                <a:gd name="T118" fmla="*/ 10 w 322"/>
                <a:gd name="T119" fmla="*/ 172 h 286"/>
                <a:gd name="T120" fmla="*/ 3 w 322"/>
                <a:gd name="T121" fmla="*/ 18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2" h="286">
                  <a:moveTo>
                    <a:pt x="7" y="187"/>
                  </a:moveTo>
                  <a:lnTo>
                    <a:pt x="17" y="189"/>
                  </a:lnTo>
                  <a:lnTo>
                    <a:pt x="24" y="191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6"/>
                  </a:lnTo>
                  <a:lnTo>
                    <a:pt x="24" y="196"/>
                  </a:lnTo>
                  <a:lnTo>
                    <a:pt x="24" y="196"/>
                  </a:lnTo>
                  <a:lnTo>
                    <a:pt x="21" y="196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17" y="191"/>
                  </a:lnTo>
                  <a:lnTo>
                    <a:pt x="17" y="194"/>
                  </a:lnTo>
                  <a:lnTo>
                    <a:pt x="21" y="201"/>
                  </a:lnTo>
                  <a:lnTo>
                    <a:pt x="21" y="203"/>
                  </a:lnTo>
                  <a:lnTo>
                    <a:pt x="26" y="210"/>
                  </a:lnTo>
                  <a:lnTo>
                    <a:pt x="38" y="224"/>
                  </a:lnTo>
                  <a:lnTo>
                    <a:pt x="40" y="229"/>
                  </a:lnTo>
                  <a:lnTo>
                    <a:pt x="40" y="236"/>
                  </a:lnTo>
                  <a:lnTo>
                    <a:pt x="40" y="239"/>
                  </a:lnTo>
                  <a:lnTo>
                    <a:pt x="40" y="239"/>
                  </a:lnTo>
                  <a:lnTo>
                    <a:pt x="40" y="241"/>
                  </a:lnTo>
                  <a:lnTo>
                    <a:pt x="40" y="241"/>
                  </a:lnTo>
                  <a:lnTo>
                    <a:pt x="40" y="241"/>
                  </a:lnTo>
                  <a:lnTo>
                    <a:pt x="43" y="246"/>
                  </a:lnTo>
                  <a:lnTo>
                    <a:pt x="43" y="248"/>
                  </a:lnTo>
                  <a:lnTo>
                    <a:pt x="43" y="253"/>
                  </a:lnTo>
                  <a:lnTo>
                    <a:pt x="40" y="267"/>
                  </a:lnTo>
                  <a:lnTo>
                    <a:pt x="40" y="274"/>
                  </a:lnTo>
                  <a:lnTo>
                    <a:pt x="40" y="279"/>
                  </a:lnTo>
                  <a:lnTo>
                    <a:pt x="43" y="284"/>
                  </a:lnTo>
                  <a:lnTo>
                    <a:pt x="43" y="284"/>
                  </a:lnTo>
                  <a:lnTo>
                    <a:pt x="52" y="286"/>
                  </a:lnTo>
                  <a:lnTo>
                    <a:pt x="55" y="286"/>
                  </a:lnTo>
                  <a:lnTo>
                    <a:pt x="55" y="286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9" y="281"/>
                  </a:lnTo>
                  <a:lnTo>
                    <a:pt x="69" y="279"/>
                  </a:lnTo>
                  <a:lnTo>
                    <a:pt x="71" y="279"/>
                  </a:lnTo>
                  <a:lnTo>
                    <a:pt x="74" y="279"/>
                  </a:lnTo>
                  <a:lnTo>
                    <a:pt x="76" y="279"/>
                  </a:lnTo>
                  <a:lnTo>
                    <a:pt x="78" y="276"/>
                  </a:lnTo>
                  <a:lnTo>
                    <a:pt x="81" y="276"/>
                  </a:lnTo>
                  <a:lnTo>
                    <a:pt x="83" y="272"/>
                  </a:lnTo>
                  <a:lnTo>
                    <a:pt x="85" y="272"/>
                  </a:lnTo>
                  <a:lnTo>
                    <a:pt x="90" y="269"/>
                  </a:lnTo>
                  <a:lnTo>
                    <a:pt x="95" y="265"/>
                  </a:lnTo>
                  <a:lnTo>
                    <a:pt x="95" y="265"/>
                  </a:lnTo>
                  <a:lnTo>
                    <a:pt x="97" y="265"/>
                  </a:lnTo>
                  <a:lnTo>
                    <a:pt x="97" y="267"/>
                  </a:lnTo>
                  <a:lnTo>
                    <a:pt x="100" y="267"/>
                  </a:lnTo>
                  <a:lnTo>
                    <a:pt x="100" y="269"/>
                  </a:lnTo>
                  <a:lnTo>
                    <a:pt x="97" y="269"/>
                  </a:lnTo>
                  <a:lnTo>
                    <a:pt x="95" y="272"/>
                  </a:lnTo>
                  <a:lnTo>
                    <a:pt x="100" y="274"/>
                  </a:lnTo>
                  <a:lnTo>
                    <a:pt x="107" y="274"/>
                  </a:lnTo>
                  <a:lnTo>
                    <a:pt x="114" y="274"/>
                  </a:lnTo>
                  <a:lnTo>
                    <a:pt x="121" y="272"/>
                  </a:lnTo>
                  <a:lnTo>
                    <a:pt x="126" y="272"/>
                  </a:lnTo>
                  <a:lnTo>
                    <a:pt x="130" y="269"/>
                  </a:lnTo>
                  <a:lnTo>
                    <a:pt x="135" y="262"/>
                  </a:lnTo>
                  <a:lnTo>
                    <a:pt x="137" y="260"/>
                  </a:lnTo>
                  <a:lnTo>
                    <a:pt x="137" y="258"/>
                  </a:lnTo>
                  <a:lnTo>
                    <a:pt x="140" y="258"/>
                  </a:lnTo>
                  <a:lnTo>
                    <a:pt x="140" y="255"/>
                  </a:lnTo>
                  <a:lnTo>
                    <a:pt x="140" y="255"/>
                  </a:lnTo>
                  <a:lnTo>
                    <a:pt x="140" y="253"/>
                  </a:lnTo>
                  <a:lnTo>
                    <a:pt x="140" y="253"/>
                  </a:lnTo>
                  <a:lnTo>
                    <a:pt x="140" y="250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2" y="246"/>
                  </a:lnTo>
                  <a:lnTo>
                    <a:pt x="145" y="243"/>
                  </a:lnTo>
                  <a:lnTo>
                    <a:pt x="145" y="241"/>
                  </a:lnTo>
                  <a:lnTo>
                    <a:pt x="145" y="241"/>
                  </a:lnTo>
                  <a:lnTo>
                    <a:pt x="145" y="239"/>
                  </a:lnTo>
                  <a:lnTo>
                    <a:pt x="145" y="236"/>
                  </a:lnTo>
                  <a:lnTo>
                    <a:pt x="145" y="234"/>
                  </a:lnTo>
                  <a:lnTo>
                    <a:pt x="147" y="231"/>
                  </a:lnTo>
                  <a:lnTo>
                    <a:pt x="149" y="231"/>
                  </a:lnTo>
                  <a:lnTo>
                    <a:pt x="152" y="231"/>
                  </a:lnTo>
                  <a:lnTo>
                    <a:pt x="156" y="224"/>
                  </a:lnTo>
                  <a:lnTo>
                    <a:pt x="156" y="224"/>
                  </a:lnTo>
                  <a:lnTo>
                    <a:pt x="159" y="222"/>
                  </a:lnTo>
                  <a:lnTo>
                    <a:pt x="159" y="222"/>
                  </a:lnTo>
                  <a:lnTo>
                    <a:pt x="159" y="220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59" y="213"/>
                  </a:lnTo>
                  <a:lnTo>
                    <a:pt x="159" y="213"/>
                  </a:lnTo>
                  <a:lnTo>
                    <a:pt x="159" y="210"/>
                  </a:lnTo>
                  <a:lnTo>
                    <a:pt x="161" y="210"/>
                  </a:lnTo>
                  <a:lnTo>
                    <a:pt x="161" y="210"/>
                  </a:lnTo>
                  <a:lnTo>
                    <a:pt x="161" y="210"/>
                  </a:lnTo>
                  <a:lnTo>
                    <a:pt x="163" y="210"/>
                  </a:lnTo>
                  <a:lnTo>
                    <a:pt x="161" y="213"/>
                  </a:lnTo>
                  <a:lnTo>
                    <a:pt x="161" y="213"/>
                  </a:lnTo>
                  <a:lnTo>
                    <a:pt x="161" y="213"/>
                  </a:lnTo>
                  <a:lnTo>
                    <a:pt x="166" y="215"/>
                  </a:lnTo>
                  <a:lnTo>
                    <a:pt x="168" y="215"/>
                  </a:lnTo>
                  <a:lnTo>
                    <a:pt x="168" y="215"/>
                  </a:lnTo>
                  <a:lnTo>
                    <a:pt x="171" y="217"/>
                  </a:lnTo>
                  <a:lnTo>
                    <a:pt x="171" y="217"/>
                  </a:lnTo>
                  <a:lnTo>
                    <a:pt x="171" y="217"/>
                  </a:lnTo>
                  <a:lnTo>
                    <a:pt x="175" y="215"/>
                  </a:lnTo>
                  <a:lnTo>
                    <a:pt x="182" y="213"/>
                  </a:lnTo>
                  <a:lnTo>
                    <a:pt x="185" y="210"/>
                  </a:lnTo>
                  <a:lnTo>
                    <a:pt x="187" y="210"/>
                  </a:lnTo>
                  <a:lnTo>
                    <a:pt x="187" y="210"/>
                  </a:lnTo>
                  <a:lnTo>
                    <a:pt x="187" y="210"/>
                  </a:lnTo>
                  <a:lnTo>
                    <a:pt x="187" y="208"/>
                  </a:lnTo>
                  <a:lnTo>
                    <a:pt x="187" y="208"/>
                  </a:lnTo>
                  <a:lnTo>
                    <a:pt x="187" y="208"/>
                  </a:lnTo>
                  <a:lnTo>
                    <a:pt x="189" y="205"/>
                  </a:lnTo>
                  <a:lnTo>
                    <a:pt x="189" y="203"/>
                  </a:lnTo>
                  <a:lnTo>
                    <a:pt x="189" y="201"/>
                  </a:lnTo>
                  <a:lnTo>
                    <a:pt x="192" y="201"/>
                  </a:lnTo>
                  <a:lnTo>
                    <a:pt x="192" y="201"/>
                  </a:lnTo>
                  <a:lnTo>
                    <a:pt x="192" y="198"/>
                  </a:lnTo>
                  <a:lnTo>
                    <a:pt x="194" y="198"/>
                  </a:lnTo>
                  <a:lnTo>
                    <a:pt x="194" y="196"/>
                  </a:lnTo>
                  <a:lnTo>
                    <a:pt x="197" y="196"/>
                  </a:lnTo>
                  <a:lnTo>
                    <a:pt x="197" y="196"/>
                  </a:lnTo>
                  <a:lnTo>
                    <a:pt x="197" y="194"/>
                  </a:lnTo>
                  <a:lnTo>
                    <a:pt x="197" y="191"/>
                  </a:lnTo>
                  <a:lnTo>
                    <a:pt x="197" y="191"/>
                  </a:lnTo>
                  <a:lnTo>
                    <a:pt x="199" y="189"/>
                  </a:lnTo>
                  <a:lnTo>
                    <a:pt x="199" y="189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201" y="187"/>
                  </a:lnTo>
                  <a:lnTo>
                    <a:pt x="208" y="184"/>
                  </a:lnTo>
                  <a:lnTo>
                    <a:pt x="213" y="182"/>
                  </a:lnTo>
                  <a:lnTo>
                    <a:pt x="213" y="182"/>
                  </a:lnTo>
                  <a:lnTo>
                    <a:pt x="218" y="182"/>
                  </a:lnTo>
                  <a:lnTo>
                    <a:pt x="220" y="182"/>
                  </a:lnTo>
                  <a:lnTo>
                    <a:pt x="220" y="179"/>
                  </a:lnTo>
                  <a:lnTo>
                    <a:pt x="223" y="179"/>
                  </a:lnTo>
                  <a:lnTo>
                    <a:pt x="223" y="177"/>
                  </a:lnTo>
                  <a:lnTo>
                    <a:pt x="230" y="175"/>
                  </a:lnTo>
                  <a:lnTo>
                    <a:pt x="237" y="175"/>
                  </a:lnTo>
                  <a:lnTo>
                    <a:pt x="237" y="172"/>
                  </a:lnTo>
                  <a:lnTo>
                    <a:pt x="242" y="172"/>
                  </a:lnTo>
                  <a:lnTo>
                    <a:pt x="246" y="168"/>
                  </a:lnTo>
                  <a:lnTo>
                    <a:pt x="249" y="168"/>
                  </a:lnTo>
                  <a:lnTo>
                    <a:pt x="258" y="163"/>
                  </a:lnTo>
                  <a:lnTo>
                    <a:pt x="263" y="163"/>
                  </a:lnTo>
                  <a:lnTo>
                    <a:pt x="263" y="163"/>
                  </a:lnTo>
                  <a:lnTo>
                    <a:pt x="265" y="163"/>
                  </a:lnTo>
                  <a:lnTo>
                    <a:pt x="270" y="160"/>
                  </a:lnTo>
                  <a:lnTo>
                    <a:pt x="272" y="160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7" y="158"/>
                  </a:lnTo>
                  <a:lnTo>
                    <a:pt x="279" y="156"/>
                  </a:lnTo>
                  <a:lnTo>
                    <a:pt x="284" y="153"/>
                  </a:lnTo>
                  <a:lnTo>
                    <a:pt x="287" y="151"/>
                  </a:lnTo>
                  <a:lnTo>
                    <a:pt x="294" y="151"/>
                  </a:lnTo>
                  <a:lnTo>
                    <a:pt x="301" y="149"/>
                  </a:lnTo>
                  <a:lnTo>
                    <a:pt x="308" y="149"/>
                  </a:lnTo>
                  <a:lnTo>
                    <a:pt x="313" y="144"/>
                  </a:lnTo>
                  <a:lnTo>
                    <a:pt x="313" y="144"/>
                  </a:lnTo>
                  <a:lnTo>
                    <a:pt x="315" y="144"/>
                  </a:lnTo>
                  <a:lnTo>
                    <a:pt x="317" y="144"/>
                  </a:lnTo>
                  <a:lnTo>
                    <a:pt x="317" y="144"/>
                  </a:lnTo>
                  <a:lnTo>
                    <a:pt x="317" y="142"/>
                  </a:lnTo>
                  <a:lnTo>
                    <a:pt x="320" y="142"/>
                  </a:lnTo>
                  <a:lnTo>
                    <a:pt x="320" y="139"/>
                  </a:lnTo>
                  <a:lnTo>
                    <a:pt x="320" y="139"/>
                  </a:lnTo>
                  <a:lnTo>
                    <a:pt x="322" y="139"/>
                  </a:lnTo>
                  <a:lnTo>
                    <a:pt x="322" y="139"/>
                  </a:lnTo>
                  <a:lnTo>
                    <a:pt x="322" y="137"/>
                  </a:lnTo>
                  <a:lnTo>
                    <a:pt x="322" y="137"/>
                  </a:lnTo>
                  <a:lnTo>
                    <a:pt x="322" y="134"/>
                  </a:lnTo>
                  <a:lnTo>
                    <a:pt x="322" y="132"/>
                  </a:lnTo>
                  <a:lnTo>
                    <a:pt x="320" y="130"/>
                  </a:lnTo>
                  <a:lnTo>
                    <a:pt x="320" y="127"/>
                  </a:lnTo>
                  <a:lnTo>
                    <a:pt x="317" y="125"/>
                  </a:lnTo>
                  <a:lnTo>
                    <a:pt x="317" y="125"/>
                  </a:lnTo>
                  <a:lnTo>
                    <a:pt x="317" y="123"/>
                  </a:lnTo>
                  <a:lnTo>
                    <a:pt x="317" y="123"/>
                  </a:lnTo>
                  <a:lnTo>
                    <a:pt x="317" y="123"/>
                  </a:lnTo>
                  <a:lnTo>
                    <a:pt x="315" y="120"/>
                  </a:lnTo>
                  <a:lnTo>
                    <a:pt x="313" y="116"/>
                  </a:lnTo>
                  <a:lnTo>
                    <a:pt x="310" y="113"/>
                  </a:lnTo>
                  <a:lnTo>
                    <a:pt x="308" y="106"/>
                  </a:lnTo>
                  <a:lnTo>
                    <a:pt x="305" y="101"/>
                  </a:lnTo>
                  <a:lnTo>
                    <a:pt x="305" y="101"/>
                  </a:lnTo>
                  <a:lnTo>
                    <a:pt x="305" y="99"/>
                  </a:lnTo>
                  <a:lnTo>
                    <a:pt x="303" y="99"/>
                  </a:lnTo>
                  <a:lnTo>
                    <a:pt x="296" y="80"/>
                  </a:lnTo>
                  <a:lnTo>
                    <a:pt x="287" y="63"/>
                  </a:lnTo>
                  <a:lnTo>
                    <a:pt x="272" y="56"/>
                  </a:lnTo>
                  <a:lnTo>
                    <a:pt x="263" y="56"/>
                  </a:lnTo>
                  <a:lnTo>
                    <a:pt x="263" y="56"/>
                  </a:lnTo>
                  <a:lnTo>
                    <a:pt x="260" y="56"/>
                  </a:lnTo>
                  <a:lnTo>
                    <a:pt x="258" y="56"/>
                  </a:lnTo>
                  <a:lnTo>
                    <a:pt x="256" y="56"/>
                  </a:lnTo>
                  <a:lnTo>
                    <a:pt x="253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49" y="59"/>
                  </a:lnTo>
                  <a:lnTo>
                    <a:pt x="249" y="61"/>
                  </a:lnTo>
                  <a:lnTo>
                    <a:pt x="249" y="61"/>
                  </a:lnTo>
                  <a:lnTo>
                    <a:pt x="251" y="63"/>
                  </a:lnTo>
                  <a:lnTo>
                    <a:pt x="251" y="63"/>
                  </a:lnTo>
                  <a:lnTo>
                    <a:pt x="249" y="66"/>
                  </a:lnTo>
                  <a:lnTo>
                    <a:pt x="249" y="68"/>
                  </a:lnTo>
                  <a:lnTo>
                    <a:pt x="249" y="68"/>
                  </a:lnTo>
                  <a:lnTo>
                    <a:pt x="246" y="68"/>
                  </a:lnTo>
                  <a:lnTo>
                    <a:pt x="246" y="71"/>
                  </a:lnTo>
                  <a:lnTo>
                    <a:pt x="244" y="71"/>
                  </a:lnTo>
                  <a:lnTo>
                    <a:pt x="244" y="73"/>
                  </a:lnTo>
                  <a:lnTo>
                    <a:pt x="244" y="73"/>
                  </a:lnTo>
                  <a:lnTo>
                    <a:pt x="242" y="73"/>
                  </a:lnTo>
                  <a:lnTo>
                    <a:pt x="242" y="73"/>
                  </a:lnTo>
                  <a:lnTo>
                    <a:pt x="242" y="71"/>
                  </a:lnTo>
                  <a:lnTo>
                    <a:pt x="242" y="71"/>
                  </a:lnTo>
                  <a:lnTo>
                    <a:pt x="239" y="73"/>
                  </a:lnTo>
                  <a:lnTo>
                    <a:pt x="237" y="73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9" y="71"/>
                  </a:lnTo>
                  <a:lnTo>
                    <a:pt x="239" y="71"/>
                  </a:lnTo>
                  <a:lnTo>
                    <a:pt x="239" y="68"/>
                  </a:lnTo>
                  <a:lnTo>
                    <a:pt x="242" y="66"/>
                  </a:lnTo>
                  <a:lnTo>
                    <a:pt x="242" y="66"/>
                  </a:lnTo>
                  <a:lnTo>
                    <a:pt x="242" y="66"/>
                  </a:lnTo>
                  <a:lnTo>
                    <a:pt x="244" y="66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4" y="61"/>
                  </a:lnTo>
                  <a:lnTo>
                    <a:pt x="242" y="61"/>
                  </a:lnTo>
                  <a:lnTo>
                    <a:pt x="244" y="61"/>
                  </a:lnTo>
                  <a:lnTo>
                    <a:pt x="244" y="59"/>
                  </a:lnTo>
                  <a:lnTo>
                    <a:pt x="244" y="56"/>
                  </a:lnTo>
                  <a:lnTo>
                    <a:pt x="244" y="56"/>
                  </a:lnTo>
                  <a:lnTo>
                    <a:pt x="244" y="54"/>
                  </a:lnTo>
                  <a:lnTo>
                    <a:pt x="242" y="52"/>
                  </a:lnTo>
                  <a:lnTo>
                    <a:pt x="239" y="52"/>
                  </a:lnTo>
                  <a:lnTo>
                    <a:pt x="237" y="52"/>
                  </a:lnTo>
                  <a:lnTo>
                    <a:pt x="237" y="52"/>
                  </a:lnTo>
                  <a:lnTo>
                    <a:pt x="237" y="52"/>
                  </a:lnTo>
                  <a:lnTo>
                    <a:pt x="234" y="54"/>
                  </a:lnTo>
                  <a:lnTo>
                    <a:pt x="232" y="56"/>
                  </a:lnTo>
                  <a:lnTo>
                    <a:pt x="230" y="59"/>
                  </a:lnTo>
                  <a:lnTo>
                    <a:pt x="227" y="59"/>
                  </a:lnTo>
                  <a:lnTo>
                    <a:pt x="227" y="61"/>
                  </a:lnTo>
                  <a:lnTo>
                    <a:pt x="225" y="61"/>
                  </a:lnTo>
                  <a:lnTo>
                    <a:pt x="225" y="63"/>
                  </a:lnTo>
                  <a:lnTo>
                    <a:pt x="225" y="63"/>
                  </a:lnTo>
                  <a:lnTo>
                    <a:pt x="225" y="63"/>
                  </a:lnTo>
                  <a:lnTo>
                    <a:pt x="225" y="66"/>
                  </a:lnTo>
                  <a:lnTo>
                    <a:pt x="225" y="66"/>
                  </a:lnTo>
                  <a:lnTo>
                    <a:pt x="223" y="63"/>
                  </a:lnTo>
                  <a:lnTo>
                    <a:pt x="223" y="63"/>
                  </a:lnTo>
                  <a:lnTo>
                    <a:pt x="223" y="61"/>
                  </a:lnTo>
                  <a:lnTo>
                    <a:pt x="225" y="61"/>
                  </a:lnTo>
                  <a:lnTo>
                    <a:pt x="225" y="59"/>
                  </a:lnTo>
                  <a:lnTo>
                    <a:pt x="230" y="54"/>
                  </a:lnTo>
                  <a:lnTo>
                    <a:pt x="232" y="52"/>
                  </a:lnTo>
                  <a:lnTo>
                    <a:pt x="232" y="49"/>
                  </a:lnTo>
                  <a:lnTo>
                    <a:pt x="234" y="49"/>
                  </a:lnTo>
                  <a:lnTo>
                    <a:pt x="234" y="52"/>
                  </a:lnTo>
                  <a:lnTo>
                    <a:pt x="237" y="52"/>
                  </a:lnTo>
                  <a:lnTo>
                    <a:pt x="234" y="49"/>
                  </a:lnTo>
                  <a:lnTo>
                    <a:pt x="227" y="47"/>
                  </a:lnTo>
                  <a:lnTo>
                    <a:pt x="227" y="44"/>
                  </a:lnTo>
                  <a:lnTo>
                    <a:pt x="225" y="44"/>
                  </a:lnTo>
                  <a:lnTo>
                    <a:pt x="223" y="42"/>
                  </a:lnTo>
                  <a:lnTo>
                    <a:pt x="208" y="26"/>
                  </a:lnTo>
                  <a:lnTo>
                    <a:pt x="206" y="26"/>
                  </a:lnTo>
                  <a:lnTo>
                    <a:pt x="206" y="23"/>
                  </a:lnTo>
                  <a:lnTo>
                    <a:pt x="208" y="23"/>
                  </a:lnTo>
                  <a:lnTo>
                    <a:pt x="208" y="21"/>
                  </a:lnTo>
                  <a:lnTo>
                    <a:pt x="208" y="21"/>
                  </a:lnTo>
                  <a:lnTo>
                    <a:pt x="206" y="16"/>
                  </a:lnTo>
                  <a:lnTo>
                    <a:pt x="204" y="16"/>
                  </a:lnTo>
                  <a:lnTo>
                    <a:pt x="204" y="14"/>
                  </a:lnTo>
                  <a:lnTo>
                    <a:pt x="204" y="14"/>
                  </a:lnTo>
                  <a:lnTo>
                    <a:pt x="199" y="11"/>
                  </a:lnTo>
                  <a:lnTo>
                    <a:pt x="197" y="9"/>
                  </a:lnTo>
                  <a:lnTo>
                    <a:pt x="192" y="9"/>
                  </a:lnTo>
                  <a:lnTo>
                    <a:pt x="182" y="9"/>
                  </a:lnTo>
                  <a:lnTo>
                    <a:pt x="175" y="9"/>
                  </a:lnTo>
                  <a:lnTo>
                    <a:pt x="171" y="9"/>
                  </a:lnTo>
                  <a:lnTo>
                    <a:pt x="161" y="7"/>
                  </a:lnTo>
                  <a:lnTo>
                    <a:pt x="154" y="4"/>
                  </a:lnTo>
                  <a:lnTo>
                    <a:pt x="149" y="4"/>
                  </a:lnTo>
                  <a:lnTo>
                    <a:pt x="145" y="4"/>
                  </a:lnTo>
                  <a:lnTo>
                    <a:pt x="142" y="4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33" y="4"/>
                  </a:lnTo>
                  <a:lnTo>
                    <a:pt x="130" y="4"/>
                  </a:lnTo>
                  <a:lnTo>
                    <a:pt x="128" y="2"/>
                  </a:lnTo>
                  <a:lnTo>
                    <a:pt x="126" y="2"/>
                  </a:lnTo>
                  <a:lnTo>
                    <a:pt x="118" y="2"/>
                  </a:lnTo>
                  <a:lnTo>
                    <a:pt x="116" y="0"/>
                  </a:lnTo>
                  <a:lnTo>
                    <a:pt x="114" y="2"/>
                  </a:lnTo>
                  <a:lnTo>
                    <a:pt x="114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16" y="7"/>
                  </a:lnTo>
                  <a:lnTo>
                    <a:pt x="114" y="7"/>
                  </a:lnTo>
                  <a:lnTo>
                    <a:pt x="114" y="9"/>
                  </a:lnTo>
                  <a:lnTo>
                    <a:pt x="116" y="9"/>
                  </a:lnTo>
                  <a:lnTo>
                    <a:pt x="118" y="9"/>
                  </a:lnTo>
                  <a:lnTo>
                    <a:pt x="116" y="11"/>
                  </a:lnTo>
                  <a:lnTo>
                    <a:pt x="116" y="11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6" y="18"/>
                  </a:lnTo>
                  <a:lnTo>
                    <a:pt x="116" y="18"/>
                  </a:lnTo>
                  <a:lnTo>
                    <a:pt x="116" y="18"/>
                  </a:lnTo>
                  <a:lnTo>
                    <a:pt x="116" y="18"/>
                  </a:lnTo>
                  <a:lnTo>
                    <a:pt x="116" y="21"/>
                  </a:lnTo>
                  <a:lnTo>
                    <a:pt x="114" y="21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6"/>
                  </a:lnTo>
                  <a:lnTo>
                    <a:pt x="111" y="26"/>
                  </a:lnTo>
                  <a:lnTo>
                    <a:pt x="114" y="26"/>
                  </a:lnTo>
                  <a:lnTo>
                    <a:pt x="114" y="28"/>
                  </a:lnTo>
                  <a:lnTo>
                    <a:pt x="114" y="28"/>
                  </a:lnTo>
                  <a:lnTo>
                    <a:pt x="114" y="30"/>
                  </a:lnTo>
                  <a:lnTo>
                    <a:pt x="114" y="33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4" y="37"/>
                  </a:lnTo>
                  <a:lnTo>
                    <a:pt x="114" y="37"/>
                  </a:lnTo>
                  <a:lnTo>
                    <a:pt x="114" y="37"/>
                  </a:lnTo>
                  <a:lnTo>
                    <a:pt x="114" y="40"/>
                  </a:lnTo>
                  <a:lnTo>
                    <a:pt x="114" y="40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7"/>
                  </a:lnTo>
                  <a:lnTo>
                    <a:pt x="118" y="49"/>
                  </a:lnTo>
                  <a:lnTo>
                    <a:pt x="118" y="52"/>
                  </a:lnTo>
                  <a:lnTo>
                    <a:pt x="118" y="52"/>
                  </a:lnTo>
                  <a:lnTo>
                    <a:pt x="118" y="56"/>
                  </a:lnTo>
                  <a:lnTo>
                    <a:pt x="118" y="56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6" y="61"/>
                  </a:lnTo>
                  <a:lnTo>
                    <a:pt x="114" y="61"/>
                  </a:lnTo>
                  <a:lnTo>
                    <a:pt x="114" y="61"/>
                  </a:lnTo>
                  <a:lnTo>
                    <a:pt x="111" y="61"/>
                  </a:lnTo>
                  <a:lnTo>
                    <a:pt x="109" y="63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8"/>
                  </a:lnTo>
                  <a:lnTo>
                    <a:pt x="107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4" y="71"/>
                  </a:lnTo>
                  <a:lnTo>
                    <a:pt x="102" y="73"/>
                  </a:lnTo>
                  <a:lnTo>
                    <a:pt x="102" y="73"/>
                  </a:lnTo>
                  <a:lnTo>
                    <a:pt x="102" y="73"/>
                  </a:lnTo>
                  <a:lnTo>
                    <a:pt x="100" y="73"/>
                  </a:lnTo>
                  <a:lnTo>
                    <a:pt x="100" y="75"/>
                  </a:lnTo>
                  <a:lnTo>
                    <a:pt x="100" y="75"/>
                  </a:lnTo>
                  <a:lnTo>
                    <a:pt x="97" y="75"/>
                  </a:lnTo>
                  <a:lnTo>
                    <a:pt x="95" y="75"/>
                  </a:lnTo>
                  <a:lnTo>
                    <a:pt x="95" y="75"/>
                  </a:lnTo>
                  <a:lnTo>
                    <a:pt x="95" y="78"/>
                  </a:lnTo>
                  <a:lnTo>
                    <a:pt x="95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2"/>
                  </a:lnTo>
                  <a:lnTo>
                    <a:pt x="88" y="82"/>
                  </a:lnTo>
                  <a:lnTo>
                    <a:pt x="88" y="85"/>
                  </a:lnTo>
                  <a:lnTo>
                    <a:pt x="85" y="85"/>
                  </a:lnTo>
                  <a:lnTo>
                    <a:pt x="85" y="85"/>
                  </a:lnTo>
                  <a:lnTo>
                    <a:pt x="83" y="87"/>
                  </a:lnTo>
                  <a:lnTo>
                    <a:pt x="81" y="92"/>
                  </a:lnTo>
                  <a:lnTo>
                    <a:pt x="81" y="92"/>
                  </a:lnTo>
                  <a:lnTo>
                    <a:pt x="78" y="92"/>
                  </a:lnTo>
                  <a:lnTo>
                    <a:pt x="76" y="94"/>
                  </a:lnTo>
                  <a:lnTo>
                    <a:pt x="76" y="94"/>
                  </a:lnTo>
                  <a:lnTo>
                    <a:pt x="76" y="94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9"/>
                  </a:lnTo>
                  <a:lnTo>
                    <a:pt x="74" y="99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69" y="101"/>
                  </a:lnTo>
                  <a:lnTo>
                    <a:pt x="69" y="101"/>
                  </a:lnTo>
                  <a:lnTo>
                    <a:pt x="69" y="101"/>
                  </a:lnTo>
                  <a:lnTo>
                    <a:pt x="69" y="101"/>
                  </a:lnTo>
                  <a:lnTo>
                    <a:pt x="66" y="101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66" y="108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69" y="111"/>
                  </a:lnTo>
                  <a:lnTo>
                    <a:pt x="69" y="108"/>
                  </a:lnTo>
                  <a:lnTo>
                    <a:pt x="71" y="111"/>
                  </a:lnTo>
                  <a:lnTo>
                    <a:pt x="71" y="111"/>
                  </a:lnTo>
                  <a:lnTo>
                    <a:pt x="71" y="111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4" y="116"/>
                  </a:lnTo>
                  <a:lnTo>
                    <a:pt x="74" y="116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71" y="118"/>
                  </a:lnTo>
                  <a:lnTo>
                    <a:pt x="71" y="118"/>
                  </a:lnTo>
                  <a:lnTo>
                    <a:pt x="71" y="120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64" y="120"/>
                  </a:lnTo>
                  <a:lnTo>
                    <a:pt x="62" y="118"/>
                  </a:lnTo>
                  <a:lnTo>
                    <a:pt x="57" y="120"/>
                  </a:lnTo>
                  <a:lnTo>
                    <a:pt x="57" y="120"/>
                  </a:lnTo>
                  <a:lnTo>
                    <a:pt x="57" y="120"/>
                  </a:lnTo>
                  <a:lnTo>
                    <a:pt x="55" y="118"/>
                  </a:lnTo>
                  <a:lnTo>
                    <a:pt x="55" y="118"/>
                  </a:lnTo>
                  <a:lnTo>
                    <a:pt x="55" y="118"/>
                  </a:lnTo>
                  <a:lnTo>
                    <a:pt x="52" y="118"/>
                  </a:lnTo>
                  <a:lnTo>
                    <a:pt x="52" y="118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0"/>
                  </a:lnTo>
                  <a:lnTo>
                    <a:pt x="52" y="123"/>
                  </a:lnTo>
                  <a:lnTo>
                    <a:pt x="52" y="123"/>
                  </a:lnTo>
                  <a:lnTo>
                    <a:pt x="52" y="123"/>
                  </a:lnTo>
                  <a:lnTo>
                    <a:pt x="52" y="125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2" y="130"/>
                  </a:lnTo>
                  <a:lnTo>
                    <a:pt x="50" y="130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4"/>
                  </a:lnTo>
                  <a:lnTo>
                    <a:pt x="50" y="134"/>
                  </a:lnTo>
                  <a:lnTo>
                    <a:pt x="47" y="137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7" y="142"/>
                  </a:lnTo>
                  <a:lnTo>
                    <a:pt x="45" y="142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3" y="144"/>
                  </a:lnTo>
                  <a:lnTo>
                    <a:pt x="43" y="144"/>
                  </a:lnTo>
                  <a:lnTo>
                    <a:pt x="38" y="146"/>
                  </a:lnTo>
                  <a:lnTo>
                    <a:pt x="36" y="146"/>
                  </a:lnTo>
                  <a:lnTo>
                    <a:pt x="36" y="146"/>
                  </a:lnTo>
                  <a:lnTo>
                    <a:pt x="33" y="146"/>
                  </a:lnTo>
                  <a:lnTo>
                    <a:pt x="33" y="149"/>
                  </a:lnTo>
                  <a:lnTo>
                    <a:pt x="33" y="149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31" y="153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4" y="156"/>
                  </a:lnTo>
                  <a:lnTo>
                    <a:pt x="24" y="158"/>
                  </a:lnTo>
                  <a:lnTo>
                    <a:pt x="24" y="158"/>
                  </a:lnTo>
                  <a:lnTo>
                    <a:pt x="21" y="158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3"/>
                  </a:lnTo>
                  <a:lnTo>
                    <a:pt x="21" y="163"/>
                  </a:lnTo>
                  <a:lnTo>
                    <a:pt x="21" y="163"/>
                  </a:lnTo>
                  <a:lnTo>
                    <a:pt x="19" y="165"/>
                  </a:lnTo>
                  <a:lnTo>
                    <a:pt x="19" y="165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8"/>
                  </a:lnTo>
                  <a:lnTo>
                    <a:pt x="14" y="168"/>
                  </a:lnTo>
                  <a:lnTo>
                    <a:pt x="14" y="170"/>
                  </a:lnTo>
                  <a:lnTo>
                    <a:pt x="17" y="170"/>
                  </a:lnTo>
                  <a:lnTo>
                    <a:pt x="14" y="170"/>
                  </a:lnTo>
                  <a:lnTo>
                    <a:pt x="14" y="170"/>
                  </a:lnTo>
                  <a:lnTo>
                    <a:pt x="12" y="170"/>
                  </a:lnTo>
                  <a:lnTo>
                    <a:pt x="10" y="170"/>
                  </a:lnTo>
                  <a:lnTo>
                    <a:pt x="7" y="172"/>
                  </a:lnTo>
                  <a:lnTo>
                    <a:pt x="10" y="172"/>
                  </a:lnTo>
                  <a:lnTo>
                    <a:pt x="10" y="175"/>
                  </a:lnTo>
                  <a:lnTo>
                    <a:pt x="7" y="175"/>
                  </a:lnTo>
                  <a:lnTo>
                    <a:pt x="7" y="177"/>
                  </a:lnTo>
                  <a:lnTo>
                    <a:pt x="7" y="177"/>
                  </a:lnTo>
                  <a:lnTo>
                    <a:pt x="7" y="179"/>
                  </a:lnTo>
                  <a:lnTo>
                    <a:pt x="5" y="182"/>
                  </a:lnTo>
                  <a:lnTo>
                    <a:pt x="5" y="182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0" y="184"/>
                  </a:lnTo>
                  <a:lnTo>
                    <a:pt x="0" y="187"/>
                  </a:lnTo>
                  <a:lnTo>
                    <a:pt x="7" y="18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F7385B6B-4E37-40F6-B955-991B2BAEB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6800" y="1979065"/>
              <a:ext cx="1354" cy="1354"/>
            </a:xfrm>
            <a:prstGeom prst="rect">
              <a:avLst/>
            </a:pr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56AC3998-29B9-4199-9C3D-DAC2C357F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967" y="1899190"/>
              <a:ext cx="2708" cy="2708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C8A919AC-42C2-4FAD-93F7-73A986F6F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453" y="1822023"/>
              <a:ext cx="18953" cy="21661"/>
            </a:xfrm>
            <a:custGeom>
              <a:avLst/>
              <a:gdLst>
                <a:gd name="T0" fmla="*/ 9 w 14"/>
                <a:gd name="T1" fmla="*/ 7 h 16"/>
                <a:gd name="T2" fmla="*/ 9 w 14"/>
                <a:gd name="T3" fmla="*/ 9 h 16"/>
                <a:gd name="T4" fmla="*/ 9 w 14"/>
                <a:gd name="T5" fmla="*/ 9 h 16"/>
                <a:gd name="T6" fmla="*/ 9 w 14"/>
                <a:gd name="T7" fmla="*/ 9 h 16"/>
                <a:gd name="T8" fmla="*/ 7 w 14"/>
                <a:gd name="T9" fmla="*/ 9 h 16"/>
                <a:gd name="T10" fmla="*/ 7 w 14"/>
                <a:gd name="T11" fmla="*/ 9 h 16"/>
                <a:gd name="T12" fmla="*/ 7 w 14"/>
                <a:gd name="T13" fmla="*/ 9 h 16"/>
                <a:gd name="T14" fmla="*/ 7 w 14"/>
                <a:gd name="T15" fmla="*/ 9 h 16"/>
                <a:gd name="T16" fmla="*/ 4 w 14"/>
                <a:gd name="T17" fmla="*/ 12 h 16"/>
                <a:gd name="T18" fmla="*/ 2 w 14"/>
                <a:gd name="T19" fmla="*/ 12 h 16"/>
                <a:gd name="T20" fmla="*/ 0 w 14"/>
                <a:gd name="T21" fmla="*/ 14 h 16"/>
                <a:gd name="T22" fmla="*/ 0 w 14"/>
                <a:gd name="T23" fmla="*/ 14 h 16"/>
                <a:gd name="T24" fmla="*/ 2 w 14"/>
                <a:gd name="T25" fmla="*/ 16 h 16"/>
                <a:gd name="T26" fmla="*/ 4 w 14"/>
                <a:gd name="T27" fmla="*/ 16 h 16"/>
                <a:gd name="T28" fmla="*/ 4 w 14"/>
                <a:gd name="T29" fmla="*/ 16 h 16"/>
                <a:gd name="T30" fmla="*/ 7 w 14"/>
                <a:gd name="T31" fmla="*/ 14 h 16"/>
                <a:gd name="T32" fmla="*/ 9 w 14"/>
                <a:gd name="T33" fmla="*/ 12 h 16"/>
                <a:gd name="T34" fmla="*/ 11 w 14"/>
                <a:gd name="T35" fmla="*/ 12 h 16"/>
                <a:gd name="T36" fmla="*/ 11 w 14"/>
                <a:gd name="T37" fmla="*/ 9 h 16"/>
                <a:gd name="T38" fmla="*/ 14 w 14"/>
                <a:gd name="T39" fmla="*/ 7 h 16"/>
                <a:gd name="T40" fmla="*/ 14 w 14"/>
                <a:gd name="T41" fmla="*/ 7 h 16"/>
                <a:gd name="T42" fmla="*/ 14 w 14"/>
                <a:gd name="T43" fmla="*/ 4 h 16"/>
                <a:gd name="T44" fmla="*/ 14 w 14"/>
                <a:gd name="T45" fmla="*/ 4 h 16"/>
                <a:gd name="T46" fmla="*/ 14 w 14"/>
                <a:gd name="T47" fmla="*/ 4 h 16"/>
                <a:gd name="T48" fmla="*/ 14 w 14"/>
                <a:gd name="T49" fmla="*/ 2 h 16"/>
                <a:gd name="T50" fmla="*/ 14 w 14"/>
                <a:gd name="T51" fmla="*/ 2 h 16"/>
                <a:gd name="T52" fmla="*/ 14 w 14"/>
                <a:gd name="T53" fmla="*/ 0 h 16"/>
                <a:gd name="T54" fmla="*/ 14 w 14"/>
                <a:gd name="T55" fmla="*/ 0 h 16"/>
                <a:gd name="T56" fmla="*/ 11 w 14"/>
                <a:gd name="T57" fmla="*/ 2 h 16"/>
                <a:gd name="T58" fmla="*/ 11 w 14"/>
                <a:gd name="T59" fmla="*/ 2 h 16"/>
                <a:gd name="T60" fmla="*/ 9 w 14"/>
                <a:gd name="T61" fmla="*/ 2 h 16"/>
                <a:gd name="T62" fmla="*/ 9 w 14"/>
                <a:gd name="T63" fmla="*/ 4 h 16"/>
                <a:gd name="T64" fmla="*/ 9 w 14"/>
                <a:gd name="T65" fmla="*/ 4 h 16"/>
                <a:gd name="T66" fmla="*/ 9 w 14"/>
                <a:gd name="T67" fmla="*/ 7 h 16"/>
                <a:gd name="T68" fmla="*/ 9 w 14"/>
                <a:gd name="T69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" h="16">
                  <a:moveTo>
                    <a:pt x="9" y="7"/>
                  </a:moveTo>
                  <a:lnTo>
                    <a:pt x="9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7" y="14"/>
                  </a:lnTo>
                  <a:lnTo>
                    <a:pt x="9" y="12"/>
                  </a:lnTo>
                  <a:lnTo>
                    <a:pt x="11" y="12"/>
                  </a:lnTo>
                  <a:lnTo>
                    <a:pt x="11" y="9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7"/>
                  </a:lnTo>
                  <a:lnTo>
                    <a:pt x="9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1B892C27-34EB-4F19-B8C4-4C04BD8E7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1544" y="1827438"/>
              <a:ext cx="74460" cy="64983"/>
            </a:xfrm>
            <a:custGeom>
              <a:avLst/>
              <a:gdLst>
                <a:gd name="T0" fmla="*/ 36 w 55"/>
                <a:gd name="T1" fmla="*/ 34 h 48"/>
                <a:gd name="T2" fmla="*/ 36 w 55"/>
                <a:gd name="T3" fmla="*/ 31 h 48"/>
                <a:gd name="T4" fmla="*/ 36 w 55"/>
                <a:gd name="T5" fmla="*/ 31 h 48"/>
                <a:gd name="T6" fmla="*/ 36 w 55"/>
                <a:gd name="T7" fmla="*/ 29 h 48"/>
                <a:gd name="T8" fmla="*/ 38 w 55"/>
                <a:gd name="T9" fmla="*/ 29 h 48"/>
                <a:gd name="T10" fmla="*/ 38 w 55"/>
                <a:gd name="T11" fmla="*/ 27 h 48"/>
                <a:gd name="T12" fmla="*/ 38 w 55"/>
                <a:gd name="T13" fmla="*/ 24 h 48"/>
                <a:gd name="T14" fmla="*/ 41 w 55"/>
                <a:gd name="T15" fmla="*/ 24 h 48"/>
                <a:gd name="T16" fmla="*/ 41 w 55"/>
                <a:gd name="T17" fmla="*/ 24 h 48"/>
                <a:gd name="T18" fmla="*/ 41 w 55"/>
                <a:gd name="T19" fmla="*/ 22 h 48"/>
                <a:gd name="T20" fmla="*/ 41 w 55"/>
                <a:gd name="T21" fmla="*/ 22 h 48"/>
                <a:gd name="T22" fmla="*/ 45 w 55"/>
                <a:gd name="T23" fmla="*/ 19 h 48"/>
                <a:gd name="T24" fmla="*/ 48 w 55"/>
                <a:gd name="T25" fmla="*/ 17 h 48"/>
                <a:gd name="T26" fmla="*/ 50 w 55"/>
                <a:gd name="T27" fmla="*/ 15 h 48"/>
                <a:gd name="T28" fmla="*/ 50 w 55"/>
                <a:gd name="T29" fmla="*/ 15 h 48"/>
                <a:gd name="T30" fmla="*/ 50 w 55"/>
                <a:gd name="T31" fmla="*/ 12 h 48"/>
                <a:gd name="T32" fmla="*/ 52 w 55"/>
                <a:gd name="T33" fmla="*/ 10 h 48"/>
                <a:gd name="T34" fmla="*/ 55 w 55"/>
                <a:gd name="T35" fmla="*/ 8 h 48"/>
                <a:gd name="T36" fmla="*/ 55 w 55"/>
                <a:gd name="T37" fmla="*/ 5 h 48"/>
                <a:gd name="T38" fmla="*/ 55 w 55"/>
                <a:gd name="T39" fmla="*/ 3 h 48"/>
                <a:gd name="T40" fmla="*/ 52 w 55"/>
                <a:gd name="T41" fmla="*/ 0 h 48"/>
                <a:gd name="T42" fmla="*/ 45 w 55"/>
                <a:gd name="T43" fmla="*/ 3 h 48"/>
                <a:gd name="T44" fmla="*/ 45 w 55"/>
                <a:gd name="T45" fmla="*/ 5 h 48"/>
                <a:gd name="T46" fmla="*/ 41 w 55"/>
                <a:gd name="T47" fmla="*/ 5 h 48"/>
                <a:gd name="T48" fmla="*/ 41 w 55"/>
                <a:gd name="T49" fmla="*/ 8 h 48"/>
                <a:gd name="T50" fmla="*/ 38 w 55"/>
                <a:gd name="T51" fmla="*/ 10 h 48"/>
                <a:gd name="T52" fmla="*/ 36 w 55"/>
                <a:gd name="T53" fmla="*/ 12 h 48"/>
                <a:gd name="T54" fmla="*/ 26 w 55"/>
                <a:gd name="T55" fmla="*/ 12 h 48"/>
                <a:gd name="T56" fmla="*/ 22 w 55"/>
                <a:gd name="T57" fmla="*/ 17 h 48"/>
                <a:gd name="T58" fmla="*/ 19 w 55"/>
                <a:gd name="T59" fmla="*/ 17 h 48"/>
                <a:gd name="T60" fmla="*/ 17 w 55"/>
                <a:gd name="T61" fmla="*/ 22 h 48"/>
                <a:gd name="T62" fmla="*/ 12 w 55"/>
                <a:gd name="T63" fmla="*/ 24 h 48"/>
                <a:gd name="T64" fmla="*/ 3 w 55"/>
                <a:gd name="T65" fmla="*/ 31 h 48"/>
                <a:gd name="T66" fmla="*/ 0 w 55"/>
                <a:gd name="T67" fmla="*/ 34 h 48"/>
                <a:gd name="T68" fmla="*/ 0 w 55"/>
                <a:gd name="T69" fmla="*/ 34 h 48"/>
                <a:gd name="T70" fmla="*/ 3 w 55"/>
                <a:gd name="T71" fmla="*/ 38 h 48"/>
                <a:gd name="T72" fmla="*/ 5 w 55"/>
                <a:gd name="T73" fmla="*/ 41 h 48"/>
                <a:gd name="T74" fmla="*/ 8 w 55"/>
                <a:gd name="T75" fmla="*/ 41 h 48"/>
                <a:gd name="T76" fmla="*/ 10 w 55"/>
                <a:gd name="T77" fmla="*/ 41 h 48"/>
                <a:gd name="T78" fmla="*/ 10 w 55"/>
                <a:gd name="T79" fmla="*/ 43 h 48"/>
                <a:gd name="T80" fmla="*/ 8 w 55"/>
                <a:gd name="T81" fmla="*/ 43 h 48"/>
                <a:gd name="T82" fmla="*/ 12 w 55"/>
                <a:gd name="T83" fmla="*/ 45 h 48"/>
                <a:gd name="T84" fmla="*/ 12 w 55"/>
                <a:gd name="T85" fmla="*/ 48 h 48"/>
                <a:gd name="T86" fmla="*/ 24 w 55"/>
                <a:gd name="T87" fmla="*/ 43 h 48"/>
                <a:gd name="T88" fmla="*/ 26 w 55"/>
                <a:gd name="T89" fmla="*/ 41 h 48"/>
                <a:gd name="T90" fmla="*/ 34 w 55"/>
                <a:gd name="T91" fmla="*/ 3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5" h="48">
                  <a:moveTo>
                    <a:pt x="34" y="34"/>
                  </a:moveTo>
                  <a:lnTo>
                    <a:pt x="36" y="34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29"/>
                  </a:lnTo>
                  <a:lnTo>
                    <a:pt x="36" y="29"/>
                  </a:lnTo>
                  <a:lnTo>
                    <a:pt x="36" y="29"/>
                  </a:lnTo>
                  <a:lnTo>
                    <a:pt x="38" y="29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3" y="19"/>
                  </a:lnTo>
                  <a:lnTo>
                    <a:pt x="45" y="19"/>
                  </a:lnTo>
                  <a:lnTo>
                    <a:pt x="45" y="17"/>
                  </a:lnTo>
                  <a:lnTo>
                    <a:pt x="48" y="17"/>
                  </a:lnTo>
                  <a:lnTo>
                    <a:pt x="48" y="15"/>
                  </a:lnTo>
                  <a:lnTo>
                    <a:pt x="50" y="15"/>
                  </a:lnTo>
                  <a:lnTo>
                    <a:pt x="50" y="15"/>
                  </a:lnTo>
                  <a:lnTo>
                    <a:pt x="50" y="15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52" y="3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45" y="3"/>
                  </a:lnTo>
                  <a:lnTo>
                    <a:pt x="45" y="5"/>
                  </a:lnTo>
                  <a:lnTo>
                    <a:pt x="45" y="5"/>
                  </a:lnTo>
                  <a:lnTo>
                    <a:pt x="43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8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4" y="10"/>
                  </a:lnTo>
                  <a:lnTo>
                    <a:pt x="26" y="12"/>
                  </a:lnTo>
                  <a:lnTo>
                    <a:pt x="24" y="15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3" y="31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10" y="41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12" y="45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15" y="48"/>
                  </a:lnTo>
                  <a:lnTo>
                    <a:pt x="24" y="43"/>
                  </a:lnTo>
                  <a:lnTo>
                    <a:pt x="26" y="43"/>
                  </a:lnTo>
                  <a:lnTo>
                    <a:pt x="26" y="41"/>
                  </a:lnTo>
                  <a:lnTo>
                    <a:pt x="24" y="41"/>
                  </a:lnTo>
                  <a:lnTo>
                    <a:pt x="34" y="34"/>
                  </a:lnTo>
                  <a:lnTo>
                    <a:pt x="34" y="3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D0CD0843-C9D4-459C-8BA6-E60FFAAB3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967" y="1831499"/>
              <a:ext cx="12185" cy="32492"/>
            </a:xfrm>
            <a:custGeom>
              <a:avLst/>
              <a:gdLst>
                <a:gd name="T0" fmla="*/ 7 w 9"/>
                <a:gd name="T1" fmla="*/ 24 h 24"/>
                <a:gd name="T2" fmla="*/ 7 w 9"/>
                <a:gd name="T3" fmla="*/ 21 h 24"/>
                <a:gd name="T4" fmla="*/ 9 w 9"/>
                <a:gd name="T5" fmla="*/ 2 h 24"/>
                <a:gd name="T6" fmla="*/ 9 w 9"/>
                <a:gd name="T7" fmla="*/ 0 h 24"/>
                <a:gd name="T8" fmla="*/ 9 w 9"/>
                <a:gd name="T9" fmla="*/ 0 h 24"/>
                <a:gd name="T10" fmla="*/ 9 w 9"/>
                <a:gd name="T11" fmla="*/ 0 h 24"/>
                <a:gd name="T12" fmla="*/ 7 w 9"/>
                <a:gd name="T13" fmla="*/ 2 h 24"/>
                <a:gd name="T14" fmla="*/ 2 w 9"/>
                <a:gd name="T15" fmla="*/ 5 h 24"/>
                <a:gd name="T16" fmla="*/ 2 w 9"/>
                <a:gd name="T17" fmla="*/ 5 h 24"/>
                <a:gd name="T18" fmla="*/ 2 w 9"/>
                <a:gd name="T19" fmla="*/ 5 h 24"/>
                <a:gd name="T20" fmla="*/ 2 w 9"/>
                <a:gd name="T21" fmla="*/ 5 h 24"/>
                <a:gd name="T22" fmla="*/ 0 w 9"/>
                <a:gd name="T23" fmla="*/ 5 h 24"/>
                <a:gd name="T24" fmla="*/ 0 w 9"/>
                <a:gd name="T25" fmla="*/ 5 h 24"/>
                <a:gd name="T26" fmla="*/ 0 w 9"/>
                <a:gd name="T27" fmla="*/ 5 h 24"/>
                <a:gd name="T28" fmla="*/ 0 w 9"/>
                <a:gd name="T29" fmla="*/ 7 h 24"/>
                <a:gd name="T30" fmla="*/ 0 w 9"/>
                <a:gd name="T31" fmla="*/ 7 h 24"/>
                <a:gd name="T32" fmla="*/ 0 w 9"/>
                <a:gd name="T33" fmla="*/ 7 h 24"/>
                <a:gd name="T34" fmla="*/ 0 w 9"/>
                <a:gd name="T35" fmla="*/ 9 h 24"/>
                <a:gd name="T36" fmla="*/ 0 w 9"/>
                <a:gd name="T37" fmla="*/ 9 h 24"/>
                <a:gd name="T38" fmla="*/ 0 w 9"/>
                <a:gd name="T39" fmla="*/ 9 h 24"/>
                <a:gd name="T40" fmla="*/ 0 w 9"/>
                <a:gd name="T41" fmla="*/ 12 h 24"/>
                <a:gd name="T42" fmla="*/ 0 w 9"/>
                <a:gd name="T43" fmla="*/ 12 h 24"/>
                <a:gd name="T44" fmla="*/ 0 w 9"/>
                <a:gd name="T45" fmla="*/ 12 h 24"/>
                <a:gd name="T46" fmla="*/ 0 w 9"/>
                <a:gd name="T47" fmla="*/ 12 h 24"/>
                <a:gd name="T48" fmla="*/ 0 w 9"/>
                <a:gd name="T49" fmla="*/ 12 h 24"/>
                <a:gd name="T50" fmla="*/ 0 w 9"/>
                <a:gd name="T51" fmla="*/ 14 h 24"/>
                <a:gd name="T52" fmla="*/ 0 w 9"/>
                <a:gd name="T53" fmla="*/ 14 h 24"/>
                <a:gd name="T54" fmla="*/ 4 w 9"/>
                <a:gd name="T55" fmla="*/ 19 h 24"/>
                <a:gd name="T56" fmla="*/ 7 w 9"/>
                <a:gd name="T5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" h="24">
                  <a:moveTo>
                    <a:pt x="7" y="24"/>
                  </a:moveTo>
                  <a:lnTo>
                    <a:pt x="7" y="21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9"/>
                  </a:lnTo>
                  <a:lnTo>
                    <a:pt x="7" y="2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C3E92FC2-458F-421A-A6AE-B09703D00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0805" y="1803069"/>
              <a:ext cx="246394" cy="258579"/>
            </a:xfrm>
            <a:custGeom>
              <a:avLst/>
              <a:gdLst>
                <a:gd name="T0" fmla="*/ 137 w 182"/>
                <a:gd name="T1" fmla="*/ 42 h 191"/>
                <a:gd name="T2" fmla="*/ 130 w 182"/>
                <a:gd name="T3" fmla="*/ 33 h 191"/>
                <a:gd name="T4" fmla="*/ 116 w 182"/>
                <a:gd name="T5" fmla="*/ 30 h 191"/>
                <a:gd name="T6" fmla="*/ 106 w 182"/>
                <a:gd name="T7" fmla="*/ 26 h 191"/>
                <a:gd name="T8" fmla="*/ 104 w 182"/>
                <a:gd name="T9" fmla="*/ 16 h 191"/>
                <a:gd name="T10" fmla="*/ 94 w 182"/>
                <a:gd name="T11" fmla="*/ 2 h 191"/>
                <a:gd name="T12" fmla="*/ 66 w 182"/>
                <a:gd name="T13" fmla="*/ 9 h 191"/>
                <a:gd name="T14" fmla="*/ 83 w 182"/>
                <a:gd name="T15" fmla="*/ 28 h 191"/>
                <a:gd name="T16" fmla="*/ 73 w 182"/>
                <a:gd name="T17" fmla="*/ 26 h 191"/>
                <a:gd name="T18" fmla="*/ 45 w 182"/>
                <a:gd name="T19" fmla="*/ 26 h 191"/>
                <a:gd name="T20" fmla="*/ 45 w 182"/>
                <a:gd name="T21" fmla="*/ 35 h 191"/>
                <a:gd name="T22" fmla="*/ 38 w 182"/>
                <a:gd name="T23" fmla="*/ 42 h 191"/>
                <a:gd name="T24" fmla="*/ 80 w 182"/>
                <a:gd name="T25" fmla="*/ 54 h 191"/>
                <a:gd name="T26" fmla="*/ 28 w 182"/>
                <a:gd name="T27" fmla="*/ 54 h 191"/>
                <a:gd name="T28" fmla="*/ 71 w 182"/>
                <a:gd name="T29" fmla="*/ 68 h 191"/>
                <a:gd name="T30" fmla="*/ 40 w 182"/>
                <a:gd name="T31" fmla="*/ 82 h 191"/>
                <a:gd name="T32" fmla="*/ 0 w 182"/>
                <a:gd name="T33" fmla="*/ 89 h 191"/>
                <a:gd name="T34" fmla="*/ 14 w 182"/>
                <a:gd name="T35" fmla="*/ 104 h 191"/>
                <a:gd name="T36" fmla="*/ 31 w 182"/>
                <a:gd name="T37" fmla="*/ 104 h 191"/>
                <a:gd name="T38" fmla="*/ 35 w 182"/>
                <a:gd name="T39" fmla="*/ 111 h 191"/>
                <a:gd name="T40" fmla="*/ 42 w 182"/>
                <a:gd name="T41" fmla="*/ 125 h 191"/>
                <a:gd name="T42" fmla="*/ 42 w 182"/>
                <a:gd name="T43" fmla="*/ 113 h 191"/>
                <a:gd name="T44" fmla="*/ 54 w 182"/>
                <a:gd name="T45" fmla="*/ 116 h 191"/>
                <a:gd name="T46" fmla="*/ 52 w 182"/>
                <a:gd name="T47" fmla="*/ 127 h 191"/>
                <a:gd name="T48" fmla="*/ 76 w 182"/>
                <a:gd name="T49" fmla="*/ 113 h 191"/>
                <a:gd name="T50" fmla="*/ 73 w 182"/>
                <a:gd name="T51" fmla="*/ 104 h 191"/>
                <a:gd name="T52" fmla="*/ 80 w 182"/>
                <a:gd name="T53" fmla="*/ 111 h 191"/>
                <a:gd name="T54" fmla="*/ 87 w 182"/>
                <a:gd name="T55" fmla="*/ 97 h 191"/>
                <a:gd name="T56" fmla="*/ 102 w 182"/>
                <a:gd name="T57" fmla="*/ 99 h 191"/>
                <a:gd name="T58" fmla="*/ 102 w 182"/>
                <a:gd name="T59" fmla="*/ 101 h 191"/>
                <a:gd name="T60" fmla="*/ 90 w 182"/>
                <a:gd name="T61" fmla="*/ 118 h 191"/>
                <a:gd name="T62" fmla="*/ 90 w 182"/>
                <a:gd name="T63" fmla="*/ 130 h 191"/>
                <a:gd name="T64" fmla="*/ 104 w 182"/>
                <a:gd name="T65" fmla="*/ 130 h 191"/>
                <a:gd name="T66" fmla="*/ 113 w 182"/>
                <a:gd name="T67" fmla="*/ 118 h 191"/>
                <a:gd name="T68" fmla="*/ 116 w 182"/>
                <a:gd name="T69" fmla="*/ 120 h 191"/>
                <a:gd name="T70" fmla="*/ 120 w 182"/>
                <a:gd name="T71" fmla="*/ 123 h 191"/>
                <a:gd name="T72" fmla="*/ 120 w 182"/>
                <a:gd name="T73" fmla="*/ 123 h 191"/>
                <a:gd name="T74" fmla="*/ 128 w 182"/>
                <a:gd name="T75" fmla="*/ 130 h 191"/>
                <a:gd name="T76" fmla="*/ 139 w 182"/>
                <a:gd name="T77" fmla="*/ 130 h 191"/>
                <a:gd name="T78" fmla="*/ 149 w 182"/>
                <a:gd name="T79" fmla="*/ 123 h 191"/>
                <a:gd name="T80" fmla="*/ 151 w 182"/>
                <a:gd name="T81" fmla="*/ 130 h 191"/>
                <a:gd name="T82" fmla="*/ 147 w 182"/>
                <a:gd name="T83" fmla="*/ 134 h 191"/>
                <a:gd name="T84" fmla="*/ 139 w 182"/>
                <a:gd name="T85" fmla="*/ 137 h 191"/>
                <a:gd name="T86" fmla="*/ 128 w 182"/>
                <a:gd name="T87" fmla="*/ 142 h 191"/>
                <a:gd name="T88" fmla="*/ 97 w 182"/>
                <a:gd name="T89" fmla="*/ 146 h 191"/>
                <a:gd name="T90" fmla="*/ 90 w 182"/>
                <a:gd name="T91" fmla="*/ 149 h 191"/>
                <a:gd name="T92" fmla="*/ 61 w 182"/>
                <a:gd name="T93" fmla="*/ 160 h 191"/>
                <a:gd name="T94" fmla="*/ 80 w 182"/>
                <a:gd name="T95" fmla="*/ 187 h 191"/>
                <a:gd name="T96" fmla="*/ 135 w 182"/>
                <a:gd name="T97" fmla="*/ 182 h 191"/>
                <a:gd name="T98" fmla="*/ 149 w 182"/>
                <a:gd name="T99" fmla="*/ 177 h 191"/>
                <a:gd name="T100" fmla="*/ 163 w 182"/>
                <a:gd name="T101" fmla="*/ 165 h 191"/>
                <a:gd name="T102" fmla="*/ 165 w 182"/>
                <a:gd name="T103" fmla="*/ 160 h 191"/>
                <a:gd name="T104" fmla="*/ 180 w 182"/>
                <a:gd name="T105" fmla="*/ 118 h 191"/>
                <a:gd name="T106" fmla="*/ 170 w 182"/>
                <a:gd name="T107" fmla="*/ 99 h 191"/>
                <a:gd name="T108" fmla="*/ 154 w 182"/>
                <a:gd name="T109" fmla="*/ 99 h 191"/>
                <a:gd name="T110" fmla="*/ 151 w 182"/>
                <a:gd name="T111" fmla="*/ 89 h 191"/>
                <a:gd name="T112" fmla="*/ 154 w 182"/>
                <a:gd name="T113" fmla="*/ 80 h 191"/>
                <a:gd name="T114" fmla="*/ 154 w 182"/>
                <a:gd name="T115" fmla="*/ 73 h 191"/>
                <a:gd name="T116" fmla="*/ 142 w 182"/>
                <a:gd name="T117" fmla="*/ 71 h 191"/>
                <a:gd name="T118" fmla="*/ 139 w 182"/>
                <a:gd name="T119" fmla="*/ 7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2" h="191">
                  <a:moveTo>
                    <a:pt x="142" y="54"/>
                  </a:moveTo>
                  <a:lnTo>
                    <a:pt x="137" y="52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7" y="47"/>
                  </a:lnTo>
                  <a:lnTo>
                    <a:pt x="135" y="45"/>
                  </a:lnTo>
                  <a:lnTo>
                    <a:pt x="135" y="45"/>
                  </a:lnTo>
                  <a:lnTo>
                    <a:pt x="137" y="45"/>
                  </a:lnTo>
                  <a:lnTo>
                    <a:pt x="137" y="42"/>
                  </a:lnTo>
                  <a:lnTo>
                    <a:pt x="137" y="42"/>
                  </a:lnTo>
                  <a:lnTo>
                    <a:pt x="137" y="40"/>
                  </a:lnTo>
                  <a:lnTo>
                    <a:pt x="139" y="40"/>
                  </a:lnTo>
                  <a:lnTo>
                    <a:pt x="139" y="40"/>
                  </a:lnTo>
                  <a:lnTo>
                    <a:pt x="137" y="40"/>
                  </a:lnTo>
                  <a:lnTo>
                    <a:pt x="137" y="37"/>
                  </a:lnTo>
                  <a:lnTo>
                    <a:pt x="135" y="35"/>
                  </a:lnTo>
                  <a:lnTo>
                    <a:pt x="132" y="35"/>
                  </a:lnTo>
                  <a:lnTo>
                    <a:pt x="132" y="35"/>
                  </a:lnTo>
                  <a:lnTo>
                    <a:pt x="132" y="35"/>
                  </a:lnTo>
                  <a:lnTo>
                    <a:pt x="130" y="35"/>
                  </a:lnTo>
                  <a:lnTo>
                    <a:pt x="130" y="33"/>
                  </a:lnTo>
                  <a:lnTo>
                    <a:pt x="130" y="30"/>
                  </a:lnTo>
                  <a:lnTo>
                    <a:pt x="130" y="30"/>
                  </a:lnTo>
                  <a:lnTo>
                    <a:pt x="128" y="28"/>
                  </a:lnTo>
                  <a:lnTo>
                    <a:pt x="125" y="30"/>
                  </a:lnTo>
                  <a:lnTo>
                    <a:pt x="123" y="30"/>
                  </a:lnTo>
                  <a:lnTo>
                    <a:pt x="123" y="28"/>
                  </a:lnTo>
                  <a:lnTo>
                    <a:pt x="120" y="28"/>
                  </a:lnTo>
                  <a:lnTo>
                    <a:pt x="118" y="28"/>
                  </a:lnTo>
                  <a:lnTo>
                    <a:pt x="118" y="30"/>
                  </a:lnTo>
                  <a:lnTo>
                    <a:pt x="118" y="30"/>
                  </a:lnTo>
                  <a:lnTo>
                    <a:pt x="116" y="30"/>
                  </a:lnTo>
                  <a:lnTo>
                    <a:pt x="116" y="30"/>
                  </a:lnTo>
                  <a:lnTo>
                    <a:pt x="111" y="33"/>
                  </a:lnTo>
                  <a:lnTo>
                    <a:pt x="109" y="30"/>
                  </a:lnTo>
                  <a:lnTo>
                    <a:pt x="106" y="33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4" y="28"/>
                  </a:lnTo>
                  <a:lnTo>
                    <a:pt x="104" y="28"/>
                  </a:lnTo>
                  <a:lnTo>
                    <a:pt x="106" y="28"/>
                  </a:lnTo>
                  <a:lnTo>
                    <a:pt x="106" y="26"/>
                  </a:lnTo>
                  <a:lnTo>
                    <a:pt x="106" y="26"/>
                  </a:lnTo>
                  <a:lnTo>
                    <a:pt x="104" y="23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18"/>
                  </a:lnTo>
                  <a:lnTo>
                    <a:pt x="106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6"/>
                  </a:lnTo>
                  <a:lnTo>
                    <a:pt x="104" y="16"/>
                  </a:lnTo>
                  <a:lnTo>
                    <a:pt x="106" y="16"/>
                  </a:lnTo>
                  <a:lnTo>
                    <a:pt x="106" y="16"/>
                  </a:lnTo>
                  <a:lnTo>
                    <a:pt x="106" y="16"/>
                  </a:lnTo>
                  <a:lnTo>
                    <a:pt x="106" y="14"/>
                  </a:lnTo>
                  <a:lnTo>
                    <a:pt x="106" y="11"/>
                  </a:lnTo>
                  <a:lnTo>
                    <a:pt x="106" y="9"/>
                  </a:lnTo>
                  <a:lnTo>
                    <a:pt x="106" y="9"/>
                  </a:lnTo>
                  <a:lnTo>
                    <a:pt x="106" y="7"/>
                  </a:lnTo>
                  <a:lnTo>
                    <a:pt x="102" y="4"/>
                  </a:lnTo>
                  <a:lnTo>
                    <a:pt x="94" y="2"/>
                  </a:lnTo>
                  <a:lnTo>
                    <a:pt x="94" y="2"/>
                  </a:lnTo>
                  <a:lnTo>
                    <a:pt x="97" y="2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78" y="2"/>
                  </a:lnTo>
                  <a:lnTo>
                    <a:pt x="68" y="9"/>
                  </a:lnTo>
                  <a:lnTo>
                    <a:pt x="66" y="9"/>
                  </a:lnTo>
                  <a:lnTo>
                    <a:pt x="66" y="9"/>
                  </a:lnTo>
                  <a:lnTo>
                    <a:pt x="68" y="11"/>
                  </a:lnTo>
                  <a:lnTo>
                    <a:pt x="68" y="11"/>
                  </a:lnTo>
                  <a:lnTo>
                    <a:pt x="66" y="14"/>
                  </a:lnTo>
                  <a:lnTo>
                    <a:pt x="64" y="14"/>
                  </a:lnTo>
                  <a:lnTo>
                    <a:pt x="66" y="16"/>
                  </a:lnTo>
                  <a:lnTo>
                    <a:pt x="66" y="16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78" y="21"/>
                  </a:lnTo>
                  <a:lnTo>
                    <a:pt x="83" y="26"/>
                  </a:lnTo>
                  <a:lnTo>
                    <a:pt x="83" y="28"/>
                  </a:lnTo>
                  <a:lnTo>
                    <a:pt x="85" y="28"/>
                  </a:lnTo>
                  <a:lnTo>
                    <a:pt x="87" y="30"/>
                  </a:lnTo>
                  <a:lnTo>
                    <a:pt x="90" y="30"/>
                  </a:lnTo>
                  <a:lnTo>
                    <a:pt x="90" y="30"/>
                  </a:lnTo>
                  <a:lnTo>
                    <a:pt x="87" y="33"/>
                  </a:lnTo>
                  <a:lnTo>
                    <a:pt x="85" y="30"/>
                  </a:lnTo>
                  <a:lnTo>
                    <a:pt x="83" y="30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78" y="28"/>
                  </a:lnTo>
                  <a:lnTo>
                    <a:pt x="73" y="26"/>
                  </a:lnTo>
                  <a:lnTo>
                    <a:pt x="68" y="26"/>
                  </a:lnTo>
                  <a:lnTo>
                    <a:pt x="64" y="23"/>
                  </a:lnTo>
                  <a:lnTo>
                    <a:pt x="61" y="21"/>
                  </a:lnTo>
                  <a:lnTo>
                    <a:pt x="57" y="21"/>
                  </a:lnTo>
                  <a:lnTo>
                    <a:pt x="49" y="23"/>
                  </a:lnTo>
                  <a:lnTo>
                    <a:pt x="47" y="23"/>
                  </a:lnTo>
                  <a:lnTo>
                    <a:pt x="47" y="23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8"/>
                  </a:lnTo>
                  <a:lnTo>
                    <a:pt x="42" y="30"/>
                  </a:lnTo>
                  <a:lnTo>
                    <a:pt x="42" y="30"/>
                  </a:lnTo>
                  <a:lnTo>
                    <a:pt x="42" y="30"/>
                  </a:lnTo>
                  <a:lnTo>
                    <a:pt x="42" y="33"/>
                  </a:lnTo>
                  <a:lnTo>
                    <a:pt x="45" y="33"/>
                  </a:lnTo>
                  <a:lnTo>
                    <a:pt x="47" y="33"/>
                  </a:lnTo>
                  <a:lnTo>
                    <a:pt x="45" y="35"/>
                  </a:lnTo>
                  <a:lnTo>
                    <a:pt x="45" y="35"/>
                  </a:lnTo>
                  <a:lnTo>
                    <a:pt x="45" y="35"/>
                  </a:lnTo>
                  <a:lnTo>
                    <a:pt x="45" y="37"/>
                  </a:lnTo>
                  <a:lnTo>
                    <a:pt x="45" y="37"/>
                  </a:lnTo>
                  <a:lnTo>
                    <a:pt x="45" y="37"/>
                  </a:lnTo>
                  <a:lnTo>
                    <a:pt x="42" y="37"/>
                  </a:lnTo>
                  <a:lnTo>
                    <a:pt x="42" y="37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8" y="40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47" y="49"/>
                  </a:lnTo>
                  <a:lnTo>
                    <a:pt x="49" y="47"/>
                  </a:lnTo>
                  <a:lnTo>
                    <a:pt x="47" y="49"/>
                  </a:lnTo>
                  <a:lnTo>
                    <a:pt x="49" y="49"/>
                  </a:lnTo>
                  <a:lnTo>
                    <a:pt x="59" y="49"/>
                  </a:lnTo>
                  <a:lnTo>
                    <a:pt x="61" y="49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56"/>
                  </a:lnTo>
                  <a:lnTo>
                    <a:pt x="61" y="54"/>
                  </a:lnTo>
                  <a:lnTo>
                    <a:pt x="59" y="52"/>
                  </a:lnTo>
                  <a:lnTo>
                    <a:pt x="59" y="52"/>
                  </a:lnTo>
                  <a:lnTo>
                    <a:pt x="59" y="52"/>
                  </a:lnTo>
                  <a:lnTo>
                    <a:pt x="57" y="52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31" y="52"/>
                  </a:lnTo>
                  <a:lnTo>
                    <a:pt x="28" y="54"/>
                  </a:lnTo>
                  <a:lnTo>
                    <a:pt x="19" y="63"/>
                  </a:lnTo>
                  <a:lnTo>
                    <a:pt x="19" y="66"/>
                  </a:lnTo>
                  <a:lnTo>
                    <a:pt x="19" y="68"/>
                  </a:lnTo>
                  <a:lnTo>
                    <a:pt x="19" y="68"/>
                  </a:lnTo>
                  <a:lnTo>
                    <a:pt x="42" y="73"/>
                  </a:lnTo>
                  <a:lnTo>
                    <a:pt x="45" y="73"/>
                  </a:lnTo>
                  <a:lnTo>
                    <a:pt x="47" y="71"/>
                  </a:lnTo>
                  <a:lnTo>
                    <a:pt x="52" y="71"/>
                  </a:lnTo>
                  <a:lnTo>
                    <a:pt x="54" y="71"/>
                  </a:lnTo>
                  <a:lnTo>
                    <a:pt x="61" y="71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68" y="68"/>
                  </a:lnTo>
                  <a:lnTo>
                    <a:pt x="64" y="73"/>
                  </a:lnTo>
                  <a:lnTo>
                    <a:pt x="64" y="73"/>
                  </a:lnTo>
                  <a:lnTo>
                    <a:pt x="64" y="73"/>
                  </a:lnTo>
                  <a:lnTo>
                    <a:pt x="64" y="75"/>
                  </a:lnTo>
                  <a:lnTo>
                    <a:pt x="64" y="75"/>
                  </a:lnTo>
                  <a:lnTo>
                    <a:pt x="57" y="75"/>
                  </a:lnTo>
                  <a:lnTo>
                    <a:pt x="42" y="82"/>
                  </a:lnTo>
                  <a:lnTo>
                    <a:pt x="40" y="82"/>
                  </a:lnTo>
                  <a:lnTo>
                    <a:pt x="35" y="80"/>
                  </a:lnTo>
                  <a:lnTo>
                    <a:pt x="33" y="80"/>
                  </a:lnTo>
                  <a:lnTo>
                    <a:pt x="16" y="75"/>
                  </a:lnTo>
                  <a:lnTo>
                    <a:pt x="14" y="78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2" y="97"/>
                  </a:lnTo>
                  <a:lnTo>
                    <a:pt x="12" y="104"/>
                  </a:lnTo>
                  <a:lnTo>
                    <a:pt x="12" y="106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4" y="106"/>
                  </a:lnTo>
                  <a:lnTo>
                    <a:pt x="16" y="108"/>
                  </a:lnTo>
                  <a:lnTo>
                    <a:pt x="19" y="108"/>
                  </a:lnTo>
                  <a:lnTo>
                    <a:pt x="19" y="108"/>
                  </a:lnTo>
                  <a:lnTo>
                    <a:pt x="21" y="106"/>
                  </a:lnTo>
                  <a:lnTo>
                    <a:pt x="23" y="106"/>
                  </a:lnTo>
                  <a:lnTo>
                    <a:pt x="23" y="104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1" y="108"/>
                  </a:lnTo>
                  <a:lnTo>
                    <a:pt x="28" y="108"/>
                  </a:lnTo>
                  <a:lnTo>
                    <a:pt x="28" y="111"/>
                  </a:lnTo>
                  <a:lnTo>
                    <a:pt x="28" y="113"/>
                  </a:lnTo>
                  <a:lnTo>
                    <a:pt x="28" y="113"/>
                  </a:lnTo>
                  <a:lnTo>
                    <a:pt x="33" y="111"/>
                  </a:lnTo>
                  <a:lnTo>
                    <a:pt x="35" y="111"/>
                  </a:lnTo>
                  <a:lnTo>
                    <a:pt x="33" y="113"/>
                  </a:lnTo>
                  <a:lnTo>
                    <a:pt x="31" y="116"/>
                  </a:lnTo>
                  <a:lnTo>
                    <a:pt x="28" y="116"/>
                  </a:lnTo>
                  <a:lnTo>
                    <a:pt x="28" y="116"/>
                  </a:lnTo>
                  <a:lnTo>
                    <a:pt x="28" y="118"/>
                  </a:lnTo>
                  <a:lnTo>
                    <a:pt x="33" y="120"/>
                  </a:lnTo>
                  <a:lnTo>
                    <a:pt x="33" y="123"/>
                  </a:lnTo>
                  <a:lnTo>
                    <a:pt x="38" y="127"/>
                  </a:lnTo>
                  <a:lnTo>
                    <a:pt x="40" y="127"/>
                  </a:lnTo>
                  <a:lnTo>
                    <a:pt x="40" y="127"/>
                  </a:lnTo>
                  <a:lnTo>
                    <a:pt x="42" y="125"/>
                  </a:lnTo>
                  <a:lnTo>
                    <a:pt x="42" y="125"/>
                  </a:lnTo>
                  <a:lnTo>
                    <a:pt x="45" y="123"/>
                  </a:lnTo>
                  <a:lnTo>
                    <a:pt x="45" y="123"/>
                  </a:lnTo>
                  <a:lnTo>
                    <a:pt x="45" y="120"/>
                  </a:lnTo>
                  <a:lnTo>
                    <a:pt x="45" y="118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2" y="116"/>
                  </a:lnTo>
                  <a:lnTo>
                    <a:pt x="42" y="113"/>
                  </a:lnTo>
                  <a:lnTo>
                    <a:pt x="42" y="113"/>
                  </a:lnTo>
                  <a:lnTo>
                    <a:pt x="42" y="113"/>
                  </a:lnTo>
                  <a:lnTo>
                    <a:pt x="45" y="113"/>
                  </a:lnTo>
                  <a:lnTo>
                    <a:pt x="47" y="116"/>
                  </a:lnTo>
                  <a:lnTo>
                    <a:pt x="47" y="118"/>
                  </a:lnTo>
                  <a:lnTo>
                    <a:pt x="49" y="118"/>
                  </a:lnTo>
                  <a:lnTo>
                    <a:pt x="52" y="113"/>
                  </a:lnTo>
                  <a:lnTo>
                    <a:pt x="54" y="113"/>
                  </a:lnTo>
                  <a:lnTo>
                    <a:pt x="54" y="111"/>
                  </a:lnTo>
                  <a:lnTo>
                    <a:pt x="54" y="113"/>
                  </a:lnTo>
                  <a:lnTo>
                    <a:pt x="54" y="116"/>
                  </a:lnTo>
                  <a:lnTo>
                    <a:pt x="54" y="116"/>
                  </a:lnTo>
                  <a:lnTo>
                    <a:pt x="54" y="118"/>
                  </a:lnTo>
                  <a:lnTo>
                    <a:pt x="54" y="118"/>
                  </a:lnTo>
                  <a:lnTo>
                    <a:pt x="54" y="120"/>
                  </a:lnTo>
                  <a:lnTo>
                    <a:pt x="52" y="120"/>
                  </a:lnTo>
                  <a:lnTo>
                    <a:pt x="52" y="120"/>
                  </a:lnTo>
                  <a:lnTo>
                    <a:pt x="52" y="120"/>
                  </a:lnTo>
                  <a:lnTo>
                    <a:pt x="52" y="123"/>
                  </a:lnTo>
                  <a:lnTo>
                    <a:pt x="52" y="125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2" y="130"/>
                  </a:lnTo>
                  <a:lnTo>
                    <a:pt x="54" y="130"/>
                  </a:lnTo>
                  <a:lnTo>
                    <a:pt x="57" y="132"/>
                  </a:lnTo>
                  <a:lnTo>
                    <a:pt x="71" y="125"/>
                  </a:lnTo>
                  <a:lnTo>
                    <a:pt x="71" y="123"/>
                  </a:lnTo>
                  <a:lnTo>
                    <a:pt x="73" y="123"/>
                  </a:lnTo>
                  <a:lnTo>
                    <a:pt x="73" y="120"/>
                  </a:lnTo>
                  <a:lnTo>
                    <a:pt x="76" y="118"/>
                  </a:lnTo>
                  <a:lnTo>
                    <a:pt x="76" y="116"/>
                  </a:lnTo>
                  <a:lnTo>
                    <a:pt x="76" y="116"/>
                  </a:lnTo>
                  <a:lnTo>
                    <a:pt x="76" y="113"/>
                  </a:lnTo>
                  <a:lnTo>
                    <a:pt x="76" y="113"/>
                  </a:lnTo>
                  <a:lnTo>
                    <a:pt x="76" y="111"/>
                  </a:lnTo>
                  <a:lnTo>
                    <a:pt x="76" y="108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71" y="108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73" y="104"/>
                  </a:lnTo>
                  <a:lnTo>
                    <a:pt x="73" y="104"/>
                  </a:lnTo>
                  <a:lnTo>
                    <a:pt x="73" y="106"/>
                  </a:lnTo>
                  <a:lnTo>
                    <a:pt x="78" y="106"/>
                  </a:lnTo>
                  <a:lnTo>
                    <a:pt x="78" y="108"/>
                  </a:lnTo>
                  <a:lnTo>
                    <a:pt x="78" y="108"/>
                  </a:lnTo>
                  <a:lnTo>
                    <a:pt x="76" y="108"/>
                  </a:lnTo>
                  <a:lnTo>
                    <a:pt x="76" y="108"/>
                  </a:lnTo>
                  <a:lnTo>
                    <a:pt x="78" y="111"/>
                  </a:lnTo>
                  <a:lnTo>
                    <a:pt x="78" y="113"/>
                  </a:lnTo>
                  <a:lnTo>
                    <a:pt x="80" y="113"/>
                  </a:lnTo>
                  <a:lnTo>
                    <a:pt x="80" y="111"/>
                  </a:lnTo>
                  <a:lnTo>
                    <a:pt x="83" y="111"/>
                  </a:lnTo>
                  <a:lnTo>
                    <a:pt x="83" y="108"/>
                  </a:lnTo>
                  <a:lnTo>
                    <a:pt x="83" y="106"/>
                  </a:lnTo>
                  <a:lnTo>
                    <a:pt x="85" y="104"/>
                  </a:lnTo>
                  <a:lnTo>
                    <a:pt x="85" y="101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5" y="97"/>
                  </a:lnTo>
                  <a:lnTo>
                    <a:pt x="87" y="97"/>
                  </a:lnTo>
                  <a:lnTo>
                    <a:pt x="87" y="94"/>
                  </a:lnTo>
                  <a:lnTo>
                    <a:pt x="87" y="94"/>
                  </a:lnTo>
                  <a:lnTo>
                    <a:pt x="87" y="94"/>
                  </a:lnTo>
                  <a:lnTo>
                    <a:pt x="87" y="92"/>
                  </a:lnTo>
                  <a:lnTo>
                    <a:pt x="87" y="94"/>
                  </a:lnTo>
                  <a:lnTo>
                    <a:pt x="90" y="97"/>
                  </a:lnTo>
                  <a:lnTo>
                    <a:pt x="90" y="101"/>
                  </a:lnTo>
                  <a:lnTo>
                    <a:pt x="90" y="101"/>
                  </a:lnTo>
                  <a:lnTo>
                    <a:pt x="90" y="101"/>
                  </a:lnTo>
                  <a:lnTo>
                    <a:pt x="99" y="99"/>
                  </a:lnTo>
                  <a:lnTo>
                    <a:pt x="102" y="99"/>
                  </a:lnTo>
                  <a:lnTo>
                    <a:pt x="99" y="99"/>
                  </a:lnTo>
                  <a:lnTo>
                    <a:pt x="102" y="99"/>
                  </a:lnTo>
                  <a:lnTo>
                    <a:pt x="102" y="99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4" y="99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2" y="101"/>
                  </a:lnTo>
                  <a:lnTo>
                    <a:pt x="99" y="101"/>
                  </a:lnTo>
                  <a:lnTo>
                    <a:pt x="97" y="104"/>
                  </a:lnTo>
                  <a:lnTo>
                    <a:pt x="94" y="104"/>
                  </a:lnTo>
                  <a:lnTo>
                    <a:pt x="92" y="106"/>
                  </a:lnTo>
                  <a:lnTo>
                    <a:pt x="90" y="106"/>
                  </a:lnTo>
                  <a:lnTo>
                    <a:pt x="90" y="108"/>
                  </a:lnTo>
                  <a:lnTo>
                    <a:pt x="87" y="113"/>
                  </a:lnTo>
                  <a:lnTo>
                    <a:pt x="85" y="118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0" y="118"/>
                  </a:lnTo>
                  <a:lnTo>
                    <a:pt x="90" y="118"/>
                  </a:lnTo>
                  <a:lnTo>
                    <a:pt x="92" y="118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83" y="123"/>
                  </a:lnTo>
                  <a:lnTo>
                    <a:pt x="83" y="123"/>
                  </a:lnTo>
                  <a:lnTo>
                    <a:pt x="83" y="127"/>
                  </a:lnTo>
                  <a:lnTo>
                    <a:pt x="83" y="130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0" y="130"/>
                  </a:lnTo>
                  <a:lnTo>
                    <a:pt x="90" y="130"/>
                  </a:lnTo>
                  <a:lnTo>
                    <a:pt x="90" y="130"/>
                  </a:lnTo>
                  <a:lnTo>
                    <a:pt x="94" y="127"/>
                  </a:lnTo>
                  <a:lnTo>
                    <a:pt x="97" y="130"/>
                  </a:lnTo>
                  <a:lnTo>
                    <a:pt x="99" y="130"/>
                  </a:lnTo>
                  <a:lnTo>
                    <a:pt x="102" y="130"/>
                  </a:lnTo>
                  <a:lnTo>
                    <a:pt x="102" y="127"/>
                  </a:lnTo>
                  <a:lnTo>
                    <a:pt x="102" y="125"/>
                  </a:lnTo>
                  <a:lnTo>
                    <a:pt x="102" y="125"/>
                  </a:lnTo>
                  <a:lnTo>
                    <a:pt x="104" y="127"/>
                  </a:lnTo>
                  <a:lnTo>
                    <a:pt x="104" y="130"/>
                  </a:lnTo>
                  <a:lnTo>
                    <a:pt x="104" y="130"/>
                  </a:lnTo>
                  <a:lnTo>
                    <a:pt x="109" y="130"/>
                  </a:lnTo>
                  <a:lnTo>
                    <a:pt x="111" y="127"/>
                  </a:lnTo>
                  <a:lnTo>
                    <a:pt x="113" y="127"/>
                  </a:lnTo>
                  <a:lnTo>
                    <a:pt x="113" y="125"/>
                  </a:lnTo>
                  <a:lnTo>
                    <a:pt x="113" y="125"/>
                  </a:lnTo>
                  <a:lnTo>
                    <a:pt x="113" y="123"/>
                  </a:lnTo>
                  <a:lnTo>
                    <a:pt x="113" y="123"/>
                  </a:lnTo>
                  <a:lnTo>
                    <a:pt x="113" y="120"/>
                  </a:lnTo>
                  <a:lnTo>
                    <a:pt x="113" y="120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8" y="118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6" y="123"/>
                  </a:lnTo>
                  <a:lnTo>
                    <a:pt x="116" y="123"/>
                  </a:lnTo>
                  <a:lnTo>
                    <a:pt x="116" y="123"/>
                  </a:lnTo>
                  <a:lnTo>
                    <a:pt x="116" y="123"/>
                  </a:lnTo>
                  <a:lnTo>
                    <a:pt x="118" y="125"/>
                  </a:lnTo>
                  <a:lnTo>
                    <a:pt x="120" y="125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0"/>
                  </a:lnTo>
                  <a:lnTo>
                    <a:pt x="120" y="120"/>
                  </a:lnTo>
                  <a:lnTo>
                    <a:pt x="120" y="120"/>
                  </a:lnTo>
                  <a:lnTo>
                    <a:pt x="120" y="120"/>
                  </a:lnTo>
                  <a:lnTo>
                    <a:pt x="123" y="120"/>
                  </a:lnTo>
                  <a:lnTo>
                    <a:pt x="123" y="120"/>
                  </a:lnTo>
                  <a:lnTo>
                    <a:pt x="123" y="123"/>
                  </a:lnTo>
                  <a:lnTo>
                    <a:pt x="123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3" y="123"/>
                  </a:lnTo>
                  <a:lnTo>
                    <a:pt x="123" y="123"/>
                  </a:lnTo>
                  <a:lnTo>
                    <a:pt x="123" y="125"/>
                  </a:lnTo>
                  <a:lnTo>
                    <a:pt x="120" y="125"/>
                  </a:lnTo>
                  <a:lnTo>
                    <a:pt x="120" y="125"/>
                  </a:lnTo>
                  <a:lnTo>
                    <a:pt x="118" y="127"/>
                  </a:lnTo>
                  <a:lnTo>
                    <a:pt x="118" y="127"/>
                  </a:lnTo>
                  <a:lnTo>
                    <a:pt x="118" y="130"/>
                  </a:lnTo>
                  <a:lnTo>
                    <a:pt x="120" y="130"/>
                  </a:lnTo>
                  <a:lnTo>
                    <a:pt x="123" y="130"/>
                  </a:lnTo>
                  <a:lnTo>
                    <a:pt x="128" y="130"/>
                  </a:lnTo>
                  <a:lnTo>
                    <a:pt x="130" y="130"/>
                  </a:lnTo>
                  <a:lnTo>
                    <a:pt x="132" y="130"/>
                  </a:lnTo>
                  <a:lnTo>
                    <a:pt x="135" y="127"/>
                  </a:lnTo>
                  <a:lnTo>
                    <a:pt x="135" y="127"/>
                  </a:lnTo>
                  <a:lnTo>
                    <a:pt x="135" y="127"/>
                  </a:lnTo>
                  <a:lnTo>
                    <a:pt x="135" y="127"/>
                  </a:lnTo>
                  <a:lnTo>
                    <a:pt x="137" y="127"/>
                  </a:lnTo>
                  <a:lnTo>
                    <a:pt x="137" y="130"/>
                  </a:lnTo>
                  <a:lnTo>
                    <a:pt x="137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42" y="130"/>
                  </a:lnTo>
                  <a:lnTo>
                    <a:pt x="142" y="130"/>
                  </a:lnTo>
                  <a:lnTo>
                    <a:pt x="144" y="130"/>
                  </a:lnTo>
                  <a:lnTo>
                    <a:pt x="144" y="127"/>
                  </a:lnTo>
                  <a:lnTo>
                    <a:pt x="147" y="127"/>
                  </a:lnTo>
                  <a:lnTo>
                    <a:pt x="147" y="125"/>
                  </a:lnTo>
                  <a:lnTo>
                    <a:pt x="149" y="125"/>
                  </a:lnTo>
                  <a:lnTo>
                    <a:pt x="149" y="123"/>
                  </a:lnTo>
                  <a:lnTo>
                    <a:pt x="149" y="123"/>
                  </a:lnTo>
                  <a:lnTo>
                    <a:pt x="154" y="123"/>
                  </a:lnTo>
                  <a:lnTo>
                    <a:pt x="156" y="125"/>
                  </a:lnTo>
                  <a:lnTo>
                    <a:pt x="156" y="125"/>
                  </a:lnTo>
                  <a:lnTo>
                    <a:pt x="156" y="125"/>
                  </a:lnTo>
                  <a:lnTo>
                    <a:pt x="156" y="127"/>
                  </a:lnTo>
                  <a:lnTo>
                    <a:pt x="154" y="127"/>
                  </a:lnTo>
                  <a:lnTo>
                    <a:pt x="154" y="127"/>
                  </a:lnTo>
                  <a:lnTo>
                    <a:pt x="154" y="127"/>
                  </a:lnTo>
                  <a:lnTo>
                    <a:pt x="154" y="127"/>
                  </a:lnTo>
                  <a:lnTo>
                    <a:pt x="151" y="130"/>
                  </a:lnTo>
                  <a:lnTo>
                    <a:pt x="151" y="130"/>
                  </a:lnTo>
                  <a:lnTo>
                    <a:pt x="154" y="130"/>
                  </a:lnTo>
                  <a:lnTo>
                    <a:pt x="151" y="132"/>
                  </a:lnTo>
                  <a:lnTo>
                    <a:pt x="149" y="132"/>
                  </a:lnTo>
                  <a:lnTo>
                    <a:pt x="149" y="134"/>
                  </a:lnTo>
                  <a:lnTo>
                    <a:pt x="149" y="134"/>
                  </a:lnTo>
                  <a:lnTo>
                    <a:pt x="149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7"/>
                  </a:lnTo>
                  <a:lnTo>
                    <a:pt x="144" y="137"/>
                  </a:lnTo>
                  <a:lnTo>
                    <a:pt x="142" y="139"/>
                  </a:lnTo>
                  <a:lnTo>
                    <a:pt x="142" y="139"/>
                  </a:lnTo>
                  <a:lnTo>
                    <a:pt x="139" y="137"/>
                  </a:lnTo>
                  <a:lnTo>
                    <a:pt x="139" y="137"/>
                  </a:lnTo>
                  <a:lnTo>
                    <a:pt x="137" y="139"/>
                  </a:lnTo>
                  <a:lnTo>
                    <a:pt x="137" y="139"/>
                  </a:lnTo>
                  <a:lnTo>
                    <a:pt x="139" y="139"/>
                  </a:lnTo>
                  <a:lnTo>
                    <a:pt x="139" y="139"/>
                  </a:lnTo>
                  <a:lnTo>
                    <a:pt x="139" y="142"/>
                  </a:lnTo>
                  <a:lnTo>
                    <a:pt x="137" y="142"/>
                  </a:lnTo>
                  <a:lnTo>
                    <a:pt x="137" y="144"/>
                  </a:lnTo>
                  <a:lnTo>
                    <a:pt x="135" y="144"/>
                  </a:lnTo>
                  <a:lnTo>
                    <a:pt x="132" y="144"/>
                  </a:lnTo>
                  <a:lnTo>
                    <a:pt x="128" y="142"/>
                  </a:lnTo>
                  <a:lnTo>
                    <a:pt x="125" y="142"/>
                  </a:lnTo>
                  <a:lnTo>
                    <a:pt x="120" y="142"/>
                  </a:lnTo>
                  <a:lnTo>
                    <a:pt x="113" y="139"/>
                  </a:lnTo>
                  <a:lnTo>
                    <a:pt x="109" y="142"/>
                  </a:lnTo>
                  <a:lnTo>
                    <a:pt x="106" y="139"/>
                  </a:lnTo>
                  <a:lnTo>
                    <a:pt x="104" y="142"/>
                  </a:lnTo>
                  <a:lnTo>
                    <a:pt x="102" y="142"/>
                  </a:lnTo>
                  <a:lnTo>
                    <a:pt x="99" y="142"/>
                  </a:lnTo>
                  <a:lnTo>
                    <a:pt x="97" y="144"/>
                  </a:lnTo>
                  <a:lnTo>
                    <a:pt x="97" y="146"/>
                  </a:lnTo>
                  <a:lnTo>
                    <a:pt x="97" y="146"/>
                  </a:lnTo>
                  <a:lnTo>
                    <a:pt x="97" y="146"/>
                  </a:lnTo>
                  <a:lnTo>
                    <a:pt x="94" y="146"/>
                  </a:lnTo>
                  <a:lnTo>
                    <a:pt x="94" y="146"/>
                  </a:lnTo>
                  <a:lnTo>
                    <a:pt x="94" y="146"/>
                  </a:lnTo>
                  <a:lnTo>
                    <a:pt x="92" y="146"/>
                  </a:lnTo>
                  <a:lnTo>
                    <a:pt x="94" y="146"/>
                  </a:lnTo>
                  <a:lnTo>
                    <a:pt x="94" y="149"/>
                  </a:lnTo>
                  <a:lnTo>
                    <a:pt x="94" y="151"/>
                  </a:lnTo>
                  <a:lnTo>
                    <a:pt x="94" y="149"/>
                  </a:lnTo>
                  <a:lnTo>
                    <a:pt x="92" y="149"/>
                  </a:lnTo>
                  <a:lnTo>
                    <a:pt x="90" y="149"/>
                  </a:lnTo>
                  <a:lnTo>
                    <a:pt x="87" y="149"/>
                  </a:lnTo>
                  <a:lnTo>
                    <a:pt x="85" y="149"/>
                  </a:lnTo>
                  <a:lnTo>
                    <a:pt x="83" y="149"/>
                  </a:lnTo>
                  <a:lnTo>
                    <a:pt x="80" y="151"/>
                  </a:lnTo>
                  <a:lnTo>
                    <a:pt x="76" y="149"/>
                  </a:lnTo>
                  <a:lnTo>
                    <a:pt x="68" y="153"/>
                  </a:lnTo>
                  <a:lnTo>
                    <a:pt x="66" y="156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1" y="158"/>
                  </a:lnTo>
                  <a:lnTo>
                    <a:pt x="61" y="160"/>
                  </a:lnTo>
                  <a:lnTo>
                    <a:pt x="61" y="160"/>
                  </a:lnTo>
                  <a:lnTo>
                    <a:pt x="61" y="163"/>
                  </a:lnTo>
                  <a:lnTo>
                    <a:pt x="66" y="168"/>
                  </a:lnTo>
                  <a:lnTo>
                    <a:pt x="66" y="168"/>
                  </a:lnTo>
                  <a:lnTo>
                    <a:pt x="66" y="170"/>
                  </a:lnTo>
                  <a:lnTo>
                    <a:pt x="66" y="170"/>
                  </a:lnTo>
                  <a:lnTo>
                    <a:pt x="66" y="170"/>
                  </a:lnTo>
                  <a:lnTo>
                    <a:pt x="66" y="170"/>
                  </a:lnTo>
                  <a:lnTo>
                    <a:pt x="73" y="179"/>
                  </a:lnTo>
                  <a:lnTo>
                    <a:pt x="76" y="182"/>
                  </a:lnTo>
                  <a:lnTo>
                    <a:pt x="80" y="187"/>
                  </a:lnTo>
                  <a:lnTo>
                    <a:pt x="85" y="189"/>
                  </a:lnTo>
                  <a:lnTo>
                    <a:pt x="90" y="189"/>
                  </a:lnTo>
                  <a:lnTo>
                    <a:pt x="99" y="189"/>
                  </a:lnTo>
                  <a:lnTo>
                    <a:pt x="104" y="191"/>
                  </a:lnTo>
                  <a:lnTo>
                    <a:pt x="106" y="189"/>
                  </a:lnTo>
                  <a:lnTo>
                    <a:pt x="109" y="189"/>
                  </a:lnTo>
                  <a:lnTo>
                    <a:pt x="111" y="189"/>
                  </a:lnTo>
                  <a:lnTo>
                    <a:pt x="125" y="187"/>
                  </a:lnTo>
                  <a:lnTo>
                    <a:pt x="128" y="184"/>
                  </a:lnTo>
                  <a:lnTo>
                    <a:pt x="132" y="182"/>
                  </a:lnTo>
                  <a:lnTo>
                    <a:pt x="135" y="182"/>
                  </a:lnTo>
                  <a:lnTo>
                    <a:pt x="135" y="182"/>
                  </a:lnTo>
                  <a:lnTo>
                    <a:pt x="137" y="179"/>
                  </a:lnTo>
                  <a:lnTo>
                    <a:pt x="137" y="179"/>
                  </a:lnTo>
                  <a:lnTo>
                    <a:pt x="139" y="179"/>
                  </a:lnTo>
                  <a:lnTo>
                    <a:pt x="142" y="179"/>
                  </a:lnTo>
                  <a:lnTo>
                    <a:pt x="144" y="179"/>
                  </a:lnTo>
                  <a:lnTo>
                    <a:pt x="144" y="179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7" y="177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51" y="175"/>
                  </a:lnTo>
                  <a:lnTo>
                    <a:pt x="154" y="172"/>
                  </a:lnTo>
                  <a:lnTo>
                    <a:pt x="156" y="170"/>
                  </a:lnTo>
                  <a:lnTo>
                    <a:pt x="156" y="170"/>
                  </a:lnTo>
                  <a:lnTo>
                    <a:pt x="154" y="168"/>
                  </a:lnTo>
                  <a:lnTo>
                    <a:pt x="154" y="168"/>
                  </a:lnTo>
                  <a:lnTo>
                    <a:pt x="156" y="165"/>
                  </a:lnTo>
                  <a:lnTo>
                    <a:pt x="156" y="165"/>
                  </a:lnTo>
                  <a:lnTo>
                    <a:pt x="156" y="165"/>
                  </a:lnTo>
                  <a:lnTo>
                    <a:pt x="163" y="165"/>
                  </a:lnTo>
                  <a:lnTo>
                    <a:pt x="163" y="165"/>
                  </a:lnTo>
                  <a:lnTo>
                    <a:pt x="163" y="165"/>
                  </a:lnTo>
                  <a:lnTo>
                    <a:pt x="161" y="163"/>
                  </a:lnTo>
                  <a:lnTo>
                    <a:pt x="161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5" y="160"/>
                  </a:lnTo>
                  <a:lnTo>
                    <a:pt x="168" y="163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70" y="165"/>
                  </a:lnTo>
                  <a:lnTo>
                    <a:pt x="170" y="163"/>
                  </a:lnTo>
                  <a:lnTo>
                    <a:pt x="173" y="163"/>
                  </a:lnTo>
                  <a:lnTo>
                    <a:pt x="173" y="163"/>
                  </a:lnTo>
                  <a:lnTo>
                    <a:pt x="173" y="156"/>
                  </a:lnTo>
                  <a:lnTo>
                    <a:pt x="177" y="137"/>
                  </a:lnTo>
                  <a:lnTo>
                    <a:pt x="180" y="118"/>
                  </a:lnTo>
                  <a:lnTo>
                    <a:pt x="182" y="101"/>
                  </a:lnTo>
                  <a:lnTo>
                    <a:pt x="182" y="101"/>
                  </a:lnTo>
                  <a:lnTo>
                    <a:pt x="180" y="101"/>
                  </a:lnTo>
                  <a:lnTo>
                    <a:pt x="180" y="101"/>
                  </a:lnTo>
                  <a:lnTo>
                    <a:pt x="177" y="101"/>
                  </a:lnTo>
                  <a:lnTo>
                    <a:pt x="173" y="101"/>
                  </a:lnTo>
                  <a:lnTo>
                    <a:pt x="173" y="101"/>
                  </a:lnTo>
                  <a:lnTo>
                    <a:pt x="173" y="101"/>
                  </a:lnTo>
                  <a:lnTo>
                    <a:pt x="173" y="99"/>
                  </a:lnTo>
                  <a:lnTo>
                    <a:pt x="173" y="99"/>
                  </a:lnTo>
                  <a:lnTo>
                    <a:pt x="170" y="99"/>
                  </a:lnTo>
                  <a:lnTo>
                    <a:pt x="163" y="99"/>
                  </a:lnTo>
                  <a:lnTo>
                    <a:pt x="158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1" y="97"/>
                  </a:lnTo>
                  <a:lnTo>
                    <a:pt x="154" y="97"/>
                  </a:lnTo>
                  <a:lnTo>
                    <a:pt x="154" y="97"/>
                  </a:lnTo>
                  <a:lnTo>
                    <a:pt x="154" y="97"/>
                  </a:lnTo>
                  <a:lnTo>
                    <a:pt x="154" y="94"/>
                  </a:lnTo>
                  <a:lnTo>
                    <a:pt x="151" y="94"/>
                  </a:lnTo>
                  <a:lnTo>
                    <a:pt x="151" y="94"/>
                  </a:lnTo>
                  <a:lnTo>
                    <a:pt x="151" y="92"/>
                  </a:lnTo>
                  <a:lnTo>
                    <a:pt x="151" y="92"/>
                  </a:lnTo>
                  <a:lnTo>
                    <a:pt x="151" y="92"/>
                  </a:lnTo>
                  <a:lnTo>
                    <a:pt x="151" y="89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4" y="85"/>
                  </a:lnTo>
                  <a:lnTo>
                    <a:pt x="154" y="85"/>
                  </a:lnTo>
                  <a:lnTo>
                    <a:pt x="154" y="82"/>
                  </a:lnTo>
                  <a:lnTo>
                    <a:pt x="154" y="82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78"/>
                  </a:lnTo>
                  <a:lnTo>
                    <a:pt x="154" y="78"/>
                  </a:lnTo>
                  <a:lnTo>
                    <a:pt x="154" y="75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44" y="71"/>
                  </a:lnTo>
                  <a:lnTo>
                    <a:pt x="144" y="71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39" y="71"/>
                  </a:lnTo>
                  <a:lnTo>
                    <a:pt x="139" y="71"/>
                  </a:lnTo>
                  <a:lnTo>
                    <a:pt x="139" y="71"/>
                  </a:lnTo>
                  <a:lnTo>
                    <a:pt x="137" y="73"/>
                  </a:lnTo>
                  <a:lnTo>
                    <a:pt x="137" y="73"/>
                  </a:lnTo>
                  <a:lnTo>
                    <a:pt x="137" y="71"/>
                  </a:lnTo>
                  <a:lnTo>
                    <a:pt x="137" y="71"/>
                  </a:lnTo>
                  <a:lnTo>
                    <a:pt x="139" y="71"/>
                  </a:lnTo>
                  <a:lnTo>
                    <a:pt x="137" y="68"/>
                  </a:lnTo>
                  <a:lnTo>
                    <a:pt x="137" y="68"/>
                  </a:lnTo>
                  <a:lnTo>
                    <a:pt x="142" y="66"/>
                  </a:lnTo>
                  <a:lnTo>
                    <a:pt x="149" y="66"/>
                  </a:lnTo>
                  <a:lnTo>
                    <a:pt x="149" y="63"/>
                  </a:lnTo>
                  <a:lnTo>
                    <a:pt x="149" y="63"/>
                  </a:lnTo>
                  <a:lnTo>
                    <a:pt x="149" y="61"/>
                  </a:lnTo>
                  <a:lnTo>
                    <a:pt x="147" y="61"/>
                  </a:lnTo>
                  <a:lnTo>
                    <a:pt x="142" y="5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2">
              <a:extLst>
                <a:ext uri="{FF2B5EF4-FFF2-40B4-BE49-F238E27FC236}">
                  <a16:creationId xmlns:a16="http://schemas.microsoft.com/office/drawing/2014/main" id="{07C96444-28D6-439B-B840-F291EAEC6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4832" y="1763808"/>
              <a:ext cx="39261" cy="25723"/>
            </a:xfrm>
            <a:custGeom>
              <a:avLst/>
              <a:gdLst>
                <a:gd name="T0" fmla="*/ 0 w 29"/>
                <a:gd name="T1" fmla="*/ 5 h 19"/>
                <a:gd name="T2" fmla="*/ 0 w 29"/>
                <a:gd name="T3" fmla="*/ 7 h 19"/>
                <a:gd name="T4" fmla="*/ 0 w 29"/>
                <a:gd name="T5" fmla="*/ 7 h 19"/>
                <a:gd name="T6" fmla="*/ 0 w 29"/>
                <a:gd name="T7" fmla="*/ 7 h 19"/>
                <a:gd name="T8" fmla="*/ 0 w 29"/>
                <a:gd name="T9" fmla="*/ 10 h 19"/>
                <a:gd name="T10" fmla="*/ 0 w 29"/>
                <a:gd name="T11" fmla="*/ 10 h 19"/>
                <a:gd name="T12" fmla="*/ 7 w 29"/>
                <a:gd name="T13" fmla="*/ 12 h 19"/>
                <a:gd name="T14" fmla="*/ 7 w 29"/>
                <a:gd name="T15" fmla="*/ 12 h 19"/>
                <a:gd name="T16" fmla="*/ 21 w 29"/>
                <a:gd name="T17" fmla="*/ 17 h 19"/>
                <a:gd name="T18" fmla="*/ 24 w 29"/>
                <a:gd name="T19" fmla="*/ 19 h 19"/>
                <a:gd name="T20" fmla="*/ 24 w 29"/>
                <a:gd name="T21" fmla="*/ 19 h 19"/>
                <a:gd name="T22" fmla="*/ 24 w 29"/>
                <a:gd name="T23" fmla="*/ 19 h 19"/>
                <a:gd name="T24" fmla="*/ 26 w 29"/>
                <a:gd name="T25" fmla="*/ 17 h 19"/>
                <a:gd name="T26" fmla="*/ 26 w 29"/>
                <a:gd name="T27" fmla="*/ 17 h 19"/>
                <a:gd name="T28" fmla="*/ 29 w 29"/>
                <a:gd name="T29" fmla="*/ 14 h 19"/>
                <a:gd name="T30" fmla="*/ 29 w 29"/>
                <a:gd name="T31" fmla="*/ 14 h 19"/>
                <a:gd name="T32" fmla="*/ 29 w 29"/>
                <a:gd name="T33" fmla="*/ 12 h 19"/>
                <a:gd name="T34" fmla="*/ 29 w 29"/>
                <a:gd name="T35" fmla="*/ 10 h 19"/>
                <a:gd name="T36" fmla="*/ 29 w 29"/>
                <a:gd name="T37" fmla="*/ 7 h 19"/>
                <a:gd name="T38" fmla="*/ 29 w 29"/>
                <a:gd name="T39" fmla="*/ 7 h 19"/>
                <a:gd name="T40" fmla="*/ 29 w 29"/>
                <a:gd name="T41" fmla="*/ 7 h 19"/>
                <a:gd name="T42" fmla="*/ 26 w 29"/>
                <a:gd name="T43" fmla="*/ 2 h 19"/>
                <a:gd name="T44" fmla="*/ 24 w 29"/>
                <a:gd name="T45" fmla="*/ 0 h 19"/>
                <a:gd name="T46" fmla="*/ 17 w 29"/>
                <a:gd name="T47" fmla="*/ 0 h 19"/>
                <a:gd name="T48" fmla="*/ 14 w 29"/>
                <a:gd name="T49" fmla="*/ 0 h 19"/>
                <a:gd name="T50" fmla="*/ 12 w 29"/>
                <a:gd name="T51" fmla="*/ 0 h 19"/>
                <a:gd name="T52" fmla="*/ 7 w 29"/>
                <a:gd name="T53" fmla="*/ 0 h 19"/>
                <a:gd name="T54" fmla="*/ 0 w 29"/>
                <a:gd name="T55" fmla="*/ 5 h 19"/>
                <a:gd name="T56" fmla="*/ 0 w 29"/>
                <a:gd name="T5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9" h="19">
                  <a:moveTo>
                    <a:pt x="0" y="5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21" y="17"/>
                  </a:lnTo>
                  <a:lnTo>
                    <a:pt x="24" y="19"/>
                  </a:lnTo>
                  <a:lnTo>
                    <a:pt x="24" y="19"/>
                  </a:lnTo>
                  <a:lnTo>
                    <a:pt x="24" y="19"/>
                  </a:lnTo>
                  <a:lnTo>
                    <a:pt x="26" y="17"/>
                  </a:lnTo>
                  <a:lnTo>
                    <a:pt x="26" y="17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7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403C305F-1051-4C4E-B2D8-A2220FE7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6254" y="1674457"/>
              <a:ext cx="262640" cy="169227"/>
            </a:xfrm>
            <a:custGeom>
              <a:avLst/>
              <a:gdLst>
                <a:gd name="T0" fmla="*/ 11 w 194"/>
                <a:gd name="T1" fmla="*/ 80 h 125"/>
                <a:gd name="T2" fmla="*/ 9 w 194"/>
                <a:gd name="T3" fmla="*/ 87 h 125"/>
                <a:gd name="T4" fmla="*/ 4 w 194"/>
                <a:gd name="T5" fmla="*/ 95 h 125"/>
                <a:gd name="T6" fmla="*/ 16 w 194"/>
                <a:gd name="T7" fmla="*/ 97 h 125"/>
                <a:gd name="T8" fmla="*/ 23 w 194"/>
                <a:gd name="T9" fmla="*/ 97 h 125"/>
                <a:gd name="T10" fmla="*/ 30 w 194"/>
                <a:gd name="T11" fmla="*/ 106 h 125"/>
                <a:gd name="T12" fmla="*/ 37 w 194"/>
                <a:gd name="T13" fmla="*/ 106 h 125"/>
                <a:gd name="T14" fmla="*/ 42 w 194"/>
                <a:gd name="T15" fmla="*/ 102 h 125"/>
                <a:gd name="T16" fmla="*/ 49 w 194"/>
                <a:gd name="T17" fmla="*/ 90 h 125"/>
                <a:gd name="T18" fmla="*/ 49 w 194"/>
                <a:gd name="T19" fmla="*/ 99 h 125"/>
                <a:gd name="T20" fmla="*/ 52 w 194"/>
                <a:gd name="T21" fmla="*/ 106 h 125"/>
                <a:gd name="T22" fmla="*/ 49 w 194"/>
                <a:gd name="T23" fmla="*/ 116 h 125"/>
                <a:gd name="T24" fmla="*/ 54 w 194"/>
                <a:gd name="T25" fmla="*/ 121 h 125"/>
                <a:gd name="T26" fmla="*/ 61 w 194"/>
                <a:gd name="T27" fmla="*/ 123 h 125"/>
                <a:gd name="T28" fmla="*/ 68 w 194"/>
                <a:gd name="T29" fmla="*/ 113 h 125"/>
                <a:gd name="T30" fmla="*/ 71 w 194"/>
                <a:gd name="T31" fmla="*/ 104 h 125"/>
                <a:gd name="T32" fmla="*/ 75 w 194"/>
                <a:gd name="T33" fmla="*/ 99 h 125"/>
                <a:gd name="T34" fmla="*/ 78 w 194"/>
                <a:gd name="T35" fmla="*/ 87 h 125"/>
                <a:gd name="T36" fmla="*/ 82 w 194"/>
                <a:gd name="T37" fmla="*/ 83 h 125"/>
                <a:gd name="T38" fmla="*/ 82 w 194"/>
                <a:gd name="T39" fmla="*/ 99 h 125"/>
                <a:gd name="T40" fmla="*/ 85 w 194"/>
                <a:gd name="T41" fmla="*/ 109 h 125"/>
                <a:gd name="T42" fmla="*/ 89 w 194"/>
                <a:gd name="T43" fmla="*/ 104 h 125"/>
                <a:gd name="T44" fmla="*/ 99 w 194"/>
                <a:gd name="T45" fmla="*/ 95 h 125"/>
                <a:gd name="T46" fmla="*/ 101 w 194"/>
                <a:gd name="T47" fmla="*/ 80 h 125"/>
                <a:gd name="T48" fmla="*/ 101 w 194"/>
                <a:gd name="T49" fmla="*/ 73 h 125"/>
                <a:gd name="T50" fmla="*/ 104 w 194"/>
                <a:gd name="T51" fmla="*/ 76 h 125"/>
                <a:gd name="T52" fmla="*/ 113 w 194"/>
                <a:gd name="T53" fmla="*/ 73 h 125"/>
                <a:gd name="T54" fmla="*/ 113 w 194"/>
                <a:gd name="T55" fmla="*/ 61 h 125"/>
                <a:gd name="T56" fmla="*/ 127 w 194"/>
                <a:gd name="T57" fmla="*/ 59 h 125"/>
                <a:gd name="T58" fmla="*/ 125 w 194"/>
                <a:gd name="T59" fmla="*/ 66 h 125"/>
                <a:gd name="T60" fmla="*/ 120 w 194"/>
                <a:gd name="T61" fmla="*/ 76 h 125"/>
                <a:gd name="T62" fmla="*/ 115 w 194"/>
                <a:gd name="T63" fmla="*/ 87 h 125"/>
                <a:gd name="T64" fmla="*/ 120 w 194"/>
                <a:gd name="T65" fmla="*/ 99 h 125"/>
                <a:gd name="T66" fmla="*/ 137 w 194"/>
                <a:gd name="T67" fmla="*/ 99 h 125"/>
                <a:gd name="T68" fmla="*/ 139 w 194"/>
                <a:gd name="T69" fmla="*/ 87 h 125"/>
                <a:gd name="T70" fmla="*/ 146 w 194"/>
                <a:gd name="T71" fmla="*/ 83 h 125"/>
                <a:gd name="T72" fmla="*/ 165 w 194"/>
                <a:gd name="T73" fmla="*/ 76 h 125"/>
                <a:gd name="T74" fmla="*/ 168 w 194"/>
                <a:gd name="T75" fmla="*/ 66 h 125"/>
                <a:gd name="T76" fmla="*/ 177 w 194"/>
                <a:gd name="T77" fmla="*/ 57 h 125"/>
                <a:gd name="T78" fmla="*/ 170 w 194"/>
                <a:gd name="T79" fmla="*/ 38 h 125"/>
                <a:gd name="T80" fmla="*/ 179 w 194"/>
                <a:gd name="T81" fmla="*/ 31 h 125"/>
                <a:gd name="T82" fmla="*/ 191 w 194"/>
                <a:gd name="T83" fmla="*/ 26 h 125"/>
                <a:gd name="T84" fmla="*/ 191 w 194"/>
                <a:gd name="T85" fmla="*/ 21 h 125"/>
                <a:gd name="T86" fmla="*/ 182 w 194"/>
                <a:gd name="T87" fmla="*/ 7 h 125"/>
                <a:gd name="T88" fmla="*/ 170 w 194"/>
                <a:gd name="T89" fmla="*/ 2 h 125"/>
                <a:gd name="T90" fmla="*/ 163 w 194"/>
                <a:gd name="T91" fmla="*/ 5 h 125"/>
                <a:gd name="T92" fmla="*/ 170 w 194"/>
                <a:gd name="T93" fmla="*/ 12 h 125"/>
                <a:gd name="T94" fmla="*/ 158 w 194"/>
                <a:gd name="T95" fmla="*/ 14 h 125"/>
                <a:gd name="T96" fmla="*/ 156 w 194"/>
                <a:gd name="T97" fmla="*/ 19 h 125"/>
                <a:gd name="T98" fmla="*/ 146 w 194"/>
                <a:gd name="T99" fmla="*/ 12 h 125"/>
                <a:gd name="T100" fmla="*/ 146 w 194"/>
                <a:gd name="T101" fmla="*/ 7 h 125"/>
                <a:gd name="T102" fmla="*/ 118 w 194"/>
                <a:gd name="T103" fmla="*/ 5 h 125"/>
                <a:gd name="T104" fmla="*/ 108 w 194"/>
                <a:gd name="T105" fmla="*/ 16 h 125"/>
                <a:gd name="T106" fmla="*/ 94 w 194"/>
                <a:gd name="T107" fmla="*/ 24 h 125"/>
                <a:gd name="T108" fmla="*/ 87 w 194"/>
                <a:gd name="T109" fmla="*/ 31 h 125"/>
                <a:gd name="T110" fmla="*/ 80 w 194"/>
                <a:gd name="T111" fmla="*/ 38 h 125"/>
                <a:gd name="T112" fmla="*/ 63 w 194"/>
                <a:gd name="T113" fmla="*/ 47 h 125"/>
                <a:gd name="T114" fmla="*/ 54 w 194"/>
                <a:gd name="T115" fmla="*/ 52 h 125"/>
                <a:gd name="T116" fmla="*/ 44 w 194"/>
                <a:gd name="T117" fmla="*/ 64 h 125"/>
                <a:gd name="T118" fmla="*/ 16 w 194"/>
                <a:gd name="T119" fmla="*/ 68 h 125"/>
                <a:gd name="T120" fmla="*/ 9 w 194"/>
                <a:gd name="T121" fmla="*/ 73 h 125"/>
                <a:gd name="T122" fmla="*/ 4 w 194"/>
                <a:gd name="T123" fmla="*/ 7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94" h="125">
                  <a:moveTo>
                    <a:pt x="2" y="83"/>
                  </a:moveTo>
                  <a:lnTo>
                    <a:pt x="4" y="83"/>
                  </a:lnTo>
                  <a:lnTo>
                    <a:pt x="4" y="80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7" y="78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14" y="83"/>
                  </a:lnTo>
                  <a:lnTo>
                    <a:pt x="14" y="83"/>
                  </a:lnTo>
                  <a:lnTo>
                    <a:pt x="9" y="83"/>
                  </a:lnTo>
                  <a:lnTo>
                    <a:pt x="7" y="83"/>
                  </a:lnTo>
                  <a:lnTo>
                    <a:pt x="11" y="83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7"/>
                  </a:lnTo>
                  <a:lnTo>
                    <a:pt x="9" y="87"/>
                  </a:lnTo>
                  <a:lnTo>
                    <a:pt x="9" y="90"/>
                  </a:lnTo>
                  <a:lnTo>
                    <a:pt x="7" y="90"/>
                  </a:lnTo>
                  <a:lnTo>
                    <a:pt x="4" y="90"/>
                  </a:lnTo>
                  <a:lnTo>
                    <a:pt x="4" y="90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4" y="95"/>
                  </a:lnTo>
                  <a:lnTo>
                    <a:pt x="4" y="95"/>
                  </a:lnTo>
                  <a:lnTo>
                    <a:pt x="2" y="95"/>
                  </a:lnTo>
                  <a:lnTo>
                    <a:pt x="4" y="97"/>
                  </a:lnTo>
                  <a:lnTo>
                    <a:pt x="7" y="99"/>
                  </a:lnTo>
                  <a:lnTo>
                    <a:pt x="9" y="99"/>
                  </a:lnTo>
                  <a:lnTo>
                    <a:pt x="14" y="97"/>
                  </a:lnTo>
                  <a:lnTo>
                    <a:pt x="14" y="99"/>
                  </a:lnTo>
                  <a:lnTo>
                    <a:pt x="16" y="99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92"/>
                  </a:lnTo>
                  <a:lnTo>
                    <a:pt x="18" y="95"/>
                  </a:lnTo>
                  <a:lnTo>
                    <a:pt x="18" y="95"/>
                  </a:lnTo>
                  <a:lnTo>
                    <a:pt x="23" y="95"/>
                  </a:lnTo>
                  <a:lnTo>
                    <a:pt x="23" y="97"/>
                  </a:lnTo>
                  <a:lnTo>
                    <a:pt x="26" y="99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0" y="102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28" y="106"/>
                  </a:lnTo>
                  <a:lnTo>
                    <a:pt x="28" y="106"/>
                  </a:lnTo>
                  <a:lnTo>
                    <a:pt x="28" y="106"/>
                  </a:lnTo>
                  <a:lnTo>
                    <a:pt x="30" y="106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5" y="104"/>
                  </a:lnTo>
                  <a:lnTo>
                    <a:pt x="37" y="104"/>
                  </a:lnTo>
                  <a:lnTo>
                    <a:pt x="40" y="104"/>
                  </a:lnTo>
                  <a:lnTo>
                    <a:pt x="40" y="106"/>
                  </a:lnTo>
                  <a:lnTo>
                    <a:pt x="40" y="106"/>
                  </a:lnTo>
                  <a:lnTo>
                    <a:pt x="37" y="106"/>
                  </a:lnTo>
                  <a:lnTo>
                    <a:pt x="37" y="109"/>
                  </a:lnTo>
                  <a:lnTo>
                    <a:pt x="37" y="109"/>
                  </a:lnTo>
                  <a:lnTo>
                    <a:pt x="40" y="109"/>
                  </a:lnTo>
                  <a:lnTo>
                    <a:pt x="40" y="109"/>
                  </a:lnTo>
                  <a:lnTo>
                    <a:pt x="40" y="106"/>
                  </a:lnTo>
                  <a:lnTo>
                    <a:pt x="40" y="106"/>
                  </a:lnTo>
                  <a:lnTo>
                    <a:pt x="40" y="106"/>
                  </a:lnTo>
                  <a:lnTo>
                    <a:pt x="40" y="104"/>
                  </a:lnTo>
                  <a:lnTo>
                    <a:pt x="42" y="104"/>
                  </a:lnTo>
                  <a:lnTo>
                    <a:pt x="42" y="102"/>
                  </a:lnTo>
                  <a:lnTo>
                    <a:pt x="42" y="102"/>
                  </a:lnTo>
                  <a:lnTo>
                    <a:pt x="42" y="99"/>
                  </a:lnTo>
                  <a:lnTo>
                    <a:pt x="42" y="97"/>
                  </a:lnTo>
                  <a:lnTo>
                    <a:pt x="42" y="97"/>
                  </a:lnTo>
                  <a:lnTo>
                    <a:pt x="42" y="97"/>
                  </a:lnTo>
                  <a:lnTo>
                    <a:pt x="42" y="97"/>
                  </a:lnTo>
                  <a:lnTo>
                    <a:pt x="44" y="92"/>
                  </a:lnTo>
                  <a:lnTo>
                    <a:pt x="44" y="90"/>
                  </a:lnTo>
                  <a:lnTo>
                    <a:pt x="47" y="90"/>
                  </a:lnTo>
                  <a:lnTo>
                    <a:pt x="49" y="90"/>
                  </a:lnTo>
                  <a:lnTo>
                    <a:pt x="49" y="87"/>
                  </a:lnTo>
                  <a:lnTo>
                    <a:pt x="49" y="90"/>
                  </a:lnTo>
                  <a:lnTo>
                    <a:pt x="49" y="92"/>
                  </a:lnTo>
                  <a:lnTo>
                    <a:pt x="52" y="92"/>
                  </a:lnTo>
                  <a:lnTo>
                    <a:pt x="52" y="95"/>
                  </a:lnTo>
                  <a:lnTo>
                    <a:pt x="52" y="95"/>
                  </a:lnTo>
                  <a:lnTo>
                    <a:pt x="49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49" y="99"/>
                  </a:lnTo>
                  <a:lnTo>
                    <a:pt x="49" y="97"/>
                  </a:lnTo>
                  <a:lnTo>
                    <a:pt x="52" y="99"/>
                  </a:lnTo>
                  <a:lnTo>
                    <a:pt x="49" y="99"/>
                  </a:lnTo>
                  <a:lnTo>
                    <a:pt x="47" y="102"/>
                  </a:lnTo>
                  <a:lnTo>
                    <a:pt x="47" y="104"/>
                  </a:lnTo>
                  <a:lnTo>
                    <a:pt x="47" y="106"/>
                  </a:lnTo>
                  <a:lnTo>
                    <a:pt x="47" y="106"/>
                  </a:lnTo>
                  <a:lnTo>
                    <a:pt x="49" y="109"/>
                  </a:lnTo>
                  <a:lnTo>
                    <a:pt x="49" y="109"/>
                  </a:lnTo>
                  <a:lnTo>
                    <a:pt x="49" y="106"/>
                  </a:lnTo>
                  <a:lnTo>
                    <a:pt x="49" y="106"/>
                  </a:lnTo>
                  <a:lnTo>
                    <a:pt x="49" y="106"/>
                  </a:lnTo>
                  <a:lnTo>
                    <a:pt x="52" y="106"/>
                  </a:lnTo>
                  <a:lnTo>
                    <a:pt x="52" y="106"/>
                  </a:lnTo>
                  <a:lnTo>
                    <a:pt x="52" y="109"/>
                  </a:lnTo>
                  <a:lnTo>
                    <a:pt x="52" y="109"/>
                  </a:lnTo>
                  <a:lnTo>
                    <a:pt x="52" y="109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2" y="111"/>
                  </a:lnTo>
                  <a:lnTo>
                    <a:pt x="49" y="113"/>
                  </a:lnTo>
                  <a:lnTo>
                    <a:pt x="49" y="113"/>
                  </a:lnTo>
                  <a:lnTo>
                    <a:pt x="49" y="113"/>
                  </a:lnTo>
                  <a:lnTo>
                    <a:pt x="49" y="116"/>
                  </a:lnTo>
                  <a:lnTo>
                    <a:pt x="49" y="116"/>
                  </a:lnTo>
                  <a:lnTo>
                    <a:pt x="49" y="116"/>
                  </a:lnTo>
                  <a:lnTo>
                    <a:pt x="47" y="118"/>
                  </a:lnTo>
                  <a:lnTo>
                    <a:pt x="47" y="121"/>
                  </a:lnTo>
                  <a:lnTo>
                    <a:pt x="47" y="123"/>
                  </a:lnTo>
                  <a:lnTo>
                    <a:pt x="47" y="123"/>
                  </a:lnTo>
                  <a:lnTo>
                    <a:pt x="47" y="125"/>
                  </a:lnTo>
                  <a:lnTo>
                    <a:pt x="49" y="125"/>
                  </a:lnTo>
                  <a:lnTo>
                    <a:pt x="49" y="123"/>
                  </a:lnTo>
                  <a:lnTo>
                    <a:pt x="52" y="123"/>
                  </a:lnTo>
                  <a:lnTo>
                    <a:pt x="52" y="123"/>
                  </a:lnTo>
                  <a:lnTo>
                    <a:pt x="54" y="121"/>
                  </a:lnTo>
                  <a:lnTo>
                    <a:pt x="54" y="118"/>
                  </a:lnTo>
                  <a:lnTo>
                    <a:pt x="54" y="118"/>
                  </a:lnTo>
                  <a:lnTo>
                    <a:pt x="56" y="118"/>
                  </a:lnTo>
                  <a:lnTo>
                    <a:pt x="56" y="118"/>
                  </a:lnTo>
                  <a:lnTo>
                    <a:pt x="56" y="118"/>
                  </a:lnTo>
                  <a:lnTo>
                    <a:pt x="56" y="121"/>
                  </a:lnTo>
                  <a:lnTo>
                    <a:pt x="56" y="121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61" y="123"/>
                  </a:lnTo>
                  <a:lnTo>
                    <a:pt x="63" y="123"/>
                  </a:lnTo>
                  <a:lnTo>
                    <a:pt x="63" y="121"/>
                  </a:lnTo>
                  <a:lnTo>
                    <a:pt x="66" y="121"/>
                  </a:lnTo>
                  <a:lnTo>
                    <a:pt x="66" y="118"/>
                  </a:lnTo>
                  <a:lnTo>
                    <a:pt x="66" y="118"/>
                  </a:lnTo>
                  <a:lnTo>
                    <a:pt x="68" y="121"/>
                  </a:lnTo>
                  <a:lnTo>
                    <a:pt x="68" y="121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6" y="118"/>
                  </a:lnTo>
                  <a:lnTo>
                    <a:pt x="68" y="113"/>
                  </a:lnTo>
                  <a:lnTo>
                    <a:pt x="68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73" y="116"/>
                  </a:lnTo>
                  <a:lnTo>
                    <a:pt x="73" y="113"/>
                  </a:lnTo>
                  <a:lnTo>
                    <a:pt x="73" y="111"/>
                  </a:lnTo>
                  <a:lnTo>
                    <a:pt x="73" y="109"/>
                  </a:lnTo>
                  <a:lnTo>
                    <a:pt x="71" y="104"/>
                  </a:lnTo>
                  <a:lnTo>
                    <a:pt x="71" y="104"/>
                  </a:lnTo>
                  <a:lnTo>
                    <a:pt x="68" y="104"/>
                  </a:lnTo>
                  <a:lnTo>
                    <a:pt x="68" y="102"/>
                  </a:lnTo>
                  <a:lnTo>
                    <a:pt x="73" y="104"/>
                  </a:lnTo>
                  <a:lnTo>
                    <a:pt x="75" y="104"/>
                  </a:lnTo>
                  <a:lnTo>
                    <a:pt x="75" y="102"/>
                  </a:lnTo>
                  <a:lnTo>
                    <a:pt x="73" y="102"/>
                  </a:lnTo>
                  <a:lnTo>
                    <a:pt x="73" y="102"/>
                  </a:lnTo>
                  <a:lnTo>
                    <a:pt x="73" y="99"/>
                  </a:lnTo>
                  <a:lnTo>
                    <a:pt x="73" y="99"/>
                  </a:lnTo>
                  <a:lnTo>
                    <a:pt x="75" y="99"/>
                  </a:lnTo>
                  <a:lnTo>
                    <a:pt x="75" y="99"/>
                  </a:lnTo>
                  <a:lnTo>
                    <a:pt x="75" y="99"/>
                  </a:lnTo>
                  <a:lnTo>
                    <a:pt x="75" y="99"/>
                  </a:lnTo>
                  <a:lnTo>
                    <a:pt x="75" y="97"/>
                  </a:lnTo>
                  <a:lnTo>
                    <a:pt x="75" y="97"/>
                  </a:lnTo>
                  <a:lnTo>
                    <a:pt x="75" y="97"/>
                  </a:lnTo>
                  <a:lnTo>
                    <a:pt x="75" y="97"/>
                  </a:lnTo>
                  <a:lnTo>
                    <a:pt x="75" y="92"/>
                  </a:lnTo>
                  <a:lnTo>
                    <a:pt x="75" y="90"/>
                  </a:lnTo>
                  <a:lnTo>
                    <a:pt x="78" y="90"/>
                  </a:lnTo>
                  <a:lnTo>
                    <a:pt x="78" y="90"/>
                  </a:lnTo>
                  <a:lnTo>
                    <a:pt x="78" y="87"/>
                  </a:lnTo>
                  <a:lnTo>
                    <a:pt x="78" y="87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80" y="87"/>
                  </a:lnTo>
                  <a:lnTo>
                    <a:pt x="82" y="85"/>
                  </a:lnTo>
                  <a:lnTo>
                    <a:pt x="82" y="85"/>
                  </a:lnTo>
                  <a:lnTo>
                    <a:pt x="82" y="85"/>
                  </a:lnTo>
                  <a:lnTo>
                    <a:pt x="82" y="83"/>
                  </a:lnTo>
                  <a:lnTo>
                    <a:pt x="82" y="83"/>
                  </a:lnTo>
                  <a:lnTo>
                    <a:pt x="82" y="83"/>
                  </a:lnTo>
                  <a:lnTo>
                    <a:pt x="82" y="85"/>
                  </a:lnTo>
                  <a:lnTo>
                    <a:pt x="80" y="90"/>
                  </a:lnTo>
                  <a:lnTo>
                    <a:pt x="80" y="92"/>
                  </a:lnTo>
                  <a:lnTo>
                    <a:pt x="80" y="92"/>
                  </a:lnTo>
                  <a:lnTo>
                    <a:pt x="82" y="95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80" y="102"/>
                  </a:lnTo>
                  <a:lnTo>
                    <a:pt x="80" y="104"/>
                  </a:lnTo>
                  <a:lnTo>
                    <a:pt x="80" y="106"/>
                  </a:lnTo>
                  <a:lnTo>
                    <a:pt x="80" y="106"/>
                  </a:lnTo>
                  <a:lnTo>
                    <a:pt x="82" y="106"/>
                  </a:lnTo>
                  <a:lnTo>
                    <a:pt x="82" y="106"/>
                  </a:lnTo>
                  <a:lnTo>
                    <a:pt x="82" y="106"/>
                  </a:lnTo>
                  <a:lnTo>
                    <a:pt x="82" y="109"/>
                  </a:lnTo>
                  <a:lnTo>
                    <a:pt x="82" y="109"/>
                  </a:lnTo>
                  <a:lnTo>
                    <a:pt x="85" y="109"/>
                  </a:lnTo>
                  <a:lnTo>
                    <a:pt x="85" y="109"/>
                  </a:lnTo>
                  <a:lnTo>
                    <a:pt x="85" y="109"/>
                  </a:lnTo>
                  <a:lnTo>
                    <a:pt x="85" y="109"/>
                  </a:lnTo>
                  <a:lnTo>
                    <a:pt x="85" y="106"/>
                  </a:lnTo>
                  <a:lnTo>
                    <a:pt x="85" y="106"/>
                  </a:lnTo>
                  <a:lnTo>
                    <a:pt x="85" y="106"/>
                  </a:lnTo>
                  <a:lnTo>
                    <a:pt x="87" y="106"/>
                  </a:lnTo>
                  <a:lnTo>
                    <a:pt x="87" y="106"/>
                  </a:lnTo>
                  <a:lnTo>
                    <a:pt x="87" y="106"/>
                  </a:lnTo>
                  <a:lnTo>
                    <a:pt x="87" y="104"/>
                  </a:lnTo>
                  <a:lnTo>
                    <a:pt x="87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92" y="102"/>
                  </a:lnTo>
                  <a:lnTo>
                    <a:pt x="89" y="102"/>
                  </a:lnTo>
                  <a:lnTo>
                    <a:pt x="89" y="99"/>
                  </a:lnTo>
                  <a:lnTo>
                    <a:pt x="92" y="97"/>
                  </a:lnTo>
                  <a:lnTo>
                    <a:pt x="92" y="97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7" y="95"/>
                  </a:lnTo>
                  <a:lnTo>
                    <a:pt x="99" y="95"/>
                  </a:lnTo>
                  <a:lnTo>
                    <a:pt x="99" y="92"/>
                  </a:lnTo>
                  <a:lnTo>
                    <a:pt x="101" y="92"/>
                  </a:lnTo>
                  <a:lnTo>
                    <a:pt x="101" y="92"/>
                  </a:lnTo>
                  <a:lnTo>
                    <a:pt x="101" y="90"/>
                  </a:lnTo>
                  <a:lnTo>
                    <a:pt x="101" y="90"/>
                  </a:lnTo>
                  <a:lnTo>
                    <a:pt x="101" y="87"/>
                  </a:lnTo>
                  <a:lnTo>
                    <a:pt x="101" y="87"/>
                  </a:lnTo>
                  <a:lnTo>
                    <a:pt x="104" y="87"/>
                  </a:lnTo>
                  <a:lnTo>
                    <a:pt x="104" y="83"/>
                  </a:lnTo>
                  <a:lnTo>
                    <a:pt x="104" y="80"/>
                  </a:lnTo>
                  <a:lnTo>
                    <a:pt x="101" y="80"/>
                  </a:lnTo>
                  <a:lnTo>
                    <a:pt x="101" y="80"/>
                  </a:lnTo>
                  <a:lnTo>
                    <a:pt x="101" y="80"/>
                  </a:lnTo>
                  <a:lnTo>
                    <a:pt x="99" y="80"/>
                  </a:lnTo>
                  <a:lnTo>
                    <a:pt x="99" y="80"/>
                  </a:lnTo>
                  <a:lnTo>
                    <a:pt x="101" y="78"/>
                  </a:lnTo>
                  <a:lnTo>
                    <a:pt x="101" y="78"/>
                  </a:lnTo>
                  <a:lnTo>
                    <a:pt x="101" y="78"/>
                  </a:lnTo>
                  <a:lnTo>
                    <a:pt x="99" y="76"/>
                  </a:lnTo>
                  <a:lnTo>
                    <a:pt x="97" y="76"/>
                  </a:lnTo>
                  <a:lnTo>
                    <a:pt x="99" y="73"/>
                  </a:lnTo>
                  <a:lnTo>
                    <a:pt x="101" y="73"/>
                  </a:lnTo>
                  <a:lnTo>
                    <a:pt x="101" y="73"/>
                  </a:lnTo>
                  <a:lnTo>
                    <a:pt x="104" y="73"/>
                  </a:lnTo>
                  <a:lnTo>
                    <a:pt x="101" y="73"/>
                  </a:lnTo>
                  <a:lnTo>
                    <a:pt x="101" y="73"/>
                  </a:lnTo>
                  <a:lnTo>
                    <a:pt x="101" y="71"/>
                  </a:lnTo>
                  <a:lnTo>
                    <a:pt x="104" y="71"/>
                  </a:lnTo>
                  <a:lnTo>
                    <a:pt x="104" y="71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4" y="76"/>
                  </a:lnTo>
                  <a:lnTo>
                    <a:pt x="104" y="76"/>
                  </a:lnTo>
                  <a:lnTo>
                    <a:pt x="108" y="78"/>
                  </a:lnTo>
                  <a:lnTo>
                    <a:pt x="108" y="78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3"/>
                  </a:lnTo>
                  <a:lnTo>
                    <a:pt x="111" y="73"/>
                  </a:lnTo>
                  <a:lnTo>
                    <a:pt x="113" y="76"/>
                  </a:lnTo>
                  <a:lnTo>
                    <a:pt x="113" y="76"/>
                  </a:lnTo>
                  <a:lnTo>
                    <a:pt x="113" y="73"/>
                  </a:lnTo>
                  <a:lnTo>
                    <a:pt x="113" y="71"/>
                  </a:lnTo>
                  <a:lnTo>
                    <a:pt x="115" y="66"/>
                  </a:lnTo>
                  <a:lnTo>
                    <a:pt x="115" y="66"/>
                  </a:lnTo>
                  <a:lnTo>
                    <a:pt x="113" y="64"/>
                  </a:lnTo>
                  <a:lnTo>
                    <a:pt x="113" y="64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59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8" y="59"/>
                  </a:lnTo>
                  <a:lnTo>
                    <a:pt x="118" y="57"/>
                  </a:lnTo>
                  <a:lnTo>
                    <a:pt x="118" y="57"/>
                  </a:lnTo>
                  <a:lnTo>
                    <a:pt x="118" y="57"/>
                  </a:lnTo>
                  <a:lnTo>
                    <a:pt x="125" y="59"/>
                  </a:lnTo>
                  <a:lnTo>
                    <a:pt x="125" y="59"/>
                  </a:lnTo>
                  <a:lnTo>
                    <a:pt x="127" y="59"/>
                  </a:lnTo>
                  <a:lnTo>
                    <a:pt x="127" y="57"/>
                  </a:lnTo>
                  <a:lnTo>
                    <a:pt x="130" y="57"/>
                  </a:lnTo>
                  <a:lnTo>
                    <a:pt x="130" y="54"/>
                  </a:lnTo>
                  <a:lnTo>
                    <a:pt x="132" y="54"/>
                  </a:lnTo>
                  <a:lnTo>
                    <a:pt x="132" y="57"/>
                  </a:lnTo>
                  <a:lnTo>
                    <a:pt x="132" y="59"/>
                  </a:lnTo>
                  <a:lnTo>
                    <a:pt x="130" y="61"/>
                  </a:lnTo>
                  <a:lnTo>
                    <a:pt x="127" y="64"/>
                  </a:lnTo>
                  <a:lnTo>
                    <a:pt x="125" y="64"/>
                  </a:lnTo>
                  <a:lnTo>
                    <a:pt x="125" y="66"/>
                  </a:lnTo>
                  <a:lnTo>
                    <a:pt x="125" y="66"/>
                  </a:lnTo>
                  <a:lnTo>
                    <a:pt x="125" y="66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3" y="71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3" y="76"/>
                  </a:lnTo>
                  <a:lnTo>
                    <a:pt x="123" y="76"/>
                  </a:lnTo>
                  <a:lnTo>
                    <a:pt x="123" y="76"/>
                  </a:lnTo>
                  <a:lnTo>
                    <a:pt x="120" y="76"/>
                  </a:lnTo>
                  <a:lnTo>
                    <a:pt x="120" y="78"/>
                  </a:lnTo>
                  <a:lnTo>
                    <a:pt x="120" y="78"/>
                  </a:lnTo>
                  <a:lnTo>
                    <a:pt x="118" y="80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5" y="85"/>
                  </a:lnTo>
                  <a:lnTo>
                    <a:pt x="115" y="85"/>
                  </a:lnTo>
                  <a:lnTo>
                    <a:pt x="115" y="87"/>
                  </a:lnTo>
                  <a:lnTo>
                    <a:pt x="115" y="87"/>
                  </a:lnTo>
                  <a:lnTo>
                    <a:pt x="115" y="87"/>
                  </a:lnTo>
                  <a:lnTo>
                    <a:pt x="115" y="87"/>
                  </a:lnTo>
                  <a:lnTo>
                    <a:pt x="115" y="90"/>
                  </a:lnTo>
                  <a:lnTo>
                    <a:pt x="118" y="95"/>
                  </a:lnTo>
                  <a:lnTo>
                    <a:pt x="118" y="95"/>
                  </a:lnTo>
                  <a:lnTo>
                    <a:pt x="118" y="97"/>
                  </a:lnTo>
                  <a:lnTo>
                    <a:pt x="118" y="97"/>
                  </a:lnTo>
                  <a:lnTo>
                    <a:pt x="120" y="97"/>
                  </a:lnTo>
                  <a:lnTo>
                    <a:pt x="120" y="97"/>
                  </a:lnTo>
                  <a:lnTo>
                    <a:pt x="120" y="99"/>
                  </a:lnTo>
                  <a:lnTo>
                    <a:pt x="120" y="99"/>
                  </a:lnTo>
                  <a:lnTo>
                    <a:pt x="120" y="102"/>
                  </a:lnTo>
                  <a:lnTo>
                    <a:pt x="125" y="104"/>
                  </a:lnTo>
                  <a:lnTo>
                    <a:pt x="127" y="104"/>
                  </a:lnTo>
                  <a:lnTo>
                    <a:pt x="127" y="104"/>
                  </a:lnTo>
                  <a:lnTo>
                    <a:pt x="132" y="104"/>
                  </a:lnTo>
                  <a:lnTo>
                    <a:pt x="134" y="99"/>
                  </a:lnTo>
                  <a:lnTo>
                    <a:pt x="134" y="99"/>
                  </a:lnTo>
                  <a:lnTo>
                    <a:pt x="134" y="99"/>
                  </a:lnTo>
                  <a:lnTo>
                    <a:pt x="137" y="99"/>
                  </a:lnTo>
                  <a:lnTo>
                    <a:pt x="137" y="99"/>
                  </a:lnTo>
                  <a:lnTo>
                    <a:pt x="137" y="99"/>
                  </a:lnTo>
                  <a:lnTo>
                    <a:pt x="137" y="99"/>
                  </a:lnTo>
                  <a:lnTo>
                    <a:pt x="137" y="97"/>
                  </a:lnTo>
                  <a:lnTo>
                    <a:pt x="137" y="97"/>
                  </a:lnTo>
                  <a:lnTo>
                    <a:pt x="137" y="95"/>
                  </a:lnTo>
                  <a:lnTo>
                    <a:pt x="137" y="95"/>
                  </a:lnTo>
                  <a:lnTo>
                    <a:pt x="137" y="92"/>
                  </a:lnTo>
                  <a:lnTo>
                    <a:pt x="137" y="92"/>
                  </a:lnTo>
                  <a:lnTo>
                    <a:pt x="139" y="90"/>
                  </a:lnTo>
                  <a:lnTo>
                    <a:pt x="139" y="90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5"/>
                  </a:lnTo>
                  <a:lnTo>
                    <a:pt x="139" y="85"/>
                  </a:lnTo>
                  <a:lnTo>
                    <a:pt x="139" y="83"/>
                  </a:lnTo>
                  <a:lnTo>
                    <a:pt x="141" y="83"/>
                  </a:lnTo>
                  <a:lnTo>
                    <a:pt x="141" y="83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6" y="83"/>
                  </a:lnTo>
                  <a:lnTo>
                    <a:pt x="146" y="80"/>
                  </a:lnTo>
                  <a:lnTo>
                    <a:pt x="146" y="80"/>
                  </a:lnTo>
                  <a:lnTo>
                    <a:pt x="151" y="83"/>
                  </a:lnTo>
                  <a:lnTo>
                    <a:pt x="151" y="83"/>
                  </a:lnTo>
                  <a:lnTo>
                    <a:pt x="153" y="83"/>
                  </a:lnTo>
                  <a:lnTo>
                    <a:pt x="156" y="83"/>
                  </a:lnTo>
                  <a:lnTo>
                    <a:pt x="163" y="80"/>
                  </a:lnTo>
                  <a:lnTo>
                    <a:pt x="163" y="78"/>
                  </a:lnTo>
                  <a:lnTo>
                    <a:pt x="165" y="78"/>
                  </a:lnTo>
                  <a:lnTo>
                    <a:pt x="165" y="78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8" y="76"/>
                  </a:lnTo>
                  <a:lnTo>
                    <a:pt x="168" y="76"/>
                  </a:lnTo>
                  <a:lnTo>
                    <a:pt x="168" y="73"/>
                  </a:lnTo>
                  <a:lnTo>
                    <a:pt x="168" y="71"/>
                  </a:lnTo>
                  <a:lnTo>
                    <a:pt x="168" y="68"/>
                  </a:lnTo>
                  <a:lnTo>
                    <a:pt x="168" y="68"/>
                  </a:lnTo>
                  <a:lnTo>
                    <a:pt x="168" y="66"/>
                  </a:lnTo>
                  <a:lnTo>
                    <a:pt x="168" y="66"/>
                  </a:lnTo>
                  <a:lnTo>
                    <a:pt x="168" y="64"/>
                  </a:lnTo>
                  <a:lnTo>
                    <a:pt x="165" y="61"/>
                  </a:lnTo>
                  <a:lnTo>
                    <a:pt x="165" y="59"/>
                  </a:lnTo>
                  <a:lnTo>
                    <a:pt x="163" y="57"/>
                  </a:lnTo>
                  <a:lnTo>
                    <a:pt x="163" y="54"/>
                  </a:lnTo>
                  <a:lnTo>
                    <a:pt x="163" y="52"/>
                  </a:lnTo>
                  <a:lnTo>
                    <a:pt x="165" y="52"/>
                  </a:lnTo>
                  <a:lnTo>
                    <a:pt x="165" y="52"/>
                  </a:lnTo>
                  <a:lnTo>
                    <a:pt x="170" y="57"/>
                  </a:lnTo>
                  <a:lnTo>
                    <a:pt x="172" y="59"/>
                  </a:lnTo>
                  <a:lnTo>
                    <a:pt x="177" y="57"/>
                  </a:lnTo>
                  <a:lnTo>
                    <a:pt x="177" y="54"/>
                  </a:lnTo>
                  <a:lnTo>
                    <a:pt x="177" y="54"/>
                  </a:lnTo>
                  <a:lnTo>
                    <a:pt x="177" y="52"/>
                  </a:lnTo>
                  <a:lnTo>
                    <a:pt x="175" y="52"/>
                  </a:lnTo>
                  <a:lnTo>
                    <a:pt x="170" y="45"/>
                  </a:lnTo>
                  <a:lnTo>
                    <a:pt x="170" y="42"/>
                  </a:lnTo>
                  <a:lnTo>
                    <a:pt x="170" y="40"/>
                  </a:lnTo>
                  <a:lnTo>
                    <a:pt x="170" y="40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68" y="35"/>
                  </a:lnTo>
                  <a:lnTo>
                    <a:pt x="168" y="35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3"/>
                  </a:lnTo>
                  <a:lnTo>
                    <a:pt x="172" y="33"/>
                  </a:lnTo>
                  <a:lnTo>
                    <a:pt x="172" y="33"/>
                  </a:lnTo>
                  <a:lnTo>
                    <a:pt x="172" y="31"/>
                  </a:lnTo>
                  <a:lnTo>
                    <a:pt x="172" y="31"/>
                  </a:lnTo>
                  <a:lnTo>
                    <a:pt x="179" y="31"/>
                  </a:lnTo>
                  <a:lnTo>
                    <a:pt x="179" y="31"/>
                  </a:lnTo>
                  <a:lnTo>
                    <a:pt x="182" y="31"/>
                  </a:lnTo>
                  <a:lnTo>
                    <a:pt x="182" y="31"/>
                  </a:lnTo>
                  <a:lnTo>
                    <a:pt x="184" y="28"/>
                  </a:lnTo>
                  <a:lnTo>
                    <a:pt x="184" y="28"/>
                  </a:lnTo>
                  <a:lnTo>
                    <a:pt x="186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6"/>
                  </a:lnTo>
                  <a:lnTo>
                    <a:pt x="189" y="26"/>
                  </a:lnTo>
                  <a:lnTo>
                    <a:pt x="191" y="26"/>
                  </a:lnTo>
                  <a:lnTo>
                    <a:pt x="191" y="26"/>
                  </a:lnTo>
                  <a:lnTo>
                    <a:pt x="191" y="26"/>
                  </a:lnTo>
                  <a:lnTo>
                    <a:pt x="194" y="26"/>
                  </a:lnTo>
                  <a:lnTo>
                    <a:pt x="194" y="26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1"/>
                  </a:lnTo>
                  <a:lnTo>
                    <a:pt x="191" y="21"/>
                  </a:lnTo>
                  <a:lnTo>
                    <a:pt x="191" y="19"/>
                  </a:lnTo>
                  <a:lnTo>
                    <a:pt x="189" y="19"/>
                  </a:lnTo>
                  <a:lnTo>
                    <a:pt x="189" y="14"/>
                  </a:lnTo>
                  <a:lnTo>
                    <a:pt x="186" y="14"/>
                  </a:lnTo>
                  <a:lnTo>
                    <a:pt x="186" y="14"/>
                  </a:lnTo>
                  <a:lnTo>
                    <a:pt x="186" y="12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4" y="7"/>
                  </a:lnTo>
                  <a:lnTo>
                    <a:pt x="182" y="7"/>
                  </a:lnTo>
                  <a:lnTo>
                    <a:pt x="182" y="5"/>
                  </a:lnTo>
                  <a:lnTo>
                    <a:pt x="182" y="5"/>
                  </a:lnTo>
                  <a:lnTo>
                    <a:pt x="179" y="2"/>
                  </a:lnTo>
                  <a:lnTo>
                    <a:pt x="179" y="2"/>
                  </a:lnTo>
                  <a:lnTo>
                    <a:pt x="179" y="2"/>
                  </a:lnTo>
                  <a:lnTo>
                    <a:pt x="177" y="0"/>
                  </a:lnTo>
                  <a:lnTo>
                    <a:pt x="179" y="0"/>
                  </a:lnTo>
                  <a:lnTo>
                    <a:pt x="179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0" y="2"/>
                  </a:lnTo>
                  <a:lnTo>
                    <a:pt x="170" y="2"/>
                  </a:lnTo>
                  <a:lnTo>
                    <a:pt x="168" y="5"/>
                  </a:lnTo>
                  <a:lnTo>
                    <a:pt x="165" y="5"/>
                  </a:lnTo>
                  <a:lnTo>
                    <a:pt x="165" y="5"/>
                  </a:lnTo>
                  <a:lnTo>
                    <a:pt x="165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0" y="5"/>
                  </a:lnTo>
                  <a:lnTo>
                    <a:pt x="163" y="7"/>
                  </a:lnTo>
                  <a:lnTo>
                    <a:pt x="163" y="9"/>
                  </a:lnTo>
                  <a:lnTo>
                    <a:pt x="163" y="12"/>
                  </a:lnTo>
                  <a:lnTo>
                    <a:pt x="163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70" y="12"/>
                  </a:lnTo>
                  <a:lnTo>
                    <a:pt x="170" y="14"/>
                  </a:lnTo>
                  <a:lnTo>
                    <a:pt x="168" y="14"/>
                  </a:lnTo>
                  <a:lnTo>
                    <a:pt x="165" y="16"/>
                  </a:lnTo>
                  <a:lnTo>
                    <a:pt x="165" y="16"/>
                  </a:lnTo>
                  <a:lnTo>
                    <a:pt x="165" y="16"/>
                  </a:lnTo>
                  <a:lnTo>
                    <a:pt x="165" y="19"/>
                  </a:lnTo>
                  <a:lnTo>
                    <a:pt x="165" y="19"/>
                  </a:lnTo>
                  <a:lnTo>
                    <a:pt x="163" y="19"/>
                  </a:lnTo>
                  <a:lnTo>
                    <a:pt x="160" y="14"/>
                  </a:lnTo>
                  <a:lnTo>
                    <a:pt x="158" y="12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60" y="14"/>
                  </a:lnTo>
                  <a:lnTo>
                    <a:pt x="160" y="16"/>
                  </a:lnTo>
                  <a:lnTo>
                    <a:pt x="160" y="19"/>
                  </a:lnTo>
                  <a:lnTo>
                    <a:pt x="158" y="19"/>
                  </a:lnTo>
                  <a:lnTo>
                    <a:pt x="158" y="19"/>
                  </a:lnTo>
                  <a:lnTo>
                    <a:pt x="156" y="19"/>
                  </a:lnTo>
                  <a:lnTo>
                    <a:pt x="156" y="19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1" y="16"/>
                  </a:lnTo>
                  <a:lnTo>
                    <a:pt x="151" y="16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9" y="14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46" y="12"/>
                  </a:lnTo>
                  <a:lnTo>
                    <a:pt x="146" y="12"/>
                  </a:lnTo>
                  <a:lnTo>
                    <a:pt x="146" y="12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4" y="9"/>
                  </a:lnTo>
                  <a:lnTo>
                    <a:pt x="144" y="9"/>
                  </a:lnTo>
                  <a:lnTo>
                    <a:pt x="144" y="7"/>
                  </a:lnTo>
                  <a:lnTo>
                    <a:pt x="146" y="7"/>
                  </a:lnTo>
                  <a:lnTo>
                    <a:pt x="146" y="7"/>
                  </a:lnTo>
                  <a:lnTo>
                    <a:pt x="141" y="7"/>
                  </a:lnTo>
                  <a:lnTo>
                    <a:pt x="139" y="7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5" y="5"/>
                  </a:lnTo>
                  <a:lnTo>
                    <a:pt x="125" y="5"/>
                  </a:lnTo>
                  <a:lnTo>
                    <a:pt x="125" y="7"/>
                  </a:lnTo>
                  <a:lnTo>
                    <a:pt x="125" y="7"/>
                  </a:lnTo>
                  <a:lnTo>
                    <a:pt x="123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8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3" y="12"/>
                  </a:lnTo>
                  <a:lnTo>
                    <a:pt x="113" y="12"/>
                  </a:lnTo>
                  <a:lnTo>
                    <a:pt x="113" y="12"/>
                  </a:lnTo>
                  <a:lnTo>
                    <a:pt x="111" y="14"/>
                  </a:lnTo>
                  <a:lnTo>
                    <a:pt x="111" y="16"/>
                  </a:lnTo>
                  <a:lnTo>
                    <a:pt x="108" y="16"/>
                  </a:lnTo>
                  <a:lnTo>
                    <a:pt x="104" y="16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1" y="21"/>
                  </a:lnTo>
                  <a:lnTo>
                    <a:pt x="101" y="19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4" y="24"/>
                  </a:lnTo>
                  <a:lnTo>
                    <a:pt x="94" y="24"/>
                  </a:lnTo>
                  <a:lnTo>
                    <a:pt x="94" y="26"/>
                  </a:lnTo>
                  <a:lnTo>
                    <a:pt x="94" y="26"/>
                  </a:lnTo>
                  <a:lnTo>
                    <a:pt x="92" y="26"/>
                  </a:lnTo>
                  <a:lnTo>
                    <a:pt x="92" y="26"/>
                  </a:lnTo>
                  <a:lnTo>
                    <a:pt x="92" y="26"/>
                  </a:lnTo>
                  <a:lnTo>
                    <a:pt x="89" y="26"/>
                  </a:lnTo>
                  <a:lnTo>
                    <a:pt x="89" y="28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85" y="35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5" y="42"/>
                  </a:lnTo>
                  <a:lnTo>
                    <a:pt x="73" y="45"/>
                  </a:lnTo>
                  <a:lnTo>
                    <a:pt x="73" y="45"/>
                  </a:lnTo>
                  <a:lnTo>
                    <a:pt x="68" y="45"/>
                  </a:lnTo>
                  <a:lnTo>
                    <a:pt x="63" y="47"/>
                  </a:lnTo>
                  <a:lnTo>
                    <a:pt x="61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0"/>
                  </a:lnTo>
                  <a:lnTo>
                    <a:pt x="54" y="52"/>
                  </a:lnTo>
                  <a:lnTo>
                    <a:pt x="54" y="52"/>
                  </a:lnTo>
                  <a:lnTo>
                    <a:pt x="52" y="52"/>
                  </a:lnTo>
                  <a:lnTo>
                    <a:pt x="52" y="54"/>
                  </a:lnTo>
                  <a:lnTo>
                    <a:pt x="52" y="54"/>
                  </a:lnTo>
                  <a:lnTo>
                    <a:pt x="49" y="57"/>
                  </a:lnTo>
                  <a:lnTo>
                    <a:pt x="47" y="59"/>
                  </a:lnTo>
                  <a:lnTo>
                    <a:pt x="47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42" y="64"/>
                  </a:lnTo>
                  <a:lnTo>
                    <a:pt x="37" y="64"/>
                  </a:lnTo>
                  <a:lnTo>
                    <a:pt x="35" y="61"/>
                  </a:lnTo>
                  <a:lnTo>
                    <a:pt x="23" y="61"/>
                  </a:lnTo>
                  <a:lnTo>
                    <a:pt x="23" y="61"/>
                  </a:lnTo>
                  <a:lnTo>
                    <a:pt x="21" y="64"/>
                  </a:lnTo>
                  <a:lnTo>
                    <a:pt x="18" y="64"/>
                  </a:lnTo>
                  <a:lnTo>
                    <a:pt x="16" y="66"/>
                  </a:lnTo>
                  <a:lnTo>
                    <a:pt x="1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4" y="76"/>
                  </a:lnTo>
                  <a:lnTo>
                    <a:pt x="4" y="76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3"/>
                  </a:lnTo>
                  <a:lnTo>
                    <a:pt x="2" y="8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8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0D5CF0CD-4231-4BD0-81B3-C0C9FCDC7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3262" y="1625719"/>
              <a:ext cx="36553" cy="44676"/>
            </a:xfrm>
            <a:custGeom>
              <a:avLst/>
              <a:gdLst>
                <a:gd name="T0" fmla="*/ 5 w 27"/>
                <a:gd name="T1" fmla="*/ 19 h 33"/>
                <a:gd name="T2" fmla="*/ 5 w 27"/>
                <a:gd name="T3" fmla="*/ 22 h 33"/>
                <a:gd name="T4" fmla="*/ 8 w 27"/>
                <a:gd name="T5" fmla="*/ 24 h 33"/>
                <a:gd name="T6" fmla="*/ 8 w 27"/>
                <a:gd name="T7" fmla="*/ 26 h 33"/>
                <a:gd name="T8" fmla="*/ 8 w 27"/>
                <a:gd name="T9" fmla="*/ 26 h 33"/>
                <a:gd name="T10" fmla="*/ 5 w 27"/>
                <a:gd name="T11" fmla="*/ 26 h 33"/>
                <a:gd name="T12" fmla="*/ 5 w 27"/>
                <a:gd name="T13" fmla="*/ 26 h 33"/>
                <a:gd name="T14" fmla="*/ 5 w 27"/>
                <a:gd name="T15" fmla="*/ 26 h 33"/>
                <a:gd name="T16" fmla="*/ 8 w 27"/>
                <a:gd name="T17" fmla="*/ 29 h 33"/>
                <a:gd name="T18" fmla="*/ 12 w 27"/>
                <a:gd name="T19" fmla="*/ 31 h 33"/>
                <a:gd name="T20" fmla="*/ 15 w 27"/>
                <a:gd name="T21" fmla="*/ 33 h 33"/>
                <a:gd name="T22" fmla="*/ 24 w 27"/>
                <a:gd name="T23" fmla="*/ 29 h 33"/>
                <a:gd name="T24" fmla="*/ 27 w 27"/>
                <a:gd name="T25" fmla="*/ 26 h 33"/>
                <a:gd name="T26" fmla="*/ 27 w 27"/>
                <a:gd name="T27" fmla="*/ 26 h 33"/>
                <a:gd name="T28" fmla="*/ 27 w 27"/>
                <a:gd name="T29" fmla="*/ 24 h 33"/>
                <a:gd name="T30" fmla="*/ 27 w 27"/>
                <a:gd name="T31" fmla="*/ 24 h 33"/>
                <a:gd name="T32" fmla="*/ 27 w 27"/>
                <a:gd name="T33" fmla="*/ 22 h 33"/>
                <a:gd name="T34" fmla="*/ 27 w 27"/>
                <a:gd name="T35" fmla="*/ 19 h 33"/>
                <a:gd name="T36" fmla="*/ 27 w 27"/>
                <a:gd name="T37" fmla="*/ 19 h 33"/>
                <a:gd name="T38" fmla="*/ 22 w 27"/>
                <a:gd name="T39" fmla="*/ 17 h 33"/>
                <a:gd name="T40" fmla="*/ 22 w 27"/>
                <a:gd name="T41" fmla="*/ 15 h 33"/>
                <a:gd name="T42" fmla="*/ 22 w 27"/>
                <a:gd name="T43" fmla="*/ 15 h 33"/>
                <a:gd name="T44" fmla="*/ 22 w 27"/>
                <a:gd name="T45" fmla="*/ 12 h 33"/>
                <a:gd name="T46" fmla="*/ 22 w 27"/>
                <a:gd name="T47" fmla="*/ 12 h 33"/>
                <a:gd name="T48" fmla="*/ 22 w 27"/>
                <a:gd name="T49" fmla="*/ 10 h 33"/>
                <a:gd name="T50" fmla="*/ 17 w 27"/>
                <a:gd name="T51" fmla="*/ 10 h 33"/>
                <a:gd name="T52" fmla="*/ 17 w 27"/>
                <a:gd name="T53" fmla="*/ 7 h 33"/>
                <a:gd name="T54" fmla="*/ 19 w 27"/>
                <a:gd name="T55" fmla="*/ 7 h 33"/>
                <a:gd name="T56" fmla="*/ 17 w 27"/>
                <a:gd name="T57" fmla="*/ 5 h 33"/>
                <a:gd name="T58" fmla="*/ 17 w 27"/>
                <a:gd name="T59" fmla="*/ 5 h 33"/>
                <a:gd name="T60" fmla="*/ 19 w 27"/>
                <a:gd name="T61" fmla="*/ 3 h 33"/>
                <a:gd name="T62" fmla="*/ 19 w 27"/>
                <a:gd name="T63" fmla="*/ 3 h 33"/>
                <a:gd name="T64" fmla="*/ 19 w 27"/>
                <a:gd name="T65" fmla="*/ 0 h 33"/>
                <a:gd name="T66" fmla="*/ 17 w 27"/>
                <a:gd name="T67" fmla="*/ 0 h 33"/>
                <a:gd name="T68" fmla="*/ 15 w 27"/>
                <a:gd name="T69" fmla="*/ 3 h 33"/>
                <a:gd name="T70" fmla="*/ 12 w 27"/>
                <a:gd name="T71" fmla="*/ 3 h 33"/>
                <a:gd name="T72" fmla="*/ 10 w 27"/>
                <a:gd name="T73" fmla="*/ 5 h 33"/>
                <a:gd name="T74" fmla="*/ 8 w 27"/>
                <a:gd name="T75" fmla="*/ 7 h 33"/>
                <a:gd name="T76" fmla="*/ 8 w 27"/>
                <a:gd name="T77" fmla="*/ 7 h 33"/>
                <a:gd name="T78" fmla="*/ 5 w 27"/>
                <a:gd name="T79" fmla="*/ 7 h 33"/>
                <a:gd name="T80" fmla="*/ 5 w 27"/>
                <a:gd name="T81" fmla="*/ 10 h 33"/>
                <a:gd name="T82" fmla="*/ 3 w 27"/>
                <a:gd name="T83" fmla="*/ 10 h 33"/>
                <a:gd name="T84" fmla="*/ 3 w 27"/>
                <a:gd name="T85" fmla="*/ 10 h 33"/>
                <a:gd name="T86" fmla="*/ 3 w 27"/>
                <a:gd name="T87" fmla="*/ 7 h 33"/>
                <a:gd name="T88" fmla="*/ 3 w 27"/>
                <a:gd name="T89" fmla="*/ 7 h 33"/>
                <a:gd name="T90" fmla="*/ 0 w 27"/>
                <a:gd name="T91" fmla="*/ 7 h 33"/>
                <a:gd name="T92" fmla="*/ 0 w 27"/>
                <a:gd name="T93" fmla="*/ 7 h 33"/>
                <a:gd name="T94" fmla="*/ 3 w 27"/>
                <a:gd name="T95" fmla="*/ 17 h 33"/>
                <a:gd name="T96" fmla="*/ 5 w 27"/>
                <a:gd name="T97" fmla="*/ 1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" h="33">
                  <a:moveTo>
                    <a:pt x="5" y="19"/>
                  </a:moveTo>
                  <a:lnTo>
                    <a:pt x="5" y="22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15" y="33"/>
                  </a:lnTo>
                  <a:lnTo>
                    <a:pt x="24" y="29"/>
                  </a:lnTo>
                  <a:lnTo>
                    <a:pt x="27" y="26"/>
                  </a:lnTo>
                  <a:lnTo>
                    <a:pt x="27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2" y="17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2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9" y="7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10" y="5"/>
                  </a:lnTo>
                  <a:lnTo>
                    <a:pt x="8" y="7"/>
                  </a:lnTo>
                  <a:lnTo>
                    <a:pt x="8" y="7"/>
                  </a:lnTo>
                  <a:lnTo>
                    <a:pt x="5" y="7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7"/>
                  </a:lnTo>
                  <a:lnTo>
                    <a:pt x="5" y="1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45">
              <a:extLst>
                <a:ext uri="{FF2B5EF4-FFF2-40B4-BE49-F238E27FC236}">
                  <a16:creationId xmlns:a16="http://schemas.microsoft.com/office/drawing/2014/main" id="{B8A4FEDE-2902-4406-AD31-51DD93257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2523" y="1639258"/>
              <a:ext cx="98829" cy="86644"/>
            </a:xfrm>
            <a:custGeom>
              <a:avLst/>
              <a:gdLst>
                <a:gd name="T0" fmla="*/ 5 w 73"/>
                <a:gd name="T1" fmla="*/ 45 h 64"/>
                <a:gd name="T2" fmla="*/ 5 w 73"/>
                <a:gd name="T3" fmla="*/ 50 h 64"/>
                <a:gd name="T4" fmla="*/ 9 w 73"/>
                <a:gd name="T5" fmla="*/ 50 h 64"/>
                <a:gd name="T6" fmla="*/ 12 w 73"/>
                <a:gd name="T7" fmla="*/ 54 h 64"/>
                <a:gd name="T8" fmla="*/ 12 w 73"/>
                <a:gd name="T9" fmla="*/ 59 h 64"/>
                <a:gd name="T10" fmla="*/ 24 w 73"/>
                <a:gd name="T11" fmla="*/ 61 h 64"/>
                <a:gd name="T12" fmla="*/ 38 w 73"/>
                <a:gd name="T13" fmla="*/ 57 h 64"/>
                <a:gd name="T14" fmla="*/ 45 w 73"/>
                <a:gd name="T15" fmla="*/ 59 h 64"/>
                <a:gd name="T16" fmla="*/ 47 w 73"/>
                <a:gd name="T17" fmla="*/ 57 h 64"/>
                <a:gd name="T18" fmla="*/ 59 w 73"/>
                <a:gd name="T19" fmla="*/ 54 h 64"/>
                <a:gd name="T20" fmla="*/ 61 w 73"/>
                <a:gd name="T21" fmla="*/ 50 h 64"/>
                <a:gd name="T22" fmla="*/ 64 w 73"/>
                <a:gd name="T23" fmla="*/ 47 h 64"/>
                <a:gd name="T24" fmla="*/ 61 w 73"/>
                <a:gd name="T25" fmla="*/ 45 h 64"/>
                <a:gd name="T26" fmla="*/ 64 w 73"/>
                <a:gd name="T27" fmla="*/ 45 h 64"/>
                <a:gd name="T28" fmla="*/ 64 w 73"/>
                <a:gd name="T29" fmla="*/ 42 h 64"/>
                <a:gd name="T30" fmla="*/ 64 w 73"/>
                <a:gd name="T31" fmla="*/ 40 h 64"/>
                <a:gd name="T32" fmla="*/ 64 w 73"/>
                <a:gd name="T33" fmla="*/ 40 h 64"/>
                <a:gd name="T34" fmla="*/ 64 w 73"/>
                <a:gd name="T35" fmla="*/ 38 h 64"/>
                <a:gd name="T36" fmla="*/ 66 w 73"/>
                <a:gd name="T37" fmla="*/ 33 h 64"/>
                <a:gd name="T38" fmla="*/ 66 w 73"/>
                <a:gd name="T39" fmla="*/ 31 h 64"/>
                <a:gd name="T40" fmla="*/ 59 w 73"/>
                <a:gd name="T41" fmla="*/ 31 h 64"/>
                <a:gd name="T42" fmla="*/ 52 w 73"/>
                <a:gd name="T43" fmla="*/ 26 h 64"/>
                <a:gd name="T44" fmla="*/ 52 w 73"/>
                <a:gd name="T45" fmla="*/ 21 h 64"/>
                <a:gd name="T46" fmla="*/ 71 w 73"/>
                <a:gd name="T47" fmla="*/ 19 h 64"/>
                <a:gd name="T48" fmla="*/ 59 w 73"/>
                <a:gd name="T49" fmla="*/ 2 h 64"/>
                <a:gd name="T50" fmla="*/ 54 w 73"/>
                <a:gd name="T51" fmla="*/ 2 h 64"/>
                <a:gd name="T52" fmla="*/ 54 w 73"/>
                <a:gd name="T53" fmla="*/ 2 h 64"/>
                <a:gd name="T54" fmla="*/ 50 w 73"/>
                <a:gd name="T55" fmla="*/ 2 h 64"/>
                <a:gd name="T56" fmla="*/ 42 w 73"/>
                <a:gd name="T57" fmla="*/ 2 h 64"/>
                <a:gd name="T58" fmla="*/ 38 w 73"/>
                <a:gd name="T59" fmla="*/ 5 h 64"/>
                <a:gd name="T60" fmla="*/ 38 w 73"/>
                <a:gd name="T61" fmla="*/ 5 h 64"/>
                <a:gd name="T62" fmla="*/ 33 w 73"/>
                <a:gd name="T63" fmla="*/ 5 h 64"/>
                <a:gd name="T64" fmla="*/ 28 w 73"/>
                <a:gd name="T65" fmla="*/ 5 h 64"/>
                <a:gd name="T66" fmla="*/ 14 w 73"/>
                <a:gd name="T67" fmla="*/ 9 h 64"/>
                <a:gd name="T68" fmla="*/ 12 w 73"/>
                <a:gd name="T69" fmla="*/ 12 h 64"/>
                <a:gd name="T70" fmla="*/ 12 w 73"/>
                <a:gd name="T71" fmla="*/ 12 h 64"/>
                <a:gd name="T72" fmla="*/ 9 w 73"/>
                <a:gd name="T73" fmla="*/ 9 h 64"/>
                <a:gd name="T74" fmla="*/ 7 w 73"/>
                <a:gd name="T75" fmla="*/ 12 h 64"/>
                <a:gd name="T76" fmla="*/ 2 w 73"/>
                <a:gd name="T77" fmla="*/ 19 h 64"/>
                <a:gd name="T78" fmla="*/ 5 w 73"/>
                <a:gd name="T79" fmla="*/ 23 h 64"/>
                <a:gd name="T80" fmla="*/ 2 w 73"/>
                <a:gd name="T81" fmla="*/ 26 h 64"/>
                <a:gd name="T82" fmla="*/ 2 w 73"/>
                <a:gd name="T83" fmla="*/ 28 h 64"/>
                <a:gd name="T84" fmla="*/ 2 w 73"/>
                <a:gd name="T85" fmla="*/ 31 h 64"/>
                <a:gd name="T86" fmla="*/ 2 w 73"/>
                <a:gd name="T87" fmla="*/ 33 h 64"/>
                <a:gd name="T88" fmla="*/ 5 w 73"/>
                <a:gd name="T89" fmla="*/ 35 h 64"/>
                <a:gd name="T90" fmla="*/ 0 w 73"/>
                <a:gd name="T91" fmla="*/ 38 h 64"/>
                <a:gd name="T92" fmla="*/ 0 w 73"/>
                <a:gd name="T93" fmla="*/ 40 h 64"/>
                <a:gd name="T94" fmla="*/ 2 w 73"/>
                <a:gd name="T95" fmla="*/ 4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3" h="64">
                  <a:moveTo>
                    <a:pt x="2" y="45"/>
                  </a:moveTo>
                  <a:lnTo>
                    <a:pt x="5" y="45"/>
                  </a:lnTo>
                  <a:lnTo>
                    <a:pt x="5" y="45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9" y="50"/>
                  </a:lnTo>
                  <a:lnTo>
                    <a:pt x="9" y="50"/>
                  </a:lnTo>
                  <a:lnTo>
                    <a:pt x="9" y="52"/>
                  </a:lnTo>
                  <a:lnTo>
                    <a:pt x="12" y="54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4" y="61"/>
                  </a:lnTo>
                  <a:lnTo>
                    <a:pt x="33" y="59"/>
                  </a:lnTo>
                  <a:lnTo>
                    <a:pt x="35" y="57"/>
                  </a:lnTo>
                  <a:lnTo>
                    <a:pt x="38" y="57"/>
                  </a:lnTo>
                  <a:lnTo>
                    <a:pt x="38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0" y="57"/>
                  </a:lnTo>
                  <a:lnTo>
                    <a:pt x="52" y="57"/>
                  </a:lnTo>
                  <a:lnTo>
                    <a:pt x="59" y="54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1" y="50"/>
                  </a:lnTo>
                  <a:lnTo>
                    <a:pt x="64" y="50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5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6" y="35"/>
                  </a:lnTo>
                  <a:lnTo>
                    <a:pt x="66" y="35"/>
                  </a:lnTo>
                  <a:lnTo>
                    <a:pt x="66" y="33"/>
                  </a:lnTo>
                  <a:lnTo>
                    <a:pt x="66" y="33"/>
                  </a:lnTo>
                  <a:lnTo>
                    <a:pt x="66" y="33"/>
                  </a:lnTo>
                  <a:lnTo>
                    <a:pt x="66" y="31"/>
                  </a:lnTo>
                  <a:lnTo>
                    <a:pt x="66" y="31"/>
                  </a:lnTo>
                  <a:lnTo>
                    <a:pt x="61" y="31"/>
                  </a:lnTo>
                  <a:lnTo>
                    <a:pt x="59" y="31"/>
                  </a:lnTo>
                  <a:lnTo>
                    <a:pt x="54" y="31"/>
                  </a:lnTo>
                  <a:lnTo>
                    <a:pt x="52" y="28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2" y="23"/>
                  </a:lnTo>
                  <a:lnTo>
                    <a:pt x="52" y="21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9"/>
                  </a:lnTo>
                  <a:lnTo>
                    <a:pt x="71" y="12"/>
                  </a:lnTo>
                  <a:lnTo>
                    <a:pt x="73" y="5"/>
                  </a:lnTo>
                  <a:lnTo>
                    <a:pt x="59" y="2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2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1" y="5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2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5" y="26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4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DD54BC47-6F5B-44F2-B916-D80FD7D27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1476" y="1564798"/>
              <a:ext cx="93414" cy="58214"/>
            </a:xfrm>
            <a:custGeom>
              <a:avLst/>
              <a:gdLst>
                <a:gd name="T0" fmla="*/ 0 w 69"/>
                <a:gd name="T1" fmla="*/ 34 h 43"/>
                <a:gd name="T2" fmla="*/ 5 w 69"/>
                <a:gd name="T3" fmla="*/ 34 h 43"/>
                <a:gd name="T4" fmla="*/ 10 w 69"/>
                <a:gd name="T5" fmla="*/ 34 h 43"/>
                <a:gd name="T6" fmla="*/ 10 w 69"/>
                <a:gd name="T7" fmla="*/ 34 h 43"/>
                <a:gd name="T8" fmla="*/ 10 w 69"/>
                <a:gd name="T9" fmla="*/ 31 h 43"/>
                <a:gd name="T10" fmla="*/ 24 w 69"/>
                <a:gd name="T11" fmla="*/ 31 h 43"/>
                <a:gd name="T12" fmla="*/ 26 w 69"/>
                <a:gd name="T13" fmla="*/ 31 h 43"/>
                <a:gd name="T14" fmla="*/ 26 w 69"/>
                <a:gd name="T15" fmla="*/ 34 h 43"/>
                <a:gd name="T16" fmla="*/ 26 w 69"/>
                <a:gd name="T17" fmla="*/ 36 h 43"/>
                <a:gd name="T18" fmla="*/ 28 w 69"/>
                <a:gd name="T19" fmla="*/ 38 h 43"/>
                <a:gd name="T20" fmla="*/ 36 w 69"/>
                <a:gd name="T21" fmla="*/ 41 h 43"/>
                <a:gd name="T22" fmla="*/ 36 w 69"/>
                <a:gd name="T23" fmla="*/ 38 h 43"/>
                <a:gd name="T24" fmla="*/ 36 w 69"/>
                <a:gd name="T25" fmla="*/ 38 h 43"/>
                <a:gd name="T26" fmla="*/ 36 w 69"/>
                <a:gd name="T27" fmla="*/ 36 h 43"/>
                <a:gd name="T28" fmla="*/ 40 w 69"/>
                <a:gd name="T29" fmla="*/ 36 h 43"/>
                <a:gd name="T30" fmla="*/ 38 w 69"/>
                <a:gd name="T31" fmla="*/ 34 h 43"/>
                <a:gd name="T32" fmla="*/ 38 w 69"/>
                <a:gd name="T33" fmla="*/ 31 h 43"/>
                <a:gd name="T34" fmla="*/ 40 w 69"/>
                <a:gd name="T35" fmla="*/ 31 h 43"/>
                <a:gd name="T36" fmla="*/ 43 w 69"/>
                <a:gd name="T37" fmla="*/ 34 h 43"/>
                <a:gd name="T38" fmla="*/ 45 w 69"/>
                <a:gd name="T39" fmla="*/ 36 h 43"/>
                <a:gd name="T40" fmla="*/ 45 w 69"/>
                <a:gd name="T41" fmla="*/ 38 h 43"/>
                <a:gd name="T42" fmla="*/ 55 w 69"/>
                <a:gd name="T43" fmla="*/ 43 h 43"/>
                <a:gd name="T44" fmla="*/ 62 w 69"/>
                <a:gd name="T45" fmla="*/ 38 h 43"/>
                <a:gd name="T46" fmla="*/ 69 w 69"/>
                <a:gd name="T47" fmla="*/ 10 h 43"/>
                <a:gd name="T48" fmla="*/ 66 w 69"/>
                <a:gd name="T49" fmla="*/ 7 h 43"/>
                <a:gd name="T50" fmla="*/ 64 w 69"/>
                <a:gd name="T51" fmla="*/ 5 h 43"/>
                <a:gd name="T52" fmla="*/ 62 w 69"/>
                <a:gd name="T53" fmla="*/ 3 h 43"/>
                <a:gd name="T54" fmla="*/ 57 w 69"/>
                <a:gd name="T55" fmla="*/ 0 h 43"/>
                <a:gd name="T56" fmla="*/ 55 w 69"/>
                <a:gd name="T57" fmla="*/ 0 h 43"/>
                <a:gd name="T58" fmla="*/ 55 w 69"/>
                <a:gd name="T59" fmla="*/ 0 h 43"/>
                <a:gd name="T60" fmla="*/ 52 w 69"/>
                <a:gd name="T61" fmla="*/ 3 h 43"/>
                <a:gd name="T62" fmla="*/ 47 w 69"/>
                <a:gd name="T63" fmla="*/ 5 h 43"/>
                <a:gd name="T64" fmla="*/ 45 w 69"/>
                <a:gd name="T65" fmla="*/ 7 h 43"/>
                <a:gd name="T66" fmla="*/ 43 w 69"/>
                <a:gd name="T67" fmla="*/ 7 h 43"/>
                <a:gd name="T68" fmla="*/ 43 w 69"/>
                <a:gd name="T69" fmla="*/ 10 h 43"/>
                <a:gd name="T70" fmla="*/ 33 w 69"/>
                <a:gd name="T71" fmla="*/ 15 h 43"/>
                <a:gd name="T72" fmla="*/ 28 w 69"/>
                <a:gd name="T73" fmla="*/ 15 h 43"/>
                <a:gd name="T74" fmla="*/ 21 w 69"/>
                <a:gd name="T75" fmla="*/ 15 h 43"/>
                <a:gd name="T76" fmla="*/ 14 w 69"/>
                <a:gd name="T77" fmla="*/ 17 h 43"/>
                <a:gd name="T78" fmla="*/ 7 w 69"/>
                <a:gd name="T79" fmla="*/ 22 h 43"/>
                <a:gd name="T80" fmla="*/ 5 w 69"/>
                <a:gd name="T81" fmla="*/ 22 h 43"/>
                <a:gd name="T82" fmla="*/ 2 w 69"/>
                <a:gd name="T83" fmla="*/ 24 h 43"/>
                <a:gd name="T84" fmla="*/ 2 w 69"/>
                <a:gd name="T85" fmla="*/ 24 h 43"/>
                <a:gd name="T86" fmla="*/ 2 w 69"/>
                <a:gd name="T87" fmla="*/ 26 h 43"/>
                <a:gd name="T88" fmla="*/ 0 w 69"/>
                <a:gd name="T89" fmla="*/ 2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43">
                  <a:moveTo>
                    <a:pt x="0" y="31"/>
                  </a:moveTo>
                  <a:lnTo>
                    <a:pt x="0" y="34"/>
                  </a:lnTo>
                  <a:lnTo>
                    <a:pt x="2" y="34"/>
                  </a:lnTo>
                  <a:lnTo>
                    <a:pt x="5" y="34"/>
                  </a:lnTo>
                  <a:lnTo>
                    <a:pt x="10" y="34"/>
                  </a:lnTo>
                  <a:lnTo>
                    <a:pt x="10" y="34"/>
                  </a:lnTo>
                  <a:lnTo>
                    <a:pt x="10" y="34"/>
                  </a:lnTo>
                  <a:lnTo>
                    <a:pt x="10" y="34"/>
                  </a:lnTo>
                  <a:lnTo>
                    <a:pt x="10" y="31"/>
                  </a:lnTo>
                  <a:lnTo>
                    <a:pt x="10" y="31"/>
                  </a:lnTo>
                  <a:lnTo>
                    <a:pt x="21" y="29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6" y="38"/>
                  </a:lnTo>
                  <a:lnTo>
                    <a:pt x="28" y="38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38"/>
                  </a:lnTo>
                  <a:lnTo>
                    <a:pt x="36" y="38"/>
                  </a:lnTo>
                  <a:lnTo>
                    <a:pt x="36" y="38"/>
                  </a:lnTo>
                  <a:lnTo>
                    <a:pt x="36" y="38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38" y="34"/>
                  </a:lnTo>
                  <a:lnTo>
                    <a:pt x="38" y="34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40" y="31"/>
                  </a:lnTo>
                  <a:lnTo>
                    <a:pt x="43" y="31"/>
                  </a:lnTo>
                  <a:lnTo>
                    <a:pt x="43" y="34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7" y="36"/>
                  </a:lnTo>
                  <a:lnTo>
                    <a:pt x="45" y="38"/>
                  </a:lnTo>
                  <a:lnTo>
                    <a:pt x="47" y="38"/>
                  </a:lnTo>
                  <a:lnTo>
                    <a:pt x="55" y="43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64" y="29"/>
                  </a:lnTo>
                  <a:lnTo>
                    <a:pt x="69" y="10"/>
                  </a:lnTo>
                  <a:lnTo>
                    <a:pt x="69" y="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4" y="5"/>
                  </a:lnTo>
                  <a:lnTo>
                    <a:pt x="62" y="3"/>
                  </a:lnTo>
                  <a:lnTo>
                    <a:pt x="62" y="3"/>
                  </a:lnTo>
                  <a:lnTo>
                    <a:pt x="62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3"/>
                  </a:lnTo>
                  <a:lnTo>
                    <a:pt x="52" y="3"/>
                  </a:lnTo>
                  <a:lnTo>
                    <a:pt x="50" y="3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5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0" y="7"/>
                  </a:lnTo>
                  <a:lnTo>
                    <a:pt x="43" y="10"/>
                  </a:lnTo>
                  <a:lnTo>
                    <a:pt x="40" y="12"/>
                  </a:lnTo>
                  <a:lnTo>
                    <a:pt x="33" y="15"/>
                  </a:lnTo>
                  <a:lnTo>
                    <a:pt x="31" y="15"/>
                  </a:lnTo>
                  <a:lnTo>
                    <a:pt x="28" y="15"/>
                  </a:lnTo>
                  <a:lnTo>
                    <a:pt x="26" y="15"/>
                  </a:lnTo>
                  <a:lnTo>
                    <a:pt x="21" y="15"/>
                  </a:lnTo>
                  <a:lnTo>
                    <a:pt x="19" y="17"/>
                  </a:lnTo>
                  <a:lnTo>
                    <a:pt x="14" y="17"/>
                  </a:lnTo>
                  <a:lnTo>
                    <a:pt x="12" y="19"/>
                  </a:lnTo>
                  <a:lnTo>
                    <a:pt x="7" y="22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47">
              <a:extLst>
                <a:ext uri="{FF2B5EF4-FFF2-40B4-BE49-F238E27FC236}">
                  <a16:creationId xmlns:a16="http://schemas.microsoft.com/office/drawing/2014/main" id="{E458724A-2027-41CA-91D6-66843E869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9141" y="4384792"/>
              <a:ext cx="6769" cy="6769"/>
            </a:xfrm>
            <a:custGeom>
              <a:avLst/>
              <a:gdLst>
                <a:gd name="T0" fmla="*/ 5 w 5"/>
                <a:gd name="T1" fmla="*/ 0 h 5"/>
                <a:gd name="T2" fmla="*/ 5 w 5"/>
                <a:gd name="T3" fmla="*/ 0 h 5"/>
                <a:gd name="T4" fmla="*/ 2 w 5"/>
                <a:gd name="T5" fmla="*/ 0 h 5"/>
                <a:gd name="T6" fmla="*/ 2 w 5"/>
                <a:gd name="T7" fmla="*/ 0 h 5"/>
                <a:gd name="T8" fmla="*/ 0 w 5"/>
                <a:gd name="T9" fmla="*/ 3 h 5"/>
                <a:gd name="T10" fmla="*/ 0 w 5"/>
                <a:gd name="T11" fmla="*/ 3 h 5"/>
                <a:gd name="T12" fmla="*/ 0 w 5"/>
                <a:gd name="T13" fmla="*/ 5 h 5"/>
                <a:gd name="T14" fmla="*/ 0 w 5"/>
                <a:gd name="T15" fmla="*/ 3 h 5"/>
                <a:gd name="T16" fmla="*/ 0 w 5"/>
                <a:gd name="T17" fmla="*/ 3 h 5"/>
                <a:gd name="T18" fmla="*/ 2 w 5"/>
                <a:gd name="T19" fmla="*/ 3 h 5"/>
                <a:gd name="T20" fmla="*/ 2 w 5"/>
                <a:gd name="T21" fmla="*/ 3 h 5"/>
                <a:gd name="T22" fmla="*/ 2 w 5"/>
                <a:gd name="T23" fmla="*/ 3 h 5"/>
                <a:gd name="T24" fmla="*/ 5 w 5"/>
                <a:gd name="T25" fmla="*/ 3 h 5"/>
                <a:gd name="T26" fmla="*/ 5 w 5"/>
                <a:gd name="T27" fmla="*/ 3 h 5"/>
                <a:gd name="T28" fmla="*/ 5 w 5"/>
                <a:gd name="T29" fmla="*/ 0 h 5"/>
                <a:gd name="T30" fmla="*/ 5 w 5"/>
                <a:gd name="T31" fmla="*/ 0 h 5"/>
                <a:gd name="T32" fmla="*/ 5 w 5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818B066E-A8F1-4D15-B048-2D7C88E3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2553" y="4267011"/>
              <a:ext cx="12185" cy="37907"/>
            </a:xfrm>
            <a:custGeom>
              <a:avLst/>
              <a:gdLst>
                <a:gd name="T0" fmla="*/ 7 w 9"/>
                <a:gd name="T1" fmla="*/ 12 h 28"/>
                <a:gd name="T2" fmla="*/ 4 w 9"/>
                <a:gd name="T3" fmla="*/ 9 h 28"/>
                <a:gd name="T4" fmla="*/ 4 w 9"/>
                <a:gd name="T5" fmla="*/ 7 h 28"/>
                <a:gd name="T6" fmla="*/ 2 w 9"/>
                <a:gd name="T7" fmla="*/ 2 h 28"/>
                <a:gd name="T8" fmla="*/ 0 w 9"/>
                <a:gd name="T9" fmla="*/ 0 h 28"/>
                <a:gd name="T10" fmla="*/ 0 w 9"/>
                <a:gd name="T11" fmla="*/ 0 h 28"/>
                <a:gd name="T12" fmla="*/ 0 w 9"/>
                <a:gd name="T13" fmla="*/ 0 h 28"/>
                <a:gd name="T14" fmla="*/ 2 w 9"/>
                <a:gd name="T15" fmla="*/ 5 h 28"/>
                <a:gd name="T16" fmla="*/ 2 w 9"/>
                <a:gd name="T17" fmla="*/ 7 h 28"/>
                <a:gd name="T18" fmla="*/ 2 w 9"/>
                <a:gd name="T19" fmla="*/ 7 h 28"/>
                <a:gd name="T20" fmla="*/ 2 w 9"/>
                <a:gd name="T21" fmla="*/ 7 h 28"/>
                <a:gd name="T22" fmla="*/ 0 w 9"/>
                <a:gd name="T23" fmla="*/ 5 h 28"/>
                <a:gd name="T24" fmla="*/ 0 w 9"/>
                <a:gd name="T25" fmla="*/ 5 h 28"/>
                <a:gd name="T26" fmla="*/ 0 w 9"/>
                <a:gd name="T27" fmla="*/ 12 h 28"/>
                <a:gd name="T28" fmla="*/ 0 w 9"/>
                <a:gd name="T29" fmla="*/ 12 h 28"/>
                <a:gd name="T30" fmla="*/ 2 w 9"/>
                <a:gd name="T31" fmla="*/ 12 h 28"/>
                <a:gd name="T32" fmla="*/ 2 w 9"/>
                <a:gd name="T33" fmla="*/ 12 h 28"/>
                <a:gd name="T34" fmla="*/ 4 w 9"/>
                <a:gd name="T35" fmla="*/ 19 h 28"/>
                <a:gd name="T36" fmla="*/ 2 w 9"/>
                <a:gd name="T37" fmla="*/ 26 h 28"/>
                <a:gd name="T38" fmla="*/ 2 w 9"/>
                <a:gd name="T39" fmla="*/ 28 h 28"/>
                <a:gd name="T40" fmla="*/ 2 w 9"/>
                <a:gd name="T41" fmla="*/ 28 h 28"/>
                <a:gd name="T42" fmla="*/ 7 w 9"/>
                <a:gd name="T43" fmla="*/ 26 h 28"/>
                <a:gd name="T44" fmla="*/ 7 w 9"/>
                <a:gd name="T45" fmla="*/ 26 h 28"/>
                <a:gd name="T46" fmla="*/ 9 w 9"/>
                <a:gd name="T47" fmla="*/ 24 h 28"/>
                <a:gd name="T48" fmla="*/ 7 w 9"/>
                <a:gd name="T49" fmla="*/ 14 h 28"/>
                <a:gd name="T50" fmla="*/ 7 w 9"/>
                <a:gd name="T51" fmla="*/ 1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" h="28">
                  <a:moveTo>
                    <a:pt x="7" y="12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19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9" y="24"/>
                  </a:lnTo>
                  <a:lnTo>
                    <a:pt x="7" y="14"/>
                  </a:lnTo>
                  <a:lnTo>
                    <a:pt x="7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49">
              <a:extLst>
                <a:ext uri="{FF2B5EF4-FFF2-40B4-BE49-F238E27FC236}">
                  <a16:creationId xmlns:a16="http://schemas.microsoft.com/office/drawing/2014/main" id="{FD2CE81B-3CCC-4AA7-95CB-B12062F0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3941" y="4346885"/>
              <a:ext cx="16246" cy="12185"/>
            </a:xfrm>
            <a:custGeom>
              <a:avLst/>
              <a:gdLst>
                <a:gd name="T0" fmla="*/ 9 w 12"/>
                <a:gd name="T1" fmla="*/ 5 h 9"/>
                <a:gd name="T2" fmla="*/ 12 w 12"/>
                <a:gd name="T3" fmla="*/ 5 h 9"/>
                <a:gd name="T4" fmla="*/ 12 w 12"/>
                <a:gd name="T5" fmla="*/ 5 h 9"/>
                <a:gd name="T6" fmla="*/ 12 w 12"/>
                <a:gd name="T7" fmla="*/ 2 h 9"/>
                <a:gd name="T8" fmla="*/ 12 w 12"/>
                <a:gd name="T9" fmla="*/ 2 h 9"/>
                <a:gd name="T10" fmla="*/ 9 w 12"/>
                <a:gd name="T11" fmla="*/ 2 h 9"/>
                <a:gd name="T12" fmla="*/ 7 w 12"/>
                <a:gd name="T13" fmla="*/ 0 h 9"/>
                <a:gd name="T14" fmla="*/ 7 w 12"/>
                <a:gd name="T15" fmla="*/ 0 h 9"/>
                <a:gd name="T16" fmla="*/ 7 w 12"/>
                <a:gd name="T17" fmla="*/ 0 h 9"/>
                <a:gd name="T18" fmla="*/ 5 w 12"/>
                <a:gd name="T19" fmla="*/ 0 h 9"/>
                <a:gd name="T20" fmla="*/ 0 w 12"/>
                <a:gd name="T21" fmla="*/ 5 h 9"/>
                <a:gd name="T22" fmla="*/ 0 w 12"/>
                <a:gd name="T23" fmla="*/ 7 h 9"/>
                <a:gd name="T24" fmla="*/ 0 w 12"/>
                <a:gd name="T25" fmla="*/ 9 h 9"/>
                <a:gd name="T26" fmla="*/ 0 w 12"/>
                <a:gd name="T27" fmla="*/ 9 h 9"/>
                <a:gd name="T28" fmla="*/ 2 w 12"/>
                <a:gd name="T29" fmla="*/ 7 h 9"/>
                <a:gd name="T30" fmla="*/ 5 w 12"/>
                <a:gd name="T31" fmla="*/ 7 h 9"/>
                <a:gd name="T32" fmla="*/ 9 w 12"/>
                <a:gd name="T33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9">
                  <a:moveTo>
                    <a:pt x="9" y="5"/>
                  </a:moveTo>
                  <a:lnTo>
                    <a:pt x="12" y="5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9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5" y="7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B100612C-FC73-46BA-84F9-A9CBFF230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5261" y="4260241"/>
              <a:ext cx="12185" cy="23015"/>
            </a:xfrm>
            <a:custGeom>
              <a:avLst/>
              <a:gdLst>
                <a:gd name="T0" fmla="*/ 9 w 9"/>
                <a:gd name="T1" fmla="*/ 14 h 17"/>
                <a:gd name="T2" fmla="*/ 9 w 9"/>
                <a:gd name="T3" fmla="*/ 14 h 17"/>
                <a:gd name="T4" fmla="*/ 7 w 9"/>
                <a:gd name="T5" fmla="*/ 14 h 17"/>
                <a:gd name="T6" fmla="*/ 7 w 9"/>
                <a:gd name="T7" fmla="*/ 12 h 17"/>
                <a:gd name="T8" fmla="*/ 7 w 9"/>
                <a:gd name="T9" fmla="*/ 12 h 17"/>
                <a:gd name="T10" fmla="*/ 7 w 9"/>
                <a:gd name="T11" fmla="*/ 12 h 17"/>
                <a:gd name="T12" fmla="*/ 7 w 9"/>
                <a:gd name="T13" fmla="*/ 12 h 17"/>
                <a:gd name="T14" fmla="*/ 5 w 9"/>
                <a:gd name="T15" fmla="*/ 10 h 17"/>
                <a:gd name="T16" fmla="*/ 5 w 9"/>
                <a:gd name="T17" fmla="*/ 10 h 17"/>
                <a:gd name="T18" fmla="*/ 5 w 9"/>
                <a:gd name="T19" fmla="*/ 7 h 17"/>
                <a:gd name="T20" fmla="*/ 2 w 9"/>
                <a:gd name="T21" fmla="*/ 7 h 17"/>
                <a:gd name="T22" fmla="*/ 5 w 9"/>
                <a:gd name="T23" fmla="*/ 7 h 17"/>
                <a:gd name="T24" fmla="*/ 2 w 9"/>
                <a:gd name="T25" fmla="*/ 5 h 17"/>
                <a:gd name="T26" fmla="*/ 2 w 9"/>
                <a:gd name="T27" fmla="*/ 5 h 17"/>
                <a:gd name="T28" fmla="*/ 2 w 9"/>
                <a:gd name="T29" fmla="*/ 2 h 17"/>
                <a:gd name="T30" fmla="*/ 0 w 9"/>
                <a:gd name="T31" fmla="*/ 2 h 17"/>
                <a:gd name="T32" fmla="*/ 0 w 9"/>
                <a:gd name="T33" fmla="*/ 0 h 17"/>
                <a:gd name="T34" fmla="*/ 0 w 9"/>
                <a:gd name="T35" fmla="*/ 0 h 17"/>
                <a:gd name="T36" fmla="*/ 0 w 9"/>
                <a:gd name="T37" fmla="*/ 2 h 17"/>
                <a:gd name="T38" fmla="*/ 2 w 9"/>
                <a:gd name="T39" fmla="*/ 5 h 17"/>
                <a:gd name="T40" fmla="*/ 2 w 9"/>
                <a:gd name="T41" fmla="*/ 5 h 17"/>
                <a:gd name="T42" fmla="*/ 2 w 9"/>
                <a:gd name="T43" fmla="*/ 5 h 17"/>
                <a:gd name="T44" fmla="*/ 2 w 9"/>
                <a:gd name="T45" fmla="*/ 7 h 17"/>
                <a:gd name="T46" fmla="*/ 2 w 9"/>
                <a:gd name="T47" fmla="*/ 7 h 17"/>
                <a:gd name="T48" fmla="*/ 5 w 9"/>
                <a:gd name="T49" fmla="*/ 12 h 17"/>
                <a:gd name="T50" fmla="*/ 7 w 9"/>
                <a:gd name="T51" fmla="*/ 14 h 17"/>
                <a:gd name="T52" fmla="*/ 7 w 9"/>
                <a:gd name="T53" fmla="*/ 12 h 17"/>
                <a:gd name="T54" fmla="*/ 7 w 9"/>
                <a:gd name="T55" fmla="*/ 12 h 17"/>
                <a:gd name="T56" fmla="*/ 7 w 9"/>
                <a:gd name="T57" fmla="*/ 14 h 17"/>
                <a:gd name="T58" fmla="*/ 7 w 9"/>
                <a:gd name="T59" fmla="*/ 17 h 17"/>
                <a:gd name="T60" fmla="*/ 9 w 9"/>
                <a:gd name="T61" fmla="*/ 17 h 17"/>
                <a:gd name="T62" fmla="*/ 9 w 9"/>
                <a:gd name="T63" fmla="*/ 17 h 17"/>
                <a:gd name="T64" fmla="*/ 9 w 9"/>
                <a:gd name="T65" fmla="*/ 17 h 17"/>
                <a:gd name="T66" fmla="*/ 9 w 9"/>
                <a:gd name="T67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" h="17">
                  <a:moveTo>
                    <a:pt x="9" y="14"/>
                  </a:moveTo>
                  <a:lnTo>
                    <a:pt x="9" y="14"/>
                  </a:lnTo>
                  <a:lnTo>
                    <a:pt x="7" y="14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7"/>
                  </a:lnTo>
                  <a:lnTo>
                    <a:pt x="2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12"/>
                  </a:lnTo>
                  <a:lnTo>
                    <a:pt x="7" y="14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9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51">
              <a:extLst>
                <a:ext uri="{FF2B5EF4-FFF2-40B4-BE49-F238E27FC236}">
                  <a16:creationId xmlns:a16="http://schemas.microsoft.com/office/drawing/2014/main" id="{2580837D-CEBF-4CB7-8BB7-8261F0EFD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9539" y="4183074"/>
              <a:ext cx="32492" cy="25723"/>
            </a:xfrm>
            <a:custGeom>
              <a:avLst/>
              <a:gdLst>
                <a:gd name="T0" fmla="*/ 19 w 24"/>
                <a:gd name="T1" fmla="*/ 0 h 19"/>
                <a:gd name="T2" fmla="*/ 17 w 24"/>
                <a:gd name="T3" fmla="*/ 0 h 19"/>
                <a:gd name="T4" fmla="*/ 17 w 24"/>
                <a:gd name="T5" fmla="*/ 3 h 19"/>
                <a:gd name="T6" fmla="*/ 14 w 24"/>
                <a:gd name="T7" fmla="*/ 7 h 19"/>
                <a:gd name="T8" fmla="*/ 14 w 24"/>
                <a:gd name="T9" fmla="*/ 7 h 19"/>
                <a:gd name="T10" fmla="*/ 12 w 24"/>
                <a:gd name="T11" fmla="*/ 10 h 19"/>
                <a:gd name="T12" fmla="*/ 10 w 24"/>
                <a:gd name="T13" fmla="*/ 10 h 19"/>
                <a:gd name="T14" fmla="*/ 7 w 24"/>
                <a:gd name="T15" fmla="*/ 10 h 19"/>
                <a:gd name="T16" fmla="*/ 5 w 24"/>
                <a:gd name="T17" fmla="*/ 12 h 19"/>
                <a:gd name="T18" fmla="*/ 5 w 24"/>
                <a:gd name="T19" fmla="*/ 12 h 19"/>
                <a:gd name="T20" fmla="*/ 0 w 24"/>
                <a:gd name="T21" fmla="*/ 12 h 19"/>
                <a:gd name="T22" fmla="*/ 0 w 24"/>
                <a:gd name="T23" fmla="*/ 12 h 19"/>
                <a:gd name="T24" fmla="*/ 0 w 24"/>
                <a:gd name="T25" fmla="*/ 12 h 19"/>
                <a:gd name="T26" fmla="*/ 0 w 24"/>
                <a:gd name="T27" fmla="*/ 15 h 19"/>
                <a:gd name="T28" fmla="*/ 2 w 24"/>
                <a:gd name="T29" fmla="*/ 15 h 19"/>
                <a:gd name="T30" fmla="*/ 2 w 24"/>
                <a:gd name="T31" fmla="*/ 15 h 19"/>
                <a:gd name="T32" fmla="*/ 5 w 24"/>
                <a:gd name="T33" fmla="*/ 17 h 19"/>
                <a:gd name="T34" fmla="*/ 5 w 24"/>
                <a:gd name="T35" fmla="*/ 17 h 19"/>
                <a:gd name="T36" fmla="*/ 5 w 24"/>
                <a:gd name="T37" fmla="*/ 17 h 19"/>
                <a:gd name="T38" fmla="*/ 7 w 24"/>
                <a:gd name="T39" fmla="*/ 19 h 19"/>
                <a:gd name="T40" fmla="*/ 10 w 24"/>
                <a:gd name="T41" fmla="*/ 17 h 19"/>
                <a:gd name="T42" fmla="*/ 10 w 24"/>
                <a:gd name="T43" fmla="*/ 17 h 19"/>
                <a:gd name="T44" fmla="*/ 14 w 24"/>
                <a:gd name="T45" fmla="*/ 15 h 19"/>
                <a:gd name="T46" fmla="*/ 21 w 24"/>
                <a:gd name="T47" fmla="*/ 12 h 19"/>
                <a:gd name="T48" fmla="*/ 24 w 24"/>
                <a:gd name="T49" fmla="*/ 10 h 19"/>
                <a:gd name="T50" fmla="*/ 24 w 24"/>
                <a:gd name="T51" fmla="*/ 7 h 19"/>
                <a:gd name="T52" fmla="*/ 24 w 24"/>
                <a:gd name="T53" fmla="*/ 7 h 19"/>
                <a:gd name="T54" fmla="*/ 21 w 24"/>
                <a:gd name="T55" fmla="*/ 7 h 19"/>
                <a:gd name="T56" fmla="*/ 21 w 24"/>
                <a:gd name="T57" fmla="*/ 5 h 19"/>
                <a:gd name="T58" fmla="*/ 21 w 24"/>
                <a:gd name="T59" fmla="*/ 3 h 19"/>
                <a:gd name="T60" fmla="*/ 21 w 24"/>
                <a:gd name="T61" fmla="*/ 3 h 19"/>
                <a:gd name="T62" fmla="*/ 19 w 24"/>
                <a:gd name="T63" fmla="*/ 0 h 19"/>
                <a:gd name="T64" fmla="*/ 19 w 24"/>
                <a:gd name="T65" fmla="*/ 0 h 19"/>
                <a:gd name="T66" fmla="*/ 19 w 24"/>
                <a:gd name="T6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" h="19">
                  <a:moveTo>
                    <a:pt x="19" y="0"/>
                  </a:moveTo>
                  <a:lnTo>
                    <a:pt x="17" y="0"/>
                  </a:lnTo>
                  <a:lnTo>
                    <a:pt x="17" y="3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7" y="19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14" y="15"/>
                  </a:lnTo>
                  <a:lnTo>
                    <a:pt x="21" y="12"/>
                  </a:lnTo>
                  <a:lnTo>
                    <a:pt x="24" y="10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1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1" y="3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2">
              <a:extLst>
                <a:ext uri="{FF2B5EF4-FFF2-40B4-BE49-F238E27FC236}">
                  <a16:creationId xmlns:a16="http://schemas.microsoft.com/office/drawing/2014/main" id="{895217EB-E344-4D95-8B1C-6E7895DBA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8742" y="4096430"/>
              <a:ext cx="6769" cy="13538"/>
            </a:xfrm>
            <a:custGeom>
              <a:avLst/>
              <a:gdLst>
                <a:gd name="T0" fmla="*/ 2 w 5"/>
                <a:gd name="T1" fmla="*/ 3 h 10"/>
                <a:gd name="T2" fmla="*/ 5 w 5"/>
                <a:gd name="T3" fmla="*/ 3 h 10"/>
                <a:gd name="T4" fmla="*/ 5 w 5"/>
                <a:gd name="T5" fmla="*/ 0 h 10"/>
                <a:gd name="T6" fmla="*/ 2 w 5"/>
                <a:gd name="T7" fmla="*/ 0 h 10"/>
                <a:gd name="T8" fmla="*/ 2 w 5"/>
                <a:gd name="T9" fmla="*/ 0 h 10"/>
                <a:gd name="T10" fmla="*/ 2 w 5"/>
                <a:gd name="T11" fmla="*/ 3 h 10"/>
                <a:gd name="T12" fmla="*/ 2 w 5"/>
                <a:gd name="T13" fmla="*/ 3 h 10"/>
                <a:gd name="T14" fmla="*/ 0 w 5"/>
                <a:gd name="T15" fmla="*/ 5 h 10"/>
                <a:gd name="T16" fmla="*/ 0 w 5"/>
                <a:gd name="T17" fmla="*/ 7 h 10"/>
                <a:gd name="T18" fmla="*/ 2 w 5"/>
                <a:gd name="T19" fmla="*/ 7 h 10"/>
                <a:gd name="T20" fmla="*/ 2 w 5"/>
                <a:gd name="T21" fmla="*/ 10 h 10"/>
                <a:gd name="T22" fmla="*/ 5 w 5"/>
                <a:gd name="T23" fmla="*/ 7 h 10"/>
                <a:gd name="T24" fmla="*/ 5 w 5"/>
                <a:gd name="T25" fmla="*/ 7 h 10"/>
                <a:gd name="T26" fmla="*/ 5 w 5"/>
                <a:gd name="T27" fmla="*/ 7 h 10"/>
                <a:gd name="T28" fmla="*/ 5 w 5"/>
                <a:gd name="T29" fmla="*/ 5 h 10"/>
                <a:gd name="T30" fmla="*/ 5 w 5"/>
                <a:gd name="T31" fmla="*/ 5 h 10"/>
                <a:gd name="T32" fmla="*/ 5 w 5"/>
                <a:gd name="T33" fmla="*/ 5 h 10"/>
                <a:gd name="T34" fmla="*/ 2 w 5"/>
                <a:gd name="T35" fmla="*/ 3 h 10"/>
                <a:gd name="T36" fmla="*/ 2 w 5"/>
                <a:gd name="T37" fmla="*/ 3 h 10"/>
                <a:gd name="T38" fmla="*/ 2 w 5"/>
                <a:gd name="T39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" h="10">
                  <a:moveTo>
                    <a:pt x="2" y="3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3">
              <a:extLst>
                <a:ext uri="{FF2B5EF4-FFF2-40B4-BE49-F238E27FC236}">
                  <a16:creationId xmlns:a16="http://schemas.microsoft.com/office/drawing/2014/main" id="{D2FF49E7-026B-42D3-A4F9-55C81739F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344" y="4131629"/>
              <a:ext cx="6769" cy="10831"/>
            </a:xfrm>
            <a:custGeom>
              <a:avLst/>
              <a:gdLst>
                <a:gd name="T0" fmla="*/ 2 w 5"/>
                <a:gd name="T1" fmla="*/ 3 h 8"/>
                <a:gd name="T2" fmla="*/ 0 w 5"/>
                <a:gd name="T3" fmla="*/ 3 h 8"/>
                <a:gd name="T4" fmla="*/ 0 w 5"/>
                <a:gd name="T5" fmla="*/ 3 h 8"/>
                <a:gd name="T6" fmla="*/ 2 w 5"/>
                <a:gd name="T7" fmla="*/ 5 h 8"/>
                <a:gd name="T8" fmla="*/ 2 w 5"/>
                <a:gd name="T9" fmla="*/ 8 h 8"/>
                <a:gd name="T10" fmla="*/ 2 w 5"/>
                <a:gd name="T11" fmla="*/ 8 h 8"/>
                <a:gd name="T12" fmla="*/ 5 w 5"/>
                <a:gd name="T13" fmla="*/ 8 h 8"/>
                <a:gd name="T14" fmla="*/ 5 w 5"/>
                <a:gd name="T15" fmla="*/ 5 h 8"/>
                <a:gd name="T16" fmla="*/ 5 w 5"/>
                <a:gd name="T17" fmla="*/ 3 h 8"/>
                <a:gd name="T18" fmla="*/ 5 w 5"/>
                <a:gd name="T19" fmla="*/ 0 h 8"/>
                <a:gd name="T20" fmla="*/ 2 w 5"/>
                <a:gd name="T21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8">
                  <a:moveTo>
                    <a:pt x="2" y="3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2" y="8"/>
                  </a:lnTo>
                  <a:lnTo>
                    <a:pt x="5" y="8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0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4">
              <a:extLst>
                <a:ext uri="{FF2B5EF4-FFF2-40B4-BE49-F238E27FC236}">
                  <a16:creationId xmlns:a16="http://schemas.microsoft.com/office/drawing/2014/main" id="{AE009B9D-8E95-481F-95E5-3FB1225D6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344" y="4126214"/>
              <a:ext cx="9477" cy="9477"/>
            </a:xfrm>
            <a:custGeom>
              <a:avLst/>
              <a:gdLst>
                <a:gd name="T0" fmla="*/ 0 w 7"/>
                <a:gd name="T1" fmla="*/ 4 h 7"/>
                <a:gd name="T2" fmla="*/ 0 w 7"/>
                <a:gd name="T3" fmla="*/ 4 h 7"/>
                <a:gd name="T4" fmla="*/ 0 w 7"/>
                <a:gd name="T5" fmla="*/ 7 h 7"/>
                <a:gd name="T6" fmla="*/ 2 w 7"/>
                <a:gd name="T7" fmla="*/ 4 h 7"/>
                <a:gd name="T8" fmla="*/ 2 w 7"/>
                <a:gd name="T9" fmla="*/ 4 h 7"/>
                <a:gd name="T10" fmla="*/ 5 w 7"/>
                <a:gd name="T11" fmla="*/ 2 h 7"/>
                <a:gd name="T12" fmla="*/ 5 w 7"/>
                <a:gd name="T13" fmla="*/ 0 h 7"/>
                <a:gd name="T14" fmla="*/ 7 w 7"/>
                <a:gd name="T15" fmla="*/ 0 h 7"/>
                <a:gd name="T16" fmla="*/ 7 w 7"/>
                <a:gd name="T17" fmla="*/ 0 h 7"/>
                <a:gd name="T18" fmla="*/ 7 w 7"/>
                <a:gd name="T19" fmla="*/ 0 h 7"/>
                <a:gd name="T20" fmla="*/ 5 w 7"/>
                <a:gd name="T21" fmla="*/ 0 h 7"/>
                <a:gd name="T22" fmla="*/ 5 w 7"/>
                <a:gd name="T23" fmla="*/ 0 h 7"/>
                <a:gd name="T24" fmla="*/ 5 w 7"/>
                <a:gd name="T25" fmla="*/ 0 h 7"/>
                <a:gd name="T26" fmla="*/ 5 w 7"/>
                <a:gd name="T27" fmla="*/ 0 h 7"/>
                <a:gd name="T28" fmla="*/ 5 w 7"/>
                <a:gd name="T29" fmla="*/ 0 h 7"/>
                <a:gd name="T30" fmla="*/ 5 w 7"/>
                <a:gd name="T31" fmla="*/ 0 h 7"/>
                <a:gd name="T32" fmla="*/ 2 w 7"/>
                <a:gd name="T33" fmla="*/ 0 h 7"/>
                <a:gd name="T34" fmla="*/ 2 w 7"/>
                <a:gd name="T35" fmla="*/ 0 h 7"/>
                <a:gd name="T36" fmla="*/ 2 w 7"/>
                <a:gd name="T37" fmla="*/ 0 h 7"/>
                <a:gd name="T38" fmla="*/ 2 w 7"/>
                <a:gd name="T39" fmla="*/ 0 h 7"/>
                <a:gd name="T40" fmla="*/ 0 w 7"/>
                <a:gd name="T41" fmla="*/ 0 h 7"/>
                <a:gd name="T42" fmla="*/ 0 w 7"/>
                <a:gd name="T43" fmla="*/ 0 h 7"/>
                <a:gd name="T44" fmla="*/ 0 w 7"/>
                <a:gd name="T45" fmla="*/ 0 h 7"/>
                <a:gd name="T46" fmla="*/ 0 w 7"/>
                <a:gd name="T47" fmla="*/ 0 h 7"/>
                <a:gd name="T48" fmla="*/ 0 w 7"/>
                <a:gd name="T49" fmla="*/ 0 h 7"/>
                <a:gd name="T50" fmla="*/ 0 w 7"/>
                <a:gd name="T51" fmla="*/ 2 h 7"/>
                <a:gd name="T52" fmla="*/ 0 w 7"/>
                <a:gd name="T53" fmla="*/ 2 h 7"/>
                <a:gd name="T54" fmla="*/ 0 w 7"/>
                <a:gd name="T5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" h="7">
                  <a:moveTo>
                    <a:pt x="0" y="4"/>
                  </a:moveTo>
                  <a:lnTo>
                    <a:pt x="0" y="4"/>
                  </a:lnTo>
                  <a:lnTo>
                    <a:pt x="0" y="7"/>
                  </a:lnTo>
                  <a:lnTo>
                    <a:pt x="2" y="4"/>
                  </a:lnTo>
                  <a:lnTo>
                    <a:pt x="2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5">
              <a:extLst>
                <a:ext uri="{FF2B5EF4-FFF2-40B4-BE49-F238E27FC236}">
                  <a16:creationId xmlns:a16="http://schemas.microsoft.com/office/drawing/2014/main" id="{39357F45-93E0-4790-9181-87B930CE0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9789" y="4074769"/>
              <a:ext cx="21661" cy="31138"/>
            </a:xfrm>
            <a:custGeom>
              <a:avLst/>
              <a:gdLst>
                <a:gd name="T0" fmla="*/ 2 w 16"/>
                <a:gd name="T1" fmla="*/ 16 h 23"/>
                <a:gd name="T2" fmla="*/ 2 w 16"/>
                <a:gd name="T3" fmla="*/ 19 h 23"/>
                <a:gd name="T4" fmla="*/ 4 w 16"/>
                <a:gd name="T5" fmla="*/ 19 h 23"/>
                <a:gd name="T6" fmla="*/ 4 w 16"/>
                <a:gd name="T7" fmla="*/ 19 h 23"/>
                <a:gd name="T8" fmla="*/ 7 w 16"/>
                <a:gd name="T9" fmla="*/ 19 h 23"/>
                <a:gd name="T10" fmla="*/ 9 w 16"/>
                <a:gd name="T11" fmla="*/ 19 h 23"/>
                <a:gd name="T12" fmla="*/ 7 w 16"/>
                <a:gd name="T13" fmla="*/ 21 h 23"/>
                <a:gd name="T14" fmla="*/ 7 w 16"/>
                <a:gd name="T15" fmla="*/ 21 h 23"/>
                <a:gd name="T16" fmla="*/ 7 w 16"/>
                <a:gd name="T17" fmla="*/ 23 h 23"/>
                <a:gd name="T18" fmla="*/ 9 w 16"/>
                <a:gd name="T19" fmla="*/ 19 h 23"/>
                <a:gd name="T20" fmla="*/ 12 w 16"/>
                <a:gd name="T21" fmla="*/ 19 h 23"/>
                <a:gd name="T22" fmla="*/ 12 w 16"/>
                <a:gd name="T23" fmla="*/ 16 h 23"/>
                <a:gd name="T24" fmla="*/ 12 w 16"/>
                <a:gd name="T25" fmla="*/ 16 h 23"/>
                <a:gd name="T26" fmla="*/ 12 w 16"/>
                <a:gd name="T27" fmla="*/ 14 h 23"/>
                <a:gd name="T28" fmla="*/ 16 w 16"/>
                <a:gd name="T29" fmla="*/ 7 h 23"/>
                <a:gd name="T30" fmla="*/ 16 w 16"/>
                <a:gd name="T31" fmla="*/ 5 h 23"/>
                <a:gd name="T32" fmla="*/ 16 w 16"/>
                <a:gd name="T33" fmla="*/ 2 h 23"/>
                <a:gd name="T34" fmla="*/ 14 w 16"/>
                <a:gd name="T35" fmla="*/ 0 h 23"/>
                <a:gd name="T36" fmla="*/ 14 w 16"/>
                <a:gd name="T37" fmla="*/ 0 h 23"/>
                <a:gd name="T38" fmla="*/ 12 w 16"/>
                <a:gd name="T39" fmla="*/ 0 h 23"/>
                <a:gd name="T40" fmla="*/ 12 w 16"/>
                <a:gd name="T41" fmla="*/ 5 h 23"/>
                <a:gd name="T42" fmla="*/ 12 w 16"/>
                <a:gd name="T43" fmla="*/ 5 h 23"/>
                <a:gd name="T44" fmla="*/ 9 w 16"/>
                <a:gd name="T45" fmla="*/ 5 h 23"/>
                <a:gd name="T46" fmla="*/ 9 w 16"/>
                <a:gd name="T47" fmla="*/ 7 h 23"/>
                <a:gd name="T48" fmla="*/ 12 w 16"/>
                <a:gd name="T49" fmla="*/ 9 h 23"/>
                <a:gd name="T50" fmla="*/ 9 w 16"/>
                <a:gd name="T51" fmla="*/ 14 h 23"/>
                <a:gd name="T52" fmla="*/ 7 w 16"/>
                <a:gd name="T53" fmla="*/ 14 h 23"/>
                <a:gd name="T54" fmla="*/ 7 w 16"/>
                <a:gd name="T55" fmla="*/ 14 h 23"/>
                <a:gd name="T56" fmla="*/ 4 w 16"/>
                <a:gd name="T57" fmla="*/ 12 h 23"/>
                <a:gd name="T58" fmla="*/ 2 w 16"/>
                <a:gd name="T59" fmla="*/ 14 h 23"/>
                <a:gd name="T60" fmla="*/ 0 w 16"/>
                <a:gd name="T61" fmla="*/ 16 h 23"/>
                <a:gd name="T62" fmla="*/ 0 w 16"/>
                <a:gd name="T63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" h="23">
                  <a:moveTo>
                    <a:pt x="0" y="16"/>
                  </a:moveTo>
                  <a:lnTo>
                    <a:pt x="2" y="16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9" y="21"/>
                  </a:lnTo>
                  <a:lnTo>
                    <a:pt x="9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7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6">
              <a:extLst>
                <a:ext uri="{FF2B5EF4-FFF2-40B4-BE49-F238E27FC236}">
                  <a16:creationId xmlns:a16="http://schemas.microsoft.com/office/drawing/2014/main" id="{C56E6488-D460-4B36-AE41-CD2C87BCD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8219" y="4046339"/>
              <a:ext cx="25723" cy="24369"/>
            </a:xfrm>
            <a:custGeom>
              <a:avLst/>
              <a:gdLst>
                <a:gd name="T0" fmla="*/ 2 w 19"/>
                <a:gd name="T1" fmla="*/ 7 h 18"/>
                <a:gd name="T2" fmla="*/ 2 w 19"/>
                <a:gd name="T3" fmla="*/ 9 h 18"/>
                <a:gd name="T4" fmla="*/ 2 w 19"/>
                <a:gd name="T5" fmla="*/ 9 h 18"/>
                <a:gd name="T6" fmla="*/ 2 w 19"/>
                <a:gd name="T7" fmla="*/ 9 h 18"/>
                <a:gd name="T8" fmla="*/ 5 w 19"/>
                <a:gd name="T9" fmla="*/ 9 h 18"/>
                <a:gd name="T10" fmla="*/ 2 w 19"/>
                <a:gd name="T11" fmla="*/ 11 h 18"/>
                <a:gd name="T12" fmla="*/ 5 w 19"/>
                <a:gd name="T13" fmla="*/ 14 h 18"/>
                <a:gd name="T14" fmla="*/ 7 w 19"/>
                <a:gd name="T15" fmla="*/ 18 h 18"/>
                <a:gd name="T16" fmla="*/ 9 w 19"/>
                <a:gd name="T17" fmla="*/ 18 h 18"/>
                <a:gd name="T18" fmla="*/ 9 w 19"/>
                <a:gd name="T19" fmla="*/ 18 h 18"/>
                <a:gd name="T20" fmla="*/ 9 w 19"/>
                <a:gd name="T21" fmla="*/ 16 h 18"/>
                <a:gd name="T22" fmla="*/ 12 w 19"/>
                <a:gd name="T23" fmla="*/ 11 h 18"/>
                <a:gd name="T24" fmla="*/ 14 w 19"/>
                <a:gd name="T25" fmla="*/ 9 h 18"/>
                <a:gd name="T26" fmla="*/ 14 w 19"/>
                <a:gd name="T27" fmla="*/ 9 h 18"/>
                <a:gd name="T28" fmla="*/ 17 w 19"/>
                <a:gd name="T29" fmla="*/ 7 h 18"/>
                <a:gd name="T30" fmla="*/ 17 w 19"/>
                <a:gd name="T31" fmla="*/ 4 h 18"/>
                <a:gd name="T32" fmla="*/ 17 w 19"/>
                <a:gd name="T33" fmla="*/ 4 h 18"/>
                <a:gd name="T34" fmla="*/ 19 w 19"/>
                <a:gd name="T35" fmla="*/ 2 h 18"/>
                <a:gd name="T36" fmla="*/ 17 w 19"/>
                <a:gd name="T37" fmla="*/ 2 h 18"/>
                <a:gd name="T38" fmla="*/ 14 w 19"/>
                <a:gd name="T39" fmla="*/ 2 h 18"/>
                <a:gd name="T40" fmla="*/ 14 w 19"/>
                <a:gd name="T41" fmla="*/ 2 h 18"/>
                <a:gd name="T42" fmla="*/ 12 w 19"/>
                <a:gd name="T43" fmla="*/ 0 h 18"/>
                <a:gd name="T44" fmla="*/ 12 w 19"/>
                <a:gd name="T45" fmla="*/ 0 h 18"/>
                <a:gd name="T46" fmla="*/ 12 w 19"/>
                <a:gd name="T47" fmla="*/ 0 h 18"/>
                <a:gd name="T48" fmla="*/ 9 w 19"/>
                <a:gd name="T49" fmla="*/ 0 h 18"/>
                <a:gd name="T50" fmla="*/ 7 w 19"/>
                <a:gd name="T51" fmla="*/ 0 h 18"/>
                <a:gd name="T52" fmla="*/ 7 w 19"/>
                <a:gd name="T53" fmla="*/ 2 h 18"/>
                <a:gd name="T54" fmla="*/ 7 w 19"/>
                <a:gd name="T55" fmla="*/ 2 h 18"/>
                <a:gd name="T56" fmla="*/ 5 w 19"/>
                <a:gd name="T57" fmla="*/ 2 h 18"/>
                <a:gd name="T58" fmla="*/ 5 w 19"/>
                <a:gd name="T59" fmla="*/ 4 h 18"/>
                <a:gd name="T60" fmla="*/ 7 w 19"/>
                <a:gd name="T61" fmla="*/ 7 h 18"/>
                <a:gd name="T62" fmla="*/ 5 w 19"/>
                <a:gd name="T63" fmla="*/ 7 h 18"/>
                <a:gd name="T64" fmla="*/ 5 w 19"/>
                <a:gd name="T65" fmla="*/ 7 h 18"/>
                <a:gd name="T66" fmla="*/ 0 w 19"/>
                <a:gd name="T67" fmla="*/ 7 h 18"/>
                <a:gd name="T68" fmla="*/ 2 w 19"/>
                <a:gd name="T6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18">
                  <a:moveTo>
                    <a:pt x="2" y="7"/>
                  </a:moveTo>
                  <a:lnTo>
                    <a:pt x="2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7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9" y="14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7"/>
                  </a:lnTo>
                  <a:lnTo>
                    <a:pt x="17" y="7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7">
              <a:extLst>
                <a:ext uri="{FF2B5EF4-FFF2-40B4-BE49-F238E27FC236}">
                  <a16:creationId xmlns:a16="http://schemas.microsoft.com/office/drawing/2014/main" id="{7BBD5431-07E1-46CB-954E-FAA0FFAC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1176" y="3994894"/>
              <a:ext cx="13538" cy="14892"/>
            </a:xfrm>
            <a:custGeom>
              <a:avLst/>
              <a:gdLst>
                <a:gd name="T0" fmla="*/ 0 w 10"/>
                <a:gd name="T1" fmla="*/ 7 h 11"/>
                <a:gd name="T2" fmla="*/ 0 w 10"/>
                <a:gd name="T3" fmla="*/ 7 h 11"/>
                <a:gd name="T4" fmla="*/ 2 w 10"/>
                <a:gd name="T5" fmla="*/ 7 h 11"/>
                <a:gd name="T6" fmla="*/ 2 w 10"/>
                <a:gd name="T7" fmla="*/ 9 h 11"/>
                <a:gd name="T8" fmla="*/ 2 w 10"/>
                <a:gd name="T9" fmla="*/ 9 h 11"/>
                <a:gd name="T10" fmla="*/ 5 w 10"/>
                <a:gd name="T11" fmla="*/ 9 h 11"/>
                <a:gd name="T12" fmla="*/ 5 w 10"/>
                <a:gd name="T13" fmla="*/ 9 h 11"/>
                <a:gd name="T14" fmla="*/ 5 w 10"/>
                <a:gd name="T15" fmla="*/ 9 h 11"/>
                <a:gd name="T16" fmla="*/ 5 w 10"/>
                <a:gd name="T17" fmla="*/ 9 h 11"/>
                <a:gd name="T18" fmla="*/ 7 w 10"/>
                <a:gd name="T19" fmla="*/ 11 h 11"/>
                <a:gd name="T20" fmla="*/ 7 w 10"/>
                <a:gd name="T21" fmla="*/ 7 h 11"/>
                <a:gd name="T22" fmla="*/ 7 w 10"/>
                <a:gd name="T23" fmla="*/ 4 h 11"/>
                <a:gd name="T24" fmla="*/ 7 w 10"/>
                <a:gd name="T25" fmla="*/ 4 h 11"/>
                <a:gd name="T26" fmla="*/ 7 w 10"/>
                <a:gd name="T27" fmla="*/ 4 h 11"/>
                <a:gd name="T28" fmla="*/ 10 w 10"/>
                <a:gd name="T29" fmla="*/ 2 h 11"/>
                <a:gd name="T30" fmla="*/ 7 w 10"/>
                <a:gd name="T31" fmla="*/ 2 h 11"/>
                <a:gd name="T32" fmla="*/ 7 w 10"/>
                <a:gd name="T33" fmla="*/ 2 h 11"/>
                <a:gd name="T34" fmla="*/ 7 w 10"/>
                <a:gd name="T35" fmla="*/ 2 h 11"/>
                <a:gd name="T36" fmla="*/ 7 w 10"/>
                <a:gd name="T37" fmla="*/ 0 h 11"/>
                <a:gd name="T38" fmla="*/ 7 w 10"/>
                <a:gd name="T39" fmla="*/ 0 h 11"/>
                <a:gd name="T40" fmla="*/ 7 w 10"/>
                <a:gd name="T41" fmla="*/ 0 h 11"/>
                <a:gd name="T42" fmla="*/ 7 w 10"/>
                <a:gd name="T43" fmla="*/ 0 h 11"/>
                <a:gd name="T44" fmla="*/ 7 w 10"/>
                <a:gd name="T45" fmla="*/ 0 h 11"/>
                <a:gd name="T46" fmla="*/ 7 w 10"/>
                <a:gd name="T47" fmla="*/ 0 h 11"/>
                <a:gd name="T48" fmla="*/ 7 w 10"/>
                <a:gd name="T49" fmla="*/ 0 h 11"/>
                <a:gd name="T50" fmla="*/ 5 w 10"/>
                <a:gd name="T51" fmla="*/ 0 h 11"/>
                <a:gd name="T52" fmla="*/ 5 w 10"/>
                <a:gd name="T53" fmla="*/ 0 h 11"/>
                <a:gd name="T54" fmla="*/ 5 w 10"/>
                <a:gd name="T55" fmla="*/ 2 h 11"/>
                <a:gd name="T56" fmla="*/ 2 w 10"/>
                <a:gd name="T57" fmla="*/ 4 h 11"/>
                <a:gd name="T58" fmla="*/ 2 w 10"/>
                <a:gd name="T59" fmla="*/ 4 h 11"/>
                <a:gd name="T60" fmla="*/ 2 w 10"/>
                <a:gd name="T61" fmla="*/ 4 h 11"/>
                <a:gd name="T62" fmla="*/ 0 w 10"/>
                <a:gd name="T63" fmla="*/ 4 h 11"/>
                <a:gd name="T64" fmla="*/ 0 w 10"/>
                <a:gd name="T65" fmla="*/ 4 h 11"/>
                <a:gd name="T66" fmla="*/ 0 w 10"/>
                <a:gd name="T67" fmla="*/ 4 h 11"/>
                <a:gd name="T68" fmla="*/ 0 w 10"/>
                <a:gd name="T69" fmla="*/ 4 h 11"/>
                <a:gd name="T70" fmla="*/ 0 w 10"/>
                <a:gd name="T7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lnTo>
                    <a:pt x="0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8">
              <a:extLst>
                <a:ext uri="{FF2B5EF4-FFF2-40B4-BE49-F238E27FC236}">
                  <a16:creationId xmlns:a16="http://schemas.microsoft.com/office/drawing/2014/main" id="{1D728AE1-6725-4B37-8A7C-AC67E6F0D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8992" y="3974587"/>
              <a:ext cx="9477" cy="13538"/>
            </a:xfrm>
            <a:custGeom>
              <a:avLst/>
              <a:gdLst>
                <a:gd name="T0" fmla="*/ 2 w 7"/>
                <a:gd name="T1" fmla="*/ 8 h 10"/>
                <a:gd name="T2" fmla="*/ 2 w 7"/>
                <a:gd name="T3" fmla="*/ 10 h 10"/>
                <a:gd name="T4" fmla="*/ 2 w 7"/>
                <a:gd name="T5" fmla="*/ 10 h 10"/>
                <a:gd name="T6" fmla="*/ 4 w 7"/>
                <a:gd name="T7" fmla="*/ 10 h 10"/>
                <a:gd name="T8" fmla="*/ 7 w 7"/>
                <a:gd name="T9" fmla="*/ 10 h 10"/>
                <a:gd name="T10" fmla="*/ 7 w 7"/>
                <a:gd name="T11" fmla="*/ 10 h 10"/>
                <a:gd name="T12" fmla="*/ 7 w 7"/>
                <a:gd name="T13" fmla="*/ 8 h 10"/>
                <a:gd name="T14" fmla="*/ 4 w 7"/>
                <a:gd name="T15" fmla="*/ 8 h 10"/>
                <a:gd name="T16" fmla="*/ 4 w 7"/>
                <a:gd name="T17" fmla="*/ 8 h 10"/>
                <a:gd name="T18" fmla="*/ 4 w 7"/>
                <a:gd name="T19" fmla="*/ 5 h 10"/>
                <a:gd name="T20" fmla="*/ 4 w 7"/>
                <a:gd name="T21" fmla="*/ 5 h 10"/>
                <a:gd name="T22" fmla="*/ 4 w 7"/>
                <a:gd name="T23" fmla="*/ 5 h 10"/>
                <a:gd name="T24" fmla="*/ 4 w 7"/>
                <a:gd name="T25" fmla="*/ 3 h 10"/>
                <a:gd name="T26" fmla="*/ 4 w 7"/>
                <a:gd name="T27" fmla="*/ 3 h 10"/>
                <a:gd name="T28" fmla="*/ 2 w 7"/>
                <a:gd name="T29" fmla="*/ 0 h 10"/>
                <a:gd name="T30" fmla="*/ 2 w 7"/>
                <a:gd name="T31" fmla="*/ 3 h 10"/>
                <a:gd name="T32" fmla="*/ 2 w 7"/>
                <a:gd name="T33" fmla="*/ 5 h 10"/>
                <a:gd name="T34" fmla="*/ 0 w 7"/>
                <a:gd name="T35" fmla="*/ 5 h 10"/>
                <a:gd name="T36" fmla="*/ 0 w 7"/>
                <a:gd name="T37" fmla="*/ 8 h 10"/>
                <a:gd name="T38" fmla="*/ 0 w 7"/>
                <a:gd name="T39" fmla="*/ 8 h 10"/>
                <a:gd name="T40" fmla="*/ 2 w 7"/>
                <a:gd name="T4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" h="10">
                  <a:moveTo>
                    <a:pt x="2" y="8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9">
              <a:extLst>
                <a:ext uri="{FF2B5EF4-FFF2-40B4-BE49-F238E27FC236}">
                  <a16:creationId xmlns:a16="http://schemas.microsoft.com/office/drawing/2014/main" id="{535CE5A7-B3D5-4C77-B571-0CE982702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5579" y="3908250"/>
              <a:ext cx="557771" cy="588909"/>
            </a:xfrm>
            <a:custGeom>
              <a:avLst/>
              <a:gdLst>
                <a:gd name="T0" fmla="*/ 393 w 412"/>
                <a:gd name="T1" fmla="*/ 248 h 435"/>
                <a:gd name="T2" fmla="*/ 371 w 412"/>
                <a:gd name="T3" fmla="*/ 225 h 435"/>
                <a:gd name="T4" fmla="*/ 353 w 412"/>
                <a:gd name="T5" fmla="*/ 239 h 435"/>
                <a:gd name="T6" fmla="*/ 348 w 412"/>
                <a:gd name="T7" fmla="*/ 187 h 435"/>
                <a:gd name="T8" fmla="*/ 336 w 412"/>
                <a:gd name="T9" fmla="*/ 239 h 435"/>
                <a:gd name="T10" fmla="*/ 331 w 412"/>
                <a:gd name="T11" fmla="*/ 253 h 435"/>
                <a:gd name="T12" fmla="*/ 312 w 412"/>
                <a:gd name="T13" fmla="*/ 218 h 435"/>
                <a:gd name="T14" fmla="*/ 312 w 412"/>
                <a:gd name="T15" fmla="*/ 191 h 435"/>
                <a:gd name="T16" fmla="*/ 305 w 412"/>
                <a:gd name="T17" fmla="*/ 154 h 435"/>
                <a:gd name="T18" fmla="*/ 296 w 412"/>
                <a:gd name="T19" fmla="*/ 182 h 435"/>
                <a:gd name="T20" fmla="*/ 279 w 412"/>
                <a:gd name="T21" fmla="*/ 191 h 435"/>
                <a:gd name="T22" fmla="*/ 277 w 412"/>
                <a:gd name="T23" fmla="*/ 175 h 435"/>
                <a:gd name="T24" fmla="*/ 263 w 412"/>
                <a:gd name="T25" fmla="*/ 175 h 435"/>
                <a:gd name="T26" fmla="*/ 253 w 412"/>
                <a:gd name="T27" fmla="*/ 165 h 435"/>
                <a:gd name="T28" fmla="*/ 258 w 412"/>
                <a:gd name="T29" fmla="*/ 128 h 435"/>
                <a:gd name="T30" fmla="*/ 222 w 412"/>
                <a:gd name="T31" fmla="*/ 120 h 435"/>
                <a:gd name="T32" fmla="*/ 203 w 412"/>
                <a:gd name="T33" fmla="*/ 144 h 435"/>
                <a:gd name="T34" fmla="*/ 192 w 412"/>
                <a:gd name="T35" fmla="*/ 154 h 435"/>
                <a:gd name="T36" fmla="*/ 175 w 412"/>
                <a:gd name="T37" fmla="*/ 163 h 435"/>
                <a:gd name="T38" fmla="*/ 175 w 412"/>
                <a:gd name="T39" fmla="*/ 177 h 435"/>
                <a:gd name="T40" fmla="*/ 166 w 412"/>
                <a:gd name="T41" fmla="*/ 170 h 435"/>
                <a:gd name="T42" fmla="*/ 151 w 412"/>
                <a:gd name="T43" fmla="*/ 170 h 435"/>
                <a:gd name="T44" fmla="*/ 137 w 412"/>
                <a:gd name="T45" fmla="*/ 175 h 435"/>
                <a:gd name="T46" fmla="*/ 121 w 412"/>
                <a:gd name="T47" fmla="*/ 161 h 435"/>
                <a:gd name="T48" fmla="*/ 118 w 412"/>
                <a:gd name="T49" fmla="*/ 139 h 435"/>
                <a:gd name="T50" fmla="*/ 85 w 412"/>
                <a:gd name="T51" fmla="*/ 135 h 435"/>
                <a:gd name="T52" fmla="*/ 73 w 412"/>
                <a:gd name="T53" fmla="*/ 182 h 435"/>
                <a:gd name="T54" fmla="*/ 64 w 412"/>
                <a:gd name="T55" fmla="*/ 123 h 435"/>
                <a:gd name="T56" fmla="*/ 59 w 412"/>
                <a:gd name="T57" fmla="*/ 85 h 435"/>
                <a:gd name="T58" fmla="*/ 57 w 412"/>
                <a:gd name="T59" fmla="*/ 52 h 435"/>
                <a:gd name="T60" fmla="*/ 31 w 412"/>
                <a:gd name="T61" fmla="*/ 40 h 435"/>
                <a:gd name="T62" fmla="*/ 52 w 412"/>
                <a:gd name="T63" fmla="*/ 21 h 435"/>
                <a:gd name="T64" fmla="*/ 33 w 412"/>
                <a:gd name="T65" fmla="*/ 12 h 435"/>
                <a:gd name="T66" fmla="*/ 2 w 412"/>
                <a:gd name="T67" fmla="*/ 68 h 435"/>
                <a:gd name="T68" fmla="*/ 12 w 412"/>
                <a:gd name="T69" fmla="*/ 99 h 435"/>
                <a:gd name="T70" fmla="*/ 7 w 412"/>
                <a:gd name="T71" fmla="*/ 135 h 435"/>
                <a:gd name="T72" fmla="*/ 28 w 412"/>
                <a:gd name="T73" fmla="*/ 234 h 435"/>
                <a:gd name="T74" fmla="*/ 43 w 412"/>
                <a:gd name="T75" fmla="*/ 265 h 435"/>
                <a:gd name="T76" fmla="*/ 33 w 412"/>
                <a:gd name="T77" fmla="*/ 289 h 435"/>
                <a:gd name="T78" fmla="*/ 26 w 412"/>
                <a:gd name="T79" fmla="*/ 343 h 435"/>
                <a:gd name="T80" fmla="*/ 57 w 412"/>
                <a:gd name="T81" fmla="*/ 343 h 435"/>
                <a:gd name="T82" fmla="*/ 45 w 412"/>
                <a:gd name="T83" fmla="*/ 421 h 435"/>
                <a:gd name="T84" fmla="*/ 97 w 412"/>
                <a:gd name="T85" fmla="*/ 405 h 435"/>
                <a:gd name="T86" fmla="*/ 128 w 412"/>
                <a:gd name="T87" fmla="*/ 388 h 435"/>
                <a:gd name="T88" fmla="*/ 163 w 412"/>
                <a:gd name="T89" fmla="*/ 369 h 435"/>
                <a:gd name="T90" fmla="*/ 201 w 412"/>
                <a:gd name="T91" fmla="*/ 336 h 435"/>
                <a:gd name="T92" fmla="*/ 208 w 412"/>
                <a:gd name="T93" fmla="*/ 322 h 435"/>
                <a:gd name="T94" fmla="*/ 220 w 412"/>
                <a:gd name="T95" fmla="*/ 322 h 435"/>
                <a:gd name="T96" fmla="*/ 232 w 412"/>
                <a:gd name="T97" fmla="*/ 326 h 435"/>
                <a:gd name="T98" fmla="*/ 246 w 412"/>
                <a:gd name="T99" fmla="*/ 331 h 435"/>
                <a:gd name="T100" fmla="*/ 246 w 412"/>
                <a:gd name="T101" fmla="*/ 303 h 435"/>
                <a:gd name="T102" fmla="*/ 263 w 412"/>
                <a:gd name="T103" fmla="*/ 284 h 435"/>
                <a:gd name="T104" fmla="*/ 267 w 412"/>
                <a:gd name="T105" fmla="*/ 326 h 435"/>
                <a:gd name="T106" fmla="*/ 274 w 412"/>
                <a:gd name="T107" fmla="*/ 378 h 435"/>
                <a:gd name="T108" fmla="*/ 291 w 412"/>
                <a:gd name="T109" fmla="*/ 348 h 435"/>
                <a:gd name="T110" fmla="*/ 289 w 412"/>
                <a:gd name="T111" fmla="*/ 307 h 435"/>
                <a:gd name="T112" fmla="*/ 305 w 412"/>
                <a:gd name="T113" fmla="*/ 298 h 435"/>
                <a:gd name="T114" fmla="*/ 301 w 412"/>
                <a:gd name="T115" fmla="*/ 251 h 435"/>
                <a:gd name="T116" fmla="*/ 329 w 412"/>
                <a:gd name="T117" fmla="*/ 272 h 435"/>
                <a:gd name="T118" fmla="*/ 341 w 412"/>
                <a:gd name="T119" fmla="*/ 317 h 435"/>
                <a:gd name="T120" fmla="*/ 357 w 412"/>
                <a:gd name="T121" fmla="*/ 291 h 435"/>
                <a:gd name="T122" fmla="*/ 374 w 412"/>
                <a:gd name="T123" fmla="*/ 307 h 435"/>
                <a:gd name="T124" fmla="*/ 398 w 412"/>
                <a:gd name="T125" fmla="*/ 312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2" h="435">
                  <a:moveTo>
                    <a:pt x="409" y="300"/>
                  </a:moveTo>
                  <a:lnTo>
                    <a:pt x="409" y="298"/>
                  </a:lnTo>
                  <a:lnTo>
                    <a:pt x="409" y="298"/>
                  </a:lnTo>
                  <a:lnTo>
                    <a:pt x="412" y="296"/>
                  </a:lnTo>
                  <a:lnTo>
                    <a:pt x="412" y="296"/>
                  </a:lnTo>
                  <a:lnTo>
                    <a:pt x="409" y="293"/>
                  </a:lnTo>
                  <a:lnTo>
                    <a:pt x="412" y="291"/>
                  </a:lnTo>
                  <a:lnTo>
                    <a:pt x="409" y="291"/>
                  </a:lnTo>
                  <a:lnTo>
                    <a:pt x="409" y="291"/>
                  </a:lnTo>
                  <a:lnTo>
                    <a:pt x="409" y="289"/>
                  </a:lnTo>
                  <a:lnTo>
                    <a:pt x="409" y="289"/>
                  </a:lnTo>
                  <a:lnTo>
                    <a:pt x="407" y="286"/>
                  </a:lnTo>
                  <a:lnTo>
                    <a:pt x="407" y="284"/>
                  </a:lnTo>
                  <a:lnTo>
                    <a:pt x="407" y="281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4"/>
                  </a:lnTo>
                  <a:lnTo>
                    <a:pt x="402" y="274"/>
                  </a:lnTo>
                  <a:lnTo>
                    <a:pt x="402" y="274"/>
                  </a:lnTo>
                  <a:lnTo>
                    <a:pt x="402" y="270"/>
                  </a:lnTo>
                  <a:lnTo>
                    <a:pt x="402" y="270"/>
                  </a:lnTo>
                  <a:lnTo>
                    <a:pt x="402" y="270"/>
                  </a:lnTo>
                  <a:lnTo>
                    <a:pt x="402" y="270"/>
                  </a:lnTo>
                  <a:lnTo>
                    <a:pt x="400" y="270"/>
                  </a:lnTo>
                  <a:lnTo>
                    <a:pt x="400" y="270"/>
                  </a:lnTo>
                  <a:lnTo>
                    <a:pt x="402" y="270"/>
                  </a:lnTo>
                  <a:lnTo>
                    <a:pt x="402" y="267"/>
                  </a:lnTo>
                  <a:lnTo>
                    <a:pt x="400" y="267"/>
                  </a:lnTo>
                  <a:lnTo>
                    <a:pt x="400" y="267"/>
                  </a:lnTo>
                  <a:lnTo>
                    <a:pt x="398" y="267"/>
                  </a:lnTo>
                  <a:lnTo>
                    <a:pt x="395" y="270"/>
                  </a:lnTo>
                  <a:lnTo>
                    <a:pt x="395" y="267"/>
                  </a:lnTo>
                  <a:lnTo>
                    <a:pt x="398" y="267"/>
                  </a:lnTo>
                  <a:lnTo>
                    <a:pt x="398" y="265"/>
                  </a:lnTo>
                  <a:lnTo>
                    <a:pt x="398" y="265"/>
                  </a:lnTo>
                  <a:lnTo>
                    <a:pt x="398" y="262"/>
                  </a:lnTo>
                  <a:lnTo>
                    <a:pt x="395" y="260"/>
                  </a:lnTo>
                  <a:lnTo>
                    <a:pt x="395" y="260"/>
                  </a:lnTo>
                  <a:lnTo>
                    <a:pt x="395" y="258"/>
                  </a:lnTo>
                  <a:lnTo>
                    <a:pt x="395" y="258"/>
                  </a:lnTo>
                  <a:lnTo>
                    <a:pt x="395" y="255"/>
                  </a:lnTo>
                  <a:lnTo>
                    <a:pt x="395" y="255"/>
                  </a:lnTo>
                  <a:lnTo>
                    <a:pt x="393" y="253"/>
                  </a:lnTo>
                  <a:lnTo>
                    <a:pt x="393" y="251"/>
                  </a:lnTo>
                  <a:lnTo>
                    <a:pt x="393" y="251"/>
                  </a:lnTo>
                  <a:lnTo>
                    <a:pt x="393" y="251"/>
                  </a:lnTo>
                  <a:lnTo>
                    <a:pt x="393" y="248"/>
                  </a:lnTo>
                  <a:lnTo>
                    <a:pt x="393" y="248"/>
                  </a:lnTo>
                  <a:lnTo>
                    <a:pt x="393" y="246"/>
                  </a:lnTo>
                  <a:lnTo>
                    <a:pt x="393" y="246"/>
                  </a:lnTo>
                  <a:lnTo>
                    <a:pt x="393" y="246"/>
                  </a:lnTo>
                  <a:lnTo>
                    <a:pt x="390" y="246"/>
                  </a:lnTo>
                  <a:lnTo>
                    <a:pt x="390" y="246"/>
                  </a:lnTo>
                  <a:lnTo>
                    <a:pt x="390" y="246"/>
                  </a:lnTo>
                  <a:lnTo>
                    <a:pt x="393" y="246"/>
                  </a:lnTo>
                  <a:lnTo>
                    <a:pt x="393" y="244"/>
                  </a:lnTo>
                  <a:lnTo>
                    <a:pt x="393" y="244"/>
                  </a:lnTo>
                  <a:lnTo>
                    <a:pt x="390" y="239"/>
                  </a:lnTo>
                  <a:lnTo>
                    <a:pt x="390" y="239"/>
                  </a:lnTo>
                  <a:lnTo>
                    <a:pt x="390" y="236"/>
                  </a:lnTo>
                  <a:lnTo>
                    <a:pt x="390" y="234"/>
                  </a:lnTo>
                  <a:lnTo>
                    <a:pt x="390" y="234"/>
                  </a:lnTo>
                  <a:lnTo>
                    <a:pt x="390" y="232"/>
                  </a:lnTo>
                  <a:lnTo>
                    <a:pt x="390" y="232"/>
                  </a:lnTo>
                  <a:lnTo>
                    <a:pt x="388" y="232"/>
                  </a:lnTo>
                  <a:lnTo>
                    <a:pt x="388" y="229"/>
                  </a:lnTo>
                  <a:lnTo>
                    <a:pt x="388" y="227"/>
                  </a:lnTo>
                  <a:lnTo>
                    <a:pt x="390" y="227"/>
                  </a:lnTo>
                  <a:lnTo>
                    <a:pt x="388" y="225"/>
                  </a:lnTo>
                  <a:lnTo>
                    <a:pt x="388" y="225"/>
                  </a:lnTo>
                  <a:lnTo>
                    <a:pt x="388" y="225"/>
                  </a:lnTo>
                  <a:lnTo>
                    <a:pt x="386" y="225"/>
                  </a:lnTo>
                  <a:lnTo>
                    <a:pt x="386" y="225"/>
                  </a:lnTo>
                  <a:lnTo>
                    <a:pt x="383" y="225"/>
                  </a:lnTo>
                  <a:lnTo>
                    <a:pt x="383" y="222"/>
                  </a:lnTo>
                  <a:lnTo>
                    <a:pt x="383" y="225"/>
                  </a:lnTo>
                  <a:lnTo>
                    <a:pt x="383" y="220"/>
                  </a:lnTo>
                  <a:lnTo>
                    <a:pt x="381" y="220"/>
                  </a:lnTo>
                  <a:lnTo>
                    <a:pt x="379" y="215"/>
                  </a:lnTo>
                  <a:lnTo>
                    <a:pt x="379" y="215"/>
                  </a:lnTo>
                  <a:lnTo>
                    <a:pt x="379" y="215"/>
                  </a:lnTo>
                  <a:lnTo>
                    <a:pt x="376" y="215"/>
                  </a:lnTo>
                  <a:lnTo>
                    <a:pt x="376" y="215"/>
                  </a:lnTo>
                  <a:lnTo>
                    <a:pt x="376" y="215"/>
                  </a:lnTo>
                  <a:lnTo>
                    <a:pt x="374" y="213"/>
                  </a:lnTo>
                  <a:lnTo>
                    <a:pt x="374" y="213"/>
                  </a:lnTo>
                  <a:lnTo>
                    <a:pt x="371" y="208"/>
                  </a:lnTo>
                  <a:lnTo>
                    <a:pt x="371" y="208"/>
                  </a:lnTo>
                  <a:lnTo>
                    <a:pt x="369" y="208"/>
                  </a:lnTo>
                  <a:lnTo>
                    <a:pt x="369" y="208"/>
                  </a:lnTo>
                  <a:lnTo>
                    <a:pt x="367" y="208"/>
                  </a:lnTo>
                  <a:lnTo>
                    <a:pt x="367" y="208"/>
                  </a:lnTo>
                  <a:lnTo>
                    <a:pt x="364" y="210"/>
                  </a:lnTo>
                  <a:lnTo>
                    <a:pt x="367" y="213"/>
                  </a:lnTo>
                  <a:lnTo>
                    <a:pt x="371" y="222"/>
                  </a:lnTo>
                  <a:lnTo>
                    <a:pt x="371" y="225"/>
                  </a:lnTo>
                  <a:lnTo>
                    <a:pt x="371" y="225"/>
                  </a:lnTo>
                  <a:lnTo>
                    <a:pt x="371" y="227"/>
                  </a:lnTo>
                  <a:lnTo>
                    <a:pt x="371" y="229"/>
                  </a:lnTo>
                  <a:lnTo>
                    <a:pt x="371" y="232"/>
                  </a:lnTo>
                  <a:lnTo>
                    <a:pt x="371" y="236"/>
                  </a:lnTo>
                  <a:lnTo>
                    <a:pt x="369" y="241"/>
                  </a:lnTo>
                  <a:lnTo>
                    <a:pt x="369" y="244"/>
                  </a:lnTo>
                  <a:lnTo>
                    <a:pt x="369" y="248"/>
                  </a:lnTo>
                  <a:lnTo>
                    <a:pt x="369" y="251"/>
                  </a:lnTo>
                  <a:lnTo>
                    <a:pt x="369" y="248"/>
                  </a:lnTo>
                  <a:lnTo>
                    <a:pt x="369" y="248"/>
                  </a:lnTo>
                  <a:lnTo>
                    <a:pt x="367" y="248"/>
                  </a:lnTo>
                  <a:lnTo>
                    <a:pt x="367" y="248"/>
                  </a:lnTo>
                  <a:lnTo>
                    <a:pt x="367" y="251"/>
                  </a:lnTo>
                  <a:lnTo>
                    <a:pt x="367" y="251"/>
                  </a:lnTo>
                  <a:lnTo>
                    <a:pt x="364" y="251"/>
                  </a:lnTo>
                  <a:lnTo>
                    <a:pt x="364" y="248"/>
                  </a:lnTo>
                  <a:lnTo>
                    <a:pt x="364" y="246"/>
                  </a:lnTo>
                  <a:lnTo>
                    <a:pt x="364" y="246"/>
                  </a:lnTo>
                  <a:lnTo>
                    <a:pt x="364" y="246"/>
                  </a:lnTo>
                  <a:lnTo>
                    <a:pt x="364" y="244"/>
                  </a:lnTo>
                  <a:lnTo>
                    <a:pt x="364" y="244"/>
                  </a:lnTo>
                  <a:lnTo>
                    <a:pt x="362" y="246"/>
                  </a:lnTo>
                  <a:lnTo>
                    <a:pt x="362" y="246"/>
                  </a:lnTo>
                  <a:lnTo>
                    <a:pt x="362" y="248"/>
                  </a:lnTo>
                  <a:lnTo>
                    <a:pt x="362" y="248"/>
                  </a:lnTo>
                  <a:lnTo>
                    <a:pt x="362" y="246"/>
                  </a:lnTo>
                  <a:lnTo>
                    <a:pt x="362" y="246"/>
                  </a:lnTo>
                  <a:lnTo>
                    <a:pt x="362" y="244"/>
                  </a:lnTo>
                  <a:lnTo>
                    <a:pt x="362" y="244"/>
                  </a:lnTo>
                  <a:lnTo>
                    <a:pt x="360" y="241"/>
                  </a:lnTo>
                  <a:lnTo>
                    <a:pt x="357" y="244"/>
                  </a:lnTo>
                  <a:lnTo>
                    <a:pt x="357" y="244"/>
                  </a:lnTo>
                  <a:lnTo>
                    <a:pt x="357" y="244"/>
                  </a:lnTo>
                  <a:lnTo>
                    <a:pt x="357" y="244"/>
                  </a:lnTo>
                  <a:lnTo>
                    <a:pt x="355" y="244"/>
                  </a:lnTo>
                  <a:lnTo>
                    <a:pt x="355" y="244"/>
                  </a:lnTo>
                  <a:lnTo>
                    <a:pt x="357" y="241"/>
                  </a:lnTo>
                  <a:lnTo>
                    <a:pt x="357" y="241"/>
                  </a:lnTo>
                  <a:lnTo>
                    <a:pt x="357" y="239"/>
                  </a:lnTo>
                  <a:lnTo>
                    <a:pt x="357" y="236"/>
                  </a:lnTo>
                  <a:lnTo>
                    <a:pt x="357" y="239"/>
                  </a:lnTo>
                  <a:lnTo>
                    <a:pt x="355" y="241"/>
                  </a:lnTo>
                  <a:lnTo>
                    <a:pt x="355" y="241"/>
                  </a:lnTo>
                  <a:lnTo>
                    <a:pt x="355" y="241"/>
                  </a:lnTo>
                  <a:lnTo>
                    <a:pt x="355" y="239"/>
                  </a:lnTo>
                  <a:lnTo>
                    <a:pt x="355" y="236"/>
                  </a:lnTo>
                  <a:lnTo>
                    <a:pt x="355" y="236"/>
                  </a:lnTo>
                  <a:lnTo>
                    <a:pt x="355" y="239"/>
                  </a:lnTo>
                  <a:lnTo>
                    <a:pt x="355" y="239"/>
                  </a:lnTo>
                  <a:lnTo>
                    <a:pt x="353" y="239"/>
                  </a:lnTo>
                  <a:lnTo>
                    <a:pt x="353" y="239"/>
                  </a:lnTo>
                  <a:lnTo>
                    <a:pt x="353" y="239"/>
                  </a:lnTo>
                  <a:lnTo>
                    <a:pt x="353" y="236"/>
                  </a:lnTo>
                  <a:lnTo>
                    <a:pt x="353" y="236"/>
                  </a:lnTo>
                  <a:lnTo>
                    <a:pt x="355" y="234"/>
                  </a:lnTo>
                  <a:lnTo>
                    <a:pt x="353" y="232"/>
                  </a:lnTo>
                  <a:lnTo>
                    <a:pt x="355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48" y="227"/>
                  </a:lnTo>
                  <a:lnTo>
                    <a:pt x="348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50" y="225"/>
                  </a:lnTo>
                  <a:lnTo>
                    <a:pt x="350" y="225"/>
                  </a:lnTo>
                  <a:lnTo>
                    <a:pt x="350" y="225"/>
                  </a:lnTo>
                  <a:lnTo>
                    <a:pt x="350" y="222"/>
                  </a:lnTo>
                  <a:lnTo>
                    <a:pt x="350" y="222"/>
                  </a:lnTo>
                  <a:lnTo>
                    <a:pt x="348" y="220"/>
                  </a:lnTo>
                  <a:lnTo>
                    <a:pt x="350" y="215"/>
                  </a:lnTo>
                  <a:lnTo>
                    <a:pt x="350" y="213"/>
                  </a:lnTo>
                  <a:lnTo>
                    <a:pt x="348" y="213"/>
                  </a:lnTo>
                  <a:lnTo>
                    <a:pt x="348" y="210"/>
                  </a:lnTo>
                  <a:lnTo>
                    <a:pt x="345" y="208"/>
                  </a:lnTo>
                  <a:lnTo>
                    <a:pt x="345" y="208"/>
                  </a:lnTo>
                  <a:lnTo>
                    <a:pt x="345" y="206"/>
                  </a:lnTo>
                  <a:lnTo>
                    <a:pt x="345" y="203"/>
                  </a:lnTo>
                  <a:lnTo>
                    <a:pt x="345" y="201"/>
                  </a:lnTo>
                  <a:lnTo>
                    <a:pt x="345" y="199"/>
                  </a:lnTo>
                  <a:lnTo>
                    <a:pt x="345" y="196"/>
                  </a:lnTo>
                  <a:lnTo>
                    <a:pt x="345" y="196"/>
                  </a:lnTo>
                  <a:lnTo>
                    <a:pt x="345" y="194"/>
                  </a:lnTo>
                  <a:lnTo>
                    <a:pt x="345" y="194"/>
                  </a:lnTo>
                  <a:lnTo>
                    <a:pt x="345" y="191"/>
                  </a:lnTo>
                  <a:lnTo>
                    <a:pt x="345" y="191"/>
                  </a:lnTo>
                  <a:lnTo>
                    <a:pt x="343" y="191"/>
                  </a:lnTo>
                  <a:lnTo>
                    <a:pt x="343" y="189"/>
                  </a:lnTo>
                  <a:lnTo>
                    <a:pt x="345" y="189"/>
                  </a:lnTo>
                  <a:lnTo>
                    <a:pt x="345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5" y="187"/>
                  </a:lnTo>
                  <a:lnTo>
                    <a:pt x="341" y="184"/>
                  </a:lnTo>
                  <a:lnTo>
                    <a:pt x="338" y="184"/>
                  </a:lnTo>
                  <a:lnTo>
                    <a:pt x="338" y="184"/>
                  </a:lnTo>
                  <a:lnTo>
                    <a:pt x="338" y="187"/>
                  </a:lnTo>
                  <a:lnTo>
                    <a:pt x="341" y="191"/>
                  </a:lnTo>
                  <a:lnTo>
                    <a:pt x="341" y="196"/>
                  </a:lnTo>
                  <a:lnTo>
                    <a:pt x="341" y="196"/>
                  </a:lnTo>
                  <a:lnTo>
                    <a:pt x="338" y="199"/>
                  </a:lnTo>
                  <a:lnTo>
                    <a:pt x="338" y="199"/>
                  </a:lnTo>
                  <a:lnTo>
                    <a:pt x="338" y="201"/>
                  </a:lnTo>
                  <a:lnTo>
                    <a:pt x="336" y="201"/>
                  </a:lnTo>
                  <a:lnTo>
                    <a:pt x="336" y="201"/>
                  </a:lnTo>
                  <a:lnTo>
                    <a:pt x="334" y="201"/>
                  </a:lnTo>
                  <a:lnTo>
                    <a:pt x="334" y="201"/>
                  </a:lnTo>
                  <a:lnTo>
                    <a:pt x="334" y="201"/>
                  </a:lnTo>
                  <a:lnTo>
                    <a:pt x="334" y="203"/>
                  </a:lnTo>
                  <a:lnTo>
                    <a:pt x="334" y="203"/>
                  </a:lnTo>
                  <a:lnTo>
                    <a:pt x="334" y="203"/>
                  </a:lnTo>
                  <a:lnTo>
                    <a:pt x="334" y="206"/>
                  </a:lnTo>
                  <a:lnTo>
                    <a:pt x="334" y="206"/>
                  </a:lnTo>
                  <a:lnTo>
                    <a:pt x="334" y="206"/>
                  </a:lnTo>
                  <a:lnTo>
                    <a:pt x="331" y="208"/>
                  </a:lnTo>
                  <a:lnTo>
                    <a:pt x="331" y="208"/>
                  </a:lnTo>
                  <a:lnTo>
                    <a:pt x="331" y="208"/>
                  </a:lnTo>
                  <a:lnTo>
                    <a:pt x="331" y="210"/>
                  </a:lnTo>
                  <a:lnTo>
                    <a:pt x="331" y="213"/>
                  </a:lnTo>
                  <a:lnTo>
                    <a:pt x="331" y="215"/>
                  </a:lnTo>
                  <a:lnTo>
                    <a:pt x="334" y="218"/>
                  </a:lnTo>
                  <a:lnTo>
                    <a:pt x="334" y="220"/>
                  </a:lnTo>
                  <a:lnTo>
                    <a:pt x="334" y="220"/>
                  </a:lnTo>
                  <a:lnTo>
                    <a:pt x="334" y="222"/>
                  </a:lnTo>
                  <a:lnTo>
                    <a:pt x="334" y="222"/>
                  </a:lnTo>
                  <a:lnTo>
                    <a:pt x="336" y="222"/>
                  </a:lnTo>
                  <a:lnTo>
                    <a:pt x="334" y="222"/>
                  </a:lnTo>
                  <a:lnTo>
                    <a:pt x="334" y="222"/>
                  </a:lnTo>
                  <a:lnTo>
                    <a:pt x="331" y="225"/>
                  </a:lnTo>
                  <a:lnTo>
                    <a:pt x="331" y="225"/>
                  </a:lnTo>
                  <a:lnTo>
                    <a:pt x="331" y="227"/>
                  </a:lnTo>
                  <a:lnTo>
                    <a:pt x="334" y="229"/>
                  </a:lnTo>
                  <a:lnTo>
                    <a:pt x="334" y="229"/>
                  </a:lnTo>
                  <a:lnTo>
                    <a:pt x="334" y="232"/>
                  </a:lnTo>
                  <a:lnTo>
                    <a:pt x="334" y="232"/>
                  </a:lnTo>
                  <a:lnTo>
                    <a:pt x="334" y="234"/>
                  </a:lnTo>
                  <a:lnTo>
                    <a:pt x="334" y="234"/>
                  </a:lnTo>
                  <a:lnTo>
                    <a:pt x="334" y="236"/>
                  </a:lnTo>
                  <a:lnTo>
                    <a:pt x="334" y="236"/>
                  </a:lnTo>
                  <a:lnTo>
                    <a:pt x="336" y="239"/>
                  </a:lnTo>
                  <a:lnTo>
                    <a:pt x="336" y="239"/>
                  </a:lnTo>
                  <a:lnTo>
                    <a:pt x="336" y="239"/>
                  </a:lnTo>
                  <a:lnTo>
                    <a:pt x="338" y="241"/>
                  </a:lnTo>
                  <a:lnTo>
                    <a:pt x="338" y="241"/>
                  </a:lnTo>
                  <a:lnTo>
                    <a:pt x="338" y="241"/>
                  </a:lnTo>
                  <a:lnTo>
                    <a:pt x="338" y="244"/>
                  </a:lnTo>
                  <a:lnTo>
                    <a:pt x="338" y="244"/>
                  </a:lnTo>
                  <a:lnTo>
                    <a:pt x="338" y="244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41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41" y="251"/>
                  </a:lnTo>
                  <a:lnTo>
                    <a:pt x="341" y="251"/>
                  </a:lnTo>
                  <a:lnTo>
                    <a:pt x="341" y="251"/>
                  </a:lnTo>
                  <a:lnTo>
                    <a:pt x="341" y="253"/>
                  </a:lnTo>
                  <a:lnTo>
                    <a:pt x="341" y="253"/>
                  </a:lnTo>
                  <a:lnTo>
                    <a:pt x="343" y="255"/>
                  </a:lnTo>
                  <a:lnTo>
                    <a:pt x="343" y="255"/>
                  </a:lnTo>
                  <a:lnTo>
                    <a:pt x="341" y="255"/>
                  </a:lnTo>
                  <a:lnTo>
                    <a:pt x="341" y="255"/>
                  </a:lnTo>
                  <a:lnTo>
                    <a:pt x="341" y="255"/>
                  </a:lnTo>
                  <a:lnTo>
                    <a:pt x="341" y="258"/>
                  </a:lnTo>
                  <a:lnTo>
                    <a:pt x="341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8"/>
                  </a:lnTo>
                  <a:lnTo>
                    <a:pt x="338" y="260"/>
                  </a:lnTo>
                  <a:lnTo>
                    <a:pt x="336" y="258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1" y="255"/>
                  </a:lnTo>
                  <a:lnTo>
                    <a:pt x="331" y="255"/>
                  </a:lnTo>
                  <a:lnTo>
                    <a:pt x="331" y="253"/>
                  </a:lnTo>
                  <a:lnTo>
                    <a:pt x="331" y="253"/>
                  </a:lnTo>
                  <a:lnTo>
                    <a:pt x="331" y="251"/>
                  </a:lnTo>
                  <a:lnTo>
                    <a:pt x="331" y="251"/>
                  </a:lnTo>
                  <a:lnTo>
                    <a:pt x="331" y="248"/>
                  </a:lnTo>
                  <a:lnTo>
                    <a:pt x="329" y="248"/>
                  </a:lnTo>
                  <a:lnTo>
                    <a:pt x="329" y="248"/>
                  </a:lnTo>
                  <a:lnTo>
                    <a:pt x="329" y="248"/>
                  </a:lnTo>
                  <a:lnTo>
                    <a:pt x="329" y="253"/>
                  </a:lnTo>
                  <a:lnTo>
                    <a:pt x="329" y="255"/>
                  </a:lnTo>
                  <a:lnTo>
                    <a:pt x="329" y="255"/>
                  </a:lnTo>
                  <a:lnTo>
                    <a:pt x="324" y="253"/>
                  </a:lnTo>
                  <a:lnTo>
                    <a:pt x="324" y="253"/>
                  </a:lnTo>
                  <a:lnTo>
                    <a:pt x="319" y="251"/>
                  </a:lnTo>
                  <a:lnTo>
                    <a:pt x="319" y="251"/>
                  </a:lnTo>
                  <a:lnTo>
                    <a:pt x="319" y="251"/>
                  </a:lnTo>
                  <a:lnTo>
                    <a:pt x="319" y="248"/>
                  </a:lnTo>
                  <a:lnTo>
                    <a:pt x="317" y="248"/>
                  </a:lnTo>
                  <a:lnTo>
                    <a:pt x="317" y="248"/>
                  </a:lnTo>
                  <a:lnTo>
                    <a:pt x="317" y="248"/>
                  </a:lnTo>
                  <a:lnTo>
                    <a:pt x="315" y="246"/>
                  </a:lnTo>
                  <a:lnTo>
                    <a:pt x="315" y="246"/>
                  </a:lnTo>
                  <a:lnTo>
                    <a:pt x="312" y="246"/>
                  </a:lnTo>
                  <a:lnTo>
                    <a:pt x="312" y="244"/>
                  </a:lnTo>
                  <a:lnTo>
                    <a:pt x="308" y="244"/>
                  </a:lnTo>
                  <a:lnTo>
                    <a:pt x="308" y="241"/>
                  </a:lnTo>
                  <a:lnTo>
                    <a:pt x="310" y="241"/>
                  </a:lnTo>
                  <a:lnTo>
                    <a:pt x="312" y="241"/>
                  </a:lnTo>
                  <a:lnTo>
                    <a:pt x="315" y="244"/>
                  </a:lnTo>
                  <a:lnTo>
                    <a:pt x="315" y="244"/>
                  </a:lnTo>
                  <a:lnTo>
                    <a:pt x="315" y="244"/>
                  </a:lnTo>
                  <a:lnTo>
                    <a:pt x="317" y="244"/>
                  </a:lnTo>
                  <a:lnTo>
                    <a:pt x="317" y="246"/>
                  </a:lnTo>
                  <a:lnTo>
                    <a:pt x="319" y="244"/>
                  </a:lnTo>
                  <a:lnTo>
                    <a:pt x="319" y="244"/>
                  </a:lnTo>
                  <a:lnTo>
                    <a:pt x="319" y="241"/>
                  </a:lnTo>
                  <a:lnTo>
                    <a:pt x="319" y="241"/>
                  </a:lnTo>
                  <a:lnTo>
                    <a:pt x="319" y="239"/>
                  </a:lnTo>
                  <a:lnTo>
                    <a:pt x="319" y="236"/>
                  </a:lnTo>
                  <a:lnTo>
                    <a:pt x="317" y="234"/>
                  </a:lnTo>
                  <a:lnTo>
                    <a:pt x="317" y="234"/>
                  </a:lnTo>
                  <a:lnTo>
                    <a:pt x="315" y="234"/>
                  </a:lnTo>
                  <a:lnTo>
                    <a:pt x="312" y="234"/>
                  </a:lnTo>
                  <a:lnTo>
                    <a:pt x="312" y="234"/>
                  </a:lnTo>
                  <a:lnTo>
                    <a:pt x="315" y="232"/>
                  </a:lnTo>
                  <a:lnTo>
                    <a:pt x="317" y="232"/>
                  </a:lnTo>
                  <a:lnTo>
                    <a:pt x="317" y="225"/>
                  </a:lnTo>
                  <a:lnTo>
                    <a:pt x="315" y="220"/>
                  </a:lnTo>
                  <a:lnTo>
                    <a:pt x="315" y="218"/>
                  </a:lnTo>
                  <a:lnTo>
                    <a:pt x="315" y="218"/>
                  </a:lnTo>
                  <a:lnTo>
                    <a:pt x="312" y="218"/>
                  </a:lnTo>
                  <a:lnTo>
                    <a:pt x="312" y="218"/>
                  </a:lnTo>
                  <a:lnTo>
                    <a:pt x="312" y="220"/>
                  </a:lnTo>
                  <a:lnTo>
                    <a:pt x="312" y="222"/>
                  </a:lnTo>
                  <a:lnTo>
                    <a:pt x="310" y="225"/>
                  </a:lnTo>
                  <a:lnTo>
                    <a:pt x="308" y="227"/>
                  </a:lnTo>
                  <a:lnTo>
                    <a:pt x="308" y="227"/>
                  </a:lnTo>
                  <a:lnTo>
                    <a:pt x="305" y="227"/>
                  </a:lnTo>
                  <a:lnTo>
                    <a:pt x="305" y="227"/>
                  </a:lnTo>
                  <a:lnTo>
                    <a:pt x="303" y="229"/>
                  </a:lnTo>
                  <a:lnTo>
                    <a:pt x="301" y="229"/>
                  </a:lnTo>
                  <a:lnTo>
                    <a:pt x="298" y="229"/>
                  </a:lnTo>
                  <a:lnTo>
                    <a:pt x="301" y="227"/>
                  </a:lnTo>
                  <a:lnTo>
                    <a:pt x="303" y="227"/>
                  </a:lnTo>
                  <a:lnTo>
                    <a:pt x="305" y="225"/>
                  </a:lnTo>
                  <a:lnTo>
                    <a:pt x="308" y="222"/>
                  </a:lnTo>
                  <a:lnTo>
                    <a:pt x="310" y="218"/>
                  </a:lnTo>
                  <a:lnTo>
                    <a:pt x="308" y="218"/>
                  </a:lnTo>
                  <a:lnTo>
                    <a:pt x="305" y="218"/>
                  </a:lnTo>
                  <a:lnTo>
                    <a:pt x="303" y="222"/>
                  </a:lnTo>
                  <a:lnTo>
                    <a:pt x="298" y="225"/>
                  </a:lnTo>
                  <a:lnTo>
                    <a:pt x="296" y="225"/>
                  </a:lnTo>
                  <a:lnTo>
                    <a:pt x="296" y="222"/>
                  </a:lnTo>
                  <a:lnTo>
                    <a:pt x="293" y="220"/>
                  </a:lnTo>
                  <a:lnTo>
                    <a:pt x="293" y="220"/>
                  </a:lnTo>
                  <a:lnTo>
                    <a:pt x="291" y="218"/>
                  </a:lnTo>
                  <a:lnTo>
                    <a:pt x="289" y="218"/>
                  </a:lnTo>
                  <a:lnTo>
                    <a:pt x="289" y="215"/>
                  </a:lnTo>
                  <a:lnTo>
                    <a:pt x="289" y="213"/>
                  </a:lnTo>
                  <a:lnTo>
                    <a:pt x="289" y="213"/>
                  </a:lnTo>
                  <a:lnTo>
                    <a:pt x="291" y="213"/>
                  </a:lnTo>
                  <a:lnTo>
                    <a:pt x="291" y="213"/>
                  </a:lnTo>
                  <a:lnTo>
                    <a:pt x="293" y="213"/>
                  </a:lnTo>
                  <a:lnTo>
                    <a:pt x="293" y="213"/>
                  </a:lnTo>
                  <a:lnTo>
                    <a:pt x="296" y="213"/>
                  </a:lnTo>
                  <a:lnTo>
                    <a:pt x="296" y="213"/>
                  </a:lnTo>
                  <a:lnTo>
                    <a:pt x="298" y="210"/>
                  </a:lnTo>
                  <a:lnTo>
                    <a:pt x="298" y="210"/>
                  </a:lnTo>
                  <a:lnTo>
                    <a:pt x="303" y="210"/>
                  </a:lnTo>
                  <a:lnTo>
                    <a:pt x="305" y="210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6"/>
                  </a:lnTo>
                  <a:lnTo>
                    <a:pt x="308" y="203"/>
                  </a:lnTo>
                  <a:lnTo>
                    <a:pt x="308" y="201"/>
                  </a:lnTo>
                  <a:lnTo>
                    <a:pt x="308" y="201"/>
                  </a:lnTo>
                  <a:lnTo>
                    <a:pt x="308" y="199"/>
                  </a:lnTo>
                  <a:lnTo>
                    <a:pt x="310" y="196"/>
                  </a:lnTo>
                  <a:lnTo>
                    <a:pt x="308" y="194"/>
                  </a:lnTo>
                  <a:lnTo>
                    <a:pt x="310" y="194"/>
                  </a:lnTo>
                  <a:lnTo>
                    <a:pt x="312" y="191"/>
                  </a:lnTo>
                  <a:lnTo>
                    <a:pt x="312" y="189"/>
                  </a:lnTo>
                  <a:lnTo>
                    <a:pt x="310" y="189"/>
                  </a:lnTo>
                  <a:lnTo>
                    <a:pt x="310" y="184"/>
                  </a:lnTo>
                  <a:lnTo>
                    <a:pt x="308" y="182"/>
                  </a:lnTo>
                  <a:lnTo>
                    <a:pt x="308" y="182"/>
                  </a:lnTo>
                  <a:lnTo>
                    <a:pt x="308" y="182"/>
                  </a:lnTo>
                  <a:lnTo>
                    <a:pt x="308" y="182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12" y="180"/>
                  </a:lnTo>
                  <a:lnTo>
                    <a:pt x="312" y="180"/>
                  </a:lnTo>
                  <a:lnTo>
                    <a:pt x="315" y="180"/>
                  </a:lnTo>
                  <a:lnTo>
                    <a:pt x="315" y="180"/>
                  </a:lnTo>
                  <a:lnTo>
                    <a:pt x="317" y="180"/>
                  </a:lnTo>
                  <a:lnTo>
                    <a:pt x="317" y="177"/>
                  </a:lnTo>
                  <a:lnTo>
                    <a:pt x="317" y="175"/>
                  </a:lnTo>
                  <a:lnTo>
                    <a:pt x="317" y="175"/>
                  </a:lnTo>
                  <a:lnTo>
                    <a:pt x="319" y="170"/>
                  </a:lnTo>
                  <a:lnTo>
                    <a:pt x="319" y="168"/>
                  </a:lnTo>
                  <a:lnTo>
                    <a:pt x="319" y="165"/>
                  </a:lnTo>
                  <a:lnTo>
                    <a:pt x="317" y="163"/>
                  </a:lnTo>
                  <a:lnTo>
                    <a:pt x="317" y="163"/>
                  </a:lnTo>
                  <a:lnTo>
                    <a:pt x="317" y="163"/>
                  </a:lnTo>
                  <a:lnTo>
                    <a:pt x="317" y="161"/>
                  </a:lnTo>
                  <a:lnTo>
                    <a:pt x="315" y="161"/>
                  </a:lnTo>
                  <a:lnTo>
                    <a:pt x="315" y="158"/>
                  </a:lnTo>
                  <a:lnTo>
                    <a:pt x="315" y="158"/>
                  </a:lnTo>
                  <a:lnTo>
                    <a:pt x="317" y="158"/>
                  </a:lnTo>
                  <a:lnTo>
                    <a:pt x="317" y="156"/>
                  </a:lnTo>
                  <a:lnTo>
                    <a:pt x="315" y="156"/>
                  </a:lnTo>
                  <a:lnTo>
                    <a:pt x="315" y="156"/>
                  </a:lnTo>
                  <a:lnTo>
                    <a:pt x="315" y="156"/>
                  </a:lnTo>
                  <a:lnTo>
                    <a:pt x="315" y="154"/>
                  </a:lnTo>
                  <a:lnTo>
                    <a:pt x="315" y="154"/>
                  </a:lnTo>
                  <a:lnTo>
                    <a:pt x="310" y="151"/>
                  </a:lnTo>
                  <a:lnTo>
                    <a:pt x="310" y="151"/>
                  </a:lnTo>
                  <a:lnTo>
                    <a:pt x="310" y="149"/>
                  </a:lnTo>
                  <a:lnTo>
                    <a:pt x="308" y="149"/>
                  </a:lnTo>
                  <a:lnTo>
                    <a:pt x="308" y="149"/>
                  </a:lnTo>
                  <a:lnTo>
                    <a:pt x="308" y="149"/>
                  </a:lnTo>
                  <a:lnTo>
                    <a:pt x="305" y="149"/>
                  </a:lnTo>
                  <a:lnTo>
                    <a:pt x="305" y="149"/>
                  </a:lnTo>
                  <a:lnTo>
                    <a:pt x="305" y="149"/>
                  </a:lnTo>
                  <a:lnTo>
                    <a:pt x="305" y="149"/>
                  </a:lnTo>
                  <a:lnTo>
                    <a:pt x="303" y="149"/>
                  </a:lnTo>
                  <a:lnTo>
                    <a:pt x="305" y="154"/>
                  </a:lnTo>
                  <a:lnTo>
                    <a:pt x="305" y="154"/>
                  </a:lnTo>
                  <a:lnTo>
                    <a:pt x="305" y="154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8"/>
                  </a:lnTo>
                  <a:lnTo>
                    <a:pt x="305" y="158"/>
                  </a:lnTo>
                  <a:lnTo>
                    <a:pt x="305" y="161"/>
                  </a:lnTo>
                  <a:lnTo>
                    <a:pt x="305" y="163"/>
                  </a:lnTo>
                  <a:lnTo>
                    <a:pt x="305" y="165"/>
                  </a:lnTo>
                  <a:lnTo>
                    <a:pt x="305" y="165"/>
                  </a:lnTo>
                  <a:lnTo>
                    <a:pt x="305" y="168"/>
                  </a:lnTo>
                  <a:lnTo>
                    <a:pt x="305" y="168"/>
                  </a:lnTo>
                  <a:lnTo>
                    <a:pt x="305" y="168"/>
                  </a:lnTo>
                  <a:lnTo>
                    <a:pt x="305" y="168"/>
                  </a:lnTo>
                  <a:lnTo>
                    <a:pt x="303" y="168"/>
                  </a:lnTo>
                  <a:lnTo>
                    <a:pt x="303" y="168"/>
                  </a:lnTo>
                  <a:lnTo>
                    <a:pt x="303" y="165"/>
                  </a:lnTo>
                  <a:lnTo>
                    <a:pt x="303" y="168"/>
                  </a:lnTo>
                  <a:lnTo>
                    <a:pt x="301" y="168"/>
                  </a:lnTo>
                  <a:lnTo>
                    <a:pt x="301" y="168"/>
                  </a:lnTo>
                  <a:lnTo>
                    <a:pt x="301" y="165"/>
                  </a:lnTo>
                  <a:lnTo>
                    <a:pt x="301" y="165"/>
                  </a:lnTo>
                  <a:lnTo>
                    <a:pt x="296" y="163"/>
                  </a:lnTo>
                  <a:lnTo>
                    <a:pt x="296" y="165"/>
                  </a:lnTo>
                  <a:lnTo>
                    <a:pt x="293" y="165"/>
                  </a:lnTo>
                  <a:lnTo>
                    <a:pt x="293" y="165"/>
                  </a:lnTo>
                  <a:lnTo>
                    <a:pt x="293" y="165"/>
                  </a:lnTo>
                  <a:lnTo>
                    <a:pt x="291" y="168"/>
                  </a:lnTo>
                  <a:lnTo>
                    <a:pt x="291" y="168"/>
                  </a:lnTo>
                  <a:lnTo>
                    <a:pt x="293" y="168"/>
                  </a:lnTo>
                  <a:lnTo>
                    <a:pt x="293" y="168"/>
                  </a:lnTo>
                  <a:lnTo>
                    <a:pt x="291" y="170"/>
                  </a:lnTo>
                  <a:lnTo>
                    <a:pt x="291" y="170"/>
                  </a:lnTo>
                  <a:lnTo>
                    <a:pt x="293" y="173"/>
                  </a:lnTo>
                  <a:lnTo>
                    <a:pt x="293" y="173"/>
                  </a:lnTo>
                  <a:lnTo>
                    <a:pt x="293" y="173"/>
                  </a:lnTo>
                  <a:lnTo>
                    <a:pt x="296" y="173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7"/>
                  </a:lnTo>
                  <a:lnTo>
                    <a:pt x="296" y="177"/>
                  </a:lnTo>
                  <a:lnTo>
                    <a:pt x="296" y="177"/>
                  </a:lnTo>
                  <a:lnTo>
                    <a:pt x="293" y="177"/>
                  </a:lnTo>
                  <a:lnTo>
                    <a:pt x="296" y="177"/>
                  </a:lnTo>
                  <a:lnTo>
                    <a:pt x="296" y="180"/>
                  </a:lnTo>
                  <a:lnTo>
                    <a:pt x="296" y="180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6" y="184"/>
                  </a:lnTo>
                  <a:lnTo>
                    <a:pt x="296" y="187"/>
                  </a:lnTo>
                  <a:lnTo>
                    <a:pt x="293" y="189"/>
                  </a:lnTo>
                  <a:lnTo>
                    <a:pt x="293" y="180"/>
                  </a:lnTo>
                  <a:lnTo>
                    <a:pt x="293" y="182"/>
                  </a:lnTo>
                  <a:lnTo>
                    <a:pt x="293" y="182"/>
                  </a:lnTo>
                  <a:lnTo>
                    <a:pt x="291" y="182"/>
                  </a:lnTo>
                  <a:lnTo>
                    <a:pt x="291" y="180"/>
                  </a:lnTo>
                  <a:lnTo>
                    <a:pt x="291" y="180"/>
                  </a:lnTo>
                  <a:lnTo>
                    <a:pt x="289" y="180"/>
                  </a:lnTo>
                  <a:lnTo>
                    <a:pt x="289" y="180"/>
                  </a:lnTo>
                  <a:lnTo>
                    <a:pt x="291" y="184"/>
                  </a:lnTo>
                  <a:lnTo>
                    <a:pt x="291" y="187"/>
                  </a:lnTo>
                  <a:lnTo>
                    <a:pt x="291" y="187"/>
                  </a:lnTo>
                  <a:lnTo>
                    <a:pt x="289" y="189"/>
                  </a:lnTo>
                  <a:lnTo>
                    <a:pt x="289" y="189"/>
                  </a:lnTo>
                  <a:lnTo>
                    <a:pt x="289" y="191"/>
                  </a:lnTo>
                  <a:lnTo>
                    <a:pt x="289" y="191"/>
                  </a:lnTo>
                  <a:lnTo>
                    <a:pt x="289" y="189"/>
                  </a:lnTo>
                  <a:lnTo>
                    <a:pt x="289" y="189"/>
                  </a:lnTo>
                  <a:lnTo>
                    <a:pt x="289" y="182"/>
                  </a:lnTo>
                  <a:lnTo>
                    <a:pt x="289" y="182"/>
                  </a:lnTo>
                  <a:lnTo>
                    <a:pt x="289" y="182"/>
                  </a:lnTo>
                  <a:lnTo>
                    <a:pt x="286" y="182"/>
                  </a:lnTo>
                  <a:lnTo>
                    <a:pt x="286" y="182"/>
                  </a:lnTo>
                  <a:lnTo>
                    <a:pt x="286" y="182"/>
                  </a:lnTo>
                  <a:lnTo>
                    <a:pt x="286" y="180"/>
                  </a:lnTo>
                  <a:lnTo>
                    <a:pt x="286" y="180"/>
                  </a:lnTo>
                  <a:lnTo>
                    <a:pt x="286" y="180"/>
                  </a:lnTo>
                  <a:lnTo>
                    <a:pt x="284" y="182"/>
                  </a:lnTo>
                  <a:lnTo>
                    <a:pt x="284" y="187"/>
                  </a:lnTo>
                  <a:lnTo>
                    <a:pt x="284" y="189"/>
                  </a:lnTo>
                  <a:lnTo>
                    <a:pt x="284" y="189"/>
                  </a:lnTo>
                  <a:lnTo>
                    <a:pt x="284" y="191"/>
                  </a:lnTo>
                  <a:lnTo>
                    <a:pt x="284" y="191"/>
                  </a:lnTo>
                  <a:lnTo>
                    <a:pt x="284" y="191"/>
                  </a:lnTo>
                  <a:lnTo>
                    <a:pt x="284" y="194"/>
                  </a:lnTo>
                  <a:lnTo>
                    <a:pt x="284" y="194"/>
                  </a:lnTo>
                  <a:lnTo>
                    <a:pt x="284" y="194"/>
                  </a:lnTo>
                  <a:lnTo>
                    <a:pt x="284" y="196"/>
                  </a:lnTo>
                  <a:lnTo>
                    <a:pt x="284" y="199"/>
                  </a:lnTo>
                  <a:lnTo>
                    <a:pt x="284" y="199"/>
                  </a:lnTo>
                  <a:lnTo>
                    <a:pt x="286" y="199"/>
                  </a:lnTo>
                  <a:lnTo>
                    <a:pt x="286" y="201"/>
                  </a:lnTo>
                  <a:lnTo>
                    <a:pt x="284" y="201"/>
                  </a:lnTo>
                  <a:lnTo>
                    <a:pt x="284" y="199"/>
                  </a:lnTo>
                  <a:lnTo>
                    <a:pt x="282" y="199"/>
                  </a:lnTo>
                  <a:lnTo>
                    <a:pt x="282" y="194"/>
                  </a:lnTo>
                  <a:lnTo>
                    <a:pt x="282" y="191"/>
                  </a:lnTo>
                  <a:lnTo>
                    <a:pt x="279" y="191"/>
                  </a:lnTo>
                  <a:lnTo>
                    <a:pt x="279" y="194"/>
                  </a:lnTo>
                  <a:lnTo>
                    <a:pt x="277" y="201"/>
                  </a:lnTo>
                  <a:lnTo>
                    <a:pt x="277" y="203"/>
                  </a:lnTo>
                  <a:lnTo>
                    <a:pt x="274" y="203"/>
                  </a:lnTo>
                  <a:lnTo>
                    <a:pt x="272" y="203"/>
                  </a:lnTo>
                  <a:lnTo>
                    <a:pt x="272" y="206"/>
                  </a:lnTo>
                  <a:lnTo>
                    <a:pt x="272" y="210"/>
                  </a:lnTo>
                  <a:lnTo>
                    <a:pt x="272" y="210"/>
                  </a:lnTo>
                  <a:lnTo>
                    <a:pt x="272" y="210"/>
                  </a:lnTo>
                  <a:lnTo>
                    <a:pt x="270" y="208"/>
                  </a:lnTo>
                  <a:lnTo>
                    <a:pt x="270" y="208"/>
                  </a:lnTo>
                  <a:lnTo>
                    <a:pt x="270" y="208"/>
                  </a:lnTo>
                  <a:lnTo>
                    <a:pt x="270" y="206"/>
                  </a:lnTo>
                  <a:lnTo>
                    <a:pt x="270" y="203"/>
                  </a:lnTo>
                  <a:lnTo>
                    <a:pt x="272" y="203"/>
                  </a:lnTo>
                  <a:lnTo>
                    <a:pt x="274" y="203"/>
                  </a:lnTo>
                  <a:lnTo>
                    <a:pt x="274" y="201"/>
                  </a:lnTo>
                  <a:lnTo>
                    <a:pt x="274" y="199"/>
                  </a:lnTo>
                  <a:lnTo>
                    <a:pt x="277" y="194"/>
                  </a:lnTo>
                  <a:lnTo>
                    <a:pt x="277" y="194"/>
                  </a:lnTo>
                  <a:lnTo>
                    <a:pt x="279" y="191"/>
                  </a:lnTo>
                  <a:lnTo>
                    <a:pt x="279" y="189"/>
                  </a:lnTo>
                  <a:lnTo>
                    <a:pt x="282" y="189"/>
                  </a:lnTo>
                  <a:lnTo>
                    <a:pt x="282" y="187"/>
                  </a:lnTo>
                  <a:lnTo>
                    <a:pt x="282" y="187"/>
                  </a:lnTo>
                  <a:lnTo>
                    <a:pt x="282" y="184"/>
                  </a:lnTo>
                  <a:lnTo>
                    <a:pt x="282" y="184"/>
                  </a:lnTo>
                  <a:lnTo>
                    <a:pt x="282" y="184"/>
                  </a:lnTo>
                  <a:lnTo>
                    <a:pt x="282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82" y="182"/>
                  </a:lnTo>
                  <a:lnTo>
                    <a:pt x="282" y="180"/>
                  </a:lnTo>
                  <a:lnTo>
                    <a:pt x="272" y="187"/>
                  </a:lnTo>
                  <a:lnTo>
                    <a:pt x="272" y="187"/>
                  </a:lnTo>
                  <a:lnTo>
                    <a:pt x="272" y="189"/>
                  </a:lnTo>
                  <a:lnTo>
                    <a:pt x="272" y="189"/>
                  </a:lnTo>
                  <a:lnTo>
                    <a:pt x="272" y="189"/>
                  </a:lnTo>
                  <a:lnTo>
                    <a:pt x="272" y="189"/>
                  </a:lnTo>
                  <a:lnTo>
                    <a:pt x="272" y="187"/>
                  </a:lnTo>
                  <a:lnTo>
                    <a:pt x="272" y="187"/>
                  </a:lnTo>
                  <a:lnTo>
                    <a:pt x="272" y="184"/>
                  </a:lnTo>
                  <a:lnTo>
                    <a:pt x="272" y="184"/>
                  </a:lnTo>
                  <a:lnTo>
                    <a:pt x="274" y="182"/>
                  </a:lnTo>
                  <a:lnTo>
                    <a:pt x="274" y="182"/>
                  </a:lnTo>
                  <a:lnTo>
                    <a:pt x="274" y="177"/>
                  </a:lnTo>
                  <a:lnTo>
                    <a:pt x="277" y="175"/>
                  </a:lnTo>
                  <a:lnTo>
                    <a:pt x="279" y="173"/>
                  </a:lnTo>
                  <a:lnTo>
                    <a:pt x="279" y="173"/>
                  </a:lnTo>
                  <a:lnTo>
                    <a:pt x="279" y="170"/>
                  </a:lnTo>
                  <a:lnTo>
                    <a:pt x="282" y="170"/>
                  </a:lnTo>
                  <a:lnTo>
                    <a:pt x="282" y="168"/>
                  </a:lnTo>
                  <a:lnTo>
                    <a:pt x="282" y="168"/>
                  </a:lnTo>
                  <a:lnTo>
                    <a:pt x="282" y="168"/>
                  </a:lnTo>
                  <a:lnTo>
                    <a:pt x="282" y="168"/>
                  </a:lnTo>
                  <a:lnTo>
                    <a:pt x="279" y="165"/>
                  </a:lnTo>
                  <a:lnTo>
                    <a:pt x="279" y="168"/>
                  </a:lnTo>
                  <a:lnTo>
                    <a:pt x="279" y="168"/>
                  </a:lnTo>
                  <a:lnTo>
                    <a:pt x="279" y="168"/>
                  </a:lnTo>
                  <a:lnTo>
                    <a:pt x="279" y="170"/>
                  </a:lnTo>
                  <a:lnTo>
                    <a:pt x="277" y="173"/>
                  </a:lnTo>
                  <a:lnTo>
                    <a:pt x="277" y="173"/>
                  </a:lnTo>
                  <a:lnTo>
                    <a:pt x="277" y="173"/>
                  </a:lnTo>
                  <a:lnTo>
                    <a:pt x="274" y="173"/>
                  </a:lnTo>
                  <a:lnTo>
                    <a:pt x="274" y="173"/>
                  </a:lnTo>
                  <a:lnTo>
                    <a:pt x="274" y="173"/>
                  </a:lnTo>
                  <a:lnTo>
                    <a:pt x="274" y="173"/>
                  </a:lnTo>
                  <a:lnTo>
                    <a:pt x="274" y="170"/>
                  </a:lnTo>
                  <a:lnTo>
                    <a:pt x="274" y="170"/>
                  </a:lnTo>
                  <a:lnTo>
                    <a:pt x="274" y="170"/>
                  </a:lnTo>
                  <a:lnTo>
                    <a:pt x="274" y="170"/>
                  </a:lnTo>
                  <a:lnTo>
                    <a:pt x="272" y="170"/>
                  </a:lnTo>
                  <a:lnTo>
                    <a:pt x="272" y="170"/>
                  </a:lnTo>
                  <a:lnTo>
                    <a:pt x="267" y="175"/>
                  </a:lnTo>
                  <a:lnTo>
                    <a:pt x="267" y="170"/>
                  </a:lnTo>
                  <a:lnTo>
                    <a:pt x="267" y="170"/>
                  </a:lnTo>
                  <a:lnTo>
                    <a:pt x="265" y="173"/>
                  </a:lnTo>
                  <a:lnTo>
                    <a:pt x="265" y="177"/>
                  </a:lnTo>
                  <a:lnTo>
                    <a:pt x="265" y="177"/>
                  </a:lnTo>
                  <a:lnTo>
                    <a:pt x="267" y="180"/>
                  </a:lnTo>
                  <a:lnTo>
                    <a:pt x="267" y="177"/>
                  </a:lnTo>
                  <a:lnTo>
                    <a:pt x="272" y="173"/>
                  </a:lnTo>
                  <a:lnTo>
                    <a:pt x="272" y="175"/>
                  </a:lnTo>
                  <a:lnTo>
                    <a:pt x="270" y="182"/>
                  </a:lnTo>
                  <a:lnTo>
                    <a:pt x="267" y="182"/>
                  </a:lnTo>
                  <a:lnTo>
                    <a:pt x="267" y="182"/>
                  </a:lnTo>
                  <a:lnTo>
                    <a:pt x="270" y="180"/>
                  </a:lnTo>
                  <a:lnTo>
                    <a:pt x="270" y="180"/>
                  </a:lnTo>
                  <a:lnTo>
                    <a:pt x="267" y="180"/>
                  </a:lnTo>
                  <a:lnTo>
                    <a:pt x="267" y="180"/>
                  </a:lnTo>
                  <a:lnTo>
                    <a:pt x="265" y="180"/>
                  </a:lnTo>
                  <a:lnTo>
                    <a:pt x="265" y="180"/>
                  </a:lnTo>
                  <a:lnTo>
                    <a:pt x="265" y="180"/>
                  </a:lnTo>
                  <a:lnTo>
                    <a:pt x="265" y="177"/>
                  </a:lnTo>
                  <a:lnTo>
                    <a:pt x="265" y="177"/>
                  </a:lnTo>
                  <a:lnTo>
                    <a:pt x="263" y="177"/>
                  </a:lnTo>
                  <a:lnTo>
                    <a:pt x="263" y="175"/>
                  </a:lnTo>
                  <a:lnTo>
                    <a:pt x="260" y="175"/>
                  </a:lnTo>
                  <a:lnTo>
                    <a:pt x="258" y="177"/>
                  </a:lnTo>
                  <a:lnTo>
                    <a:pt x="258" y="177"/>
                  </a:lnTo>
                  <a:lnTo>
                    <a:pt x="258" y="175"/>
                  </a:lnTo>
                  <a:lnTo>
                    <a:pt x="260" y="175"/>
                  </a:lnTo>
                  <a:lnTo>
                    <a:pt x="263" y="175"/>
                  </a:lnTo>
                  <a:lnTo>
                    <a:pt x="263" y="173"/>
                  </a:lnTo>
                  <a:lnTo>
                    <a:pt x="265" y="173"/>
                  </a:lnTo>
                  <a:lnTo>
                    <a:pt x="265" y="168"/>
                  </a:lnTo>
                  <a:lnTo>
                    <a:pt x="263" y="168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0" y="170"/>
                  </a:lnTo>
                  <a:lnTo>
                    <a:pt x="260" y="168"/>
                  </a:lnTo>
                  <a:lnTo>
                    <a:pt x="263" y="168"/>
                  </a:lnTo>
                  <a:lnTo>
                    <a:pt x="265" y="165"/>
                  </a:lnTo>
                  <a:lnTo>
                    <a:pt x="265" y="163"/>
                  </a:lnTo>
                  <a:lnTo>
                    <a:pt x="260" y="163"/>
                  </a:lnTo>
                  <a:lnTo>
                    <a:pt x="258" y="165"/>
                  </a:lnTo>
                  <a:lnTo>
                    <a:pt x="258" y="168"/>
                  </a:lnTo>
                  <a:lnTo>
                    <a:pt x="258" y="173"/>
                  </a:lnTo>
                  <a:lnTo>
                    <a:pt x="258" y="173"/>
                  </a:lnTo>
                  <a:lnTo>
                    <a:pt x="258" y="173"/>
                  </a:lnTo>
                  <a:lnTo>
                    <a:pt x="258" y="175"/>
                  </a:lnTo>
                  <a:lnTo>
                    <a:pt x="256" y="175"/>
                  </a:lnTo>
                  <a:lnTo>
                    <a:pt x="258" y="173"/>
                  </a:lnTo>
                  <a:lnTo>
                    <a:pt x="256" y="173"/>
                  </a:lnTo>
                  <a:lnTo>
                    <a:pt x="256" y="170"/>
                  </a:lnTo>
                  <a:lnTo>
                    <a:pt x="256" y="170"/>
                  </a:lnTo>
                  <a:lnTo>
                    <a:pt x="253" y="170"/>
                  </a:lnTo>
                  <a:lnTo>
                    <a:pt x="251" y="180"/>
                  </a:lnTo>
                  <a:lnTo>
                    <a:pt x="248" y="180"/>
                  </a:lnTo>
                  <a:lnTo>
                    <a:pt x="248" y="180"/>
                  </a:lnTo>
                  <a:lnTo>
                    <a:pt x="248" y="180"/>
                  </a:lnTo>
                  <a:lnTo>
                    <a:pt x="248" y="180"/>
                  </a:lnTo>
                  <a:lnTo>
                    <a:pt x="248" y="177"/>
                  </a:lnTo>
                  <a:lnTo>
                    <a:pt x="246" y="177"/>
                  </a:lnTo>
                  <a:lnTo>
                    <a:pt x="248" y="177"/>
                  </a:lnTo>
                  <a:lnTo>
                    <a:pt x="248" y="175"/>
                  </a:lnTo>
                  <a:lnTo>
                    <a:pt x="248" y="175"/>
                  </a:lnTo>
                  <a:lnTo>
                    <a:pt x="251" y="173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6" y="168"/>
                  </a:lnTo>
                  <a:lnTo>
                    <a:pt x="256" y="168"/>
                  </a:lnTo>
                  <a:lnTo>
                    <a:pt x="256" y="168"/>
                  </a:lnTo>
                  <a:lnTo>
                    <a:pt x="253" y="165"/>
                  </a:lnTo>
                  <a:lnTo>
                    <a:pt x="253" y="165"/>
                  </a:lnTo>
                  <a:lnTo>
                    <a:pt x="258" y="161"/>
                  </a:lnTo>
                  <a:lnTo>
                    <a:pt x="256" y="161"/>
                  </a:lnTo>
                  <a:lnTo>
                    <a:pt x="253" y="163"/>
                  </a:lnTo>
                  <a:lnTo>
                    <a:pt x="253" y="163"/>
                  </a:lnTo>
                  <a:lnTo>
                    <a:pt x="251" y="163"/>
                  </a:lnTo>
                  <a:lnTo>
                    <a:pt x="253" y="163"/>
                  </a:lnTo>
                  <a:lnTo>
                    <a:pt x="253" y="163"/>
                  </a:lnTo>
                  <a:lnTo>
                    <a:pt x="253" y="161"/>
                  </a:lnTo>
                  <a:lnTo>
                    <a:pt x="253" y="161"/>
                  </a:lnTo>
                  <a:lnTo>
                    <a:pt x="256" y="158"/>
                  </a:lnTo>
                  <a:lnTo>
                    <a:pt x="258" y="158"/>
                  </a:lnTo>
                  <a:lnTo>
                    <a:pt x="258" y="156"/>
                  </a:lnTo>
                  <a:lnTo>
                    <a:pt x="258" y="156"/>
                  </a:lnTo>
                  <a:lnTo>
                    <a:pt x="258" y="156"/>
                  </a:lnTo>
                  <a:lnTo>
                    <a:pt x="256" y="154"/>
                  </a:lnTo>
                  <a:lnTo>
                    <a:pt x="253" y="154"/>
                  </a:lnTo>
                  <a:lnTo>
                    <a:pt x="251" y="154"/>
                  </a:lnTo>
                  <a:lnTo>
                    <a:pt x="251" y="154"/>
                  </a:lnTo>
                  <a:lnTo>
                    <a:pt x="251" y="154"/>
                  </a:lnTo>
                  <a:lnTo>
                    <a:pt x="253" y="154"/>
                  </a:lnTo>
                  <a:lnTo>
                    <a:pt x="253" y="151"/>
                  </a:lnTo>
                  <a:lnTo>
                    <a:pt x="256" y="151"/>
                  </a:lnTo>
                  <a:lnTo>
                    <a:pt x="256" y="149"/>
                  </a:lnTo>
                  <a:lnTo>
                    <a:pt x="258" y="149"/>
                  </a:lnTo>
                  <a:lnTo>
                    <a:pt x="258" y="146"/>
                  </a:lnTo>
                  <a:lnTo>
                    <a:pt x="258" y="146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1" y="149"/>
                  </a:lnTo>
                  <a:lnTo>
                    <a:pt x="251" y="149"/>
                  </a:lnTo>
                  <a:lnTo>
                    <a:pt x="253" y="146"/>
                  </a:lnTo>
                  <a:lnTo>
                    <a:pt x="263" y="139"/>
                  </a:lnTo>
                  <a:lnTo>
                    <a:pt x="263" y="139"/>
                  </a:lnTo>
                  <a:lnTo>
                    <a:pt x="263" y="137"/>
                  </a:lnTo>
                  <a:lnTo>
                    <a:pt x="260" y="135"/>
                  </a:lnTo>
                  <a:lnTo>
                    <a:pt x="260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60" y="132"/>
                  </a:lnTo>
                  <a:lnTo>
                    <a:pt x="258" y="130"/>
                  </a:lnTo>
                  <a:lnTo>
                    <a:pt x="258" y="130"/>
                  </a:lnTo>
                  <a:lnTo>
                    <a:pt x="258" y="128"/>
                  </a:lnTo>
                  <a:lnTo>
                    <a:pt x="258" y="128"/>
                  </a:lnTo>
                  <a:lnTo>
                    <a:pt x="258" y="128"/>
                  </a:lnTo>
                  <a:lnTo>
                    <a:pt x="258" y="125"/>
                  </a:lnTo>
                  <a:lnTo>
                    <a:pt x="258" y="125"/>
                  </a:lnTo>
                  <a:lnTo>
                    <a:pt x="258" y="125"/>
                  </a:lnTo>
                  <a:lnTo>
                    <a:pt x="258" y="125"/>
                  </a:lnTo>
                  <a:lnTo>
                    <a:pt x="258" y="123"/>
                  </a:lnTo>
                  <a:lnTo>
                    <a:pt x="258" y="123"/>
                  </a:lnTo>
                  <a:lnTo>
                    <a:pt x="258" y="118"/>
                  </a:lnTo>
                  <a:lnTo>
                    <a:pt x="258" y="118"/>
                  </a:lnTo>
                  <a:lnTo>
                    <a:pt x="258" y="118"/>
                  </a:lnTo>
                  <a:lnTo>
                    <a:pt x="256" y="118"/>
                  </a:lnTo>
                  <a:lnTo>
                    <a:pt x="256" y="118"/>
                  </a:lnTo>
                  <a:lnTo>
                    <a:pt x="253" y="116"/>
                  </a:lnTo>
                  <a:lnTo>
                    <a:pt x="253" y="118"/>
                  </a:lnTo>
                  <a:lnTo>
                    <a:pt x="253" y="118"/>
                  </a:lnTo>
                  <a:lnTo>
                    <a:pt x="253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6" y="118"/>
                  </a:lnTo>
                  <a:lnTo>
                    <a:pt x="244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39" y="118"/>
                  </a:lnTo>
                  <a:lnTo>
                    <a:pt x="237" y="118"/>
                  </a:lnTo>
                  <a:lnTo>
                    <a:pt x="234" y="118"/>
                  </a:lnTo>
                  <a:lnTo>
                    <a:pt x="234" y="118"/>
                  </a:lnTo>
                  <a:lnTo>
                    <a:pt x="234" y="118"/>
                  </a:lnTo>
                  <a:lnTo>
                    <a:pt x="232" y="118"/>
                  </a:lnTo>
                  <a:lnTo>
                    <a:pt x="230" y="118"/>
                  </a:lnTo>
                  <a:lnTo>
                    <a:pt x="230" y="118"/>
                  </a:lnTo>
                  <a:lnTo>
                    <a:pt x="227" y="118"/>
                  </a:lnTo>
                  <a:lnTo>
                    <a:pt x="225" y="118"/>
                  </a:lnTo>
                  <a:lnTo>
                    <a:pt x="225" y="120"/>
                  </a:lnTo>
                  <a:lnTo>
                    <a:pt x="222" y="123"/>
                  </a:lnTo>
                  <a:lnTo>
                    <a:pt x="220" y="123"/>
                  </a:lnTo>
                  <a:lnTo>
                    <a:pt x="222" y="120"/>
                  </a:lnTo>
                  <a:lnTo>
                    <a:pt x="222" y="120"/>
                  </a:lnTo>
                  <a:lnTo>
                    <a:pt x="222" y="120"/>
                  </a:lnTo>
                  <a:lnTo>
                    <a:pt x="220" y="120"/>
                  </a:lnTo>
                  <a:lnTo>
                    <a:pt x="220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3"/>
                  </a:lnTo>
                  <a:lnTo>
                    <a:pt x="218" y="123"/>
                  </a:lnTo>
                  <a:lnTo>
                    <a:pt x="218" y="123"/>
                  </a:lnTo>
                  <a:lnTo>
                    <a:pt x="218" y="123"/>
                  </a:lnTo>
                  <a:lnTo>
                    <a:pt x="215" y="125"/>
                  </a:lnTo>
                  <a:lnTo>
                    <a:pt x="215" y="128"/>
                  </a:lnTo>
                  <a:lnTo>
                    <a:pt x="218" y="128"/>
                  </a:lnTo>
                  <a:lnTo>
                    <a:pt x="218" y="130"/>
                  </a:lnTo>
                  <a:lnTo>
                    <a:pt x="218" y="132"/>
                  </a:lnTo>
                  <a:lnTo>
                    <a:pt x="218" y="132"/>
                  </a:lnTo>
                  <a:lnTo>
                    <a:pt x="218" y="132"/>
                  </a:lnTo>
                  <a:lnTo>
                    <a:pt x="215" y="130"/>
                  </a:lnTo>
                  <a:lnTo>
                    <a:pt x="215" y="132"/>
                  </a:lnTo>
                  <a:lnTo>
                    <a:pt x="215" y="132"/>
                  </a:lnTo>
                  <a:lnTo>
                    <a:pt x="215" y="135"/>
                  </a:lnTo>
                  <a:lnTo>
                    <a:pt x="215" y="135"/>
                  </a:lnTo>
                  <a:lnTo>
                    <a:pt x="215" y="135"/>
                  </a:lnTo>
                  <a:lnTo>
                    <a:pt x="215" y="132"/>
                  </a:lnTo>
                  <a:lnTo>
                    <a:pt x="213" y="132"/>
                  </a:lnTo>
                  <a:lnTo>
                    <a:pt x="213" y="130"/>
                  </a:lnTo>
                  <a:lnTo>
                    <a:pt x="213" y="132"/>
                  </a:lnTo>
                  <a:lnTo>
                    <a:pt x="213" y="132"/>
                  </a:lnTo>
                  <a:lnTo>
                    <a:pt x="211" y="132"/>
                  </a:lnTo>
                  <a:lnTo>
                    <a:pt x="211" y="135"/>
                  </a:lnTo>
                  <a:lnTo>
                    <a:pt x="211" y="135"/>
                  </a:lnTo>
                  <a:lnTo>
                    <a:pt x="208" y="132"/>
                  </a:lnTo>
                  <a:lnTo>
                    <a:pt x="206" y="135"/>
                  </a:lnTo>
                  <a:lnTo>
                    <a:pt x="206" y="135"/>
                  </a:lnTo>
                  <a:lnTo>
                    <a:pt x="206" y="139"/>
                  </a:lnTo>
                  <a:lnTo>
                    <a:pt x="208" y="139"/>
                  </a:lnTo>
                  <a:lnTo>
                    <a:pt x="208" y="142"/>
                  </a:lnTo>
                  <a:lnTo>
                    <a:pt x="211" y="144"/>
                  </a:lnTo>
                  <a:lnTo>
                    <a:pt x="208" y="144"/>
                  </a:lnTo>
                  <a:lnTo>
                    <a:pt x="208" y="146"/>
                  </a:lnTo>
                  <a:lnTo>
                    <a:pt x="208" y="149"/>
                  </a:lnTo>
                  <a:lnTo>
                    <a:pt x="208" y="149"/>
                  </a:lnTo>
                  <a:lnTo>
                    <a:pt x="208" y="151"/>
                  </a:lnTo>
                  <a:lnTo>
                    <a:pt x="208" y="151"/>
                  </a:lnTo>
                  <a:lnTo>
                    <a:pt x="208" y="151"/>
                  </a:lnTo>
                  <a:lnTo>
                    <a:pt x="208" y="146"/>
                  </a:lnTo>
                  <a:lnTo>
                    <a:pt x="206" y="144"/>
                  </a:lnTo>
                  <a:lnTo>
                    <a:pt x="206" y="144"/>
                  </a:lnTo>
                  <a:lnTo>
                    <a:pt x="203" y="144"/>
                  </a:lnTo>
                  <a:lnTo>
                    <a:pt x="203" y="144"/>
                  </a:lnTo>
                  <a:lnTo>
                    <a:pt x="203" y="142"/>
                  </a:lnTo>
                  <a:lnTo>
                    <a:pt x="203" y="142"/>
                  </a:lnTo>
                  <a:lnTo>
                    <a:pt x="203" y="139"/>
                  </a:lnTo>
                  <a:lnTo>
                    <a:pt x="203" y="137"/>
                  </a:lnTo>
                  <a:lnTo>
                    <a:pt x="201" y="137"/>
                  </a:lnTo>
                  <a:lnTo>
                    <a:pt x="201" y="137"/>
                  </a:lnTo>
                  <a:lnTo>
                    <a:pt x="201" y="135"/>
                  </a:lnTo>
                  <a:lnTo>
                    <a:pt x="201" y="132"/>
                  </a:lnTo>
                  <a:lnTo>
                    <a:pt x="199" y="135"/>
                  </a:lnTo>
                  <a:lnTo>
                    <a:pt x="199" y="135"/>
                  </a:lnTo>
                  <a:lnTo>
                    <a:pt x="199" y="137"/>
                  </a:lnTo>
                  <a:lnTo>
                    <a:pt x="196" y="139"/>
                  </a:lnTo>
                  <a:lnTo>
                    <a:pt x="196" y="137"/>
                  </a:lnTo>
                  <a:lnTo>
                    <a:pt x="196" y="135"/>
                  </a:lnTo>
                  <a:lnTo>
                    <a:pt x="196" y="132"/>
                  </a:lnTo>
                  <a:lnTo>
                    <a:pt x="196" y="132"/>
                  </a:lnTo>
                  <a:lnTo>
                    <a:pt x="196" y="128"/>
                  </a:lnTo>
                  <a:lnTo>
                    <a:pt x="196" y="128"/>
                  </a:lnTo>
                  <a:lnTo>
                    <a:pt x="196" y="130"/>
                  </a:lnTo>
                  <a:lnTo>
                    <a:pt x="194" y="130"/>
                  </a:lnTo>
                  <a:lnTo>
                    <a:pt x="194" y="132"/>
                  </a:lnTo>
                  <a:lnTo>
                    <a:pt x="192" y="132"/>
                  </a:lnTo>
                  <a:lnTo>
                    <a:pt x="192" y="135"/>
                  </a:lnTo>
                  <a:lnTo>
                    <a:pt x="194" y="137"/>
                  </a:lnTo>
                  <a:lnTo>
                    <a:pt x="192" y="142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6"/>
                  </a:lnTo>
                  <a:lnTo>
                    <a:pt x="194" y="146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51"/>
                  </a:lnTo>
                  <a:lnTo>
                    <a:pt x="194" y="151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4" y="156"/>
                  </a:lnTo>
                  <a:lnTo>
                    <a:pt x="194" y="156"/>
                  </a:lnTo>
                  <a:lnTo>
                    <a:pt x="194" y="156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6"/>
                  </a:lnTo>
                  <a:lnTo>
                    <a:pt x="192" y="156"/>
                  </a:lnTo>
                  <a:lnTo>
                    <a:pt x="194" y="158"/>
                  </a:lnTo>
                  <a:lnTo>
                    <a:pt x="194" y="158"/>
                  </a:lnTo>
                  <a:lnTo>
                    <a:pt x="194" y="158"/>
                  </a:lnTo>
                  <a:lnTo>
                    <a:pt x="194" y="161"/>
                  </a:lnTo>
                  <a:lnTo>
                    <a:pt x="192" y="161"/>
                  </a:lnTo>
                  <a:lnTo>
                    <a:pt x="192" y="161"/>
                  </a:lnTo>
                  <a:lnTo>
                    <a:pt x="189" y="158"/>
                  </a:lnTo>
                  <a:lnTo>
                    <a:pt x="189" y="158"/>
                  </a:lnTo>
                  <a:lnTo>
                    <a:pt x="187" y="154"/>
                  </a:lnTo>
                  <a:lnTo>
                    <a:pt x="187" y="151"/>
                  </a:lnTo>
                  <a:lnTo>
                    <a:pt x="185" y="151"/>
                  </a:lnTo>
                  <a:lnTo>
                    <a:pt x="185" y="151"/>
                  </a:lnTo>
                  <a:lnTo>
                    <a:pt x="185" y="151"/>
                  </a:lnTo>
                  <a:lnTo>
                    <a:pt x="185" y="154"/>
                  </a:lnTo>
                  <a:lnTo>
                    <a:pt x="185" y="154"/>
                  </a:lnTo>
                  <a:lnTo>
                    <a:pt x="185" y="156"/>
                  </a:lnTo>
                  <a:lnTo>
                    <a:pt x="185" y="156"/>
                  </a:lnTo>
                  <a:lnTo>
                    <a:pt x="187" y="158"/>
                  </a:lnTo>
                  <a:lnTo>
                    <a:pt x="187" y="158"/>
                  </a:lnTo>
                  <a:lnTo>
                    <a:pt x="187" y="158"/>
                  </a:lnTo>
                  <a:lnTo>
                    <a:pt x="187" y="158"/>
                  </a:lnTo>
                  <a:lnTo>
                    <a:pt x="189" y="161"/>
                  </a:lnTo>
                  <a:lnTo>
                    <a:pt x="189" y="161"/>
                  </a:lnTo>
                  <a:lnTo>
                    <a:pt x="189" y="163"/>
                  </a:lnTo>
                  <a:lnTo>
                    <a:pt x="189" y="163"/>
                  </a:lnTo>
                  <a:lnTo>
                    <a:pt x="189" y="163"/>
                  </a:lnTo>
                  <a:lnTo>
                    <a:pt x="189" y="163"/>
                  </a:lnTo>
                  <a:lnTo>
                    <a:pt x="187" y="163"/>
                  </a:lnTo>
                  <a:lnTo>
                    <a:pt x="187" y="163"/>
                  </a:lnTo>
                  <a:lnTo>
                    <a:pt x="187" y="163"/>
                  </a:lnTo>
                  <a:lnTo>
                    <a:pt x="185" y="163"/>
                  </a:lnTo>
                  <a:lnTo>
                    <a:pt x="185" y="165"/>
                  </a:lnTo>
                  <a:lnTo>
                    <a:pt x="187" y="168"/>
                  </a:lnTo>
                  <a:lnTo>
                    <a:pt x="187" y="170"/>
                  </a:lnTo>
                  <a:lnTo>
                    <a:pt x="185" y="170"/>
                  </a:lnTo>
                  <a:lnTo>
                    <a:pt x="185" y="173"/>
                  </a:lnTo>
                  <a:lnTo>
                    <a:pt x="185" y="173"/>
                  </a:lnTo>
                  <a:lnTo>
                    <a:pt x="185" y="170"/>
                  </a:lnTo>
                  <a:lnTo>
                    <a:pt x="185" y="168"/>
                  </a:lnTo>
                  <a:lnTo>
                    <a:pt x="185" y="165"/>
                  </a:lnTo>
                  <a:lnTo>
                    <a:pt x="185" y="165"/>
                  </a:lnTo>
                  <a:lnTo>
                    <a:pt x="180" y="163"/>
                  </a:lnTo>
                  <a:lnTo>
                    <a:pt x="180" y="163"/>
                  </a:lnTo>
                  <a:lnTo>
                    <a:pt x="180" y="163"/>
                  </a:lnTo>
                  <a:lnTo>
                    <a:pt x="177" y="163"/>
                  </a:lnTo>
                  <a:lnTo>
                    <a:pt x="175" y="163"/>
                  </a:lnTo>
                  <a:lnTo>
                    <a:pt x="177" y="163"/>
                  </a:lnTo>
                  <a:lnTo>
                    <a:pt x="177" y="165"/>
                  </a:lnTo>
                  <a:lnTo>
                    <a:pt x="180" y="165"/>
                  </a:lnTo>
                  <a:lnTo>
                    <a:pt x="180" y="168"/>
                  </a:lnTo>
                  <a:lnTo>
                    <a:pt x="180" y="168"/>
                  </a:lnTo>
                  <a:lnTo>
                    <a:pt x="177" y="177"/>
                  </a:lnTo>
                  <a:lnTo>
                    <a:pt x="177" y="180"/>
                  </a:lnTo>
                  <a:lnTo>
                    <a:pt x="175" y="180"/>
                  </a:lnTo>
                  <a:lnTo>
                    <a:pt x="175" y="180"/>
                  </a:lnTo>
                  <a:lnTo>
                    <a:pt x="175" y="182"/>
                  </a:lnTo>
                  <a:lnTo>
                    <a:pt x="175" y="182"/>
                  </a:lnTo>
                  <a:lnTo>
                    <a:pt x="175" y="182"/>
                  </a:lnTo>
                  <a:lnTo>
                    <a:pt x="175" y="184"/>
                  </a:lnTo>
                  <a:lnTo>
                    <a:pt x="175" y="184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7" y="184"/>
                  </a:lnTo>
                  <a:lnTo>
                    <a:pt x="177" y="187"/>
                  </a:lnTo>
                  <a:lnTo>
                    <a:pt x="177" y="189"/>
                  </a:lnTo>
                  <a:lnTo>
                    <a:pt x="180" y="189"/>
                  </a:lnTo>
                  <a:lnTo>
                    <a:pt x="180" y="189"/>
                  </a:lnTo>
                  <a:lnTo>
                    <a:pt x="182" y="187"/>
                  </a:lnTo>
                  <a:lnTo>
                    <a:pt x="182" y="184"/>
                  </a:lnTo>
                  <a:lnTo>
                    <a:pt x="185" y="184"/>
                  </a:lnTo>
                  <a:lnTo>
                    <a:pt x="182" y="191"/>
                  </a:lnTo>
                  <a:lnTo>
                    <a:pt x="182" y="191"/>
                  </a:lnTo>
                  <a:lnTo>
                    <a:pt x="180" y="194"/>
                  </a:lnTo>
                  <a:lnTo>
                    <a:pt x="180" y="194"/>
                  </a:lnTo>
                  <a:lnTo>
                    <a:pt x="180" y="194"/>
                  </a:lnTo>
                  <a:lnTo>
                    <a:pt x="177" y="196"/>
                  </a:lnTo>
                  <a:lnTo>
                    <a:pt x="177" y="199"/>
                  </a:lnTo>
                  <a:lnTo>
                    <a:pt x="177" y="196"/>
                  </a:lnTo>
                  <a:lnTo>
                    <a:pt x="180" y="194"/>
                  </a:lnTo>
                  <a:lnTo>
                    <a:pt x="180" y="191"/>
                  </a:lnTo>
                  <a:lnTo>
                    <a:pt x="177" y="191"/>
                  </a:lnTo>
                  <a:lnTo>
                    <a:pt x="177" y="189"/>
                  </a:lnTo>
                  <a:lnTo>
                    <a:pt x="177" y="189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3" y="189"/>
                  </a:lnTo>
                  <a:lnTo>
                    <a:pt x="173" y="187"/>
                  </a:lnTo>
                  <a:lnTo>
                    <a:pt x="173" y="187"/>
                  </a:lnTo>
                  <a:lnTo>
                    <a:pt x="173" y="184"/>
                  </a:lnTo>
                  <a:lnTo>
                    <a:pt x="173" y="184"/>
                  </a:lnTo>
                  <a:lnTo>
                    <a:pt x="173" y="182"/>
                  </a:lnTo>
                  <a:lnTo>
                    <a:pt x="173" y="182"/>
                  </a:lnTo>
                  <a:lnTo>
                    <a:pt x="173" y="180"/>
                  </a:lnTo>
                  <a:lnTo>
                    <a:pt x="173" y="177"/>
                  </a:lnTo>
                  <a:lnTo>
                    <a:pt x="175" y="177"/>
                  </a:lnTo>
                  <a:lnTo>
                    <a:pt x="175" y="177"/>
                  </a:lnTo>
                  <a:lnTo>
                    <a:pt x="175" y="175"/>
                  </a:lnTo>
                  <a:lnTo>
                    <a:pt x="175" y="175"/>
                  </a:lnTo>
                  <a:lnTo>
                    <a:pt x="173" y="170"/>
                  </a:lnTo>
                  <a:lnTo>
                    <a:pt x="170" y="170"/>
                  </a:lnTo>
                  <a:lnTo>
                    <a:pt x="168" y="168"/>
                  </a:lnTo>
                  <a:lnTo>
                    <a:pt x="168" y="165"/>
                  </a:lnTo>
                  <a:lnTo>
                    <a:pt x="168" y="163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70" y="161"/>
                  </a:lnTo>
                  <a:lnTo>
                    <a:pt x="168" y="161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68" y="156"/>
                  </a:lnTo>
                  <a:lnTo>
                    <a:pt x="168" y="156"/>
                  </a:lnTo>
                  <a:lnTo>
                    <a:pt x="168" y="154"/>
                  </a:lnTo>
                  <a:lnTo>
                    <a:pt x="166" y="154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3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3" y="151"/>
                  </a:lnTo>
                  <a:lnTo>
                    <a:pt x="161" y="154"/>
                  </a:lnTo>
                  <a:lnTo>
                    <a:pt x="161" y="154"/>
                  </a:lnTo>
                  <a:lnTo>
                    <a:pt x="161" y="154"/>
                  </a:lnTo>
                  <a:lnTo>
                    <a:pt x="163" y="156"/>
                  </a:lnTo>
                  <a:lnTo>
                    <a:pt x="163" y="156"/>
                  </a:lnTo>
                  <a:lnTo>
                    <a:pt x="163" y="156"/>
                  </a:lnTo>
                  <a:lnTo>
                    <a:pt x="163" y="156"/>
                  </a:lnTo>
                  <a:lnTo>
                    <a:pt x="161" y="156"/>
                  </a:lnTo>
                  <a:lnTo>
                    <a:pt x="161" y="156"/>
                  </a:lnTo>
                  <a:lnTo>
                    <a:pt x="161" y="154"/>
                  </a:lnTo>
                  <a:lnTo>
                    <a:pt x="161" y="154"/>
                  </a:lnTo>
                  <a:lnTo>
                    <a:pt x="159" y="154"/>
                  </a:lnTo>
                  <a:lnTo>
                    <a:pt x="159" y="156"/>
                  </a:lnTo>
                  <a:lnTo>
                    <a:pt x="159" y="156"/>
                  </a:lnTo>
                  <a:lnTo>
                    <a:pt x="156" y="156"/>
                  </a:lnTo>
                  <a:lnTo>
                    <a:pt x="161" y="161"/>
                  </a:lnTo>
                  <a:lnTo>
                    <a:pt x="161" y="161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8" y="165"/>
                  </a:lnTo>
                  <a:lnTo>
                    <a:pt x="168" y="165"/>
                  </a:lnTo>
                  <a:lnTo>
                    <a:pt x="168" y="165"/>
                  </a:lnTo>
                  <a:lnTo>
                    <a:pt x="168" y="168"/>
                  </a:lnTo>
                  <a:lnTo>
                    <a:pt x="168" y="170"/>
                  </a:lnTo>
                  <a:lnTo>
                    <a:pt x="166" y="170"/>
                  </a:lnTo>
                  <a:lnTo>
                    <a:pt x="166" y="173"/>
                  </a:lnTo>
                  <a:lnTo>
                    <a:pt x="168" y="173"/>
                  </a:lnTo>
                  <a:lnTo>
                    <a:pt x="168" y="173"/>
                  </a:lnTo>
                  <a:lnTo>
                    <a:pt x="168" y="173"/>
                  </a:lnTo>
                  <a:lnTo>
                    <a:pt x="168" y="175"/>
                  </a:lnTo>
                  <a:lnTo>
                    <a:pt x="168" y="175"/>
                  </a:lnTo>
                  <a:lnTo>
                    <a:pt x="168" y="173"/>
                  </a:lnTo>
                  <a:lnTo>
                    <a:pt x="166" y="173"/>
                  </a:lnTo>
                  <a:lnTo>
                    <a:pt x="166" y="173"/>
                  </a:lnTo>
                  <a:lnTo>
                    <a:pt x="163" y="173"/>
                  </a:lnTo>
                  <a:lnTo>
                    <a:pt x="166" y="170"/>
                  </a:lnTo>
                  <a:lnTo>
                    <a:pt x="166" y="170"/>
                  </a:lnTo>
                  <a:lnTo>
                    <a:pt x="166" y="170"/>
                  </a:lnTo>
                  <a:lnTo>
                    <a:pt x="166" y="168"/>
                  </a:lnTo>
                  <a:lnTo>
                    <a:pt x="166" y="168"/>
                  </a:lnTo>
                  <a:lnTo>
                    <a:pt x="163" y="168"/>
                  </a:lnTo>
                  <a:lnTo>
                    <a:pt x="163" y="168"/>
                  </a:lnTo>
                  <a:lnTo>
                    <a:pt x="163" y="168"/>
                  </a:lnTo>
                  <a:lnTo>
                    <a:pt x="163" y="168"/>
                  </a:lnTo>
                  <a:lnTo>
                    <a:pt x="163" y="170"/>
                  </a:lnTo>
                  <a:lnTo>
                    <a:pt x="163" y="173"/>
                  </a:lnTo>
                  <a:lnTo>
                    <a:pt x="163" y="175"/>
                  </a:lnTo>
                  <a:lnTo>
                    <a:pt x="163" y="173"/>
                  </a:lnTo>
                  <a:lnTo>
                    <a:pt x="161" y="173"/>
                  </a:lnTo>
                  <a:lnTo>
                    <a:pt x="161" y="175"/>
                  </a:lnTo>
                  <a:lnTo>
                    <a:pt x="159" y="175"/>
                  </a:lnTo>
                  <a:lnTo>
                    <a:pt x="159" y="175"/>
                  </a:lnTo>
                  <a:lnTo>
                    <a:pt x="161" y="170"/>
                  </a:lnTo>
                  <a:lnTo>
                    <a:pt x="161" y="165"/>
                  </a:lnTo>
                  <a:lnTo>
                    <a:pt x="161" y="163"/>
                  </a:lnTo>
                  <a:lnTo>
                    <a:pt x="159" y="163"/>
                  </a:lnTo>
                  <a:lnTo>
                    <a:pt x="159" y="168"/>
                  </a:lnTo>
                  <a:lnTo>
                    <a:pt x="156" y="170"/>
                  </a:lnTo>
                  <a:lnTo>
                    <a:pt x="156" y="168"/>
                  </a:lnTo>
                  <a:lnTo>
                    <a:pt x="156" y="168"/>
                  </a:lnTo>
                  <a:lnTo>
                    <a:pt x="156" y="161"/>
                  </a:lnTo>
                  <a:lnTo>
                    <a:pt x="156" y="161"/>
                  </a:lnTo>
                  <a:lnTo>
                    <a:pt x="156" y="161"/>
                  </a:lnTo>
                  <a:lnTo>
                    <a:pt x="156" y="163"/>
                  </a:lnTo>
                  <a:lnTo>
                    <a:pt x="156" y="161"/>
                  </a:lnTo>
                  <a:lnTo>
                    <a:pt x="154" y="163"/>
                  </a:lnTo>
                  <a:lnTo>
                    <a:pt x="151" y="165"/>
                  </a:lnTo>
                  <a:lnTo>
                    <a:pt x="154" y="165"/>
                  </a:lnTo>
                  <a:lnTo>
                    <a:pt x="154" y="168"/>
                  </a:lnTo>
                  <a:lnTo>
                    <a:pt x="154" y="168"/>
                  </a:lnTo>
                  <a:lnTo>
                    <a:pt x="151" y="168"/>
                  </a:lnTo>
                  <a:lnTo>
                    <a:pt x="151" y="168"/>
                  </a:lnTo>
                  <a:lnTo>
                    <a:pt x="151" y="168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4" y="170"/>
                  </a:lnTo>
                  <a:lnTo>
                    <a:pt x="151" y="170"/>
                  </a:lnTo>
                  <a:lnTo>
                    <a:pt x="151" y="173"/>
                  </a:lnTo>
                  <a:lnTo>
                    <a:pt x="151" y="173"/>
                  </a:lnTo>
                  <a:lnTo>
                    <a:pt x="154" y="175"/>
                  </a:lnTo>
                  <a:lnTo>
                    <a:pt x="154" y="175"/>
                  </a:lnTo>
                  <a:lnTo>
                    <a:pt x="154" y="177"/>
                  </a:lnTo>
                  <a:lnTo>
                    <a:pt x="154" y="180"/>
                  </a:lnTo>
                  <a:lnTo>
                    <a:pt x="151" y="177"/>
                  </a:lnTo>
                  <a:lnTo>
                    <a:pt x="151" y="177"/>
                  </a:lnTo>
                  <a:lnTo>
                    <a:pt x="151" y="175"/>
                  </a:lnTo>
                  <a:lnTo>
                    <a:pt x="151" y="175"/>
                  </a:lnTo>
                  <a:lnTo>
                    <a:pt x="151" y="173"/>
                  </a:lnTo>
                  <a:lnTo>
                    <a:pt x="149" y="170"/>
                  </a:lnTo>
                  <a:lnTo>
                    <a:pt x="149" y="168"/>
                  </a:lnTo>
                  <a:lnTo>
                    <a:pt x="147" y="168"/>
                  </a:lnTo>
                  <a:lnTo>
                    <a:pt x="147" y="170"/>
                  </a:lnTo>
                  <a:lnTo>
                    <a:pt x="147" y="175"/>
                  </a:lnTo>
                  <a:lnTo>
                    <a:pt x="147" y="177"/>
                  </a:lnTo>
                  <a:lnTo>
                    <a:pt x="149" y="177"/>
                  </a:lnTo>
                  <a:lnTo>
                    <a:pt x="149" y="180"/>
                  </a:lnTo>
                  <a:lnTo>
                    <a:pt x="149" y="180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7" y="177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2" y="175"/>
                  </a:lnTo>
                  <a:lnTo>
                    <a:pt x="142" y="173"/>
                  </a:lnTo>
                  <a:lnTo>
                    <a:pt x="142" y="177"/>
                  </a:lnTo>
                  <a:lnTo>
                    <a:pt x="140" y="177"/>
                  </a:lnTo>
                  <a:lnTo>
                    <a:pt x="137" y="180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37" y="177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5" y="173"/>
                  </a:lnTo>
                  <a:lnTo>
                    <a:pt x="132" y="175"/>
                  </a:lnTo>
                  <a:lnTo>
                    <a:pt x="132" y="175"/>
                  </a:lnTo>
                  <a:lnTo>
                    <a:pt x="128" y="180"/>
                  </a:lnTo>
                  <a:lnTo>
                    <a:pt x="128" y="182"/>
                  </a:lnTo>
                  <a:lnTo>
                    <a:pt x="125" y="187"/>
                  </a:lnTo>
                  <a:lnTo>
                    <a:pt x="125" y="189"/>
                  </a:lnTo>
                  <a:lnTo>
                    <a:pt x="123" y="191"/>
                  </a:lnTo>
                  <a:lnTo>
                    <a:pt x="123" y="191"/>
                  </a:lnTo>
                  <a:lnTo>
                    <a:pt x="123" y="189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123" y="184"/>
                  </a:lnTo>
                  <a:lnTo>
                    <a:pt x="123" y="184"/>
                  </a:lnTo>
                  <a:lnTo>
                    <a:pt x="123" y="184"/>
                  </a:lnTo>
                  <a:lnTo>
                    <a:pt x="123" y="184"/>
                  </a:lnTo>
                  <a:lnTo>
                    <a:pt x="123" y="182"/>
                  </a:lnTo>
                  <a:lnTo>
                    <a:pt x="123" y="182"/>
                  </a:lnTo>
                  <a:lnTo>
                    <a:pt x="125" y="180"/>
                  </a:lnTo>
                  <a:lnTo>
                    <a:pt x="128" y="177"/>
                  </a:lnTo>
                  <a:lnTo>
                    <a:pt x="128" y="173"/>
                  </a:lnTo>
                  <a:lnTo>
                    <a:pt x="128" y="170"/>
                  </a:lnTo>
                  <a:lnTo>
                    <a:pt x="125" y="170"/>
                  </a:lnTo>
                  <a:lnTo>
                    <a:pt x="125" y="173"/>
                  </a:lnTo>
                  <a:lnTo>
                    <a:pt x="123" y="170"/>
                  </a:lnTo>
                  <a:lnTo>
                    <a:pt x="125" y="168"/>
                  </a:lnTo>
                  <a:lnTo>
                    <a:pt x="125" y="165"/>
                  </a:lnTo>
                  <a:lnTo>
                    <a:pt x="125" y="165"/>
                  </a:lnTo>
                  <a:lnTo>
                    <a:pt x="123" y="165"/>
                  </a:lnTo>
                  <a:lnTo>
                    <a:pt x="123" y="163"/>
                  </a:lnTo>
                  <a:lnTo>
                    <a:pt x="123" y="163"/>
                  </a:lnTo>
                  <a:lnTo>
                    <a:pt x="123" y="163"/>
                  </a:lnTo>
                  <a:lnTo>
                    <a:pt x="125" y="163"/>
                  </a:lnTo>
                  <a:lnTo>
                    <a:pt x="125" y="163"/>
                  </a:lnTo>
                  <a:lnTo>
                    <a:pt x="123" y="161"/>
                  </a:lnTo>
                  <a:lnTo>
                    <a:pt x="123" y="163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1" y="165"/>
                  </a:lnTo>
                  <a:lnTo>
                    <a:pt x="121" y="165"/>
                  </a:lnTo>
                  <a:lnTo>
                    <a:pt x="118" y="165"/>
                  </a:lnTo>
                  <a:lnTo>
                    <a:pt x="118" y="165"/>
                  </a:lnTo>
                  <a:lnTo>
                    <a:pt x="118" y="165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18" y="163"/>
                  </a:lnTo>
                  <a:lnTo>
                    <a:pt x="118" y="163"/>
                  </a:lnTo>
                  <a:lnTo>
                    <a:pt x="118" y="163"/>
                  </a:lnTo>
                  <a:lnTo>
                    <a:pt x="118" y="165"/>
                  </a:lnTo>
                  <a:lnTo>
                    <a:pt x="116" y="170"/>
                  </a:lnTo>
                  <a:lnTo>
                    <a:pt x="114" y="175"/>
                  </a:lnTo>
                  <a:lnTo>
                    <a:pt x="114" y="177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77"/>
                  </a:lnTo>
                  <a:lnTo>
                    <a:pt x="111" y="177"/>
                  </a:lnTo>
                  <a:lnTo>
                    <a:pt x="111" y="175"/>
                  </a:lnTo>
                  <a:lnTo>
                    <a:pt x="114" y="173"/>
                  </a:lnTo>
                  <a:lnTo>
                    <a:pt x="114" y="170"/>
                  </a:lnTo>
                  <a:lnTo>
                    <a:pt x="114" y="168"/>
                  </a:lnTo>
                  <a:lnTo>
                    <a:pt x="114" y="165"/>
                  </a:lnTo>
                  <a:lnTo>
                    <a:pt x="114" y="163"/>
                  </a:lnTo>
                  <a:lnTo>
                    <a:pt x="114" y="163"/>
                  </a:lnTo>
                  <a:lnTo>
                    <a:pt x="114" y="161"/>
                  </a:lnTo>
                  <a:lnTo>
                    <a:pt x="114" y="161"/>
                  </a:lnTo>
                  <a:lnTo>
                    <a:pt x="114" y="161"/>
                  </a:lnTo>
                  <a:lnTo>
                    <a:pt x="116" y="161"/>
                  </a:lnTo>
                  <a:lnTo>
                    <a:pt x="116" y="161"/>
                  </a:lnTo>
                  <a:lnTo>
                    <a:pt x="121" y="151"/>
                  </a:lnTo>
                  <a:lnTo>
                    <a:pt x="123" y="146"/>
                  </a:lnTo>
                  <a:lnTo>
                    <a:pt x="123" y="144"/>
                  </a:lnTo>
                  <a:lnTo>
                    <a:pt x="125" y="142"/>
                  </a:lnTo>
                  <a:lnTo>
                    <a:pt x="125" y="137"/>
                  </a:lnTo>
                  <a:lnTo>
                    <a:pt x="128" y="135"/>
                  </a:lnTo>
                  <a:lnTo>
                    <a:pt x="128" y="135"/>
                  </a:lnTo>
                  <a:lnTo>
                    <a:pt x="128" y="132"/>
                  </a:lnTo>
                  <a:lnTo>
                    <a:pt x="128" y="132"/>
                  </a:lnTo>
                  <a:lnTo>
                    <a:pt x="128" y="130"/>
                  </a:lnTo>
                  <a:lnTo>
                    <a:pt x="128" y="128"/>
                  </a:lnTo>
                  <a:lnTo>
                    <a:pt x="125" y="128"/>
                  </a:lnTo>
                  <a:lnTo>
                    <a:pt x="123" y="125"/>
                  </a:lnTo>
                  <a:lnTo>
                    <a:pt x="123" y="125"/>
                  </a:lnTo>
                  <a:lnTo>
                    <a:pt x="123" y="130"/>
                  </a:lnTo>
                  <a:lnTo>
                    <a:pt x="121" y="132"/>
                  </a:lnTo>
                  <a:lnTo>
                    <a:pt x="121" y="132"/>
                  </a:lnTo>
                  <a:lnTo>
                    <a:pt x="118" y="135"/>
                  </a:lnTo>
                  <a:lnTo>
                    <a:pt x="116" y="135"/>
                  </a:lnTo>
                  <a:lnTo>
                    <a:pt x="118" y="135"/>
                  </a:lnTo>
                  <a:lnTo>
                    <a:pt x="118" y="137"/>
                  </a:lnTo>
                  <a:lnTo>
                    <a:pt x="118" y="137"/>
                  </a:lnTo>
                  <a:lnTo>
                    <a:pt x="118" y="139"/>
                  </a:lnTo>
                  <a:lnTo>
                    <a:pt x="118" y="139"/>
                  </a:lnTo>
                  <a:lnTo>
                    <a:pt x="116" y="139"/>
                  </a:lnTo>
                  <a:lnTo>
                    <a:pt x="116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1" y="139"/>
                  </a:lnTo>
                  <a:lnTo>
                    <a:pt x="109" y="139"/>
                  </a:lnTo>
                  <a:lnTo>
                    <a:pt x="109" y="137"/>
                  </a:lnTo>
                  <a:lnTo>
                    <a:pt x="109" y="137"/>
                  </a:lnTo>
                  <a:lnTo>
                    <a:pt x="106" y="137"/>
                  </a:lnTo>
                  <a:lnTo>
                    <a:pt x="104" y="137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02" y="139"/>
                  </a:lnTo>
                  <a:lnTo>
                    <a:pt x="102" y="142"/>
                  </a:lnTo>
                  <a:lnTo>
                    <a:pt x="102" y="144"/>
                  </a:lnTo>
                  <a:lnTo>
                    <a:pt x="99" y="144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99" y="139"/>
                  </a:lnTo>
                  <a:lnTo>
                    <a:pt x="99" y="139"/>
                  </a:lnTo>
                  <a:lnTo>
                    <a:pt x="97" y="142"/>
                  </a:lnTo>
                  <a:lnTo>
                    <a:pt x="97" y="144"/>
                  </a:lnTo>
                  <a:lnTo>
                    <a:pt x="97" y="149"/>
                  </a:lnTo>
                  <a:lnTo>
                    <a:pt x="97" y="151"/>
                  </a:lnTo>
                  <a:lnTo>
                    <a:pt x="95" y="154"/>
                  </a:lnTo>
                  <a:lnTo>
                    <a:pt x="97" y="149"/>
                  </a:lnTo>
                  <a:lnTo>
                    <a:pt x="95" y="149"/>
                  </a:lnTo>
                  <a:lnTo>
                    <a:pt x="95" y="146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95" y="139"/>
                  </a:lnTo>
                  <a:lnTo>
                    <a:pt x="95" y="137"/>
                  </a:lnTo>
                  <a:lnTo>
                    <a:pt x="92" y="137"/>
                  </a:lnTo>
                  <a:lnTo>
                    <a:pt x="92" y="137"/>
                  </a:lnTo>
                  <a:lnTo>
                    <a:pt x="90" y="137"/>
                  </a:lnTo>
                  <a:lnTo>
                    <a:pt x="90" y="137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88" y="135"/>
                  </a:lnTo>
                  <a:lnTo>
                    <a:pt x="88" y="135"/>
                  </a:lnTo>
                  <a:lnTo>
                    <a:pt x="88" y="135"/>
                  </a:lnTo>
                  <a:lnTo>
                    <a:pt x="88" y="132"/>
                  </a:lnTo>
                  <a:lnTo>
                    <a:pt x="88" y="135"/>
                  </a:lnTo>
                  <a:lnTo>
                    <a:pt x="85" y="135"/>
                  </a:lnTo>
                  <a:lnTo>
                    <a:pt x="85" y="135"/>
                  </a:lnTo>
                  <a:lnTo>
                    <a:pt x="85" y="137"/>
                  </a:lnTo>
                  <a:lnTo>
                    <a:pt x="85" y="142"/>
                  </a:lnTo>
                  <a:lnTo>
                    <a:pt x="85" y="146"/>
                  </a:lnTo>
                  <a:lnTo>
                    <a:pt x="85" y="146"/>
                  </a:lnTo>
                  <a:lnTo>
                    <a:pt x="83" y="149"/>
                  </a:lnTo>
                  <a:lnTo>
                    <a:pt x="85" y="151"/>
                  </a:lnTo>
                  <a:lnTo>
                    <a:pt x="85" y="158"/>
                  </a:lnTo>
                  <a:lnTo>
                    <a:pt x="85" y="158"/>
                  </a:lnTo>
                  <a:lnTo>
                    <a:pt x="88" y="161"/>
                  </a:lnTo>
                  <a:lnTo>
                    <a:pt x="90" y="161"/>
                  </a:lnTo>
                  <a:lnTo>
                    <a:pt x="88" y="161"/>
                  </a:lnTo>
                  <a:lnTo>
                    <a:pt x="85" y="161"/>
                  </a:lnTo>
                  <a:lnTo>
                    <a:pt x="85" y="163"/>
                  </a:lnTo>
                  <a:lnTo>
                    <a:pt x="85" y="165"/>
                  </a:lnTo>
                  <a:lnTo>
                    <a:pt x="88" y="165"/>
                  </a:lnTo>
                  <a:lnTo>
                    <a:pt x="88" y="168"/>
                  </a:lnTo>
                  <a:lnTo>
                    <a:pt x="88" y="168"/>
                  </a:lnTo>
                  <a:lnTo>
                    <a:pt x="83" y="165"/>
                  </a:lnTo>
                  <a:lnTo>
                    <a:pt x="83" y="165"/>
                  </a:lnTo>
                  <a:lnTo>
                    <a:pt x="83" y="170"/>
                  </a:lnTo>
                  <a:lnTo>
                    <a:pt x="83" y="170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5"/>
                  </a:lnTo>
                  <a:lnTo>
                    <a:pt x="83" y="189"/>
                  </a:lnTo>
                  <a:lnTo>
                    <a:pt x="83" y="191"/>
                  </a:lnTo>
                  <a:lnTo>
                    <a:pt x="83" y="199"/>
                  </a:lnTo>
                  <a:lnTo>
                    <a:pt x="83" y="201"/>
                  </a:lnTo>
                  <a:lnTo>
                    <a:pt x="83" y="203"/>
                  </a:lnTo>
                  <a:lnTo>
                    <a:pt x="83" y="203"/>
                  </a:lnTo>
                  <a:lnTo>
                    <a:pt x="83" y="201"/>
                  </a:lnTo>
                  <a:lnTo>
                    <a:pt x="83" y="201"/>
                  </a:lnTo>
                  <a:lnTo>
                    <a:pt x="80" y="196"/>
                  </a:lnTo>
                  <a:lnTo>
                    <a:pt x="80" y="191"/>
                  </a:lnTo>
                  <a:lnTo>
                    <a:pt x="78" y="191"/>
                  </a:lnTo>
                  <a:lnTo>
                    <a:pt x="78" y="191"/>
                  </a:lnTo>
                  <a:lnTo>
                    <a:pt x="78" y="187"/>
                  </a:lnTo>
                  <a:lnTo>
                    <a:pt x="78" y="187"/>
                  </a:lnTo>
                  <a:lnTo>
                    <a:pt x="76" y="189"/>
                  </a:lnTo>
                  <a:lnTo>
                    <a:pt x="76" y="189"/>
                  </a:lnTo>
                  <a:lnTo>
                    <a:pt x="76" y="187"/>
                  </a:lnTo>
                  <a:lnTo>
                    <a:pt x="73" y="187"/>
                  </a:lnTo>
                  <a:lnTo>
                    <a:pt x="71" y="189"/>
                  </a:lnTo>
                  <a:lnTo>
                    <a:pt x="71" y="189"/>
                  </a:lnTo>
                  <a:lnTo>
                    <a:pt x="71" y="187"/>
                  </a:lnTo>
                  <a:lnTo>
                    <a:pt x="73" y="182"/>
                  </a:lnTo>
                  <a:lnTo>
                    <a:pt x="73" y="182"/>
                  </a:lnTo>
                  <a:lnTo>
                    <a:pt x="73" y="180"/>
                  </a:lnTo>
                  <a:lnTo>
                    <a:pt x="73" y="180"/>
                  </a:lnTo>
                  <a:lnTo>
                    <a:pt x="73" y="177"/>
                  </a:lnTo>
                  <a:lnTo>
                    <a:pt x="73" y="177"/>
                  </a:lnTo>
                  <a:lnTo>
                    <a:pt x="73" y="177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71" y="175"/>
                  </a:lnTo>
                  <a:lnTo>
                    <a:pt x="71" y="175"/>
                  </a:lnTo>
                  <a:lnTo>
                    <a:pt x="71" y="175"/>
                  </a:lnTo>
                  <a:lnTo>
                    <a:pt x="71" y="173"/>
                  </a:lnTo>
                  <a:lnTo>
                    <a:pt x="71" y="170"/>
                  </a:lnTo>
                  <a:lnTo>
                    <a:pt x="69" y="168"/>
                  </a:lnTo>
                  <a:lnTo>
                    <a:pt x="69" y="168"/>
                  </a:lnTo>
                  <a:lnTo>
                    <a:pt x="69" y="170"/>
                  </a:lnTo>
                  <a:lnTo>
                    <a:pt x="69" y="173"/>
                  </a:lnTo>
                  <a:lnTo>
                    <a:pt x="69" y="173"/>
                  </a:lnTo>
                  <a:lnTo>
                    <a:pt x="66" y="173"/>
                  </a:lnTo>
                  <a:lnTo>
                    <a:pt x="66" y="170"/>
                  </a:lnTo>
                  <a:lnTo>
                    <a:pt x="64" y="163"/>
                  </a:lnTo>
                  <a:lnTo>
                    <a:pt x="64" y="161"/>
                  </a:lnTo>
                  <a:lnTo>
                    <a:pt x="64" y="161"/>
                  </a:lnTo>
                  <a:lnTo>
                    <a:pt x="66" y="156"/>
                  </a:lnTo>
                  <a:lnTo>
                    <a:pt x="66" y="154"/>
                  </a:lnTo>
                  <a:lnTo>
                    <a:pt x="66" y="154"/>
                  </a:lnTo>
                  <a:lnTo>
                    <a:pt x="64" y="154"/>
                  </a:lnTo>
                  <a:lnTo>
                    <a:pt x="64" y="154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6" y="151"/>
                  </a:lnTo>
                  <a:lnTo>
                    <a:pt x="66" y="151"/>
                  </a:lnTo>
                  <a:lnTo>
                    <a:pt x="66" y="142"/>
                  </a:lnTo>
                  <a:lnTo>
                    <a:pt x="66" y="139"/>
                  </a:lnTo>
                  <a:lnTo>
                    <a:pt x="64" y="139"/>
                  </a:lnTo>
                  <a:lnTo>
                    <a:pt x="66" y="137"/>
                  </a:lnTo>
                  <a:lnTo>
                    <a:pt x="66" y="135"/>
                  </a:lnTo>
                  <a:lnTo>
                    <a:pt x="64" y="132"/>
                  </a:lnTo>
                  <a:lnTo>
                    <a:pt x="64" y="130"/>
                  </a:lnTo>
                  <a:lnTo>
                    <a:pt x="61" y="128"/>
                  </a:lnTo>
                  <a:lnTo>
                    <a:pt x="61" y="128"/>
                  </a:lnTo>
                  <a:lnTo>
                    <a:pt x="59" y="128"/>
                  </a:lnTo>
                  <a:lnTo>
                    <a:pt x="57" y="128"/>
                  </a:lnTo>
                  <a:lnTo>
                    <a:pt x="59" y="125"/>
                  </a:lnTo>
                  <a:lnTo>
                    <a:pt x="61" y="125"/>
                  </a:lnTo>
                  <a:lnTo>
                    <a:pt x="61" y="125"/>
                  </a:lnTo>
                  <a:lnTo>
                    <a:pt x="61" y="125"/>
                  </a:lnTo>
                  <a:lnTo>
                    <a:pt x="61" y="125"/>
                  </a:lnTo>
                  <a:lnTo>
                    <a:pt x="64" y="123"/>
                  </a:lnTo>
                  <a:lnTo>
                    <a:pt x="61" y="120"/>
                  </a:lnTo>
                  <a:lnTo>
                    <a:pt x="61" y="118"/>
                  </a:lnTo>
                  <a:lnTo>
                    <a:pt x="64" y="116"/>
                  </a:lnTo>
                  <a:lnTo>
                    <a:pt x="64" y="113"/>
                  </a:lnTo>
                  <a:lnTo>
                    <a:pt x="64" y="111"/>
                  </a:lnTo>
                  <a:lnTo>
                    <a:pt x="61" y="111"/>
                  </a:lnTo>
                  <a:lnTo>
                    <a:pt x="61" y="111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1" y="109"/>
                  </a:lnTo>
                  <a:lnTo>
                    <a:pt x="61" y="109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7"/>
                  </a:lnTo>
                  <a:lnTo>
                    <a:pt x="61" y="94"/>
                  </a:lnTo>
                  <a:lnTo>
                    <a:pt x="61" y="92"/>
                  </a:lnTo>
                  <a:lnTo>
                    <a:pt x="61" y="92"/>
                  </a:lnTo>
                  <a:lnTo>
                    <a:pt x="61" y="92"/>
                  </a:lnTo>
                  <a:lnTo>
                    <a:pt x="59" y="92"/>
                  </a:lnTo>
                  <a:lnTo>
                    <a:pt x="59" y="92"/>
                  </a:lnTo>
                  <a:lnTo>
                    <a:pt x="57" y="92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4" y="90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5"/>
                  </a:lnTo>
                  <a:lnTo>
                    <a:pt x="52" y="85"/>
                  </a:lnTo>
                  <a:lnTo>
                    <a:pt x="52" y="83"/>
                  </a:lnTo>
                  <a:lnTo>
                    <a:pt x="52" y="80"/>
                  </a:lnTo>
                  <a:lnTo>
                    <a:pt x="50" y="80"/>
                  </a:lnTo>
                  <a:lnTo>
                    <a:pt x="50" y="80"/>
                  </a:lnTo>
                  <a:lnTo>
                    <a:pt x="50" y="78"/>
                  </a:lnTo>
                  <a:lnTo>
                    <a:pt x="50" y="75"/>
                  </a:lnTo>
                  <a:lnTo>
                    <a:pt x="50" y="75"/>
                  </a:lnTo>
                  <a:lnTo>
                    <a:pt x="50" y="73"/>
                  </a:lnTo>
                  <a:lnTo>
                    <a:pt x="52" y="75"/>
                  </a:lnTo>
                  <a:lnTo>
                    <a:pt x="52" y="78"/>
                  </a:lnTo>
                  <a:lnTo>
                    <a:pt x="52" y="80"/>
                  </a:lnTo>
                  <a:lnTo>
                    <a:pt x="54" y="83"/>
                  </a:lnTo>
                  <a:lnTo>
                    <a:pt x="54" y="83"/>
                  </a:lnTo>
                  <a:lnTo>
                    <a:pt x="54" y="85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61" y="87"/>
                  </a:lnTo>
                  <a:lnTo>
                    <a:pt x="61" y="87"/>
                  </a:lnTo>
                  <a:lnTo>
                    <a:pt x="59" y="85"/>
                  </a:lnTo>
                  <a:lnTo>
                    <a:pt x="61" y="83"/>
                  </a:lnTo>
                  <a:lnTo>
                    <a:pt x="61" y="83"/>
                  </a:lnTo>
                  <a:lnTo>
                    <a:pt x="61" y="80"/>
                  </a:lnTo>
                  <a:lnTo>
                    <a:pt x="59" y="75"/>
                  </a:lnTo>
                  <a:lnTo>
                    <a:pt x="59" y="73"/>
                  </a:lnTo>
                  <a:lnTo>
                    <a:pt x="59" y="71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61" y="71"/>
                  </a:lnTo>
                  <a:lnTo>
                    <a:pt x="61" y="68"/>
                  </a:lnTo>
                  <a:lnTo>
                    <a:pt x="61" y="68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59" y="64"/>
                  </a:lnTo>
                  <a:lnTo>
                    <a:pt x="59" y="64"/>
                  </a:lnTo>
                  <a:lnTo>
                    <a:pt x="59" y="64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1" y="61"/>
                  </a:lnTo>
                  <a:lnTo>
                    <a:pt x="59" y="61"/>
                  </a:lnTo>
                  <a:lnTo>
                    <a:pt x="59" y="61"/>
                  </a:lnTo>
                  <a:lnTo>
                    <a:pt x="59" y="61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7"/>
                  </a:lnTo>
                  <a:lnTo>
                    <a:pt x="59" y="54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54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9" y="49"/>
                  </a:lnTo>
                  <a:lnTo>
                    <a:pt x="57" y="49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4" y="45"/>
                  </a:lnTo>
                  <a:lnTo>
                    <a:pt x="54" y="45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0"/>
                  </a:lnTo>
                  <a:lnTo>
                    <a:pt x="54" y="40"/>
                  </a:lnTo>
                  <a:lnTo>
                    <a:pt x="52" y="40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5" y="40"/>
                  </a:lnTo>
                  <a:lnTo>
                    <a:pt x="45" y="42"/>
                  </a:lnTo>
                  <a:lnTo>
                    <a:pt x="45" y="45"/>
                  </a:lnTo>
                  <a:lnTo>
                    <a:pt x="43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5" y="49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0" y="49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35" y="45"/>
                  </a:lnTo>
                  <a:lnTo>
                    <a:pt x="38" y="45"/>
                  </a:lnTo>
                  <a:lnTo>
                    <a:pt x="35" y="45"/>
                  </a:lnTo>
                  <a:lnTo>
                    <a:pt x="33" y="45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1" y="40"/>
                  </a:lnTo>
                  <a:lnTo>
                    <a:pt x="28" y="42"/>
                  </a:lnTo>
                  <a:lnTo>
                    <a:pt x="28" y="40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6" y="38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31" y="38"/>
                  </a:lnTo>
                  <a:lnTo>
                    <a:pt x="31" y="35"/>
                  </a:lnTo>
                  <a:lnTo>
                    <a:pt x="28" y="35"/>
                  </a:lnTo>
                  <a:lnTo>
                    <a:pt x="28" y="35"/>
                  </a:lnTo>
                  <a:lnTo>
                    <a:pt x="28" y="35"/>
                  </a:lnTo>
                  <a:lnTo>
                    <a:pt x="31" y="35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5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3"/>
                  </a:lnTo>
                  <a:lnTo>
                    <a:pt x="35" y="33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0" y="31"/>
                  </a:lnTo>
                  <a:lnTo>
                    <a:pt x="47" y="28"/>
                  </a:lnTo>
                  <a:lnTo>
                    <a:pt x="47" y="28"/>
                  </a:lnTo>
                  <a:lnTo>
                    <a:pt x="50" y="28"/>
                  </a:lnTo>
                  <a:lnTo>
                    <a:pt x="52" y="28"/>
                  </a:lnTo>
                  <a:lnTo>
                    <a:pt x="52" y="28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0" y="26"/>
                  </a:lnTo>
                  <a:lnTo>
                    <a:pt x="50" y="23"/>
                  </a:lnTo>
                  <a:lnTo>
                    <a:pt x="50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0" y="21"/>
                  </a:lnTo>
                  <a:lnTo>
                    <a:pt x="50" y="21"/>
                  </a:lnTo>
                  <a:lnTo>
                    <a:pt x="50" y="21"/>
                  </a:lnTo>
                  <a:lnTo>
                    <a:pt x="50" y="19"/>
                  </a:lnTo>
                  <a:lnTo>
                    <a:pt x="52" y="19"/>
                  </a:lnTo>
                  <a:lnTo>
                    <a:pt x="52" y="21"/>
                  </a:lnTo>
                  <a:lnTo>
                    <a:pt x="52" y="21"/>
                  </a:lnTo>
                  <a:lnTo>
                    <a:pt x="54" y="19"/>
                  </a:lnTo>
                  <a:lnTo>
                    <a:pt x="52" y="19"/>
                  </a:lnTo>
                  <a:lnTo>
                    <a:pt x="52" y="16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0" y="12"/>
                  </a:lnTo>
                  <a:lnTo>
                    <a:pt x="50" y="9"/>
                  </a:lnTo>
                  <a:lnTo>
                    <a:pt x="50" y="12"/>
                  </a:lnTo>
                  <a:lnTo>
                    <a:pt x="47" y="12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47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5" y="2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8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4"/>
                  </a:lnTo>
                  <a:lnTo>
                    <a:pt x="35" y="7"/>
                  </a:lnTo>
                  <a:lnTo>
                    <a:pt x="35" y="9"/>
                  </a:lnTo>
                  <a:lnTo>
                    <a:pt x="33" y="12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33" y="12"/>
                  </a:lnTo>
                  <a:lnTo>
                    <a:pt x="35" y="12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40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6"/>
                  </a:lnTo>
                  <a:lnTo>
                    <a:pt x="40" y="16"/>
                  </a:lnTo>
                  <a:lnTo>
                    <a:pt x="38" y="16"/>
                  </a:lnTo>
                  <a:lnTo>
                    <a:pt x="35" y="16"/>
                  </a:lnTo>
                  <a:lnTo>
                    <a:pt x="33" y="19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26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1" y="19"/>
                  </a:lnTo>
                  <a:lnTo>
                    <a:pt x="19" y="19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6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2" y="42"/>
                  </a:lnTo>
                  <a:lnTo>
                    <a:pt x="9" y="42"/>
                  </a:lnTo>
                  <a:lnTo>
                    <a:pt x="9" y="45"/>
                  </a:lnTo>
                  <a:lnTo>
                    <a:pt x="7" y="47"/>
                  </a:lnTo>
                  <a:lnTo>
                    <a:pt x="2" y="57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2" y="73"/>
                  </a:lnTo>
                  <a:lnTo>
                    <a:pt x="5" y="75"/>
                  </a:lnTo>
                  <a:lnTo>
                    <a:pt x="7" y="75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7" y="85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5" y="87"/>
                  </a:lnTo>
                  <a:lnTo>
                    <a:pt x="7" y="87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7" y="92"/>
                  </a:lnTo>
                  <a:lnTo>
                    <a:pt x="5" y="94"/>
                  </a:lnTo>
                  <a:lnTo>
                    <a:pt x="5" y="94"/>
                  </a:lnTo>
                  <a:lnTo>
                    <a:pt x="2" y="92"/>
                  </a:lnTo>
                  <a:lnTo>
                    <a:pt x="2" y="92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7"/>
                  </a:lnTo>
                  <a:lnTo>
                    <a:pt x="2" y="97"/>
                  </a:lnTo>
                  <a:lnTo>
                    <a:pt x="5" y="97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9" y="99"/>
                  </a:lnTo>
                  <a:lnTo>
                    <a:pt x="9" y="97"/>
                  </a:lnTo>
                  <a:lnTo>
                    <a:pt x="9" y="97"/>
                  </a:lnTo>
                  <a:lnTo>
                    <a:pt x="12" y="97"/>
                  </a:lnTo>
                  <a:lnTo>
                    <a:pt x="12" y="99"/>
                  </a:lnTo>
                  <a:lnTo>
                    <a:pt x="12" y="99"/>
                  </a:lnTo>
                  <a:lnTo>
                    <a:pt x="12" y="99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9" y="102"/>
                  </a:lnTo>
                  <a:lnTo>
                    <a:pt x="12" y="102"/>
                  </a:lnTo>
                  <a:lnTo>
                    <a:pt x="12" y="104"/>
                  </a:lnTo>
                  <a:lnTo>
                    <a:pt x="12" y="104"/>
                  </a:lnTo>
                  <a:lnTo>
                    <a:pt x="12" y="106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12" y="111"/>
                  </a:lnTo>
                  <a:lnTo>
                    <a:pt x="12" y="111"/>
                  </a:lnTo>
                  <a:lnTo>
                    <a:pt x="9" y="113"/>
                  </a:lnTo>
                  <a:lnTo>
                    <a:pt x="9" y="116"/>
                  </a:lnTo>
                  <a:lnTo>
                    <a:pt x="9" y="118"/>
                  </a:lnTo>
                  <a:lnTo>
                    <a:pt x="9" y="118"/>
                  </a:lnTo>
                  <a:lnTo>
                    <a:pt x="7" y="118"/>
                  </a:lnTo>
                  <a:lnTo>
                    <a:pt x="7" y="120"/>
                  </a:lnTo>
                  <a:lnTo>
                    <a:pt x="7" y="120"/>
                  </a:lnTo>
                  <a:lnTo>
                    <a:pt x="7" y="123"/>
                  </a:lnTo>
                  <a:lnTo>
                    <a:pt x="5" y="125"/>
                  </a:lnTo>
                  <a:lnTo>
                    <a:pt x="2" y="128"/>
                  </a:lnTo>
                  <a:lnTo>
                    <a:pt x="2" y="128"/>
                  </a:lnTo>
                  <a:lnTo>
                    <a:pt x="2" y="125"/>
                  </a:lnTo>
                  <a:lnTo>
                    <a:pt x="2" y="125"/>
                  </a:lnTo>
                  <a:lnTo>
                    <a:pt x="2" y="125"/>
                  </a:lnTo>
                  <a:lnTo>
                    <a:pt x="2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30"/>
                  </a:lnTo>
                  <a:lnTo>
                    <a:pt x="5" y="128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9" y="130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9" y="130"/>
                  </a:lnTo>
                  <a:lnTo>
                    <a:pt x="9" y="132"/>
                  </a:lnTo>
                  <a:lnTo>
                    <a:pt x="9" y="132"/>
                  </a:lnTo>
                  <a:lnTo>
                    <a:pt x="9" y="132"/>
                  </a:lnTo>
                  <a:lnTo>
                    <a:pt x="12" y="132"/>
                  </a:lnTo>
                  <a:lnTo>
                    <a:pt x="12" y="132"/>
                  </a:lnTo>
                  <a:lnTo>
                    <a:pt x="14" y="128"/>
                  </a:lnTo>
                  <a:lnTo>
                    <a:pt x="17" y="128"/>
                  </a:lnTo>
                  <a:lnTo>
                    <a:pt x="17" y="130"/>
                  </a:lnTo>
                  <a:lnTo>
                    <a:pt x="14" y="132"/>
                  </a:lnTo>
                  <a:lnTo>
                    <a:pt x="12" y="132"/>
                  </a:lnTo>
                  <a:lnTo>
                    <a:pt x="7" y="135"/>
                  </a:lnTo>
                  <a:lnTo>
                    <a:pt x="7" y="135"/>
                  </a:lnTo>
                  <a:lnTo>
                    <a:pt x="7" y="139"/>
                  </a:lnTo>
                  <a:lnTo>
                    <a:pt x="9" y="142"/>
                  </a:lnTo>
                  <a:lnTo>
                    <a:pt x="9" y="144"/>
                  </a:lnTo>
                  <a:lnTo>
                    <a:pt x="9" y="146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9" y="154"/>
                  </a:lnTo>
                  <a:lnTo>
                    <a:pt x="9" y="158"/>
                  </a:lnTo>
                  <a:lnTo>
                    <a:pt x="12" y="158"/>
                  </a:lnTo>
                  <a:lnTo>
                    <a:pt x="12" y="158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3"/>
                  </a:lnTo>
                  <a:lnTo>
                    <a:pt x="14" y="165"/>
                  </a:lnTo>
                  <a:lnTo>
                    <a:pt x="14" y="170"/>
                  </a:lnTo>
                  <a:lnTo>
                    <a:pt x="14" y="173"/>
                  </a:lnTo>
                  <a:lnTo>
                    <a:pt x="14" y="175"/>
                  </a:lnTo>
                  <a:lnTo>
                    <a:pt x="17" y="177"/>
                  </a:lnTo>
                  <a:lnTo>
                    <a:pt x="17" y="177"/>
                  </a:lnTo>
                  <a:lnTo>
                    <a:pt x="17" y="184"/>
                  </a:lnTo>
                  <a:lnTo>
                    <a:pt x="19" y="191"/>
                  </a:lnTo>
                  <a:lnTo>
                    <a:pt x="19" y="194"/>
                  </a:lnTo>
                  <a:lnTo>
                    <a:pt x="21" y="201"/>
                  </a:lnTo>
                  <a:lnTo>
                    <a:pt x="21" y="203"/>
                  </a:lnTo>
                  <a:lnTo>
                    <a:pt x="21" y="206"/>
                  </a:lnTo>
                  <a:lnTo>
                    <a:pt x="21" y="208"/>
                  </a:lnTo>
                  <a:lnTo>
                    <a:pt x="21" y="213"/>
                  </a:lnTo>
                  <a:lnTo>
                    <a:pt x="21" y="213"/>
                  </a:lnTo>
                  <a:lnTo>
                    <a:pt x="21" y="213"/>
                  </a:lnTo>
                  <a:lnTo>
                    <a:pt x="21" y="21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24" y="218"/>
                  </a:lnTo>
                  <a:lnTo>
                    <a:pt x="21" y="218"/>
                  </a:lnTo>
                  <a:lnTo>
                    <a:pt x="21" y="220"/>
                  </a:lnTo>
                  <a:lnTo>
                    <a:pt x="21" y="220"/>
                  </a:lnTo>
                  <a:lnTo>
                    <a:pt x="24" y="225"/>
                  </a:lnTo>
                  <a:lnTo>
                    <a:pt x="24" y="227"/>
                  </a:lnTo>
                  <a:lnTo>
                    <a:pt x="26" y="229"/>
                  </a:lnTo>
                  <a:lnTo>
                    <a:pt x="28" y="232"/>
                  </a:lnTo>
                  <a:lnTo>
                    <a:pt x="28" y="232"/>
                  </a:lnTo>
                  <a:lnTo>
                    <a:pt x="28" y="232"/>
                  </a:lnTo>
                  <a:lnTo>
                    <a:pt x="28" y="234"/>
                  </a:lnTo>
                  <a:lnTo>
                    <a:pt x="28" y="234"/>
                  </a:lnTo>
                  <a:lnTo>
                    <a:pt x="31" y="234"/>
                  </a:lnTo>
                  <a:lnTo>
                    <a:pt x="31" y="234"/>
                  </a:lnTo>
                  <a:lnTo>
                    <a:pt x="33" y="234"/>
                  </a:lnTo>
                  <a:lnTo>
                    <a:pt x="33" y="234"/>
                  </a:lnTo>
                  <a:lnTo>
                    <a:pt x="33" y="236"/>
                  </a:lnTo>
                  <a:lnTo>
                    <a:pt x="33" y="236"/>
                  </a:lnTo>
                  <a:lnTo>
                    <a:pt x="35" y="236"/>
                  </a:lnTo>
                  <a:lnTo>
                    <a:pt x="35" y="236"/>
                  </a:lnTo>
                  <a:lnTo>
                    <a:pt x="35" y="236"/>
                  </a:lnTo>
                  <a:lnTo>
                    <a:pt x="35" y="236"/>
                  </a:lnTo>
                  <a:lnTo>
                    <a:pt x="35" y="234"/>
                  </a:lnTo>
                  <a:lnTo>
                    <a:pt x="35" y="232"/>
                  </a:lnTo>
                  <a:lnTo>
                    <a:pt x="38" y="234"/>
                  </a:lnTo>
                  <a:lnTo>
                    <a:pt x="40" y="236"/>
                  </a:lnTo>
                  <a:lnTo>
                    <a:pt x="45" y="236"/>
                  </a:lnTo>
                  <a:lnTo>
                    <a:pt x="47" y="236"/>
                  </a:lnTo>
                  <a:lnTo>
                    <a:pt x="47" y="236"/>
                  </a:lnTo>
                  <a:lnTo>
                    <a:pt x="45" y="239"/>
                  </a:lnTo>
                  <a:lnTo>
                    <a:pt x="43" y="239"/>
                  </a:lnTo>
                  <a:lnTo>
                    <a:pt x="43" y="239"/>
                  </a:lnTo>
                  <a:lnTo>
                    <a:pt x="40" y="239"/>
                  </a:lnTo>
                  <a:lnTo>
                    <a:pt x="38" y="239"/>
                  </a:lnTo>
                  <a:lnTo>
                    <a:pt x="35" y="239"/>
                  </a:lnTo>
                  <a:lnTo>
                    <a:pt x="35" y="241"/>
                  </a:lnTo>
                  <a:lnTo>
                    <a:pt x="35" y="241"/>
                  </a:lnTo>
                  <a:lnTo>
                    <a:pt x="40" y="246"/>
                  </a:lnTo>
                  <a:lnTo>
                    <a:pt x="38" y="246"/>
                  </a:lnTo>
                  <a:lnTo>
                    <a:pt x="35" y="244"/>
                  </a:lnTo>
                  <a:lnTo>
                    <a:pt x="35" y="241"/>
                  </a:lnTo>
                  <a:lnTo>
                    <a:pt x="33" y="239"/>
                  </a:lnTo>
                  <a:lnTo>
                    <a:pt x="33" y="239"/>
                  </a:lnTo>
                  <a:lnTo>
                    <a:pt x="31" y="236"/>
                  </a:lnTo>
                  <a:lnTo>
                    <a:pt x="28" y="236"/>
                  </a:lnTo>
                  <a:lnTo>
                    <a:pt x="28" y="239"/>
                  </a:lnTo>
                  <a:lnTo>
                    <a:pt x="26" y="239"/>
                  </a:lnTo>
                  <a:lnTo>
                    <a:pt x="26" y="244"/>
                  </a:lnTo>
                  <a:lnTo>
                    <a:pt x="26" y="246"/>
                  </a:lnTo>
                  <a:lnTo>
                    <a:pt x="24" y="248"/>
                  </a:lnTo>
                  <a:lnTo>
                    <a:pt x="24" y="253"/>
                  </a:lnTo>
                  <a:lnTo>
                    <a:pt x="24" y="258"/>
                  </a:lnTo>
                  <a:lnTo>
                    <a:pt x="26" y="260"/>
                  </a:lnTo>
                  <a:lnTo>
                    <a:pt x="28" y="265"/>
                  </a:lnTo>
                  <a:lnTo>
                    <a:pt x="28" y="267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3" y="270"/>
                  </a:lnTo>
                  <a:lnTo>
                    <a:pt x="38" y="270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5" y="265"/>
                  </a:lnTo>
                  <a:lnTo>
                    <a:pt x="45" y="262"/>
                  </a:lnTo>
                  <a:lnTo>
                    <a:pt x="45" y="260"/>
                  </a:lnTo>
                  <a:lnTo>
                    <a:pt x="45" y="265"/>
                  </a:lnTo>
                  <a:lnTo>
                    <a:pt x="45" y="267"/>
                  </a:lnTo>
                  <a:lnTo>
                    <a:pt x="45" y="270"/>
                  </a:lnTo>
                  <a:lnTo>
                    <a:pt x="40" y="272"/>
                  </a:lnTo>
                  <a:lnTo>
                    <a:pt x="40" y="272"/>
                  </a:lnTo>
                  <a:lnTo>
                    <a:pt x="43" y="274"/>
                  </a:lnTo>
                  <a:lnTo>
                    <a:pt x="45" y="272"/>
                  </a:lnTo>
                  <a:lnTo>
                    <a:pt x="50" y="265"/>
                  </a:lnTo>
                  <a:lnTo>
                    <a:pt x="50" y="267"/>
                  </a:lnTo>
                  <a:lnTo>
                    <a:pt x="47" y="267"/>
                  </a:lnTo>
                  <a:lnTo>
                    <a:pt x="47" y="270"/>
                  </a:lnTo>
                  <a:lnTo>
                    <a:pt x="47" y="270"/>
                  </a:lnTo>
                  <a:lnTo>
                    <a:pt x="50" y="270"/>
                  </a:lnTo>
                  <a:lnTo>
                    <a:pt x="52" y="267"/>
                  </a:lnTo>
                  <a:lnTo>
                    <a:pt x="52" y="267"/>
                  </a:lnTo>
                  <a:lnTo>
                    <a:pt x="52" y="262"/>
                  </a:lnTo>
                  <a:lnTo>
                    <a:pt x="52" y="265"/>
                  </a:lnTo>
                  <a:lnTo>
                    <a:pt x="52" y="270"/>
                  </a:lnTo>
                  <a:lnTo>
                    <a:pt x="52" y="270"/>
                  </a:lnTo>
                  <a:lnTo>
                    <a:pt x="52" y="272"/>
                  </a:lnTo>
                  <a:lnTo>
                    <a:pt x="47" y="272"/>
                  </a:lnTo>
                  <a:lnTo>
                    <a:pt x="45" y="274"/>
                  </a:lnTo>
                  <a:lnTo>
                    <a:pt x="43" y="277"/>
                  </a:lnTo>
                  <a:lnTo>
                    <a:pt x="43" y="277"/>
                  </a:lnTo>
                  <a:lnTo>
                    <a:pt x="43" y="277"/>
                  </a:lnTo>
                  <a:lnTo>
                    <a:pt x="43" y="279"/>
                  </a:lnTo>
                  <a:lnTo>
                    <a:pt x="43" y="279"/>
                  </a:lnTo>
                  <a:lnTo>
                    <a:pt x="43" y="279"/>
                  </a:lnTo>
                  <a:lnTo>
                    <a:pt x="45" y="281"/>
                  </a:lnTo>
                  <a:lnTo>
                    <a:pt x="47" y="284"/>
                  </a:lnTo>
                  <a:lnTo>
                    <a:pt x="47" y="284"/>
                  </a:lnTo>
                  <a:lnTo>
                    <a:pt x="52" y="284"/>
                  </a:lnTo>
                  <a:lnTo>
                    <a:pt x="52" y="284"/>
                  </a:lnTo>
                  <a:lnTo>
                    <a:pt x="54" y="284"/>
                  </a:lnTo>
                  <a:lnTo>
                    <a:pt x="59" y="281"/>
                  </a:lnTo>
                  <a:lnTo>
                    <a:pt x="61" y="281"/>
                  </a:lnTo>
                  <a:lnTo>
                    <a:pt x="59" y="284"/>
                  </a:lnTo>
                  <a:lnTo>
                    <a:pt x="52" y="286"/>
                  </a:lnTo>
                  <a:lnTo>
                    <a:pt x="50" y="286"/>
                  </a:lnTo>
                  <a:lnTo>
                    <a:pt x="45" y="284"/>
                  </a:lnTo>
                  <a:lnTo>
                    <a:pt x="43" y="284"/>
                  </a:lnTo>
                  <a:lnTo>
                    <a:pt x="40" y="284"/>
                  </a:lnTo>
                  <a:lnTo>
                    <a:pt x="35" y="286"/>
                  </a:lnTo>
                  <a:lnTo>
                    <a:pt x="35" y="286"/>
                  </a:lnTo>
                  <a:lnTo>
                    <a:pt x="35" y="289"/>
                  </a:lnTo>
                  <a:lnTo>
                    <a:pt x="33" y="289"/>
                  </a:lnTo>
                  <a:lnTo>
                    <a:pt x="33" y="289"/>
                  </a:lnTo>
                  <a:lnTo>
                    <a:pt x="33" y="289"/>
                  </a:lnTo>
                  <a:lnTo>
                    <a:pt x="33" y="286"/>
                  </a:lnTo>
                  <a:lnTo>
                    <a:pt x="33" y="286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4"/>
                  </a:lnTo>
                  <a:lnTo>
                    <a:pt x="31" y="284"/>
                  </a:lnTo>
                  <a:lnTo>
                    <a:pt x="31" y="281"/>
                  </a:lnTo>
                  <a:lnTo>
                    <a:pt x="28" y="281"/>
                  </a:lnTo>
                  <a:lnTo>
                    <a:pt x="28" y="281"/>
                  </a:lnTo>
                  <a:lnTo>
                    <a:pt x="28" y="284"/>
                  </a:lnTo>
                  <a:lnTo>
                    <a:pt x="28" y="286"/>
                  </a:lnTo>
                  <a:lnTo>
                    <a:pt x="31" y="291"/>
                  </a:lnTo>
                  <a:lnTo>
                    <a:pt x="31" y="293"/>
                  </a:lnTo>
                  <a:lnTo>
                    <a:pt x="28" y="298"/>
                  </a:lnTo>
                  <a:lnTo>
                    <a:pt x="33" y="305"/>
                  </a:lnTo>
                  <a:lnTo>
                    <a:pt x="33" y="305"/>
                  </a:lnTo>
                  <a:lnTo>
                    <a:pt x="33" y="305"/>
                  </a:lnTo>
                  <a:lnTo>
                    <a:pt x="33" y="307"/>
                  </a:lnTo>
                  <a:lnTo>
                    <a:pt x="33" y="310"/>
                  </a:lnTo>
                  <a:lnTo>
                    <a:pt x="33" y="310"/>
                  </a:lnTo>
                  <a:lnTo>
                    <a:pt x="33" y="312"/>
                  </a:lnTo>
                  <a:lnTo>
                    <a:pt x="33" y="315"/>
                  </a:lnTo>
                  <a:lnTo>
                    <a:pt x="33" y="317"/>
                  </a:lnTo>
                  <a:lnTo>
                    <a:pt x="33" y="319"/>
                  </a:lnTo>
                  <a:lnTo>
                    <a:pt x="35" y="326"/>
                  </a:lnTo>
                  <a:lnTo>
                    <a:pt x="35" y="329"/>
                  </a:lnTo>
                  <a:lnTo>
                    <a:pt x="38" y="331"/>
                  </a:lnTo>
                  <a:lnTo>
                    <a:pt x="40" y="336"/>
                  </a:lnTo>
                  <a:lnTo>
                    <a:pt x="40" y="338"/>
                  </a:lnTo>
                  <a:lnTo>
                    <a:pt x="38" y="341"/>
                  </a:lnTo>
                  <a:lnTo>
                    <a:pt x="38" y="341"/>
                  </a:lnTo>
                  <a:lnTo>
                    <a:pt x="35" y="343"/>
                  </a:lnTo>
                  <a:lnTo>
                    <a:pt x="35" y="343"/>
                  </a:lnTo>
                  <a:lnTo>
                    <a:pt x="33" y="341"/>
                  </a:lnTo>
                  <a:lnTo>
                    <a:pt x="33" y="341"/>
                  </a:lnTo>
                  <a:lnTo>
                    <a:pt x="31" y="341"/>
                  </a:lnTo>
                  <a:lnTo>
                    <a:pt x="31" y="341"/>
                  </a:lnTo>
                  <a:lnTo>
                    <a:pt x="31" y="338"/>
                  </a:lnTo>
                  <a:lnTo>
                    <a:pt x="31" y="338"/>
                  </a:lnTo>
                  <a:lnTo>
                    <a:pt x="31" y="341"/>
                  </a:lnTo>
                  <a:lnTo>
                    <a:pt x="31" y="341"/>
                  </a:lnTo>
                  <a:lnTo>
                    <a:pt x="31" y="343"/>
                  </a:lnTo>
                  <a:lnTo>
                    <a:pt x="31" y="345"/>
                  </a:lnTo>
                  <a:lnTo>
                    <a:pt x="31" y="345"/>
                  </a:lnTo>
                  <a:lnTo>
                    <a:pt x="31" y="345"/>
                  </a:lnTo>
                  <a:lnTo>
                    <a:pt x="31" y="343"/>
                  </a:lnTo>
                  <a:lnTo>
                    <a:pt x="28" y="343"/>
                  </a:lnTo>
                  <a:lnTo>
                    <a:pt x="28" y="343"/>
                  </a:lnTo>
                  <a:lnTo>
                    <a:pt x="26" y="343"/>
                  </a:lnTo>
                  <a:lnTo>
                    <a:pt x="26" y="343"/>
                  </a:lnTo>
                  <a:lnTo>
                    <a:pt x="24" y="343"/>
                  </a:lnTo>
                  <a:lnTo>
                    <a:pt x="24" y="341"/>
                  </a:lnTo>
                  <a:lnTo>
                    <a:pt x="24" y="336"/>
                  </a:lnTo>
                  <a:lnTo>
                    <a:pt x="24" y="333"/>
                  </a:lnTo>
                  <a:lnTo>
                    <a:pt x="26" y="333"/>
                  </a:lnTo>
                  <a:lnTo>
                    <a:pt x="26" y="331"/>
                  </a:lnTo>
                  <a:lnTo>
                    <a:pt x="26" y="329"/>
                  </a:lnTo>
                  <a:lnTo>
                    <a:pt x="26" y="326"/>
                  </a:lnTo>
                  <a:lnTo>
                    <a:pt x="26" y="324"/>
                  </a:lnTo>
                  <a:lnTo>
                    <a:pt x="26" y="326"/>
                  </a:lnTo>
                  <a:lnTo>
                    <a:pt x="21" y="338"/>
                  </a:lnTo>
                  <a:lnTo>
                    <a:pt x="19" y="348"/>
                  </a:lnTo>
                  <a:lnTo>
                    <a:pt x="17" y="355"/>
                  </a:lnTo>
                  <a:lnTo>
                    <a:pt x="14" y="357"/>
                  </a:lnTo>
                  <a:lnTo>
                    <a:pt x="17" y="360"/>
                  </a:lnTo>
                  <a:lnTo>
                    <a:pt x="17" y="360"/>
                  </a:lnTo>
                  <a:lnTo>
                    <a:pt x="17" y="360"/>
                  </a:lnTo>
                  <a:lnTo>
                    <a:pt x="17" y="362"/>
                  </a:lnTo>
                  <a:lnTo>
                    <a:pt x="17" y="362"/>
                  </a:lnTo>
                  <a:lnTo>
                    <a:pt x="17" y="364"/>
                  </a:lnTo>
                  <a:lnTo>
                    <a:pt x="19" y="362"/>
                  </a:lnTo>
                  <a:lnTo>
                    <a:pt x="24" y="355"/>
                  </a:lnTo>
                  <a:lnTo>
                    <a:pt x="26" y="352"/>
                  </a:lnTo>
                  <a:lnTo>
                    <a:pt x="31" y="350"/>
                  </a:lnTo>
                  <a:lnTo>
                    <a:pt x="35" y="348"/>
                  </a:lnTo>
                  <a:lnTo>
                    <a:pt x="40" y="341"/>
                  </a:lnTo>
                  <a:lnTo>
                    <a:pt x="40" y="341"/>
                  </a:lnTo>
                  <a:lnTo>
                    <a:pt x="47" y="338"/>
                  </a:lnTo>
                  <a:lnTo>
                    <a:pt x="47" y="338"/>
                  </a:lnTo>
                  <a:lnTo>
                    <a:pt x="50" y="338"/>
                  </a:lnTo>
                  <a:lnTo>
                    <a:pt x="52" y="338"/>
                  </a:lnTo>
                  <a:lnTo>
                    <a:pt x="54" y="336"/>
                  </a:lnTo>
                  <a:lnTo>
                    <a:pt x="54" y="336"/>
                  </a:lnTo>
                  <a:lnTo>
                    <a:pt x="57" y="336"/>
                  </a:lnTo>
                  <a:lnTo>
                    <a:pt x="57" y="333"/>
                  </a:lnTo>
                  <a:lnTo>
                    <a:pt x="59" y="333"/>
                  </a:lnTo>
                  <a:lnTo>
                    <a:pt x="61" y="329"/>
                  </a:lnTo>
                  <a:lnTo>
                    <a:pt x="61" y="329"/>
                  </a:lnTo>
                  <a:lnTo>
                    <a:pt x="64" y="329"/>
                  </a:lnTo>
                  <a:lnTo>
                    <a:pt x="64" y="329"/>
                  </a:lnTo>
                  <a:lnTo>
                    <a:pt x="64" y="331"/>
                  </a:lnTo>
                  <a:lnTo>
                    <a:pt x="61" y="331"/>
                  </a:lnTo>
                  <a:lnTo>
                    <a:pt x="61" y="333"/>
                  </a:lnTo>
                  <a:lnTo>
                    <a:pt x="59" y="336"/>
                  </a:lnTo>
                  <a:lnTo>
                    <a:pt x="57" y="336"/>
                  </a:lnTo>
                  <a:lnTo>
                    <a:pt x="57" y="338"/>
                  </a:lnTo>
                  <a:lnTo>
                    <a:pt x="57" y="341"/>
                  </a:lnTo>
                  <a:lnTo>
                    <a:pt x="57" y="343"/>
                  </a:lnTo>
                  <a:lnTo>
                    <a:pt x="57" y="343"/>
                  </a:lnTo>
                  <a:lnTo>
                    <a:pt x="54" y="345"/>
                  </a:lnTo>
                  <a:lnTo>
                    <a:pt x="54" y="348"/>
                  </a:lnTo>
                  <a:lnTo>
                    <a:pt x="52" y="350"/>
                  </a:lnTo>
                  <a:lnTo>
                    <a:pt x="52" y="348"/>
                  </a:lnTo>
                  <a:lnTo>
                    <a:pt x="54" y="345"/>
                  </a:lnTo>
                  <a:lnTo>
                    <a:pt x="54" y="343"/>
                  </a:lnTo>
                  <a:lnTo>
                    <a:pt x="57" y="343"/>
                  </a:lnTo>
                  <a:lnTo>
                    <a:pt x="57" y="341"/>
                  </a:lnTo>
                  <a:lnTo>
                    <a:pt x="54" y="343"/>
                  </a:lnTo>
                  <a:lnTo>
                    <a:pt x="52" y="345"/>
                  </a:lnTo>
                  <a:lnTo>
                    <a:pt x="52" y="348"/>
                  </a:lnTo>
                  <a:lnTo>
                    <a:pt x="52" y="350"/>
                  </a:lnTo>
                  <a:lnTo>
                    <a:pt x="52" y="352"/>
                  </a:lnTo>
                  <a:lnTo>
                    <a:pt x="50" y="352"/>
                  </a:lnTo>
                  <a:lnTo>
                    <a:pt x="50" y="352"/>
                  </a:lnTo>
                  <a:lnTo>
                    <a:pt x="50" y="355"/>
                  </a:lnTo>
                  <a:lnTo>
                    <a:pt x="52" y="355"/>
                  </a:lnTo>
                  <a:lnTo>
                    <a:pt x="52" y="357"/>
                  </a:lnTo>
                  <a:lnTo>
                    <a:pt x="52" y="362"/>
                  </a:lnTo>
                  <a:lnTo>
                    <a:pt x="52" y="362"/>
                  </a:lnTo>
                  <a:lnTo>
                    <a:pt x="50" y="367"/>
                  </a:lnTo>
                  <a:lnTo>
                    <a:pt x="50" y="369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47" y="376"/>
                  </a:lnTo>
                  <a:lnTo>
                    <a:pt x="47" y="381"/>
                  </a:lnTo>
                  <a:lnTo>
                    <a:pt x="45" y="383"/>
                  </a:lnTo>
                  <a:lnTo>
                    <a:pt x="40" y="395"/>
                  </a:lnTo>
                  <a:lnTo>
                    <a:pt x="38" y="400"/>
                  </a:lnTo>
                  <a:lnTo>
                    <a:pt x="38" y="407"/>
                  </a:lnTo>
                  <a:lnTo>
                    <a:pt x="38" y="407"/>
                  </a:lnTo>
                  <a:lnTo>
                    <a:pt x="38" y="407"/>
                  </a:lnTo>
                  <a:lnTo>
                    <a:pt x="38" y="409"/>
                  </a:lnTo>
                  <a:lnTo>
                    <a:pt x="38" y="409"/>
                  </a:lnTo>
                  <a:lnTo>
                    <a:pt x="38" y="409"/>
                  </a:lnTo>
                  <a:lnTo>
                    <a:pt x="35" y="409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14"/>
                  </a:lnTo>
                  <a:lnTo>
                    <a:pt x="35" y="414"/>
                  </a:lnTo>
                  <a:lnTo>
                    <a:pt x="35" y="414"/>
                  </a:lnTo>
                  <a:lnTo>
                    <a:pt x="38" y="416"/>
                  </a:lnTo>
                  <a:lnTo>
                    <a:pt x="40" y="416"/>
                  </a:lnTo>
                  <a:lnTo>
                    <a:pt x="40" y="416"/>
                  </a:lnTo>
                  <a:lnTo>
                    <a:pt x="40" y="419"/>
                  </a:lnTo>
                  <a:lnTo>
                    <a:pt x="40" y="419"/>
                  </a:lnTo>
                  <a:lnTo>
                    <a:pt x="43" y="419"/>
                  </a:lnTo>
                  <a:lnTo>
                    <a:pt x="43" y="419"/>
                  </a:lnTo>
                  <a:lnTo>
                    <a:pt x="45" y="421"/>
                  </a:lnTo>
                  <a:lnTo>
                    <a:pt x="45" y="421"/>
                  </a:lnTo>
                  <a:lnTo>
                    <a:pt x="47" y="423"/>
                  </a:lnTo>
                  <a:lnTo>
                    <a:pt x="47" y="421"/>
                  </a:lnTo>
                  <a:lnTo>
                    <a:pt x="50" y="423"/>
                  </a:lnTo>
                  <a:lnTo>
                    <a:pt x="50" y="428"/>
                  </a:lnTo>
                  <a:lnTo>
                    <a:pt x="52" y="431"/>
                  </a:lnTo>
                  <a:lnTo>
                    <a:pt x="52" y="433"/>
                  </a:lnTo>
                  <a:lnTo>
                    <a:pt x="54" y="433"/>
                  </a:lnTo>
                  <a:lnTo>
                    <a:pt x="54" y="433"/>
                  </a:lnTo>
                  <a:lnTo>
                    <a:pt x="54" y="433"/>
                  </a:lnTo>
                  <a:lnTo>
                    <a:pt x="57" y="433"/>
                  </a:lnTo>
                  <a:lnTo>
                    <a:pt x="57" y="433"/>
                  </a:lnTo>
                  <a:lnTo>
                    <a:pt x="57" y="433"/>
                  </a:lnTo>
                  <a:lnTo>
                    <a:pt x="59" y="435"/>
                  </a:lnTo>
                  <a:lnTo>
                    <a:pt x="59" y="435"/>
                  </a:lnTo>
                  <a:lnTo>
                    <a:pt x="61" y="435"/>
                  </a:lnTo>
                  <a:lnTo>
                    <a:pt x="61" y="435"/>
                  </a:lnTo>
                  <a:lnTo>
                    <a:pt x="61" y="433"/>
                  </a:lnTo>
                  <a:lnTo>
                    <a:pt x="64" y="433"/>
                  </a:lnTo>
                  <a:lnTo>
                    <a:pt x="64" y="433"/>
                  </a:lnTo>
                  <a:lnTo>
                    <a:pt x="66" y="433"/>
                  </a:lnTo>
                  <a:lnTo>
                    <a:pt x="69" y="428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1" y="426"/>
                  </a:lnTo>
                  <a:lnTo>
                    <a:pt x="71" y="426"/>
                  </a:lnTo>
                  <a:lnTo>
                    <a:pt x="73" y="426"/>
                  </a:lnTo>
                  <a:lnTo>
                    <a:pt x="73" y="426"/>
                  </a:lnTo>
                  <a:lnTo>
                    <a:pt x="73" y="426"/>
                  </a:lnTo>
                  <a:lnTo>
                    <a:pt x="73" y="423"/>
                  </a:lnTo>
                  <a:lnTo>
                    <a:pt x="83" y="419"/>
                  </a:lnTo>
                  <a:lnTo>
                    <a:pt x="85" y="416"/>
                  </a:lnTo>
                  <a:lnTo>
                    <a:pt x="88" y="414"/>
                  </a:lnTo>
                  <a:lnTo>
                    <a:pt x="88" y="414"/>
                  </a:lnTo>
                  <a:lnTo>
                    <a:pt x="88" y="414"/>
                  </a:lnTo>
                  <a:lnTo>
                    <a:pt x="90" y="412"/>
                  </a:lnTo>
                  <a:lnTo>
                    <a:pt x="90" y="409"/>
                  </a:lnTo>
                  <a:lnTo>
                    <a:pt x="90" y="409"/>
                  </a:lnTo>
                  <a:lnTo>
                    <a:pt x="92" y="409"/>
                  </a:lnTo>
                  <a:lnTo>
                    <a:pt x="92" y="407"/>
                  </a:lnTo>
                  <a:lnTo>
                    <a:pt x="90" y="407"/>
                  </a:lnTo>
                  <a:lnTo>
                    <a:pt x="90" y="407"/>
                  </a:lnTo>
                  <a:lnTo>
                    <a:pt x="92" y="407"/>
                  </a:lnTo>
                  <a:lnTo>
                    <a:pt x="92" y="407"/>
                  </a:lnTo>
                  <a:lnTo>
                    <a:pt x="92" y="407"/>
                  </a:lnTo>
                  <a:lnTo>
                    <a:pt x="95" y="407"/>
                  </a:lnTo>
                  <a:lnTo>
                    <a:pt x="95" y="407"/>
                  </a:lnTo>
                  <a:lnTo>
                    <a:pt x="95" y="405"/>
                  </a:lnTo>
                  <a:lnTo>
                    <a:pt x="97" y="407"/>
                  </a:lnTo>
                  <a:lnTo>
                    <a:pt x="97" y="405"/>
                  </a:lnTo>
                  <a:lnTo>
                    <a:pt x="97" y="405"/>
                  </a:lnTo>
                  <a:lnTo>
                    <a:pt x="97" y="402"/>
                  </a:lnTo>
                  <a:lnTo>
                    <a:pt x="97" y="397"/>
                  </a:lnTo>
                  <a:lnTo>
                    <a:pt x="97" y="395"/>
                  </a:lnTo>
                  <a:lnTo>
                    <a:pt x="97" y="393"/>
                  </a:lnTo>
                  <a:lnTo>
                    <a:pt x="99" y="390"/>
                  </a:lnTo>
                  <a:lnTo>
                    <a:pt x="99" y="393"/>
                  </a:lnTo>
                  <a:lnTo>
                    <a:pt x="99" y="393"/>
                  </a:lnTo>
                  <a:lnTo>
                    <a:pt x="99" y="393"/>
                  </a:lnTo>
                  <a:lnTo>
                    <a:pt x="99" y="395"/>
                  </a:lnTo>
                  <a:lnTo>
                    <a:pt x="99" y="397"/>
                  </a:lnTo>
                  <a:lnTo>
                    <a:pt x="99" y="400"/>
                  </a:lnTo>
                  <a:lnTo>
                    <a:pt x="99" y="400"/>
                  </a:lnTo>
                  <a:lnTo>
                    <a:pt x="99" y="402"/>
                  </a:lnTo>
                  <a:lnTo>
                    <a:pt x="102" y="402"/>
                  </a:lnTo>
                  <a:lnTo>
                    <a:pt x="102" y="402"/>
                  </a:lnTo>
                  <a:lnTo>
                    <a:pt x="102" y="402"/>
                  </a:lnTo>
                  <a:lnTo>
                    <a:pt x="102" y="400"/>
                  </a:lnTo>
                  <a:lnTo>
                    <a:pt x="102" y="397"/>
                  </a:lnTo>
                  <a:lnTo>
                    <a:pt x="104" y="397"/>
                  </a:lnTo>
                  <a:lnTo>
                    <a:pt x="106" y="397"/>
                  </a:lnTo>
                  <a:lnTo>
                    <a:pt x="106" y="397"/>
                  </a:lnTo>
                  <a:lnTo>
                    <a:pt x="106" y="397"/>
                  </a:lnTo>
                  <a:lnTo>
                    <a:pt x="109" y="395"/>
                  </a:lnTo>
                  <a:lnTo>
                    <a:pt x="111" y="390"/>
                  </a:lnTo>
                  <a:lnTo>
                    <a:pt x="114" y="390"/>
                  </a:lnTo>
                  <a:lnTo>
                    <a:pt x="114" y="390"/>
                  </a:lnTo>
                  <a:lnTo>
                    <a:pt x="114" y="390"/>
                  </a:lnTo>
                  <a:lnTo>
                    <a:pt x="114" y="393"/>
                  </a:lnTo>
                  <a:lnTo>
                    <a:pt x="114" y="390"/>
                  </a:lnTo>
                  <a:lnTo>
                    <a:pt x="114" y="388"/>
                  </a:lnTo>
                  <a:lnTo>
                    <a:pt x="116" y="388"/>
                  </a:lnTo>
                  <a:lnTo>
                    <a:pt x="116" y="388"/>
                  </a:lnTo>
                  <a:lnTo>
                    <a:pt x="116" y="390"/>
                  </a:lnTo>
                  <a:lnTo>
                    <a:pt x="121" y="388"/>
                  </a:lnTo>
                  <a:lnTo>
                    <a:pt x="121" y="388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3" y="383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3" y="388"/>
                  </a:lnTo>
                  <a:lnTo>
                    <a:pt x="125" y="388"/>
                  </a:lnTo>
                  <a:lnTo>
                    <a:pt x="125" y="386"/>
                  </a:lnTo>
                  <a:lnTo>
                    <a:pt x="125" y="386"/>
                  </a:lnTo>
                  <a:lnTo>
                    <a:pt x="128" y="386"/>
                  </a:lnTo>
                  <a:lnTo>
                    <a:pt x="128" y="388"/>
                  </a:lnTo>
                  <a:lnTo>
                    <a:pt x="128" y="388"/>
                  </a:lnTo>
                  <a:lnTo>
                    <a:pt x="130" y="388"/>
                  </a:lnTo>
                  <a:lnTo>
                    <a:pt x="130" y="386"/>
                  </a:lnTo>
                  <a:lnTo>
                    <a:pt x="130" y="386"/>
                  </a:lnTo>
                  <a:lnTo>
                    <a:pt x="130" y="386"/>
                  </a:lnTo>
                  <a:lnTo>
                    <a:pt x="132" y="388"/>
                  </a:lnTo>
                  <a:lnTo>
                    <a:pt x="132" y="386"/>
                  </a:lnTo>
                  <a:lnTo>
                    <a:pt x="130" y="386"/>
                  </a:lnTo>
                  <a:lnTo>
                    <a:pt x="130" y="383"/>
                  </a:lnTo>
                  <a:lnTo>
                    <a:pt x="132" y="383"/>
                  </a:lnTo>
                  <a:lnTo>
                    <a:pt x="132" y="383"/>
                  </a:lnTo>
                  <a:lnTo>
                    <a:pt x="135" y="383"/>
                  </a:lnTo>
                  <a:lnTo>
                    <a:pt x="135" y="383"/>
                  </a:lnTo>
                  <a:lnTo>
                    <a:pt x="137" y="383"/>
                  </a:lnTo>
                  <a:lnTo>
                    <a:pt x="137" y="383"/>
                  </a:lnTo>
                  <a:lnTo>
                    <a:pt x="140" y="383"/>
                  </a:lnTo>
                  <a:lnTo>
                    <a:pt x="140" y="381"/>
                  </a:lnTo>
                  <a:lnTo>
                    <a:pt x="140" y="378"/>
                  </a:lnTo>
                  <a:lnTo>
                    <a:pt x="142" y="378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2" y="378"/>
                  </a:lnTo>
                  <a:lnTo>
                    <a:pt x="144" y="376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51" y="374"/>
                  </a:lnTo>
                  <a:lnTo>
                    <a:pt x="151" y="374"/>
                  </a:lnTo>
                  <a:lnTo>
                    <a:pt x="151" y="374"/>
                  </a:lnTo>
                  <a:lnTo>
                    <a:pt x="151" y="371"/>
                  </a:lnTo>
                  <a:lnTo>
                    <a:pt x="151" y="371"/>
                  </a:lnTo>
                  <a:lnTo>
                    <a:pt x="151" y="371"/>
                  </a:lnTo>
                  <a:lnTo>
                    <a:pt x="154" y="371"/>
                  </a:lnTo>
                  <a:lnTo>
                    <a:pt x="154" y="371"/>
                  </a:lnTo>
                  <a:lnTo>
                    <a:pt x="154" y="374"/>
                  </a:lnTo>
                  <a:lnTo>
                    <a:pt x="154" y="374"/>
                  </a:lnTo>
                  <a:lnTo>
                    <a:pt x="154" y="374"/>
                  </a:lnTo>
                  <a:lnTo>
                    <a:pt x="156" y="376"/>
                  </a:lnTo>
                  <a:lnTo>
                    <a:pt x="156" y="376"/>
                  </a:lnTo>
                  <a:lnTo>
                    <a:pt x="156" y="374"/>
                  </a:lnTo>
                  <a:lnTo>
                    <a:pt x="159" y="371"/>
                  </a:lnTo>
                  <a:lnTo>
                    <a:pt x="159" y="371"/>
                  </a:lnTo>
                  <a:lnTo>
                    <a:pt x="161" y="371"/>
                  </a:lnTo>
                  <a:lnTo>
                    <a:pt x="161" y="371"/>
                  </a:lnTo>
                  <a:lnTo>
                    <a:pt x="161" y="371"/>
                  </a:lnTo>
                  <a:lnTo>
                    <a:pt x="161" y="367"/>
                  </a:lnTo>
                  <a:lnTo>
                    <a:pt x="161" y="367"/>
                  </a:lnTo>
                  <a:lnTo>
                    <a:pt x="163" y="367"/>
                  </a:lnTo>
                  <a:lnTo>
                    <a:pt x="163" y="369"/>
                  </a:lnTo>
                  <a:lnTo>
                    <a:pt x="163" y="369"/>
                  </a:lnTo>
                  <a:lnTo>
                    <a:pt x="163" y="371"/>
                  </a:lnTo>
                  <a:lnTo>
                    <a:pt x="163" y="371"/>
                  </a:lnTo>
                  <a:lnTo>
                    <a:pt x="166" y="371"/>
                  </a:lnTo>
                  <a:lnTo>
                    <a:pt x="166" y="371"/>
                  </a:lnTo>
                  <a:lnTo>
                    <a:pt x="166" y="371"/>
                  </a:lnTo>
                  <a:lnTo>
                    <a:pt x="173" y="364"/>
                  </a:lnTo>
                  <a:lnTo>
                    <a:pt x="173" y="364"/>
                  </a:lnTo>
                  <a:lnTo>
                    <a:pt x="175" y="364"/>
                  </a:lnTo>
                  <a:lnTo>
                    <a:pt x="177" y="364"/>
                  </a:lnTo>
                  <a:lnTo>
                    <a:pt x="180" y="364"/>
                  </a:lnTo>
                  <a:lnTo>
                    <a:pt x="180" y="364"/>
                  </a:lnTo>
                  <a:lnTo>
                    <a:pt x="180" y="362"/>
                  </a:lnTo>
                  <a:lnTo>
                    <a:pt x="180" y="364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82" y="362"/>
                  </a:lnTo>
                  <a:lnTo>
                    <a:pt x="185" y="362"/>
                  </a:lnTo>
                  <a:lnTo>
                    <a:pt x="185" y="362"/>
                  </a:lnTo>
                  <a:lnTo>
                    <a:pt x="185" y="362"/>
                  </a:lnTo>
                  <a:lnTo>
                    <a:pt x="187" y="357"/>
                  </a:lnTo>
                  <a:lnTo>
                    <a:pt x="187" y="357"/>
                  </a:lnTo>
                  <a:lnTo>
                    <a:pt x="187" y="357"/>
                  </a:lnTo>
                  <a:lnTo>
                    <a:pt x="185" y="357"/>
                  </a:lnTo>
                  <a:lnTo>
                    <a:pt x="185" y="357"/>
                  </a:lnTo>
                  <a:lnTo>
                    <a:pt x="182" y="355"/>
                  </a:lnTo>
                  <a:lnTo>
                    <a:pt x="182" y="355"/>
                  </a:lnTo>
                  <a:lnTo>
                    <a:pt x="182" y="355"/>
                  </a:lnTo>
                  <a:lnTo>
                    <a:pt x="182" y="352"/>
                  </a:lnTo>
                  <a:lnTo>
                    <a:pt x="182" y="355"/>
                  </a:lnTo>
                  <a:lnTo>
                    <a:pt x="185" y="355"/>
                  </a:lnTo>
                  <a:lnTo>
                    <a:pt x="187" y="355"/>
                  </a:lnTo>
                  <a:lnTo>
                    <a:pt x="187" y="355"/>
                  </a:lnTo>
                  <a:lnTo>
                    <a:pt x="189" y="355"/>
                  </a:lnTo>
                  <a:lnTo>
                    <a:pt x="189" y="355"/>
                  </a:lnTo>
                  <a:lnTo>
                    <a:pt x="189" y="352"/>
                  </a:lnTo>
                  <a:lnTo>
                    <a:pt x="189" y="352"/>
                  </a:lnTo>
                  <a:lnTo>
                    <a:pt x="187" y="352"/>
                  </a:lnTo>
                  <a:lnTo>
                    <a:pt x="185" y="352"/>
                  </a:lnTo>
                  <a:lnTo>
                    <a:pt x="187" y="352"/>
                  </a:lnTo>
                  <a:lnTo>
                    <a:pt x="192" y="348"/>
                  </a:lnTo>
                  <a:lnTo>
                    <a:pt x="194" y="348"/>
                  </a:lnTo>
                  <a:lnTo>
                    <a:pt x="194" y="345"/>
                  </a:lnTo>
                  <a:lnTo>
                    <a:pt x="196" y="345"/>
                  </a:lnTo>
                  <a:lnTo>
                    <a:pt x="201" y="343"/>
                  </a:lnTo>
                  <a:lnTo>
                    <a:pt x="201" y="343"/>
                  </a:lnTo>
                  <a:lnTo>
                    <a:pt x="203" y="341"/>
                  </a:lnTo>
                  <a:lnTo>
                    <a:pt x="203" y="338"/>
                  </a:lnTo>
                  <a:lnTo>
                    <a:pt x="201" y="336"/>
                  </a:lnTo>
                  <a:lnTo>
                    <a:pt x="201" y="336"/>
                  </a:lnTo>
                  <a:lnTo>
                    <a:pt x="199" y="336"/>
                  </a:lnTo>
                  <a:lnTo>
                    <a:pt x="199" y="333"/>
                  </a:lnTo>
                  <a:lnTo>
                    <a:pt x="199" y="333"/>
                  </a:lnTo>
                  <a:lnTo>
                    <a:pt x="199" y="331"/>
                  </a:lnTo>
                  <a:lnTo>
                    <a:pt x="199" y="331"/>
                  </a:lnTo>
                  <a:lnTo>
                    <a:pt x="199" y="329"/>
                  </a:lnTo>
                  <a:lnTo>
                    <a:pt x="199" y="331"/>
                  </a:lnTo>
                  <a:lnTo>
                    <a:pt x="201" y="333"/>
                  </a:lnTo>
                  <a:lnTo>
                    <a:pt x="201" y="333"/>
                  </a:lnTo>
                  <a:lnTo>
                    <a:pt x="201" y="333"/>
                  </a:lnTo>
                  <a:lnTo>
                    <a:pt x="203" y="336"/>
                  </a:lnTo>
                  <a:lnTo>
                    <a:pt x="203" y="338"/>
                  </a:lnTo>
                  <a:lnTo>
                    <a:pt x="203" y="338"/>
                  </a:lnTo>
                  <a:lnTo>
                    <a:pt x="206" y="338"/>
                  </a:lnTo>
                  <a:lnTo>
                    <a:pt x="208" y="336"/>
                  </a:lnTo>
                  <a:lnTo>
                    <a:pt x="206" y="336"/>
                  </a:lnTo>
                  <a:lnTo>
                    <a:pt x="206" y="333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36"/>
                  </a:lnTo>
                  <a:lnTo>
                    <a:pt x="208" y="336"/>
                  </a:lnTo>
                  <a:lnTo>
                    <a:pt x="211" y="336"/>
                  </a:lnTo>
                  <a:lnTo>
                    <a:pt x="211" y="333"/>
                  </a:lnTo>
                  <a:lnTo>
                    <a:pt x="211" y="333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29"/>
                  </a:lnTo>
                  <a:lnTo>
                    <a:pt x="208" y="329"/>
                  </a:lnTo>
                  <a:lnTo>
                    <a:pt x="208" y="329"/>
                  </a:lnTo>
                  <a:lnTo>
                    <a:pt x="208" y="329"/>
                  </a:lnTo>
                  <a:lnTo>
                    <a:pt x="206" y="326"/>
                  </a:lnTo>
                  <a:lnTo>
                    <a:pt x="206" y="329"/>
                  </a:lnTo>
                  <a:lnTo>
                    <a:pt x="206" y="324"/>
                  </a:lnTo>
                  <a:lnTo>
                    <a:pt x="206" y="324"/>
                  </a:lnTo>
                  <a:lnTo>
                    <a:pt x="206" y="322"/>
                  </a:lnTo>
                  <a:lnTo>
                    <a:pt x="203" y="322"/>
                  </a:lnTo>
                  <a:lnTo>
                    <a:pt x="203" y="319"/>
                  </a:lnTo>
                  <a:lnTo>
                    <a:pt x="201" y="319"/>
                  </a:lnTo>
                  <a:lnTo>
                    <a:pt x="201" y="317"/>
                  </a:lnTo>
                  <a:lnTo>
                    <a:pt x="203" y="319"/>
                  </a:lnTo>
                  <a:lnTo>
                    <a:pt x="206" y="322"/>
                  </a:lnTo>
                  <a:lnTo>
                    <a:pt x="208" y="322"/>
                  </a:lnTo>
                  <a:lnTo>
                    <a:pt x="208" y="322"/>
                  </a:lnTo>
                  <a:lnTo>
                    <a:pt x="208" y="319"/>
                  </a:lnTo>
                  <a:lnTo>
                    <a:pt x="208" y="322"/>
                  </a:lnTo>
                  <a:lnTo>
                    <a:pt x="208" y="324"/>
                  </a:lnTo>
                  <a:lnTo>
                    <a:pt x="208" y="324"/>
                  </a:lnTo>
                  <a:lnTo>
                    <a:pt x="211" y="326"/>
                  </a:lnTo>
                  <a:lnTo>
                    <a:pt x="211" y="326"/>
                  </a:lnTo>
                  <a:lnTo>
                    <a:pt x="211" y="326"/>
                  </a:lnTo>
                  <a:lnTo>
                    <a:pt x="211" y="326"/>
                  </a:lnTo>
                  <a:lnTo>
                    <a:pt x="213" y="326"/>
                  </a:lnTo>
                  <a:lnTo>
                    <a:pt x="213" y="326"/>
                  </a:lnTo>
                  <a:lnTo>
                    <a:pt x="213" y="324"/>
                  </a:lnTo>
                  <a:lnTo>
                    <a:pt x="213" y="322"/>
                  </a:lnTo>
                  <a:lnTo>
                    <a:pt x="213" y="319"/>
                  </a:lnTo>
                  <a:lnTo>
                    <a:pt x="213" y="317"/>
                  </a:lnTo>
                  <a:lnTo>
                    <a:pt x="218" y="315"/>
                  </a:lnTo>
                  <a:lnTo>
                    <a:pt x="218" y="312"/>
                  </a:lnTo>
                  <a:lnTo>
                    <a:pt x="218" y="310"/>
                  </a:lnTo>
                  <a:lnTo>
                    <a:pt x="215" y="307"/>
                  </a:lnTo>
                  <a:lnTo>
                    <a:pt x="215" y="305"/>
                  </a:lnTo>
                  <a:lnTo>
                    <a:pt x="215" y="303"/>
                  </a:lnTo>
                  <a:lnTo>
                    <a:pt x="215" y="303"/>
                  </a:lnTo>
                  <a:lnTo>
                    <a:pt x="215" y="303"/>
                  </a:lnTo>
                  <a:lnTo>
                    <a:pt x="215" y="300"/>
                  </a:lnTo>
                  <a:lnTo>
                    <a:pt x="215" y="300"/>
                  </a:lnTo>
                  <a:lnTo>
                    <a:pt x="215" y="298"/>
                  </a:lnTo>
                  <a:lnTo>
                    <a:pt x="213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8" y="298"/>
                  </a:lnTo>
                  <a:lnTo>
                    <a:pt x="218" y="298"/>
                  </a:lnTo>
                  <a:lnTo>
                    <a:pt x="215" y="300"/>
                  </a:lnTo>
                  <a:lnTo>
                    <a:pt x="218" y="303"/>
                  </a:lnTo>
                  <a:lnTo>
                    <a:pt x="218" y="303"/>
                  </a:lnTo>
                  <a:lnTo>
                    <a:pt x="218" y="305"/>
                  </a:lnTo>
                  <a:lnTo>
                    <a:pt x="218" y="307"/>
                  </a:lnTo>
                  <a:lnTo>
                    <a:pt x="218" y="307"/>
                  </a:lnTo>
                  <a:lnTo>
                    <a:pt x="220" y="310"/>
                  </a:lnTo>
                  <a:lnTo>
                    <a:pt x="220" y="310"/>
                  </a:lnTo>
                  <a:lnTo>
                    <a:pt x="220" y="310"/>
                  </a:lnTo>
                  <a:lnTo>
                    <a:pt x="220" y="310"/>
                  </a:lnTo>
                  <a:lnTo>
                    <a:pt x="220" y="312"/>
                  </a:lnTo>
                  <a:lnTo>
                    <a:pt x="220" y="312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5"/>
                  </a:lnTo>
                  <a:lnTo>
                    <a:pt x="222" y="315"/>
                  </a:lnTo>
                  <a:lnTo>
                    <a:pt x="220" y="322"/>
                  </a:lnTo>
                  <a:lnTo>
                    <a:pt x="220" y="322"/>
                  </a:lnTo>
                  <a:lnTo>
                    <a:pt x="222" y="324"/>
                  </a:lnTo>
                  <a:lnTo>
                    <a:pt x="225" y="324"/>
                  </a:lnTo>
                  <a:lnTo>
                    <a:pt x="225" y="324"/>
                  </a:lnTo>
                  <a:lnTo>
                    <a:pt x="227" y="324"/>
                  </a:lnTo>
                  <a:lnTo>
                    <a:pt x="230" y="324"/>
                  </a:lnTo>
                  <a:lnTo>
                    <a:pt x="230" y="317"/>
                  </a:lnTo>
                  <a:lnTo>
                    <a:pt x="232" y="315"/>
                  </a:lnTo>
                  <a:lnTo>
                    <a:pt x="234" y="315"/>
                  </a:lnTo>
                  <a:lnTo>
                    <a:pt x="234" y="315"/>
                  </a:lnTo>
                  <a:lnTo>
                    <a:pt x="232" y="317"/>
                  </a:lnTo>
                  <a:lnTo>
                    <a:pt x="232" y="319"/>
                  </a:lnTo>
                  <a:lnTo>
                    <a:pt x="232" y="319"/>
                  </a:lnTo>
                  <a:lnTo>
                    <a:pt x="230" y="324"/>
                  </a:lnTo>
                  <a:lnTo>
                    <a:pt x="230" y="324"/>
                  </a:lnTo>
                  <a:lnTo>
                    <a:pt x="230" y="326"/>
                  </a:lnTo>
                  <a:lnTo>
                    <a:pt x="227" y="326"/>
                  </a:lnTo>
                  <a:lnTo>
                    <a:pt x="227" y="326"/>
                  </a:lnTo>
                  <a:lnTo>
                    <a:pt x="227" y="329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5" y="331"/>
                  </a:lnTo>
                  <a:lnTo>
                    <a:pt x="225" y="331"/>
                  </a:lnTo>
                  <a:lnTo>
                    <a:pt x="222" y="338"/>
                  </a:lnTo>
                  <a:lnTo>
                    <a:pt x="218" y="343"/>
                  </a:lnTo>
                  <a:lnTo>
                    <a:pt x="218" y="343"/>
                  </a:lnTo>
                  <a:lnTo>
                    <a:pt x="218" y="345"/>
                  </a:lnTo>
                  <a:lnTo>
                    <a:pt x="218" y="345"/>
                  </a:lnTo>
                  <a:lnTo>
                    <a:pt x="220" y="345"/>
                  </a:lnTo>
                  <a:lnTo>
                    <a:pt x="222" y="345"/>
                  </a:lnTo>
                  <a:lnTo>
                    <a:pt x="225" y="341"/>
                  </a:lnTo>
                  <a:lnTo>
                    <a:pt x="227" y="338"/>
                  </a:lnTo>
                  <a:lnTo>
                    <a:pt x="227" y="336"/>
                  </a:lnTo>
                  <a:lnTo>
                    <a:pt x="227" y="336"/>
                  </a:lnTo>
                  <a:lnTo>
                    <a:pt x="227" y="333"/>
                  </a:lnTo>
                  <a:lnTo>
                    <a:pt x="230" y="333"/>
                  </a:lnTo>
                  <a:lnTo>
                    <a:pt x="230" y="333"/>
                  </a:lnTo>
                  <a:lnTo>
                    <a:pt x="230" y="331"/>
                  </a:lnTo>
                  <a:lnTo>
                    <a:pt x="230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2" y="326"/>
                  </a:lnTo>
                  <a:lnTo>
                    <a:pt x="232" y="326"/>
                  </a:lnTo>
                  <a:lnTo>
                    <a:pt x="232" y="324"/>
                  </a:lnTo>
                  <a:lnTo>
                    <a:pt x="234" y="324"/>
                  </a:lnTo>
                  <a:lnTo>
                    <a:pt x="232" y="326"/>
                  </a:lnTo>
                  <a:lnTo>
                    <a:pt x="232" y="333"/>
                  </a:lnTo>
                  <a:lnTo>
                    <a:pt x="232" y="338"/>
                  </a:lnTo>
                  <a:lnTo>
                    <a:pt x="232" y="341"/>
                  </a:lnTo>
                  <a:lnTo>
                    <a:pt x="232" y="343"/>
                  </a:lnTo>
                  <a:lnTo>
                    <a:pt x="232" y="341"/>
                  </a:lnTo>
                  <a:lnTo>
                    <a:pt x="232" y="338"/>
                  </a:lnTo>
                  <a:lnTo>
                    <a:pt x="232" y="338"/>
                  </a:lnTo>
                  <a:lnTo>
                    <a:pt x="234" y="336"/>
                  </a:lnTo>
                  <a:lnTo>
                    <a:pt x="234" y="336"/>
                  </a:lnTo>
                  <a:lnTo>
                    <a:pt x="237" y="336"/>
                  </a:lnTo>
                  <a:lnTo>
                    <a:pt x="237" y="336"/>
                  </a:lnTo>
                  <a:lnTo>
                    <a:pt x="237" y="333"/>
                  </a:lnTo>
                  <a:lnTo>
                    <a:pt x="237" y="333"/>
                  </a:lnTo>
                  <a:lnTo>
                    <a:pt x="234" y="331"/>
                  </a:lnTo>
                  <a:lnTo>
                    <a:pt x="234" y="329"/>
                  </a:lnTo>
                  <a:lnTo>
                    <a:pt x="237" y="329"/>
                  </a:lnTo>
                  <a:lnTo>
                    <a:pt x="237" y="329"/>
                  </a:lnTo>
                  <a:lnTo>
                    <a:pt x="237" y="331"/>
                  </a:lnTo>
                  <a:lnTo>
                    <a:pt x="237" y="331"/>
                  </a:lnTo>
                  <a:lnTo>
                    <a:pt x="237" y="333"/>
                  </a:lnTo>
                  <a:lnTo>
                    <a:pt x="237" y="333"/>
                  </a:lnTo>
                  <a:lnTo>
                    <a:pt x="239" y="333"/>
                  </a:lnTo>
                  <a:lnTo>
                    <a:pt x="239" y="336"/>
                  </a:lnTo>
                  <a:lnTo>
                    <a:pt x="239" y="333"/>
                  </a:lnTo>
                  <a:lnTo>
                    <a:pt x="239" y="333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9" y="331"/>
                  </a:lnTo>
                  <a:lnTo>
                    <a:pt x="239" y="329"/>
                  </a:lnTo>
                  <a:lnTo>
                    <a:pt x="239" y="329"/>
                  </a:lnTo>
                  <a:lnTo>
                    <a:pt x="241" y="329"/>
                  </a:lnTo>
                  <a:lnTo>
                    <a:pt x="241" y="329"/>
                  </a:lnTo>
                  <a:lnTo>
                    <a:pt x="241" y="329"/>
                  </a:lnTo>
                  <a:lnTo>
                    <a:pt x="244" y="329"/>
                  </a:lnTo>
                  <a:lnTo>
                    <a:pt x="244" y="326"/>
                  </a:lnTo>
                  <a:lnTo>
                    <a:pt x="244" y="326"/>
                  </a:lnTo>
                  <a:lnTo>
                    <a:pt x="244" y="326"/>
                  </a:lnTo>
                  <a:lnTo>
                    <a:pt x="241" y="326"/>
                  </a:lnTo>
                  <a:lnTo>
                    <a:pt x="241" y="326"/>
                  </a:lnTo>
                  <a:lnTo>
                    <a:pt x="241" y="326"/>
                  </a:lnTo>
                  <a:lnTo>
                    <a:pt x="241" y="326"/>
                  </a:lnTo>
                  <a:lnTo>
                    <a:pt x="241" y="324"/>
                  </a:lnTo>
                  <a:lnTo>
                    <a:pt x="241" y="324"/>
                  </a:lnTo>
                  <a:lnTo>
                    <a:pt x="244" y="324"/>
                  </a:lnTo>
                  <a:lnTo>
                    <a:pt x="246" y="326"/>
                  </a:lnTo>
                  <a:lnTo>
                    <a:pt x="244" y="326"/>
                  </a:lnTo>
                  <a:lnTo>
                    <a:pt x="244" y="326"/>
                  </a:lnTo>
                  <a:lnTo>
                    <a:pt x="246" y="331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3"/>
                  </a:lnTo>
                  <a:lnTo>
                    <a:pt x="246" y="333"/>
                  </a:lnTo>
                  <a:lnTo>
                    <a:pt x="246" y="331"/>
                  </a:lnTo>
                  <a:lnTo>
                    <a:pt x="248" y="329"/>
                  </a:lnTo>
                  <a:lnTo>
                    <a:pt x="248" y="331"/>
                  </a:lnTo>
                  <a:lnTo>
                    <a:pt x="248" y="331"/>
                  </a:lnTo>
                  <a:lnTo>
                    <a:pt x="248" y="331"/>
                  </a:lnTo>
                  <a:lnTo>
                    <a:pt x="248" y="333"/>
                  </a:lnTo>
                  <a:lnTo>
                    <a:pt x="248" y="333"/>
                  </a:lnTo>
                  <a:lnTo>
                    <a:pt x="251" y="333"/>
                  </a:lnTo>
                  <a:lnTo>
                    <a:pt x="251" y="333"/>
                  </a:lnTo>
                  <a:lnTo>
                    <a:pt x="251" y="333"/>
                  </a:lnTo>
                  <a:lnTo>
                    <a:pt x="251" y="331"/>
                  </a:lnTo>
                  <a:lnTo>
                    <a:pt x="251" y="329"/>
                  </a:lnTo>
                  <a:lnTo>
                    <a:pt x="251" y="326"/>
                  </a:lnTo>
                  <a:lnTo>
                    <a:pt x="251" y="326"/>
                  </a:lnTo>
                  <a:lnTo>
                    <a:pt x="253" y="324"/>
                  </a:lnTo>
                  <a:lnTo>
                    <a:pt x="256" y="324"/>
                  </a:lnTo>
                  <a:lnTo>
                    <a:pt x="256" y="322"/>
                  </a:lnTo>
                  <a:lnTo>
                    <a:pt x="256" y="319"/>
                  </a:lnTo>
                  <a:lnTo>
                    <a:pt x="253" y="319"/>
                  </a:lnTo>
                  <a:lnTo>
                    <a:pt x="253" y="317"/>
                  </a:lnTo>
                  <a:lnTo>
                    <a:pt x="251" y="315"/>
                  </a:lnTo>
                  <a:lnTo>
                    <a:pt x="251" y="315"/>
                  </a:lnTo>
                  <a:lnTo>
                    <a:pt x="251" y="315"/>
                  </a:lnTo>
                  <a:lnTo>
                    <a:pt x="251" y="315"/>
                  </a:lnTo>
                  <a:lnTo>
                    <a:pt x="251" y="312"/>
                  </a:lnTo>
                  <a:lnTo>
                    <a:pt x="251" y="312"/>
                  </a:lnTo>
                  <a:lnTo>
                    <a:pt x="248" y="315"/>
                  </a:lnTo>
                  <a:lnTo>
                    <a:pt x="248" y="315"/>
                  </a:lnTo>
                  <a:lnTo>
                    <a:pt x="248" y="315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6" y="310"/>
                  </a:lnTo>
                  <a:lnTo>
                    <a:pt x="246" y="312"/>
                  </a:lnTo>
                  <a:lnTo>
                    <a:pt x="246" y="312"/>
                  </a:lnTo>
                  <a:lnTo>
                    <a:pt x="246" y="312"/>
                  </a:lnTo>
                  <a:lnTo>
                    <a:pt x="244" y="312"/>
                  </a:lnTo>
                  <a:lnTo>
                    <a:pt x="244" y="310"/>
                  </a:lnTo>
                  <a:lnTo>
                    <a:pt x="244" y="307"/>
                  </a:lnTo>
                  <a:lnTo>
                    <a:pt x="244" y="307"/>
                  </a:lnTo>
                  <a:lnTo>
                    <a:pt x="244" y="305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5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0"/>
                  </a:lnTo>
                  <a:lnTo>
                    <a:pt x="246" y="300"/>
                  </a:lnTo>
                  <a:lnTo>
                    <a:pt x="246" y="300"/>
                  </a:lnTo>
                  <a:lnTo>
                    <a:pt x="246" y="300"/>
                  </a:lnTo>
                  <a:lnTo>
                    <a:pt x="246" y="300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8" y="305"/>
                  </a:lnTo>
                  <a:lnTo>
                    <a:pt x="248" y="305"/>
                  </a:lnTo>
                  <a:lnTo>
                    <a:pt x="248" y="305"/>
                  </a:lnTo>
                  <a:lnTo>
                    <a:pt x="248" y="307"/>
                  </a:lnTo>
                  <a:lnTo>
                    <a:pt x="248" y="307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3" y="303"/>
                  </a:lnTo>
                  <a:lnTo>
                    <a:pt x="256" y="303"/>
                  </a:lnTo>
                  <a:lnTo>
                    <a:pt x="258" y="303"/>
                  </a:lnTo>
                  <a:lnTo>
                    <a:pt x="260" y="300"/>
                  </a:lnTo>
                  <a:lnTo>
                    <a:pt x="260" y="300"/>
                  </a:lnTo>
                  <a:lnTo>
                    <a:pt x="260" y="298"/>
                  </a:lnTo>
                  <a:lnTo>
                    <a:pt x="260" y="300"/>
                  </a:lnTo>
                  <a:lnTo>
                    <a:pt x="260" y="303"/>
                  </a:lnTo>
                  <a:lnTo>
                    <a:pt x="263" y="303"/>
                  </a:lnTo>
                  <a:lnTo>
                    <a:pt x="265" y="305"/>
                  </a:lnTo>
                  <a:lnTo>
                    <a:pt x="265" y="303"/>
                  </a:lnTo>
                  <a:lnTo>
                    <a:pt x="265" y="303"/>
                  </a:lnTo>
                  <a:lnTo>
                    <a:pt x="263" y="300"/>
                  </a:lnTo>
                  <a:lnTo>
                    <a:pt x="263" y="296"/>
                  </a:lnTo>
                  <a:lnTo>
                    <a:pt x="263" y="286"/>
                  </a:lnTo>
                  <a:lnTo>
                    <a:pt x="263" y="281"/>
                  </a:lnTo>
                  <a:lnTo>
                    <a:pt x="263" y="284"/>
                  </a:lnTo>
                  <a:lnTo>
                    <a:pt x="265" y="286"/>
                  </a:lnTo>
                  <a:lnTo>
                    <a:pt x="265" y="293"/>
                  </a:lnTo>
                  <a:lnTo>
                    <a:pt x="265" y="293"/>
                  </a:lnTo>
                  <a:lnTo>
                    <a:pt x="265" y="296"/>
                  </a:lnTo>
                  <a:lnTo>
                    <a:pt x="265" y="298"/>
                  </a:lnTo>
                  <a:lnTo>
                    <a:pt x="265" y="300"/>
                  </a:lnTo>
                  <a:lnTo>
                    <a:pt x="265" y="303"/>
                  </a:lnTo>
                  <a:lnTo>
                    <a:pt x="265" y="300"/>
                  </a:lnTo>
                  <a:lnTo>
                    <a:pt x="270" y="298"/>
                  </a:lnTo>
                  <a:lnTo>
                    <a:pt x="274" y="293"/>
                  </a:lnTo>
                  <a:lnTo>
                    <a:pt x="274" y="289"/>
                  </a:lnTo>
                  <a:lnTo>
                    <a:pt x="277" y="284"/>
                  </a:lnTo>
                  <a:lnTo>
                    <a:pt x="277" y="286"/>
                  </a:lnTo>
                  <a:lnTo>
                    <a:pt x="277" y="286"/>
                  </a:lnTo>
                  <a:lnTo>
                    <a:pt x="279" y="284"/>
                  </a:lnTo>
                  <a:lnTo>
                    <a:pt x="282" y="284"/>
                  </a:lnTo>
                  <a:lnTo>
                    <a:pt x="279" y="284"/>
                  </a:lnTo>
                  <a:lnTo>
                    <a:pt x="279" y="284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9" y="289"/>
                  </a:lnTo>
                  <a:lnTo>
                    <a:pt x="277" y="291"/>
                  </a:lnTo>
                  <a:lnTo>
                    <a:pt x="277" y="293"/>
                  </a:lnTo>
                  <a:lnTo>
                    <a:pt x="277" y="293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9" y="296"/>
                  </a:lnTo>
                  <a:lnTo>
                    <a:pt x="279" y="298"/>
                  </a:lnTo>
                  <a:lnTo>
                    <a:pt x="277" y="300"/>
                  </a:lnTo>
                  <a:lnTo>
                    <a:pt x="277" y="300"/>
                  </a:lnTo>
                  <a:lnTo>
                    <a:pt x="274" y="303"/>
                  </a:lnTo>
                  <a:lnTo>
                    <a:pt x="274" y="303"/>
                  </a:lnTo>
                  <a:lnTo>
                    <a:pt x="277" y="305"/>
                  </a:lnTo>
                  <a:lnTo>
                    <a:pt x="277" y="305"/>
                  </a:lnTo>
                  <a:lnTo>
                    <a:pt x="274" y="305"/>
                  </a:lnTo>
                  <a:lnTo>
                    <a:pt x="274" y="307"/>
                  </a:lnTo>
                  <a:lnTo>
                    <a:pt x="274" y="307"/>
                  </a:lnTo>
                  <a:lnTo>
                    <a:pt x="272" y="310"/>
                  </a:lnTo>
                  <a:lnTo>
                    <a:pt x="272" y="310"/>
                  </a:lnTo>
                  <a:lnTo>
                    <a:pt x="270" y="312"/>
                  </a:lnTo>
                  <a:lnTo>
                    <a:pt x="270" y="312"/>
                  </a:lnTo>
                  <a:lnTo>
                    <a:pt x="270" y="312"/>
                  </a:lnTo>
                  <a:lnTo>
                    <a:pt x="267" y="315"/>
                  </a:lnTo>
                  <a:lnTo>
                    <a:pt x="267" y="317"/>
                  </a:lnTo>
                  <a:lnTo>
                    <a:pt x="267" y="322"/>
                  </a:lnTo>
                  <a:lnTo>
                    <a:pt x="267" y="324"/>
                  </a:lnTo>
                  <a:lnTo>
                    <a:pt x="267" y="326"/>
                  </a:lnTo>
                  <a:lnTo>
                    <a:pt x="267" y="326"/>
                  </a:lnTo>
                  <a:lnTo>
                    <a:pt x="270" y="329"/>
                  </a:lnTo>
                  <a:lnTo>
                    <a:pt x="270" y="329"/>
                  </a:lnTo>
                  <a:lnTo>
                    <a:pt x="270" y="331"/>
                  </a:lnTo>
                  <a:lnTo>
                    <a:pt x="270" y="333"/>
                  </a:lnTo>
                  <a:lnTo>
                    <a:pt x="272" y="333"/>
                  </a:lnTo>
                  <a:lnTo>
                    <a:pt x="272" y="336"/>
                  </a:lnTo>
                  <a:lnTo>
                    <a:pt x="270" y="336"/>
                  </a:lnTo>
                  <a:lnTo>
                    <a:pt x="270" y="338"/>
                  </a:lnTo>
                  <a:lnTo>
                    <a:pt x="270" y="341"/>
                  </a:lnTo>
                  <a:lnTo>
                    <a:pt x="270" y="343"/>
                  </a:lnTo>
                  <a:lnTo>
                    <a:pt x="270" y="345"/>
                  </a:lnTo>
                  <a:lnTo>
                    <a:pt x="267" y="345"/>
                  </a:lnTo>
                  <a:lnTo>
                    <a:pt x="267" y="348"/>
                  </a:lnTo>
                  <a:lnTo>
                    <a:pt x="267" y="348"/>
                  </a:lnTo>
                  <a:lnTo>
                    <a:pt x="267" y="348"/>
                  </a:lnTo>
                  <a:lnTo>
                    <a:pt x="267" y="350"/>
                  </a:lnTo>
                  <a:lnTo>
                    <a:pt x="267" y="350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5" y="357"/>
                  </a:lnTo>
                  <a:lnTo>
                    <a:pt x="263" y="360"/>
                  </a:lnTo>
                  <a:lnTo>
                    <a:pt x="263" y="360"/>
                  </a:lnTo>
                  <a:lnTo>
                    <a:pt x="260" y="362"/>
                  </a:lnTo>
                  <a:lnTo>
                    <a:pt x="258" y="362"/>
                  </a:lnTo>
                  <a:lnTo>
                    <a:pt x="256" y="362"/>
                  </a:lnTo>
                  <a:lnTo>
                    <a:pt x="256" y="364"/>
                  </a:lnTo>
                  <a:lnTo>
                    <a:pt x="256" y="367"/>
                  </a:lnTo>
                  <a:lnTo>
                    <a:pt x="253" y="369"/>
                  </a:lnTo>
                  <a:lnTo>
                    <a:pt x="253" y="369"/>
                  </a:lnTo>
                  <a:lnTo>
                    <a:pt x="253" y="371"/>
                  </a:lnTo>
                  <a:lnTo>
                    <a:pt x="253" y="376"/>
                  </a:lnTo>
                  <a:lnTo>
                    <a:pt x="253" y="378"/>
                  </a:lnTo>
                  <a:lnTo>
                    <a:pt x="253" y="381"/>
                  </a:lnTo>
                  <a:lnTo>
                    <a:pt x="253" y="383"/>
                  </a:lnTo>
                  <a:lnTo>
                    <a:pt x="253" y="383"/>
                  </a:lnTo>
                  <a:lnTo>
                    <a:pt x="256" y="386"/>
                  </a:lnTo>
                  <a:lnTo>
                    <a:pt x="258" y="386"/>
                  </a:lnTo>
                  <a:lnTo>
                    <a:pt x="260" y="386"/>
                  </a:lnTo>
                  <a:lnTo>
                    <a:pt x="263" y="386"/>
                  </a:lnTo>
                  <a:lnTo>
                    <a:pt x="265" y="383"/>
                  </a:lnTo>
                  <a:lnTo>
                    <a:pt x="267" y="383"/>
                  </a:lnTo>
                  <a:lnTo>
                    <a:pt x="270" y="383"/>
                  </a:lnTo>
                  <a:lnTo>
                    <a:pt x="270" y="383"/>
                  </a:lnTo>
                  <a:lnTo>
                    <a:pt x="270" y="381"/>
                  </a:lnTo>
                  <a:lnTo>
                    <a:pt x="270" y="381"/>
                  </a:lnTo>
                  <a:lnTo>
                    <a:pt x="272" y="381"/>
                  </a:lnTo>
                  <a:lnTo>
                    <a:pt x="272" y="378"/>
                  </a:lnTo>
                  <a:lnTo>
                    <a:pt x="274" y="378"/>
                  </a:lnTo>
                  <a:lnTo>
                    <a:pt x="274" y="376"/>
                  </a:lnTo>
                  <a:lnTo>
                    <a:pt x="274" y="374"/>
                  </a:lnTo>
                  <a:lnTo>
                    <a:pt x="274" y="374"/>
                  </a:lnTo>
                  <a:lnTo>
                    <a:pt x="274" y="374"/>
                  </a:lnTo>
                  <a:lnTo>
                    <a:pt x="274" y="374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69"/>
                  </a:lnTo>
                  <a:lnTo>
                    <a:pt x="277" y="369"/>
                  </a:lnTo>
                  <a:lnTo>
                    <a:pt x="277" y="369"/>
                  </a:lnTo>
                  <a:lnTo>
                    <a:pt x="277" y="369"/>
                  </a:lnTo>
                  <a:lnTo>
                    <a:pt x="279" y="369"/>
                  </a:lnTo>
                  <a:lnTo>
                    <a:pt x="279" y="367"/>
                  </a:lnTo>
                  <a:lnTo>
                    <a:pt x="282" y="369"/>
                  </a:lnTo>
                  <a:lnTo>
                    <a:pt x="284" y="371"/>
                  </a:lnTo>
                  <a:lnTo>
                    <a:pt x="286" y="371"/>
                  </a:lnTo>
                  <a:lnTo>
                    <a:pt x="286" y="369"/>
                  </a:lnTo>
                  <a:lnTo>
                    <a:pt x="289" y="369"/>
                  </a:lnTo>
                  <a:lnTo>
                    <a:pt x="286" y="367"/>
                  </a:lnTo>
                  <a:lnTo>
                    <a:pt x="286" y="367"/>
                  </a:lnTo>
                  <a:lnTo>
                    <a:pt x="286" y="367"/>
                  </a:lnTo>
                  <a:lnTo>
                    <a:pt x="286" y="364"/>
                  </a:lnTo>
                  <a:lnTo>
                    <a:pt x="289" y="364"/>
                  </a:lnTo>
                  <a:lnTo>
                    <a:pt x="291" y="362"/>
                  </a:lnTo>
                  <a:lnTo>
                    <a:pt x="291" y="362"/>
                  </a:lnTo>
                  <a:lnTo>
                    <a:pt x="291" y="360"/>
                  </a:lnTo>
                  <a:lnTo>
                    <a:pt x="291" y="357"/>
                  </a:lnTo>
                  <a:lnTo>
                    <a:pt x="291" y="357"/>
                  </a:lnTo>
                  <a:lnTo>
                    <a:pt x="291" y="355"/>
                  </a:lnTo>
                  <a:lnTo>
                    <a:pt x="291" y="352"/>
                  </a:lnTo>
                  <a:lnTo>
                    <a:pt x="289" y="350"/>
                  </a:lnTo>
                  <a:lnTo>
                    <a:pt x="289" y="350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5"/>
                  </a:lnTo>
                  <a:lnTo>
                    <a:pt x="289" y="348"/>
                  </a:lnTo>
                  <a:lnTo>
                    <a:pt x="289" y="348"/>
                  </a:lnTo>
                  <a:lnTo>
                    <a:pt x="289" y="350"/>
                  </a:lnTo>
                  <a:lnTo>
                    <a:pt x="289" y="350"/>
                  </a:lnTo>
                  <a:lnTo>
                    <a:pt x="289" y="350"/>
                  </a:lnTo>
                  <a:lnTo>
                    <a:pt x="291" y="350"/>
                  </a:lnTo>
                  <a:lnTo>
                    <a:pt x="291" y="350"/>
                  </a:lnTo>
                  <a:lnTo>
                    <a:pt x="291" y="350"/>
                  </a:lnTo>
                  <a:lnTo>
                    <a:pt x="291" y="348"/>
                  </a:lnTo>
                  <a:lnTo>
                    <a:pt x="291" y="348"/>
                  </a:lnTo>
                  <a:lnTo>
                    <a:pt x="291" y="345"/>
                  </a:lnTo>
                  <a:lnTo>
                    <a:pt x="291" y="345"/>
                  </a:lnTo>
                  <a:lnTo>
                    <a:pt x="291" y="343"/>
                  </a:lnTo>
                  <a:lnTo>
                    <a:pt x="291" y="343"/>
                  </a:lnTo>
                  <a:lnTo>
                    <a:pt x="291" y="343"/>
                  </a:lnTo>
                  <a:lnTo>
                    <a:pt x="291" y="341"/>
                  </a:lnTo>
                  <a:lnTo>
                    <a:pt x="289" y="338"/>
                  </a:lnTo>
                  <a:lnTo>
                    <a:pt x="289" y="338"/>
                  </a:lnTo>
                  <a:lnTo>
                    <a:pt x="289" y="338"/>
                  </a:lnTo>
                  <a:lnTo>
                    <a:pt x="286" y="336"/>
                  </a:lnTo>
                  <a:lnTo>
                    <a:pt x="286" y="336"/>
                  </a:lnTo>
                  <a:lnTo>
                    <a:pt x="286" y="336"/>
                  </a:lnTo>
                  <a:lnTo>
                    <a:pt x="284" y="338"/>
                  </a:lnTo>
                  <a:lnTo>
                    <a:pt x="284" y="336"/>
                  </a:lnTo>
                  <a:lnTo>
                    <a:pt x="284" y="333"/>
                  </a:lnTo>
                  <a:lnTo>
                    <a:pt x="284" y="333"/>
                  </a:lnTo>
                  <a:lnTo>
                    <a:pt x="286" y="333"/>
                  </a:lnTo>
                  <a:lnTo>
                    <a:pt x="286" y="333"/>
                  </a:lnTo>
                  <a:lnTo>
                    <a:pt x="286" y="336"/>
                  </a:lnTo>
                  <a:lnTo>
                    <a:pt x="289" y="336"/>
                  </a:lnTo>
                  <a:lnTo>
                    <a:pt x="289" y="336"/>
                  </a:lnTo>
                  <a:lnTo>
                    <a:pt x="289" y="336"/>
                  </a:lnTo>
                  <a:lnTo>
                    <a:pt x="289" y="333"/>
                  </a:lnTo>
                  <a:lnTo>
                    <a:pt x="289" y="331"/>
                  </a:lnTo>
                  <a:lnTo>
                    <a:pt x="289" y="331"/>
                  </a:lnTo>
                  <a:lnTo>
                    <a:pt x="289" y="331"/>
                  </a:lnTo>
                  <a:lnTo>
                    <a:pt x="286" y="331"/>
                  </a:lnTo>
                  <a:lnTo>
                    <a:pt x="286" y="331"/>
                  </a:lnTo>
                  <a:lnTo>
                    <a:pt x="286" y="329"/>
                  </a:lnTo>
                  <a:lnTo>
                    <a:pt x="286" y="326"/>
                  </a:lnTo>
                  <a:lnTo>
                    <a:pt x="286" y="324"/>
                  </a:lnTo>
                  <a:lnTo>
                    <a:pt x="286" y="322"/>
                  </a:lnTo>
                  <a:lnTo>
                    <a:pt x="286" y="322"/>
                  </a:lnTo>
                  <a:lnTo>
                    <a:pt x="286" y="319"/>
                  </a:lnTo>
                  <a:lnTo>
                    <a:pt x="286" y="319"/>
                  </a:lnTo>
                  <a:lnTo>
                    <a:pt x="286" y="319"/>
                  </a:lnTo>
                  <a:lnTo>
                    <a:pt x="286" y="317"/>
                  </a:lnTo>
                  <a:lnTo>
                    <a:pt x="286" y="317"/>
                  </a:lnTo>
                  <a:lnTo>
                    <a:pt x="286" y="317"/>
                  </a:lnTo>
                  <a:lnTo>
                    <a:pt x="286" y="312"/>
                  </a:lnTo>
                  <a:lnTo>
                    <a:pt x="286" y="312"/>
                  </a:lnTo>
                  <a:lnTo>
                    <a:pt x="286" y="310"/>
                  </a:lnTo>
                  <a:lnTo>
                    <a:pt x="286" y="307"/>
                  </a:lnTo>
                  <a:lnTo>
                    <a:pt x="286" y="307"/>
                  </a:lnTo>
                  <a:lnTo>
                    <a:pt x="286" y="307"/>
                  </a:lnTo>
                  <a:lnTo>
                    <a:pt x="286" y="310"/>
                  </a:lnTo>
                  <a:lnTo>
                    <a:pt x="289" y="310"/>
                  </a:lnTo>
                  <a:lnTo>
                    <a:pt x="289" y="310"/>
                  </a:lnTo>
                  <a:lnTo>
                    <a:pt x="289" y="307"/>
                  </a:lnTo>
                  <a:lnTo>
                    <a:pt x="289" y="305"/>
                  </a:lnTo>
                  <a:lnTo>
                    <a:pt x="289" y="305"/>
                  </a:lnTo>
                  <a:lnTo>
                    <a:pt x="289" y="307"/>
                  </a:lnTo>
                  <a:lnTo>
                    <a:pt x="289" y="307"/>
                  </a:lnTo>
                  <a:lnTo>
                    <a:pt x="289" y="312"/>
                  </a:lnTo>
                  <a:lnTo>
                    <a:pt x="291" y="310"/>
                  </a:lnTo>
                  <a:lnTo>
                    <a:pt x="291" y="310"/>
                  </a:lnTo>
                  <a:lnTo>
                    <a:pt x="291" y="307"/>
                  </a:lnTo>
                  <a:lnTo>
                    <a:pt x="293" y="310"/>
                  </a:lnTo>
                  <a:lnTo>
                    <a:pt x="293" y="310"/>
                  </a:lnTo>
                  <a:lnTo>
                    <a:pt x="293" y="310"/>
                  </a:lnTo>
                  <a:lnTo>
                    <a:pt x="293" y="307"/>
                  </a:lnTo>
                  <a:lnTo>
                    <a:pt x="293" y="307"/>
                  </a:lnTo>
                  <a:lnTo>
                    <a:pt x="296" y="310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6" y="303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8" y="305"/>
                  </a:lnTo>
                  <a:lnTo>
                    <a:pt x="298" y="305"/>
                  </a:lnTo>
                  <a:lnTo>
                    <a:pt x="298" y="300"/>
                  </a:lnTo>
                  <a:lnTo>
                    <a:pt x="298" y="293"/>
                  </a:lnTo>
                  <a:lnTo>
                    <a:pt x="298" y="289"/>
                  </a:lnTo>
                  <a:lnTo>
                    <a:pt x="298" y="286"/>
                  </a:lnTo>
                  <a:lnTo>
                    <a:pt x="298" y="281"/>
                  </a:lnTo>
                  <a:lnTo>
                    <a:pt x="298" y="279"/>
                  </a:lnTo>
                  <a:lnTo>
                    <a:pt x="298" y="279"/>
                  </a:lnTo>
                  <a:lnTo>
                    <a:pt x="298" y="279"/>
                  </a:lnTo>
                  <a:lnTo>
                    <a:pt x="298" y="284"/>
                  </a:lnTo>
                  <a:lnTo>
                    <a:pt x="301" y="300"/>
                  </a:lnTo>
                  <a:lnTo>
                    <a:pt x="301" y="303"/>
                  </a:lnTo>
                  <a:lnTo>
                    <a:pt x="301" y="305"/>
                  </a:lnTo>
                  <a:lnTo>
                    <a:pt x="301" y="305"/>
                  </a:lnTo>
                  <a:lnTo>
                    <a:pt x="303" y="303"/>
                  </a:lnTo>
                  <a:lnTo>
                    <a:pt x="303" y="300"/>
                  </a:lnTo>
                  <a:lnTo>
                    <a:pt x="303" y="300"/>
                  </a:lnTo>
                  <a:lnTo>
                    <a:pt x="305" y="300"/>
                  </a:lnTo>
                  <a:lnTo>
                    <a:pt x="305" y="296"/>
                  </a:lnTo>
                  <a:lnTo>
                    <a:pt x="305" y="296"/>
                  </a:lnTo>
                  <a:lnTo>
                    <a:pt x="305" y="298"/>
                  </a:lnTo>
                  <a:lnTo>
                    <a:pt x="305" y="298"/>
                  </a:lnTo>
                  <a:lnTo>
                    <a:pt x="303" y="298"/>
                  </a:lnTo>
                  <a:lnTo>
                    <a:pt x="303" y="298"/>
                  </a:lnTo>
                  <a:lnTo>
                    <a:pt x="303" y="296"/>
                  </a:lnTo>
                  <a:lnTo>
                    <a:pt x="303" y="293"/>
                  </a:lnTo>
                  <a:lnTo>
                    <a:pt x="303" y="293"/>
                  </a:lnTo>
                  <a:lnTo>
                    <a:pt x="303" y="291"/>
                  </a:lnTo>
                  <a:lnTo>
                    <a:pt x="305" y="293"/>
                  </a:lnTo>
                  <a:lnTo>
                    <a:pt x="305" y="293"/>
                  </a:lnTo>
                  <a:lnTo>
                    <a:pt x="305" y="296"/>
                  </a:lnTo>
                  <a:lnTo>
                    <a:pt x="305" y="293"/>
                  </a:lnTo>
                  <a:lnTo>
                    <a:pt x="305" y="291"/>
                  </a:lnTo>
                  <a:lnTo>
                    <a:pt x="305" y="291"/>
                  </a:lnTo>
                  <a:lnTo>
                    <a:pt x="303" y="291"/>
                  </a:lnTo>
                  <a:lnTo>
                    <a:pt x="303" y="289"/>
                  </a:lnTo>
                  <a:lnTo>
                    <a:pt x="303" y="289"/>
                  </a:lnTo>
                  <a:lnTo>
                    <a:pt x="303" y="289"/>
                  </a:lnTo>
                  <a:lnTo>
                    <a:pt x="303" y="289"/>
                  </a:lnTo>
                  <a:lnTo>
                    <a:pt x="301" y="289"/>
                  </a:lnTo>
                  <a:lnTo>
                    <a:pt x="301" y="289"/>
                  </a:lnTo>
                  <a:lnTo>
                    <a:pt x="301" y="289"/>
                  </a:lnTo>
                  <a:lnTo>
                    <a:pt x="301" y="286"/>
                  </a:lnTo>
                  <a:lnTo>
                    <a:pt x="301" y="284"/>
                  </a:lnTo>
                  <a:lnTo>
                    <a:pt x="301" y="281"/>
                  </a:lnTo>
                  <a:lnTo>
                    <a:pt x="301" y="279"/>
                  </a:lnTo>
                  <a:lnTo>
                    <a:pt x="301" y="277"/>
                  </a:lnTo>
                  <a:lnTo>
                    <a:pt x="301" y="277"/>
                  </a:lnTo>
                  <a:lnTo>
                    <a:pt x="301" y="272"/>
                  </a:lnTo>
                  <a:lnTo>
                    <a:pt x="298" y="272"/>
                  </a:lnTo>
                  <a:lnTo>
                    <a:pt x="298" y="270"/>
                  </a:lnTo>
                  <a:lnTo>
                    <a:pt x="296" y="267"/>
                  </a:lnTo>
                  <a:lnTo>
                    <a:pt x="298" y="267"/>
                  </a:lnTo>
                  <a:lnTo>
                    <a:pt x="301" y="267"/>
                  </a:lnTo>
                  <a:lnTo>
                    <a:pt x="298" y="262"/>
                  </a:lnTo>
                  <a:lnTo>
                    <a:pt x="298" y="260"/>
                  </a:lnTo>
                  <a:lnTo>
                    <a:pt x="296" y="253"/>
                  </a:lnTo>
                  <a:lnTo>
                    <a:pt x="296" y="253"/>
                  </a:lnTo>
                  <a:lnTo>
                    <a:pt x="293" y="251"/>
                  </a:lnTo>
                  <a:lnTo>
                    <a:pt x="293" y="251"/>
                  </a:lnTo>
                  <a:lnTo>
                    <a:pt x="293" y="251"/>
                  </a:lnTo>
                  <a:lnTo>
                    <a:pt x="291" y="251"/>
                  </a:lnTo>
                  <a:lnTo>
                    <a:pt x="289" y="251"/>
                  </a:lnTo>
                  <a:lnTo>
                    <a:pt x="293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8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48"/>
                  </a:lnTo>
                  <a:lnTo>
                    <a:pt x="301" y="246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8"/>
                  </a:lnTo>
                  <a:lnTo>
                    <a:pt x="303" y="248"/>
                  </a:lnTo>
                  <a:lnTo>
                    <a:pt x="303" y="248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5" y="251"/>
                  </a:lnTo>
                  <a:lnTo>
                    <a:pt x="305" y="251"/>
                  </a:lnTo>
                  <a:lnTo>
                    <a:pt x="305" y="248"/>
                  </a:lnTo>
                  <a:lnTo>
                    <a:pt x="308" y="251"/>
                  </a:lnTo>
                  <a:lnTo>
                    <a:pt x="308" y="251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1"/>
                  </a:lnTo>
                  <a:lnTo>
                    <a:pt x="310" y="251"/>
                  </a:lnTo>
                  <a:lnTo>
                    <a:pt x="312" y="253"/>
                  </a:lnTo>
                  <a:lnTo>
                    <a:pt x="312" y="253"/>
                  </a:lnTo>
                  <a:lnTo>
                    <a:pt x="312" y="253"/>
                  </a:lnTo>
                  <a:lnTo>
                    <a:pt x="312" y="253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17" y="260"/>
                  </a:lnTo>
                  <a:lnTo>
                    <a:pt x="319" y="260"/>
                  </a:lnTo>
                  <a:lnTo>
                    <a:pt x="319" y="260"/>
                  </a:lnTo>
                  <a:lnTo>
                    <a:pt x="319" y="262"/>
                  </a:lnTo>
                  <a:lnTo>
                    <a:pt x="322" y="262"/>
                  </a:lnTo>
                  <a:lnTo>
                    <a:pt x="322" y="262"/>
                  </a:lnTo>
                  <a:lnTo>
                    <a:pt x="322" y="262"/>
                  </a:lnTo>
                  <a:lnTo>
                    <a:pt x="322" y="260"/>
                  </a:lnTo>
                  <a:lnTo>
                    <a:pt x="322" y="260"/>
                  </a:lnTo>
                  <a:lnTo>
                    <a:pt x="324" y="262"/>
                  </a:lnTo>
                  <a:lnTo>
                    <a:pt x="324" y="262"/>
                  </a:lnTo>
                  <a:lnTo>
                    <a:pt x="327" y="267"/>
                  </a:lnTo>
                  <a:lnTo>
                    <a:pt x="327" y="267"/>
                  </a:lnTo>
                  <a:lnTo>
                    <a:pt x="327" y="267"/>
                  </a:lnTo>
                  <a:lnTo>
                    <a:pt x="329" y="270"/>
                  </a:lnTo>
                  <a:lnTo>
                    <a:pt x="329" y="272"/>
                  </a:lnTo>
                  <a:lnTo>
                    <a:pt x="329" y="272"/>
                  </a:lnTo>
                  <a:lnTo>
                    <a:pt x="329" y="272"/>
                  </a:lnTo>
                  <a:lnTo>
                    <a:pt x="329" y="274"/>
                  </a:lnTo>
                  <a:lnTo>
                    <a:pt x="329" y="274"/>
                  </a:lnTo>
                  <a:lnTo>
                    <a:pt x="329" y="274"/>
                  </a:lnTo>
                  <a:lnTo>
                    <a:pt x="331" y="274"/>
                  </a:lnTo>
                  <a:lnTo>
                    <a:pt x="331" y="274"/>
                  </a:lnTo>
                  <a:lnTo>
                    <a:pt x="331" y="274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6" y="272"/>
                  </a:lnTo>
                  <a:lnTo>
                    <a:pt x="336" y="272"/>
                  </a:lnTo>
                  <a:lnTo>
                    <a:pt x="336" y="272"/>
                  </a:lnTo>
                  <a:lnTo>
                    <a:pt x="334" y="274"/>
                  </a:lnTo>
                  <a:lnTo>
                    <a:pt x="334" y="277"/>
                  </a:lnTo>
                  <a:lnTo>
                    <a:pt x="334" y="279"/>
                  </a:lnTo>
                  <a:lnTo>
                    <a:pt x="334" y="279"/>
                  </a:lnTo>
                  <a:lnTo>
                    <a:pt x="334" y="281"/>
                  </a:lnTo>
                  <a:lnTo>
                    <a:pt x="334" y="281"/>
                  </a:lnTo>
                  <a:lnTo>
                    <a:pt x="336" y="279"/>
                  </a:lnTo>
                  <a:lnTo>
                    <a:pt x="336" y="281"/>
                  </a:lnTo>
                  <a:lnTo>
                    <a:pt x="336" y="281"/>
                  </a:lnTo>
                  <a:lnTo>
                    <a:pt x="336" y="284"/>
                  </a:lnTo>
                  <a:lnTo>
                    <a:pt x="336" y="286"/>
                  </a:lnTo>
                  <a:lnTo>
                    <a:pt x="336" y="286"/>
                  </a:lnTo>
                  <a:lnTo>
                    <a:pt x="336" y="286"/>
                  </a:lnTo>
                  <a:lnTo>
                    <a:pt x="334" y="289"/>
                  </a:lnTo>
                  <a:lnTo>
                    <a:pt x="334" y="289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9"/>
                  </a:lnTo>
                  <a:lnTo>
                    <a:pt x="334" y="289"/>
                  </a:lnTo>
                  <a:lnTo>
                    <a:pt x="334" y="291"/>
                  </a:lnTo>
                  <a:lnTo>
                    <a:pt x="336" y="291"/>
                  </a:lnTo>
                  <a:lnTo>
                    <a:pt x="336" y="291"/>
                  </a:lnTo>
                  <a:lnTo>
                    <a:pt x="338" y="291"/>
                  </a:lnTo>
                  <a:lnTo>
                    <a:pt x="338" y="291"/>
                  </a:lnTo>
                  <a:lnTo>
                    <a:pt x="341" y="291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6" y="293"/>
                  </a:lnTo>
                  <a:lnTo>
                    <a:pt x="336" y="296"/>
                  </a:lnTo>
                  <a:lnTo>
                    <a:pt x="336" y="296"/>
                  </a:lnTo>
                  <a:lnTo>
                    <a:pt x="338" y="298"/>
                  </a:lnTo>
                  <a:lnTo>
                    <a:pt x="338" y="300"/>
                  </a:lnTo>
                  <a:lnTo>
                    <a:pt x="341" y="312"/>
                  </a:lnTo>
                  <a:lnTo>
                    <a:pt x="341" y="312"/>
                  </a:lnTo>
                  <a:lnTo>
                    <a:pt x="341" y="317"/>
                  </a:lnTo>
                  <a:lnTo>
                    <a:pt x="341" y="317"/>
                  </a:lnTo>
                  <a:lnTo>
                    <a:pt x="343" y="319"/>
                  </a:lnTo>
                  <a:lnTo>
                    <a:pt x="343" y="322"/>
                  </a:lnTo>
                  <a:lnTo>
                    <a:pt x="343" y="324"/>
                  </a:lnTo>
                  <a:lnTo>
                    <a:pt x="343" y="326"/>
                  </a:lnTo>
                  <a:lnTo>
                    <a:pt x="345" y="329"/>
                  </a:lnTo>
                  <a:lnTo>
                    <a:pt x="345" y="329"/>
                  </a:lnTo>
                  <a:lnTo>
                    <a:pt x="348" y="331"/>
                  </a:lnTo>
                  <a:lnTo>
                    <a:pt x="348" y="331"/>
                  </a:lnTo>
                  <a:lnTo>
                    <a:pt x="348" y="333"/>
                  </a:lnTo>
                  <a:lnTo>
                    <a:pt x="350" y="331"/>
                  </a:lnTo>
                  <a:lnTo>
                    <a:pt x="353" y="331"/>
                  </a:lnTo>
                  <a:lnTo>
                    <a:pt x="353" y="331"/>
                  </a:lnTo>
                  <a:lnTo>
                    <a:pt x="353" y="331"/>
                  </a:lnTo>
                  <a:lnTo>
                    <a:pt x="355" y="331"/>
                  </a:lnTo>
                  <a:lnTo>
                    <a:pt x="355" y="331"/>
                  </a:lnTo>
                  <a:lnTo>
                    <a:pt x="355" y="331"/>
                  </a:lnTo>
                  <a:lnTo>
                    <a:pt x="355" y="331"/>
                  </a:lnTo>
                  <a:lnTo>
                    <a:pt x="355" y="329"/>
                  </a:lnTo>
                  <a:lnTo>
                    <a:pt x="355" y="329"/>
                  </a:lnTo>
                  <a:lnTo>
                    <a:pt x="357" y="329"/>
                  </a:lnTo>
                  <a:lnTo>
                    <a:pt x="357" y="326"/>
                  </a:lnTo>
                  <a:lnTo>
                    <a:pt x="357" y="324"/>
                  </a:lnTo>
                  <a:lnTo>
                    <a:pt x="357" y="324"/>
                  </a:lnTo>
                  <a:lnTo>
                    <a:pt x="357" y="322"/>
                  </a:lnTo>
                  <a:lnTo>
                    <a:pt x="357" y="322"/>
                  </a:lnTo>
                  <a:lnTo>
                    <a:pt x="357" y="322"/>
                  </a:lnTo>
                  <a:lnTo>
                    <a:pt x="357" y="319"/>
                  </a:lnTo>
                  <a:lnTo>
                    <a:pt x="357" y="319"/>
                  </a:lnTo>
                  <a:lnTo>
                    <a:pt x="357" y="317"/>
                  </a:lnTo>
                  <a:lnTo>
                    <a:pt x="360" y="317"/>
                  </a:lnTo>
                  <a:lnTo>
                    <a:pt x="360" y="315"/>
                  </a:lnTo>
                  <a:lnTo>
                    <a:pt x="360" y="315"/>
                  </a:lnTo>
                  <a:lnTo>
                    <a:pt x="357" y="312"/>
                  </a:lnTo>
                  <a:lnTo>
                    <a:pt x="357" y="312"/>
                  </a:lnTo>
                  <a:lnTo>
                    <a:pt x="357" y="312"/>
                  </a:lnTo>
                  <a:lnTo>
                    <a:pt x="360" y="310"/>
                  </a:lnTo>
                  <a:lnTo>
                    <a:pt x="360" y="310"/>
                  </a:lnTo>
                  <a:lnTo>
                    <a:pt x="357" y="303"/>
                  </a:lnTo>
                  <a:lnTo>
                    <a:pt x="357" y="300"/>
                  </a:lnTo>
                  <a:lnTo>
                    <a:pt x="357" y="300"/>
                  </a:lnTo>
                  <a:lnTo>
                    <a:pt x="360" y="300"/>
                  </a:lnTo>
                  <a:lnTo>
                    <a:pt x="360" y="300"/>
                  </a:lnTo>
                  <a:lnTo>
                    <a:pt x="360" y="298"/>
                  </a:lnTo>
                  <a:lnTo>
                    <a:pt x="360" y="296"/>
                  </a:lnTo>
                  <a:lnTo>
                    <a:pt x="360" y="296"/>
                  </a:lnTo>
                  <a:lnTo>
                    <a:pt x="360" y="296"/>
                  </a:lnTo>
                  <a:lnTo>
                    <a:pt x="360" y="293"/>
                  </a:lnTo>
                  <a:lnTo>
                    <a:pt x="360" y="293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89"/>
                  </a:lnTo>
                  <a:lnTo>
                    <a:pt x="357" y="289"/>
                  </a:lnTo>
                  <a:lnTo>
                    <a:pt x="360" y="289"/>
                  </a:lnTo>
                  <a:lnTo>
                    <a:pt x="360" y="289"/>
                  </a:lnTo>
                  <a:lnTo>
                    <a:pt x="360" y="291"/>
                  </a:lnTo>
                  <a:lnTo>
                    <a:pt x="362" y="291"/>
                  </a:lnTo>
                  <a:lnTo>
                    <a:pt x="360" y="286"/>
                  </a:lnTo>
                  <a:lnTo>
                    <a:pt x="360" y="281"/>
                  </a:lnTo>
                  <a:lnTo>
                    <a:pt x="360" y="281"/>
                  </a:lnTo>
                  <a:lnTo>
                    <a:pt x="362" y="286"/>
                  </a:lnTo>
                  <a:lnTo>
                    <a:pt x="362" y="286"/>
                  </a:lnTo>
                  <a:lnTo>
                    <a:pt x="362" y="284"/>
                  </a:lnTo>
                  <a:lnTo>
                    <a:pt x="362" y="284"/>
                  </a:lnTo>
                  <a:lnTo>
                    <a:pt x="364" y="281"/>
                  </a:lnTo>
                  <a:lnTo>
                    <a:pt x="364" y="284"/>
                  </a:lnTo>
                  <a:lnTo>
                    <a:pt x="364" y="284"/>
                  </a:lnTo>
                  <a:lnTo>
                    <a:pt x="364" y="286"/>
                  </a:lnTo>
                  <a:lnTo>
                    <a:pt x="367" y="284"/>
                  </a:lnTo>
                  <a:lnTo>
                    <a:pt x="367" y="286"/>
                  </a:lnTo>
                  <a:lnTo>
                    <a:pt x="364" y="291"/>
                  </a:lnTo>
                  <a:lnTo>
                    <a:pt x="364" y="291"/>
                  </a:lnTo>
                  <a:lnTo>
                    <a:pt x="367" y="291"/>
                  </a:lnTo>
                  <a:lnTo>
                    <a:pt x="367" y="293"/>
                  </a:lnTo>
                  <a:lnTo>
                    <a:pt x="367" y="296"/>
                  </a:lnTo>
                  <a:lnTo>
                    <a:pt x="367" y="298"/>
                  </a:lnTo>
                  <a:lnTo>
                    <a:pt x="367" y="300"/>
                  </a:lnTo>
                  <a:lnTo>
                    <a:pt x="369" y="300"/>
                  </a:lnTo>
                  <a:lnTo>
                    <a:pt x="369" y="300"/>
                  </a:lnTo>
                  <a:lnTo>
                    <a:pt x="369" y="303"/>
                  </a:lnTo>
                  <a:lnTo>
                    <a:pt x="369" y="303"/>
                  </a:lnTo>
                  <a:lnTo>
                    <a:pt x="369" y="303"/>
                  </a:lnTo>
                  <a:lnTo>
                    <a:pt x="371" y="303"/>
                  </a:lnTo>
                  <a:lnTo>
                    <a:pt x="371" y="303"/>
                  </a:lnTo>
                  <a:lnTo>
                    <a:pt x="371" y="303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3"/>
                  </a:lnTo>
                  <a:lnTo>
                    <a:pt x="374" y="303"/>
                  </a:lnTo>
                  <a:lnTo>
                    <a:pt x="374" y="300"/>
                  </a:lnTo>
                  <a:lnTo>
                    <a:pt x="374" y="300"/>
                  </a:lnTo>
                  <a:lnTo>
                    <a:pt x="374" y="298"/>
                  </a:lnTo>
                  <a:lnTo>
                    <a:pt x="374" y="300"/>
                  </a:lnTo>
                  <a:lnTo>
                    <a:pt x="374" y="303"/>
                  </a:lnTo>
                  <a:lnTo>
                    <a:pt x="374" y="305"/>
                  </a:lnTo>
                  <a:lnTo>
                    <a:pt x="374" y="307"/>
                  </a:lnTo>
                  <a:lnTo>
                    <a:pt x="374" y="310"/>
                  </a:lnTo>
                  <a:lnTo>
                    <a:pt x="374" y="310"/>
                  </a:lnTo>
                  <a:lnTo>
                    <a:pt x="374" y="312"/>
                  </a:lnTo>
                  <a:lnTo>
                    <a:pt x="374" y="312"/>
                  </a:lnTo>
                  <a:lnTo>
                    <a:pt x="374" y="315"/>
                  </a:lnTo>
                  <a:lnTo>
                    <a:pt x="376" y="317"/>
                  </a:lnTo>
                  <a:lnTo>
                    <a:pt x="376" y="317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5"/>
                  </a:lnTo>
                  <a:lnTo>
                    <a:pt x="376" y="305"/>
                  </a:lnTo>
                  <a:lnTo>
                    <a:pt x="379" y="303"/>
                  </a:lnTo>
                  <a:lnTo>
                    <a:pt x="379" y="303"/>
                  </a:lnTo>
                  <a:lnTo>
                    <a:pt x="379" y="305"/>
                  </a:lnTo>
                  <a:lnTo>
                    <a:pt x="376" y="305"/>
                  </a:lnTo>
                  <a:lnTo>
                    <a:pt x="376" y="307"/>
                  </a:lnTo>
                  <a:lnTo>
                    <a:pt x="379" y="310"/>
                  </a:lnTo>
                  <a:lnTo>
                    <a:pt x="379" y="312"/>
                  </a:lnTo>
                  <a:lnTo>
                    <a:pt x="379" y="315"/>
                  </a:lnTo>
                  <a:lnTo>
                    <a:pt x="379" y="315"/>
                  </a:lnTo>
                  <a:lnTo>
                    <a:pt x="379" y="317"/>
                  </a:lnTo>
                  <a:lnTo>
                    <a:pt x="381" y="317"/>
                  </a:lnTo>
                  <a:lnTo>
                    <a:pt x="381" y="317"/>
                  </a:lnTo>
                  <a:lnTo>
                    <a:pt x="381" y="319"/>
                  </a:lnTo>
                  <a:lnTo>
                    <a:pt x="381" y="322"/>
                  </a:lnTo>
                  <a:lnTo>
                    <a:pt x="381" y="324"/>
                  </a:lnTo>
                  <a:lnTo>
                    <a:pt x="383" y="324"/>
                  </a:lnTo>
                  <a:lnTo>
                    <a:pt x="383" y="326"/>
                  </a:lnTo>
                  <a:lnTo>
                    <a:pt x="386" y="326"/>
                  </a:lnTo>
                  <a:lnTo>
                    <a:pt x="388" y="329"/>
                  </a:lnTo>
                  <a:lnTo>
                    <a:pt x="390" y="326"/>
                  </a:lnTo>
                  <a:lnTo>
                    <a:pt x="390" y="324"/>
                  </a:lnTo>
                  <a:lnTo>
                    <a:pt x="390" y="322"/>
                  </a:lnTo>
                  <a:lnTo>
                    <a:pt x="393" y="322"/>
                  </a:lnTo>
                  <a:lnTo>
                    <a:pt x="393" y="319"/>
                  </a:lnTo>
                  <a:lnTo>
                    <a:pt x="393" y="319"/>
                  </a:lnTo>
                  <a:lnTo>
                    <a:pt x="393" y="319"/>
                  </a:lnTo>
                  <a:lnTo>
                    <a:pt x="393" y="317"/>
                  </a:lnTo>
                  <a:lnTo>
                    <a:pt x="393" y="317"/>
                  </a:lnTo>
                  <a:lnTo>
                    <a:pt x="393" y="312"/>
                  </a:lnTo>
                  <a:lnTo>
                    <a:pt x="393" y="312"/>
                  </a:lnTo>
                  <a:lnTo>
                    <a:pt x="393" y="310"/>
                  </a:lnTo>
                  <a:lnTo>
                    <a:pt x="395" y="315"/>
                  </a:lnTo>
                  <a:lnTo>
                    <a:pt x="395" y="317"/>
                  </a:lnTo>
                  <a:lnTo>
                    <a:pt x="395" y="315"/>
                  </a:lnTo>
                  <a:lnTo>
                    <a:pt x="395" y="312"/>
                  </a:lnTo>
                  <a:lnTo>
                    <a:pt x="395" y="312"/>
                  </a:lnTo>
                  <a:lnTo>
                    <a:pt x="395" y="312"/>
                  </a:lnTo>
                  <a:lnTo>
                    <a:pt x="395" y="312"/>
                  </a:lnTo>
                  <a:lnTo>
                    <a:pt x="398" y="312"/>
                  </a:lnTo>
                  <a:lnTo>
                    <a:pt x="398" y="312"/>
                  </a:lnTo>
                  <a:lnTo>
                    <a:pt x="398" y="310"/>
                  </a:lnTo>
                  <a:lnTo>
                    <a:pt x="398" y="307"/>
                  </a:lnTo>
                  <a:lnTo>
                    <a:pt x="398" y="307"/>
                  </a:lnTo>
                  <a:lnTo>
                    <a:pt x="400" y="310"/>
                  </a:lnTo>
                  <a:lnTo>
                    <a:pt x="402" y="312"/>
                  </a:lnTo>
                  <a:lnTo>
                    <a:pt x="405" y="312"/>
                  </a:lnTo>
                  <a:lnTo>
                    <a:pt x="405" y="315"/>
                  </a:lnTo>
                  <a:lnTo>
                    <a:pt x="407" y="315"/>
                  </a:lnTo>
                  <a:lnTo>
                    <a:pt x="407" y="312"/>
                  </a:lnTo>
                  <a:lnTo>
                    <a:pt x="409" y="312"/>
                  </a:lnTo>
                  <a:lnTo>
                    <a:pt x="412" y="307"/>
                  </a:lnTo>
                  <a:lnTo>
                    <a:pt x="412" y="307"/>
                  </a:lnTo>
                  <a:lnTo>
                    <a:pt x="409" y="30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60">
              <a:extLst>
                <a:ext uri="{FF2B5EF4-FFF2-40B4-BE49-F238E27FC236}">
                  <a16:creationId xmlns:a16="http://schemas.microsoft.com/office/drawing/2014/main" id="{CE34F51F-094B-4FF0-BFAD-A0903788F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3485" y="3856805"/>
              <a:ext cx="6769" cy="18953"/>
            </a:xfrm>
            <a:custGeom>
              <a:avLst/>
              <a:gdLst>
                <a:gd name="T0" fmla="*/ 3 w 5"/>
                <a:gd name="T1" fmla="*/ 14 h 14"/>
                <a:gd name="T2" fmla="*/ 3 w 5"/>
                <a:gd name="T3" fmla="*/ 14 h 14"/>
                <a:gd name="T4" fmla="*/ 5 w 5"/>
                <a:gd name="T5" fmla="*/ 14 h 14"/>
                <a:gd name="T6" fmla="*/ 5 w 5"/>
                <a:gd name="T7" fmla="*/ 12 h 14"/>
                <a:gd name="T8" fmla="*/ 5 w 5"/>
                <a:gd name="T9" fmla="*/ 5 h 14"/>
                <a:gd name="T10" fmla="*/ 5 w 5"/>
                <a:gd name="T11" fmla="*/ 2 h 14"/>
                <a:gd name="T12" fmla="*/ 3 w 5"/>
                <a:gd name="T13" fmla="*/ 0 h 14"/>
                <a:gd name="T14" fmla="*/ 3 w 5"/>
                <a:gd name="T15" fmla="*/ 2 h 14"/>
                <a:gd name="T16" fmla="*/ 3 w 5"/>
                <a:gd name="T17" fmla="*/ 5 h 14"/>
                <a:gd name="T18" fmla="*/ 3 w 5"/>
                <a:gd name="T19" fmla="*/ 5 h 14"/>
                <a:gd name="T20" fmla="*/ 0 w 5"/>
                <a:gd name="T21" fmla="*/ 7 h 14"/>
                <a:gd name="T22" fmla="*/ 0 w 5"/>
                <a:gd name="T23" fmla="*/ 7 h 14"/>
                <a:gd name="T24" fmla="*/ 0 w 5"/>
                <a:gd name="T25" fmla="*/ 7 h 14"/>
                <a:gd name="T26" fmla="*/ 0 w 5"/>
                <a:gd name="T27" fmla="*/ 12 h 14"/>
                <a:gd name="T28" fmla="*/ 3 w 5"/>
                <a:gd name="T2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14">
                  <a:moveTo>
                    <a:pt x="3" y="14"/>
                  </a:moveTo>
                  <a:lnTo>
                    <a:pt x="3" y="14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5"/>
                  </a:lnTo>
                  <a:lnTo>
                    <a:pt x="5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61">
              <a:extLst>
                <a:ext uri="{FF2B5EF4-FFF2-40B4-BE49-F238E27FC236}">
                  <a16:creationId xmlns:a16="http://schemas.microsoft.com/office/drawing/2014/main" id="{26B023E9-52E9-4124-9ED7-176569C5D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646" y="3683517"/>
              <a:ext cx="4062" cy="2708"/>
            </a:xfrm>
            <a:custGeom>
              <a:avLst/>
              <a:gdLst>
                <a:gd name="T0" fmla="*/ 0 w 3"/>
                <a:gd name="T1" fmla="*/ 2 h 2"/>
                <a:gd name="T2" fmla="*/ 0 w 3"/>
                <a:gd name="T3" fmla="*/ 2 h 2"/>
                <a:gd name="T4" fmla="*/ 0 w 3"/>
                <a:gd name="T5" fmla="*/ 2 h 2"/>
                <a:gd name="T6" fmla="*/ 3 w 3"/>
                <a:gd name="T7" fmla="*/ 2 h 2"/>
                <a:gd name="T8" fmla="*/ 3 w 3"/>
                <a:gd name="T9" fmla="*/ 0 h 2"/>
                <a:gd name="T10" fmla="*/ 0 w 3"/>
                <a:gd name="T11" fmla="*/ 0 h 2"/>
                <a:gd name="T12" fmla="*/ 0 w 3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62">
              <a:extLst>
                <a:ext uri="{FF2B5EF4-FFF2-40B4-BE49-F238E27FC236}">
                  <a16:creationId xmlns:a16="http://schemas.microsoft.com/office/drawing/2014/main" id="{DF66260E-8F6D-4EEC-84CB-989C73245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2540" y="3655087"/>
              <a:ext cx="28431" cy="25723"/>
            </a:xfrm>
            <a:custGeom>
              <a:avLst/>
              <a:gdLst>
                <a:gd name="T0" fmla="*/ 5 w 21"/>
                <a:gd name="T1" fmla="*/ 14 h 19"/>
                <a:gd name="T2" fmla="*/ 5 w 21"/>
                <a:gd name="T3" fmla="*/ 16 h 19"/>
                <a:gd name="T4" fmla="*/ 7 w 21"/>
                <a:gd name="T5" fmla="*/ 16 h 19"/>
                <a:gd name="T6" fmla="*/ 7 w 21"/>
                <a:gd name="T7" fmla="*/ 16 h 19"/>
                <a:gd name="T8" fmla="*/ 7 w 21"/>
                <a:gd name="T9" fmla="*/ 16 h 19"/>
                <a:gd name="T10" fmla="*/ 7 w 21"/>
                <a:gd name="T11" fmla="*/ 16 h 19"/>
                <a:gd name="T12" fmla="*/ 7 w 21"/>
                <a:gd name="T13" fmla="*/ 19 h 19"/>
                <a:gd name="T14" fmla="*/ 9 w 21"/>
                <a:gd name="T15" fmla="*/ 19 h 19"/>
                <a:gd name="T16" fmla="*/ 9 w 21"/>
                <a:gd name="T17" fmla="*/ 19 h 19"/>
                <a:gd name="T18" fmla="*/ 14 w 21"/>
                <a:gd name="T19" fmla="*/ 16 h 19"/>
                <a:gd name="T20" fmla="*/ 16 w 21"/>
                <a:gd name="T21" fmla="*/ 16 h 19"/>
                <a:gd name="T22" fmla="*/ 16 w 21"/>
                <a:gd name="T23" fmla="*/ 14 h 19"/>
                <a:gd name="T24" fmla="*/ 16 w 21"/>
                <a:gd name="T25" fmla="*/ 12 h 19"/>
                <a:gd name="T26" fmla="*/ 16 w 21"/>
                <a:gd name="T27" fmla="*/ 9 h 19"/>
                <a:gd name="T28" fmla="*/ 19 w 21"/>
                <a:gd name="T29" fmla="*/ 9 h 19"/>
                <a:gd name="T30" fmla="*/ 21 w 21"/>
                <a:gd name="T31" fmla="*/ 7 h 19"/>
                <a:gd name="T32" fmla="*/ 19 w 21"/>
                <a:gd name="T33" fmla="*/ 4 h 19"/>
                <a:gd name="T34" fmla="*/ 19 w 21"/>
                <a:gd name="T35" fmla="*/ 4 h 19"/>
                <a:gd name="T36" fmla="*/ 19 w 21"/>
                <a:gd name="T37" fmla="*/ 4 h 19"/>
                <a:gd name="T38" fmla="*/ 19 w 21"/>
                <a:gd name="T39" fmla="*/ 7 h 19"/>
                <a:gd name="T40" fmla="*/ 19 w 21"/>
                <a:gd name="T41" fmla="*/ 7 h 19"/>
                <a:gd name="T42" fmla="*/ 19 w 21"/>
                <a:gd name="T43" fmla="*/ 7 h 19"/>
                <a:gd name="T44" fmla="*/ 19 w 21"/>
                <a:gd name="T45" fmla="*/ 7 h 19"/>
                <a:gd name="T46" fmla="*/ 16 w 21"/>
                <a:gd name="T47" fmla="*/ 7 h 19"/>
                <a:gd name="T48" fmla="*/ 16 w 21"/>
                <a:gd name="T49" fmla="*/ 7 h 19"/>
                <a:gd name="T50" fmla="*/ 16 w 21"/>
                <a:gd name="T51" fmla="*/ 7 h 19"/>
                <a:gd name="T52" fmla="*/ 16 w 21"/>
                <a:gd name="T53" fmla="*/ 9 h 19"/>
                <a:gd name="T54" fmla="*/ 14 w 21"/>
                <a:gd name="T55" fmla="*/ 12 h 19"/>
                <a:gd name="T56" fmla="*/ 14 w 21"/>
                <a:gd name="T57" fmla="*/ 9 h 19"/>
                <a:gd name="T58" fmla="*/ 14 w 21"/>
                <a:gd name="T59" fmla="*/ 9 h 19"/>
                <a:gd name="T60" fmla="*/ 14 w 21"/>
                <a:gd name="T61" fmla="*/ 9 h 19"/>
                <a:gd name="T62" fmla="*/ 14 w 21"/>
                <a:gd name="T63" fmla="*/ 9 h 19"/>
                <a:gd name="T64" fmla="*/ 12 w 21"/>
                <a:gd name="T65" fmla="*/ 9 h 19"/>
                <a:gd name="T66" fmla="*/ 12 w 21"/>
                <a:gd name="T67" fmla="*/ 7 h 19"/>
                <a:gd name="T68" fmla="*/ 12 w 21"/>
                <a:gd name="T69" fmla="*/ 4 h 19"/>
                <a:gd name="T70" fmla="*/ 12 w 21"/>
                <a:gd name="T71" fmla="*/ 4 h 19"/>
                <a:gd name="T72" fmla="*/ 12 w 21"/>
                <a:gd name="T73" fmla="*/ 4 h 19"/>
                <a:gd name="T74" fmla="*/ 12 w 21"/>
                <a:gd name="T75" fmla="*/ 2 h 19"/>
                <a:gd name="T76" fmla="*/ 12 w 21"/>
                <a:gd name="T77" fmla="*/ 2 h 19"/>
                <a:gd name="T78" fmla="*/ 9 w 21"/>
                <a:gd name="T79" fmla="*/ 0 h 19"/>
                <a:gd name="T80" fmla="*/ 9 w 21"/>
                <a:gd name="T81" fmla="*/ 0 h 19"/>
                <a:gd name="T82" fmla="*/ 9 w 21"/>
                <a:gd name="T83" fmla="*/ 0 h 19"/>
                <a:gd name="T84" fmla="*/ 9 w 21"/>
                <a:gd name="T85" fmla="*/ 0 h 19"/>
                <a:gd name="T86" fmla="*/ 9 w 21"/>
                <a:gd name="T87" fmla="*/ 2 h 19"/>
                <a:gd name="T88" fmla="*/ 7 w 21"/>
                <a:gd name="T89" fmla="*/ 4 h 19"/>
                <a:gd name="T90" fmla="*/ 7 w 21"/>
                <a:gd name="T91" fmla="*/ 4 h 19"/>
                <a:gd name="T92" fmla="*/ 7 w 21"/>
                <a:gd name="T93" fmla="*/ 4 h 19"/>
                <a:gd name="T94" fmla="*/ 7 w 21"/>
                <a:gd name="T95" fmla="*/ 7 h 19"/>
                <a:gd name="T96" fmla="*/ 7 w 21"/>
                <a:gd name="T97" fmla="*/ 7 h 19"/>
                <a:gd name="T98" fmla="*/ 7 w 21"/>
                <a:gd name="T99" fmla="*/ 7 h 19"/>
                <a:gd name="T100" fmla="*/ 5 w 21"/>
                <a:gd name="T101" fmla="*/ 9 h 19"/>
                <a:gd name="T102" fmla="*/ 5 w 21"/>
                <a:gd name="T103" fmla="*/ 9 h 19"/>
                <a:gd name="T104" fmla="*/ 5 w 21"/>
                <a:gd name="T105" fmla="*/ 9 h 19"/>
                <a:gd name="T106" fmla="*/ 5 w 21"/>
                <a:gd name="T107" fmla="*/ 12 h 19"/>
                <a:gd name="T108" fmla="*/ 5 w 21"/>
                <a:gd name="T109" fmla="*/ 12 h 19"/>
                <a:gd name="T110" fmla="*/ 2 w 21"/>
                <a:gd name="T111" fmla="*/ 12 h 19"/>
                <a:gd name="T112" fmla="*/ 2 w 21"/>
                <a:gd name="T113" fmla="*/ 12 h 19"/>
                <a:gd name="T114" fmla="*/ 2 w 21"/>
                <a:gd name="T115" fmla="*/ 12 h 19"/>
                <a:gd name="T116" fmla="*/ 0 w 21"/>
                <a:gd name="T117" fmla="*/ 12 h 19"/>
                <a:gd name="T118" fmla="*/ 2 w 21"/>
                <a:gd name="T119" fmla="*/ 14 h 19"/>
                <a:gd name="T120" fmla="*/ 5 w 21"/>
                <a:gd name="T121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" h="19">
                  <a:moveTo>
                    <a:pt x="5" y="14"/>
                  </a:moveTo>
                  <a:lnTo>
                    <a:pt x="5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12"/>
                  </a:lnTo>
                  <a:lnTo>
                    <a:pt x="16" y="9"/>
                  </a:lnTo>
                  <a:lnTo>
                    <a:pt x="19" y="9"/>
                  </a:lnTo>
                  <a:lnTo>
                    <a:pt x="21" y="7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9"/>
                  </a:lnTo>
                  <a:lnTo>
                    <a:pt x="14" y="12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2" y="9"/>
                  </a:lnTo>
                  <a:lnTo>
                    <a:pt x="12" y="7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63">
              <a:extLst>
                <a:ext uri="{FF2B5EF4-FFF2-40B4-BE49-F238E27FC236}">
                  <a16:creationId xmlns:a16="http://schemas.microsoft.com/office/drawing/2014/main" id="{7712638B-F7C8-4DBF-B67D-A1CC69C86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7807" y="3645610"/>
              <a:ext cx="13538" cy="12185"/>
            </a:xfrm>
            <a:custGeom>
              <a:avLst/>
              <a:gdLst>
                <a:gd name="T0" fmla="*/ 3 w 10"/>
                <a:gd name="T1" fmla="*/ 4 h 9"/>
                <a:gd name="T2" fmla="*/ 3 w 10"/>
                <a:gd name="T3" fmla="*/ 7 h 9"/>
                <a:gd name="T4" fmla="*/ 5 w 10"/>
                <a:gd name="T5" fmla="*/ 7 h 9"/>
                <a:gd name="T6" fmla="*/ 7 w 10"/>
                <a:gd name="T7" fmla="*/ 7 h 9"/>
                <a:gd name="T8" fmla="*/ 7 w 10"/>
                <a:gd name="T9" fmla="*/ 7 h 9"/>
                <a:gd name="T10" fmla="*/ 5 w 10"/>
                <a:gd name="T11" fmla="*/ 7 h 9"/>
                <a:gd name="T12" fmla="*/ 3 w 10"/>
                <a:gd name="T13" fmla="*/ 9 h 9"/>
                <a:gd name="T14" fmla="*/ 3 w 10"/>
                <a:gd name="T15" fmla="*/ 9 h 9"/>
                <a:gd name="T16" fmla="*/ 5 w 10"/>
                <a:gd name="T17" fmla="*/ 9 h 9"/>
                <a:gd name="T18" fmla="*/ 5 w 10"/>
                <a:gd name="T19" fmla="*/ 9 h 9"/>
                <a:gd name="T20" fmla="*/ 10 w 10"/>
                <a:gd name="T21" fmla="*/ 4 h 9"/>
                <a:gd name="T22" fmla="*/ 10 w 10"/>
                <a:gd name="T23" fmla="*/ 2 h 9"/>
                <a:gd name="T24" fmla="*/ 10 w 10"/>
                <a:gd name="T25" fmla="*/ 0 h 9"/>
                <a:gd name="T26" fmla="*/ 10 w 10"/>
                <a:gd name="T27" fmla="*/ 0 h 9"/>
                <a:gd name="T28" fmla="*/ 10 w 10"/>
                <a:gd name="T29" fmla="*/ 2 h 9"/>
                <a:gd name="T30" fmla="*/ 7 w 10"/>
                <a:gd name="T31" fmla="*/ 2 h 9"/>
                <a:gd name="T32" fmla="*/ 7 w 10"/>
                <a:gd name="T33" fmla="*/ 2 h 9"/>
                <a:gd name="T34" fmla="*/ 7 w 10"/>
                <a:gd name="T35" fmla="*/ 0 h 9"/>
                <a:gd name="T36" fmla="*/ 7 w 10"/>
                <a:gd name="T37" fmla="*/ 0 h 9"/>
                <a:gd name="T38" fmla="*/ 5 w 10"/>
                <a:gd name="T39" fmla="*/ 2 h 9"/>
                <a:gd name="T40" fmla="*/ 3 w 10"/>
                <a:gd name="T41" fmla="*/ 2 h 9"/>
                <a:gd name="T42" fmla="*/ 3 w 10"/>
                <a:gd name="T43" fmla="*/ 2 h 9"/>
                <a:gd name="T44" fmla="*/ 0 w 10"/>
                <a:gd name="T45" fmla="*/ 2 h 9"/>
                <a:gd name="T46" fmla="*/ 0 w 10"/>
                <a:gd name="T47" fmla="*/ 2 h 9"/>
                <a:gd name="T48" fmla="*/ 3 w 10"/>
                <a:gd name="T49" fmla="*/ 4 h 9"/>
                <a:gd name="T50" fmla="*/ 3 w 10"/>
                <a:gd name="T51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" h="9">
                  <a:moveTo>
                    <a:pt x="3" y="4"/>
                  </a:moveTo>
                  <a:lnTo>
                    <a:pt x="3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7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64">
              <a:extLst>
                <a:ext uri="{FF2B5EF4-FFF2-40B4-BE49-F238E27FC236}">
                  <a16:creationId xmlns:a16="http://schemas.microsoft.com/office/drawing/2014/main" id="{CB1A6A7B-55C6-4475-9CAF-AEFBBB1D8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2608" y="3660502"/>
              <a:ext cx="6769" cy="4062"/>
            </a:xfrm>
            <a:custGeom>
              <a:avLst/>
              <a:gdLst>
                <a:gd name="T0" fmla="*/ 3 w 5"/>
                <a:gd name="T1" fmla="*/ 3 h 3"/>
                <a:gd name="T2" fmla="*/ 3 w 5"/>
                <a:gd name="T3" fmla="*/ 3 h 3"/>
                <a:gd name="T4" fmla="*/ 3 w 5"/>
                <a:gd name="T5" fmla="*/ 3 h 3"/>
                <a:gd name="T6" fmla="*/ 5 w 5"/>
                <a:gd name="T7" fmla="*/ 3 h 3"/>
                <a:gd name="T8" fmla="*/ 5 w 5"/>
                <a:gd name="T9" fmla="*/ 3 h 3"/>
                <a:gd name="T10" fmla="*/ 5 w 5"/>
                <a:gd name="T11" fmla="*/ 3 h 3"/>
                <a:gd name="T12" fmla="*/ 5 w 5"/>
                <a:gd name="T13" fmla="*/ 0 h 3"/>
                <a:gd name="T14" fmla="*/ 3 w 5"/>
                <a:gd name="T15" fmla="*/ 0 h 3"/>
                <a:gd name="T16" fmla="*/ 3 w 5"/>
                <a:gd name="T17" fmla="*/ 0 h 3"/>
                <a:gd name="T18" fmla="*/ 0 w 5"/>
                <a:gd name="T19" fmla="*/ 0 h 3"/>
                <a:gd name="T20" fmla="*/ 0 w 5"/>
                <a:gd name="T21" fmla="*/ 0 h 3"/>
                <a:gd name="T22" fmla="*/ 3 w 5"/>
                <a:gd name="T2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3" y="3"/>
                  </a:lnTo>
                  <a:lnTo>
                    <a:pt x="3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Rectangle 65">
              <a:extLst>
                <a:ext uri="{FF2B5EF4-FFF2-40B4-BE49-F238E27FC236}">
                  <a16:creationId xmlns:a16="http://schemas.microsoft.com/office/drawing/2014/main" id="{6FBA2FED-5F8D-47B3-8A81-A5F00706A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2608" y="3660502"/>
              <a:ext cx="1354" cy="1354"/>
            </a:xfrm>
            <a:prstGeom prst="rect">
              <a:avLst/>
            </a:pr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66">
              <a:extLst>
                <a:ext uri="{FF2B5EF4-FFF2-40B4-BE49-F238E27FC236}">
                  <a16:creationId xmlns:a16="http://schemas.microsoft.com/office/drawing/2014/main" id="{6BA87075-F771-468F-80BE-A99FC69F4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9378" y="3632072"/>
              <a:ext cx="21661" cy="18953"/>
            </a:xfrm>
            <a:custGeom>
              <a:avLst/>
              <a:gdLst>
                <a:gd name="T0" fmla="*/ 2 w 16"/>
                <a:gd name="T1" fmla="*/ 12 h 14"/>
                <a:gd name="T2" fmla="*/ 5 w 16"/>
                <a:gd name="T3" fmla="*/ 14 h 14"/>
                <a:gd name="T4" fmla="*/ 5 w 16"/>
                <a:gd name="T5" fmla="*/ 14 h 14"/>
                <a:gd name="T6" fmla="*/ 14 w 16"/>
                <a:gd name="T7" fmla="*/ 12 h 14"/>
                <a:gd name="T8" fmla="*/ 16 w 16"/>
                <a:gd name="T9" fmla="*/ 10 h 14"/>
                <a:gd name="T10" fmla="*/ 16 w 16"/>
                <a:gd name="T11" fmla="*/ 10 h 14"/>
                <a:gd name="T12" fmla="*/ 16 w 16"/>
                <a:gd name="T13" fmla="*/ 10 h 14"/>
                <a:gd name="T14" fmla="*/ 14 w 16"/>
                <a:gd name="T15" fmla="*/ 10 h 14"/>
                <a:gd name="T16" fmla="*/ 12 w 16"/>
                <a:gd name="T17" fmla="*/ 10 h 14"/>
                <a:gd name="T18" fmla="*/ 12 w 16"/>
                <a:gd name="T19" fmla="*/ 10 h 14"/>
                <a:gd name="T20" fmla="*/ 12 w 16"/>
                <a:gd name="T21" fmla="*/ 7 h 14"/>
                <a:gd name="T22" fmla="*/ 12 w 16"/>
                <a:gd name="T23" fmla="*/ 7 h 14"/>
                <a:gd name="T24" fmla="*/ 12 w 16"/>
                <a:gd name="T25" fmla="*/ 7 h 14"/>
                <a:gd name="T26" fmla="*/ 12 w 16"/>
                <a:gd name="T27" fmla="*/ 5 h 14"/>
                <a:gd name="T28" fmla="*/ 12 w 16"/>
                <a:gd name="T29" fmla="*/ 5 h 14"/>
                <a:gd name="T30" fmla="*/ 12 w 16"/>
                <a:gd name="T31" fmla="*/ 5 h 14"/>
                <a:gd name="T32" fmla="*/ 12 w 16"/>
                <a:gd name="T33" fmla="*/ 3 h 14"/>
                <a:gd name="T34" fmla="*/ 12 w 16"/>
                <a:gd name="T35" fmla="*/ 3 h 14"/>
                <a:gd name="T36" fmla="*/ 12 w 16"/>
                <a:gd name="T37" fmla="*/ 3 h 14"/>
                <a:gd name="T38" fmla="*/ 7 w 16"/>
                <a:gd name="T39" fmla="*/ 3 h 14"/>
                <a:gd name="T40" fmla="*/ 7 w 16"/>
                <a:gd name="T41" fmla="*/ 3 h 14"/>
                <a:gd name="T42" fmla="*/ 5 w 16"/>
                <a:gd name="T43" fmla="*/ 3 h 14"/>
                <a:gd name="T44" fmla="*/ 5 w 16"/>
                <a:gd name="T45" fmla="*/ 3 h 14"/>
                <a:gd name="T46" fmla="*/ 5 w 16"/>
                <a:gd name="T47" fmla="*/ 0 h 14"/>
                <a:gd name="T48" fmla="*/ 5 w 16"/>
                <a:gd name="T49" fmla="*/ 0 h 14"/>
                <a:gd name="T50" fmla="*/ 2 w 16"/>
                <a:gd name="T51" fmla="*/ 0 h 14"/>
                <a:gd name="T52" fmla="*/ 2 w 16"/>
                <a:gd name="T53" fmla="*/ 0 h 14"/>
                <a:gd name="T54" fmla="*/ 2 w 16"/>
                <a:gd name="T55" fmla="*/ 0 h 14"/>
                <a:gd name="T56" fmla="*/ 2 w 16"/>
                <a:gd name="T57" fmla="*/ 3 h 14"/>
                <a:gd name="T58" fmla="*/ 2 w 16"/>
                <a:gd name="T59" fmla="*/ 3 h 14"/>
                <a:gd name="T60" fmla="*/ 2 w 16"/>
                <a:gd name="T61" fmla="*/ 3 h 14"/>
                <a:gd name="T62" fmla="*/ 2 w 16"/>
                <a:gd name="T63" fmla="*/ 3 h 14"/>
                <a:gd name="T64" fmla="*/ 2 w 16"/>
                <a:gd name="T65" fmla="*/ 3 h 14"/>
                <a:gd name="T66" fmla="*/ 2 w 16"/>
                <a:gd name="T67" fmla="*/ 5 h 14"/>
                <a:gd name="T68" fmla="*/ 2 w 16"/>
                <a:gd name="T69" fmla="*/ 5 h 14"/>
                <a:gd name="T70" fmla="*/ 2 w 16"/>
                <a:gd name="T71" fmla="*/ 5 h 14"/>
                <a:gd name="T72" fmla="*/ 2 w 16"/>
                <a:gd name="T73" fmla="*/ 7 h 14"/>
                <a:gd name="T74" fmla="*/ 2 w 16"/>
                <a:gd name="T75" fmla="*/ 7 h 14"/>
                <a:gd name="T76" fmla="*/ 2 w 16"/>
                <a:gd name="T77" fmla="*/ 10 h 14"/>
                <a:gd name="T78" fmla="*/ 2 w 16"/>
                <a:gd name="T79" fmla="*/ 7 h 14"/>
                <a:gd name="T80" fmla="*/ 2 w 16"/>
                <a:gd name="T81" fmla="*/ 7 h 14"/>
                <a:gd name="T82" fmla="*/ 2 w 16"/>
                <a:gd name="T83" fmla="*/ 7 h 14"/>
                <a:gd name="T84" fmla="*/ 5 w 16"/>
                <a:gd name="T85" fmla="*/ 7 h 14"/>
                <a:gd name="T86" fmla="*/ 2 w 16"/>
                <a:gd name="T87" fmla="*/ 10 h 14"/>
                <a:gd name="T88" fmla="*/ 2 w 16"/>
                <a:gd name="T89" fmla="*/ 10 h 14"/>
                <a:gd name="T90" fmla="*/ 0 w 16"/>
                <a:gd name="T91" fmla="*/ 10 h 14"/>
                <a:gd name="T92" fmla="*/ 0 w 16"/>
                <a:gd name="T93" fmla="*/ 10 h 14"/>
                <a:gd name="T94" fmla="*/ 0 w 16"/>
                <a:gd name="T95" fmla="*/ 10 h 14"/>
                <a:gd name="T96" fmla="*/ 0 w 16"/>
                <a:gd name="T97" fmla="*/ 10 h 14"/>
                <a:gd name="T98" fmla="*/ 0 w 16"/>
                <a:gd name="T99" fmla="*/ 10 h 14"/>
                <a:gd name="T100" fmla="*/ 0 w 16"/>
                <a:gd name="T101" fmla="*/ 12 h 14"/>
                <a:gd name="T102" fmla="*/ 2 w 16"/>
                <a:gd name="T103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" h="14">
                  <a:moveTo>
                    <a:pt x="2" y="12"/>
                  </a:moveTo>
                  <a:lnTo>
                    <a:pt x="5" y="14"/>
                  </a:lnTo>
                  <a:lnTo>
                    <a:pt x="5" y="14"/>
                  </a:lnTo>
                  <a:lnTo>
                    <a:pt x="14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7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67">
              <a:extLst>
                <a:ext uri="{FF2B5EF4-FFF2-40B4-BE49-F238E27FC236}">
                  <a16:creationId xmlns:a16="http://schemas.microsoft.com/office/drawing/2014/main" id="{1F931DE1-C54D-4680-8FB0-629138EAC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5225" y="3619888"/>
              <a:ext cx="28431" cy="12185"/>
            </a:xfrm>
            <a:custGeom>
              <a:avLst/>
              <a:gdLst>
                <a:gd name="T0" fmla="*/ 0 w 21"/>
                <a:gd name="T1" fmla="*/ 7 h 9"/>
                <a:gd name="T2" fmla="*/ 0 w 21"/>
                <a:gd name="T3" fmla="*/ 7 h 9"/>
                <a:gd name="T4" fmla="*/ 2 w 21"/>
                <a:gd name="T5" fmla="*/ 7 h 9"/>
                <a:gd name="T6" fmla="*/ 2 w 21"/>
                <a:gd name="T7" fmla="*/ 7 h 9"/>
                <a:gd name="T8" fmla="*/ 4 w 21"/>
                <a:gd name="T9" fmla="*/ 7 h 9"/>
                <a:gd name="T10" fmla="*/ 4 w 21"/>
                <a:gd name="T11" fmla="*/ 7 h 9"/>
                <a:gd name="T12" fmla="*/ 7 w 21"/>
                <a:gd name="T13" fmla="*/ 9 h 9"/>
                <a:gd name="T14" fmla="*/ 7 w 21"/>
                <a:gd name="T15" fmla="*/ 9 h 9"/>
                <a:gd name="T16" fmla="*/ 14 w 21"/>
                <a:gd name="T17" fmla="*/ 9 h 9"/>
                <a:gd name="T18" fmla="*/ 19 w 21"/>
                <a:gd name="T19" fmla="*/ 7 h 9"/>
                <a:gd name="T20" fmla="*/ 19 w 21"/>
                <a:gd name="T21" fmla="*/ 7 h 9"/>
                <a:gd name="T22" fmla="*/ 19 w 21"/>
                <a:gd name="T23" fmla="*/ 7 h 9"/>
                <a:gd name="T24" fmla="*/ 21 w 21"/>
                <a:gd name="T25" fmla="*/ 4 h 9"/>
                <a:gd name="T26" fmla="*/ 21 w 21"/>
                <a:gd name="T27" fmla="*/ 4 h 9"/>
                <a:gd name="T28" fmla="*/ 21 w 21"/>
                <a:gd name="T29" fmla="*/ 4 h 9"/>
                <a:gd name="T30" fmla="*/ 19 w 21"/>
                <a:gd name="T31" fmla="*/ 4 h 9"/>
                <a:gd name="T32" fmla="*/ 19 w 21"/>
                <a:gd name="T33" fmla="*/ 4 h 9"/>
                <a:gd name="T34" fmla="*/ 19 w 21"/>
                <a:gd name="T35" fmla="*/ 4 h 9"/>
                <a:gd name="T36" fmla="*/ 19 w 21"/>
                <a:gd name="T37" fmla="*/ 2 h 9"/>
                <a:gd name="T38" fmla="*/ 19 w 21"/>
                <a:gd name="T39" fmla="*/ 2 h 9"/>
                <a:gd name="T40" fmla="*/ 19 w 21"/>
                <a:gd name="T41" fmla="*/ 0 h 9"/>
                <a:gd name="T42" fmla="*/ 16 w 21"/>
                <a:gd name="T43" fmla="*/ 0 h 9"/>
                <a:gd name="T44" fmla="*/ 16 w 21"/>
                <a:gd name="T45" fmla="*/ 0 h 9"/>
                <a:gd name="T46" fmla="*/ 16 w 21"/>
                <a:gd name="T47" fmla="*/ 0 h 9"/>
                <a:gd name="T48" fmla="*/ 14 w 21"/>
                <a:gd name="T49" fmla="*/ 0 h 9"/>
                <a:gd name="T50" fmla="*/ 14 w 21"/>
                <a:gd name="T51" fmla="*/ 2 h 9"/>
                <a:gd name="T52" fmla="*/ 14 w 21"/>
                <a:gd name="T53" fmla="*/ 2 h 9"/>
                <a:gd name="T54" fmla="*/ 12 w 21"/>
                <a:gd name="T55" fmla="*/ 2 h 9"/>
                <a:gd name="T56" fmla="*/ 12 w 21"/>
                <a:gd name="T57" fmla="*/ 2 h 9"/>
                <a:gd name="T58" fmla="*/ 12 w 21"/>
                <a:gd name="T59" fmla="*/ 4 h 9"/>
                <a:gd name="T60" fmla="*/ 0 w 21"/>
                <a:gd name="T6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" h="9">
                  <a:moveTo>
                    <a:pt x="0" y="7"/>
                  </a:move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14" y="9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 68">
              <a:extLst>
                <a:ext uri="{FF2B5EF4-FFF2-40B4-BE49-F238E27FC236}">
                  <a16:creationId xmlns:a16="http://schemas.microsoft.com/office/drawing/2014/main" id="{DAD03CE4-0FF0-4D9D-A866-209B6A68A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7933" y="3603642"/>
              <a:ext cx="35199" cy="16246"/>
            </a:xfrm>
            <a:custGeom>
              <a:avLst/>
              <a:gdLst>
                <a:gd name="T0" fmla="*/ 0 w 26"/>
                <a:gd name="T1" fmla="*/ 2 h 12"/>
                <a:gd name="T2" fmla="*/ 0 w 26"/>
                <a:gd name="T3" fmla="*/ 5 h 12"/>
                <a:gd name="T4" fmla="*/ 2 w 26"/>
                <a:gd name="T5" fmla="*/ 5 h 12"/>
                <a:gd name="T6" fmla="*/ 2 w 26"/>
                <a:gd name="T7" fmla="*/ 7 h 12"/>
                <a:gd name="T8" fmla="*/ 0 w 26"/>
                <a:gd name="T9" fmla="*/ 7 h 12"/>
                <a:gd name="T10" fmla="*/ 10 w 26"/>
                <a:gd name="T11" fmla="*/ 5 h 12"/>
                <a:gd name="T12" fmla="*/ 12 w 26"/>
                <a:gd name="T13" fmla="*/ 5 h 12"/>
                <a:gd name="T14" fmla="*/ 2 w 26"/>
                <a:gd name="T15" fmla="*/ 9 h 12"/>
                <a:gd name="T16" fmla="*/ 2 w 26"/>
                <a:gd name="T17" fmla="*/ 9 h 12"/>
                <a:gd name="T18" fmla="*/ 2 w 26"/>
                <a:gd name="T19" fmla="*/ 9 h 12"/>
                <a:gd name="T20" fmla="*/ 2 w 26"/>
                <a:gd name="T21" fmla="*/ 12 h 12"/>
                <a:gd name="T22" fmla="*/ 5 w 26"/>
                <a:gd name="T23" fmla="*/ 9 h 12"/>
                <a:gd name="T24" fmla="*/ 10 w 26"/>
                <a:gd name="T25" fmla="*/ 9 h 12"/>
                <a:gd name="T26" fmla="*/ 10 w 26"/>
                <a:gd name="T27" fmla="*/ 9 h 12"/>
                <a:gd name="T28" fmla="*/ 10 w 26"/>
                <a:gd name="T29" fmla="*/ 9 h 12"/>
                <a:gd name="T30" fmla="*/ 10 w 26"/>
                <a:gd name="T31" fmla="*/ 9 h 12"/>
                <a:gd name="T32" fmla="*/ 10 w 26"/>
                <a:gd name="T33" fmla="*/ 7 h 12"/>
                <a:gd name="T34" fmla="*/ 14 w 26"/>
                <a:gd name="T35" fmla="*/ 7 h 12"/>
                <a:gd name="T36" fmla="*/ 24 w 26"/>
                <a:gd name="T37" fmla="*/ 0 h 12"/>
                <a:gd name="T38" fmla="*/ 21 w 26"/>
                <a:gd name="T39" fmla="*/ 2 h 12"/>
                <a:gd name="T40" fmla="*/ 21 w 26"/>
                <a:gd name="T41" fmla="*/ 2 h 12"/>
                <a:gd name="T42" fmla="*/ 21 w 26"/>
                <a:gd name="T43" fmla="*/ 0 h 12"/>
                <a:gd name="T44" fmla="*/ 21 w 26"/>
                <a:gd name="T45" fmla="*/ 0 h 12"/>
                <a:gd name="T46" fmla="*/ 17 w 26"/>
                <a:gd name="T47" fmla="*/ 2 h 12"/>
                <a:gd name="T48" fmla="*/ 17 w 26"/>
                <a:gd name="T49" fmla="*/ 5 h 12"/>
                <a:gd name="T50" fmla="*/ 14 w 26"/>
                <a:gd name="T51" fmla="*/ 5 h 12"/>
                <a:gd name="T52" fmla="*/ 14 w 26"/>
                <a:gd name="T53" fmla="*/ 5 h 12"/>
                <a:gd name="T54" fmla="*/ 17 w 26"/>
                <a:gd name="T55" fmla="*/ 0 h 12"/>
                <a:gd name="T56" fmla="*/ 12 w 26"/>
                <a:gd name="T57" fmla="*/ 0 h 12"/>
                <a:gd name="T58" fmla="*/ 10 w 26"/>
                <a:gd name="T59" fmla="*/ 0 h 12"/>
                <a:gd name="T60" fmla="*/ 7 w 26"/>
                <a:gd name="T61" fmla="*/ 0 h 12"/>
                <a:gd name="T62" fmla="*/ 2 w 26"/>
                <a:gd name="T6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12">
                  <a:moveTo>
                    <a:pt x="2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5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4" y="7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69">
              <a:extLst>
                <a:ext uri="{FF2B5EF4-FFF2-40B4-BE49-F238E27FC236}">
                  <a16:creationId xmlns:a16="http://schemas.microsoft.com/office/drawing/2014/main" id="{93EDD9C0-ED08-43EA-9AB4-3BBC3FD51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4178" y="3577919"/>
              <a:ext cx="9477" cy="16246"/>
            </a:xfrm>
            <a:custGeom>
              <a:avLst/>
              <a:gdLst>
                <a:gd name="T0" fmla="*/ 2 w 7"/>
                <a:gd name="T1" fmla="*/ 2 h 12"/>
                <a:gd name="T2" fmla="*/ 2 w 7"/>
                <a:gd name="T3" fmla="*/ 2 h 12"/>
                <a:gd name="T4" fmla="*/ 2 w 7"/>
                <a:gd name="T5" fmla="*/ 2 h 12"/>
                <a:gd name="T6" fmla="*/ 2 w 7"/>
                <a:gd name="T7" fmla="*/ 2 h 12"/>
                <a:gd name="T8" fmla="*/ 2 w 7"/>
                <a:gd name="T9" fmla="*/ 2 h 12"/>
                <a:gd name="T10" fmla="*/ 0 w 7"/>
                <a:gd name="T11" fmla="*/ 5 h 12"/>
                <a:gd name="T12" fmla="*/ 0 w 7"/>
                <a:gd name="T13" fmla="*/ 5 h 12"/>
                <a:gd name="T14" fmla="*/ 2 w 7"/>
                <a:gd name="T15" fmla="*/ 5 h 12"/>
                <a:gd name="T16" fmla="*/ 0 w 7"/>
                <a:gd name="T17" fmla="*/ 7 h 12"/>
                <a:gd name="T18" fmla="*/ 0 w 7"/>
                <a:gd name="T19" fmla="*/ 9 h 12"/>
                <a:gd name="T20" fmla="*/ 0 w 7"/>
                <a:gd name="T21" fmla="*/ 9 h 12"/>
                <a:gd name="T22" fmla="*/ 0 w 7"/>
                <a:gd name="T23" fmla="*/ 9 h 12"/>
                <a:gd name="T24" fmla="*/ 2 w 7"/>
                <a:gd name="T25" fmla="*/ 9 h 12"/>
                <a:gd name="T26" fmla="*/ 2 w 7"/>
                <a:gd name="T27" fmla="*/ 9 h 12"/>
                <a:gd name="T28" fmla="*/ 2 w 7"/>
                <a:gd name="T29" fmla="*/ 9 h 12"/>
                <a:gd name="T30" fmla="*/ 2 w 7"/>
                <a:gd name="T31" fmla="*/ 12 h 12"/>
                <a:gd name="T32" fmla="*/ 5 w 7"/>
                <a:gd name="T33" fmla="*/ 9 h 12"/>
                <a:gd name="T34" fmla="*/ 5 w 7"/>
                <a:gd name="T35" fmla="*/ 9 h 12"/>
                <a:gd name="T36" fmla="*/ 5 w 7"/>
                <a:gd name="T37" fmla="*/ 7 h 12"/>
                <a:gd name="T38" fmla="*/ 5 w 7"/>
                <a:gd name="T39" fmla="*/ 7 h 12"/>
                <a:gd name="T40" fmla="*/ 7 w 7"/>
                <a:gd name="T41" fmla="*/ 5 h 12"/>
                <a:gd name="T42" fmla="*/ 7 w 7"/>
                <a:gd name="T43" fmla="*/ 5 h 12"/>
                <a:gd name="T44" fmla="*/ 7 w 7"/>
                <a:gd name="T45" fmla="*/ 5 h 12"/>
                <a:gd name="T46" fmla="*/ 7 w 7"/>
                <a:gd name="T47" fmla="*/ 2 h 12"/>
                <a:gd name="T48" fmla="*/ 7 w 7"/>
                <a:gd name="T49" fmla="*/ 2 h 12"/>
                <a:gd name="T50" fmla="*/ 7 w 7"/>
                <a:gd name="T51" fmla="*/ 5 h 12"/>
                <a:gd name="T52" fmla="*/ 5 w 7"/>
                <a:gd name="T53" fmla="*/ 5 h 12"/>
                <a:gd name="T54" fmla="*/ 5 w 7"/>
                <a:gd name="T55" fmla="*/ 2 h 12"/>
                <a:gd name="T56" fmla="*/ 5 w 7"/>
                <a:gd name="T57" fmla="*/ 2 h 12"/>
                <a:gd name="T58" fmla="*/ 5 w 7"/>
                <a:gd name="T59" fmla="*/ 2 h 12"/>
                <a:gd name="T60" fmla="*/ 5 w 7"/>
                <a:gd name="T61" fmla="*/ 0 h 12"/>
                <a:gd name="T62" fmla="*/ 5 w 7"/>
                <a:gd name="T63" fmla="*/ 0 h 12"/>
                <a:gd name="T64" fmla="*/ 5 w 7"/>
                <a:gd name="T65" fmla="*/ 0 h 12"/>
                <a:gd name="T66" fmla="*/ 2 w 7"/>
                <a:gd name="T67" fmla="*/ 0 h 12"/>
                <a:gd name="T68" fmla="*/ 2 w 7"/>
                <a:gd name="T69" fmla="*/ 0 h 12"/>
                <a:gd name="T70" fmla="*/ 2 w 7"/>
                <a:gd name="T71" fmla="*/ 0 h 12"/>
                <a:gd name="T72" fmla="*/ 0 w 7"/>
                <a:gd name="T73" fmla="*/ 0 h 12"/>
                <a:gd name="T74" fmla="*/ 0 w 7"/>
                <a:gd name="T75" fmla="*/ 0 h 12"/>
                <a:gd name="T76" fmla="*/ 0 w 7"/>
                <a:gd name="T77" fmla="*/ 2 h 12"/>
                <a:gd name="T78" fmla="*/ 2 w 7"/>
                <a:gd name="T79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" h="12">
                  <a:moveTo>
                    <a:pt x="2" y="2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2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70">
              <a:extLst>
                <a:ext uri="{FF2B5EF4-FFF2-40B4-BE49-F238E27FC236}">
                  <a16:creationId xmlns:a16="http://schemas.microsoft.com/office/drawing/2014/main" id="{8EFBAB88-82FF-412E-81EE-B13EAE4C5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4917" y="3558966"/>
              <a:ext cx="32492" cy="37907"/>
            </a:xfrm>
            <a:custGeom>
              <a:avLst/>
              <a:gdLst>
                <a:gd name="T0" fmla="*/ 8 w 24"/>
                <a:gd name="T1" fmla="*/ 2 h 28"/>
                <a:gd name="T2" fmla="*/ 8 w 24"/>
                <a:gd name="T3" fmla="*/ 2 h 28"/>
                <a:gd name="T4" fmla="*/ 5 w 24"/>
                <a:gd name="T5" fmla="*/ 2 h 28"/>
                <a:gd name="T6" fmla="*/ 3 w 24"/>
                <a:gd name="T7" fmla="*/ 2 h 28"/>
                <a:gd name="T8" fmla="*/ 3 w 24"/>
                <a:gd name="T9" fmla="*/ 2 h 28"/>
                <a:gd name="T10" fmla="*/ 3 w 24"/>
                <a:gd name="T11" fmla="*/ 4 h 28"/>
                <a:gd name="T12" fmla="*/ 3 w 24"/>
                <a:gd name="T13" fmla="*/ 7 h 28"/>
                <a:gd name="T14" fmla="*/ 0 w 24"/>
                <a:gd name="T15" fmla="*/ 9 h 28"/>
                <a:gd name="T16" fmla="*/ 3 w 24"/>
                <a:gd name="T17" fmla="*/ 14 h 28"/>
                <a:gd name="T18" fmla="*/ 3 w 24"/>
                <a:gd name="T19" fmla="*/ 14 h 28"/>
                <a:gd name="T20" fmla="*/ 5 w 24"/>
                <a:gd name="T21" fmla="*/ 21 h 28"/>
                <a:gd name="T22" fmla="*/ 8 w 24"/>
                <a:gd name="T23" fmla="*/ 23 h 28"/>
                <a:gd name="T24" fmla="*/ 10 w 24"/>
                <a:gd name="T25" fmla="*/ 23 h 28"/>
                <a:gd name="T26" fmla="*/ 12 w 24"/>
                <a:gd name="T27" fmla="*/ 23 h 28"/>
                <a:gd name="T28" fmla="*/ 15 w 24"/>
                <a:gd name="T29" fmla="*/ 26 h 28"/>
                <a:gd name="T30" fmla="*/ 15 w 24"/>
                <a:gd name="T31" fmla="*/ 26 h 28"/>
                <a:gd name="T32" fmla="*/ 19 w 24"/>
                <a:gd name="T33" fmla="*/ 28 h 28"/>
                <a:gd name="T34" fmla="*/ 22 w 24"/>
                <a:gd name="T35" fmla="*/ 26 h 28"/>
                <a:gd name="T36" fmla="*/ 24 w 24"/>
                <a:gd name="T37" fmla="*/ 26 h 28"/>
                <a:gd name="T38" fmla="*/ 22 w 24"/>
                <a:gd name="T39" fmla="*/ 23 h 28"/>
                <a:gd name="T40" fmla="*/ 19 w 24"/>
                <a:gd name="T41" fmla="*/ 21 h 28"/>
                <a:gd name="T42" fmla="*/ 22 w 24"/>
                <a:gd name="T43" fmla="*/ 21 h 28"/>
                <a:gd name="T44" fmla="*/ 19 w 24"/>
                <a:gd name="T45" fmla="*/ 16 h 28"/>
                <a:gd name="T46" fmla="*/ 17 w 24"/>
                <a:gd name="T47" fmla="*/ 14 h 28"/>
                <a:gd name="T48" fmla="*/ 12 w 24"/>
                <a:gd name="T49" fmla="*/ 14 h 28"/>
                <a:gd name="T50" fmla="*/ 10 w 24"/>
                <a:gd name="T51" fmla="*/ 16 h 28"/>
                <a:gd name="T52" fmla="*/ 10 w 24"/>
                <a:gd name="T53" fmla="*/ 19 h 28"/>
                <a:gd name="T54" fmla="*/ 10 w 24"/>
                <a:gd name="T55" fmla="*/ 19 h 28"/>
                <a:gd name="T56" fmla="*/ 8 w 24"/>
                <a:gd name="T57" fmla="*/ 19 h 28"/>
                <a:gd name="T58" fmla="*/ 8 w 24"/>
                <a:gd name="T59" fmla="*/ 19 h 28"/>
                <a:gd name="T60" fmla="*/ 8 w 24"/>
                <a:gd name="T61" fmla="*/ 16 h 28"/>
                <a:gd name="T62" fmla="*/ 10 w 24"/>
                <a:gd name="T63" fmla="*/ 16 h 28"/>
                <a:gd name="T64" fmla="*/ 10 w 24"/>
                <a:gd name="T65" fmla="*/ 14 h 28"/>
                <a:gd name="T66" fmla="*/ 8 w 24"/>
                <a:gd name="T67" fmla="*/ 12 h 28"/>
                <a:gd name="T68" fmla="*/ 8 w 24"/>
                <a:gd name="T69" fmla="*/ 12 h 28"/>
                <a:gd name="T70" fmla="*/ 10 w 24"/>
                <a:gd name="T71" fmla="*/ 9 h 28"/>
                <a:gd name="T72" fmla="*/ 10 w 24"/>
                <a:gd name="T73" fmla="*/ 12 h 28"/>
                <a:gd name="T74" fmla="*/ 12 w 24"/>
                <a:gd name="T75" fmla="*/ 12 h 28"/>
                <a:gd name="T76" fmla="*/ 12 w 24"/>
                <a:gd name="T77" fmla="*/ 7 h 28"/>
                <a:gd name="T78" fmla="*/ 12 w 24"/>
                <a:gd name="T79" fmla="*/ 7 h 28"/>
                <a:gd name="T80" fmla="*/ 10 w 24"/>
                <a:gd name="T81" fmla="*/ 7 h 28"/>
                <a:gd name="T82" fmla="*/ 10 w 24"/>
                <a:gd name="T83" fmla="*/ 4 h 28"/>
                <a:gd name="T84" fmla="*/ 10 w 24"/>
                <a:gd name="T85" fmla="*/ 0 h 28"/>
                <a:gd name="T86" fmla="*/ 10 w 24"/>
                <a:gd name="T8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" h="28">
                  <a:moveTo>
                    <a:pt x="8" y="0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26"/>
                  </a:lnTo>
                  <a:lnTo>
                    <a:pt x="19" y="28"/>
                  </a:lnTo>
                  <a:lnTo>
                    <a:pt x="22" y="28"/>
                  </a:lnTo>
                  <a:lnTo>
                    <a:pt x="22" y="26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3"/>
                  </a:lnTo>
                  <a:lnTo>
                    <a:pt x="22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19" y="21"/>
                  </a:lnTo>
                  <a:lnTo>
                    <a:pt x="19" y="16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5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2" y="12"/>
                  </a:lnTo>
                  <a:lnTo>
                    <a:pt x="12" y="9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4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71">
              <a:extLst>
                <a:ext uri="{FF2B5EF4-FFF2-40B4-BE49-F238E27FC236}">
                  <a16:creationId xmlns:a16="http://schemas.microsoft.com/office/drawing/2014/main" id="{F7A5C17A-23D2-4CA6-BFC0-FA7A46E00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827" y="3503460"/>
              <a:ext cx="18953" cy="20308"/>
            </a:xfrm>
            <a:custGeom>
              <a:avLst/>
              <a:gdLst>
                <a:gd name="T0" fmla="*/ 2 w 14"/>
                <a:gd name="T1" fmla="*/ 8 h 15"/>
                <a:gd name="T2" fmla="*/ 2 w 14"/>
                <a:gd name="T3" fmla="*/ 10 h 15"/>
                <a:gd name="T4" fmla="*/ 0 w 14"/>
                <a:gd name="T5" fmla="*/ 12 h 15"/>
                <a:gd name="T6" fmla="*/ 0 w 14"/>
                <a:gd name="T7" fmla="*/ 12 h 15"/>
                <a:gd name="T8" fmla="*/ 2 w 14"/>
                <a:gd name="T9" fmla="*/ 15 h 15"/>
                <a:gd name="T10" fmla="*/ 4 w 14"/>
                <a:gd name="T11" fmla="*/ 15 h 15"/>
                <a:gd name="T12" fmla="*/ 11 w 14"/>
                <a:gd name="T13" fmla="*/ 12 h 15"/>
                <a:gd name="T14" fmla="*/ 11 w 14"/>
                <a:gd name="T15" fmla="*/ 12 h 15"/>
                <a:gd name="T16" fmla="*/ 14 w 14"/>
                <a:gd name="T17" fmla="*/ 10 h 15"/>
                <a:gd name="T18" fmla="*/ 14 w 14"/>
                <a:gd name="T19" fmla="*/ 10 h 15"/>
                <a:gd name="T20" fmla="*/ 9 w 14"/>
                <a:gd name="T21" fmla="*/ 10 h 15"/>
                <a:gd name="T22" fmla="*/ 7 w 14"/>
                <a:gd name="T23" fmla="*/ 10 h 15"/>
                <a:gd name="T24" fmla="*/ 4 w 14"/>
                <a:gd name="T25" fmla="*/ 10 h 15"/>
                <a:gd name="T26" fmla="*/ 4 w 14"/>
                <a:gd name="T27" fmla="*/ 12 h 15"/>
                <a:gd name="T28" fmla="*/ 4 w 14"/>
                <a:gd name="T29" fmla="*/ 12 h 15"/>
                <a:gd name="T30" fmla="*/ 4 w 14"/>
                <a:gd name="T31" fmla="*/ 12 h 15"/>
                <a:gd name="T32" fmla="*/ 4 w 14"/>
                <a:gd name="T33" fmla="*/ 12 h 15"/>
                <a:gd name="T34" fmla="*/ 4 w 14"/>
                <a:gd name="T35" fmla="*/ 12 h 15"/>
                <a:gd name="T36" fmla="*/ 4 w 14"/>
                <a:gd name="T37" fmla="*/ 10 h 15"/>
                <a:gd name="T38" fmla="*/ 4 w 14"/>
                <a:gd name="T39" fmla="*/ 10 h 15"/>
                <a:gd name="T40" fmla="*/ 4 w 14"/>
                <a:gd name="T41" fmla="*/ 10 h 15"/>
                <a:gd name="T42" fmla="*/ 7 w 14"/>
                <a:gd name="T43" fmla="*/ 8 h 15"/>
                <a:gd name="T44" fmla="*/ 9 w 14"/>
                <a:gd name="T45" fmla="*/ 8 h 15"/>
                <a:gd name="T46" fmla="*/ 9 w 14"/>
                <a:gd name="T47" fmla="*/ 8 h 15"/>
                <a:gd name="T48" fmla="*/ 9 w 14"/>
                <a:gd name="T49" fmla="*/ 5 h 15"/>
                <a:gd name="T50" fmla="*/ 9 w 14"/>
                <a:gd name="T51" fmla="*/ 5 h 15"/>
                <a:gd name="T52" fmla="*/ 9 w 14"/>
                <a:gd name="T53" fmla="*/ 5 h 15"/>
                <a:gd name="T54" fmla="*/ 7 w 14"/>
                <a:gd name="T55" fmla="*/ 5 h 15"/>
                <a:gd name="T56" fmla="*/ 7 w 14"/>
                <a:gd name="T57" fmla="*/ 5 h 15"/>
                <a:gd name="T58" fmla="*/ 7 w 14"/>
                <a:gd name="T59" fmla="*/ 5 h 15"/>
                <a:gd name="T60" fmla="*/ 7 w 14"/>
                <a:gd name="T61" fmla="*/ 5 h 15"/>
                <a:gd name="T62" fmla="*/ 7 w 14"/>
                <a:gd name="T63" fmla="*/ 3 h 15"/>
                <a:gd name="T64" fmla="*/ 7 w 14"/>
                <a:gd name="T65" fmla="*/ 3 h 15"/>
                <a:gd name="T66" fmla="*/ 7 w 14"/>
                <a:gd name="T67" fmla="*/ 3 h 15"/>
                <a:gd name="T68" fmla="*/ 7 w 14"/>
                <a:gd name="T69" fmla="*/ 3 h 15"/>
                <a:gd name="T70" fmla="*/ 7 w 14"/>
                <a:gd name="T71" fmla="*/ 0 h 15"/>
                <a:gd name="T72" fmla="*/ 7 w 14"/>
                <a:gd name="T73" fmla="*/ 0 h 15"/>
                <a:gd name="T74" fmla="*/ 7 w 14"/>
                <a:gd name="T75" fmla="*/ 0 h 15"/>
                <a:gd name="T76" fmla="*/ 4 w 14"/>
                <a:gd name="T77" fmla="*/ 0 h 15"/>
                <a:gd name="T78" fmla="*/ 4 w 14"/>
                <a:gd name="T79" fmla="*/ 0 h 15"/>
                <a:gd name="T80" fmla="*/ 2 w 14"/>
                <a:gd name="T81" fmla="*/ 3 h 15"/>
                <a:gd name="T82" fmla="*/ 2 w 14"/>
                <a:gd name="T83" fmla="*/ 3 h 15"/>
                <a:gd name="T84" fmla="*/ 2 w 14"/>
                <a:gd name="T85" fmla="*/ 3 h 15"/>
                <a:gd name="T86" fmla="*/ 2 w 14"/>
                <a:gd name="T87" fmla="*/ 5 h 15"/>
                <a:gd name="T88" fmla="*/ 2 w 14"/>
                <a:gd name="T89" fmla="*/ 8 h 15"/>
                <a:gd name="T90" fmla="*/ 2 w 14"/>
                <a:gd name="T91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" h="15">
                  <a:moveTo>
                    <a:pt x="2" y="8"/>
                  </a:moveTo>
                  <a:lnTo>
                    <a:pt x="2" y="1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7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72">
              <a:extLst>
                <a:ext uri="{FF2B5EF4-FFF2-40B4-BE49-F238E27FC236}">
                  <a16:creationId xmlns:a16="http://schemas.microsoft.com/office/drawing/2014/main" id="{61A935BD-E5BA-46EA-B025-6AF4C4928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1289" y="3503460"/>
              <a:ext cx="16246" cy="20308"/>
            </a:xfrm>
            <a:custGeom>
              <a:avLst/>
              <a:gdLst>
                <a:gd name="T0" fmla="*/ 5 w 12"/>
                <a:gd name="T1" fmla="*/ 3 h 15"/>
                <a:gd name="T2" fmla="*/ 3 w 12"/>
                <a:gd name="T3" fmla="*/ 3 h 15"/>
                <a:gd name="T4" fmla="*/ 3 w 12"/>
                <a:gd name="T5" fmla="*/ 3 h 15"/>
                <a:gd name="T6" fmla="*/ 3 w 12"/>
                <a:gd name="T7" fmla="*/ 3 h 15"/>
                <a:gd name="T8" fmla="*/ 3 w 12"/>
                <a:gd name="T9" fmla="*/ 5 h 15"/>
                <a:gd name="T10" fmla="*/ 3 w 12"/>
                <a:gd name="T11" fmla="*/ 5 h 15"/>
                <a:gd name="T12" fmla="*/ 3 w 12"/>
                <a:gd name="T13" fmla="*/ 5 h 15"/>
                <a:gd name="T14" fmla="*/ 3 w 12"/>
                <a:gd name="T15" fmla="*/ 5 h 15"/>
                <a:gd name="T16" fmla="*/ 0 w 12"/>
                <a:gd name="T17" fmla="*/ 3 h 15"/>
                <a:gd name="T18" fmla="*/ 0 w 12"/>
                <a:gd name="T19" fmla="*/ 3 h 15"/>
                <a:gd name="T20" fmla="*/ 0 w 12"/>
                <a:gd name="T21" fmla="*/ 5 h 15"/>
                <a:gd name="T22" fmla="*/ 0 w 12"/>
                <a:gd name="T23" fmla="*/ 8 h 15"/>
                <a:gd name="T24" fmla="*/ 3 w 12"/>
                <a:gd name="T25" fmla="*/ 10 h 15"/>
                <a:gd name="T26" fmla="*/ 3 w 12"/>
                <a:gd name="T27" fmla="*/ 12 h 15"/>
                <a:gd name="T28" fmla="*/ 5 w 12"/>
                <a:gd name="T29" fmla="*/ 12 h 15"/>
                <a:gd name="T30" fmla="*/ 7 w 12"/>
                <a:gd name="T31" fmla="*/ 15 h 15"/>
                <a:gd name="T32" fmla="*/ 10 w 12"/>
                <a:gd name="T33" fmla="*/ 12 h 15"/>
                <a:gd name="T34" fmla="*/ 10 w 12"/>
                <a:gd name="T35" fmla="*/ 8 h 15"/>
                <a:gd name="T36" fmla="*/ 12 w 12"/>
                <a:gd name="T37" fmla="*/ 5 h 15"/>
                <a:gd name="T38" fmla="*/ 10 w 12"/>
                <a:gd name="T39" fmla="*/ 3 h 15"/>
                <a:gd name="T40" fmla="*/ 10 w 12"/>
                <a:gd name="T41" fmla="*/ 3 h 15"/>
                <a:gd name="T42" fmla="*/ 5 w 12"/>
                <a:gd name="T43" fmla="*/ 0 h 15"/>
                <a:gd name="T44" fmla="*/ 5 w 12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" h="15">
                  <a:moveTo>
                    <a:pt x="5" y="3"/>
                  </a:move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5" y="12"/>
                  </a:lnTo>
                  <a:lnTo>
                    <a:pt x="7" y="15"/>
                  </a:lnTo>
                  <a:lnTo>
                    <a:pt x="10" y="12"/>
                  </a:lnTo>
                  <a:lnTo>
                    <a:pt x="10" y="8"/>
                  </a:lnTo>
                  <a:lnTo>
                    <a:pt x="12" y="5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5" y="0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73">
              <a:extLst>
                <a:ext uri="{FF2B5EF4-FFF2-40B4-BE49-F238E27FC236}">
                  <a16:creationId xmlns:a16="http://schemas.microsoft.com/office/drawing/2014/main" id="{CFE574E7-47FA-4BD9-8863-77D51D583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811" y="3475029"/>
              <a:ext cx="16246" cy="13538"/>
            </a:xfrm>
            <a:custGeom>
              <a:avLst/>
              <a:gdLst>
                <a:gd name="T0" fmla="*/ 2 w 12"/>
                <a:gd name="T1" fmla="*/ 10 h 10"/>
                <a:gd name="T2" fmla="*/ 2 w 12"/>
                <a:gd name="T3" fmla="*/ 10 h 10"/>
                <a:gd name="T4" fmla="*/ 2 w 12"/>
                <a:gd name="T5" fmla="*/ 7 h 10"/>
                <a:gd name="T6" fmla="*/ 2 w 12"/>
                <a:gd name="T7" fmla="*/ 7 h 10"/>
                <a:gd name="T8" fmla="*/ 2 w 12"/>
                <a:gd name="T9" fmla="*/ 7 h 10"/>
                <a:gd name="T10" fmla="*/ 5 w 12"/>
                <a:gd name="T11" fmla="*/ 7 h 10"/>
                <a:gd name="T12" fmla="*/ 5 w 12"/>
                <a:gd name="T13" fmla="*/ 7 h 10"/>
                <a:gd name="T14" fmla="*/ 5 w 12"/>
                <a:gd name="T15" fmla="*/ 7 h 10"/>
                <a:gd name="T16" fmla="*/ 5 w 12"/>
                <a:gd name="T17" fmla="*/ 7 h 10"/>
                <a:gd name="T18" fmla="*/ 7 w 12"/>
                <a:gd name="T19" fmla="*/ 7 h 10"/>
                <a:gd name="T20" fmla="*/ 7 w 12"/>
                <a:gd name="T21" fmla="*/ 10 h 10"/>
                <a:gd name="T22" fmla="*/ 10 w 12"/>
                <a:gd name="T23" fmla="*/ 10 h 10"/>
                <a:gd name="T24" fmla="*/ 10 w 12"/>
                <a:gd name="T25" fmla="*/ 10 h 10"/>
                <a:gd name="T26" fmla="*/ 12 w 12"/>
                <a:gd name="T27" fmla="*/ 7 h 10"/>
                <a:gd name="T28" fmla="*/ 12 w 12"/>
                <a:gd name="T29" fmla="*/ 7 h 10"/>
                <a:gd name="T30" fmla="*/ 12 w 12"/>
                <a:gd name="T31" fmla="*/ 7 h 10"/>
                <a:gd name="T32" fmla="*/ 12 w 12"/>
                <a:gd name="T33" fmla="*/ 5 h 10"/>
                <a:gd name="T34" fmla="*/ 12 w 12"/>
                <a:gd name="T35" fmla="*/ 5 h 10"/>
                <a:gd name="T36" fmla="*/ 12 w 12"/>
                <a:gd name="T37" fmla="*/ 5 h 10"/>
                <a:gd name="T38" fmla="*/ 12 w 12"/>
                <a:gd name="T39" fmla="*/ 5 h 10"/>
                <a:gd name="T40" fmla="*/ 12 w 12"/>
                <a:gd name="T41" fmla="*/ 3 h 10"/>
                <a:gd name="T42" fmla="*/ 12 w 12"/>
                <a:gd name="T43" fmla="*/ 3 h 10"/>
                <a:gd name="T44" fmla="*/ 10 w 12"/>
                <a:gd name="T45" fmla="*/ 3 h 10"/>
                <a:gd name="T46" fmla="*/ 10 w 12"/>
                <a:gd name="T47" fmla="*/ 3 h 10"/>
                <a:gd name="T48" fmla="*/ 10 w 12"/>
                <a:gd name="T49" fmla="*/ 3 h 10"/>
                <a:gd name="T50" fmla="*/ 7 w 12"/>
                <a:gd name="T51" fmla="*/ 3 h 10"/>
                <a:gd name="T52" fmla="*/ 7 w 12"/>
                <a:gd name="T53" fmla="*/ 3 h 10"/>
                <a:gd name="T54" fmla="*/ 7 w 12"/>
                <a:gd name="T55" fmla="*/ 0 h 10"/>
                <a:gd name="T56" fmla="*/ 7 w 12"/>
                <a:gd name="T57" fmla="*/ 0 h 10"/>
                <a:gd name="T58" fmla="*/ 7 w 12"/>
                <a:gd name="T59" fmla="*/ 0 h 10"/>
                <a:gd name="T60" fmla="*/ 5 w 12"/>
                <a:gd name="T61" fmla="*/ 0 h 10"/>
                <a:gd name="T62" fmla="*/ 5 w 12"/>
                <a:gd name="T63" fmla="*/ 0 h 10"/>
                <a:gd name="T64" fmla="*/ 5 w 12"/>
                <a:gd name="T65" fmla="*/ 0 h 10"/>
                <a:gd name="T66" fmla="*/ 5 w 12"/>
                <a:gd name="T67" fmla="*/ 0 h 10"/>
                <a:gd name="T68" fmla="*/ 5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0 w 12"/>
                <a:gd name="T75" fmla="*/ 7 h 10"/>
                <a:gd name="T76" fmla="*/ 2 w 12"/>
                <a:gd name="T77" fmla="*/ 10 h 10"/>
                <a:gd name="T78" fmla="*/ 2 w 12"/>
                <a:gd name="T7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" h="10">
                  <a:moveTo>
                    <a:pt x="2" y="10"/>
                  </a:moveTo>
                  <a:lnTo>
                    <a:pt x="2" y="10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7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74">
              <a:extLst>
                <a:ext uri="{FF2B5EF4-FFF2-40B4-BE49-F238E27FC236}">
                  <a16:creationId xmlns:a16="http://schemas.microsoft.com/office/drawing/2014/main" id="{BE768178-D615-4518-A1E2-BD68A5206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5566" y="3472322"/>
              <a:ext cx="16246" cy="16246"/>
            </a:xfrm>
            <a:custGeom>
              <a:avLst/>
              <a:gdLst>
                <a:gd name="T0" fmla="*/ 3 w 12"/>
                <a:gd name="T1" fmla="*/ 12 h 12"/>
                <a:gd name="T2" fmla="*/ 3 w 12"/>
                <a:gd name="T3" fmla="*/ 12 h 12"/>
                <a:gd name="T4" fmla="*/ 3 w 12"/>
                <a:gd name="T5" fmla="*/ 12 h 12"/>
                <a:gd name="T6" fmla="*/ 3 w 12"/>
                <a:gd name="T7" fmla="*/ 12 h 12"/>
                <a:gd name="T8" fmla="*/ 3 w 12"/>
                <a:gd name="T9" fmla="*/ 9 h 12"/>
                <a:gd name="T10" fmla="*/ 5 w 12"/>
                <a:gd name="T11" fmla="*/ 9 h 12"/>
                <a:gd name="T12" fmla="*/ 5 w 12"/>
                <a:gd name="T13" fmla="*/ 9 h 12"/>
                <a:gd name="T14" fmla="*/ 7 w 12"/>
                <a:gd name="T15" fmla="*/ 9 h 12"/>
                <a:gd name="T16" fmla="*/ 10 w 12"/>
                <a:gd name="T17" fmla="*/ 12 h 12"/>
                <a:gd name="T18" fmla="*/ 10 w 12"/>
                <a:gd name="T19" fmla="*/ 9 h 12"/>
                <a:gd name="T20" fmla="*/ 12 w 12"/>
                <a:gd name="T21" fmla="*/ 9 h 12"/>
                <a:gd name="T22" fmla="*/ 12 w 12"/>
                <a:gd name="T23" fmla="*/ 7 h 12"/>
                <a:gd name="T24" fmla="*/ 12 w 12"/>
                <a:gd name="T25" fmla="*/ 7 h 12"/>
                <a:gd name="T26" fmla="*/ 12 w 12"/>
                <a:gd name="T27" fmla="*/ 5 h 12"/>
                <a:gd name="T28" fmla="*/ 10 w 12"/>
                <a:gd name="T29" fmla="*/ 5 h 12"/>
                <a:gd name="T30" fmla="*/ 10 w 12"/>
                <a:gd name="T31" fmla="*/ 2 h 12"/>
                <a:gd name="T32" fmla="*/ 7 w 12"/>
                <a:gd name="T33" fmla="*/ 5 h 12"/>
                <a:gd name="T34" fmla="*/ 7 w 12"/>
                <a:gd name="T35" fmla="*/ 2 h 12"/>
                <a:gd name="T36" fmla="*/ 5 w 12"/>
                <a:gd name="T37" fmla="*/ 0 h 12"/>
                <a:gd name="T38" fmla="*/ 5 w 12"/>
                <a:gd name="T39" fmla="*/ 0 h 12"/>
                <a:gd name="T40" fmla="*/ 3 w 12"/>
                <a:gd name="T41" fmla="*/ 2 h 12"/>
                <a:gd name="T42" fmla="*/ 3 w 12"/>
                <a:gd name="T43" fmla="*/ 2 h 12"/>
                <a:gd name="T44" fmla="*/ 3 w 12"/>
                <a:gd name="T45" fmla="*/ 5 h 12"/>
                <a:gd name="T46" fmla="*/ 0 w 12"/>
                <a:gd name="T47" fmla="*/ 9 h 12"/>
                <a:gd name="T48" fmla="*/ 3 w 12"/>
                <a:gd name="T49" fmla="*/ 9 h 12"/>
                <a:gd name="T50" fmla="*/ 3 w 12"/>
                <a:gd name="T5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" h="12">
                  <a:moveTo>
                    <a:pt x="3" y="12"/>
                  </a:move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10" y="12"/>
                  </a:lnTo>
                  <a:lnTo>
                    <a:pt x="10" y="9"/>
                  </a:lnTo>
                  <a:lnTo>
                    <a:pt x="12" y="9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10" y="2"/>
                  </a:lnTo>
                  <a:lnTo>
                    <a:pt x="7" y="5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5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75">
              <a:extLst>
                <a:ext uri="{FF2B5EF4-FFF2-40B4-BE49-F238E27FC236}">
                  <a16:creationId xmlns:a16="http://schemas.microsoft.com/office/drawing/2014/main" id="{6C34970A-0B99-4351-A543-3BFEB09F2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1356" y="3324756"/>
              <a:ext cx="13538" cy="21661"/>
            </a:xfrm>
            <a:custGeom>
              <a:avLst/>
              <a:gdLst>
                <a:gd name="T0" fmla="*/ 0 w 10"/>
                <a:gd name="T1" fmla="*/ 9 h 16"/>
                <a:gd name="T2" fmla="*/ 3 w 10"/>
                <a:gd name="T3" fmla="*/ 9 h 16"/>
                <a:gd name="T4" fmla="*/ 3 w 10"/>
                <a:gd name="T5" fmla="*/ 9 h 16"/>
                <a:gd name="T6" fmla="*/ 3 w 10"/>
                <a:gd name="T7" fmla="*/ 9 h 16"/>
                <a:gd name="T8" fmla="*/ 3 w 10"/>
                <a:gd name="T9" fmla="*/ 12 h 16"/>
                <a:gd name="T10" fmla="*/ 3 w 10"/>
                <a:gd name="T11" fmla="*/ 12 h 16"/>
                <a:gd name="T12" fmla="*/ 3 w 10"/>
                <a:gd name="T13" fmla="*/ 9 h 16"/>
                <a:gd name="T14" fmla="*/ 0 w 10"/>
                <a:gd name="T15" fmla="*/ 9 h 16"/>
                <a:gd name="T16" fmla="*/ 0 w 10"/>
                <a:gd name="T17" fmla="*/ 12 h 16"/>
                <a:gd name="T18" fmla="*/ 0 w 10"/>
                <a:gd name="T19" fmla="*/ 12 h 16"/>
                <a:gd name="T20" fmla="*/ 0 w 10"/>
                <a:gd name="T21" fmla="*/ 12 h 16"/>
                <a:gd name="T22" fmla="*/ 0 w 10"/>
                <a:gd name="T23" fmla="*/ 14 h 16"/>
                <a:gd name="T24" fmla="*/ 3 w 10"/>
                <a:gd name="T25" fmla="*/ 14 h 16"/>
                <a:gd name="T26" fmla="*/ 3 w 10"/>
                <a:gd name="T27" fmla="*/ 14 h 16"/>
                <a:gd name="T28" fmla="*/ 3 w 10"/>
                <a:gd name="T29" fmla="*/ 14 h 16"/>
                <a:gd name="T30" fmla="*/ 5 w 10"/>
                <a:gd name="T31" fmla="*/ 14 h 16"/>
                <a:gd name="T32" fmla="*/ 5 w 10"/>
                <a:gd name="T33" fmla="*/ 14 h 16"/>
                <a:gd name="T34" fmla="*/ 5 w 10"/>
                <a:gd name="T35" fmla="*/ 16 h 16"/>
                <a:gd name="T36" fmla="*/ 5 w 10"/>
                <a:gd name="T37" fmla="*/ 16 h 16"/>
                <a:gd name="T38" fmla="*/ 8 w 10"/>
                <a:gd name="T39" fmla="*/ 14 h 16"/>
                <a:gd name="T40" fmla="*/ 8 w 10"/>
                <a:gd name="T41" fmla="*/ 14 h 16"/>
                <a:gd name="T42" fmla="*/ 8 w 10"/>
                <a:gd name="T43" fmla="*/ 12 h 16"/>
                <a:gd name="T44" fmla="*/ 8 w 10"/>
                <a:gd name="T45" fmla="*/ 12 h 16"/>
                <a:gd name="T46" fmla="*/ 10 w 10"/>
                <a:gd name="T47" fmla="*/ 12 h 16"/>
                <a:gd name="T48" fmla="*/ 10 w 10"/>
                <a:gd name="T49" fmla="*/ 9 h 16"/>
                <a:gd name="T50" fmla="*/ 10 w 10"/>
                <a:gd name="T51" fmla="*/ 9 h 16"/>
                <a:gd name="T52" fmla="*/ 10 w 10"/>
                <a:gd name="T53" fmla="*/ 7 h 16"/>
                <a:gd name="T54" fmla="*/ 8 w 10"/>
                <a:gd name="T55" fmla="*/ 7 h 16"/>
                <a:gd name="T56" fmla="*/ 5 w 10"/>
                <a:gd name="T57" fmla="*/ 7 h 16"/>
                <a:gd name="T58" fmla="*/ 3 w 10"/>
                <a:gd name="T59" fmla="*/ 7 h 16"/>
                <a:gd name="T60" fmla="*/ 5 w 10"/>
                <a:gd name="T61" fmla="*/ 5 h 16"/>
                <a:gd name="T62" fmla="*/ 3 w 10"/>
                <a:gd name="T63" fmla="*/ 2 h 16"/>
                <a:gd name="T64" fmla="*/ 3 w 10"/>
                <a:gd name="T65" fmla="*/ 2 h 16"/>
                <a:gd name="T66" fmla="*/ 3 w 10"/>
                <a:gd name="T67" fmla="*/ 2 h 16"/>
                <a:gd name="T68" fmla="*/ 3 w 10"/>
                <a:gd name="T69" fmla="*/ 2 h 16"/>
                <a:gd name="T70" fmla="*/ 0 w 10"/>
                <a:gd name="T71" fmla="*/ 0 h 16"/>
                <a:gd name="T72" fmla="*/ 0 w 10"/>
                <a:gd name="T73" fmla="*/ 0 h 16"/>
                <a:gd name="T74" fmla="*/ 0 w 10"/>
                <a:gd name="T75" fmla="*/ 2 h 16"/>
                <a:gd name="T76" fmla="*/ 0 w 10"/>
                <a:gd name="T77" fmla="*/ 2 h 16"/>
                <a:gd name="T78" fmla="*/ 0 w 10"/>
                <a:gd name="T79" fmla="*/ 5 h 16"/>
                <a:gd name="T80" fmla="*/ 0 w 10"/>
                <a:gd name="T8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" h="16">
                  <a:moveTo>
                    <a:pt x="0" y="9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12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8" y="7"/>
                  </a:lnTo>
                  <a:lnTo>
                    <a:pt x="5" y="7"/>
                  </a:lnTo>
                  <a:lnTo>
                    <a:pt x="3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76">
              <a:extLst>
                <a:ext uri="{FF2B5EF4-FFF2-40B4-BE49-F238E27FC236}">
                  <a16:creationId xmlns:a16="http://schemas.microsoft.com/office/drawing/2014/main" id="{6F4038E4-9901-4AEB-8214-0E0DDAAF4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7727" y="3289557"/>
              <a:ext cx="1057329" cy="963915"/>
            </a:xfrm>
            <a:custGeom>
              <a:avLst/>
              <a:gdLst>
                <a:gd name="T0" fmla="*/ 767 w 781"/>
                <a:gd name="T1" fmla="*/ 414 h 712"/>
                <a:gd name="T2" fmla="*/ 729 w 781"/>
                <a:gd name="T3" fmla="*/ 409 h 712"/>
                <a:gd name="T4" fmla="*/ 734 w 781"/>
                <a:gd name="T5" fmla="*/ 386 h 712"/>
                <a:gd name="T6" fmla="*/ 724 w 781"/>
                <a:gd name="T7" fmla="*/ 350 h 712"/>
                <a:gd name="T8" fmla="*/ 694 w 781"/>
                <a:gd name="T9" fmla="*/ 327 h 712"/>
                <a:gd name="T10" fmla="*/ 651 w 781"/>
                <a:gd name="T11" fmla="*/ 329 h 712"/>
                <a:gd name="T12" fmla="*/ 632 w 781"/>
                <a:gd name="T13" fmla="*/ 343 h 712"/>
                <a:gd name="T14" fmla="*/ 568 w 781"/>
                <a:gd name="T15" fmla="*/ 327 h 712"/>
                <a:gd name="T16" fmla="*/ 552 w 781"/>
                <a:gd name="T17" fmla="*/ 395 h 712"/>
                <a:gd name="T18" fmla="*/ 521 w 781"/>
                <a:gd name="T19" fmla="*/ 454 h 712"/>
                <a:gd name="T20" fmla="*/ 466 w 781"/>
                <a:gd name="T21" fmla="*/ 440 h 712"/>
                <a:gd name="T22" fmla="*/ 528 w 781"/>
                <a:gd name="T23" fmla="*/ 395 h 712"/>
                <a:gd name="T24" fmla="*/ 514 w 781"/>
                <a:gd name="T25" fmla="*/ 381 h 712"/>
                <a:gd name="T26" fmla="*/ 580 w 781"/>
                <a:gd name="T27" fmla="*/ 284 h 712"/>
                <a:gd name="T28" fmla="*/ 525 w 781"/>
                <a:gd name="T29" fmla="*/ 296 h 712"/>
                <a:gd name="T30" fmla="*/ 488 w 781"/>
                <a:gd name="T31" fmla="*/ 293 h 712"/>
                <a:gd name="T32" fmla="*/ 469 w 781"/>
                <a:gd name="T33" fmla="*/ 282 h 712"/>
                <a:gd name="T34" fmla="*/ 464 w 781"/>
                <a:gd name="T35" fmla="*/ 296 h 712"/>
                <a:gd name="T36" fmla="*/ 443 w 781"/>
                <a:gd name="T37" fmla="*/ 291 h 712"/>
                <a:gd name="T38" fmla="*/ 421 w 781"/>
                <a:gd name="T39" fmla="*/ 317 h 712"/>
                <a:gd name="T40" fmla="*/ 417 w 781"/>
                <a:gd name="T41" fmla="*/ 289 h 712"/>
                <a:gd name="T42" fmla="*/ 395 w 781"/>
                <a:gd name="T43" fmla="*/ 286 h 712"/>
                <a:gd name="T44" fmla="*/ 379 w 781"/>
                <a:gd name="T45" fmla="*/ 270 h 712"/>
                <a:gd name="T46" fmla="*/ 341 w 781"/>
                <a:gd name="T47" fmla="*/ 267 h 712"/>
                <a:gd name="T48" fmla="*/ 301 w 781"/>
                <a:gd name="T49" fmla="*/ 265 h 712"/>
                <a:gd name="T50" fmla="*/ 303 w 781"/>
                <a:gd name="T51" fmla="*/ 239 h 712"/>
                <a:gd name="T52" fmla="*/ 286 w 781"/>
                <a:gd name="T53" fmla="*/ 234 h 712"/>
                <a:gd name="T54" fmla="*/ 291 w 781"/>
                <a:gd name="T55" fmla="*/ 194 h 712"/>
                <a:gd name="T56" fmla="*/ 237 w 781"/>
                <a:gd name="T57" fmla="*/ 177 h 712"/>
                <a:gd name="T58" fmla="*/ 213 w 781"/>
                <a:gd name="T59" fmla="*/ 135 h 712"/>
                <a:gd name="T60" fmla="*/ 194 w 781"/>
                <a:gd name="T61" fmla="*/ 137 h 712"/>
                <a:gd name="T62" fmla="*/ 168 w 781"/>
                <a:gd name="T63" fmla="*/ 156 h 712"/>
                <a:gd name="T64" fmla="*/ 163 w 781"/>
                <a:gd name="T65" fmla="*/ 106 h 712"/>
                <a:gd name="T66" fmla="*/ 137 w 781"/>
                <a:gd name="T67" fmla="*/ 121 h 712"/>
                <a:gd name="T68" fmla="*/ 126 w 781"/>
                <a:gd name="T69" fmla="*/ 87 h 712"/>
                <a:gd name="T70" fmla="*/ 90 w 781"/>
                <a:gd name="T71" fmla="*/ 90 h 712"/>
                <a:gd name="T72" fmla="*/ 95 w 781"/>
                <a:gd name="T73" fmla="*/ 59 h 712"/>
                <a:gd name="T74" fmla="*/ 69 w 781"/>
                <a:gd name="T75" fmla="*/ 42 h 712"/>
                <a:gd name="T76" fmla="*/ 31 w 781"/>
                <a:gd name="T77" fmla="*/ 16 h 712"/>
                <a:gd name="T78" fmla="*/ 19 w 781"/>
                <a:gd name="T79" fmla="*/ 16 h 712"/>
                <a:gd name="T80" fmla="*/ 12 w 781"/>
                <a:gd name="T81" fmla="*/ 21 h 712"/>
                <a:gd name="T82" fmla="*/ 29 w 781"/>
                <a:gd name="T83" fmla="*/ 57 h 712"/>
                <a:gd name="T84" fmla="*/ 59 w 781"/>
                <a:gd name="T85" fmla="*/ 87 h 712"/>
                <a:gd name="T86" fmla="*/ 74 w 781"/>
                <a:gd name="T87" fmla="*/ 113 h 712"/>
                <a:gd name="T88" fmla="*/ 107 w 781"/>
                <a:gd name="T89" fmla="*/ 130 h 712"/>
                <a:gd name="T90" fmla="*/ 145 w 781"/>
                <a:gd name="T91" fmla="*/ 194 h 712"/>
                <a:gd name="T92" fmla="*/ 180 w 781"/>
                <a:gd name="T93" fmla="*/ 237 h 712"/>
                <a:gd name="T94" fmla="*/ 211 w 781"/>
                <a:gd name="T95" fmla="*/ 298 h 712"/>
                <a:gd name="T96" fmla="*/ 239 w 781"/>
                <a:gd name="T97" fmla="*/ 327 h 712"/>
                <a:gd name="T98" fmla="*/ 284 w 781"/>
                <a:gd name="T99" fmla="*/ 398 h 712"/>
                <a:gd name="T100" fmla="*/ 189 w 781"/>
                <a:gd name="T101" fmla="*/ 469 h 712"/>
                <a:gd name="T102" fmla="*/ 142 w 781"/>
                <a:gd name="T103" fmla="*/ 473 h 712"/>
                <a:gd name="T104" fmla="*/ 116 w 781"/>
                <a:gd name="T105" fmla="*/ 497 h 712"/>
                <a:gd name="T106" fmla="*/ 128 w 781"/>
                <a:gd name="T107" fmla="*/ 544 h 712"/>
                <a:gd name="T108" fmla="*/ 180 w 781"/>
                <a:gd name="T109" fmla="*/ 611 h 712"/>
                <a:gd name="T110" fmla="*/ 234 w 781"/>
                <a:gd name="T111" fmla="*/ 675 h 712"/>
                <a:gd name="T112" fmla="*/ 260 w 781"/>
                <a:gd name="T113" fmla="*/ 677 h 712"/>
                <a:gd name="T114" fmla="*/ 303 w 781"/>
                <a:gd name="T115" fmla="*/ 705 h 712"/>
                <a:gd name="T116" fmla="*/ 381 w 781"/>
                <a:gd name="T117" fmla="*/ 693 h 712"/>
                <a:gd name="T118" fmla="*/ 386 w 781"/>
                <a:gd name="T119" fmla="*/ 656 h 712"/>
                <a:gd name="T120" fmla="*/ 374 w 781"/>
                <a:gd name="T121" fmla="*/ 568 h 712"/>
                <a:gd name="T122" fmla="*/ 398 w 781"/>
                <a:gd name="T123" fmla="*/ 632 h 712"/>
                <a:gd name="T124" fmla="*/ 753 w 781"/>
                <a:gd name="T125" fmla="*/ 51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81" h="712">
                  <a:moveTo>
                    <a:pt x="772" y="469"/>
                  </a:moveTo>
                  <a:lnTo>
                    <a:pt x="774" y="466"/>
                  </a:lnTo>
                  <a:lnTo>
                    <a:pt x="774" y="464"/>
                  </a:lnTo>
                  <a:lnTo>
                    <a:pt x="774" y="464"/>
                  </a:lnTo>
                  <a:lnTo>
                    <a:pt x="774" y="461"/>
                  </a:lnTo>
                  <a:lnTo>
                    <a:pt x="774" y="461"/>
                  </a:lnTo>
                  <a:lnTo>
                    <a:pt x="774" y="459"/>
                  </a:lnTo>
                  <a:lnTo>
                    <a:pt x="774" y="457"/>
                  </a:lnTo>
                  <a:lnTo>
                    <a:pt x="774" y="457"/>
                  </a:lnTo>
                  <a:lnTo>
                    <a:pt x="776" y="454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9" y="447"/>
                  </a:lnTo>
                  <a:lnTo>
                    <a:pt x="779" y="445"/>
                  </a:lnTo>
                  <a:lnTo>
                    <a:pt x="779" y="443"/>
                  </a:lnTo>
                  <a:lnTo>
                    <a:pt x="779" y="443"/>
                  </a:lnTo>
                  <a:lnTo>
                    <a:pt x="779" y="440"/>
                  </a:lnTo>
                  <a:lnTo>
                    <a:pt x="774" y="440"/>
                  </a:lnTo>
                  <a:lnTo>
                    <a:pt x="774" y="440"/>
                  </a:lnTo>
                  <a:lnTo>
                    <a:pt x="774" y="440"/>
                  </a:lnTo>
                  <a:lnTo>
                    <a:pt x="776" y="438"/>
                  </a:lnTo>
                  <a:lnTo>
                    <a:pt x="779" y="438"/>
                  </a:lnTo>
                  <a:lnTo>
                    <a:pt x="781" y="435"/>
                  </a:lnTo>
                  <a:lnTo>
                    <a:pt x="781" y="433"/>
                  </a:lnTo>
                  <a:lnTo>
                    <a:pt x="781" y="431"/>
                  </a:lnTo>
                  <a:lnTo>
                    <a:pt x="779" y="431"/>
                  </a:lnTo>
                  <a:lnTo>
                    <a:pt x="776" y="431"/>
                  </a:lnTo>
                  <a:lnTo>
                    <a:pt x="779" y="428"/>
                  </a:lnTo>
                  <a:lnTo>
                    <a:pt x="779" y="428"/>
                  </a:lnTo>
                  <a:lnTo>
                    <a:pt x="781" y="426"/>
                  </a:lnTo>
                  <a:lnTo>
                    <a:pt x="781" y="424"/>
                  </a:lnTo>
                  <a:lnTo>
                    <a:pt x="779" y="424"/>
                  </a:lnTo>
                  <a:lnTo>
                    <a:pt x="779" y="421"/>
                  </a:lnTo>
                  <a:lnTo>
                    <a:pt x="779" y="421"/>
                  </a:lnTo>
                  <a:lnTo>
                    <a:pt x="776" y="419"/>
                  </a:lnTo>
                  <a:lnTo>
                    <a:pt x="776" y="419"/>
                  </a:lnTo>
                  <a:lnTo>
                    <a:pt x="774" y="419"/>
                  </a:lnTo>
                  <a:lnTo>
                    <a:pt x="772" y="419"/>
                  </a:lnTo>
                  <a:lnTo>
                    <a:pt x="772" y="419"/>
                  </a:lnTo>
                  <a:lnTo>
                    <a:pt x="772" y="419"/>
                  </a:lnTo>
                  <a:lnTo>
                    <a:pt x="772" y="416"/>
                  </a:lnTo>
                  <a:lnTo>
                    <a:pt x="772" y="419"/>
                  </a:lnTo>
                  <a:lnTo>
                    <a:pt x="774" y="419"/>
                  </a:lnTo>
                  <a:lnTo>
                    <a:pt x="774" y="419"/>
                  </a:lnTo>
                  <a:lnTo>
                    <a:pt x="774" y="416"/>
                  </a:lnTo>
                  <a:lnTo>
                    <a:pt x="776" y="416"/>
                  </a:lnTo>
                  <a:lnTo>
                    <a:pt x="779" y="414"/>
                  </a:lnTo>
                  <a:lnTo>
                    <a:pt x="779" y="414"/>
                  </a:lnTo>
                  <a:lnTo>
                    <a:pt x="774" y="414"/>
                  </a:lnTo>
                  <a:lnTo>
                    <a:pt x="772" y="414"/>
                  </a:lnTo>
                  <a:lnTo>
                    <a:pt x="772" y="414"/>
                  </a:lnTo>
                  <a:lnTo>
                    <a:pt x="769" y="416"/>
                  </a:lnTo>
                  <a:lnTo>
                    <a:pt x="769" y="416"/>
                  </a:lnTo>
                  <a:lnTo>
                    <a:pt x="769" y="416"/>
                  </a:lnTo>
                  <a:lnTo>
                    <a:pt x="769" y="416"/>
                  </a:lnTo>
                  <a:lnTo>
                    <a:pt x="769" y="414"/>
                  </a:lnTo>
                  <a:lnTo>
                    <a:pt x="769" y="414"/>
                  </a:lnTo>
                  <a:lnTo>
                    <a:pt x="772" y="414"/>
                  </a:lnTo>
                  <a:lnTo>
                    <a:pt x="772" y="412"/>
                  </a:lnTo>
                  <a:lnTo>
                    <a:pt x="772" y="412"/>
                  </a:lnTo>
                  <a:lnTo>
                    <a:pt x="769" y="412"/>
                  </a:lnTo>
                  <a:lnTo>
                    <a:pt x="769" y="412"/>
                  </a:lnTo>
                  <a:lnTo>
                    <a:pt x="769" y="414"/>
                  </a:lnTo>
                  <a:lnTo>
                    <a:pt x="769" y="414"/>
                  </a:lnTo>
                  <a:lnTo>
                    <a:pt x="769" y="414"/>
                  </a:lnTo>
                  <a:lnTo>
                    <a:pt x="767" y="414"/>
                  </a:lnTo>
                  <a:lnTo>
                    <a:pt x="767" y="412"/>
                  </a:lnTo>
                  <a:lnTo>
                    <a:pt x="767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2" y="414"/>
                  </a:lnTo>
                  <a:lnTo>
                    <a:pt x="765" y="414"/>
                  </a:lnTo>
                  <a:lnTo>
                    <a:pt x="765" y="412"/>
                  </a:lnTo>
                  <a:lnTo>
                    <a:pt x="765" y="412"/>
                  </a:lnTo>
                  <a:lnTo>
                    <a:pt x="757" y="414"/>
                  </a:lnTo>
                  <a:lnTo>
                    <a:pt x="757" y="414"/>
                  </a:lnTo>
                  <a:lnTo>
                    <a:pt x="755" y="412"/>
                  </a:lnTo>
                  <a:lnTo>
                    <a:pt x="755" y="412"/>
                  </a:lnTo>
                  <a:lnTo>
                    <a:pt x="753" y="414"/>
                  </a:lnTo>
                  <a:lnTo>
                    <a:pt x="750" y="412"/>
                  </a:lnTo>
                  <a:lnTo>
                    <a:pt x="748" y="414"/>
                  </a:lnTo>
                  <a:lnTo>
                    <a:pt x="743" y="414"/>
                  </a:lnTo>
                  <a:lnTo>
                    <a:pt x="743" y="414"/>
                  </a:lnTo>
                  <a:lnTo>
                    <a:pt x="741" y="414"/>
                  </a:lnTo>
                  <a:lnTo>
                    <a:pt x="743" y="414"/>
                  </a:lnTo>
                  <a:lnTo>
                    <a:pt x="755" y="412"/>
                  </a:lnTo>
                  <a:lnTo>
                    <a:pt x="757" y="412"/>
                  </a:lnTo>
                  <a:lnTo>
                    <a:pt x="762" y="412"/>
                  </a:lnTo>
                  <a:lnTo>
                    <a:pt x="765" y="409"/>
                  </a:lnTo>
                  <a:lnTo>
                    <a:pt x="765" y="409"/>
                  </a:lnTo>
                  <a:lnTo>
                    <a:pt x="765" y="409"/>
                  </a:lnTo>
                  <a:lnTo>
                    <a:pt x="765" y="407"/>
                  </a:lnTo>
                  <a:lnTo>
                    <a:pt x="762" y="407"/>
                  </a:lnTo>
                  <a:lnTo>
                    <a:pt x="762" y="407"/>
                  </a:lnTo>
                  <a:lnTo>
                    <a:pt x="765" y="405"/>
                  </a:lnTo>
                  <a:lnTo>
                    <a:pt x="765" y="405"/>
                  </a:lnTo>
                  <a:lnTo>
                    <a:pt x="767" y="405"/>
                  </a:lnTo>
                  <a:lnTo>
                    <a:pt x="767" y="405"/>
                  </a:lnTo>
                  <a:lnTo>
                    <a:pt x="767" y="405"/>
                  </a:lnTo>
                  <a:lnTo>
                    <a:pt x="769" y="405"/>
                  </a:lnTo>
                  <a:lnTo>
                    <a:pt x="769" y="405"/>
                  </a:lnTo>
                  <a:lnTo>
                    <a:pt x="769" y="402"/>
                  </a:lnTo>
                  <a:lnTo>
                    <a:pt x="769" y="402"/>
                  </a:lnTo>
                  <a:lnTo>
                    <a:pt x="767" y="400"/>
                  </a:lnTo>
                  <a:lnTo>
                    <a:pt x="767" y="398"/>
                  </a:lnTo>
                  <a:lnTo>
                    <a:pt x="765" y="398"/>
                  </a:lnTo>
                  <a:lnTo>
                    <a:pt x="765" y="398"/>
                  </a:lnTo>
                  <a:lnTo>
                    <a:pt x="762" y="400"/>
                  </a:lnTo>
                  <a:lnTo>
                    <a:pt x="760" y="400"/>
                  </a:lnTo>
                  <a:lnTo>
                    <a:pt x="760" y="398"/>
                  </a:lnTo>
                  <a:lnTo>
                    <a:pt x="757" y="398"/>
                  </a:lnTo>
                  <a:lnTo>
                    <a:pt x="755" y="400"/>
                  </a:lnTo>
                  <a:lnTo>
                    <a:pt x="753" y="398"/>
                  </a:lnTo>
                  <a:lnTo>
                    <a:pt x="753" y="398"/>
                  </a:lnTo>
                  <a:lnTo>
                    <a:pt x="750" y="400"/>
                  </a:lnTo>
                  <a:lnTo>
                    <a:pt x="746" y="402"/>
                  </a:lnTo>
                  <a:lnTo>
                    <a:pt x="746" y="402"/>
                  </a:lnTo>
                  <a:lnTo>
                    <a:pt x="746" y="402"/>
                  </a:lnTo>
                  <a:lnTo>
                    <a:pt x="743" y="402"/>
                  </a:lnTo>
                  <a:lnTo>
                    <a:pt x="743" y="402"/>
                  </a:lnTo>
                  <a:lnTo>
                    <a:pt x="743" y="402"/>
                  </a:lnTo>
                  <a:lnTo>
                    <a:pt x="743" y="402"/>
                  </a:lnTo>
                  <a:lnTo>
                    <a:pt x="741" y="402"/>
                  </a:lnTo>
                  <a:lnTo>
                    <a:pt x="738" y="402"/>
                  </a:lnTo>
                  <a:lnTo>
                    <a:pt x="738" y="405"/>
                  </a:lnTo>
                  <a:lnTo>
                    <a:pt x="738" y="405"/>
                  </a:lnTo>
                  <a:lnTo>
                    <a:pt x="738" y="405"/>
                  </a:lnTo>
                  <a:lnTo>
                    <a:pt x="734" y="409"/>
                  </a:lnTo>
                  <a:lnTo>
                    <a:pt x="731" y="409"/>
                  </a:lnTo>
                  <a:lnTo>
                    <a:pt x="729" y="409"/>
                  </a:lnTo>
                  <a:lnTo>
                    <a:pt x="727" y="409"/>
                  </a:lnTo>
                  <a:lnTo>
                    <a:pt x="724" y="412"/>
                  </a:lnTo>
                  <a:lnTo>
                    <a:pt x="724" y="412"/>
                  </a:lnTo>
                  <a:lnTo>
                    <a:pt x="722" y="412"/>
                  </a:lnTo>
                  <a:lnTo>
                    <a:pt x="720" y="412"/>
                  </a:lnTo>
                  <a:lnTo>
                    <a:pt x="722" y="409"/>
                  </a:lnTo>
                  <a:lnTo>
                    <a:pt x="722" y="409"/>
                  </a:lnTo>
                  <a:lnTo>
                    <a:pt x="722" y="409"/>
                  </a:lnTo>
                  <a:lnTo>
                    <a:pt x="724" y="409"/>
                  </a:lnTo>
                  <a:lnTo>
                    <a:pt x="727" y="407"/>
                  </a:lnTo>
                  <a:lnTo>
                    <a:pt x="729" y="407"/>
                  </a:lnTo>
                  <a:lnTo>
                    <a:pt x="731" y="407"/>
                  </a:lnTo>
                  <a:lnTo>
                    <a:pt x="734" y="407"/>
                  </a:lnTo>
                  <a:lnTo>
                    <a:pt x="736" y="407"/>
                  </a:lnTo>
                  <a:lnTo>
                    <a:pt x="738" y="402"/>
                  </a:lnTo>
                  <a:lnTo>
                    <a:pt x="738" y="400"/>
                  </a:lnTo>
                  <a:lnTo>
                    <a:pt x="741" y="400"/>
                  </a:lnTo>
                  <a:lnTo>
                    <a:pt x="743" y="400"/>
                  </a:lnTo>
                  <a:lnTo>
                    <a:pt x="743" y="400"/>
                  </a:lnTo>
                  <a:lnTo>
                    <a:pt x="746" y="400"/>
                  </a:lnTo>
                  <a:lnTo>
                    <a:pt x="743" y="398"/>
                  </a:lnTo>
                  <a:lnTo>
                    <a:pt x="743" y="398"/>
                  </a:lnTo>
                  <a:lnTo>
                    <a:pt x="741" y="400"/>
                  </a:lnTo>
                  <a:lnTo>
                    <a:pt x="741" y="398"/>
                  </a:lnTo>
                  <a:lnTo>
                    <a:pt x="741" y="398"/>
                  </a:lnTo>
                  <a:lnTo>
                    <a:pt x="743" y="395"/>
                  </a:lnTo>
                  <a:lnTo>
                    <a:pt x="741" y="393"/>
                  </a:lnTo>
                  <a:lnTo>
                    <a:pt x="741" y="393"/>
                  </a:lnTo>
                  <a:lnTo>
                    <a:pt x="738" y="393"/>
                  </a:lnTo>
                  <a:lnTo>
                    <a:pt x="736" y="393"/>
                  </a:lnTo>
                  <a:lnTo>
                    <a:pt x="734" y="395"/>
                  </a:lnTo>
                  <a:lnTo>
                    <a:pt x="734" y="393"/>
                  </a:lnTo>
                  <a:lnTo>
                    <a:pt x="736" y="393"/>
                  </a:lnTo>
                  <a:lnTo>
                    <a:pt x="741" y="390"/>
                  </a:lnTo>
                  <a:lnTo>
                    <a:pt x="741" y="390"/>
                  </a:lnTo>
                  <a:lnTo>
                    <a:pt x="743" y="390"/>
                  </a:lnTo>
                  <a:lnTo>
                    <a:pt x="743" y="390"/>
                  </a:lnTo>
                  <a:lnTo>
                    <a:pt x="743" y="390"/>
                  </a:lnTo>
                  <a:lnTo>
                    <a:pt x="746" y="393"/>
                  </a:lnTo>
                  <a:lnTo>
                    <a:pt x="746" y="393"/>
                  </a:lnTo>
                  <a:lnTo>
                    <a:pt x="746" y="390"/>
                  </a:lnTo>
                  <a:lnTo>
                    <a:pt x="748" y="390"/>
                  </a:lnTo>
                  <a:lnTo>
                    <a:pt x="748" y="390"/>
                  </a:lnTo>
                  <a:lnTo>
                    <a:pt x="750" y="390"/>
                  </a:lnTo>
                  <a:lnTo>
                    <a:pt x="750" y="388"/>
                  </a:lnTo>
                  <a:lnTo>
                    <a:pt x="750" y="388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3"/>
                  </a:lnTo>
                  <a:lnTo>
                    <a:pt x="750" y="383"/>
                  </a:lnTo>
                  <a:lnTo>
                    <a:pt x="748" y="383"/>
                  </a:lnTo>
                  <a:lnTo>
                    <a:pt x="746" y="383"/>
                  </a:lnTo>
                  <a:lnTo>
                    <a:pt x="743" y="386"/>
                  </a:lnTo>
                  <a:lnTo>
                    <a:pt x="741" y="388"/>
                  </a:lnTo>
                  <a:lnTo>
                    <a:pt x="741" y="388"/>
                  </a:lnTo>
                  <a:lnTo>
                    <a:pt x="738" y="388"/>
                  </a:lnTo>
                  <a:lnTo>
                    <a:pt x="738" y="388"/>
                  </a:lnTo>
                  <a:lnTo>
                    <a:pt x="736" y="388"/>
                  </a:lnTo>
                  <a:lnTo>
                    <a:pt x="736" y="386"/>
                  </a:lnTo>
                  <a:lnTo>
                    <a:pt x="734" y="388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1" y="386"/>
                  </a:lnTo>
                  <a:lnTo>
                    <a:pt x="731" y="386"/>
                  </a:lnTo>
                  <a:lnTo>
                    <a:pt x="727" y="386"/>
                  </a:lnTo>
                  <a:lnTo>
                    <a:pt x="727" y="386"/>
                  </a:lnTo>
                  <a:lnTo>
                    <a:pt x="724" y="386"/>
                  </a:lnTo>
                  <a:lnTo>
                    <a:pt x="724" y="383"/>
                  </a:lnTo>
                  <a:lnTo>
                    <a:pt x="724" y="383"/>
                  </a:lnTo>
                  <a:lnTo>
                    <a:pt x="729" y="383"/>
                  </a:lnTo>
                  <a:lnTo>
                    <a:pt x="731" y="383"/>
                  </a:lnTo>
                  <a:lnTo>
                    <a:pt x="731" y="381"/>
                  </a:lnTo>
                  <a:lnTo>
                    <a:pt x="734" y="381"/>
                  </a:lnTo>
                  <a:lnTo>
                    <a:pt x="734" y="381"/>
                  </a:lnTo>
                  <a:lnTo>
                    <a:pt x="734" y="379"/>
                  </a:lnTo>
                  <a:lnTo>
                    <a:pt x="731" y="381"/>
                  </a:lnTo>
                  <a:lnTo>
                    <a:pt x="731" y="379"/>
                  </a:lnTo>
                  <a:lnTo>
                    <a:pt x="731" y="379"/>
                  </a:lnTo>
                  <a:lnTo>
                    <a:pt x="731" y="379"/>
                  </a:lnTo>
                  <a:lnTo>
                    <a:pt x="734" y="376"/>
                  </a:lnTo>
                  <a:lnTo>
                    <a:pt x="736" y="376"/>
                  </a:lnTo>
                  <a:lnTo>
                    <a:pt x="736" y="376"/>
                  </a:lnTo>
                  <a:lnTo>
                    <a:pt x="736" y="374"/>
                  </a:lnTo>
                  <a:lnTo>
                    <a:pt x="736" y="374"/>
                  </a:lnTo>
                  <a:lnTo>
                    <a:pt x="736" y="374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6" y="369"/>
                  </a:lnTo>
                  <a:lnTo>
                    <a:pt x="736" y="369"/>
                  </a:lnTo>
                  <a:lnTo>
                    <a:pt x="734" y="367"/>
                  </a:lnTo>
                  <a:lnTo>
                    <a:pt x="731" y="367"/>
                  </a:lnTo>
                  <a:lnTo>
                    <a:pt x="731" y="364"/>
                  </a:lnTo>
                  <a:lnTo>
                    <a:pt x="729" y="367"/>
                  </a:lnTo>
                  <a:lnTo>
                    <a:pt x="727" y="367"/>
                  </a:lnTo>
                  <a:lnTo>
                    <a:pt x="727" y="364"/>
                  </a:lnTo>
                  <a:lnTo>
                    <a:pt x="727" y="364"/>
                  </a:lnTo>
                  <a:lnTo>
                    <a:pt x="727" y="364"/>
                  </a:lnTo>
                  <a:lnTo>
                    <a:pt x="729" y="364"/>
                  </a:lnTo>
                  <a:lnTo>
                    <a:pt x="727" y="362"/>
                  </a:lnTo>
                  <a:lnTo>
                    <a:pt x="724" y="364"/>
                  </a:lnTo>
                  <a:lnTo>
                    <a:pt x="720" y="367"/>
                  </a:lnTo>
                  <a:lnTo>
                    <a:pt x="717" y="367"/>
                  </a:lnTo>
                  <a:lnTo>
                    <a:pt x="717" y="369"/>
                  </a:lnTo>
                  <a:lnTo>
                    <a:pt x="717" y="369"/>
                  </a:lnTo>
                  <a:lnTo>
                    <a:pt x="717" y="372"/>
                  </a:lnTo>
                  <a:lnTo>
                    <a:pt x="715" y="369"/>
                  </a:lnTo>
                  <a:lnTo>
                    <a:pt x="717" y="369"/>
                  </a:lnTo>
                  <a:lnTo>
                    <a:pt x="717" y="369"/>
                  </a:lnTo>
                  <a:lnTo>
                    <a:pt x="717" y="367"/>
                  </a:lnTo>
                  <a:lnTo>
                    <a:pt x="717" y="364"/>
                  </a:lnTo>
                  <a:lnTo>
                    <a:pt x="712" y="367"/>
                  </a:lnTo>
                  <a:lnTo>
                    <a:pt x="712" y="367"/>
                  </a:lnTo>
                  <a:lnTo>
                    <a:pt x="712" y="367"/>
                  </a:lnTo>
                  <a:lnTo>
                    <a:pt x="717" y="362"/>
                  </a:lnTo>
                  <a:lnTo>
                    <a:pt x="717" y="362"/>
                  </a:lnTo>
                  <a:lnTo>
                    <a:pt x="720" y="362"/>
                  </a:lnTo>
                  <a:lnTo>
                    <a:pt x="722" y="362"/>
                  </a:lnTo>
                  <a:lnTo>
                    <a:pt x="722" y="360"/>
                  </a:lnTo>
                  <a:lnTo>
                    <a:pt x="724" y="360"/>
                  </a:lnTo>
                  <a:lnTo>
                    <a:pt x="722" y="357"/>
                  </a:lnTo>
                  <a:lnTo>
                    <a:pt x="722" y="355"/>
                  </a:lnTo>
                  <a:lnTo>
                    <a:pt x="722" y="355"/>
                  </a:lnTo>
                  <a:lnTo>
                    <a:pt x="720" y="355"/>
                  </a:lnTo>
                  <a:lnTo>
                    <a:pt x="720" y="355"/>
                  </a:lnTo>
                  <a:lnTo>
                    <a:pt x="717" y="355"/>
                  </a:lnTo>
                  <a:lnTo>
                    <a:pt x="717" y="355"/>
                  </a:lnTo>
                  <a:lnTo>
                    <a:pt x="720" y="353"/>
                  </a:lnTo>
                  <a:lnTo>
                    <a:pt x="722" y="353"/>
                  </a:lnTo>
                  <a:lnTo>
                    <a:pt x="724" y="353"/>
                  </a:lnTo>
                  <a:lnTo>
                    <a:pt x="724" y="350"/>
                  </a:lnTo>
                  <a:lnTo>
                    <a:pt x="724" y="345"/>
                  </a:lnTo>
                  <a:lnTo>
                    <a:pt x="722" y="345"/>
                  </a:lnTo>
                  <a:lnTo>
                    <a:pt x="722" y="343"/>
                  </a:lnTo>
                  <a:lnTo>
                    <a:pt x="722" y="343"/>
                  </a:lnTo>
                  <a:lnTo>
                    <a:pt x="720" y="345"/>
                  </a:lnTo>
                  <a:lnTo>
                    <a:pt x="720" y="345"/>
                  </a:lnTo>
                  <a:lnTo>
                    <a:pt x="720" y="345"/>
                  </a:lnTo>
                  <a:lnTo>
                    <a:pt x="717" y="343"/>
                  </a:lnTo>
                  <a:lnTo>
                    <a:pt x="717" y="343"/>
                  </a:lnTo>
                  <a:lnTo>
                    <a:pt x="717" y="343"/>
                  </a:lnTo>
                  <a:lnTo>
                    <a:pt x="720" y="343"/>
                  </a:lnTo>
                  <a:lnTo>
                    <a:pt x="720" y="343"/>
                  </a:lnTo>
                  <a:lnTo>
                    <a:pt x="720" y="341"/>
                  </a:lnTo>
                  <a:lnTo>
                    <a:pt x="720" y="338"/>
                  </a:lnTo>
                  <a:lnTo>
                    <a:pt x="720" y="338"/>
                  </a:lnTo>
                  <a:lnTo>
                    <a:pt x="717" y="338"/>
                  </a:lnTo>
                  <a:lnTo>
                    <a:pt x="717" y="338"/>
                  </a:lnTo>
                  <a:lnTo>
                    <a:pt x="717" y="338"/>
                  </a:lnTo>
                  <a:lnTo>
                    <a:pt x="717" y="338"/>
                  </a:lnTo>
                  <a:lnTo>
                    <a:pt x="717" y="341"/>
                  </a:lnTo>
                  <a:lnTo>
                    <a:pt x="717" y="341"/>
                  </a:lnTo>
                  <a:lnTo>
                    <a:pt x="715" y="341"/>
                  </a:lnTo>
                  <a:lnTo>
                    <a:pt x="715" y="341"/>
                  </a:lnTo>
                  <a:lnTo>
                    <a:pt x="715" y="338"/>
                  </a:lnTo>
                  <a:lnTo>
                    <a:pt x="715" y="338"/>
                  </a:lnTo>
                  <a:lnTo>
                    <a:pt x="712" y="336"/>
                  </a:lnTo>
                  <a:lnTo>
                    <a:pt x="712" y="336"/>
                  </a:lnTo>
                  <a:lnTo>
                    <a:pt x="710" y="338"/>
                  </a:lnTo>
                  <a:lnTo>
                    <a:pt x="708" y="338"/>
                  </a:lnTo>
                  <a:lnTo>
                    <a:pt x="710" y="336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0" y="334"/>
                  </a:lnTo>
                  <a:lnTo>
                    <a:pt x="710" y="334"/>
                  </a:lnTo>
                  <a:lnTo>
                    <a:pt x="710" y="334"/>
                  </a:lnTo>
                  <a:lnTo>
                    <a:pt x="708" y="334"/>
                  </a:lnTo>
                  <a:lnTo>
                    <a:pt x="708" y="334"/>
                  </a:lnTo>
                  <a:lnTo>
                    <a:pt x="708" y="331"/>
                  </a:lnTo>
                  <a:lnTo>
                    <a:pt x="708" y="331"/>
                  </a:lnTo>
                  <a:lnTo>
                    <a:pt x="705" y="331"/>
                  </a:lnTo>
                  <a:lnTo>
                    <a:pt x="703" y="331"/>
                  </a:lnTo>
                  <a:lnTo>
                    <a:pt x="703" y="331"/>
                  </a:lnTo>
                  <a:lnTo>
                    <a:pt x="703" y="334"/>
                  </a:lnTo>
                  <a:lnTo>
                    <a:pt x="701" y="336"/>
                  </a:lnTo>
                  <a:lnTo>
                    <a:pt x="701" y="336"/>
                  </a:lnTo>
                  <a:lnTo>
                    <a:pt x="701" y="336"/>
                  </a:lnTo>
                  <a:lnTo>
                    <a:pt x="701" y="336"/>
                  </a:lnTo>
                  <a:lnTo>
                    <a:pt x="701" y="334"/>
                  </a:lnTo>
                  <a:lnTo>
                    <a:pt x="701" y="331"/>
                  </a:lnTo>
                  <a:lnTo>
                    <a:pt x="701" y="331"/>
                  </a:lnTo>
                  <a:lnTo>
                    <a:pt x="698" y="331"/>
                  </a:lnTo>
                  <a:lnTo>
                    <a:pt x="696" y="331"/>
                  </a:lnTo>
                  <a:lnTo>
                    <a:pt x="696" y="329"/>
                  </a:lnTo>
                  <a:lnTo>
                    <a:pt x="694" y="329"/>
                  </a:lnTo>
                  <a:lnTo>
                    <a:pt x="682" y="331"/>
                  </a:lnTo>
                  <a:lnTo>
                    <a:pt x="682" y="329"/>
                  </a:lnTo>
                  <a:lnTo>
                    <a:pt x="682" y="329"/>
                  </a:lnTo>
                  <a:lnTo>
                    <a:pt x="684" y="327"/>
                  </a:lnTo>
                  <a:lnTo>
                    <a:pt x="689" y="324"/>
                  </a:lnTo>
                  <a:lnTo>
                    <a:pt x="691" y="324"/>
                  </a:lnTo>
                  <a:lnTo>
                    <a:pt x="691" y="324"/>
                  </a:lnTo>
                  <a:lnTo>
                    <a:pt x="691" y="327"/>
                  </a:lnTo>
                  <a:lnTo>
                    <a:pt x="691" y="327"/>
                  </a:lnTo>
                  <a:lnTo>
                    <a:pt x="691" y="327"/>
                  </a:lnTo>
                  <a:lnTo>
                    <a:pt x="691" y="324"/>
                  </a:lnTo>
                  <a:lnTo>
                    <a:pt x="694" y="324"/>
                  </a:lnTo>
                  <a:lnTo>
                    <a:pt x="694" y="327"/>
                  </a:lnTo>
                  <a:lnTo>
                    <a:pt x="694" y="327"/>
                  </a:lnTo>
                  <a:lnTo>
                    <a:pt x="694" y="327"/>
                  </a:lnTo>
                  <a:lnTo>
                    <a:pt x="694" y="327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2"/>
                  </a:lnTo>
                  <a:lnTo>
                    <a:pt x="694" y="322"/>
                  </a:lnTo>
                  <a:lnTo>
                    <a:pt x="694" y="322"/>
                  </a:lnTo>
                  <a:lnTo>
                    <a:pt x="689" y="322"/>
                  </a:lnTo>
                  <a:lnTo>
                    <a:pt x="689" y="322"/>
                  </a:lnTo>
                  <a:lnTo>
                    <a:pt x="686" y="322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2" y="324"/>
                  </a:lnTo>
                  <a:lnTo>
                    <a:pt x="682" y="327"/>
                  </a:lnTo>
                  <a:lnTo>
                    <a:pt x="679" y="327"/>
                  </a:lnTo>
                  <a:lnTo>
                    <a:pt x="677" y="329"/>
                  </a:lnTo>
                  <a:lnTo>
                    <a:pt x="675" y="329"/>
                  </a:lnTo>
                  <a:lnTo>
                    <a:pt x="675" y="327"/>
                  </a:lnTo>
                  <a:lnTo>
                    <a:pt x="677" y="327"/>
                  </a:lnTo>
                  <a:lnTo>
                    <a:pt x="679" y="327"/>
                  </a:lnTo>
                  <a:lnTo>
                    <a:pt x="677" y="324"/>
                  </a:lnTo>
                  <a:lnTo>
                    <a:pt x="675" y="324"/>
                  </a:lnTo>
                  <a:lnTo>
                    <a:pt x="672" y="327"/>
                  </a:lnTo>
                  <a:lnTo>
                    <a:pt x="672" y="327"/>
                  </a:lnTo>
                  <a:lnTo>
                    <a:pt x="672" y="329"/>
                  </a:lnTo>
                  <a:lnTo>
                    <a:pt x="670" y="329"/>
                  </a:lnTo>
                  <a:lnTo>
                    <a:pt x="660" y="331"/>
                  </a:lnTo>
                  <a:lnTo>
                    <a:pt x="660" y="331"/>
                  </a:lnTo>
                  <a:lnTo>
                    <a:pt x="656" y="334"/>
                  </a:lnTo>
                  <a:lnTo>
                    <a:pt x="653" y="334"/>
                  </a:lnTo>
                  <a:lnTo>
                    <a:pt x="660" y="329"/>
                  </a:lnTo>
                  <a:lnTo>
                    <a:pt x="660" y="329"/>
                  </a:lnTo>
                  <a:lnTo>
                    <a:pt x="660" y="329"/>
                  </a:lnTo>
                  <a:lnTo>
                    <a:pt x="660" y="327"/>
                  </a:lnTo>
                  <a:lnTo>
                    <a:pt x="660" y="324"/>
                  </a:lnTo>
                  <a:lnTo>
                    <a:pt x="663" y="324"/>
                  </a:lnTo>
                  <a:lnTo>
                    <a:pt x="665" y="322"/>
                  </a:lnTo>
                  <a:lnTo>
                    <a:pt x="665" y="319"/>
                  </a:lnTo>
                  <a:lnTo>
                    <a:pt x="663" y="319"/>
                  </a:lnTo>
                  <a:lnTo>
                    <a:pt x="663" y="319"/>
                  </a:lnTo>
                  <a:lnTo>
                    <a:pt x="663" y="319"/>
                  </a:lnTo>
                  <a:lnTo>
                    <a:pt x="663" y="317"/>
                  </a:lnTo>
                  <a:lnTo>
                    <a:pt x="658" y="317"/>
                  </a:lnTo>
                  <a:lnTo>
                    <a:pt x="658" y="319"/>
                  </a:lnTo>
                  <a:lnTo>
                    <a:pt x="658" y="319"/>
                  </a:lnTo>
                  <a:lnTo>
                    <a:pt x="658" y="319"/>
                  </a:lnTo>
                  <a:lnTo>
                    <a:pt x="656" y="322"/>
                  </a:lnTo>
                  <a:lnTo>
                    <a:pt x="656" y="322"/>
                  </a:lnTo>
                  <a:lnTo>
                    <a:pt x="656" y="324"/>
                  </a:lnTo>
                  <a:lnTo>
                    <a:pt x="656" y="322"/>
                  </a:lnTo>
                  <a:lnTo>
                    <a:pt x="653" y="322"/>
                  </a:lnTo>
                  <a:lnTo>
                    <a:pt x="656" y="324"/>
                  </a:lnTo>
                  <a:lnTo>
                    <a:pt x="656" y="324"/>
                  </a:lnTo>
                  <a:lnTo>
                    <a:pt x="656" y="324"/>
                  </a:lnTo>
                  <a:lnTo>
                    <a:pt x="656" y="327"/>
                  </a:lnTo>
                  <a:lnTo>
                    <a:pt x="656" y="327"/>
                  </a:lnTo>
                  <a:lnTo>
                    <a:pt x="658" y="327"/>
                  </a:lnTo>
                  <a:lnTo>
                    <a:pt x="658" y="327"/>
                  </a:lnTo>
                  <a:lnTo>
                    <a:pt x="658" y="327"/>
                  </a:lnTo>
                  <a:lnTo>
                    <a:pt x="656" y="327"/>
                  </a:lnTo>
                  <a:lnTo>
                    <a:pt x="651" y="327"/>
                  </a:lnTo>
                  <a:lnTo>
                    <a:pt x="649" y="329"/>
                  </a:lnTo>
                  <a:lnTo>
                    <a:pt x="651" y="329"/>
                  </a:lnTo>
                  <a:lnTo>
                    <a:pt x="651" y="329"/>
                  </a:lnTo>
                  <a:lnTo>
                    <a:pt x="651" y="331"/>
                  </a:lnTo>
                  <a:lnTo>
                    <a:pt x="649" y="331"/>
                  </a:lnTo>
                  <a:lnTo>
                    <a:pt x="651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6" y="331"/>
                  </a:lnTo>
                  <a:lnTo>
                    <a:pt x="646" y="334"/>
                  </a:lnTo>
                  <a:lnTo>
                    <a:pt x="646" y="334"/>
                  </a:lnTo>
                  <a:lnTo>
                    <a:pt x="644" y="334"/>
                  </a:lnTo>
                  <a:lnTo>
                    <a:pt x="641" y="336"/>
                  </a:lnTo>
                  <a:lnTo>
                    <a:pt x="641" y="336"/>
                  </a:lnTo>
                  <a:lnTo>
                    <a:pt x="641" y="338"/>
                  </a:lnTo>
                  <a:lnTo>
                    <a:pt x="641" y="341"/>
                  </a:lnTo>
                  <a:lnTo>
                    <a:pt x="639" y="343"/>
                  </a:lnTo>
                  <a:lnTo>
                    <a:pt x="641" y="345"/>
                  </a:lnTo>
                  <a:lnTo>
                    <a:pt x="641" y="345"/>
                  </a:lnTo>
                  <a:lnTo>
                    <a:pt x="641" y="348"/>
                  </a:lnTo>
                  <a:lnTo>
                    <a:pt x="639" y="348"/>
                  </a:lnTo>
                  <a:lnTo>
                    <a:pt x="639" y="350"/>
                  </a:lnTo>
                  <a:lnTo>
                    <a:pt x="639" y="350"/>
                  </a:lnTo>
                  <a:lnTo>
                    <a:pt x="641" y="353"/>
                  </a:lnTo>
                  <a:lnTo>
                    <a:pt x="641" y="353"/>
                  </a:lnTo>
                  <a:lnTo>
                    <a:pt x="641" y="355"/>
                  </a:lnTo>
                  <a:lnTo>
                    <a:pt x="641" y="353"/>
                  </a:lnTo>
                  <a:lnTo>
                    <a:pt x="641" y="355"/>
                  </a:lnTo>
                  <a:lnTo>
                    <a:pt x="644" y="355"/>
                  </a:lnTo>
                  <a:lnTo>
                    <a:pt x="644" y="355"/>
                  </a:lnTo>
                  <a:lnTo>
                    <a:pt x="641" y="357"/>
                  </a:lnTo>
                  <a:lnTo>
                    <a:pt x="641" y="364"/>
                  </a:lnTo>
                  <a:lnTo>
                    <a:pt x="641" y="367"/>
                  </a:lnTo>
                  <a:lnTo>
                    <a:pt x="641" y="367"/>
                  </a:lnTo>
                  <a:lnTo>
                    <a:pt x="641" y="367"/>
                  </a:lnTo>
                  <a:lnTo>
                    <a:pt x="641" y="369"/>
                  </a:lnTo>
                  <a:lnTo>
                    <a:pt x="641" y="369"/>
                  </a:lnTo>
                  <a:lnTo>
                    <a:pt x="639" y="369"/>
                  </a:lnTo>
                  <a:lnTo>
                    <a:pt x="639" y="369"/>
                  </a:lnTo>
                  <a:lnTo>
                    <a:pt x="639" y="372"/>
                  </a:lnTo>
                  <a:lnTo>
                    <a:pt x="639" y="372"/>
                  </a:lnTo>
                  <a:lnTo>
                    <a:pt x="639" y="369"/>
                  </a:lnTo>
                  <a:lnTo>
                    <a:pt x="639" y="367"/>
                  </a:lnTo>
                  <a:lnTo>
                    <a:pt x="639" y="364"/>
                  </a:lnTo>
                  <a:lnTo>
                    <a:pt x="637" y="362"/>
                  </a:lnTo>
                  <a:lnTo>
                    <a:pt x="637" y="362"/>
                  </a:lnTo>
                  <a:lnTo>
                    <a:pt x="634" y="360"/>
                  </a:lnTo>
                  <a:lnTo>
                    <a:pt x="634" y="362"/>
                  </a:lnTo>
                  <a:lnTo>
                    <a:pt x="634" y="357"/>
                  </a:lnTo>
                  <a:lnTo>
                    <a:pt x="634" y="357"/>
                  </a:lnTo>
                  <a:lnTo>
                    <a:pt x="632" y="357"/>
                  </a:lnTo>
                  <a:lnTo>
                    <a:pt x="632" y="357"/>
                  </a:lnTo>
                  <a:lnTo>
                    <a:pt x="630" y="357"/>
                  </a:lnTo>
                  <a:lnTo>
                    <a:pt x="630" y="357"/>
                  </a:lnTo>
                  <a:lnTo>
                    <a:pt x="630" y="357"/>
                  </a:lnTo>
                  <a:lnTo>
                    <a:pt x="627" y="360"/>
                  </a:lnTo>
                  <a:lnTo>
                    <a:pt x="627" y="360"/>
                  </a:lnTo>
                  <a:lnTo>
                    <a:pt x="627" y="360"/>
                  </a:lnTo>
                  <a:lnTo>
                    <a:pt x="627" y="360"/>
                  </a:lnTo>
                  <a:lnTo>
                    <a:pt x="627" y="357"/>
                  </a:lnTo>
                  <a:lnTo>
                    <a:pt x="625" y="357"/>
                  </a:lnTo>
                  <a:lnTo>
                    <a:pt x="625" y="362"/>
                  </a:lnTo>
                  <a:lnTo>
                    <a:pt x="623" y="364"/>
                  </a:lnTo>
                  <a:lnTo>
                    <a:pt x="623" y="360"/>
                  </a:lnTo>
                  <a:lnTo>
                    <a:pt x="625" y="357"/>
                  </a:lnTo>
                  <a:lnTo>
                    <a:pt x="627" y="350"/>
                  </a:lnTo>
                  <a:lnTo>
                    <a:pt x="630" y="345"/>
                  </a:lnTo>
                  <a:lnTo>
                    <a:pt x="632" y="343"/>
                  </a:lnTo>
                  <a:lnTo>
                    <a:pt x="632" y="341"/>
                  </a:lnTo>
                  <a:lnTo>
                    <a:pt x="634" y="341"/>
                  </a:lnTo>
                  <a:lnTo>
                    <a:pt x="634" y="338"/>
                  </a:lnTo>
                  <a:lnTo>
                    <a:pt x="632" y="338"/>
                  </a:lnTo>
                  <a:lnTo>
                    <a:pt x="632" y="338"/>
                  </a:lnTo>
                  <a:lnTo>
                    <a:pt x="630" y="336"/>
                  </a:lnTo>
                  <a:lnTo>
                    <a:pt x="632" y="336"/>
                  </a:lnTo>
                  <a:lnTo>
                    <a:pt x="632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2" y="331"/>
                  </a:lnTo>
                  <a:lnTo>
                    <a:pt x="630" y="331"/>
                  </a:lnTo>
                  <a:lnTo>
                    <a:pt x="630" y="331"/>
                  </a:lnTo>
                  <a:lnTo>
                    <a:pt x="630" y="331"/>
                  </a:lnTo>
                  <a:lnTo>
                    <a:pt x="627" y="331"/>
                  </a:lnTo>
                  <a:lnTo>
                    <a:pt x="625" y="331"/>
                  </a:lnTo>
                  <a:lnTo>
                    <a:pt x="625" y="331"/>
                  </a:lnTo>
                  <a:lnTo>
                    <a:pt x="623" y="331"/>
                  </a:lnTo>
                  <a:lnTo>
                    <a:pt x="623" y="331"/>
                  </a:lnTo>
                  <a:lnTo>
                    <a:pt x="620" y="329"/>
                  </a:lnTo>
                  <a:lnTo>
                    <a:pt x="620" y="327"/>
                  </a:lnTo>
                  <a:lnTo>
                    <a:pt x="620" y="327"/>
                  </a:lnTo>
                  <a:lnTo>
                    <a:pt x="620" y="327"/>
                  </a:lnTo>
                  <a:lnTo>
                    <a:pt x="623" y="327"/>
                  </a:lnTo>
                  <a:lnTo>
                    <a:pt x="623" y="324"/>
                  </a:lnTo>
                  <a:lnTo>
                    <a:pt x="623" y="324"/>
                  </a:lnTo>
                  <a:lnTo>
                    <a:pt x="620" y="324"/>
                  </a:lnTo>
                  <a:lnTo>
                    <a:pt x="618" y="327"/>
                  </a:lnTo>
                  <a:lnTo>
                    <a:pt x="618" y="327"/>
                  </a:lnTo>
                  <a:lnTo>
                    <a:pt x="615" y="324"/>
                  </a:lnTo>
                  <a:lnTo>
                    <a:pt x="613" y="324"/>
                  </a:lnTo>
                  <a:lnTo>
                    <a:pt x="608" y="319"/>
                  </a:lnTo>
                  <a:lnTo>
                    <a:pt x="604" y="317"/>
                  </a:lnTo>
                  <a:lnTo>
                    <a:pt x="604" y="315"/>
                  </a:lnTo>
                  <a:lnTo>
                    <a:pt x="604" y="315"/>
                  </a:lnTo>
                  <a:lnTo>
                    <a:pt x="604" y="317"/>
                  </a:lnTo>
                  <a:lnTo>
                    <a:pt x="601" y="317"/>
                  </a:lnTo>
                  <a:lnTo>
                    <a:pt x="601" y="315"/>
                  </a:lnTo>
                  <a:lnTo>
                    <a:pt x="601" y="315"/>
                  </a:lnTo>
                  <a:lnTo>
                    <a:pt x="599" y="315"/>
                  </a:lnTo>
                  <a:lnTo>
                    <a:pt x="596" y="315"/>
                  </a:lnTo>
                  <a:lnTo>
                    <a:pt x="596" y="312"/>
                  </a:lnTo>
                  <a:lnTo>
                    <a:pt x="594" y="317"/>
                  </a:lnTo>
                  <a:lnTo>
                    <a:pt x="592" y="317"/>
                  </a:lnTo>
                  <a:lnTo>
                    <a:pt x="592" y="317"/>
                  </a:lnTo>
                  <a:lnTo>
                    <a:pt x="592" y="319"/>
                  </a:lnTo>
                  <a:lnTo>
                    <a:pt x="592" y="319"/>
                  </a:lnTo>
                  <a:lnTo>
                    <a:pt x="589" y="319"/>
                  </a:lnTo>
                  <a:lnTo>
                    <a:pt x="589" y="319"/>
                  </a:lnTo>
                  <a:lnTo>
                    <a:pt x="585" y="319"/>
                  </a:lnTo>
                  <a:lnTo>
                    <a:pt x="585" y="322"/>
                  </a:lnTo>
                  <a:lnTo>
                    <a:pt x="582" y="322"/>
                  </a:lnTo>
                  <a:lnTo>
                    <a:pt x="582" y="322"/>
                  </a:lnTo>
                  <a:lnTo>
                    <a:pt x="582" y="322"/>
                  </a:lnTo>
                  <a:lnTo>
                    <a:pt x="580" y="324"/>
                  </a:lnTo>
                  <a:lnTo>
                    <a:pt x="578" y="324"/>
                  </a:lnTo>
                  <a:lnTo>
                    <a:pt x="578" y="324"/>
                  </a:lnTo>
                  <a:lnTo>
                    <a:pt x="578" y="324"/>
                  </a:lnTo>
                  <a:lnTo>
                    <a:pt x="575" y="327"/>
                  </a:lnTo>
                  <a:lnTo>
                    <a:pt x="573" y="327"/>
                  </a:lnTo>
                  <a:lnTo>
                    <a:pt x="570" y="327"/>
                  </a:lnTo>
                  <a:lnTo>
                    <a:pt x="570" y="327"/>
                  </a:lnTo>
                  <a:lnTo>
                    <a:pt x="568" y="327"/>
                  </a:lnTo>
                  <a:lnTo>
                    <a:pt x="568" y="327"/>
                  </a:lnTo>
                  <a:lnTo>
                    <a:pt x="568" y="329"/>
                  </a:lnTo>
                  <a:lnTo>
                    <a:pt x="566" y="329"/>
                  </a:lnTo>
                  <a:lnTo>
                    <a:pt x="561" y="331"/>
                  </a:lnTo>
                  <a:lnTo>
                    <a:pt x="561" y="331"/>
                  </a:lnTo>
                  <a:lnTo>
                    <a:pt x="561" y="334"/>
                  </a:lnTo>
                  <a:lnTo>
                    <a:pt x="561" y="334"/>
                  </a:lnTo>
                  <a:lnTo>
                    <a:pt x="559" y="336"/>
                  </a:lnTo>
                  <a:lnTo>
                    <a:pt x="556" y="338"/>
                  </a:lnTo>
                  <a:lnTo>
                    <a:pt x="556" y="338"/>
                  </a:lnTo>
                  <a:lnTo>
                    <a:pt x="556" y="341"/>
                  </a:lnTo>
                  <a:lnTo>
                    <a:pt x="556" y="343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561" y="345"/>
                  </a:lnTo>
                  <a:lnTo>
                    <a:pt x="563" y="345"/>
                  </a:lnTo>
                  <a:lnTo>
                    <a:pt x="563" y="345"/>
                  </a:lnTo>
                  <a:lnTo>
                    <a:pt x="563" y="345"/>
                  </a:lnTo>
                  <a:lnTo>
                    <a:pt x="566" y="345"/>
                  </a:lnTo>
                  <a:lnTo>
                    <a:pt x="566" y="345"/>
                  </a:lnTo>
                  <a:lnTo>
                    <a:pt x="566" y="345"/>
                  </a:lnTo>
                  <a:lnTo>
                    <a:pt x="566" y="343"/>
                  </a:lnTo>
                  <a:lnTo>
                    <a:pt x="566" y="343"/>
                  </a:lnTo>
                  <a:lnTo>
                    <a:pt x="566" y="341"/>
                  </a:lnTo>
                  <a:lnTo>
                    <a:pt x="566" y="341"/>
                  </a:lnTo>
                  <a:lnTo>
                    <a:pt x="568" y="338"/>
                  </a:lnTo>
                  <a:lnTo>
                    <a:pt x="568" y="336"/>
                  </a:lnTo>
                  <a:lnTo>
                    <a:pt x="575" y="336"/>
                  </a:lnTo>
                  <a:lnTo>
                    <a:pt x="578" y="336"/>
                  </a:lnTo>
                  <a:lnTo>
                    <a:pt x="580" y="334"/>
                  </a:lnTo>
                  <a:lnTo>
                    <a:pt x="582" y="331"/>
                  </a:lnTo>
                  <a:lnTo>
                    <a:pt x="585" y="331"/>
                  </a:lnTo>
                  <a:lnTo>
                    <a:pt x="585" y="331"/>
                  </a:lnTo>
                  <a:lnTo>
                    <a:pt x="587" y="331"/>
                  </a:lnTo>
                  <a:lnTo>
                    <a:pt x="587" y="334"/>
                  </a:lnTo>
                  <a:lnTo>
                    <a:pt x="587" y="334"/>
                  </a:lnTo>
                  <a:lnTo>
                    <a:pt x="573" y="341"/>
                  </a:lnTo>
                  <a:lnTo>
                    <a:pt x="570" y="341"/>
                  </a:lnTo>
                  <a:lnTo>
                    <a:pt x="570" y="345"/>
                  </a:lnTo>
                  <a:lnTo>
                    <a:pt x="568" y="345"/>
                  </a:lnTo>
                  <a:lnTo>
                    <a:pt x="566" y="348"/>
                  </a:lnTo>
                  <a:lnTo>
                    <a:pt x="566" y="348"/>
                  </a:lnTo>
                  <a:lnTo>
                    <a:pt x="566" y="348"/>
                  </a:lnTo>
                  <a:lnTo>
                    <a:pt x="559" y="357"/>
                  </a:lnTo>
                  <a:lnTo>
                    <a:pt x="556" y="364"/>
                  </a:lnTo>
                  <a:lnTo>
                    <a:pt x="552" y="369"/>
                  </a:lnTo>
                  <a:lnTo>
                    <a:pt x="549" y="372"/>
                  </a:lnTo>
                  <a:lnTo>
                    <a:pt x="549" y="372"/>
                  </a:lnTo>
                  <a:lnTo>
                    <a:pt x="549" y="374"/>
                  </a:lnTo>
                  <a:lnTo>
                    <a:pt x="549" y="374"/>
                  </a:lnTo>
                  <a:lnTo>
                    <a:pt x="549" y="376"/>
                  </a:lnTo>
                  <a:lnTo>
                    <a:pt x="549" y="376"/>
                  </a:lnTo>
                  <a:lnTo>
                    <a:pt x="549" y="376"/>
                  </a:lnTo>
                  <a:lnTo>
                    <a:pt x="547" y="381"/>
                  </a:lnTo>
                  <a:lnTo>
                    <a:pt x="547" y="383"/>
                  </a:lnTo>
                  <a:lnTo>
                    <a:pt x="547" y="386"/>
                  </a:lnTo>
                  <a:lnTo>
                    <a:pt x="547" y="388"/>
                  </a:lnTo>
                  <a:lnTo>
                    <a:pt x="547" y="390"/>
                  </a:lnTo>
                  <a:lnTo>
                    <a:pt x="547" y="390"/>
                  </a:lnTo>
                  <a:lnTo>
                    <a:pt x="547" y="390"/>
                  </a:lnTo>
                  <a:lnTo>
                    <a:pt x="549" y="390"/>
                  </a:lnTo>
                  <a:lnTo>
                    <a:pt x="549" y="393"/>
                  </a:lnTo>
                  <a:lnTo>
                    <a:pt x="549" y="393"/>
                  </a:lnTo>
                  <a:lnTo>
                    <a:pt x="552" y="390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9" y="395"/>
                  </a:lnTo>
                  <a:lnTo>
                    <a:pt x="549" y="395"/>
                  </a:lnTo>
                  <a:lnTo>
                    <a:pt x="552" y="398"/>
                  </a:lnTo>
                  <a:lnTo>
                    <a:pt x="552" y="398"/>
                  </a:lnTo>
                  <a:lnTo>
                    <a:pt x="552" y="400"/>
                  </a:lnTo>
                  <a:lnTo>
                    <a:pt x="549" y="400"/>
                  </a:lnTo>
                  <a:lnTo>
                    <a:pt x="549" y="400"/>
                  </a:lnTo>
                  <a:lnTo>
                    <a:pt x="549" y="400"/>
                  </a:lnTo>
                  <a:lnTo>
                    <a:pt x="549" y="402"/>
                  </a:lnTo>
                  <a:lnTo>
                    <a:pt x="547" y="402"/>
                  </a:lnTo>
                  <a:lnTo>
                    <a:pt x="547" y="402"/>
                  </a:lnTo>
                  <a:lnTo>
                    <a:pt x="547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5"/>
                  </a:lnTo>
                  <a:lnTo>
                    <a:pt x="544" y="405"/>
                  </a:lnTo>
                  <a:lnTo>
                    <a:pt x="542" y="405"/>
                  </a:lnTo>
                  <a:lnTo>
                    <a:pt x="540" y="405"/>
                  </a:lnTo>
                  <a:lnTo>
                    <a:pt x="540" y="405"/>
                  </a:lnTo>
                  <a:lnTo>
                    <a:pt x="542" y="407"/>
                  </a:lnTo>
                  <a:lnTo>
                    <a:pt x="542" y="407"/>
                  </a:lnTo>
                  <a:lnTo>
                    <a:pt x="542" y="409"/>
                  </a:lnTo>
                  <a:lnTo>
                    <a:pt x="540" y="409"/>
                  </a:lnTo>
                  <a:lnTo>
                    <a:pt x="540" y="409"/>
                  </a:lnTo>
                  <a:lnTo>
                    <a:pt x="540" y="409"/>
                  </a:lnTo>
                  <a:lnTo>
                    <a:pt x="540" y="412"/>
                  </a:lnTo>
                  <a:lnTo>
                    <a:pt x="540" y="416"/>
                  </a:lnTo>
                  <a:lnTo>
                    <a:pt x="537" y="419"/>
                  </a:lnTo>
                  <a:lnTo>
                    <a:pt x="537" y="421"/>
                  </a:lnTo>
                  <a:lnTo>
                    <a:pt x="537" y="421"/>
                  </a:lnTo>
                  <a:lnTo>
                    <a:pt x="537" y="424"/>
                  </a:lnTo>
                  <a:lnTo>
                    <a:pt x="535" y="426"/>
                  </a:lnTo>
                  <a:lnTo>
                    <a:pt x="528" y="431"/>
                  </a:lnTo>
                  <a:lnTo>
                    <a:pt x="523" y="431"/>
                  </a:lnTo>
                  <a:lnTo>
                    <a:pt x="523" y="431"/>
                  </a:lnTo>
                  <a:lnTo>
                    <a:pt x="523" y="433"/>
                  </a:lnTo>
                  <a:lnTo>
                    <a:pt x="523" y="433"/>
                  </a:lnTo>
                  <a:lnTo>
                    <a:pt x="525" y="435"/>
                  </a:lnTo>
                  <a:lnTo>
                    <a:pt x="528" y="433"/>
                  </a:lnTo>
                  <a:lnTo>
                    <a:pt x="530" y="433"/>
                  </a:lnTo>
                  <a:lnTo>
                    <a:pt x="530" y="433"/>
                  </a:lnTo>
                  <a:lnTo>
                    <a:pt x="528" y="435"/>
                  </a:lnTo>
                  <a:lnTo>
                    <a:pt x="528" y="435"/>
                  </a:lnTo>
                  <a:lnTo>
                    <a:pt x="525" y="435"/>
                  </a:lnTo>
                  <a:lnTo>
                    <a:pt x="525" y="435"/>
                  </a:lnTo>
                  <a:lnTo>
                    <a:pt x="525" y="435"/>
                  </a:lnTo>
                  <a:lnTo>
                    <a:pt x="525" y="438"/>
                  </a:lnTo>
                  <a:lnTo>
                    <a:pt x="525" y="438"/>
                  </a:lnTo>
                  <a:lnTo>
                    <a:pt x="528" y="438"/>
                  </a:lnTo>
                  <a:lnTo>
                    <a:pt x="528" y="438"/>
                  </a:lnTo>
                  <a:lnTo>
                    <a:pt x="528" y="438"/>
                  </a:lnTo>
                  <a:lnTo>
                    <a:pt x="525" y="438"/>
                  </a:lnTo>
                  <a:lnTo>
                    <a:pt x="525" y="438"/>
                  </a:lnTo>
                  <a:lnTo>
                    <a:pt x="525" y="440"/>
                  </a:lnTo>
                  <a:lnTo>
                    <a:pt x="525" y="443"/>
                  </a:lnTo>
                  <a:lnTo>
                    <a:pt x="525" y="443"/>
                  </a:lnTo>
                  <a:lnTo>
                    <a:pt x="525" y="443"/>
                  </a:lnTo>
                  <a:lnTo>
                    <a:pt x="525" y="445"/>
                  </a:lnTo>
                  <a:lnTo>
                    <a:pt x="525" y="447"/>
                  </a:lnTo>
                  <a:lnTo>
                    <a:pt x="525" y="450"/>
                  </a:lnTo>
                  <a:lnTo>
                    <a:pt x="523" y="452"/>
                  </a:lnTo>
                  <a:lnTo>
                    <a:pt x="523" y="452"/>
                  </a:lnTo>
                  <a:lnTo>
                    <a:pt x="523" y="454"/>
                  </a:lnTo>
                  <a:lnTo>
                    <a:pt x="521" y="454"/>
                  </a:lnTo>
                  <a:lnTo>
                    <a:pt x="521" y="454"/>
                  </a:lnTo>
                  <a:lnTo>
                    <a:pt x="521" y="457"/>
                  </a:lnTo>
                  <a:lnTo>
                    <a:pt x="521" y="457"/>
                  </a:lnTo>
                  <a:lnTo>
                    <a:pt x="523" y="457"/>
                  </a:lnTo>
                  <a:lnTo>
                    <a:pt x="525" y="457"/>
                  </a:lnTo>
                  <a:lnTo>
                    <a:pt x="525" y="459"/>
                  </a:lnTo>
                  <a:lnTo>
                    <a:pt x="525" y="459"/>
                  </a:lnTo>
                  <a:lnTo>
                    <a:pt x="523" y="459"/>
                  </a:lnTo>
                  <a:lnTo>
                    <a:pt x="523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18" y="461"/>
                  </a:lnTo>
                  <a:lnTo>
                    <a:pt x="516" y="464"/>
                  </a:lnTo>
                  <a:lnTo>
                    <a:pt x="511" y="469"/>
                  </a:lnTo>
                  <a:lnTo>
                    <a:pt x="511" y="466"/>
                  </a:lnTo>
                  <a:lnTo>
                    <a:pt x="514" y="464"/>
                  </a:lnTo>
                  <a:lnTo>
                    <a:pt x="516" y="461"/>
                  </a:lnTo>
                  <a:lnTo>
                    <a:pt x="518" y="459"/>
                  </a:lnTo>
                  <a:lnTo>
                    <a:pt x="518" y="457"/>
                  </a:lnTo>
                  <a:lnTo>
                    <a:pt x="518" y="454"/>
                  </a:lnTo>
                  <a:lnTo>
                    <a:pt x="516" y="454"/>
                  </a:lnTo>
                  <a:lnTo>
                    <a:pt x="514" y="457"/>
                  </a:lnTo>
                  <a:lnTo>
                    <a:pt x="509" y="461"/>
                  </a:lnTo>
                  <a:lnTo>
                    <a:pt x="509" y="461"/>
                  </a:lnTo>
                  <a:lnTo>
                    <a:pt x="507" y="461"/>
                  </a:lnTo>
                  <a:lnTo>
                    <a:pt x="507" y="461"/>
                  </a:lnTo>
                  <a:lnTo>
                    <a:pt x="507" y="459"/>
                  </a:lnTo>
                  <a:lnTo>
                    <a:pt x="507" y="459"/>
                  </a:lnTo>
                  <a:lnTo>
                    <a:pt x="507" y="459"/>
                  </a:lnTo>
                  <a:lnTo>
                    <a:pt x="509" y="459"/>
                  </a:lnTo>
                  <a:lnTo>
                    <a:pt x="509" y="459"/>
                  </a:lnTo>
                  <a:lnTo>
                    <a:pt x="509" y="459"/>
                  </a:lnTo>
                  <a:lnTo>
                    <a:pt x="509" y="457"/>
                  </a:lnTo>
                  <a:lnTo>
                    <a:pt x="509" y="457"/>
                  </a:lnTo>
                  <a:lnTo>
                    <a:pt x="511" y="454"/>
                  </a:lnTo>
                  <a:lnTo>
                    <a:pt x="511" y="454"/>
                  </a:lnTo>
                  <a:lnTo>
                    <a:pt x="511" y="450"/>
                  </a:lnTo>
                  <a:lnTo>
                    <a:pt x="514" y="447"/>
                  </a:lnTo>
                  <a:lnTo>
                    <a:pt x="516" y="445"/>
                  </a:lnTo>
                  <a:lnTo>
                    <a:pt x="516" y="445"/>
                  </a:lnTo>
                  <a:lnTo>
                    <a:pt x="518" y="443"/>
                  </a:lnTo>
                  <a:lnTo>
                    <a:pt x="518" y="443"/>
                  </a:lnTo>
                  <a:lnTo>
                    <a:pt x="521" y="445"/>
                  </a:lnTo>
                  <a:lnTo>
                    <a:pt x="518" y="443"/>
                  </a:lnTo>
                  <a:lnTo>
                    <a:pt x="518" y="440"/>
                  </a:lnTo>
                  <a:lnTo>
                    <a:pt x="516" y="440"/>
                  </a:lnTo>
                  <a:lnTo>
                    <a:pt x="516" y="440"/>
                  </a:lnTo>
                  <a:lnTo>
                    <a:pt x="516" y="440"/>
                  </a:lnTo>
                  <a:lnTo>
                    <a:pt x="514" y="440"/>
                  </a:lnTo>
                  <a:lnTo>
                    <a:pt x="509" y="440"/>
                  </a:lnTo>
                  <a:lnTo>
                    <a:pt x="504" y="440"/>
                  </a:lnTo>
                  <a:lnTo>
                    <a:pt x="504" y="440"/>
                  </a:lnTo>
                  <a:lnTo>
                    <a:pt x="497" y="440"/>
                  </a:lnTo>
                  <a:lnTo>
                    <a:pt x="497" y="438"/>
                  </a:lnTo>
                  <a:lnTo>
                    <a:pt x="495" y="440"/>
                  </a:lnTo>
                  <a:lnTo>
                    <a:pt x="495" y="440"/>
                  </a:lnTo>
                  <a:lnTo>
                    <a:pt x="492" y="438"/>
                  </a:lnTo>
                  <a:lnTo>
                    <a:pt x="481" y="438"/>
                  </a:lnTo>
                  <a:lnTo>
                    <a:pt x="476" y="440"/>
                  </a:lnTo>
                  <a:lnTo>
                    <a:pt x="471" y="440"/>
                  </a:lnTo>
                  <a:lnTo>
                    <a:pt x="471" y="443"/>
                  </a:lnTo>
                  <a:lnTo>
                    <a:pt x="469" y="445"/>
                  </a:lnTo>
                  <a:lnTo>
                    <a:pt x="466" y="445"/>
                  </a:lnTo>
                  <a:lnTo>
                    <a:pt x="466" y="445"/>
                  </a:lnTo>
                  <a:lnTo>
                    <a:pt x="466" y="443"/>
                  </a:lnTo>
                  <a:lnTo>
                    <a:pt x="466" y="440"/>
                  </a:lnTo>
                  <a:lnTo>
                    <a:pt x="466" y="440"/>
                  </a:lnTo>
                  <a:lnTo>
                    <a:pt x="466" y="438"/>
                  </a:lnTo>
                  <a:lnTo>
                    <a:pt x="466" y="435"/>
                  </a:lnTo>
                  <a:lnTo>
                    <a:pt x="464" y="435"/>
                  </a:lnTo>
                  <a:lnTo>
                    <a:pt x="464" y="433"/>
                  </a:lnTo>
                  <a:lnTo>
                    <a:pt x="466" y="435"/>
                  </a:lnTo>
                  <a:lnTo>
                    <a:pt x="469" y="438"/>
                  </a:lnTo>
                  <a:lnTo>
                    <a:pt x="471" y="438"/>
                  </a:lnTo>
                  <a:lnTo>
                    <a:pt x="473" y="438"/>
                  </a:lnTo>
                  <a:lnTo>
                    <a:pt x="476" y="438"/>
                  </a:lnTo>
                  <a:lnTo>
                    <a:pt x="488" y="435"/>
                  </a:lnTo>
                  <a:lnTo>
                    <a:pt x="490" y="435"/>
                  </a:lnTo>
                  <a:lnTo>
                    <a:pt x="492" y="435"/>
                  </a:lnTo>
                  <a:lnTo>
                    <a:pt x="495" y="435"/>
                  </a:lnTo>
                  <a:lnTo>
                    <a:pt x="497" y="435"/>
                  </a:lnTo>
                  <a:lnTo>
                    <a:pt x="497" y="438"/>
                  </a:lnTo>
                  <a:lnTo>
                    <a:pt x="502" y="438"/>
                  </a:lnTo>
                  <a:lnTo>
                    <a:pt x="504" y="438"/>
                  </a:lnTo>
                  <a:lnTo>
                    <a:pt x="507" y="438"/>
                  </a:lnTo>
                  <a:lnTo>
                    <a:pt x="509" y="438"/>
                  </a:lnTo>
                  <a:lnTo>
                    <a:pt x="509" y="438"/>
                  </a:lnTo>
                  <a:lnTo>
                    <a:pt x="509" y="438"/>
                  </a:lnTo>
                  <a:lnTo>
                    <a:pt x="509" y="438"/>
                  </a:lnTo>
                  <a:lnTo>
                    <a:pt x="511" y="438"/>
                  </a:lnTo>
                  <a:lnTo>
                    <a:pt x="511" y="440"/>
                  </a:lnTo>
                  <a:lnTo>
                    <a:pt x="511" y="440"/>
                  </a:lnTo>
                  <a:lnTo>
                    <a:pt x="511" y="440"/>
                  </a:lnTo>
                  <a:lnTo>
                    <a:pt x="511" y="438"/>
                  </a:lnTo>
                  <a:lnTo>
                    <a:pt x="511" y="438"/>
                  </a:lnTo>
                  <a:lnTo>
                    <a:pt x="511" y="438"/>
                  </a:lnTo>
                  <a:lnTo>
                    <a:pt x="514" y="435"/>
                  </a:lnTo>
                  <a:lnTo>
                    <a:pt x="514" y="435"/>
                  </a:lnTo>
                  <a:lnTo>
                    <a:pt x="511" y="433"/>
                  </a:lnTo>
                  <a:lnTo>
                    <a:pt x="509" y="433"/>
                  </a:lnTo>
                  <a:lnTo>
                    <a:pt x="509" y="431"/>
                  </a:lnTo>
                  <a:lnTo>
                    <a:pt x="507" y="431"/>
                  </a:lnTo>
                  <a:lnTo>
                    <a:pt x="507" y="428"/>
                  </a:lnTo>
                  <a:lnTo>
                    <a:pt x="507" y="426"/>
                  </a:lnTo>
                  <a:lnTo>
                    <a:pt x="504" y="424"/>
                  </a:lnTo>
                  <a:lnTo>
                    <a:pt x="507" y="424"/>
                  </a:lnTo>
                  <a:lnTo>
                    <a:pt x="509" y="421"/>
                  </a:lnTo>
                  <a:lnTo>
                    <a:pt x="509" y="421"/>
                  </a:lnTo>
                  <a:lnTo>
                    <a:pt x="507" y="421"/>
                  </a:lnTo>
                  <a:lnTo>
                    <a:pt x="504" y="421"/>
                  </a:lnTo>
                  <a:lnTo>
                    <a:pt x="502" y="421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502" y="419"/>
                  </a:lnTo>
                  <a:lnTo>
                    <a:pt x="504" y="419"/>
                  </a:lnTo>
                  <a:lnTo>
                    <a:pt x="504" y="419"/>
                  </a:lnTo>
                  <a:lnTo>
                    <a:pt x="507" y="416"/>
                  </a:lnTo>
                  <a:lnTo>
                    <a:pt x="509" y="412"/>
                  </a:lnTo>
                  <a:lnTo>
                    <a:pt x="514" y="409"/>
                  </a:lnTo>
                  <a:lnTo>
                    <a:pt x="514" y="409"/>
                  </a:lnTo>
                  <a:lnTo>
                    <a:pt x="511" y="407"/>
                  </a:lnTo>
                  <a:lnTo>
                    <a:pt x="511" y="407"/>
                  </a:lnTo>
                  <a:lnTo>
                    <a:pt x="509" y="409"/>
                  </a:lnTo>
                  <a:lnTo>
                    <a:pt x="509" y="409"/>
                  </a:lnTo>
                  <a:lnTo>
                    <a:pt x="509" y="409"/>
                  </a:lnTo>
                  <a:lnTo>
                    <a:pt x="509" y="407"/>
                  </a:lnTo>
                  <a:lnTo>
                    <a:pt x="509" y="407"/>
                  </a:lnTo>
                  <a:lnTo>
                    <a:pt x="511" y="405"/>
                  </a:lnTo>
                  <a:lnTo>
                    <a:pt x="518" y="402"/>
                  </a:lnTo>
                  <a:lnTo>
                    <a:pt x="525" y="400"/>
                  </a:lnTo>
                  <a:lnTo>
                    <a:pt x="525" y="398"/>
                  </a:lnTo>
                  <a:lnTo>
                    <a:pt x="528" y="395"/>
                  </a:lnTo>
                  <a:lnTo>
                    <a:pt x="528" y="395"/>
                  </a:lnTo>
                  <a:lnTo>
                    <a:pt x="528" y="390"/>
                  </a:lnTo>
                  <a:lnTo>
                    <a:pt x="530" y="390"/>
                  </a:lnTo>
                  <a:lnTo>
                    <a:pt x="530" y="388"/>
                  </a:lnTo>
                  <a:lnTo>
                    <a:pt x="533" y="386"/>
                  </a:lnTo>
                  <a:lnTo>
                    <a:pt x="533" y="383"/>
                  </a:lnTo>
                  <a:lnTo>
                    <a:pt x="535" y="379"/>
                  </a:lnTo>
                  <a:lnTo>
                    <a:pt x="537" y="379"/>
                  </a:lnTo>
                  <a:lnTo>
                    <a:pt x="537" y="379"/>
                  </a:lnTo>
                  <a:lnTo>
                    <a:pt x="540" y="376"/>
                  </a:lnTo>
                  <a:lnTo>
                    <a:pt x="540" y="376"/>
                  </a:lnTo>
                  <a:lnTo>
                    <a:pt x="540" y="374"/>
                  </a:lnTo>
                  <a:lnTo>
                    <a:pt x="542" y="374"/>
                  </a:lnTo>
                  <a:lnTo>
                    <a:pt x="542" y="372"/>
                  </a:lnTo>
                  <a:lnTo>
                    <a:pt x="542" y="369"/>
                  </a:lnTo>
                  <a:lnTo>
                    <a:pt x="537" y="372"/>
                  </a:lnTo>
                  <a:lnTo>
                    <a:pt x="537" y="372"/>
                  </a:lnTo>
                  <a:lnTo>
                    <a:pt x="537" y="372"/>
                  </a:lnTo>
                  <a:lnTo>
                    <a:pt x="535" y="372"/>
                  </a:lnTo>
                  <a:lnTo>
                    <a:pt x="535" y="369"/>
                  </a:lnTo>
                  <a:lnTo>
                    <a:pt x="542" y="364"/>
                  </a:lnTo>
                  <a:lnTo>
                    <a:pt x="552" y="360"/>
                  </a:lnTo>
                  <a:lnTo>
                    <a:pt x="552" y="360"/>
                  </a:lnTo>
                  <a:lnTo>
                    <a:pt x="554" y="357"/>
                  </a:lnTo>
                  <a:lnTo>
                    <a:pt x="554" y="357"/>
                  </a:lnTo>
                  <a:lnTo>
                    <a:pt x="554" y="353"/>
                  </a:lnTo>
                  <a:lnTo>
                    <a:pt x="554" y="350"/>
                  </a:lnTo>
                  <a:lnTo>
                    <a:pt x="554" y="350"/>
                  </a:lnTo>
                  <a:lnTo>
                    <a:pt x="554" y="348"/>
                  </a:lnTo>
                  <a:lnTo>
                    <a:pt x="554" y="348"/>
                  </a:lnTo>
                  <a:lnTo>
                    <a:pt x="554" y="345"/>
                  </a:lnTo>
                  <a:lnTo>
                    <a:pt x="554" y="343"/>
                  </a:lnTo>
                  <a:lnTo>
                    <a:pt x="554" y="341"/>
                  </a:lnTo>
                  <a:lnTo>
                    <a:pt x="554" y="338"/>
                  </a:lnTo>
                  <a:lnTo>
                    <a:pt x="554" y="338"/>
                  </a:lnTo>
                  <a:lnTo>
                    <a:pt x="556" y="336"/>
                  </a:lnTo>
                  <a:lnTo>
                    <a:pt x="554" y="336"/>
                  </a:lnTo>
                  <a:lnTo>
                    <a:pt x="554" y="338"/>
                  </a:lnTo>
                  <a:lnTo>
                    <a:pt x="554" y="341"/>
                  </a:lnTo>
                  <a:lnTo>
                    <a:pt x="554" y="341"/>
                  </a:lnTo>
                  <a:lnTo>
                    <a:pt x="552" y="341"/>
                  </a:lnTo>
                  <a:lnTo>
                    <a:pt x="552" y="343"/>
                  </a:lnTo>
                  <a:lnTo>
                    <a:pt x="552" y="343"/>
                  </a:lnTo>
                  <a:lnTo>
                    <a:pt x="552" y="343"/>
                  </a:lnTo>
                  <a:lnTo>
                    <a:pt x="549" y="343"/>
                  </a:lnTo>
                  <a:lnTo>
                    <a:pt x="549" y="343"/>
                  </a:lnTo>
                  <a:lnTo>
                    <a:pt x="549" y="343"/>
                  </a:lnTo>
                  <a:lnTo>
                    <a:pt x="549" y="345"/>
                  </a:lnTo>
                  <a:lnTo>
                    <a:pt x="547" y="350"/>
                  </a:lnTo>
                  <a:lnTo>
                    <a:pt x="547" y="353"/>
                  </a:lnTo>
                  <a:lnTo>
                    <a:pt x="547" y="353"/>
                  </a:lnTo>
                  <a:lnTo>
                    <a:pt x="544" y="355"/>
                  </a:lnTo>
                  <a:lnTo>
                    <a:pt x="542" y="355"/>
                  </a:lnTo>
                  <a:lnTo>
                    <a:pt x="542" y="357"/>
                  </a:lnTo>
                  <a:lnTo>
                    <a:pt x="537" y="364"/>
                  </a:lnTo>
                  <a:lnTo>
                    <a:pt x="530" y="372"/>
                  </a:lnTo>
                  <a:lnTo>
                    <a:pt x="525" y="379"/>
                  </a:lnTo>
                  <a:lnTo>
                    <a:pt x="518" y="381"/>
                  </a:lnTo>
                  <a:lnTo>
                    <a:pt x="516" y="386"/>
                  </a:lnTo>
                  <a:lnTo>
                    <a:pt x="516" y="386"/>
                  </a:lnTo>
                  <a:lnTo>
                    <a:pt x="516" y="383"/>
                  </a:lnTo>
                  <a:lnTo>
                    <a:pt x="514" y="383"/>
                  </a:lnTo>
                  <a:lnTo>
                    <a:pt x="514" y="383"/>
                  </a:lnTo>
                  <a:lnTo>
                    <a:pt x="511" y="383"/>
                  </a:lnTo>
                  <a:lnTo>
                    <a:pt x="511" y="383"/>
                  </a:lnTo>
                  <a:lnTo>
                    <a:pt x="511" y="383"/>
                  </a:lnTo>
                  <a:lnTo>
                    <a:pt x="511" y="383"/>
                  </a:lnTo>
                  <a:lnTo>
                    <a:pt x="511" y="381"/>
                  </a:lnTo>
                  <a:lnTo>
                    <a:pt x="514" y="381"/>
                  </a:lnTo>
                  <a:lnTo>
                    <a:pt x="518" y="379"/>
                  </a:lnTo>
                  <a:lnTo>
                    <a:pt x="518" y="379"/>
                  </a:lnTo>
                  <a:lnTo>
                    <a:pt x="523" y="374"/>
                  </a:lnTo>
                  <a:lnTo>
                    <a:pt x="525" y="372"/>
                  </a:lnTo>
                  <a:lnTo>
                    <a:pt x="525" y="369"/>
                  </a:lnTo>
                  <a:lnTo>
                    <a:pt x="528" y="367"/>
                  </a:lnTo>
                  <a:lnTo>
                    <a:pt x="528" y="367"/>
                  </a:lnTo>
                  <a:lnTo>
                    <a:pt x="533" y="362"/>
                  </a:lnTo>
                  <a:lnTo>
                    <a:pt x="537" y="357"/>
                  </a:lnTo>
                  <a:lnTo>
                    <a:pt x="544" y="353"/>
                  </a:lnTo>
                  <a:lnTo>
                    <a:pt x="544" y="350"/>
                  </a:lnTo>
                  <a:lnTo>
                    <a:pt x="547" y="343"/>
                  </a:lnTo>
                  <a:lnTo>
                    <a:pt x="552" y="338"/>
                  </a:lnTo>
                  <a:lnTo>
                    <a:pt x="556" y="334"/>
                  </a:lnTo>
                  <a:lnTo>
                    <a:pt x="559" y="331"/>
                  </a:lnTo>
                  <a:lnTo>
                    <a:pt x="559" y="331"/>
                  </a:lnTo>
                  <a:lnTo>
                    <a:pt x="559" y="329"/>
                  </a:lnTo>
                  <a:lnTo>
                    <a:pt x="559" y="329"/>
                  </a:lnTo>
                  <a:lnTo>
                    <a:pt x="559" y="329"/>
                  </a:lnTo>
                  <a:lnTo>
                    <a:pt x="556" y="329"/>
                  </a:lnTo>
                  <a:lnTo>
                    <a:pt x="559" y="327"/>
                  </a:lnTo>
                  <a:lnTo>
                    <a:pt x="559" y="327"/>
                  </a:lnTo>
                  <a:lnTo>
                    <a:pt x="561" y="327"/>
                  </a:lnTo>
                  <a:lnTo>
                    <a:pt x="561" y="324"/>
                  </a:lnTo>
                  <a:lnTo>
                    <a:pt x="561" y="322"/>
                  </a:lnTo>
                  <a:lnTo>
                    <a:pt x="561" y="322"/>
                  </a:lnTo>
                  <a:lnTo>
                    <a:pt x="561" y="322"/>
                  </a:lnTo>
                  <a:lnTo>
                    <a:pt x="559" y="327"/>
                  </a:lnTo>
                  <a:lnTo>
                    <a:pt x="556" y="327"/>
                  </a:lnTo>
                  <a:lnTo>
                    <a:pt x="556" y="324"/>
                  </a:lnTo>
                  <a:lnTo>
                    <a:pt x="556" y="322"/>
                  </a:lnTo>
                  <a:lnTo>
                    <a:pt x="556" y="322"/>
                  </a:lnTo>
                  <a:lnTo>
                    <a:pt x="568" y="310"/>
                  </a:lnTo>
                  <a:lnTo>
                    <a:pt x="568" y="310"/>
                  </a:lnTo>
                  <a:lnTo>
                    <a:pt x="568" y="310"/>
                  </a:lnTo>
                  <a:lnTo>
                    <a:pt x="568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08"/>
                  </a:lnTo>
                  <a:lnTo>
                    <a:pt x="573" y="308"/>
                  </a:lnTo>
                  <a:lnTo>
                    <a:pt x="573" y="308"/>
                  </a:lnTo>
                  <a:lnTo>
                    <a:pt x="573" y="308"/>
                  </a:lnTo>
                  <a:lnTo>
                    <a:pt x="578" y="305"/>
                  </a:lnTo>
                  <a:lnTo>
                    <a:pt x="578" y="305"/>
                  </a:lnTo>
                  <a:lnTo>
                    <a:pt x="580" y="303"/>
                  </a:lnTo>
                  <a:lnTo>
                    <a:pt x="580" y="301"/>
                  </a:lnTo>
                  <a:lnTo>
                    <a:pt x="580" y="301"/>
                  </a:lnTo>
                  <a:lnTo>
                    <a:pt x="582" y="298"/>
                  </a:lnTo>
                  <a:lnTo>
                    <a:pt x="582" y="296"/>
                  </a:lnTo>
                  <a:lnTo>
                    <a:pt x="580" y="296"/>
                  </a:lnTo>
                  <a:lnTo>
                    <a:pt x="580" y="296"/>
                  </a:lnTo>
                  <a:lnTo>
                    <a:pt x="580" y="293"/>
                  </a:lnTo>
                  <a:lnTo>
                    <a:pt x="582" y="293"/>
                  </a:lnTo>
                  <a:lnTo>
                    <a:pt x="573" y="298"/>
                  </a:lnTo>
                  <a:lnTo>
                    <a:pt x="570" y="298"/>
                  </a:lnTo>
                  <a:lnTo>
                    <a:pt x="573" y="296"/>
                  </a:lnTo>
                  <a:lnTo>
                    <a:pt x="582" y="291"/>
                  </a:lnTo>
                  <a:lnTo>
                    <a:pt x="582" y="289"/>
                  </a:lnTo>
                  <a:lnTo>
                    <a:pt x="582" y="289"/>
                  </a:lnTo>
                  <a:lnTo>
                    <a:pt x="582" y="286"/>
                  </a:lnTo>
                  <a:lnTo>
                    <a:pt x="582" y="284"/>
                  </a:lnTo>
                  <a:lnTo>
                    <a:pt x="580" y="284"/>
                  </a:lnTo>
                  <a:lnTo>
                    <a:pt x="580" y="286"/>
                  </a:lnTo>
                  <a:lnTo>
                    <a:pt x="580" y="284"/>
                  </a:lnTo>
                  <a:lnTo>
                    <a:pt x="580" y="284"/>
                  </a:lnTo>
                  <a:lnTo>
                    <a:pt x="580" y="284"/>
                  </a:lnTo>
                  <a:lnTo>
                    <a:pt x="580" y="282"/>
                  </a:lnTo>
                  <a:lnTo>
                    <a:pt x="580" y="282"/>
                  </a:lnTo>
                  <a:lnTo>
                    <a:pt x="582" y="282"/>
                  </a:lnTo>
                  <a:lnTo>
                    <a:pt x="582" y="282"/>
                  </a:lnTo>
                  <a:lnTo>
                    <a:pt x="582" y="282"/>
                  </a:lnTo>
                  <a:lnTo>
                    <a:pt x="580" y="279"/>
                  </a:lnTo>
                  <a:lnTo>
                    <a:pt x="580" y="279"/>
                  </a:lnTo>
                  <a:lnTo>
                    <a:pt x="580" y="279"/>
                  </a:lnTo>
                  <a:lnTo>
                    <a:pt x="578" y="282"/>
                  </a:lnTo>
                  <a:lnTo>
                    <a:pt x="578" y="282"/>
                  </a:lnTo>
                  <a:lnTo>
                    <a:pt x="578" y="279"/>
                  </a:lnTo>
                  <a:lnTo>
                    <a:pt x="578" y="279"/>
                  </a:lnTo>
                  <a:lnTo>
                    <a:pt x="575" y="279"/>
                  </a:lnTo>
                  <a:lnTo>
                    <a:pt x="575" y="279"/>
                  </a:lnTo>
                  <a:lnTo>
                    <a:pt x="575" y="279"/>
                  </a:lnTo>
                  <a:lnTo>
                    <a:pt x="573" y="277"/>
                  </a:lnTo>
                  <a:lnTo>
                    <a:pt x="570" y="279"/>
                  </a:lnTo>
                  <a:lnTo>
                    <a:pt x="568" y="279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4"/>
                  </a:lnTo>
                  <a:lnTo>
                    <a:pt x="566" y="286"/>
                  </a:lnTo>
                  <a:lnTo>
                    <a:pt x="563" y="286"/>
                  </a:lnTo>
                  <a:lnTo>
                    <a:pt x="563" y="286"/>
                  </a:lnTo>
                  <a:lnTo>
                    <a:pt x="561" y="284"/>
                  </a:lnTo>
                  <a:lnTo>
                    <a:pt x="561" y="284"/>
                  </a:lnTo>
                  <a:lnTo>
                    <a:pt x="559" y="282"/>
                  </a:lnTo>
                  <a:lnTo>
                    <a:pt x="559" y="282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7" y="284"/>
                  </a:lnTo>
                  <a:lnTo>
                    <a:pt x="547" y="286"/>
                  </a:lnTo>
                  <a:lnTo>
                    <a:pt x="547" y="286"/>
                  </a:lnTo>
                  <a:lnTo>
                    <a:pt x="547" y="289"/>
                  </a:lnTo>
                  <a:lnTo>
                    <a:pt x="547" y="289"/>
                  </a:lnTo>
                  <a:lnTo>
                    <a:pt x="544" y="286"/>
                  </a:lnTo>
                  <a:lnTo>
                    <a:pt x="544" y="286"/>
                  </a:lnTo>
                  <a:lnTo>
                    <a:pt x="540" y="291"/>
                  </a:lnTo>
                  <a:lnTo>
                    <a:pt x="537" y="291"/>
                  </a:lnTo>
                  <a:lnTo>
                    <a:pt x="537" y="291"/>
                  </a:lnTo>
                  <a:lnTo>
                    <a:pt x="535" y="289"/>
                  </a:lnTo>
                  <a:lnTo>
                    <a:pt x="535" y="289"/>
                  </a:lnTo>
                  <a:lnTo>
                    <a:pt x="535" y="289"/>
                  </a:lnTo>
                  <a:lnTo>
                    <a:pt x="535" y="289"/>
                  </a:lnTo>
                  <a:lnTo>
                    <a:pt x="535" y="286"/>
                  </a:lnTo>
                  <a:lnTo>
                    <a:pt x="535" y="286"/>
                  </a:lnTo>
                  <a:lnTo>
                    <a:pt x="533" y="286"/>
                  </a:lnTo>
                  <a:lnTo>
                    <a:pt x="525" y="291"/>
                  </a:lnTo>
                  <a:lnTo>
                    <a:pt x="525" y="293"/>
                  </a:lnTo>
                  <a:lnTo>
                    <a:pt x="525" y="293"/>
                  </a:lnTo>
                  <a:lnTo>
                    <a:pt x="528" y="296"/>
                  </a:lnTo>
                  <a:lnTo>
                    <a:pt x="528" y="296"/>
                  </a:lnTo>
                  <a:lnTo>
                    <a:pt x="528" y="296"/>
                  </a:lnTo>
                  <a:lnTo>
                    <a:pt x="528" y="298"/>
                  </a:lnTo>
                  <a:lnTo>
                    <a:pt x="525" y="298"/>
                  </a:lnTo>
                  <a:lnTo>
                    <a:pt x="525" y="296"/>
                  </a:lnTo>
                  <a:lnTo>
                    <a:pt x="525" y="296"/>
                  </a:lnTo>
                  <a:lnTo>
                    <a:pt x="521" y="296"/>
                  </a:lnTo>
                  <a:lnTo>
                    <a:pt x="521" y="296"/>
                  </a:lnTo>
                  <a:lnTo>
                    <a:pt x="521" y="298"/>
                  </a:lnTo>
                  <a:lnTo>
                    <a:pt x="521" y="298"/>
                  </a:lnTo>
                  <a:lnTo>
                    <a:pt x="518" y="298"/>
                  </a:lnTo>
                  <a:lnTo>
                    <a:pt x="518" y="296"/>
                  </a:lnTo>
                  <a:lnTo>
                    <a:pt x="521" y="296"/>
                  </a:lnTo>
                  <a:lnTo>
                    <a:pt x="516" y="298"/>
                  </a:lnTo>
                  <a:lnTo>
                    <a:pt x="514" y="298"/>
                  </a:lnTo>
                  <a:lnTo>
                    <a:pt x="511" y="298"/>
                  </a:lnTo>
                  <a:lnTo>
                    <a:pt x="511" y="298"/>
                  </a:lnTo>
                  <a:lnTo>
                    <a:pt x="511" y="296"/>
                  </a:lnTo>
                  <a:lnTo>
                    <a:pt x="509" y="296"/>
                  </a:lnTo>
                  <a:lnTo>
                    <a:pt x="509" y="298"/>
                  </a:lnTo>
                  <a:lnTo>
                    <a:pt x="511" y="301"/>
                  </a:lnTo>
                  <a:lnTo>
                    <a:pt x="509" y="301"/>
                  </a:lnTo>
                  <a:lnTo>
                    <a:pt x="509" y="301"/>
                  </a:lnTo>
                  <a:lnTo>
                    <a:pt x="509" y="301"/>
                  </a:lnTo>
                  <a:lnTo>
                    <a:pt x="509" y="298"/>
                  </a:lnTo>
                  <a:lnTo>
                    <a:pt x="507" y="298"/>
                  </a:lnTo>
                  <a:lnTo>
                    <a:pt x="507" y="298"/>
                  </a:lnTo>
                  <a:lnTo>
                    <a:pt x="504" y="298"/>
                  </a:lnTo>
                  <a:lnTo>
                    <a:pt x="504" y="298"/>
                  </a:lnTo>
                  <a:lnTo>
                    <a:pt x="504" y="301"/>
                  </a:lnTo>
                  <a:lnTo>
                    <a:pt x="504" y="301"/>
                  </a:lnTo>
                  <a:lnTo>
                    <a:pt x="504" y="301"/>
                  </a:lnTo>
                  <a:lnTo>
                    <a:pt x="502" y="303"/>
                  </a:lnTo>
                  <a:lnTo>
                    <a:pt x="502" y="303"/>
                  </a:lnTo>
                  <a:lnTo>
                    <a:pt x="499" y="303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298"/>
                  </a:lnTo>
                  <a:lnTo>
                    <a:pt x="499" y="298"/>
                  </a:lnTo>
                  <a:lnTo>
                    <a:pt x="499" y="296"/>
                  </a:lnTo>
                  <a:lnTo>
                    <a:pt x="497" y="296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301"/>
                  </a:lnTo>
                  <a:lnTo>
                    <a:pt x="497" y="301"/>
                  </a:lnTo>
                  <a:lnTo>
                    <a:pt x="495" y="301"/>
                  </a:lnTo>
                  <a:lnTo>
                    <a:pt x="495" y="301"/>
                  </a:lnTo>
                  <a:lnTo>
                    <a:pt x="495" y="298"/>
                  </a:lnTo>
                  <a:lnTo>
                    <a:pt x="495" y="298"/>
                  </a:lnTo>
                  <a:lnTo>
                    <a:pt x="495" y="298"/>
                  </a:lnTo>
                  <a:lnTo>
                    <a:pt x="495" y="296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5" y="293"/>
                  </a:lnTo>
                  <a:lnTo>
                    <a:pt x="492" y="293"/>
                  </a:lnTo>
                  <a:lnTo>
                    <a:pt x="492" y="291"/>
                  </a:lnTo>
                  <a:lnTo>
                    <a:pt x="492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88" y="291"/>
                  </a:lnTo>
                  <a:lnTo>
                    <a:pt x="488" y="291"/>
                  </a:lnTo>
                  <a:lnTo>
                    <a:pt x="488" y="291"/>
                  </a:lnTo>
                  <a:lnTo>
                    <a:pt x="488" y="293"/>
                  </a:lnTo>
                  <a:lnTo>
                    <a:pt x="488" y="293"/>
                  </a:lnTo>
                  <a:lnTo>
                    <a:pt x="488" y="293"/>
                  </a:lnTo>
                  <a:lnTo>
                    <a:pt x="488" y="293"/>
                  </a:lnTo>
                  <a:lnTo>
                    <a:pt x="488" y="291"/>
                  </a:lnTo>
                  <a:lnTo>
                    <a:pt x="488" y="286"/>
                  </a:lnTo>
                  <a:lnTo>
                    <a:pt x="485" y="282"/>
                  </a:lnTo>
                  <a:lnTo>
                    <a:pt x="485" y="282"/>
                  </a:lnTo>
                  <a:lnTo>
                    <a:pt x="485" y="282"/>
                  </a:lnTo>
                  <a:lnTo>
                    <a:pt x="483" y="282"/>
                  </a:lnTo>
                  <a:lnTo>
                    <a:pt x="483" y="282"/>
                  </a:lnTo>
                  <a:lnTo>
                    <a:pt x="483" y="284"/>
                  </a:lnTo>
                  <a:lnTo>
                    <a:pt x="483" y="282"/>
                  </a:lnTo>
                  <a:lnTo>
                    <a:pt x="483" y="282"/>
                  </a:lnTo>
                  <a:lnTo>
                    <a:pt x="483" y="282"/>
                  </a:lnTo>
                  <a:lnTo>
                    <a:pt x="481" y="282"/>
                  </a:lnTo>
                  <a:lnTo>
                    <a:pt x="481" y="282"/>
                  </a:lnTo>
                  <a:lnTo>
                    <a:pt x="481" y="282"/>
                  </a:lnTo>
                  <a:lnTo>
                    <a:pt x="481" y="282"/>
                  </a:lnTo>
                  <a:lnTo>
                    <a:pt x="481" y="284"/>
                  </a:lnTo>
                  <a:lnTo>
                    <a:pt x="481" y="286"/>
                  </a:lnTo>
                  <a:lnTo>
                    <a:pt x="481" y="286"/>
                  </a:lnTo>
                  <a:lnTo>
                    <a:pt x="481" y="289"/>
                  </a:lnTo>
                  <a:lnTo>
                    <a:pt x="481" y="289"/>
                  </a:lnTo>
                  <a:lnTo>
                    <a:pt x="481" y="286"/>
                  </a:lnTo>
                  <a:lnTo>
                    <a:pt x="481" y="286"/>
                  </a:lnTo>
                  <a:lnTo>
                    <a:pt x="478" y="286"/>
                  </a:lnTo>
                  <a:lnTo>
                    <a:pt x="478" y="286"/>
                  </a:lnTo>
                  <a:lnTo>
                    <a:pt x="478" y="286"/>
                  </a:lnTo>
                  <a:lnTo>
                    <a:pt x="478" y="289"/>
                  </a:lnTo>
                  <a:lnTo>
                    <a:pt x="478" y="289"/>
                  </a:lnTo>
                  <a:lnTo>
                    <a:pt x="481" y="291"/>
                  </a:lnTo>
                  <a:lnTo>
                    <a:pt x="478" y="291"/>
                  </a:lnTo>
                  <a:lnTo>
                    <a:pt x="478" y="291"/>
                  </a:lnTo>
                  <a:lnTo>
                    <a:pt x="476" y="289"/>
                  </a:lnTo>
                  <a:lnTo>
                    <a:pt x="476" y="291"/>
                  </a:lnTo>
                  <a:lnTo>
                    <a:pt x="476" y="293"/>
                  </a:lnTo>
                  <a:lnTo>
                    <a:pt x="478" y="296"/>
                  </a:lnTo>
                  <a:lnTo>
                    <a:pt x="476" y="296"/>
                  </a:lnTo>
                  <a:lnTo>
                    <a:pt x="476" y="296"/>
                  </a:lnTo>
                  <a:lnTo>
                    <a:pt x="476" y="296"/>
                  </a:lnTo>
                  <a:lnTo>
                    <a:pt x="476" y="298"/>
                  </a:lnTo>
                  <a:lnTo>
                    <a:pt x="476" y="298"/>
                  </a:lnTo>
                  <a:lnTo>
                    <a:pt x="476" y="298"/>
                  </a:lnTo>
                  <a:lnTo>
                    <a:pt x="476" y="301"/>
                  </a:lnTo>
                  <a:lnTo>
                    <a:pt x="473" y="301"/>
                  </a:lnTo>
                  <a:lnTo>
                    <a:pt x="473" y="303"/>
                  </a:lnTo>
                  <a:lnTo>
                    <a:pt x="473" y="305"/>
                  </a:lnTo>
                  <a:lnTo>
                    <a:pt x="473" y="303"/>
                  </a:lnTo>
                  <a:lnTo>
                    <a:pt x="473" y="303"/>
                  </a:lnTo>
                  <a:lnTo>
                    <a:pt x="473" y="298"/>
                  </a:lnTo>
                  <a:lnTo>
                    <a:pt x="473" y="296"/>
                  </a:lnTo>
                  <a:lnTo>
                    <a:pt x="473" y="296"/>
                  </a:lnTo>
                  <a:lnTo>
                    <a:pt x="473" y="296"/>
                  </a:lnTo>
                  <a:lnTo>
                    <a:pt x="473" y="293"/>
                  </a:lnTo>
                  <a:lnTo>
                    <a:pt x="473" y="293"/>
                  </a:lnTo>
                  <a:lnTo>
                    <a:pt x="473" y="289"/>
                  </a:lnTo>
                  <a:lnTo>
                    <a:pt x="476" y="286"/>
                  </a:lnTo>
                  <a:lnTo>
                    <a:pt x="476" y="284"/>
                  </a:lnTo>
                  <a:lnTo>
                    <a:pt x="473" y="282"/>
                  </a:lnTo>
                  <a:lnTo>
                    <a:pt x="473" y="279"/>
                  </a:lnTo>
                  <a:lnTo>
                    <a:pt x="471" y="279"/>
                  </a:lnTo>
                  <a:lnTo>
                    <a:pt x="471" y="277"/>
                  </a:lnTo>
                  <a:lnTo>
                    <a:pt x="471" y="279"/>
                  </a:lnTo>
                  <a:lnTo>
                    <a:pt x="471" y="282"/>
                  </a:lnTo>
                  <a:lnTo>
                    <a:pt x="471" y="284"/>
                  </a:lnTo>
                  <a:lnTo>
                    <a:pt x="471" y="286"/>
                  </a:lnTo>
                  <a:lnTo>
                    <a:pt x="471" y="284"/>
                  </a:lnTo>
                  <a:lnTo>
                    <a:pt x="471" y="284"/>
                  </a:lnTo>
                  <a:lnTo>
                    <a:pt x="471" y="282"/>
                  </a:lnTo>
                  <a:lnTo>
                    <a:pt x="471" y="282"/>
                  </a:lnTo>
                  <a:lnTo>
                    <a:pt x="469" y="282"/>
                  </a:lnTo>
                  <a:lnTo>
                    <a:pt x="469" y="282"/>
                  </a:lnTo>
                  <a:lnTo>
                    <a:pt x="469" y="282"/>
                  </a:lnTo>
                  <a:lnTo>
                    <a:pt x="469" y="284"/>
                  </a:lnTo>
                  <a:lnTo>
                    <a:pt x="469" y="284"/>
                  </a:lnTo>
                  <a:lnTo>
                    <a:pt x="469" y="284"/>
                  </a:lnTo>
                  <a:lnTo>
                    <a:pt x="469" y="286"/>
                  </a:lnTo>
                  <a:lnTo>
                    <a:pt x="469" y="286"/>
                  </a:lnTo>
                  <a:lnTo>
                    <a:pt x="469" y="289"/>
                  </a:lnTo>
                  <a:lnTo>
                    <a:pt x="469" y="289"/>
                  </a:lnTo>
                  <a:lnTo>
                    <a:pt x="469" y="289"/>
                  </a:lnTo>
                  <a:lnTo>
                    <a:pt x="469" y="293"/>
                  </a:lnTo>
                  <a:lnTo>
                    <a:pt x="471" y="301"/>
                  </a:lnTo>
                  <a:lnTo>
                    <a:pt x="471" y="301"/>
                  </a:lnTo>
                  <a:lnTo>
                    <a:pt x="469" y="298"/>
                  </a:lnTo>
                  <a:lnTo>
                    <a:pt x="469" y="298"/>
                  </a:lnTo>
                  <a:lnTo>
                    <a:pt x="466" y="301"/>
                  </a:lnTo>
                  <a:lnTo>
                    <a:pt x="466" y="312"/>
                  </a:lnTo>
                  <a:lnTo>
                    <a:pt x="464" y="317"/>
                  </a:lnTo>
                  <a:lnTo>
                    <a:pt x="464" y="317"/>
                  </a:lnTo>
                  <a:lnTo>
                    <a:pt x="464" y="317"/>
                  </a:lnTo>
                  <a:lnTo>
                    <a:pt x="462" y="319"/>
                  </a:lnTo>
                  <a:lnTo>
                    <a:pt x="462" y="319"/>
                  </a:lnTo>
                  <a:lnTo>
                    <a:pt x="462" y="322"/>
                  </a:lnTo>
                  <a:lnTo>
                    <a:pt x="462" y="324"/>
                  </a:lnTo>
                  <a:lnTo>
                    <a:pt x="462" y="324"/>
                  </a:lnTo>
                  <a:lnTo>
                    <a:pt x="464" y="329"/>
                  </a:lnTo>
                  <a:lnTo>
                    <a:pt x="464" y="329"/>
                  </a:lnTo>
                  <a:lnTo>
                    <a:pt x="466" y="329"/>
                  </a:lnTo>
                  <a:lnTo>
                    <a:pt x="466" y="331"/>
                  </a:lnTo>
                  <a:lnTo>
                    <a:pt x="464" y="331"/>
                  </a:lnTo>
                  <a:lnTo>
                    <a:pt x="464" y="334"/>
                  </a:lnTo>
                  <a:lnTo>
                    <a:pt x="464" y="336"/>
                  </a:lnTo>
                  <a:lnTo>
                    <a:pt x="464" y="336"/>
                  </a:lnTo>
                  <a:lnTo>
                    <a:pt x="462" y="336"/>
                  </a:lnTo>
                  <a:lnTo>
                    <a:pt x="462" y="336"/>
                  </a:lnTo>
                  <a:lnTo>
                    <a:pt x="464" y="331"/>
                  </a:lnTo>
                  <a:lnTo>
                    <a:pt x="462" y="329"/>
                  </a:lnTo>
                  <a:lnTo>
                    <a:pt x="462" y="329"/>
                  </a:lnTo>
                  <a:lnTo>
                    <a:pt x="462" y="329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59" y="327"/>
                  </a:lnTo>
                  <a:lnTo>
                    <a:pt x="459" y="324"/>
                  </a:lnTo>
                  <a:lnTo>
                    <a:pt x="459" y="322"/>
                  </a:lnTo>
                  <a:lnTo>
                    <a:pt x="459" y="322"/>
                  </a:lnTo>
                  <a:lnTo>
                    <a:pt x="462" y="319"/>
                  </a:lnTo>
                  <a:lnTo>
                    <a:pt x="462" y="317"/>
                  </a:lnTo>
                  <a:lnTo>
                    <a:pt x="462" y="315"/>
                  </a:lnTo>
                  <a:lnTo>
                    <a:pt x="459" y="315"/>
                  </a:lnTo>
                  <a:lnTo>
                    <a:pt x="459" y="315"/>
                  </a:lnTo>
                  <a:lnTo>
                    <a:pt x="462" y="312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1"/>
                  </a:lnTo>
                  <a:lnTo>
                    <a:pt x="464" y="298"/>
                  </a:lnTo>
                  <a:lnTo>
                    <a:pt x="464" y="298"/>
                  </a:lnTo>
                  <a:lnTo>
                    <a:pt x="464" y="296"/>
                  </a:lnTo>
                  <a:lnTo>
                    <a:pt x="464" y="293"/>
                  </a:lnTo>
                  <a:lnTo>
                    <a:pt x="464" y="293"/>
                  </a:lnTo>
                  <a:lnTo>
                    <a:pt x="462" y="293"/>
                  </a:lnTo>
                  <a:lnTo>
                    <a:pt x="462" y="296"/>
                  </a:lnTo>
                  <a:lnTo>
                    <a:pt x="462" y="293"/>
                  </a:lnTo>
                  <a:lnTo>
                    <a:pt x="459" y="293"/>
                  </a:lnTo>
                  <a:lnTo>
                    <a:pt x="459" y="291"/>
                  </a:lnTo>
                  <a:lnTo>
                    <a:pt x="459" y="291"/>
                  </a:lnTo>
                  <a:lnTo>
                    <a:pt x="457" y="289"/>
                  </a:lnTo>
                  <a:lnTo>
                    <a:pt x="457" y="289"/>
                  </a:lnTo>
                  <a:lnTo>
                    <a:pt x="457" y="289"/>
                  </a:lnTo>
                  <a:lnTo>
                    <a:pt x="457" y="291"/>
                  </a:lnTo>
                  <a:lnTo>
                    <a:pt x="457" y="293"/>
                  </a:lnTo>
                  <a:lnTo>
                    <a:pt x="457" y="293"/>
                  </a:lnTo>
                  <a:lnTo>
                    <a:pt x="457" y="293"/>
                  </a:lnTo>
                  <a:lnTo>
                    <a:pt x="457" y="298"/>
                  </a:lnTo>
                  <a:lnTo>
                    <a:pt x="457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0" y="301"/>
                  </a:lnTo>
                  <a:lnTo>
                    <a:pt x="450" y="301"/>
                  </a:lnTo>
                  <a:lnTo>
                    <a:pt x="450" y="301"/>
                  </a:lnTo>
                  <a:lnTo>
                    <a:pt x="450" y="303"/>
                  </a:lnTo>
                  <a:lnTo>
                    <a:pt x="450" y="305"/>
                  </a:lnTo>
                  <a:lnTo>
                    <a:pt x="447" y="305"/>
                  </a:lnTo>
                  <a:lnTo>
                    <a:pt x="447" y="305"/>
                  </a:lnTo>
                  <a:lnTo>
                    <a:pt x="445" y="305"/>
                  </a:lnTo>
                  <a:lnTo>
                    <a:pt x="445" y="303"/>
                  </a:lnTo>
                  <a:lnTo>
                    <a:pt x="445" y="305"/>
                  </a:lnTo>
                  <a:lnTo>
                    <a:pt x="445" y="305"/>
                  </a:lnTo>
                  <a:lnTo>
                    <a:pt x="443" y="305"/>
                  </a:lnTo>
                  <a:lnTo>
                    <a:pt x="443" y="305"/>
                  </a:lnTo>
                  <a:lnTo>
                    <a:pt x="443" y="308"/>
                  </a:lnTo>
                  <a:lnTo>
                    <a:pt x="443" y="308"/>
                  </a:lnTo>
                  <a:lnTo>
                    <a:pt x="443" y="308"/>
                  </a:lnTo>
                  <a:lnTo>
                    <a:pt x="440" y="308"/>
                  </a:lnTo>
                  <a:lnTo>
                    <a:pt x="440" y="305"/>
                  </a:lnTo>
                  <a:lnTo>
                    <a:pt x="440" y="305"/>
                  </a:lnTo>
                  <a:lnTo>
                    <a:pt x="440" y="305"/>
                  </a:lnTo>
                  <a:lnTo>
                    <a:pt x="443" y="305"/>
                  </a:lnTo>
                  <a:lnTo>
                    <a:pt x="445" y="303"/>
                  </a:lnTo>
                  <a:lnTo>
                    <a:pt x="445" y="303"/>
                  </a:lnTo>
                  <a:lnTo>
                    <a:pt x="445" y="303"/>
                  </a:lnTo>
                  <a:lnTo>
                    <a:pt x="445" y="301"/>
                  </a:lnTo>
                  <a:lnTo>
                    <a:pt x="447" y="301"/>
                  </a:lnTo>
                  <a:lnTo>
                    <a:pt x="447" y="298"/>
                  </a:lnTo>
                  <a:lnTo>
                    <a:pt x="447" y="298"/>
                  </a:lnTo>
                  <a:lnTo>
                    <a:pt x="447" y="298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5" y="293"/>
                  </a:lnTo>
                  <a:lnTo>
                    <a:pt x="445" y="291"/>
                  </a:lnTo>
                  <a:lnTo>
                    <a:pt x="447" y="291"/>
                  </a:lnTo>
                  <a:lnTo>
                    <a:pt x="445" y="291"/>
                  </a:lnTo>
                  <a:lnTo>
                    <a:pt x="443" y="289"/>
                  </a:lnTo>
                  <a:lnTo>
                    <a:pt x="445" y="291"/>
                  </a:lnTo>
                  <a:lnTo>
                    <a:pt x="443" y="291"/>
                  </a:lnTo>
                  <a:lnTo>
                    <a:pt x="443" y="291"/>
                  </a:lnTo>
                  <a:lnTo>
                    <a:pt x="443" y="291"/>
                  </a:lnTo>
                  <a:lnTo>
                    <a:pt x="443" y="291"/>
                  </a:lnTo>
                  <a:lnTo>
                    <a:pt x="443" y="289"/>
                  </a:lnTo>
                  <a:lnTo>
                    <a:pt x="443" y="289"/>
                  </a:lnTo>
                  <a:lnTo>
                    <a:pt x="440" y="289"/>
                  </a:lnTo>
                  <a:lnTo>
                    <a:pt x="440" y="286"/>
                  </a:lnTo>
                  <a:lnTo>
                    <a:pt x="438" y="289"/>
                  </a:lnTo>
                  <a:lnTo>
                    <a:pt x="438" y="289"/>
                  </a:lnTo>
                  <a:lnTo>
                    <a:pt x="438" y="291"/>
                  </a:lnTo>
                  <a:lnTo>
                    <a:pt x="438" y="291"/>
                  </a:lnTo>
                  <a:lnTo>
                    <a:pt x="438" y="293"/>
                  </a:lnTo>
                  <a:lnTo>
                    <a:pt x="438" y="293"/>
                  </a:lnTo>
                  <a:lnTo>
                    <a:pt x="438" y="293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8" y="298"/>
                  </a:lnTo>
                  <a:lnTo>
                    <a:pt x="438" y="298"/>
                  </a:lnTo>
                  <a:lnTo>
                    <a:pt x="436" y="301"/>
                  </a:lnTo>
                  <a:lnTo>
                    <a:pt x="433" y="301"/>
                  </a:lnTo>
                  <a:lnTo>
                    <a:pt x="436" y="301"/>
                  </a:lnTo>
                  <a:lnTo>
                    <a:pt x="436" y="301"/>
                  </a:lnTo>
                  <a:lnTo>
                    <a:pt x="436" y="303"/>
                  </a:lnTo>
                  <a:lnTo>
                    <a:pt x="433" y="303"/>
                  </a:lnTo>
                  <a:lnTo>
                    <a:pt x="436" y="308"/>
                  </a:lnTo>
                  <a:lnTo>
                    <a:pt x="436" y="310"/>
                  </a:lnTo>
                  <a:lnTo>
                    <a:pt x="436" y="310"/>
                  </a:lnTo>
                  <a:lnTo>
                    <a:pt x="436" y="310"/>
                  </a:lnTo>
                  <a:lnTo>
                    <a:pt x="433" y="317"/>
                  </a:lnTo>
                  <a:lnTo>
                    <a:pt x="433" y="324"/>
                  </a:lnTo>
                  <a:lnTo>
                    <a:pt x="433" y="324"/>
                  </a:lnTo>
                  <a:lnTo>
                    <a:pt x="431" y="322"/>
                  </a:lnTo>
                  <a:lnTo>
                    <a:pt x="431" y="319"/>
                  </a:lnTo>
                  <a:lnTo>
                    <a:pt x="433" y="317"/>
                  </a:lnTo>
                  <a:lnTo>
                    <a:pt x="433" y="317"/>
                  </a:lnTo>
                  <a:lnTo>
                    <a:pt x="433" y="315"/>
                  </a:lnTo>
                  <a:lnTo>
                    <a:pt x="433" y="315"/>
                  </a:lnTo>
                  <a:lnTo>
                    <a:pt x="433" y="305"/>
                  </a:lnTo>
                  <a:lnTo>
                    <a:pt x="433" y="305"/>
                  </a:lnTo>
                  <a:lnTo>
                    <a:pt x="433" y="303"/>
                  </a:lnTo>
                  <a:lnTo>
                    <a:pt x="433" y="303"/>
                  </a:lnTo>
                  <a:lnTo>
                    <a:pt x="433" y="301"/>
                  </a:lnTo>
                  <a:lnTo>
                    <a:pt x="433" y="301"/>
                  </a:lnTo>
                  <a:lnTo>
                    <a:pt x="433" y="298"/>
                  </a:lnTo>
                  <a:lnTo>
                    <a:pt x="433" y="298"/>
                  </a:lnTo>
                  <a:lnTo>
                    <a:pt x="431" y="298"/>
                  </a:lnTo>
                  <a:lnTo>
                    <a:pt x="431" y="301"/>
                  </a:lnTo>
                  <a:lnTo>
                    <a:pt x="428" y="303"/>
                  </a:lnTo>
                  <a:lnTo>
                    <a:pt x="428" y="308"/>
                  </a:lnTo>
                  <a:lnTo>
                    <a:pt x="428" y="308"/>
                  </a:lnTo>
                  <a:lnTo>
                    <a:pt x="428" y="305"/>
                  </a:lnTo>
                  <a:lnTo>
                    <a:pt x="428" y="305"/>
                  </a:lnTo>
                  <a:lnTo>
                    <a:pt x="428" y="305"/>
                  </a:lnTo>
                  <a:lnTo>
                    <a:pt x="426" y="301"/>
                  </a:lnTo>
                  <a:lnTo>
                    <a:pt x="426" y="301"/>
                  </a:lnTo>
                  <a:lnTo>
                    <a:pt x="426" y="301"/>
                  </a:lnTo>
                  <a:lnTo>
                    <a:pt x="426" y="301"/>
                  </a:lnTo>
                  <a:lnTo>
                    <a:pt x="426" y="303"/>
                  </a:lnTo>
                  <a:lnTo>
                    <a:pt x="426" y="303"/>
                  </a:lnTo>
                  <a:lnTo>
                    <a:pt x="426" y="305"/>
                  </a:lnTo>
                  <a:lnTo>
                    <a:pt x="426" y="305"/>
                  </a:lnTo>
                  <a:lnTo>
                    <a:pt x="426" y="305"/>
                  </a:lnTo>
                  <a:lnTo>
                    <a:pt x="424" y="305"/>
                  </a:lnTo>
                  <a:lnTo>
                    <a:pt x="424" y="305"/>
                  </a:lnTo>
                  <a:lnTo>
                    <a:pt x="424" y="305"/>
                  </a:lnTo>
                  <a:lnTo>
                    <a:pt x="424" y="308"/>
                  </a:lnTo>
                  <a:lnTo>
                    <a:pt x="424" y="308"/>
                  </a:lnTo>
                  <a:lnTo>
                    <a:pt x="421" y="315"/>
                  </a:lnTo>
                  <a:lnTo>
                    <a:pt x="421" y="317"/>
                  </a:lnTo>
                  <a:lnTo>
                    <a:pt x="421" y="317"/>
                  </a:lnTo>
                  <a:lnTo>
                    <a:pt x="421" y="317"/>
                  </a:lnTo>
                  <a:lnTo>
                    <a:pt x="419" y="317"/>
                  </a:lnTo>
                  <a:lnTo>
                    <a:pt x="419" y="317"/>
                  </a:lnTo>
                  <a:lnTo>
                    <a:pt x="419" y="319"/>
                  </a:lnTo>
                  <a:lnTo>
                    <a:pt x="419" y="319"/>
                  </a:lnTo>
                  <a:lnTo>
                    <a:pt x="421" y="322"/>
                  </a:lnTo>
                  <a:lnTo>
                    <a:pt x="421" y="324"/>
                  </a:lnTo>
                  <a:lnTo>
                    <a:pt x="419" y="327"/>
                  </a:lnTo>
                  <a:lnTo>
                    <a:pt x="419" y="327"/>
                  </a:lnTo>
                  <a:lnTo>
                    <a:pt x="419" y="329"/>
                  </a:lnTo>
                  <a:lnTo>
                    <a:pt x="419" y="331"/>
                  </a:lnTo>
                  <a:lnTo>
                    <a:pt x="417" y="336"/>
                  </a:lnTo>
                  <a:lnTo>
                    <a:pt x="417" y="336"/>
                  </a:lnTo>
                  <a:lnTo>
                    <a:pt x="417" y="334"/>
                  </a:lnTo>
                  <a:lnTo>
                    <a:pt x="417" y="334"/>
                  </a:lnTo>
                  <a:lnTo>
                    <a:pt x="414" y="334"/>
                  </a:lnTo>
                  <a:lnTo>
                    <a:pt x="414" y="331"/>
                  </a:lnTo>
                  <a:lnTo>
                    <a:pt x="417" y="331"/>
                  </a:lnTo>
                  <a:lnTo>
                    <a:pt x="417" y="327"/>
                  </a:lnTo>
                  <a:lnTo>
                    <a:pt x="419" y="324"/>
                  </a:lnTo>
                  <a:lnTo>
                    <a:pt x="419" y="322"/>
                  </a:lnTo>
                  <a:lnTo>
                    <a:pt x="419" y="322"/>
                  </a:lnTo>
                  <a:lnTo>
                    <a:pt x="417" y="317"/>
                  </a:lnTo>
                  <a:lnTo>
                    <a:pt x="417" y="317"/>
                  </a:lnTo>
                  <a:lnTo>
                    <a:pt x="417" y="315"/>
                  </a:lnTo>
                  <a:lnTo>
                    <a:pt x="419" y="312"/>
                  </a:lnTo>
                  <a:lnTo>
                    <a:pt x="419" y="308"/>
                  </a:lnTo>
                  <a:lnTo>
                    <a:pt x="419" y="308"/>
                  </a:lnTo>
                  <a:lnTo>
                    <a:pt x="417" y="308"/>
                  </a:lnTo>
                  <a:lnTo>
                    <a:pt x="417" y="308"/>
                  </a:lnTo>
                  <a:lnTo>
                    <a:pt x="417" y="310"/>
                  </a:lnTo>
                  <a:lnTo>
                    <a:pt x="417" y="312"/>
                  </a:lnTo>
                  <a:lnTo>
                    <a:pt x="417" y="312"/>
                  </a:lnTo>
                  <a:lnTo>
                    <a:pt x="417" y="312"/>
                  </a:lnTo>
                  <a:lnTo>
                    <a:pt x="417" y="312"/>
                  </a:lnTo>
                  <a:lnTo>
                    <a:pt x="414" y="312"/>
                  </a:lnTo>
                  <a:lnTo>
                    <a:pt x="414" y="315"/>
                  </a:lnTo>
                  <a:lnTo>
                    <a:pt x="414" y="319"/>
                  </a:lnTo>
                  <a:lnTo>
                    <a:pt x="412" y="322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412" y="312"/>
                  </a:lnTo>
                  <a:lnTo>
                    <a:pt x="412" y="312"/>
                  </a:lnTo>
                  <a:lnTo>
                    <a:pt x="412" y="310"/>
                  </a:lnTo>
                  <a:lnTo>
                    <a:pt x="412" y="310"/>
                  </a:lnTo>
                  <a:lnTo>
                    <a:pt x="412" y="310"/>
                  </a:lnTo>
                  <a:lnTo>
                    <a:pt x="412" y="308"/>
                  </a:lnTo>
                  <a:lnTo>
                    <a:pt x="412" y="308"/>
                  </a:lnTo>
                  <a:lnTo>
                    <a:pt x="412" y="308"/>
                  </a:lnTo>
                  <a:lnTo>
                    <a:pt x="412" y="308"/>
                  </a:lnTo>
                  <a:lnTo>
                    <a:pt x="414" y="308"/>
                  </a:lnTo>
                  <a:lnTo>
                    <a:pt x="414" y="308"/>
                  </a:lnTo>
                  <a:lnTo>
                    <a:pt x="414" y="308"/>
                  </a:lnTo>
                  <a:lnTo>
                    <a:pt x="414" y="305"/>
                  </a:lnTo>
                  <a:lnTo>
                    <a:pt x="414" y="305"/>
                  </a:lnTo>
                  <a:lnTo>
                    <a:pt x="414" y="305"/>
                  </a:lnTo>
                  <a:lnTo>
                    <a:pt x="414" y="303"/>
                  </a:lnTo>
                  <a:lnTo>
                    <a:pt x="414" y="301"/>
                  </a:lnTo>
                  <a:lnTo>
                    <a:pt x="412" y="298"/>
                  </a:lnTo>
                  <a:lnTo>
                    <a:pt x="412" y="298"/>
                  </a:lnTo>
                  <a:lnTo>
                    <a:pt x="414" y="293"/>
                  </a:lnTo>
                  <a:lnTo>
                    <a:pt x="417" y="291"/>
                  </a:lnTo>
                  <a:lnTo>
                    <a:pt x="417" y="291"/>
                  </a:lnTo>
                  <a:lnTo>
                    <a:pt x="417" y="291"/>
                  </a:lnTo>
                  <a:lnTo>
                    <a:pt x="417" y="291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4" y="286"/>
                  </a:lnTo>
                  <a:lnTo>
                    <a:pt x="414" y="286"/>
                  </a:lnTo>
                  <a:lnTo>
                    <a:pt x="414" y="286"/>
                  </a:lnTo>
                  <a:lnTo>
                    <a:pt x="414" y="286"/>
                  </a:lnTo>
                  <a:lnTo>
                    <a:pt x="412" y="286"/>
                  </a:lnTo>
                  <a:lnTo>
                    <a:pt x="412" y="286"/>
                  </a:lnTo>
                  <a:lnTo>
                    <a:pt x="410" y="286"/>
                  </a:lnTo>
                  <a:lnTo>
                    <a:pt x="412" y="289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0" y="291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1"/>
                  </a:lnTo>
                  <a:lnTo>
                    <a:pt x="410" y="289"/>
                  </a:lnTo>
                  <a:lnTo>
                    <a:pt x="410" y="289"/>
                  </a:lnTo>
                  <a:lnTo>
                    <a:pt x="410" y="289"/>
                  </a:lnTo>
                  <a:lnTo>
                    <a:pt x="410" y="289"/>
                  </a:lnTo>
                  <a:lnTo>
                    <a:pt x="407" y="289"/>
                  </a:lnTo>
                  <a:lnTo>
                    <a:pt x="410" y="293"/>
                  </a:lnTo>
                  <a:lnTo>
                    <a:pt x="407" y="296"/>
                  </a:lnTo>
                  <a:lnTo>
                    <a:pt x="407" y="296"/>
                  </a:lnTo>
                  <a:lnTo>
                    <a:pt x="410" y="298"/>
                  </a:lnTo>
                  <a:lnTo>
                    <a:pt x="410" y="301"/>
                  </a:lnTo>
                  <a:lnTo>
                    <a:pt x="410" y="303"/>
                  </a:lnTo>
                  <a:lnTo>
                    <a:pt x="410" y="303"/>
                  </a:lnTo>
                  <a:lnTo>
                    <a:pt x="410" y="301"/>
                  </a:lnTo>
                  <a:lnTo>
                    <a:pt x="407" y="298"/>
                  </a:lnTo>
                  <a:lnTo>
                    <a:pt x="407" y="298"/>
                  </a:lnTo>
                  <a:lnTo>
                    <a:pt x="407" y="296"/>
                  </a:lnTo>
                  <a:lnTo>
                    <a:pt x="407" y="296"/>
                  </a:lnTo>
                  <a:lnTo>
                    <a:pt x="407" y="296"/>
                  </a:lnTo>
                  <a:lnTo>
                    <a:pt x="405" y="296"/>
                  </a:lnTo>
                  <a:lnTo>
                    <a:pt x="405" y="296"/>
                  </a:lnTo>
                  <a:lnTo>
                    <a:pt x="407" y="291"/>
                  </a:lnTo>
                  <a:lnTo>
                    <a:pt x="407" y="289"/>
                  </a:lnTo>
                  <a:lnTo>
                    <a:pt x="407" y="289"/>
                  </a:lnTo>
                  <a:lnTo>
                    <a:pt x="407" y="286"/>
                  </a:lnTo>
                  <a:lnTo>
                    <a:pt x="407" y="286"/>
                  </a:lnTo>
                  <a:lnTo>
                    <a:pt x="410" y="286"/>
                  </a:lnTo>
                  <a:lnTo>
                    <a:pt x="410" y="286"/>
                  </a:lnTo>
                  <a:lnTo>
                    <a:pt x="407" y="286"/>
                  </a:lnTo>
                  <a:lnTo>
                    <a:pt x="407" y="284"/>
                  </a:lnTo>
                  <a:lnTo>
                    <a:pt x="407" y="284"/>
                  </a:lnTo>
                  <a:lnTo>
                    <a:pt x="407" y="284"/>
                  </a:lnTo>
                  <a:lnTo>
                    <a:pt x="405" y="284"/>
                  </a:lnTo>
                  <a:lnTo>
                    <a:pt x="405" y="282"/>
                  </a:lnTo>
                  <a:lnTo>
                    <a:pt x="405" y="282"/>
                  </a:lnTo>
                  <a:lnTo>
                    <a:pt x="405" y="282"/>
                  </a:lnTo>
                  <a:lnTo>
                    <a:pt x="402" y="282"/>
                  </a:lnTo>
                  <a:lnTo>
                    <a:pt x="402" y="286"/>
                  </a:lnTo>
                  <a:lnTo>
                    <a:pt x="402" y="289"/>
                  </a:lnTo>
                  <a:lnTo>
                    <a:pt x="402" y="291"/>
                  </a:lnTo>
                  <a:lnTo>
                    <a:pt x="402" y="286"/>
                  </a:lnTo>
                  <a:lnTo>
                    <a:pt x="400" y="282"/>
                  </a:lnTo>
                  <a:lnTo>
                    <a:pt x="400" y="282"/>
                  </a:lnTo>
                  <a:lnTo>
                    <a:pt x="398" y="279"/>
                  </a:lnTo>
                  <a:lnTo>
                    <a:pt x="395" y="282"/>
                  </a:lnTo>
                  <a:lnTo>
                    <a:pt x="395" y="284"/>
                  </a:lnTo>
                  <a:lnTo>
                    <a:pt x="395" y="286"/>
                  </a:lnTo>
                  <a:lnTo>
                    <a:pt x="393" y="284"/>
                  </a:lnTo>
                  <a:lnTo>
                    <a:pt x="393" y="282"/>
                  </a:lnTo>
                  <a:lnTo>
                    <a:pt x="393" y="279"/>
                  </a:lnTo>
                  <a:lnTo>
                    <a:pt x="393" y="277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8" y="274"/>
                  </a:lnTo>
                  <a:lnTo>
                    <a:pt x="398" y="274"/>
                  </a:lnTo>
                  <a:lnTo>
                    <a:pt x="398" y="274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67"/>
                  </a:lnTo>
                  <a:lnTo>
                    <a:pt x="395" y="265"/>
                  </a:lnTo>
                  <a:lnTo>
                    <a:pt x="393" y="265"/>
                  </a:lnTo>
                  <a:lnTo>
                    <a:pt x="393" y="267"/>
                  </a:lnTo>
                  <a:lnTo>
                    <a:pt x="393" y="267"/>
                  </a:lnTo>
                  <a:lnTo>
                    <a:pt x="393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88" y="267"/>
                  </a:lnTo>
                  <a:lnTo>
                    <a:pt x="388" y="267"/>
                  </a:lnTo>
                  <a:lnTo>
                    <a:pt x="388" y="267"/>
                  </a:lnTo>
                  <a:lnTo>
                    <a:pt x="386" y="267"/>
                  </a:lnTo>
                  <a:lnTo>
                    <a:pt x="386" y="267"/>
                  </a:lnTo>
                  <a:lnTo>
                    <a:pt x="386" y="270"/>
                  </a:lnTo>
                  <a:lnTo>
                    <a:pt x="386" y="272"/>
                  </a:lnTo>
                  <a:lnTo>
                    <a:pt x="388" y="272"/>
                  </a:lnTo>
                  <a:lnTo>
                    <a:pt x="388" y="274"/>
                  </a:lnTo>
                  <a:lnTo>
                    <a:pt x="388" y="274"/>
                  </a:lnTo>
                  <a:lnTo>
                    <a:pt x="388" y="274"/>
                  </a:lnTo>
                  <a:lnTo>
                    <a:pt x="388" y="279"/>
                  </a:lnTo>
                  <a:lnTo>
                    <a:pt x="391" y="282"/>
                  </a:lnTo>
                  <a:lnTo>
                    <a:pt x="391" y="284"/>
                  </a:lnTo>
                  <a:lnTo>
                    <a:pt x="391" y="286"/>
                  </a:lnTo>
                  <a:lnTo>
                    <a:pt x="391" y="286"/>
                  </a:lnTo>
                  <a:lnTo>
                    <a:pt x="391" y="291"/>
                  </a:lnTo>
                  <a:lnTo>
                    <a:pt x="388" y="291"/>
                  </a:lnTo>
                  <a:lnTo>
                    <a:pt x="388" y="289"/>
                  </a:lnTo>
                  <a:lnTo>
                    <a:pt x="388" y="289"/>
                  </a:lnTo>
                  <a:lnTo>
                    <a:pt x="388" y="286"/>
                  </a:lnTo>
                  <a:lnTo>
                    <a:pt x="388" y="284"/>
                  </a:lnTo>
                  <a:lnTo>
                    <a:pt x="388" y="284"/>
                  </a:lnTo>
                  <a:lnTo>
                    <a:pt x="388" y="284"/>
                  </a:lnTo>
                  <a:lnTo>
                    <a:pt x="386" y="284"/>
                  </a:lnTo>
                  <a:lnTo>
                    <a:pt x="386" y="282"/>
                  </a:lnTo>
                  <a:lnTo>
                    <a:pt x="386" y="282"/>
                  </a:lnTo>
                  <a:lnTo>
                    <a:pt x="386" y="282"/>
                  </a:lnTo>
                  <a:lnTo>
                    <a:pt x="386" y="279"/>
                  </a:lnTo>
                  <a:lnTo>
                    <a:pt x="386" y="279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4" y="274"/>
                  </a:lnTo>
                  <a:lnTo>
                    <a:pt x="384" y="272"/>
                  </a:lnTo>
                  <a:lnTo>
                    <a:pt x="381" y="272"/>
                  </a:lnTo>
                  <a:lnTo>
                    <a:pt x="381" y="270"/>
                  </a:lnTo>
                  <a:lnTo>
                    <a:pt x="381" y="270"/>
                  </a:lnTo>
                  <a:lnTo>
                    <a:pt x="381" y="270"/>
                  </a:lnTo>
                  <a:lnTo>
                    <a:pt x="379" y="270"/>
                  </a:lnTo>
                  <a:lnTo>
                    <a:pt x="379" y="270"/>
                  </a:lnTo>
                  <a:lnTo>
                    <a:pt x="379" y="272"/>
                  </a:lnTo>
                  <a:lnTo>
                    <a:pt x="379" y="274"/>
                  </a:lnTo>
                  <a:lnTo>
                    <a:pt x="379" y="279"/>
                  </a:lnTo>
                  <a:lnTo>
                    <a:pt x="379" y="279"/>
                  </a:lnTo>
                  <a:lnTo>
                    <a:pt x="379" y="279"/>
                  </a:lnTo>
                  <a:lnTo>
                    <a:pt x="374" y="282"/>
                  </a:lnTo>
                  <a:lnTo>
                    <a:pt x="372" y="284"/>
                  </a:lnTo>
                  <a:lnTo>
                    <a:pt x="372" y="284"/>
                  </a:lnTo>
                  <a:lnTo>
                    <a:pt x="372" y="284"/>
                  </a:lnTo>
                  <a:lnTo>
                    <a:pt x="372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72" y="282"/>
                  </a:lnTo>
                  <a:lnTo>
                    <a:pt x="372" y="282"/>
                  </a:lnTo>
                  <a:lnTo>
                    <a:pt x="374" y="279"/>
                  </a:lnTo>
                  <a:lnTo>
                    <a:pt x="376" y="277"/>
                  </a:lnTo>
                  <a:lnTo>
                    <a:pt x="376" y="274"/>
                  </a:lnTo>
                  <a:lnTo>
                    <a:pt x="376" y="272"/>
                  </a:lnTo>
                  <a:lnTo>
                    <a:pt x="374" y="270"/>
                  </a:lnTo>
                  <a:lnTo>
                    <a:pt x="372" y="270"/>
                  </a:lnTo>
                  <a:lnTo>
                    <a:pt x="367" y="274"/>
                  </a:lnTo>
                  <a:lnTo>
                    <a:pt x="365" y="274"/>
                  </a:lnTo>
                  <a:lnTo>
                    <a:pt x="365" y="274"/>
                  </a:lnTo>
                  <a:lnTo>
                    <a:pt x="365" y="274"/>
                  </a:lnTo>
                  <a:lnTo>
                    <a:pt x="360" y="279"/>
                  </a:lnTo>
                  <a:lnTo>
                    <a:pt x="357" y="279"/>
                  </a:lnTo>
                  <a:lnTo>
                    <a:pt x="357" y="279"/>
                  </a:lnTo>
                  <a:lnTo>
                    <a:pt x="355" y="279"/>
                  </a:lnTo>
                  <a:lnTo>
                    <a:pt x="353" y="279"/>
                  </a:lnTo>
                  <a:lnTo>
                    <a:pt x="353" y="279"/>
                  </a:lnTo>
                  <a:lnTo>
                    <a:pt x="353" y="277"/>
                  </a:lnTo>
                  <a:lnTo>
                    <a:pt x="355" y="277"/>
                  </a:lnTo>
                  <a:lnTo>
                    <a:pt x="355" y="274"/>
                  </a:lnTo>
                  <a:lnTo>
                    <a:pt x="357" y="274"/>
                  </a:lnTo>
                  <a:lnTo>
                    <a:pt x="357" y="274"/>
                  </a:lnTo>
                  <a:lnTo>
                    <a:pt x="355" y="274"/>
                  </a:lnTo>
                  <a:lnTo>
                    <a:pt x="355" y="272"/>
                  </a:lnTo>
                  <a:lnTo>
                    <a:pt x="355" y="272"/>
                  </a:lnTo>
                  <a:lnTo>
                    <a:pt x="353" y="272"/>
                  </a:lnTo>
                  <a:lnTo>
                    <a:pt x="350" y="270"/>
                  </a:lnTo>
                  <a:lnTo>
                    <a:pt x="348" y="272"/>
                  </a:lnTo>
                  <a:lnTo>
                    <a:pt x="350" y="274"/>
                  </a:lnTo>
                  <a:lnTo>
                    <a:pt x="348" y="274"/>
                  </a:lnTo>
                  <a:lnTo>
                    <a:pt x="346" y="274"/>
                  </a:lnTo>
                  <a:lnTo>
                    <a:pt x="346" y="274"/>
                  </a:lnTo>
                  <a:lnTo>
                    <a:pt x="343" y="277"/>
                  </a:lnTo>
                  <a:lnTo>
                    <a:pt x="341" y="279"/>
                  </a:lnTo>
                  <a:lnTo>
                    <a:pt x="339" y="277"/>
                  </a:lnTo>
                  <a:lnTo>
                    <a:pt x="336" y="277"/>
                  </a:lnTo>
                  <a:lnTo>
                    <a:pt x="336" y="277"/>
                  </a:lnTo>
                  <a:lnTo>
                    <a:pt x="336" y="277"/>
                  </a:lnTo>
                  <a:lnTo>
                    <a:pt x="336" y="274"/>
                  </a:lnTo>
                  <a:lnTo>
                    <a:pt x="334" y="277"/>
                  </a:lnTo>
                  <a:lnTo>
                    <a:pt x="334" y="277"/>
                  </a:lnTo>
                  <a:lnTo>
                    <a:pt x="334" y="274"/>
                  </a:lnTo>
                  <a:lnTo>
                    <a:pt x="336" y="272"/>
                  </a:lnTo>
                  <a:lnTo>
                    <a:pt x="343" y="270"/>
                  </a:lnTo>
                  <a:lnTo>
                    <a:pt x="343" y="270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1" y="267"/>
                  </a:lnTo>
                  <a:lnTo>
                    <a:pt x="343" y="267"/>
                  </a:lnTo>
                  <a:lnTo>
                    <a:pt x="341" y="267"/>
                  </a:lnTo>
                  <a:lnTo>
                    <a:pt x="341" y="267"/>
                  </a:lnTo>
                  <a:lnTo>
                    <a:pt x="339" y="267"/>
                  </a:lnTo>
                  <a:lnTo>
                    <a:pt x="339" y="267"/>
                  </a:lnTo>
                  <a:lnTo>
                    <a:pt x="336" y="270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0"/>
                  </a:lnTo>
                  <a:lnTo>
                    <a:pt x="334" y="270"/>
                  </a:lnTo>
                  <a:lnTo>
                    <a:pt x="336" y="265"/>
                  </a:lnTo>
                  <a:lnTo>
                    <a:pt x="336" y="265"/>
                  </a:lnTo>
                  <a:lnTo>
                    <a:pt x="334" y="265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5"/>
                  </a:lnTo>
                  <a:lnTo>
                    <a:pt x="331" y="265"/>
                  </a:lnTo>
                  <a:lnTo>
                    <a:pt x="331" y="265"/>
                  </a:lnTo>
                  <a:lnTo>
                    <a:pt x="331" y="263"/>
                  </a:lnTo>
                  <a:lnTo>
                    <a:pt x="331" y="263"/>
                  </a:lnTo>
                  <a:lnTo>
                    <a:pt x="331" y="260"/>
                  </a:lnTo>
                  <a:lnTo>
                    <a:pt x="331" y="260"/>
                  </a:lnTo>
                  <a:lnTo>
                    <a:pt x="331" y="260"/>
                  </a:lnTo>
                  <a:lnTo>
                    <a:pt x="334" y="258"/>
                  </a:lnTo>
                  <a:lnTo>
                    <a:pt x="331" y="258"/>
                  </a:lnTo>
                  <a:lnTo>
                    <a:pt x="331" y="258"/>
                  </a:lnTo>
                  <a:lnTo>
                    <a:pt x="331" y="258"/>
                  </a:lnTo>
                  <a:lnTo>
                    <a:pt x="331" y="256"/>
                  </a:lnTo>
                  <a:lnTo>
                    <a:pt x="329" y="256"/>
                  </a:lnTo>
                  <a:lnTo>
                    <a:pt x="329" y="256"/>
                  </a:lnTo>
                  <a:lnTo>
                    <a:pt x="327" y="258"/>
                  </a:lnTo>
                  <a:lnTo>
                    <a:pt x="327" y="258"/>
                  </a:lnTo>
                  <a:lnTo>
                    <a:pt x="322" y="263"/>
                  </a:lnTo>
                  <a:lnTo>
                    <a:pt x="322" y="263"/>
                  </a:lnTo>
                  <a:lnTo>
                    <a:pt x="322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15" y="265"/>
                  </a:lnTo>
                  <a:lnTo>
                    <a:pt x="315" y="265"/>
                  </a:lnTo>
                  <a:lnTo>
                    <a:pt x="315" y="265"/>
                  </a:lnTo>
                  <a:lnTo>
                    <a:pt x="315" y="265"/>
                  </a:lnTo>
                  <a:lnTo>
                    <a:pt x="313" y="267"/>
                  </a:lnTo>
                  <a:lnTo>
                    <a:pt x="313" y="267"/>
                  </a:lnTo>
                  <a:lnTo>
                    <a:pt x="313" y="265"/>
                  </a:lnTo>
                  <a:lnTo>
                    <a:pt x="310" y="267"/>
                  </a:lnTo>
                  <a:lnTo>
                    <a:pt x="310" y="267"/>
                  </a:lnTo>
                  <a:lnTo>
                    <a:pt x="308" y="267"/>
                  </a:lnTo>
                  <a:lnTo>
                    <a:pt x="308" y="267"/>
                  </a:lnTo>
                  <a:lnTo>
                    <a:pt x="308" y="267"/>
                  </a:lnTo>
                  <a:lnTo>
                    <a:pt x="305" y="270"/>
                  </a:lnTo>
                  <a:lnTo>
                    <a:pt x="305" y="270"/>
                  </a:lnTo>
                  <a:lnTo>
                    <a:pt x="301" y="270"/>
                  </a:lnTo>
                  <a:lnTo>
                    <a:pt x="301" y="270"/>
                  </a:lnTo>
                  <a:lnTo>
                    <a:pt x="301" y="270"/>
                  </a:lnTo>
                  <a:lnTo>
                    <a:pt x="298" y="270"/>
                  </a:lnTo>
                  <a:lnTo>
                    <a:pt x="296" y="267"/>
                  </a:lnTo>
                  <a:lnTo>
                    <a:pt x="296" y="267"/>
                  </a:lnTo>
                  <a:lnTo>
                    <a:pt x="296" y="265"/>
                  </a:lnTo>
                  <a:lnTo>
                    <a:pt x="298" y="265"/>
                  </a:lnTo>
                  <a:lnTo>
                    <a:pt x="298" y="265"/>
                  </a:lnTo>
                  <a:lnTo>
                    <a:pt x="301" y="265"/>
                  </a:lnTo>
                  <a:lnTo>
                    <a:pt x="301" y="265"/>
                  </a:lnTo>
                  <a:lnTo>
                    <a:pt x="301" y="265"/>
                  </a:lnTo>
                  <a:lnTo>
                    <a:pt x="303" y="263"/>
                  </a:lnTo>
                  <a:lnTo>
                    <a:pt x="305" y="263"/>
                  </a:lnTo>
                  <a:lnTo>
                    <a:pt x="308" y="260"/>
                  </a:lnTo>
                  <a:lnTo>
                    <a:pt x="310" y="260"/>
                  </a:lnTo>
                  <a:lnTo>
                    <a:pt x="310" y="263"/>
                  </a:lnTo>
                  <a:lnTo>
                    <a:pt x="310" y="263"/>
                  </a:lnTo>
                  <a:lnTo>
                    <a:pt x="308" y="263"/>
                  </a:lnTo>
                  <a:lnTo>
                    <a:pt x="310" y="265"/>
                  </a:lnTo>
                  <a:lnTo>
                    <a:pt x="313" y="263"/>
                  </a:lnTo>
                  <a:lnTo>
                    <a:pt x="315" y="260"/>
                  </a:lnTo>
                  <a:lnTo>
                    <a:pt x="315" y="258"/>
                  </a:lnTo>
                  <a:lnTo>
                    <a:pt x="308" y="260"/>
                  </a:lnTo>
                  <a:lnTo>
                    <a:pt x="305" y="260"/>
                  </a:lnTo>
                  <a:lnTo>
                    <a:pt x="308" y="260"/>
                  </a:lnTo>
                  <a:lnTo>
                    <a:pt x="308" y="258"/>
                  </a:lnTo>
                  <a:lnTo>
                    <a:pt x="315" y="258"/>
                  </a:lnTo>
                  <a:lnTo>
                    <a:pt x="317" y="258"/>
                  </a:lnTo>
                  <a:lnTo>
                    <a:pt x="315" y="256"/>
                  </a:lnTo>
                  <a:lnTo>
                    <a:pt x="315" y="256"/>
                  </a:lnTo>
                  <a:lnTo>
                    <a:pt x="315" y="256"/>
                  </a:lnTo>
                  <a:lnTo>
                    <a:pt x="313" y="256"/>
                  </a:lnTo>
                  <a:lnTo>
                    <a:pt x="313" y="256"/>
                  </a:lnTo>
                  <a:lnTo>
                    <a:pt x="310" y="258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5" y="256"/>
                  </a:lnTo>
                  <a:lnTo>
                    <a:pt x="305" y="256"/>
                  </a:lnTo>
                  <a:lnTo>
                    <a:pt x="305" y="256"/>
                  </a:lnTo>
                  <a:lnTo>
                    <a:pt x="305" y="256"/>
                  </a:lnTo>
                  <a:lnTo>
                    <a:pt x="303" y="256"/>
                  </a:lnTo>
                  <a:lnTo>
                    <a:pt x="301" y="256"/>
                  </a:lnTo>
                  <a:lnTo>
                    <a:pt x="303" y="253"/>
                  </a:lnTo>
                  <a:lnTo>
                    <a:pt x="303" y="253"/>
                  </a:lnTo>
                  <a:lnTo>
                    <a:pt x="301" y="253"/>
                  </a:lnTo>
                  <a:lnTo>
                    <a:pt x="301" y="253"/>
                  </a:lnTo>
                  <a:lnTo>
                    <a:pt x="298" y="253"/>
                  </a:lnTo>
                  <a:lnTo>
                    <a:pt x="296" y="253"/>
                  </a:lnTo>
                  <a:lnTo>
                    <a:pt x="296" y="253"/>
                  </a:lnTo>
                  <a:lnTo>
                    <a:pt x="294" y="253"/>
                  </a:lnTo>
                  <a:lnTo>
                    <a:pt x="294" y="256"/>
                  </a:lnTo>
                  <a:lnTo>
                    <a:pt x="294" y="256"/>
                  </a:lnTo>
                  <a:lnTo>
                    <a:pt x="289" y="258"/>
                  </a:lnTo>
                  <a:lnTo>
                    <a:pt x="289" y="258"/>
                  </a:lnTo>
                  <a:lnTo>
                    <a:pt x="286" y="258"/>
                  </a:lnTo>
                  <a:lnTo>
                    <a:pt x="284" y="256"/>
                  </a:lnTo>
                  <a:lnTo>
                    <a:pt x="286" y="256"/>
                  </a:lnTo>
                  <a:lnTo>
                    <a:pt x="291" y="253"/>
                  </a:lnTo>
                  <a:lnTo>
                    <a:pt x="294" y="251"/>
                  </a:lnTo>
                  <a:lnTo>
                    <a:pt x="294" y="251"/>
                  </a:lnTo>
                  <a:lnTo>
                    <a:pt x="294" y="251"/>
                  </a:lnTo>
                  <a:lnTo>
                    <a:pt x="294" y="251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89" y="251"/>
                  </a:lnTo>
                  <a:lnTo>
                    <a:pt x="286" y="253"/>
                  </a:lnTo>
                  <a:lnTo>
                    <a:pt x="286" y="253"/>
                  </a:lnTo>
                  <a:lnTo>
                    <a:pt x="286" y="253"/>
                  </a:lnTo>
                  <a:lnTo>
                    <a:pt x="286" y="251"/>
                  </a:lnTo>
                  <a:lnTo>
                    <a:pt x="289" y="248"/>
                  </a:lnTo>
                  <a:lnTo>
                    <a:pt x="301" y="244"/>
                  </a:lnTo>
                  <a:lnTo>
                    <a:pt x="301" y="241"/>
                  </a:lnTo>
                  <a:lnTo>
                    <a:pt x="303" y="241"/>
                  </a:lnTo>
                  <a:lnTo>
                    <a:pt x="303" y="239"/>
                  </a:lnTo>
                  <a:lnTo>
                    <a:pt x="303" y="239"/>
                  </a:lnTo>
                  <a:lnTo>
                    <a:pt x="301" y="239"/>
                  </a:lnTo>
                  <a:lnTo>
                    <a:pt x="301" y="239"/>
                  </a:lnTo>
                  <a:lnTo>
                    <a:pt x="301" y="237"/>
                  </a:lnTo>
                  <a:lnTo>
                    <a:pt x="298" y="237"/>
                  </a:lnTo>
                  <a:lnTo>
                    <a:pt x="298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1" y="239"/>
                  </a:lnTo>
                  <a:lnTo>
                    <a:pt x="291" y="239"/>
                  </a:lnTo>
                  <a:lnTo>
                    <a:pt x="289" y="241"/>
                  </a:lnTo>
                  <a:lnTo>
                    <a:pt x="284" y="241"/>
                  </a:lnTo>
                  <a:lnTo>
                    <a:pt x="284" y="244"/>
                  </a:lnTo>
                  <a:lnTo>
                    <a:pt x="272" y="246"/>
                  </a:lnTo>
                  <a:lnTo>
                    <a:pt x="272" y="246"/>
                  </a:lnTo>
                  <a:lnTo>
                    <a:pt x="272" y="246"/>
                  </a:lnTo>
                  <a:lnTo>
                    <a:pt x="272" y="246"/>
                  </a:lnTo>
                  <a:lnTo>
                    <a:pt x="286" y="239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4" y="237"/>
                  </a:lnTo>
                  <a:lnTo>
                    <a:pt x="282" y="239"/>
                  </a:lnTo>
                  <a:lnTo>
                    <a:pt x="277" y="239"/>
                  </a:lnTo>
                  <a:lnTo>
                    <a:pt x="275" y="239"/>
                  </a:lnTo>
                  <a:lnTo>
                    <a:pt x="270" y="239"/>
                  </a:lnTo>
                  <a:lnTo>
                    <a:pt x="268" y="239"/>
                  </a:lnTo>
                  <a:lnTo>
                    <a:pt x="268" y="239"/>
                  </a:lnTo>
                  <a:lnTo>
                    <a:pt x="265" y="239"/>
                  </a:lnTo>
                  <a:lnTo>
                    <a:pt x="263" y="241"/>
                  </a:lnTo>
                  <a:lnTo>
                    <a:pt x="260" y="239"/>
                  </a:lnTo>
                  <a:lnTo>
                    <a:pt x="251" y="239"/>
                  </a:lnTo>
                  <a:lnTo>
                    <a:pt x="251" y="239"/>
                  </a:lnTo>
                  <a:lnTo>
                    <a:pt x="251" y="239"/>
                  </a:lnTo>
                  <a:lnTo>
                    <a:pt x="251" y="237"/>
                  </a:lnTo>
                  <a:lnTo>
                    <a:pt x="251" y="237"/>
                  </a:lnTo>
                  <a:lnTo>
                    <a:pt x="251" y="234"/>
                  </a:lnTo>
                  <a:lnTo>
                    <a:pt x="251" y="234"/>
                  </a:lnTo>
                  <a:lnTo>
                    <a:pt x="251" y="234"/>
                  </a:lnTo>
                  <a:lnTo>
                    <a:pt x="251" y="232"/>
                  </a:lnTo>
                  <a:lnTo>
                    <a:pt x="253" y="232"/>
                  </a:lnTo>
                  <a:lnTo>
                    <a:pt x="256" y="232"/>
                  </a:lnTo>
                  <a:lnTo>
                    <a:pt x="256" y="232"/>
                  </a:lnTo>
                  <a:lnTo>
                    <a:pt x="258" y="232"/>
                  </a:lnTo>
                  <a:lnTo>
                    <a:pt x="258" y="229"/>
                  </a:lnTo>
                  <a:lnTo>
                    <a:pt x="258" y="229"/>
                  </a:lnTo>
                  <a:lnTo>
                    <a:pt x="270" y="225"/>
                  </a:lnTo>
                  <a:lnTo>
                    <a:pt x="272" y="225"/>
                  </a:lnTo>
                  <a:lnTo>
                    <a:pt x="265" y="229"/>
                  </a:lnTo>
                  <a:lnTo>
                    <a:pt x="263" y="229"/>
                  </a:lnTo>
                  <a:lnTo>
                    <a:pt x="263" y="229"/>
                  </a:lnTo>
                  <a:lnTo>
                    <a:pt x="260" y="232"/>
                  </a:lnTo>
                  <a:lnTo>
                    <a:pt x="256" y="237"/>
                  </a:lnTo>
                  <a:lnTo>
                    <a:pt x="256" y="239"/>
                  </a:lnTo>
                  <a:lnTo>
                    <a:pt x="256" y="239"/>
                  </a:lnTo>
                  <a:lnTo>
                    <a:pt x="263" y="237"/>
                  </a:lnTo>
                  <a:lnTo>
                    <a:pt x="268" y="239"/>
                  </a:lnTo>
                  <a:lnTo>
                    <a:pt x="270" y="239"/>
                  </a:lnTo>
                  <a:lnTo>
                    <a:pt x="275" y="237"/>
                  </a:lnTo>
                  <a:lnTo>
                    <a:pt x="279" y="237"/>
                  </a:lnTo>
                  <a:lnTo>
                    <a:pt x="282" y="237"/>
                  </a:lnTo>
                  <a:lnTo>
                    <a:pt x="284" y="234"/>
                  </a:lnTo>
                  <a:lnTo>
                    <a:pt x="284" y="234"/>
                  </a:lnTo>
                  <a:lnTo>
                    <a:pt x="284" y="234"/>
                  </a:lnTo>
                  <a:lnTo>
                    <a:pt x="284" y="232"/>
                  </a:lnTo>
                  <a:lnTo>
                    <a:pt x="286" y="234"/>
                  </a:lnTo>
                  <a:lnTo>
                    <a:pt x="284" y="237"/>
                  </a:lnTo>
                  <a:lnTo>
                    <a:pt x="286" y="237"/>
                  </a:lnTo>
                  <a:lnTo>
                    <a:pt x="289" y="234"/>
                  </a:lnTo>
                  <a:lnTo>
                    <a:pt x="294" y="232"/>
                  </a:lnTo>
                  <a:lnTo>
                    <a:pt x="296" y="232"/>
                  </a:lnTo>
                  <a:lnTo>
                    <a:pt x="296" y="232"/>
                  </a:lnTo>
                  <a:lnTo>
                    <a:pt x="298" y="232"/>
                  </a:lnTo>
                  <a:lnTo>
                    <a:pt x="296" y="229"/>
                  </a:lnTo>
                  <a:lnTo>
                    <a:pt x="296" y="229"/>
                  </a:lnTo>
                  <a:lnTo>
                    <a:pt x="294" y="229"/>
                  </a:lnTo>
                  <a:lnTo>
                    <a:pt x="291" y="229"/>
                  </a:lnTo>
                  <a:lnTo>
                    <a:pt x="291" y="229"/>
                  </a:lnTo>
                  <a:lnTo>
                    <a:pt x="289" y="229"/>
                  </a:lnTo>
                  <a:lnTo>
                    <a:pt x="286" y="229"/>
                  </a:lnTo>
                  <a:lnTo>
                    <a:pt x="286" y="227"/>
                  </a:lnTo>
                  <a:lnTo>
                    <a:pt x="289" y="227"/>
                  </a:lnTo>
                  <a:lnTo>
                    <a:pt x="291" y="227"/>
                  </a:lnTo>
                  <a:lnTo>
                    <a:pt x="291" y="225"/>
                  </a:lnTo>
                  <a:lnTo>
                    <a:pt x="291" y="225"/>
                  </a:lnTo>
                  <a:lnTo>
                    <a:pt x="289" y="222"/>
                  </a:lnTo>
                  <a:lnTo>
                    <a:pt x="289" y="222"/>
                  </a:lnTo>
                  <a:lnTo>
                    <a:pt x="284" y="225"/>
                  </a:lnTo>
                  <a:lnTo>
                    <a:pt x="284" y="225"/>
                  </a:lnTo>
                  <a:lnTo>
                    <a:pt x="284" y="227"/>
                  </a:lnTo>
                  <a:lnTo>
                    <a:pt x="284" y="229"/>
                  </a:lnTo>
                  <a:lnTo>
                    <a:pt x="284" y="229"/>
                  </a:lnTo>
                  <a:lnTo>
                    <a:pt x="284" y="229"/>
                  </a:lnTo>
                  <a:lnTo>
                    <a:pt x="282" y="229"/>
                  </a:lnTo>
                  <a:lnTo>
                    <a:pt x="282" y="227"/>
                  </a:lnTo>
                  <a:lnTo>
                    <a:pt x="282" y="227"/>
                  </a:lnTo>
                  <a:lnTo>
                    <a:pt x="282" y="227"/>
                  </a:lnTo>
                  <a:lnTo>
                    <a:pt x="279" y="225"/>
                  </a:lnTo>
                  <a:lnTo>
                    <a:pt x="279" y="225"/>
                  </a:lnTo>
                  <a:lnTo>
                    <a:pt x="279" y="222"/>
                  </a:lnTo>
                  <a:lnTo>
                    <a:pt x="282" y="222"/>
                  </a:lnTo>
                  <a:lnTo>
                    <a:pt x="284" y="222"/>
                  </a:lnTo>
                  <a:lnTo>
                    <a:pt x="286" y="220"/>
                  </a:lnTo>
                  <a:lnTo>
                    <a:pt x="286" y="218"/>
                  </a:lnTo>
                  <a:lnTo>
                    <a:pt x="286" y="218"/>
                  </a:lnTo>
                  <a:lnTo>
                    <a:pt x="289" y="218"/>
                  </a:lnTo>
                  <a:lnTo>
                    <a:pt x="289" y="218"/>
                  </a:lnTo>
                  <a:lnTo>
                    <a:pt x="289" y="215"/>
                  </a:lnTo>
                  <a:lnTo>
                    <a:pt x="289" y="213"/>
                  </a:lnTo>
                  <a:lnTo>
                    <a:pt x="286" y="213"/>
                  </a:lnTo>
                  <a:lnTo>
                    <a:pt x="286" y="211"/>
                  </a:lnTo>
                  <a:lnTo>
                    <a:pt x="286" y="211"/>
                  </a:lnTo>
                  <a:lnTo>
                    <a:pt x="286" y="208"/>
                  </a:lnTo>
                  <a:lnTo>
                    <a:pt x="286" y="208"/>
                  </a:lnTo>
                  <a:lnTo>
                    <a:pt x="286" y="206"/>
                  </a:lnTo>
                  <a:lnTo>
                    <a:pt x="286" y="206"/>
                  </a:lnTo>
                  <a:lnTo>
                    <a:pt x="286" y="206"/>
                  </a:lnTo>
                  <a:lnTo>
                    <a:pt x="286" y="201"/>
                  </a:lnTo>
                  <a:lnTo>
                    <a:pt x="286" y="201"/>
                  </a:lnTo>
                  <a:lnTo>
                    <a:pt x="286" y="199"/>
                  </a:lnTo>
                  <a:lnTo>
                    <a:pt x="289" y="199"/>
                  </a:lnTo>
                  <a:lnTo>
                    <a:pt x="289" y="199"/>
                  </a:lnTo>
                  <a:lnTo>
                    <a:pt x="291" y="196"/>
                  </a:lnTo>
                  <a:lnTo>
                    <a:pt x="291" y="196"/>
                  </a:lnTo>
                  <a:lnTo>
                    <a:pt x="291" y="196"/>
                  </a:lnTo>
                  <a:lnTo>
                    <a:pt x="294" y="196"/>
                  </a:lnTo>
                  <a:lnTo>
                    <a:pt x="294" y="196"/>
                  </a:lnTo>
                  <a:lnTo>
                    <a:pt x="296" y="196"/>
                  </a:lnTo>
                  <a:lnTo>
                    <a:pt x="296" y="196"/>
                  </a:lnTo>
                  <a:lnTo>
                    <a:pt x="294" y="196"/>
                  </a:lnTo>
                  <a:lnTo>
                    <a:pt x="294" y="196"/>
                  </a:lnTo>
                  <a:lnTo>
                    <a:pt x="294" y="196"/>
                  </a:lnTo>
                  <a:lnTo>
                    <a:pt x="294" y="194"/>
                  </a:lnTo>
                  <a:lnTo>
                    <a:pt x="294" y="194"/>
                  </a:lnTo>
                  <a:lnTo>
                    <a:pt x="291" y="194"/>
                  </a:lnTo>
                  <a:lnTo>
                    <a:pt x="291" y="194"/>
                  </a:lnTo>
                  <a:lnTo>
                    <a:pt x="291" y="192"/>
                  </a:lnTo>
                  <a:lnTo>
                    <a:pt x="291" y="194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89" y="192"/>
                  </a:lnTo>
                  <a:lnTo>
                    <a:pt x="289" y="189"/>
                  </a:lnTo>
                  <a:lnTo>
                    <a:pt x="289" y="189"/>
                  </a:lnTo>
                  <a:lnTo>
                    <a:pt x="289" y="187"/>
                  </a:lnTo>
                  <a:lnTo>
                    <a:pt x="289" y="187"/>
                  </a:lnTo>
                  <a:lnTo>
                    <a:pt x="286" y="187"/>
                  </a:lnTo>
                  <a:lnTo>
                    <a:pt x="286" y="185"/>
                  </a:lnTo>
                  <a:lnTo>
                    <a:pt x="284" y="185"/>
                  </a:lnTo>
                  <a:lnTo>
                    <a:pt x="279" y="185"/>
                  </a:lnTo>
                  <a:lnTo>
                    <a:pt x="277" y="185"/>
                  </a:lnTo>
                  <a:lnTo>
                    <a:pt x="272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7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68" y="192"/>
                  </a:lnTo>
                  <a:lnTo>
                    <a:pt x="268" y="189"/>
                  </a:lnTo>
                  <a:lnTo>
                    <a:pt x="265" y="189"/>
                  </a:lnTo>
                  <a:lnTo>
                    <a:pt x="265" y="189"/>
                  </a:lnTo>
                  <a:lnTo>
                    <a:pt x="265" y="189"/>
                  </a:lnTo>
                  <a:lnTo>
                    <a:pt x="263" y="192"/>
                  </a:lnTo>
                  <a:lnTo>
                    <a:pt x="263" y="192"/>
                  </a:lnTo>
                  <a:lnTo>
                    <a:pt x="263" y="192"/>
                  </a:lnTo>
                  <a:lnTo>
                    <a:pt x="260" y="189"/>
                  </a:lnTo>
                  <a:lnTo>
                    <a:pt x="258" y="189"/>
                  </a:lnTo>
                  <a:lnTo>
                    <a:pt x="256" y="192"/>
                  </a:lnTo>
                  <a:lnTo>
                    <a:pt x="256" y="192"/>
                  </a:lnTo>
                  <a:lnTo>
                    <a:pt x="256" y="189"/>
                  </a:lnTo>
                  <a:lnTo>
                    <a:pt x="256" y="189"/>
                  </a:lnTo>
                  <a:lnTo>
                    <a:pt x="256" y="192"/>
                  </a:lnTo>
                  <a:lnTo>
                    <a:pt x="253" y="192"/>
                  </a:lnTo>
                  <a:lnTo>
                    <a:pt x="253" y="192"/>
                  </a:lnTo>
                  <a:lnTo>
                    <a:pt x="253" y="189"/>
                  </a:lnTo>
                  <a:lnTo>
                    <a:pt x="253" y="189"/>
                  </a:lnTo>
                  <a:lnTo>
                    <a:pt x="256" y="187"/>
                  </a:lnTo>
                  <a:lnTo>
                    <a:pt x="256" y="187"/>
                  </a:lnTo>
                  <a:lnTo>
                    <a:pt x="258" y="185"/>
                  </a:lnTo>
                  <a:lnTo>
                    <a:pt x="258" y="185"/>
                  </a:lnTo>
                  <a:lnTo>
                    <a:pt x="258" y="182"/>
                  </a:lnTo>
                  <a:lnTo>
                    <a:pt x="256" y="182"/>
                  </a:lnTo>
                  <a:lnTo>
                    <a:pt x="256" y="182"/>
                  </a:lnTo>
                  <a:lnTo>
                    <a:pt x="256" y="180"/>
                  </a:lnTo>
                  <a:lnTo>
                    <a:pt x="256" y="180"/>
                  </a:lnTo>
                  <a:lnTo>
                    <a:pt x="253" y="180"/>
                  </a:lnTo>
                  <a:lnTo>
                    <a:pt x="251" y="180"/>
                  </a:lnTo>
                  <a:lnTo>
                    <a:pt x="251" y="177"/>
                  </a:lnTo>
                  <a:lnTo>
                    <a:pt x="256" y="177"/>
                  </a:lnTo>
                  <a:lnTo>
                    <a:pt x="256" y="175"/>
                  </a:lnTo>
                  <a:lnTo>
                    <a:pt x="256" y="175"/>
                  </a:lnTo>
                  <a:lnTo>
                    <a:pt x="251" y="175"/>
                  </a:lnTo>
                  <a:lnTo>
                    <a:pt x="244" y="175"/>
                  </a:lnTo>
                  <a:lnTo>
                    <a:pt x="239" y="175"/>
                  </a:lnTo>
                  <a:lnTo>
                    <a:pt x="237" y="175"/>
                  </a:lnTo>
                  <a:lnTo>
                    <a:pt x="237" y="175"/>
                  </a:lnTo>
                  <a:lnTo>
                    <a:pt x="237" y="177"/>
                  </a:lnTo>
                  <a:lnTo>
                    <a:pt x="237" y="177"/>
                  </a:lnTo>
                  <a:lnTo>
                    <a:pt x="237" y="177"/>
                  </a:lnTo>
                  <a:lnTo>
                    <a:pt x="237" y="180"/>
                  </a:lnTo>
                  <a:lnTo>
                    <a:pt x="234" y="180"/>
                  </a:lnTo>
                  <a:lnTo>
                    <a:pt x="232" y="180"/>
                  </a:lnTo>
                  <a:lnTo>
                    <a:pt x="232" y="182"/>
                  </a:lnTo>
                  <a:lnTo>
                    <a:pt x="232" y="182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7" y="185"/>
                  </a:lnTo>
                  <a:lnTo>
                    <a:pt x="227" y="185"/>
                  </a:lnTo>
                  <a:lnTo>
                    <a:pt x="225" y="185"/>
                  </a:lnTo>
                  <a:lnTo>
                    <a:pt x="223" y="182"/>
                  </a:lnTo>
                  <a:lnTo>
                    <a:pt x="220" y="182"/>
                  </a:lnTo>
                  <a:lnTo>
                    <a:pt x="218" y="182"/>
                  </a:lnTo>
                  <a:lnTo>
                    <a:pt x="220" y="182"/>
                  </a:lnTo>
                  <a:lnTo>
                    <a:pt x="225" y="180"/>
                  </a:lnTo>
                  <a:lnTo>
                    <a:pt x="227" y="182"/>
                  </a:lnTo>
                  <a:lnTo>
                    <a:pt x="230" y="182"/>
                  </a:lnTo>
                  <a:lnTo>
                    <a:pt x="230" y="180"/>
                  </a:lnTo>
                  <a:lnTo>
                    <a:pt x="230" y="175"/>
                  </a:lnTo>
                  <a:lnTo>
                    <a:pt x="230" y="173"/>
                  </a:lnTo>
                  <a:lnTo>
                    <a:pt x="230" y="173"/>
                  </a:lnTo>
                  <a:lnTo>
                    <a:pt x="234" y="170"/>
                  </a:lnTo>
                  <a:lnTo>
                    <a:pt x="234" y="170"/>
                  </a:lnTo>
                  <a:lnTo>
                    <a:pt x="237" y="168"/>
                  </a:lnTo>
                  <a:lnTo>
                    <a:pt x="237" y="168"/>
                  </a:lnTo>
                  <a:lnTo>
                    <a:pt x="237" y="166"/>
                  </a:lnTo>
                  <a:lnTo>
                    <a:pt x="234" y="166"/>
                  </a:lnTo>
                  <a:lnTo>
                    <a:pt x="234" y="166"/>
                  </a:lnTo>
                  <a:lnTo>
                    <a:pt x="234" y="166"/>
                  </a:lnTo>
                  <a:lnTo>
                    <a:pt x="234" y="163"/>
                  </a:lnTo>
                  <a:lnTo>
                    <a:pt x="237" y="163"/>
                  </a:lnTo>
                  <a:lnTo>
                    <a:pt x="239" y="161"/>
                  </a:lnTo>
                  <a:lnTo>
                    <a:pt x="239" y="158"/>
                  </a:lnTo>
                  <a:lnTo>
                    <a:pt x="239" y="158"/>
                  </a:lnTo>
                  <a:lnTo>
                    <a:pt x="242" y="158"/>
                  </a:lnTo>
                  <a:lnTo>
                    <a:pt x="242" y="156"/>
                  </a:lnTo>
                  <a:lnTo>
                    <a:pt x="239" y="156"/>
                  </a:lnTo>
                  <a:lnTo>
                    <a:pt x="239" y="156"/>
                  </a:lnTo>
                  <a:lnTo>
                    <a:pt x="239" y="154"/>
                  </a:lnTo>
                  <a:lnTo>
                    <a:pt x="239" y="154"/>
                  </a:lnTo>
                  <a:lnTo>
                    <a:pt x="237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4" y="151"/>
                  </a:lnTo>
                  <a:lnTo>
                    <a:pt x="232" y="149"/>
                  </a:lnTo>
                  <a:lnTo>
                    <a:pt x="227" y="147"/>
                  </a:lnTo>
                  <a:lnTo>
                    <a:pt x="227" y="147"/>
                  </a:lnTo>
                  <a:lnTo>
                    <a:pt x="225" y="149"/>
                  </a:lnTo>
                  <a:lnTo>
                    <a:pt x="223" y="149"/>
                  </a:lnTo>
                  <a:lnTo>
                    <a:pt x="223" y="147"/>
                  </a:lnTo>
                  <a:lnTo>
                    <a:pt x="223" y="147"/>
                  </a:lnTo>
                  <a:lnTo>
                    <a:pt x="220" y="147"/>
                  </a:lnTo>
                  <a:lnTo>
                    <a:pt x="220" y="147"/>
                  </a:lnTo>
                  <a:lnTo>
                    <a:pt x="220" y="147"/>
                  </a:lnTo>
                  <a:lnTo>
                    <a:pt x="220" y="144"/>
                  </a:lnTo>
                  <a:lnTo>
                    <a:pt x="220" y="142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15" y="135"/>
                  </a:lnTo>
                  <a:lnTo>
                    <a:pt x="215" y="135"/>
                  </a:lnTo>
                  <a:lnTo>
                    <a:pt x="213" y="135"/>
                  </a:lnTo>
                  <a:lnTo>
                    <a:pt x="213" y="135"/>
                  </a:lnTo>
                  <a:lnTo>
                    <a:pt x="213" y="140"/>
                  </a:lnTo>
                  <a:lnTo>
                    <a:pt x="213" y="140"/>
                  </a:lnTo>
                  <a:lnTo>
                    <a:pt x="213" y="142"/>
                  </a:lnTo>
                  <a:lnTo>
                    <a:pt x="213" y="142"/>
                  </a:lnTo>
                  <a:lnTo>
                    <a:pt x="213" y="142"/>
                  </a:lnTo>
                  <a:lnTo>
                    <a:pt x="213" y="140"/>
                  </a:lnTo>
                  <a:lnTo>
                    <a:pt x="211" y="140"/>
                  </a:lnTo>
                  <a:lnTo>
                    <a:pt x="211" y="140"/>
                  </a:lnTo>
                  <a:lnTo>
                    <a:pt x="211" y="140"/>
                  </a:lnTo>
                  <a:lnTo>
                    <a:pt x="208" y="140"/>
                  </a:lnTo>
                  <a:lnTo>
                    <a:pt x="208" y="144"/>
                  </a:lnTo>
                  <a:lnTo>
                    <a:pt x="208" y="144"/>
                  </a:lnTo>
                  <a:lnTo>
                    <a:pt x="208" y="144"/>
                  </a:lnTo>
                  <a:lnTo>
                    <a:pt x="208" y="144"/>
                  </a:lnTo>
                  <a:lnTo>
                    <a:pt x="208" y="142"/>
                  </a:lnTo>
                  <a:lnTo>
                    <a:pt x="206" y="140"/>
                  </a:lnTo>
                  <a:lnTo>
                    <a:pt x="206" y="140"/>
                  </a:lnTo>
                  <a:lnTo>
                    <a:pt x="206" y="142"/>
                  </a:lnTo>
                  <a:lnTo>
                    <a:pt x="206" y="142"/>
                  </a:lnTo>
                  <a:lnTo>
                    <a:pt x="208" y="147"/>
                  </a:lnTo>
                  <a:lnTo>
                    <a:pt x="208" y="149"/>
                  </a:lnTo>
                  <a:lnTo>
                    <a:pt x="208" y="149"/>
                  </a:lnTo>
                  <a:lnTo>
                    <a:pt x="206" y="149"/>
                  </a:lnTo>
                  <a:lnTo>
                    <a:pt x="206" y="149"/>
                  </a:lnTo>
                  <a:lnTo>
                    <a:pt x="206" y="147"/>
                  </a:lnTo>
                  <a:lnTo>
                    <a:pt x="206" y="147"/>
                  </a:lnTo>
                  <a:lnTo>
                    <a:pt x="206" y="147"/>
                  </a:lnTo>
                  <a:lnTo>
                    <a:pt x="204" y="144"/>
                  </a:lnTo>
                  <a:lnTo>
                    <a:pt x="204" y="144"/>
                  </a:lnTo>
                  <a:lnTo>
                    <a:pt x="204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199" y="142"/>
                  </a:lnTo>
                  <a:lnTo>
                    <a:pt x="197" y="144"/>
                  </a:lnTo>
                  <a:lnTo>
                    <a:pt x="197" y="147"/>
                  </a:lnTo>
                  <a:lnTo>
                    <a:pt x="194" y="149"/>
                  </a:lnTo>
                  <a:lnTo>
                    <a:pt x="194" y="151"/>
                  </a:lnTo>
                  <a:lnTo>
                    <a:pt x="194" y="149"/>
                  </a:lnTo>
                  <a:lnTo>
                    <a:pt x="197" y="142"/>
                  </a:lnTo>
                  <a:lnTo>
                    <a:pt x="197" y="142"/>
                  </a:lnTo>
                  <a:lnTo>
                    <a:pt x="199" y="140"/>
                  </a:lnTo>
                  <a:lnTo>
                    <a:pt x="201" y="140"/>
                  </a:lnTo>
                  <a:lnTo>
                    <a:pt x="204" y="140"/>
                  </a:lnTo>
                  <a:lnTo>
                    <a:pt x="204" y="137"/>
                  </a:lnTo>
                  <a:lnTo>
                    <a:pt x="204" y="135"/>
                  </a:lnTo>
                  <a:lnTo>
                    <a:pt x="204" y="135"/>
                  </a:lnTo>
                  <a:lnTo>
                    <a:pt x="204" y="132"/>
                  </a:lnTo>
                  <a:lnTo>
                    <a:pt x="201" y="132"/>
                  </a:lnTo>
                  <a:lnTo>
                    <a:pt x="201" y="132"/>
                  </a:lnTo>
                  <a:lnTo>
                    <a:pt x="201" y="132"/>
                  </a:lnTo>
                  <a:lnTo>
                    <a:pt x="201" y="135"/>
                  </a:lnTo>
                  <a:lnTo>
                    <a:pt x="199" y="135"/>
                  </a:lnTo>
                  <a:lnTo>
                    <a:pt x="199" y="135"/>
                  </a:lnTo>
                  <a:lnTo>
                    <a:pt x="199" y="132"/>
                  </a:lnTo>
                  <a:lnTo>
                    <a:pt x="197" y="132"/>
                  </a:lnTo>
                  <a:lnTo>
                    <a:pt x="199" y="132"/>
                  </a:lnTo>
                  <a:lnTo>
                    <a:pt x="199" y="130"/>
                  </a:lnTo>
                  <a:lnTo>
                    <a:pt x="199" y="130"/>
                  </a:lnTo>
                  <a:lnTo>
                    <a:pt x="197" y="130"/>
                  </a:lnTo>
                  <a:lnTo>
                    <a:pt x="197" y="130"/>
                  </a:lnTo>
                  <a:lnTo>
                    <a:pt x="194" y="132"/>
                  </a:lnTo>
                  <a:lnTo>
                    <a:pt x="194" y="132"/>
                  </a:lnTo>
                  <a:lnTo>
                    <a:pt x="194" y="132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7"/>
                  </a:lnTo>
                  <a:lnTo>
                    <a:pt x="194" y="137"/>
                  </a:lnTo>
                  <a:lnTo>
                    <a:pt x="194" y="137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2" y="135"/>
                  </a:lnTo>
                  <a:lnTo>
                    <a:pt x="192" y="135"/>
                  </a:lnTo>
                  <a:lnTo>
                    <a:pt x="192" y="135"/>
                  </a:lnTo>
                  <a:lnTo>
                    <a:pt x="192" y="132"/>
                  </a:lnTo>
                  <a:lnTo>
                    <a:pt x="192" y="128"/>
                  </a:lnTo>
                  <a:lnTo>
                    <a:pt x="192" y="128"/>
                  </a:lnTo>
                  <a:lnTo>
                    <a:pt x="192" y="125"/>
                  </a:lnTo>
                  <a:lnTo>
                    <a:pt x="189" y="125"/>
                  </a:lnTo>
                  <a:lnTo>
                    <a:pt x="189" y="128"/>
                  </a:lnTo>
                  <a:lnTo>
                    <a:pt x="189" y="128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2"/>
                  </a:lnTo>
                  <a:lnTo>
                    <a:pt x="189" y="132"/>
                  </a:lnTo>
                  <a:lnTo>
                    <a:pt x="189" y="130"/>
                  </a:lnTo>
                  <a:lnTo>
                    <a:pt x="187" y="130"/>
                  </a:lnTo>
                  <a:lnTo>
                    <a:pt x="187" y="130"/>
                  </a:lnTo>
                  <a:lnTo>
                    <a:pt x="187" y="132"/>
                  </a:lnTo>
                  <a:lnTo>
                    <a:pt x="187" y="132"/>
                  </a:lnTo>
                  <a:lnTo>
                    <a:pt x="187" y="135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2" y="135"/>
                  </a:lnTo>
                  <a:lnTo>
                    <a:pt x="182" y="135"/>
                  </a:lnTo>
                  <a:lnTo>
                    <a:pt x="182" y="135"/>
                  </a:lnTo>
                  <a:lnTo>
                    <a:pt x="182" y="135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0" y="137"/>
                  </a:lnTo>
                  <a:lnTo>
                    <a:pt x="180" y="137"/>
                  </a:lnTo>
                  <a:lnTo>
                    <a:pt x="180" y="140"/>
                  </a:lnTo>
                  <a:lnTo>
                    <a:pt x="178" y="140"/>
                  </a:lnTo>
                  <a:lnTo>
                    <a:pt x="178" y="140"/>
                  </a:lnTo>
                  <a:lnTo>
                    <a:pt x="178" y="137"/>
                  </a:lnTo>
                  <a:lnTo>
                    <a:pt x="178" y="137"/>
                  </a:lnTo>
                  <a:lnTo>
                    <a:pt x="178" y="137"/>
                  </a:lnTo>
                  <a:lnTo>
                    <a:pt x="178" y="137"/>
                  </a:lnTo>
                  <a:lnTo>
                    <a:pt x="175" y="140"/>
                  </a:lnTo>
                  <a:lnTo>
                    <a:pt x="175" y="140"/>
                  </a:lnTo>
                  <a:lnTo>
                    <a:pt x="173" y="142"/>
                  </a:lnTo>
                  <a:lnTo>
                    <a:pt x="173" y="142"/>
                  </a:lnTo>
                  <a:lnTo>
                    <a:pt x="173" y="142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7"/>
                  </a:lnTo>
                  <a:lnTo>
                    <a:pt x="171" y="149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73" y="154"/>
                  </a:lnTo>
                  <a:lnTo>
                    <a:pt x="173" y="154"/>
                  </a:lnTo>
                  <a:lnTo>
                    <a:pt x="173" y="156"/>
                  </a:lnTo>
                  <a:lnTo>
                    <a:pt x="171" y="156"/>
                  </a:lnTo>
                  <a:lnTo>
                    <a:pt x="166" y="161"/>
                  </a:lnTo>
                  <a:lnTo>
                    <a:pt x="163" y="161"/>
                  </a:lnTo>
                  <a:lnTo>
                    <a:pt x="163" y="161"/>
                  </a:lnTo>
                  <a:lnTo>
                    <a:pt x="166" y="158"/>
                  </a:lnTo>
                  <a:lnTo>
                    <a:pt x="166" y="158"/>
                  </a:lnTo>
                  <a:lnTo>
                    <a:pt x="168" y="156"/>
                  </a:lnTo>
                  <a:lnTo>
                    <a:pt x="168" y="154"/>
                  </a:lnTo>
                  <a:lnTo>
                    <a:pt x="168" y="154"/>
                  </a:lnTo>
                  <a:lnTo>
                    <a:pt x="168" y="151"/>
                  </a:lnTo>
                  <a:lnTo>
                    <a:pt x="168" y="151"/>
                  </a:lnTo>
                  <a:lnTo>
                    <a:pt x="166" y="154"/>
                  </a:lnTo>
                  <a:lnTo>
                    <a:pt x="166" y="151"/>
                  </a:lnTo>
                  <a:lnTo>
                    <a:pt x="166" y="151"/>
                  </a:lnTo>
                  <a:lnTo>
                    <a:pt x="171" y="144"/>
                  </a:lnTo>
                  <a:lnTo>
                    <a:pt x="171" y="142"/>
                  </a:lnTo>
                  <a:lnTo>
                    <a:pt x="171" y="142"/>
                  </a:lnTo>
                  <a:lnTo>
                    <a:pt x="168" y="142"/>
                  </a:lnTo>
                  <a:lnTo>
                    <a:pt x="166" y="142"/>
                  </a:lnTo>
                  <a:lnTo>
                    <a:pt x="178" y="135"/>
                  </a:lnTo>
                  <a:lnTo>
                    <a:pt x="180" y="132"/>
                  </a:lnTo>
                  <a:lnTo>
                    <a:pt x="182" y="130"/>
                  </a:lnTo>
                  <a:lnTo>
                    <a:pt x="182" y="130"/>
                  </a:lnTo>
                  <a:lnTo>
                    <a:pt x="182" y="130"/>
                  </a:lnTo>
                  <a:lnTo>
                    <a:pt x="182" y="128"/>
                  </a:lnTo>
                  <a:lnTo>
                    <a:pt x="182" y="128"/>
                  </a:lnTo>
                  <a:lnTo>
                    <a:pt x="182" y="128"/>
                  </a:lnTo>
                  <a:lnTo>
                    <a:pt x="185" y="125"/>
                  </a:lnTo>
                  <a:lnTo>
                    <a:pt x="182" y="125"/>
                  </a:lnTo>
                  <a:lnTo>
                    <a:pt x="182" y="123"/>
                  </a:lnTo>
                  <a:lnTo>
                    <a:pt x="182" y="123"/>
                  </a:lnTo>
                  <a:lnTo>
                    <a:pt x="180" y="123"/>
                  </a:lnTo>
                  <a:lnTo>
                    <a:pt x="180" y="123"/>
                  </a:lnTo>
                  <a:lnTo>
                    <a:pt x="178" y="123"/>
                  </a:lnTo>
                  <a:lnTo>
                    <a:pt x="178" y="125"/>
                  </a:lnTo>
                  <a:lnTo>
                    <a:pt x="178" y="125"/>
                  </a:lnTo>
                  <a:lnTo>
                    <a:pt x="173" y="128"/>
                  </a:lnTo>
                  <a:lnTo>
                    <a:pt x="173" y="128"/>
                  </a:lnTo>
                  <a:lnTo>
                    <a:pt x="173" y="128"/>
                  </a:lnTo>
                  <a:lnTo>
                    <a:pt x="173" y="130"/>
                  </a:lnTo>
                  <a:lnTo>
                    <a:pt x="173" y="130"/>
                  </a:lnTo>
                  <a:lnTo>
                    <a:pt x="173" y="132"/>
                  </a:lnTo>
                  <a:lnTo>
                    <a:pt x="173" y="132"/>
                  </a:lnTo>
                  <a:lnTo>
                    <a:pt x="173" y="135"/>
                  </a:lnTo>
                  <a:lnTo>
                    <a:pt x="173" y="135"/>
                  </a:lnTo>
                  <a:lnTo>
                    <a:pt x="171" y="132"/>
                  </a:lnTo>
                  <a:lnTo>
                    <a:pt x="171" y="132"/>
                  </a:lnTo>
                  <a:lnTo>
                    <a:pt x="171" y="132"/>
                  </a:lnTo>
                  <a:lnTo>
                    <a:pt x="171" y="130"/>
                  </a:lnTo>
                  <a:lnTo>
                    <a:pt x="171" y="128"/>
                  </a:lnTo>
                  <a:lnTo>
                    <a:pt x="175" y="125"/>
                  </a:lnTo>
                  <a:lnTo>
                    <a:pt x="175" y="125"/>
                  </a:lnTo>
                  <a:lnTo>
                    <a:pt x="175" y="125"/>
                  </a:lnTo>
                  <a:lnTo>
                    <a:pt x="175" y="123"/>
                  </a:lnTo>
                  <a:lnTo>
                    <a:pt x="175" y="123"/>
                  </a:lnTo>
                  <a:lnTo>
                    <a:pt x="178" y="121"/>
                  </a:lnTo>
                  <a:lnTo>
                    <a:pt x="178" y="121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5" y="116"/>
                  </a:lnTo>
                  <a:lnTo>
                    <a:pt x="175" y="116"/>
                  </a:lnTo>
                  <a:lnTo>
                    <a:pt x="175" y="113"/>
                  </a:lnTo>
                  <a:lnTo>
                    <a:pt x="175" y="113"/>
                  </a:lnTo>
                  <a:lnTo>
                    <a:pt x="173" y="111"/>
                  </a:lnTo>
                  <a:lnTo>
                    <a:pt x="173" y="111"/>
                  </a:lnTo>
                  <a:lnTo>
                    <a:pt x="173" y="109"/>
                  </a:lnTo>
                  <a:lnTo>
                    <a:pt x="173" y="109"/>
                  </a:lnTo>
                  <a:lnTo>
                    <a:pt x="173" y="109"/>
                  </a:lnTo>
                  <a:lnTo>
                    <a:pt x="173" y="106"/>
                  </a:lnTo>
                  <a:lnTo>
                    <a:pt x="173" y="104"/>
                  </a:lnTo>
                  <a:lnTo>
                    <a:pt x="171" y="104"/>
                  </a:lnTo>
                  <a:lnTo>
                    <a:pt x="168" y="104"/>
                  </a:lnTo>
                  <a:lnTo>
                    <a:pt x="166" y="106"/>
                  </a:lnTo>
                  <a:lnTo>
                    <a:pt x="166" y="106"/>
                  </a:lnTo>
                  <a:lnTo>
                    <a:pt x="166" y="106"/>
                  </a:lnTo>
                  <a:lnTo>
                    <a:pt x="163" y="106"/>
                  </a:lnTo>
                  <a:lnTo>
                    <a:pt x="163" y="109"/>
                  </a:lnTo>
                  <a:lnTo>
                    <a:pt x="163" y="109"/>
                  </a:lnTo>
                  <a:lnTo>
                    <a:pt x="166" y="111"/>
                  </a:lnTo>
                  <a:lnTo>
                    <a:pt x="166" y="111"/>
                  </a:lnTo>
                  <a:lnTo>
                    <a:pt x="166" y="111"/>
                  </a:lnTo>
                  <a:lnTo>
                    <a:pt x="163" y="111"/>
                  </a:lnTo>
                  <a:lnTo>
                    <a:pt x="163" y="109"/>
                  </a:lnTo>
                  <a:lnTo>
                    <a:pt x="163" y="109"/>
                  </a:lnTo>
                  <a:lnTo>
                    <a:pt x="163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1"/>
                  </a:lnTo>
                  <a:lnTo>
                    <a:pt x="163" y="111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59" y="116"/>
                  </a:lnTo>
                  <a:lnTo>
                    <a:pt x="156" y="116"/>
                  </a:lnTo>
                  <a:lnTo>
                    <a:pt x="159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4" y="118"/>
                  </a:lnTo>
                  <a:lnTo>
                    <a:pt x="154" y="118"/>
                  </a:lnTo>
                  <a:lnTo>
                    <a:pt x="154" y="118"/>
                  </a:lnTo>
                  <a:lnTo>
                    <a:pt x="154" y="125"/>
                  </a:lnTo>
                  <a:lnTo>
                    <a:pt x="154" y="125"/>
                  </a:lnTo>
                  <a:lnTo>
                    <a:pt x="154" y="128"/>
                  </a:lnTo>
                  <a:lnTo>
                    <a:pt x="152" y="125"/>
                  </a:lnTo>
                  <a:lnTo>
                    <a:pt x="152" y="125"/>
                  </a:lnTo>
                  <a:lnTo>
                    <a:pt x="154" y="123"/>
                  </a:lnTo>
                  <a:lnTo>
                    <a:pt x="152" y="118"/>
                  </a:lnTo>
                  <a:lnTo>
                    <a:pt x="152" y="118"/>
                  </a:lnTo>
                  <a:lnTo>
                    <a:pt x="152" y="118"/>
                  </a:lnTo>
                  <a:lnTo>
                    <a:pt x="149" y="118"/>
                  </a:lnTo>
                  <a:lnTo>
                    <a:pt x="149" y="118"/>
                  </a:lnTo>
                  <a:lnTo>
                    <a:pt x="145" y="121"/>
                  </a:lnTo>
                  <a:lnTo>
                    <a:pt x="145" y="121"/>
                  </a:lnTo>
                  <a:lnTo>
                    <a:pt x="145" y="121"/>
                  </a:lnTo>
                  <a:lnTo>
                    <a:pt x="142" y="132"/>
                  </a:lnTo>
                  <a:lnTo>
                    <a:pt x="142" y="137"/>
                  </a:lnTo>
                  <a:lnTo>
                    <a:pt x="140" y="140"/>
                  </a:lnTo>
                  <a:lnTo>
                    <a:pt x="140" y="142"/>
                  </a:lnTo>
                  <a:lnTo>
                    <a:pt x="140" y="142"/>
                  </a:lnTo>
                  <a:lnTo>
                    <a:pt x="140" y="140"/>
                  </a:lnTo>
                  <a:lnTo>
                    <a:pt x="140" y="137"/>
                  </a:lnTo>
                  <a:lnTo>
                    <a:pt x="140" y="132"/>
                  </a:lnTo>
                  <a:lnTo>
                    <a:pt x="142" y="130"/>
                  </a:lnTo>
                  <a:lnTo>
                    <a:pt x="142" y="130"/>
                  </a:lnTo>
                  <a:lnTo>
                    <a:pt x="142" y="130"/>
                  </a:lnTo>
                  <a:lnTo>
                    <a:pt x="142" y="128"/>
                  </a:lnTo>
                  <a:lnTo>
                    <a:pt x="142" y="123"/>
                  </a:lnTo>
                  <a:lnTo>
                    <a:pt x="142" y="123"/>
                  </a:lnTo>
                  <a:lnTo>
                    <a:pt x="142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5" y="123"/>
                  </a:lnTo>
                  <a:lnTo>
                    <a:pt x="135" y="123"/>
                  </a:lnTo>
                  <a:lnTo>
                    <a:pt x="135" y="121"/>
                  </a:lnTo>
                  <a:lnTo>
                    <a:pt x="137" y="121"/>
                  </a:lnTo>
                  <a:lnTo>
                    <a:pt x="140" y="121"/>
                  </a:lnTo>
                  <a:lnTo>
                    <a:pt x="142" y="121"/>
                  </a:lnTo>
                  <a:lnTo>
                    <a:pt x="142" y="118"/>
                  </a:lnTo>
                  <a:lnTo>
                    <a:pt x="142" y="118"/>
                  </a:lnTo>
                  <a:lnTo>
                    <a:pt x="147" y="116"/>
                  </a:lnTo>
                  <a:lnTo>
                    <a:pt x="147" y="116"/>
                  </a:lnTo>
                  <a:lnTo>
                    <a:pt x="147" y="116"/>
                  </a:lnTo>
                  <a:lnTo>
                    <a:pt x="147" y="116"/>
                  </a:lnTo>
                  <a:lnTo>
                    <a:pt x="147" y="113"/>
                  </a:lnTo>
                  <a:lnTo>
                    <a:pt x="147" y="113"/>
                  </a:lnTo>
                  <a:lnTo>
                    <a:pt x="149" y="109"/>
                  </a:lnTo>
                  <a:lnTo>
                    <a:pt x="152" y="104"/>
                  </a:lnTo>
                  <a:lnTo>
                    <a:pt x="152" y="102"/>
                  </a:lnTo>
                  <a:lnTo>
                    <a:pt x="152" y="102"/>
                  </a:lnTo>
                  <a:lnTo>
                    <a:pt x="152" y="102"/>
                  </a:lnTo>
                  <a:lnTo>
                    <a:pt x="152" y="102"/>
                  </a:lnTo>
                  <a:lnTo>
                    <a:pt x="152" y="99"/>
                  </a:lnTo>
                  <a:lnTo>
                    <a:pt x="152" y="99"/>
                  </a:lnTo>
                  <a:lnTo>
                    <a:pt x="152" y="99"/>
                  </a:lnTo>
                  <a:lnTo>
                    <a:pt x="152" y="97"/>
                  </a:lnTo>
                  <a:lnTo>
                    <a:pt x="152" y="97"/>
                  </a:lnTo>
                  <a:lnTo>
                    <a:pt x="152" y="95"/>
                  </a:lnTo>
                  <a:lnTo>
                    <a:pt x="152" y="95"/>
                  </a:lnTo>
                  <a:lnTo>
                    <a:pt x="149" y="92"/>
                  </a:lnTo>
                  <a:lnTo>
                    <a:pt x="149" y="95"/>
                  </a:lnTo>
                  <a:lnTo>
                    <a:pt x="147" y="95"/>
                  </a:lnTo>
                  <a:lnTo>
                    <a:pt x="147" y="95"/>
                  </a:lnTo>
                  <a:lnTo>
                    <a:pt x="145" y="97"/>
                  </a:lnTo>
                  <a:lnTo>
                    <a:pt x="145" y="97"/>
                  </a:lnTo>
                  <a:lnTo>
                    <a:pt x="142" y="97"/>
                  </a:lnTo>
                  <a:lnTo>
                    <a:pt x="142" y="97"/>
                  </a:lnTo>
                  <a:lnTo>
                    <a:pt x="142" y="97"/>
                  </a:lnTo>
                  <a:lnTo>
                    <a:pt x="147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87"/>
                  </a:lnTo>
                  <a:lnTo>
                    <a:pt x="145" y="87"/>
                  </a:lnTo>
                  <a:lnTo>
                    <a:pt x="142" y="85"/>
                  </a:lnTo>
                  <a:lnTo>
                    <a:pt x="142" y="85"/>
                  </a:lnTo>
                  <a:lnTo>
                    <a:pt x="135" y="85"/>
                  </a:lnTo>
                  <a:lnTo>
                    <a:pt x="135" y="85"/>
                  </a:lnTo>
                  <a:lnTo>
                    <a:pt x="135" y="85"/>
                  </a:lnTo>
                  <a:lnTo>
                    <a:pt x="135" y="83"/>
                  </a:lnTo>
                  <a:lnTo>
                    <a:pt x="137" y="83"/>
                  </a:lnTo>
                  <a:lnTo>
                    <a:pt x="135" y="80"/>
                  </a:lnTo>
                  <a:lnTo>
                    <a:pt x="133" y="83"/>
                  </a:lnTo>
                  <a:lnTo>
                    <a:pt x="133" y="83"/>
                  </a:lnTo>
                  <a:lnTo>
                    <a:pt x="133" y="85"/>
                  </a:lnTo>
                  <a:lnTo>
                    <a:pt x="133" y="87"/>
                  </a:lnTo>
                  <a:lnTo>
                    <a:pt x="133" y="87"/>
                  </a:lnTo>
                  <a:lnTo>
                    <a:pt x="133" y="90"/>
                  </a:lnTo>
                  <a:lnTo>
                    <a:pt x="133" y="90"/>
                  </a:lnTo>
                  <a:lnTo>
                    <a:pt x="133" y="90"/>
                  </a:lnTo>
                  <a:lnTo>
                    <a:pt x="130" y="90"/>
                  </a:lnTo>
                  <a:lnTo>
                    <a:pt x="130" y="87"/>
                  </a:lnTo>
                  <a:lnTo>
                    <a:pt x="130" y="85"/>
                  </a:lnTo>
                  <a:lnTo>
                    <a:pt x="130" y="87"/>
                  </a:lnTo>
                  <a:lnTo>
                    <a:pt x="130" y="87"/>
                  </a:lnTo>
                  <a:lnTo>
                    <a:pt x="128" y="90"/>
                  </a:lnTo>
                  <a:lnTo>
                    <a:pt x="126" y="90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3" y="92"/>
                  </a:lnTo>
                  <a:lnTo>
                    <a:pt x="126" y="90"/>
                  </a:lnTo>
                  <a:lnTo>
                    <a:pt x="126" y="87"/>
                  </a:lnTo>
                  <a:lnTo>
                    <a:pt x="128" y="83"/>
                  </a:lnTo>
                  <a:lnTo>
                    <a:pt x="128" y="83"/>
                  </a:lnTo>
                  <a:lnTo>
                    <a:pt x="128" y="83"/>
                  </a:lnTo>
                  <a:lnTo>
                    <a:pt x="126" y="83"/>
                  </a:lnTo>
                  <a:lnTo>
                    <a:pt x="126" y="83"/>
                  </a:lnTo>
                  <a:lnTo>
                    <a:pt x="123" y="83"/>
                  </a:lnTo>
                  <a:lnTo>
                    <a:pt x="123" y="83"/>
                  </a:lnTo>
                  <a:lnTo>
                    <a:pt x="126" y="80"/>
                  </a:lnTo>
                  <a:lnTo>
                    <a:pt x="126" y="80"/>
                  </a:lnTo>
                  <a:lnTo>
                    <a:pt x="126" y="80"/>
                  </a:lnTo>
                  <a:lnTo>
                    <a:pt x="126" y="78"/>
                  </a:lnTo>
                  <a:lnTo>
                    <a:pt x="123" y="78"/>
                  </a:lnTo>
                  <a:lnTo>
                    <a:pt x="123" y="78"/>
                  </a:lnTo>
                  <a:lnTo>
                    <a:pt x="123" y="78"/>
                  </a:lnTo>
                  <a:lnTo>
                    <a:pt x="123" y="80"/>
                  </a:lnTo>
                  <a:lnTo>
                    <a:pt x="121" y="83"/>
                  </a:lnTo>
                  <a:lnTo>
                    <a:pt x="121" y="85"/>
                  </a:lnTo>
                  <a:lnTo>
                    <a:pt x="121" y="83"/>
                  </a:lnTo>
                  <a:lnTo>
                    <a:pt x="121" y="80"/>
                  </a:lnTo>
                  <a:lnTo>
                    <a:pt x="121" y="78"/>
                  </a:lnTo>
                  <a:lnTo>
                    <a:pt x="121" y="78"/>
                  </a:lnTo>
                  <a:lnTo>
                    <a:pt x="116" y="78"/>
                  </a:lnTo>
                  <a:lnTo>
                    <a:pt x="116" y="78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3" y="71"/>
                  </a:lnTo>
                  <a:lnTo>
                    <a:pt x="121" y="71"/>
                  </a:lnTo>
                  <a:lnTo>
                    <a:pt x="121" y="73"/>
                  </a:lnTo>
                  <a:lnTo>
                    <a:pt x="118" y="73"/>
                  </a:lnTo>
                  <a:lnTo>
                    <a:pt x="118" y="73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14" y="71"/>
                  </a:lnTo>
                  <a:lnTo>
                    <a:pt x="111" y="73"/>
                  </a:lnTo>
                  <a:lnTo>
                    <a:pt x="111" y="73"/>
                  </a:lnTo>
                  <a:lnTo>
                    <a:pt x="111" y="76"/>
                  </a:lnTo>
                  <a:lnTo>
                    <a:pt x="111" y="76"/>
                  </a:lnTo>
                  <a:lnTo>
                    <a:pt x="111" y="78"/>
                  </a:lnTo>
                  <a:lnTo>
                    <a:pt x="111" y="78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7" y="80"/>
                  </a:lnTo>
                  <a:lnTo>
                    <a:pt x="109" y="80"/>
                  </a:lnTo>
                  <a:lnTo>
                    <a:pt x="109" y="80"/>
                  </a:lnTo>
                  <a:lnTo>
                    <a:pt x="109" y="80"/>
                  </a:lnTo>
                  <a:lnTo>
                    <a:pt x="107" y="83"/>
                  </a:lnTo>
                  <a:lnTo>
                    <a:pt x="104" y="83"/>
                  </a:lnTo>
                  <a:lnTo>
                    <a:pt x="102" y="85"/>
                  </a:lnTo>
                  <a:lnTo>
                    <a:pt x="102" y="87"/>
                  </a:lnTo>
                  <a:lnTo>
                    <a:pt x="100" y="87"/>
                  </a:lnTo>
                  <a:lnTo>
                    <a:pt x="100" y="87"/>
                  </a:lnTo>
                  <a:lnTo>
                    <a:pt x="97" y="87"/>
                  </a:lnTo>
                  <a:lnTo>
                    <a:pt x="97" y="87"/>
                  </a:lnTo>
                  <a:lnTo>
                    <a:pt x="95" y="87"/>
                  </a:lnTo>
                  <a:lnTo>
                    <a:pt x="95" y="87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7" y="92"/>
                  </a:lnTo>
                  <a:lnTo>
                    <a:pt x="97" y="95"/>
                  </a:lnTo>
                  <a:lnTo>
                    <a:pt x="97" y="95"/>
                  </a:lnTo>
                  <a:lnTo>
                    <a:pt x="97" y="95"/>
                  </a:lnTo>
                  <a:lnTo>
                    <a:pt x="95" y="95"/>
                  </a:lnTo>
                  <a:lnTo>
                    <a:pt x="92" y="90"/>
                  </a:lnTo>
                  <a:lnTo>
                    <a:pt x="92" y="87"/>
                  </a:lnTo>
                  <a:lnTo>
                    <a:pt x="92" y="87"/>
                  </a:lnTo>
                  <a:lnTo>
                    <a:pt x="90" y="90"/>
                  </a:lnTo>
                  <a:lnTo>
                    <a:pt x="90" y="90"/>
                  </a:lnTo>
                  <a:lnTo>
                    <a:pt x="90" y="92"/>
                  </a:lnTo>
                  <a:lnTo>
                    <a:pt x="88" y="95"/>
                  </a:lnTo>
                  <a:lnTo>
                    <a:pt x="88" y="95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88" y="87"/>
                  </a:lnTo>
                  <a:lnTo>
                    <a:pt x="88" y="87"/>
                  </a:lnTo>
                  <a:lnTo>
                    <a:pt x="88" y="87"/>
                  </a:lnTo>
                  <a:lnTo>
                    <a:pt x="95" y="85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100" y="85"/>
                  </a:lnTo>
                  <a:lnTo>
                    <a:pt x="102" y="83"/>
                  </a:lnTo>
                  <a:lnTo>
                    <a:pt x="104" y="80"/>
                  </a:lnTo>
                  <a:lnTo>
                    <a:pt x="104" y="78"/>
                  </a:lnTo>
                  <a:lnTo>
                    <a:pt x="104" y="78"/>
                  </a:lnTo>
                  <a:lnTo>
                    <a:pt x="104" y="76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1"/>
                  </a:lnTo>
                  <a:lnTo>
                    <a:pt x="107" y="69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4"/>
                  </a:lnTo>
                  <a:lnTo>
                    <a:pt x="107" y="64"/>
                  </a:lnTo>
                  <a:lnTo>
                    <a:pt x="104" y="64"/>
                  </a:lnTo>
                  <a:lnTo>
                    <a:pt x="104" y="64"/>
                  </a:lnTo>
                  <a:lnTo>
                    <a:pt x="104" y="64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04" y="69"/>
                  </a:lnTo>
                  <a:lnTo>
                    <a:pt x="104" y="69"/>
                  </a:lnTo>
                  <a:lnTo>
                    <a:pt x="102" y="66"/>
                  </a:lnTo>
                  <a:lnTo>
                    <a:pt x="102" y="66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2" y="61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0" y="59"/>
                  </a:lnTo>
                  <a:lnTo>
                    <a:pt x="100" y="61"/>
                  </a:lnTo>
                  <a:lnTo>
                    <a:pt x="100" y="61"/>
                  </a:lnTo>
                  <a:lnTo>
                    <a:pt x="100" y="66"/>
                  </a:lnTo>
                  <a:lnTo>
                    <a:pt x="100" y="66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95" y="69"/>
                  </a:lnTo>
                  <a:lnTo>
                    <a:pt x="97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7" y="64"/>
                  </a:lnTo>
                  <a:lnTo>
                    <a:pt x="97" y="64"/>
                  </a:lnTo>
                  <a:lnTo>
                    <a:pt x="97" y="64"/>
                  </a:lnTo>
                  <a:lnTo>
                    <a:pt x="97" y="61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7"/>
                  </a:lnTo>
                  <a:lnTo>
                    <a:pt x="92" y="57"/>
                  </a:lnTo>
                  <a:lnTo>
                    <a:pt x="92" y="57"/>
                  </a:lnTo>
                  <a:lnTo>
                    <a:pt x="92" y="57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9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6"/>
                  </a:lnTo>
                  <a:lnTo>
                    <a:pt x="90" y="69"/>
                  </a:lnTo>
                  <a:lnTo>
                    <a:pt x="88" y="69"/>
                  </a:lnTo>
                  <a:lnTo>
                    <a:pt x="88" y="71"/>
                  </a:lnTo>
                  <a:lnTo>
                    <a:pt x="85" y="71"/>
                  </a:lnTo>
                  <a:lnTo>
                    <a:pt x="85" y="71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8" y="66"/>
                  </a:lnTo>
                  <a:lnTo>
                    <a:pt x="88" y="64"/>
                  </a:lnTo>
                  <a:lnTo>
                    <a:pt x="85" y="61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3" y="61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61"/>
                  </a:lnTo>
                  <a:lnTo>
                    <a:pt x="74" y="61"/>
                  </a:lnTo>
                  <a:lnTo>
                    <a:pt x="74" y="64"/>
                  </a:lnTo>
                  <a:lnTo>
                    <a:pt x="71" y="66"/>
                  </a:lnTo>
                  <a:lnTo>
                    <a:pt x="71" y="64"/>
                  </a:lnTo>
                  <a:lnTo>
                    <a:pt x="71" y="66"/>
                  </a:lnTo>
                  <a:lnTo>
                    <a:pt x="71" y="66"/>
                  </a:lnTo>
                  <a:lnTo>
                    <a:pt x="71" y="66"/>
                  </a:lnTo>
                  <a:lnTo>
                    <a:pt x="69" y="64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8" y="57"/>
                  </a:lnTo>
                  <a:lnTo>
                    <a:pt x="81" y="57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2"/>
                  </a:lnTo>
                  <a:lnTo>
                    <a:pt x="78" y="50"/>
                  </a:lnTo>
                  <a:lnTo>
                    <a:pt x="78" y="47"/>
                  </a:lnTo>
                  <a:lnTo>
                    <a:pt x="78" y="47"/>
                  </a:lnTo>
                  <a:lnTo>
                    <a:pt x="76" y="47"/>
                  </a:lnTo>
                  <a:lnTo>
                    <a:pt x="74" y="45"/>
                  </a:lnTo>
                  <a:lnTo>
                    <a:pt x="69" y="47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2"/>
                  </a:lnTo>
                  <a:lnTo>
                    <a:pt x="69" y="54"/>
                  </a:lnTo>
                  <a:lnTo>
                    <a:pt x="66" y="52"/>
                  </a:lnTo>
                  <a:lnTo>
                    <a:pt x="66" y="47"/>
                  </a:lnTo>
                  <a:lnTo>
                    <a:pt x="66" y="47"/>
                  </a:lnTo>
                  <a:lnTo>
                    <a:pt x="69" y="47"/>
                  </a:lnTo>
                  <a:lnTo>
                    <a:pt x="69" y="45"/>
                  </a:lnTo>
                  <a:lnTo>
                    <a:pt x="69" y="42"/>
                  </a:lnTo>
                  <a:lnTo>
                    <a:pt x="66" y="42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2" y="45"/>
                  </a:lnTo>
                  <a:lnTo>
                    <a:pt x="62" y="47"/>
                  </a:lnTo>
                  <a:lnTo>
                    <a:pt x="62" y="50"/>
                  </a:lnTo>
                  <a:lnTo>
                    <a:pt x="62" y="50"/>
                  </a:lnTo>
                  <a:lnTo>
                    <a:pt x="64" y="50"/>
                  </a:lnTo>
                  <a:lnTo>
                    <a:pt x="64" y="52"/>
                  </a:lnTo>
                  <a:lnTo>
                    <a:pt x="62" y="57"/>
                  </a:lnTo>
                  <a:lnTo>
                    <a:pt x="62" y="54"/>
                  </a:lnTo>
                  <a:lnTo>
                    <a:pt x="62" y="52"/>
                  </a:lnTo>
                  <a:lnTo>
                    <a:pt x="62" y="52"/>
                  </a:lnTo>
                  <a:lnTo>
                    <a:pt x="62" y="50"/>
                  </a:lnTo>
                  <a:lnTo>
                    <a:pt x="62" y="50"/>
                  </a:lnTo>
                  <a:lnTo>
                    <a:pt x="59" y="47"/>
                  </a:lnTo>
                  <a:lnTo>
                    <a:pt x="59" y="45"/>
                  </a:lnTo>
                  <a:lnTo>
                    <a:pt x="62" y="42"/>
                  </a:lnTo>
                  <a:lnTo>
                    <a:pt x="62" y="42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2" y="38"/>
                  </a:lnTo>
                  <a:lnTo>
                    <a:pt x="59" y="38"/>
                  </a:lnTo>
                  <a:lnTo>
                    <a:pt x="57" y="40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0" y="42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7" y="35"/>
                  </a:lnTo>
                  <a:lnTo>
                    <a:pt x="47" y="35"/>
                  </a:lnTo>
                  <a:lnTo>
                    <a:pt x="45" y="33"/>
                  </a:lnTo>
                  <a:lnTo>
                    <a:pt x="45" y="31"/>
                  </a:lnTo>
                  <a:lnTo>
                    <a:pt x="45" y="28"/>
                  </a:lnTo>
                  <a:lnTo>
                    <a:pt x="45" y="26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3" y="26"/>
                  </a:lnTo>
                  <a:lnTo>
                    <a:pt x="43" y="26"/>
                  </a:lnTo>
                  <a:lnTo>
                    <a:pt x="43" y="26"/>
                  </a:lnTo>
                  <a:lnTo>
                    <a:pt x="43" y="28"/>
                  </a:lnTo>
                  <a:lnTo>
                    <a:pt x="43" y="28"/>
                  </a:lnTo>
                  <a:lnTo>
                    <a:pt x="43" y="28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6" y="26"/>
                  </a:lnTo>
                  <a:lnTo>
                    <a:pt x="36" y="24"/>
                  </a:lnTo>
                  <a:lnTo>
                    <a:pt x="38" y="21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38" y="19"/>
                  </a:lnTo>
                  <a:lnTo>
                    <a:pt x="38" y="16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29" y="16"/>
                  </a:lnTo>
                  <a:lnTo>
                    <a:pt x="31" y="19"/>
                  </a:lnTo>
                  <a:lnTo>
                    <a:pt x="33" y="21"/>
                  </a:lnTo>
                  <a:lnTo>
                    <a:pt x="33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33" y="21"/>
                  </a:lnTo>
                  <a:lnTo>
                    <a:pt x="33" y="21"/>
                  </a:lnTo>
                  <a:lnTo>
                    <a:pt x="33" y="24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1" y="31"/>
                  </a:lnTo>
                  <a:lnTo>
                    <a:pt x="31" y="31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1" y="28"/>
                  </a:lnTo>
                  <a:lnTo>
                    <a:pt x="31" y="28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9" y="24"/>
                  </a:lnTo>
                  <a:lnTo>
                    <a:pt x="26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29" y="19"/>
                  </a:lnTo>
                  <a:lnTo>
                    <a:pt x="26" y="16"/>
                  </a:lnTo>
                  <a:lnTo>
                    <a:pt x="24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14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4" y="16"/>
                  </a:lnTo>
                  <a:lnTo>
                    <a:pt x="24" y="19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9" y="2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17" y="26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1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21" y="12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1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4" y="9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4" y="5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7" y="5"/>
                  </a:lnTo>
                  <a:lnTo>
                    <a:pt x="7" y="7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12" y="2"/>
                  </a:lnTo>
                  <a:lnTo>
                    <a:pt x="14" y="5"/>
                  </a:lnTo>
                  <a:lnTo>
                    <a:pt x="17" y="5"/>
                  </a:lnTo>
                  <a:lnTo>
                    <a:pt x="19" y="5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5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21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0" y="31"/>
                  </a:lnTo>
                  <a:lnTo>
                    <a:pt x="10" y="31"/>
                  </a:lnTo>
                  <a:lnTo>
                    <a:pt x="10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21" y="33"/>
                  </a:lnTo>
                  <a:lnTo>
                    <a:pt x="24" y="35"/>
                  </a:lnTo>
                  <a:lnTo>
                    <a:pt x="24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19" y="40"/>
                  </a:lnTo>
                  <a:lnTo>
                    <a:pt x="21" y="40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21" y="45"/>
                  </a:lnTo>
                  <a:lnTo>
                    <a:pt x="21" y="45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2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29" y="57"/>
                  </a:lnTo>
                  <a:lnTo>
                    <a:pt x="29" y="57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29" y="6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6"/>
                  </a:lnTo>
                  <a:lnTo>
                    <a:pt x="33" y="69"/>
                  </a:lnTo>
                  <a:lnTo>
                    <a:pt x="33" y="69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6" y="69"/>
                  </a:lnTo>
                  <a:lnTo>
                    <a:pt x="36" y="69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8" y="71"/>
                  </a:lnTo>
                  <a:lnTo>
                    <a:pt x="38" y="71"/>
                  </a:lnTo>
                  <a:lnTo>
                    <a:pt x="38" y="73"/>
                  </a:lnTo>
                  <a:lnTo>
                    <a:pt x="40" y="73"/>
                  </a:lnTo>
                  <a:lnTo>
                    <a:pt x="40" y="73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5" y="71"/>
                  </a:lnTo>
                  <a:lnTo>
                    <a:pt x="45" y="69"/>
                  </a:lnTo>
                  <a:lnTo>
                    <a:pt x="47" y="66"/>
                  </a:lnTo>
                  <a:lnTo>
                    <a:pt x="47" y="66"/>
                  </a:lnTo>
                  <a:lnTo>
                    <a:pt x="47" y="64"/>
                  </a:lnTo>
                  <a:lnTo>
                    <a:pt x="47" y="61"/>
                  </a:lnTo>
                  <a:lnTo>
                    <a:pt x="50" y="61"/>
                  </a:lnTo>
                  <a:lnTo>
                    <a:pt x="52" y="61"/>
                  </a:lnTo>
                  <a:lnTo>
                    <a:pt x="55" y="61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9"/>
                  </a:lnTo>
                  <a:lnTo>
                    <a:pt x="52" y="69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52" y="71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52" y="76"/>
                  </a:lnTo>
                  <a:lnTo>
                    <a:pt x="52" y="76"/>
                  </a:lnTo>
                  <a:lnTo>
                    <a:pt x="52" y="78"/>
                  </a:lnTo>
                  <a:lnTo>
                    <a:pt x="55" y="78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3"/>
                  </a:lnTo>
                  <a:lnTo>
                    <a:pt x="57" y="83"/>
                  </a:lnTo>
                  <a:lnTo>
                    <a:pt x="57" y="85"/>
                  </a:lnTo>
                  <a:lnTo>
                    <a:pt x="57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4" y="92"/>
                  </a:lnTo>
                  <a:lnTo>
                    <a:pt x="64" y="95"/>
                  </a:lnTo>
                  <a:lnTo>
                    <a:pt x="64" y="95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71" y="97"/>
                  </a:lnTo>
                  <a:lnTo>
                    <a:pt x="71" y="97"/>
                  </a:lnTo>
                  <a:lnTo>
                    <a:pt x="74" y="97"/>
                  </a:lnTo>
                  <a:lnTo>
                    <a:pt x="74" y="97"/>
                  </a:lnTo>
                  <a:lnTo>
                    <a:pt x="74" y="97"/>
                  </a:lnTo>
                  <a:lnTo>
                    <a:pt x="76" y="97"/>
                  </a:lnTo>
                  <a:lnTo>
                    <a:pt x="76" y="99"/>
                  </a:lnTo>
                  <a:lnTo>
                    <a:pt x="78" y="99"/>
                  </a:lnTo>
                  <a:lnTo>
                    <a:pt x="78" y="102"/>
                  </a:lnTo>
                  <a:lnTo>
                    <a:pt x="76" y="104"/>
                  </a:lnTo>
                  <a:lnTo>
                    <a:pt x="76" y="104"/>
                  </a:lnTo>
                  <a:lnTo>
                    <a:pt x="76" y="104"/>
                  </a:lnTo>
                  <a:lnTo>
                    <a:pt x="74" y="106"/>
                  </a:lnTo>
                  <a:lnTo>
                    <a:pt x="74" y="106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69" y="106"/>
                  </a:lnTo>
                  <a:lnTo>
                    <a:pt x="69" y="106"/>
                  </a:lnTo>
                  <a:lnTo>
                    <a:pt x="69" y="106"/>
                  </a:lnTo>
                  <a:lnTo>
                    <a:pt x="66" y="106"/>
                  </a:lnTo>
                  <a:lnTo>
                    <a:pt x="66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4"/>
                  </a:lnTo>
                  <a:lnTo>
                    <a:pt x="59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55" y="109"/>
                  </a:lnTo>
                  <a:lnTo>
                    <a:pt x="55" y="111"/>
                  </a:lnTo>
                  <a:lnTo>
                    <a:pt x="57" y="111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57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8"/>
                  </a:lnTo>
                  <a:lnTo>
                    <a:pt x="57" y="118"/>
                  </a:lnTo>
                  <a:lnTo>
                    <a:pt x="57" y="118"/>
                  </a:lnTo>
                  <a:lnTo>
                    <a:pt x="59" y="118"/>
                  </a:lnTo>
                  <a:lnTo>
                    <a:pt x="59" y="121"/>
                  </a:lnTo>
                  <a:lnTo>
                    <a:pt x="62" y="121"/>
                  </a:lnTo>
                  <a:lnTo>
                    <a:pt x="62" y="118"/>
                  </a:lnTo>
                  <a:lnTo>
                    <a:pt x="62" y="118"/>
                  </a:lnTo>
                  <a:lnTo>
                    <a:pt x="64" y="116"/>
                  </a:lnTo>
                  <a:lnTo>
                    <a:pt x="64" y="116"/>
                  </a:lnTo>
                  <a:lnTo>
                    <a:pt x="64" y="113"/>
                  </a:lnTo>
                  <a:lnTo>
                    <a:pt x="66" y="116"/>
                  </a:lnTo>
                  <a:lnTo>
                    <a:pt x="69" y="116"/>
                  </a:lnTo>
                  <a:lnTo>
                    <a:pt x="71" y="116"/>
                  </a:lnTo>
                  <a:lnTo>
                    <a:pt x="74" y="116"/>
                  </a:lnTo>
                  <a:lnTo>
                    <a:pt x="74" y="116"/>
                  </a:lnTo>
                  <a:lnTo>
                    <a:pt x="74" y="113"/>
                  </a:lnTo>
                  <a:lnTo>
                    <a:pt x="76" y="113"/>
                  </a:lnTo>
                  <a:lnTo>
                    <a:pt x="76" y="113"/>
                  </a:lnTo>
                  <a:lnTo>
                    <a:pt x="78" y="113"/>
                  </a:lnTo>
                  <a:lnTo>
                    <a:pt x="78" y="113"/>
                  </a:lnTo>
                  <a:lnTo>
                    <a:pt x="81" y="113"/>
                  </a:lnTo>
                  <a:lnTo>
                    <a:pt x="81" y="111"/>
                  </a:lnTo>
                  <a:lnTo>
                    <a:pt x="83" y="111"/>
                  </a:lnTo>
                  <a:lnTo>
                    <a:pt x="83" y="111"/>
                  </a:lnTo>
                  <a:lnTo>
                    <a:pt x="85" y="111"/>
                  </a:lnTo>
                  <a:lnTo>
                    <a:pt x="88" y="113"/>
                  </a:lnTo>
                  <a:lnTo>
                    <a:pt x="88" y="113"/>
                  </a:lnTo>
                  <a:lnTo>
                    <a:pt x="88" y="116"/>
                  </a:lnTo>
                  <a:lnTo>
                    <a:pt x="88" y="116"/>
                  </a:lnTo>
                  <a:lnTo>
                    <a:pt x="90" y="118"/>
                  </a:lnTo>
                  <a:lnTo>
                    <a:pt x="90" y="118"/>
                  </a:lnTo>
                  <a:lnTo>
                    <a:pt x="90" y="118"/>
                  </a:lnTo>
                  <a:lnTo>
                    <a:pt x="92" y="118"/>
                  </a:lnTo>
                  <a:lnTo>
                    <a:pt x="92" y="118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7" y="118"/>
                  </a:lnTo>
                  <a:lnTo>
                    <a:pt x="97" y="116"/>
                  </a:lnTo>
                  <a:lnTo>
                    <a:pt x="97" y="113"/>
                  </a:lnTo>
                  <a:lnTo>
                    <a:pt x="100" y="111"/>
                  </a:lnTo>
                  <a:lnTo>
                    <a:pt x="100" y="109"/>
                  </a:lnTo>
                  <a:lnTo>
                    <a:pt x="102" y="106"/>
                  </a:lnTo>
                  <a:lnTo>
                    <a:pt x="102" y="106"/>
                  </a:lnTo>
                  <a:lnTo>
                    <a:pt x="102" y="106"/>
                  </a:lnTo>
                  <a:lnTo>
                    <a:pt x="104" y="106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2"/>
                  </a:lnTo>
                  <a:lnTo>
                    <a:pt x="104" y="102"/>
                  </a:lnTo>
                  <a:lnTo>
                    <a:pt x="107" y="99"/>
                  </a:lnTo>
                  <a:lnTo>
                    <a:pt x="107" y="99"/>
                  </a:lnTo>
                  <a:lnTo>
                    <a:pt x="109" y="99"/>
                  </a:lnTo>
                  <a:lnTo>
                    <a:pt x="111" y="99"/>
                  </a:lnTo>
                  <a:lnTo>
                    <a:pt x="111" y="99"/>
                  </a:lnTo>
                  <a:lnTo>
                    <a:pt x="114" y="99"/>
                  </a:lnTo>
                  <a:lnTo>
                    <a:pt x="114" y="99"/>
                  </a:lnTo>
                  <a:lnTo>
                    <a:pt x="116" y="99"/>
                  </a:lnTo>
                  <a:lnTo>
                    <a:pt x="116" y="99"/>
                  </a:lnTo>
                  <a:lnTo>
                    <a:pt x="118" y="99"/>
                  </a:lnTo>
                  <a:lnTo>
                    <a:pt x="118" y="99"/>
                  </a:lnTo>
                  <a:lnTo>
                    <a:pt x="121" y="102"/>
                  </a:lnTo>
                  <a:lnTo>
                    <a:pt x="123" y="104"/>
                  </a:lnTo>
                  <a:lnTo>
                    <a:pt x="123" y="104"/>
                  </a:lnTo>
                  <a:lnTo>
                    <a:pt x="123" y="106"/>
                  </a:lnTo>
                  <a:lnTo>
                    <a:pt x="121" y="109"/>
                  </a:lnTo>
                  <a:lnTo>
                    <a:pt x="118" y="111"/>
                  </a:lnTo>
                  <a:lnTo>
                    <a:pt x="116" y="111"/>
                  </a:lnTo>
                  <a:lnTo>
                    <a:pt x="114" y="113"/>
                  </a:lnTo>
                  <a:lnTo>
                    <a:pt x="111" y="113"/>
                  </a:lnTo>
                  <a:lnTo>
                    <a:pt x="111" y="116"/>
                  </a:lnTo>
                  <a:lnTo>
                    <a:pt x="111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8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23"/>
                  </a:lnTo>
                  <a:lnTo>
                    <a:pt x="104" y="125"/>
                  </a:lnTo>
                  <a:lnTo>
                    <a:pt x="104" y="128"/>
                  </a:lnTo>
                  <a:lnTo>
                    <a:pt x="104" y="130"/>
                  </a:lnTo>
                  <a:lnTo>
                    <a:pt x="107" y="130"/>
                  </a:lnTo>
                  <a:lnTo>
                    <a:pt x="109" y="132"/>
                  </a:lnTo>
                  <a:lnTo>
                    <a:pt x="109" y="132"/>
                  </a:lnTo>
                  <a:lnTo>
                    <a:pt x="111" y="132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4" y="130"/>
                  </a:lnTo>
                  <a:lnTo>
                    <a:pt x="114" y="128"/>
                  </a:lnTo>
                  <a:lnTo>
                    <a:pt x="114" y="128"/>
                  </a:lnTo>
                  <a:lnTo>
                    <a:pt x="116" y="128"/>
                  </a:lnTo>
                  <a:lnTo>
                    <a:pt x="118" y="128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21" y="132"/>
                  </a:lnTo>
                  <a:lnTo>
                    <a:pt x="121" y="132"/>
                  </a:lnTo>
                  <a:lnTo>
                    <a:pt x="121" y="132"/>
                  </a:lnTo>
                  <a:lnTo>
                    <a:pt x="123" y="135"/>
                  </a:lnTo>
                  <a:lnTo>
                    <a:pt x="121" y="137"/>
                  </a:lnTo>
                  <a:lnTo>
                    <a:pt x="121" y="137"/>
                  </a:lnTo>
                  <a:lnTo>
                    <a:pt x="118" y="140"/>
                  </a:lnTo>
                  <a:lnTo>
                    <a:pt x="116" y="140"/>
                  </a:lnTo>
                  <a:lnTo>
                    <a:pt x="116" y="142"/>
                  </a:lnTo>
                  <a:lnTo>
                    <a:pt x="116" y="144"/>
                  </a:lnTo>
                  <a:lnTo>
                    <a:pt x="118" y="144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16" y="149"/>
                  </a:lnTo>
                  <a:lnTo>
                    <a:pt x="114" y="149"/>
                  </a:lnTo>
                  <a:lnTo>
                    <a:pt x="114" y="151"/>
                  </a:lnTo>
                  <a:lnTo>
                    <a:pt x="114" y="151"/>
                  </a:lnTo>
                  <a:lnTo>
                    <a:pt x="114" y="151"/>
                  </a:lnTo>
                  <a:lnTo>
                    <a:pt x="114" y="154"/>
                  </a:lnTo>
                  <a:lnTo>
                    <a:pt x="114" y="154"/>
                  </a:lnTo>
                  <a:lnTo>
                    <a:pt x="116" y="156"/>
                  </a:lnTo>
                  <a:lnTo>
                    <a:pt x="116" y="156"/>
                  </a:lnTo>
                  <a:lnTo>
                    <a:pt x="116" y="158"/>
                  </a:lnTo>
                  <a:lnTo>
                    <a:pt x="116" y="158"/>
                  </a:lnTo>
                  <a:lnTo>
                    <a:pt x="116" y="161"/>
                  </a:lnTo>
                  <a:lnTo>
                    <a:pt x="116" y="161"/>
                  </a:lnTo>
                  <a:lnTo>
                    <a:pt x="116" y="163"/>
                  </a:lnTo>
                  <a:lnTo>
                    <a:pt x="116" y="163"/>
                  </a:lnTo>
                  <a:lnTo>
                    <a:pt x="114" y="166"/>
                  </a:lnTo>
                  <a:lnTo>
                    <a:pt x="111" y="166"/>
                  </a:lnTo>
                  <a:lnTo>
                    <a:pt x="111" y="168"/>
                  </a:lnTo>
                  <a:lnTo>
                    <a:pt x="111" y="173"/>
                  </a:lnTo>
                  <a:lnTo>
                    <a:pt x="114" y="175"/>
                  </a:lnTo>
                  <a:lnTo>
                    <a:pt x="114" y="177"/>
                  </a:lnTo>
                  <a:lnTo>
                    <a:pt x="116" y="177"/>
                  </a:lnTo>
                  <a:lnTo>
                    <a:pt x="116" y="180"/>
                  </a:lnTo>
                  <a:lnTo>
                    <a:pt x="118" y="177"/>
                  </a:lnTo>
                  <a:lnTo>
                    <a:pt x="118" y="177"/>
                  </a:lnTo>
                  <a:lnTo>
                    <a:pt x="118" y="177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23" y="177"/>
                  </a:lnTo>
                  <a:lnTo>
                    <a:pt x="123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8" y="180"/>
                  </a:lnTo>
                  <a:lnTo>
                    <a:pt x="128" y="182"/>
                  </a:lnTo>
                  <a:lnTo>
                    <a:pt x="130" y="182"/>
                  </a:lnTo>
                  <a:lnTo>
                    <a:pt x="130" y="185"/>
                  </a:lnTo>
                  <a:lnTo>
                    <a:pt x="133" y="185"/>
                  </a:lnTo>
                  <a:lnTo>
                    <a:pt x="135" y="187"/>
                  </a:lnTo>
                  <a:lnTo>
                    <a:pt x="137" y="189"/>
                  </a:lnTo>
                  <a:lnTo>
                    <a:pt x="142" y="194"/>
                  </a:lnTo>
                  <a:lnTo>
                    <a:pt x="145" y="194"/>
                  </a:lnTo>
                  <a:lnTo>
                    <a:pt x="145" y="194"/>
                  </a:lnTo>
                  <a:lnTo>
                    <a:pt x="145" y="192"/>
                  </a:lnTo>
                  <a:lnTo>
                    <a:pt x="145" y="192"/>
                  </a:lnTo>
                  <a:lnTo>
                    <a:pt x="145" y="189"/>
                  </a:lnTo>
                  <a:lnTo>
                    <a:pt x="145" y="189"/>
                  </a:lnTo>
                  <a:lnTo>
                    <a:pt x="147" y="189"/>
                  </a:lnTo>
                  <a:lnTo>
                    <a:pt x="147" y="189"/>
                  </a:lnTo>
                  <a:lnTo>
                    <a:pt x="147" y="189"/>
                  </a:lnTo>
                  <a:lnTo>
                    <a:pt x="149" y="189"/>
                  </a:lnTo>
                  <a:lnTo>
                    <a:pt x="149" y="192"/>
                  </a:lnTo>
                  <a:lnTo>
                    <a:pt x="152" y="192"/>
                  </a:lnTo>
                  <a:lnTo>
                    <a:pt x="152" y="194"/>
                  </a:lnTo>
                  <a:lnTo>
                    <a:pt x="154" y="194"/>
                  </a:lnTo>
                  <a:lnTo>
                    <a:pt x="154" y="194"/>
                  </a:lnTo>
                  <a:lnTo>
                    <a:pt x="154" y="194"/>
                  </a:lnTo>
                  <a:lnTo>
                    <a:pt x="154" y="194"/>
                  </a:lnTo>
                  <a:lnTo>
                    <a:pt x="156" y="194"/>
                  </a:lnTo>
                  <a:lnTo>
                    <a:pt x="156" y="194"/>
                  </a:lnTo>
                  <a:lnTo>
                    <a:pt x="156" y="196"/>
                  </a:lnTo>
                  <a:lnTo>
                    <a:pt x="159" y="196"/>
                  </a:lnTo>
                  <a:lnTo>
                    <a:pt x="159" y="196"/>
                  </a:lnTo>
                  <a:lnTo>
                    <a:pt x="159" y="194"/>
                  </a:lnTo>
                  <a:lnTo>
                    <a:pt x="159" y="192"/>
                  </a:lnTo>
                  <a:lnTo>
                    <a:pt x="159" y="192"/>
                  </a:lnTo>
                  <a:lnTo>
                    <a:pt x="159" y="192"/>
                  </a:lnTo>
                  <a:lnTo>
                    <a:pt x="161" y="194"/>
                  </a:lnTo>
                  <a:lnTo>
                    <a:pt x="163" y="196"/>
                  </a:lnTo>
                  <a:lnTo>
                    <a:pt x="163" y="196"/>
                  </a:lnTo>
                  <a:lnTo>
                    <a:pt x="163" y="194"/>
                  </a:lnTo>
                  <a:lnTo>
                    <a:pt x="163" y="194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89"/>
                  </a:lnTo>
                  <a:lnTo>
                    <a:pt x="163" y="189"/>
                  </a:lnTo>
                  <a:lnTo>
                    <a:pt x="163" y="187"/>
                  </a:lnTo>
                  <a:lnTo>
                    <a:pt x="163" y="187"/>
                  </a:lnTo>
                  <a:lnTo>
                    <a:pt x="166" y="187"/>
                  </a:lnTo>
                  <a:lnTo>
                    <a:pt x="166" y="189"/>
                  </a:lnTo>
                  <a:lnTo>
                    <a:pt x="168" y="192"/>
                  </a:lnTo>
                  <a:lnTo>
                    <a:pt x="168" y="194"/>
                  </a:lnTo>
                  <a:lnTo>
                    <a:pt x="168" y="196"/>
                  </a:lnTo>
                  <a:lnTo>
                    <a:pt x="168" y="199"/>
                  </a:lnTo>
                  <a:lnTo>
                    <a:pt x="166" y="199"/>
                  </a:lnTo>
                  <a:lnTo>
                    <a:pt x="166" y="201"/>
                  </a:lnTo>
                  <a:lnTo>
                    <a:pt x="166" y="203"/>
                  </a:lnTo>
                  <a:lnTo>
                    <a:pt x="166" y="206"/>
                  </a:lnTo>
                  <a:lnTo>
                    <a:pt x="166" y="208"/>
                  </a:lnTo>
                  <a:lnTo>
                    <a:pt x="168" y="208"/>
                  </a:lnTo>
                  <a:lnTo>
                    <a:pt x="171" y="211"/>
                  </a:lnTo>
                  <a:lnTo>
                    <a:pt x="171" y="213"/>
                  </a:lnTo>
                  <a:lnTo>
                    <a:pt x="171" y="215"/>
                  </a:lnTo>
                  <a:lnTo>
                    <a:pt x="173" y="215"/>
                  </a:lnTo>
                  <a:lnTo>
                    <a:pt x="175" y="218"/>
                  </a:lnTo>
                  <a:lnTo>
                    <a:pt x="175" y="218"/>
                  </a:lnTo>
                  <a:lnTo>
                    <a:pt x="178" y="220"/>
                  </a:lnTo>
                  <a:lnTo>
                    <a:pt x="175" y="220"/>
                  </a:lnTo>
                  <a:lnTo>
                    <a:pt x="175" y="222"/>
                  </a:lnTo>
                  <a:lnTo>
                    <a:pt x="175" y="222"/>
                  </a:lnTo>
                  <a:lnTo>
                    <a:pt x="175" y="222"/>
                  </a:lnTo>
                  <a:lnTo>
                    <a:pt x="173" y="225"/>
                  </a:lnTo>
                  <a:lnTo>
                    <a:pt x="173" y="225"/>
                  </a:lnTo>
                  <a:lnTo>
                    <a:pt x="173" y="225"/>
                  </a:lnTo>
                  <a:lnTo>
                    <a:pt x="173" y="227"/>
                  </a:lnTo>
                  <a:lnTo>
                    <a:pt x="175" y="227"/>
                  </a:lnTo>
                  <a:lnTo>
                    <a:pt x="175" y="229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5" y="234"/>
                  </a:lnTo>
                  <a:lnTo>
                    <a:pt x="178" y="237"/>
                  </a:lnTo>
                  <a:lnTo>
                    <a:pt x="180" y="237"/>
                  </a:lnTo>
                  <a:lnTo>
                    <a:pt x="178" y="234"/>
                  </a:lnTo>
                  <a:lnTo>
                    <a:pt x="178" y="232"/>
                  </a:lnTo>
                  <a:lnTo>
                    <a:pt x="178" y="229"/>
                  </a:lnTo>
                  <a:lnTo>
                    <a:pt x="178" y="229"/>
                  </a:lnTo>
                  <a:lnTo>
                    <a:pt x="180" y="229"/>
                  </a:lnTo>
                  <a:lnTo>
                    <a:pt x="180" y="229"/>
                  </a:lnTo>
                  <a:lnTo>
                    <a:pt x="182" y="232"/>
                  </a:lnTo>
                  <a:lnTo>
                    <a:pt x="182" y="234"/>
                  </a:lnTo>
                  <a:lnTo>
                    <a:pt x="182" y="234"/>
                  </a:lnTo>
                  <a:lnTo>
                    <a:pt x="182" y="237"/>
                  </a:lnTo>
                  <a:lnTo>
                    <a:pt x="182" y="237"/>
                  </a:lnTo>
                  <a:lnTo>
                    <a:pt x="182" y="239"/>
                  </a:lnTo>
                  <a:lnTo>
                    <a:pt x="185" y="239"/>
                  </a:lnTo>
                  <a:lnTo>
                    <a:pt x="185" y="239"/>
                  </a:lnTo>
                  <a:lnTo>
                    <a:pt x="185" y="241"/>
                  </a:lnTo>
                  <a:lnTo>
                    <a:pt x="185" y="244"/>
                  </a:lnTo>
                  <a:lnTo>
                    <a:pt x="185" y="244"/>
                  </a:lnTo>
                  <a:lnTo>
                    <a:pt x="185" y="246"/>
                  </a:lnTo>
                  <a:lnTo>
                    <a:pt x="185" y="248"/>
                  </a:lnTo>
                  <a:lnTo>
                    <a:pt x="185" y="248"/>
                  </a:lnTo>
                  <a:lnTo>
                    <a:pt x="185" y="248"/>
                  </a:lnTo>
                  <a:lnTo>
                    <a:pt x="185" y="251"/>
                  </a:lnTo>
                  <a:lnTo>
                    <a:pt x="185" y="251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7" y="256"/>
                  </a:lnTo>
                  <a:lnTo>
                    <a:pt x="187" y="258"/>
                  </a:lnTo>
                  <a:lnTo>
                    <a:pt x="187" y="258"/>
                  </a:lnTo>
                  <a:lnTo>
                    <a:pt x="189" y="260"/>
                  </a:lnTo>
                  <a:lnTo>
                    <a:pt x="189" y="260"/>
                  </a:lnTo>
                  <a:lnTo>
                    <a:pt x="192" y="260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2" y="265"/>
                  </a:lnTo>
                  <a:lnTo>
                    <a:pt x="189" y="265"/>
                  </a:lnTo>
                  <a:lnTo>
                    <a:pt x="189" y="265"/>
                  </a:lnTo>
                  <a:lnTo>
                    <a:pt x="189" y="265"/>
                  </a:lnTo>
                  <a:lnTo>
                    <a:pt x="187" y="267"/>
                  </a:lnTo>
                  <a:lnTo>
                    <a:pt x="187" y="270"/>
                  </a:lnTo>
                  <a:lnTo>
                    <a:pt x="189" y="272"/>
                  </a:lnTo>
                  <a:lnTo>
                    <a:pt x="192" y="272"/>
                  </a:lnTo>
                  <a:lnTo>
                    <a:pt x="189" y="274"/>
                  </a:lnTo>
                  <a:lnTo>
                    <a:pt x="189" y="274"/>
                  </a:lnTo>
                  <a:lnTo>
                    <a:pt x="187" y="277"/>
                  </a:lnTo>
                  <a:lnTo>
                    <a:pt x="187" y="279"/>
                  </a:lnTo>
                  <a:lnTo>
                    <a:pt x="189" y="279"/>
                  </a:lnTo>
                  <a:lnTo>
                    <a:pt x="189" y="282"/>
                  </a:lnTo>
                  <a:lnTo>
                    <a:pt x="189" y="284"/>
                  </a:lnTo>
                  <a:lnTo>
                    <a:pt x="192" y="284"/>
                  </a:lnTo>
                  <a:lnTo>
                    <a:pt x="194" y="286"/>
                  </a:lnTo>
                  <a:lnTo>
                    <a:pt x="194" y="286"/>
                  </a:lnTo>
                  <a:lnTo>
                    <a:pt x="197" y="286"/>
                  </a:lnTo>
                  <a:lnTo>
                    <a:pt x="197" y="289"/>
                  </a:lnTo>
                  <a:lnTo>
                    <a:pt x="199" y="289"/>
                  </a:lnTo>
                  <a:lnTo>
                    <a:pt x="199" y="289"/>
                  </a:lnTo>
                  <a:lnTo>
                    <a:pt x="201" y="289"/>
                  </a:lnTo>
                  <a:lnTo>
                    <a:pt x="201" y="291"/>
                  </a:lnTo>
                  <a:lnTo>
                    <a:pt x="201" y="291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06" y="293"/>
                  </a:lnTo>
                  <a:lnTo>
                    <a:pt x="206" y="296"/>
                  </a:lnTo>
                  <a:lnTo>
                    <a:pt x="206" y="296"/>
                  </a:lnTo>
                  <a:lnTo>
                    <a:pt x="208" y="296"/>
                  </a:lnTo>
                  <a:lnTo>
                    <a:pt x="211" y="296"/>
                  </a:lnTo>
                  <a:lnTo>
                    <a:pt x="211" y="298"/>
                  </a:lnTo>
                  <a:lnTo>
                    <a:pt x="211" y="298"/>
                  </a:lnTo>
                  <a:lnTo>
                    <a:pt x="211" y="301"/>
                  </a:lnTo>
                  <a:lnTo>
                    <a:pt x="208" y="303"/>
                  </a:lnTo>
                  <a:lnTo>
                    <a:pt x="206" y="303"/>
                  </a:lnTo>
                  <a:lnTo>
                    <a:pt x="204" y="303"/>
                  </a:lnTo>
                  <a:lnTo>
                    <a:pt x="201" y="305"/>
                  </a:lnTo>
                  <a:lnTo>
                    <a:pt x="201" y="305"/>
                  </a:lnTo>
                  <a:lnTo>
                    <a:pt x="201" y="305"/>
                  </a:lnTo>
                  <a:lnTo>
                    <a:pt x="199" y="305"/>
                  </a:lnTo>
                  <a:lnTo>
                    <a:pt x="199" y="305"/>
                  </a:lnTo>
                  <a:lnTo>
                    <a:pt x="201" y="308"/>
                  </a:lnTo>
                  <a:lnTo>
                    <a:pt x="201" y="308"/>
                  </a:lnTo>
                  <a:lnTo>
                    <a:pt x="201" y="308"/>
                  </a:lnTo>
                  <a:lnTo>
                    <a:pt x="204" y="308"/>
                  </a:lnTo>
                  <a:lnTo>
                    <a:pt x="204" y="308"/>
                  </a:lnTo>
                  <a:lnTo>
                    <a:pt x="206" y="310"/>
                  </a:lnTo>
                  <a:lnTo>
                    <a:pt x="206" y="312"/>
                  </a:lnTo>
                  <a:lnTo>
                    <a:pt x="206" y="315"/>
                  </a:lnTo>
                  <a:lnTo>
                    <a:pt x="206" y="315"/>
                  </a:lnTo>
                  <a:lnTo>
                    <a:pt x="208" y="315"/>
                  </a:lnTo>
                  <a:lnTo>
                    <a:pt x="208" y="315"/>
                  </a:lnTo>
                  <a:lnTo>
                    <a:pt x="208" y="317"/>
                  </a:lnTo>
                  <a:lnTo>
                    <a:pt x="208" y="317"/>
                  </a:lnTo>
                  <a:lnTo>
                    <a:pt x="208" y="317"/>
                  </a:lnTo>
                  <a:lnTo>
                    <a:pt x="211" y="317"/>
                  </a:lnTo>
                  <a:lnTo>
                    <a:pt x="211" y="317"/>
                  </a:lnTo>
                  <a:lnTo>
                    <a:pt x="211" y="317"/>
                  </a:lnTo>
                  <a:lnTo>
                    <a:pt x="213" y="317"/>
                  </a:lnTo>
                  <a:lnTo>
                    <a:pt x="213" y="317"/>
                  </a:lnTo>
                  <a:lnTo>
                    <a:pt x="213" y="315"/>
                  </a:lnTo>
                  <a:lnTo>
                    <a:pt x="215" y="315"/>
                  </a:lnTo>
                  <a:lnTo>
                    <a:pt x="218" y="315"/>
                  </a:lnTo>
                  <a:lnTo>
                    <a:pt x="220" y="315"/>
                  </a:lnTo>
                  <a:lnTo>
                    <a:pt x="223" y="317"/>
                  </a:lnTo>
                  <a:lnTo>
                    <a:pt x="223" y="319"/>
                  </a:lnTo>
                  <a:lnTo>
                    <a:pt x="220" y="319"/>
                  </a:lnTo>
                  <a:lnTo>
                    <a:pt x="220" y="322"/>
                  </a:lnTo>
                  <a:lnTo>
                    <a:pt x="218" y="322"/>
                  </a:lnTo>
                  <a:lnTo>
                    <a:pt x="218" y="324"/>
                  </a:lnTo>
                  <a:lnTo>
                    <a:pt x="220" y="327"/>
                  </a:lnTo>
                  <a:lnTo>
                    <a:pt x="220" y="329"/>
                  </a:lnTo>
                  <a:lnTo>
                    <a:pt x="220" y="329"/>
                  </a:lnTo>
                  <a:lnTo>
                    <a:pt x="223" y="331"/>
                  </a:lnTo>
                  <a:lnTo>
                    <a:pt x="223" y="329"/>
                  </a:lnTo>
                  <a:lnTo>
                    <a:pt x="225" y="327"/>
                  </a:lnTo>
                  <a:lnTo>
                    <a:pt x="225" y="327"/>
                  </a:lnTo>
                  <a:lnTo>
                    <a:pt x="225" y="324"/>
                  </a:lnTo>
                  <a:lnTo>
                    <a:pt x="225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7"/>
                  </a:lnTo>
                  <a:lnTo>
                    <a:pt x="227" y="327"/>
                  </a:lnTo>
                  <a:lnTo>
                    <a:pt x="227" y="327"/>
                  </a:lnTo>
                  <a:lnTo>
                    <a:pt x="227" y="327"/>
                  </a:lnTo>
                  <a:lnTo>
                    <a:pt x="230" y="327"/>
                  </a:lnTo>
                  <a:lnTo>
                    <a:pt x="230" y="327"/>
                  </a:lnTo>
                  <a:lnTo>
                    <a:pt x="230" y="327"/>
                  </a:lnTo>
                  <a:lnTo>
                    <a:pt x="230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4" y="329"/>
                  </a:lnTo>
                  <a:lnTo>
                    <a:pt x="234" y="327"/>
                  </a:lnTo>
                  <a:lnTo>
                    <a:pt x="237" y="327"/>
                  </a:lnTo>
                  <a:lnTo>
                    <a:pt x="237" y="327"/>
                  </a:lnTo>
                  <a:lnTo>
                    <a:pt x="239" y="327"/>
                  </a:lnTo>
                  <a:lnTo>
                    <a:pt x="239" y="327"/>
                  </a:lnTo>
                  <a:lnTo>
                    <a:pt x="242" y="327"/>
                  </a:lnTo>
                  <a:lnTo>
                    <a:pt x="242" y="327"/>
                  </a:lnTo>
                  <a:lnTo>
                    <a:pt x="244" y="327"/>
                  </a:lnTo>
                  <a:lnTo>
                    <a:pt x="244" y="324"/>
                  </a:lnTo>
                  <a:lnTo>
                    <a:pt x="244" y="324"/>
                  </a:lnTo>
                  <a:lnTo>
                    <a:pt x="246" y="324"/>
                  </a:lnTo>
                  <a:lnTo>
                    <a:pt x="246" y="322"/>
                  </a:lnTo>
                  <a:lnTo>
                    <a:pt x="249" y="322"/>
                  </a:lnTo>
                  <a:lnTo>
                    <a:pt x="249" y="322"/>
                  </a:lnTo>
                  <a:lnTo>
                    <a:pt x="249" y="322"/>
                  </a:lnTo>
                  <a:lnTo>
                    <a:pt x="249" y="324"/>
                  </a:lnTo>
                  <a:lnTo>
                    <a:pt x="249" y="324"/>
                  </a:lnTo>
                  <a:lnTo>
                    <a:pt x="249" y="324"/>
                  </a:lnTo>
                  <a:lnTo>
                    <a:pt x="246" y="327"/>
                  </a:lnTo>
                  <a:lnTo>
                    <a:pt x="246" y="327"/>
                  </a:lnTo>
                  <a:lnTo>
                    <a:pt x="246" y="327"/>
                  </a:lnTo>
                  <a:lnTo>
                    <a:pt x="244" y="327"/>
                  </a:lnTo>
                  <a:lnTo>
                    <a:pt x="244" y="329"/>
                  </a:lnTo>
                  <a:lnTo>
                    <a:pt x="244" y="329"/>
                  </a:lnTo>
                  <a:lnTo>
                    <a:pt x="244" y="331"/>
                  </a:lnTo>
                  <a:lnTo>
                    <a:pt x="244" y="331"/>
                  </a:lnTo>
                  <a:lnTo>
                    <a:pt x="242" y="334"/>
                  </a:lnTo>
                  <a:lnTo>
                    <a:pt x="242" y="334"/>
                  </a:lnTo>
                  <a:lnTo>
                    <a:pt x="242" y="336"/>
                  </a:lnTo>
                  <a:lnTo>
                    <a:pt x="244" y="338"/>
                  </a:lnTo>
                  <a:lnTo>
                    <a:pt x="246" y="343"/>
                  </a:lnTo>
                  <a:lnTo>
                    <a:pt x="251" y="345"/>
                  </a:lnTo>
                  <a:lnTo>
                    <a:pt x="253" y="345"/>
                  </a:lnTo>
                  <a:lnTo>
                    <a:pt x="258" y="348"/>
                  </a:lnTo>
                  <a:lnTo>
                    <a:pt x="260" y="348"/>
                  </a:lnTo>
                  <a:lnTo>
                    <a:pt x="260" y="348"/>
                  </a:lnTo>
                  <a:lnTo>
                    <a:pt x="263" y="350"/>
                  </a:lnTo>
                  <a:lnTo>
                    <a:pt x="263" y="350"/>
                  </a:lnTo>
                  <a:lnTo>
                    <a:pt x="265" y="353"/>
                  </a:lnTo>
                  <a:lnTo>
                    <a:pt x="265" y="353"/>
                  </a:lnTo>
                  <a:lnTo>
                    <a:pt x="265" y="355"/>
                  </a:lnTo>
                  <a:lnTo>
                    <a:pt x="268" y="355"/>
                  </a:lnTo>
                  <a:lnTo>
                    <a:pt x="268" y="357"/>
                  </a:lnTo>
                  <a:lnTo>
                    <a:pt x="270" y="357"/>
                  </a:lnTo>
                  <a:lnTo>
                    <a:pt x="270" y="357"/>
                  </a:lnTo>
                  <a:lnTo>
                    <a:pt x="272" y="357"/>
                  </a:lnTo>
                  <a:lnTo>
                    <a:pt x="275" y="357"/>
                  </a:lnTo>
                  <a:lnTo>
                    <a:pt x="275" y="357"/>
                  </a:lnTo>
                  <a:lnTo>
                    <a:pt x="277" y="360"/>
                  </a:lnTo>
                  <a:lnTo>
                    <a:pt x="279" y="360"/>
                  </a:lnTo>
                  <a:lnTo>
                    <a:pt x="279" y="357"/>
                  </a:lnTo>
                  <a:lnTo>
                    <a:pt x="282" y="355"/>
                  </a:lnTo>
                  <a:lnTo>
                    <a:pt x="284" y="355"/>
                  </a:lnTo>
                  <a:lnTo>
                    <a:pt x="286" y="357"/>
                  </a:lnTo>
                  <a:lnTo>
                    <a:pt x="286" y="357"/>
                  </a:lnTo>
                  <a:lnTo>
                    <a:pt x="286" y="362"/>
                  </a:lnTo>
                  <a:lnTo>
                    <a:pt x="289" y="364"/>
                  </a:lnTo>
                  <a:lnTo>
                    <a:pt x="289" y="364"/>
                  </a:lnTo>
                  <a:lnTo>
                    <a:pt x="291" y="367"/>
                  </a:lnTo>
                  <a:lnTo>
                    <a:pt x="291" y="367"/>
                  </a:lnTo>
                  <a:lnTo>
                    <a:pt x="294" y="367"/>
                  </a:lnTo>
                  <a:lnTo>
                    <a:pt x="296" y="369"/>
                  </a:lnTo>
                  <a:lnTo>
                    <a:pt x="296" y="372"/>
                  </a:lnTo>
                  <a:lnTo>
                    <a:pt x="294" y="376"/>
                  </a:lnTo>
                  <a:lnTo>
                    <a:pt x="291" y="379"/>
                  </a:lnTo>
                  <a:lnTo>
                    <a:pt x="289" y="381"/>
                  </a:lnTo>
                  <a:lnTo>
                    <a:pt x="289" y="383"/>
                  </a:lnTo>
                  <a:lnTo>
                    <a:pt x="286" y="386"/>
                  </a:lnTo>
                  <a:lnTo>
                    <a:pt x="284" y="386"/>
                  </a:lnTo>
                  <a:lnTo>
                    <a:pt x="284" y="388"/>
                  </a:lnTo>
                  <a:lnTo>
                    <a:pt x="284" y="390"/>
                  </a:lnTo>
                  <a:lnTo>
                    <a:pt x="284" y="393"/>
                  </a:lnTo>
                  <a:lnTo>
                    <a:pt x="284" y="395"/>
                  </a:lnTo>
                  <a:lnTo>
                    <a:pt x="284" y="398"/>
                  </a:lnTo>
                  <a:lnTo>
                    <a:pt x="286" y="400"/>
                  </a:lnTo>
                  <a:lnTo>
                    <a:pt x="286" y="402"/>
                  </a:lnTo>
                  <a:lnTo>
                    <a:pt x="289" y="402"/>
                  </a:lnTo>
                  <a:lnTo>
                    <a:pt x="291" y="405"/>
                  </a:lnTo>
                  <a:lnTo>
                    <a:pt x="294" y="405"/>
                  </a:lnTo>
                  <a:lnTo>
                    <a:pt x="294" y="405"/>
                  </a:lnTo>
                  <a:lnTo>
                    <a:pt x="296" y="407"/>
                  </a:lnTo>
                  <a:lnTo>
                    <a:pt x="296" y="409"/>
                  </a:lnTo>
                  <a:lnTo>
                    <a:pt x="296" y="414"/>
                  </a:lnTo>
                  <a:lnTo>
                    <a:pt x="298" y="419"/>
                  </a:lnTo>
                  <a:lnTo>
                    <a:pt x="298" y="424"/>
                  </a:lnTo>
                  <a:lnTo>
                    <a:pt x="301" y="428"/>
                  </a:lnTo>
                  <a:lnTo>
                    <a:pt x="301" y="433"/>
                  </a:lnTo>
                  <a:lnTo>
                    <a:pt x="303" y="438"/>
                  </a:lnTo>
                  <a:lnTo>
                    <a:pt x="303" y="443"/>
                  </a:lnTo>
                  <a:lnTo>
                    <a:pt x="301" y="445"/>
                  </a:lnTo>
                  <a:lnTo>
                    <a:pt x="296" y="445"/>
                  </a:lnTo>
                  <a:lnTo>
                    <a:pt x="291" y="447"/>
                  </a:lnTo>
                  <a:lnTo>
                    <a:pt x="286" y="447"/>
                  </a:lnTo>
                  <a:lnTo>
                    <a:pt x="282" y="447"/>
                  </a:lnTo>
                  <a:lnTo>
                    <a:pt x="277" y="447"/>
                  </a:lnTo>
                  <a:lnTo>
                    <a:pt x="275" y="447"/>
                  </a:lnTo>
                  <a:lnTo>
                    <a:pt x="272" y="447"/>
                  </a:lnTo>
                  <a:lnTo>
                    <a:pt x="270" y="447"/>
                  </a:lnTo>
                  <a:lnTo>
                    <a:pt x="268" y="445"/>
                  </a:lnTo>
                  <a:lnTo>
                    <a:pt x="265" y="447"/>
                  </a:lnTo>
                  <a:lnTo>
                    <a:pt x="263" y="447"/>
                  </a:lnTo>
                  <a:lnTo>
                    <a:pt x="263" y="447"/>
                  </a:lnTo>
                  <a:lnTo>
                    <a:pt x="260" y="450"/>
                  </a:lnTo>
                  <a:lnTo>
                    <a:pt x="258" y="452"/>
                  </a:lnTo>
                  <a:lnTo>
                    <a:pt x="258" y="454"/>
                  </a:lnTo>
                  <a:lnTo>
                    <a:pt x="256" y="454"/>
                  </a:lnTo>
                  <a:lnTo>
                    <a:pt x="253" y="454"/>
                  </a:lnTo>
                  <a:lnTo>
                    <a:pt x="251" y="454"/>
                  </a:lnTo>
                  <a:lnTo>
                    <a:pt x="249" y="457"/>
                  </a:lnTo>
                  <a:lnTo>
                    <a:pt x="246" y="457"/>
                  </a:lnTo>
                  <a:lnTo>
                    <a:pt x="242" y="459"/>
                  </a:lnTo>
                  <a:lnTo>
                    <a:pt x="239" y="464"/>
                  </a:lnTo>
                  <a:lnTo>
                    <a:pt x="237" y="466"/>
                  </a:lnTo>
                  <a:lnTo>
                    <a:pt x="232" y="469"/>
                  </a:lnTo>
                  <a:lnTo>
                    <a:pt x="230" y="469"/>
                  </a:lnTo>
                  <a:lnTo>
                    <a:pt x="227" y="471"/>
                  </a:lnTo>
                  <a:lnTo>
                    <a:pt x="225" y="471"/>
                  </a:lnTo>
                  <a:lnTo>
                    <a:pt x="223" y="471"/>
                  </a:lnTo>
                  <a:lnTo>
                    <a:pt x="223" y="471"/>
                  </a:lnTo>
                  <a:lnTo>
                    <a:pt x="220" y="471"/>
                  </a:lnTo>
                  <a:lnTo>
                    <a:pt x="220" y="471"/>
                  </a:lnTo>
                  <a:lnTo>
                    <a:pt x="220" y="471"/>
                  </a:lnTo>
                  <a:lnTo>
                    <a:pt x="218" y="471"/>
                  </a:lnTo>
                  <a:lnTo>
                    <a:pt x="218" y="471"/>
                  </a:lnTo>
                  <a:lnTo>
                    <a:pt x="215" y="471"/>
                  </a:lnTo>
                  <a:lnTo>
                    <a:pt x="215" y="473"/>
                  </a:lnTo>
                  <a:lnTo>
                    <a:pt x="213" y="473"/>
                  </a:lnTo>
                  <a:lnTo>
                    <a:pt x="211" y="476"/>
                  </a:lnTo>
                  <a:lnTo>
                    <a:pt x="211" y="478"/>
                  </a:lnTo>
                  <a:lnTo>
                    <a:pt x="208" y="480"/>
                  </a:lnTo>
                  <a:lnTo>
                    <a:pt x="206" y="480"/>
                  </a:lnTo>
                  <a:lnTo>
                    <a:pt x="206" y="480"/>
                  </a:lnTo>
                  <a:lnTo>
                    <a:pt x="204" y="478"/>
                  </a:lnTo>
                  <a:lnTo>
                    <a:pt x="201" y="478"/>
                  </a:lnTo>
                  <a:lnTo>
                    <a:pt x="199" y="476"/>
                  </a:lnTo>
                  <a:lnTo>
                    <a:pt x="199" y="476"/>
                  </a:lnTo>
                  <a:lnTo>
                    <a:pt x="197" y="476"/>
                  </a:lnTo>
                  <a:lnTo>
                    <a:pt x="194" y="473"/>
                  </a:lnTo>
                  <a:lnTo>
                    <a:pt x="192" y="471"/>
                  </a:lnTo>
                  <a:lnTo>
                    <a:pt x="192" y="471"/>
                  </a:lnTo>
                  <a:lnTo>
                    <a:pt x="192" y="471"/>
                  </a:lnTo>
                  <a:lnTo>
                    <a:pt x="192" y="469"/>
                  </a:lnTo>
                  <a:lnTo>
                    <a:pt x="189" y="469"/>
                  </a:lnTo>
                  <a:lnTo>
                    <a:pt x="189" y="469"/>
                  </a:lnTo>
                  <a:lnTo>
                    <a:pt x="187" y="469"/>
                  </a:lnTo>
                  <a:lnTo>
                    <a:pt x="187" y="469"/>
                  </a:lnTo>
                  <a:lnTo>
                    <a:pt x="187" y="469"/>
                  </a:lnTo>
                  <a:lnTo>
                    <a:pt x="185" y="469"/>
                  </a:lnTo>
                  <a:lnTo>
                    <a:pt x="185" y="469"/>
                  </a:lnTo>
                  <a:lnTo>
                    <a:pt x="182" y="469"/>
                  </a:lnTo>
                  <a:lnTo>
                    <a:pt x="182" y="471"/>
                  </a:lnTo>
                  <a:lnTo>
                    <a:pt x="182" y="471"/>
                  </a:lnTo>
                  <a:lnTo>
                    <a:pt x="182" y="471"/>
                  </a:lnTo>
                  <a:lnTo>
                    <a:pt x="182" y="471"/>
                  </a:lnTo>
                  <a:lnTo>
                    <a:pt x="180" y="471"/>
                  </a:lnTo>
                  <a:lnTo>
                    <a:pt x="180" y="471"/>
                  </a:lnTo>
                  <a:lnTo>
                    <a:pt x="178" y="471"/>
                  </a:lnTo>
                  <a:lnTo>
                    <a:pt x="175" y="471"/>
                  </a:lnTo>
                  <a:lnTo>
                    <a:pt x="175" y="469"/>
                  </a:lnTo>
                  <a:lnTo>
                    <a:pt x="173" y="469"/>
                  </a:lnTo>
                  <a:lnTo>
                    <a:pt x="173" y="471"/>
                  </a:lnTo>
                  <a:lnTo>
                    <a:pt x="171" y="471"/>
                  </a:lnTo>
                  <a:lnTo>
                    <a:pt x="168" y="469"/>
                  </a:lnTo>
                  <a:lnTo>
                    <a:pt x="163" y="469"/>
                  </a:lnTo>
                  <a:lnTo>
                    <a:pt x="161" y="466"/>
                  </a:lnTo>
                  <a:lnTo>
                    <a:pt x="156" y="464"/>
                  </a:lnTo>
                  <a:lnTo>
                    <a:pt x="156" y="464"/>
                  </a:lnTo>
                  <a:lnTo>
                    <a:pt x="156" y="461"/>
                  </a:lnTo>
                  <a:lnTo>
                    <a:pt x="154" y="461"/>
                  </a:lnTo>
                  <a:lnTo>
                    <a:pt x="154" y="461"/>
                  </a:lnTo>
                  <a:lnTo>
                    <a:pt x="154" y="461"/>
                  </a:lnTo>
                  <a:lnTo>
                    <a:pt x="152" y="461"/>
                  </a:lnTo>
                  <a:lnTo>
                    <a:pt x="152" y="461"/>
                  </a:lnTo>
                  <a:lnTo>
                    <a:pt x="149" y="461"/>
                  </a:lnTo>
                  <a:lnTo>
                    <a:pt x="149" y="459"/>
                  </a:lnTo>
                  <a:lnTo>
                    <a:pt x="147" y="457"/>
                  </a:lnTo>
                  <a:lnTo>
                    <a:pt x="145" y="457"/>
                  </a:lnTo>
                  <a:lnTo>
                    <a:pt x="142" y="457"/>
                  </a:lnTo>
                  <a:lnTo>
                    <a:pt x="140" y="457"/>
                  </a:lnTo>
                  <a:lnTo>
                    <a:pt x="140" y="457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5" y="454"/>
                  </a:lnTo>
                  <a:lnTo>
                    <a:pt x="133" y="452"/>
                  </a:lnTo>
                  <a:lnTo>
                    <a:pt x="130" y="452"/>
                  </a:lnTo>
                  <a:lnTo>
                    <a:pt x="128" y="454"/>
                  </a:lnTo>
                  <a:lnTo>
                    <a:pt x="128" y="454"/>
                  </a:lnTo>
                  <a:lnTo>
                    <a:pt x="128" y="454"/>
                  </a:lnTo>
                  <a:lnTo>
                    <a:pt x="128" y="454"/>
                  </a:lnTo>
                  <a:lnTo>
                    <a:pt x="128" y="457"/>
                  </a:lnTo>
                  <a:lnTo>
                    <a:pt x="130" y="457"/>
                  </a:lnTo>
                  <a:lnTo>
                    <a:pt x="130" y="457"/>
                  </a:lnTo>
                  <a:lnTo>
                    <a:pt x="133" y="459"/>
                  </a:lnTo>
                  <a:lnTo>
                    <a:pt x="133" y="459"/>
                  </a:lnTo>
                  <a:lnTo>
                    <a:pt x="135" y="459"/>
                  </a:lnTo>
                  <a:lnTo>
                    <a:pt x="137" y="459"/>
                  </a:lnTo>
                  <a:lnTo>
                    <a:pt x="137" y="461"/>
                  </a:lnTo>
                  <a:lnTo>
                    <a:pt x="140" y="461"/>
                  </a:lnTo>
                  <a:lnTo>
                    <a:pt x="140" y="464"/>
                  </a:lnTo>
                  <a:lnTo>
                    <a:pt x="140" y="464"/>
                  </a:lnTo>
                  <a:lnTo>
                    <a:pt x="140" y="464"/>
                  </a:lnTo>
                  <a:lnTo>
                    <a:pt x="137" y="464"/>
                  </a:lnTo>
                  <a:lnTo>
                    <a:pt x="140" y="466"/>
                  </a:lnTo>
                  <a:lnTo>
                    <a:pt x="140" y="466"/>
                  </a:lnTo>
                  <a:lnTo>
                    <a:pt x="140" y="469"/>
                  </a:lnTo>
                  <a:lnTo>
                    <a:pt x="140" y="469"/>
                  </a:lnTo>
                  <a:lnTo>
                    <a:pt x="140" y="471"/>
                  </a:lnTo>
                  <a:lnTo>
                    <a:pt x="140" y="471"/>
                  </a:lnTo>
                  <a:lnTo>
                    <a:pt x="140" y="471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7" y="476"/>
                  </a:lnTo>
                  <a:lnTo>
                    <a:pt x="147" y="478"/>
                  </a:lnTo>
                  <a:lnTo>
                    <a:pt x="147" y="478"/>
                  </a:lnTo>
                  <a:lnTo>
                    <a:pt x="149" y="478"/>
                  </a:lnTo>
                  <a:lnTo>
                    <a:pt x="149" y="478"/>
                  </a:lnTo>
                  <a:lnTo>
                    <a:pt x="149" y="480"/>
                  </a:lnTo>
                  <a:lnTo>
                    <a:pt x="149" y="480"/>
                  </a:lnTo>
                  <a:lnTo>
                    <a:pt x="149" y="483"/>
                  </a:lnTo>
                  <a:lnTo>
                    <a:pt x="147" y="483"/>
                  </a:lnTo>
                  <a:lnTo>
                    <a:pt x="149" y="485"/>
                  </a:lnTo>
                  <a:lnTo>
                    <a:pt x="152" y="488"/>
                  </a:lnTo>
                  <a:lnTo>
                    <a:pt x="156" y="490"/>
                  </a:lnTo>
                  <a:lnTo>
                    <a:pt x="161" y="492"/>
                  </a:lnTo>
                  <a:lnTo>
                    <a:pt x="159" y="497"/>
                  </a:lnTo>
                  <a:lnTo>
                    <a:pt x="159" y="497"/>
                  </a:lnTo>
                  <a:lnTo>
                    <a:pt x="156" y="497"/>
                  </a:lnTo>
                  <a:lnTo>
                    <a:pt x="156" y="497"/>
                  </a:lnTo>
                  <a:lnTo>
                    <a:pt x="156" y="497"/>
                  </a:lnTo>
                  <a:lnTo>
                    <a:pt x="156" y="499"/>
                  </a:lnTo>
                  <a:lnTo>
                    <a:pt x="156" y="499"/>
                  </a:lnTo>
                  <a:lnTo>
                    <a:pt x="159" y="499"/>
                  </a:lnTo>
                  <a:lnTo>
                    <a:pt x="159" y="502"/>
                  </a:lnTo>
                  <a:lnTo>
                    <a:pt x="156" y="502"/>
                  </a:lnTo>
                  <a:lnTo>
                    <a:pt x="154" y="502"/>
                  </a:lnTo>
                  <a:lnTo>
                    <a:pt x="152" y="502"/>
                  </a:lnTo>
                  <a:lnTo>
                    <a:pt x="149" y="502"/>
                  </a:lnTo>
                  <a:lnTo>
                    <a:pt x="147" y="502"/>
                  </a:lnTo>
                  <a:lnTo>
                    <a:pt x="145" y="502"/>
                  </a:lnTo>
                  <a:lnTo>
                    <a:pt x="142" y="499"/>
                  </a:lnTo>
                  <a:lnTo>
                    <a:pt x="140" y="499"/>
                  </a:lnTo>
                  <a:lnTo>
                    <a:pt x="140" y="497"/>
                  </a:lnTo>
                  <a:lnTo>
                    <a:pt x="140" y="497"/>
                  </a:lnTo>
                  <a:lnTo>
                    <a:pt x="137" y="495"/>
                  </a:lnTo>
                  <a:lnTo>
                    <a:pt x="137" y="495"/>
                  </a:lnTo>
                  <a:lnTo>
                    <a:pt x="135" y="495"/>
                  </a:lnTo>
                  <a:lnTo>
                    <a:pt x="135" y="495"/>
                  </a:lnTo>
                  <a:lnTo>
                    <a:pt x="133" y="495"/>
                  </a:lnTo>
                  <a:lnTo>
                    <a:pt x="133" y="495"/>
                  </a:lnTo>
                  <a:lnTo>
                    <a:pt x="130" y="495"/>
                  </a:lnTo>
                  <a:lnTo>
                    <a:pt x="128" y="492"/>
                  </a:lnTo>
                  <a:lnTo>
                    <a:pt x="126" y="492"/>
                  </a:lnTo>
                  <a:lnTo>
                    <a:pt x="123" y="492"/>
                  </a:lnTo>
                  <a:lnTo>
                    <a:pt x="123" y="492"/>
                  </a:lnTo>
                  <a:lnTo>
                    <a:pt x="121" y="492"/>
                  </a:lnTo>
                  <a:lnTo>
                    <a:pt x="121" y="492"/>
                  </a:lnTo>
                  <a:lnTo>
                    <a:pt x="118" y="490"/>
                  </a:lnTo>
                  <a:lnTo>
                    <a:pt x="118" y="490"/>
                  </a:lnTo>
                  <a:lnTo>
                    <a:pt x="118" y="490"/>
                  </a:lnTo>
                  <a:lnTo>
                    <a:pt x="118" y="488"/>
                  </a:lnTo>
                  <a:lnTo>
                    <a:pt x="118" y="488"/>
                  </a:lnTo>
                  <a:lnTo>
                    <a:pt x="118" y="488"/>
                  </a:lnTo>
                  <a:lnTo>
                    <a:pt x="118" y="488"/>
                  </a:lnTo>
                  <a:lnTo>
                    <a:pt x="118" y="485"/>
                  </a:lnTo>
                  <a:lnTo>
                    <a:pt x="118" y="485"/>
                  </a:lnTo>
                  <a:lnTo>
                    <a:pt x="116" y="485"/>
                  </a:lnTo>
                  <a:lnTo>
                    <a:pt x="116" y="485"/>
                  </a:lnTo>
                  <a:lnTo>
                    <a:pt x="114" y="485"/>
                  </a:lnTo>
                  <a:lnTo>
                    <a:pt x="114" y="488"/>
                  </a:lnTo>
                  <a:lnTo>
                    <a:pt x="111" y="488"/>
                  </a:lnTo>
                  <a:lnTo>
                    <a:pt x="111" y="490"/>
                  </a:lnTo>
                  <a:lnTo>
                    <a:pt x="111" y="492"/>
                  </a:lnTo>
                  <a:lnTo>
                    <a:pt x="114" y="495"/>
                  </a:lnTo>
                  <a:lnTo>
                    <a:pt x="114" y="495"/>
                  </a:lnTo>
                  <a:lnTo>
                    <a:pt x="116" y="497"/>
                  </a:lnTo>
                  <a:lnTo>
                    <a:pt x="116" y="497"/>
                  </a:lnTo>
                  <a:lnTo>
                    <a:pt x="118" y="499"/>
                  </a:lnTo>
                  <a:lnTo>
                    <a:pt x="121" y="499"/>
                  </a:lnTo>
                  <a:lnTo>
                    <a:pt x="121" y="502"/>
                  </a:lnTo>
                  <a:lnTo>
                    <a:pt x="123" y="504"/>
                  </a:lnTo>
                  <a:lnTo>
                    <a:pt x="123" y="504"/>
                  </a:lnTo>
                  <a:lnTo>
                    <a:pt x="126" y="504"/>
                  </a:lnTo>
                  <a:lnTo>
                    <a:pt x="126" y="504"/>
                  </a:lnTo>
                  <a:lnTo>
                    <a:pt x="128" y="506"/>
                  </a:lnTo>
                  <a:lnTo>
                    <a:pt x="128" y="506"/>
                  </a:lnTo>
                  <a:lnTo>
                    <a:pt x="128" y="506"/>
                  </a:lnTo>
                  <a:lnTo>
                    <a:pt x="128" y="506"/>
                  </a:lnTo>
                  <a:lnTo>
                    <a:pt x="128" y="509"/>
                  </a:lnTo>
                  <a:lnTo>
                    <a:pt x="128" y="509"/>
                  </a:lnTo>
                  <a:lnTo>
                    <a:pt x="128" y="511"/>
                  </a:lnTo>
                  <a:lnTo>
                    <a:pt x="130" y="511"/>
                  </a:lnTo>
                  <a:lnTo>
                    <a:pt x="133" y="511"/>
                  </a:lnTo>
                  <a:lnTo>
                    <a:pt x="135" y="514"/>
                  </a:lnTo>
                  <a:lnTo>
                    <a:pt x="135" y="514"/>
                  </a:lnTo>
                  <a:lnTo>
                    <a:pt x="137" y="514"/>
                  </a:lnTo>
                  <a:lnTo>
                    <a:pt x="137" y="514"/>
                  </a:lnTo>
                  <a:lnTo>
                    <a:pt x="137" y="516"/>
                  </a:lnTo>
                  <a:lnTo>
                    <a:pt x="137" y="516"/>
                  </a:lnTo>
                  <a:lnTo>
                    <a:pt x="137" y="516"/>
                  </a:lnTo>
                  <a:lnTo>
                    <a:pt x="137" y="518"/>
                  </a:lnTo>
                  <a:lnTo>
                    <a:pt x="137" y="518"/>
                  </a:lnTo>
                  <a:lnTo>
                    <a:pt x="137" y="518"/>
                  </a:lnTo>
                  <a:lnTo>
                    <a:pt x="140" y="518"/>
                  </a:lnTo>
                  <a:lnTo>
                    <a:pt x="140" y="516"/>
                  </a:lnTo>
                  <a:lnTo>
                    <a:pt x="140" y="516"/>
                  </a:lnTo>
                  <a:lnTo>
                    <a:pt x="142" y="516"/>
                  </a:lnTo>
                  <a:lnTo>
                    <a:pt x="142" y="516"/>
                  </a:lnTo>
                  <a:lnTo>
                    <a:pt x="145" y="516"/>
                  </a:lnTo>
                  <a:lnTo>
                    <a:pt x="147" y="516"/>
                  </a:lnTo>
                  <a:lnTo>
                    <a:pt x="147" y="516"/>
                  </a:lnTo>
                  <a:lnTo>
                    <a:pt x="147" y="518"/>
                  </a:lnTo>
                  <a:lnTo>
                    <a:pt x="147" y="521"/>
                  </a:lnTo>
                  <a:lnTo>
                    <a:pt x="145" y="521"/>
                  </a:lnTo>
                  <a:lnTo>
                    <a:pt x="145" y="521"/>
                  </a:lnTo>
                  <a:lnTo>
                    <a:pt x="142" y="521"/>
                  </a:lnTo>
                  <a:lnTo>
                    <a:pt x="142" y="521"/>
                  </a:lnTo>
                  <a:lnTo>
                    <a:pt x="140" y="523"/>
                  </a:lnTo>
                  <a:lnTo>
                    <a:pt x="140" y="523"/>
                  </a:lnTo>
                  <a:lnTo>
                    <a:pt x="140" y="523"/>
                  </a:lnTo>
                  <a:lnTo>
                    <a:pt x="140" y="523"/>
                  </a:lnTo>
                  <a:lnTo>
                    <a:pt x="140" y="525"/>
                  </a:lnTo>
                  <a:lnTo>
                    <a:pt x="140" y="525"/>
                  </a:lnTo>
                  <a:lnTo>
                    <a:pt x="140" y="528"/>
                  </a:lnTo>
                  <a:lnTo>
                    <a:pt x="140" y="528"/>
                  </a:lnTo>
                  <a:lnTo>
                    <a:pt x="140" y="530"/>
                  </a:lnTo>
                  <a:lnTo>
                    <a:pt x="140" y="530"/>
                  </a:lnTo>
                  <a:lnTo>
                    <a:pt x="140" y="530"/>
                  </a:lnTo>
                  <a:lnTo>
                    <a:pt x="140" y="532"/>
                  </a:lnTo>
                  <a:lnTo>
                    <a:pt x="140" y="532"/>
                  </a:lnTo>
                  <a:lnTo>
                    <a:pt x="137" y="535"/>
                  </a:lnTo>
                  <a:lnTo>
                    <a:pt x="135" y="532"/>
                  </a:lnTo>
                  <a:lnTo>
                    <a:pt x="133" y="532"/>
                  </a:lnTo>
                  <a:lnTo>
                    <a:pt x="130" y="530"/>
                  </a:lnTo>
                  <a:lnTo>
                    <a:pt x="128" y="530"/>
                  </a:lnTo>
                  <a:lnTo>
                    <a:pt x="126" y="532"/>
                  </a:lnTo>
                  <a:lnTo>
                    <a:pt x="126" y="532"/>
                  </a:lnTo>
                  <a:lnTo>
                    <a:pt x="123" y="535"/>
                  </a:lnTo>
                  <a:lnTo>
                    <a:pt x="123" y="535"/>
                  </a:lnTo>
                  <a:lnTo>
                    <a:pt x="123" y="537"/>
                  </a:lnTo>
                  <a:lnTo>
                    <a:pt x="126" y="540"/>
                  </a:lnTo>
                  <a:lnTo>
                    <a:pt x="126" y="542"/>
                  </a:lnTo>
                  <a:lnTo>
                    <a:pt x="126" y="544"/>
                  </a:lnTo>
                  <a:lnTo>
                    <a:pt x="128" y="544"/>
                  </a:lnTo>
                  <a:lnTo>
                    <a:pt x="128" y="544"/>
                  </a:lnTo>
                  <a:lnTo>
                    <a:pt x="128" y="544"/>
                  </a:lnTo>
                  <a:lnTo>
                    <a:pt x="130" y="547"/>
                  </a:lnTo>
                  <a:lnTo>
                    <a:pt x="130" y="547"/>
                  </a:lnTo>
                  <a:lnTo>
                    <a:pt x="130" y="549"/>
                  </a:lnTo>
                  <a:lnTo>
                    <a:pt x="130" y="549"/>
                  </a:lnTo>
                  <a:lnTo>
                    <a:pt x="133" y="551"/>
                  </a:lnTo>
                  <a:lnTo>
                    <a:pt x="135" y="551"/>
                  </a:lnTo>
                  <a:lnTo>
                    <a:pt x="135" y="554"/>
                  </a:lnTo>
                  <a:lnTo>
                    <a:pt x="137" y="554"/>
                  </a:lnTo>
                  <a:lnTo>
                    <a:pt x="140" y="554"/>
                  </a:lnTo>
                  <a:lnTo>
                    <a:pt x="140" y="556"/>
                  </a:lnTo>
                  <a:lnTo>
                    <a:pt x="140" y="559"/>
                  </a:lnTo>
                  <a:lnTo>
                    <a:pt x="140" y="559"/>
                  </a:lnTo>
                  <a:lnTo>
                    <a:pt x="140" y="559"/>
                  </a:lnTo>
                  <a:lnTo>
                    <a:pt x="140" y="559"/>
                  </a:lnTo>
                  <a:lnTo>
                    <a:pt x="142" y="559"/>
                  </a:lnTo>
                  <a:lnTo>
                    <a:pt x="142" y="561"/>
                  </a:lnTo>
                  <a:lnTo>
                    <a:pt x="142" y="561"/>
                  </a:lnTo>
                  <a:lnTo>
                    <a:pt x="142" y="561"/>
                  </a:lnTo>
                  <a:lnTo>
                    <a:pt x="140" y="561"/>
                  </a:lnTo>
                  <a:lnTo>
                    <a:pt x="140" y="563"/>
                  </a:lnTo>
                  <a:lnTo>
                    <a:pt x="140" y="563"/>
                  </a:lnTo>
                  <a:lnTo>
                    <a:pt x="140" y="563"/>
                  </a:lnTo>
                  <a:lnTo>
                    <a:pt x="140" y="566"/>
                  </a:lnTo>
                  <a:lnTo>
                    <a:pt x="140" y="566"/>
                  </a:lnTo>
                  <a:lnTo>
                    <a:pt x="137" y="566"/>
                  </a:lnTo>
                  <a:lnTo>
                    <a:pt x="137" y="566"/>
                  </a:lnTo>
                  <a:lnTo>
                    <a:pt x="137" y="568"/>
                  </a:lnTo>
                  <a:lnTo>
                    <a:pt x="137" y="568"/>
                  </a:lnTo>
                  <a:lnTo>
                    <a:pt x="137" y="570"/>
                  </a:lnTo>
                  <a:lnTo>
                    <a:pt x="137" y="570"/>
                  </a:lnTo>
                  <a:lnTo>
                    <a:pt x="135" y="573"/>
                  </a:lnTo>
                  <a:lnTo>
                    <a:pt x="135" y="573"/>
                  </a:lnTo>
                  <a:lnTo>
                    <a:pt x="135" y="575"/>
                  </a:lnTo>
                  <a:lnTo>
                    <a:pt x="135" y="575"/>
                  </a:lnTo>
                  <a:lnTo>
                    <a:pt x="135" y="577"/>
                  </a:lnTo>
                  <a:lnTo>
                    <a:pt x="135" y="577"/>
                  </a:lnTo>
                  <a:lnTo>
                    <a:pt x="135" y="580"/>
                  </a:lnTo>
                  <a:lnTo>
                    <a:pt x="135" y="582"/>
                  </a:lnTo>
                  <a:lnTo>
                    <a:pt x="135" y="582"/>
                  </a:lnTo>
                  <a:lnTo>
                    <a:pt x="137" y="585"/>
                  </a:lnTo>
                  <a:lnTo>
                    <a:pt x="140" y="585"/>
                  </a:lnTo>
                  <a:lnTo>
                    <a:pt x="142" y="585"/>
                  </a:lnTo>
                  <a:lnTo>
                    <a:pt x="145" y="587"/>
                  </a:lnTo>
                  <a:lnTo>
                    <a:pt x="147" y="587"/>
                  </a:lnTo>
                  <a:lnTo>
                    <a:pt x="147" y="587"/>
                  </a:lnTo>
                  <a:lnTo>
                    <a:pt x="147" y="587"/>
                  </a:lnTo>
                  <a:lnTo>
                    <a:pt x="149" y="589"/>
                  </a:lnTo>
                  <a:lnTo>
                    <a:pt x="149" y="589"/>
                  </a:lnTo>
                  <a:lnTo>
                    <a:pt x="152" y="589"/>
                  </a:lnTo>
                  <a:lnTo>
                    <a:pt x="152" y="592"/>
                  </a:lnTo>
                  <a:lnTo>
                    <a:pt x="152" y="592"/>
                  </a:lnTo>
                  <a:lnTo>
                    <a:pt x="152" y="594"/>
                  </a:lnTo>
                  <a:lnTo>
                    <a:pt x="154" y="594"/>
                  </a:lnTo>
                  <a:lnTo>
                    <a:pt x="154" y="594"/>
                  </a:lnTo>
                  <a:lnTo>
                    <a:pt x="156" y="594"/>
                  </a:lnTo>
                  <a:lnTo>
                    <a:pt x="156" y="594"/>
                  </a:lnTo>
                  <a:lnTo>
                    <a:pt x="159" y="594"/>
                  </a:lnTo>
                  <a:lnTo>
                    <a:pt x="159" y="594"/>
                  </a:lnTo>
                  <a:lnTo>
                    <a:pt x="161" y="594"/>
                  </a:lnTo>
                  <a:lnTo>
                    <a:pt x="161" y="596"/>
                  </a:lnTo>
                  <a:lnTo>
                    <a:pt x="163" y="599"/>
                  </a:lnTo>
                  <a:lnTo>
                    <a:pt x="163" y="606"/>
                  </a:lnTo>
                  <a:lnTo>
                    <a:pt x="166" y="611"/>
                  </a:lnTo>
                  <a:lnTo>
                    <a:pt x="168" y="613"/>
                  </a:lnTo>
                  <a:lnTo>
                    <a:pt x="171" y="613"/>
                  </a:lnTo>
                  <a:lnTo>
                    <a:pt x="173" y="613"/>
                  </a:lnTo>
                  <a:lnTo>
                    <a:pt x="175" y="611"/>
                  </a:lnTo>
                  <a:lnTo>
                    <a:pt x="178" y="611"/>
                  </a:lnTo>
                  <a:lnTo>
                    <a:pt x="180" y="611"/>
                  </a:lnTo>
                  <a:lnTo>
                    <a:pt x="182" y="608"/>
                  </a:lnTo>
                  <a:lnTo>
                    <a:pt x="185" y="608"/>
                  </a:lnTo>
                  <a:lnTo>
                    <a:pt x="187" y="611"/>
                  </a:lnTo>
                  <a:lnTo>
                    <a:pt x="187" y="611"/>
                  </a:lnTo>
                  <a:lnTo>
                    <a:pt x="187" y="613"/>
                  </a:lnTo>
                  <a:lnTo>
                    <a:pt x="187" y="613"/>
                  </a:lnTo>
                  <a:lnTo>
                    <a:pt x="189" y="615"/>
                  </a:lnTo>
                  <a:lnTo>
                    <a:pt x="189" y="615"/>
                  </a:lnTo>
                  <a:lnTo>
                    <a:pt x="189" y="615"/>
                  </a:lnTo>
                  <a:lnTo>
                    <a:pt x="192" y="618"/>
                  </a:lnTo>
                  <a:lnTo>
                    <a:pt x="192" y="618"/>
                  </a:lnTo>
                  <a:lnTo>
                    <a:pt x="194" y="618"/>
                  </a:lnTo>
                  <a:lnTo>
                    <a:pt x="194" y="620"/>
                  </a:lnTo>
                  <a:lnTo>
                    <a:pt x="197" y="620"/>
                  </a:lnTo>
                  <a:lnTo>
                    <a:pt x="197" y="620"/>
                  </a:lnTo>
                  <a:lnTo>
                    <a:pt x="197" y="620"/>
                  </a:lnTo>
                  <a:lnTo>
                    <a:pt x="197" y="620"/>
                  </a:lnTo>
                  <a:lnTo>
                    <a:pt x="199" y="618"/>
                  </a:lnTo>
                  <a:lnTo>
                    <a:pt x="199" y="618"/>
                  </a:lnTo>
                  <a:lnTo>
                    <a:pt x="199" y="618"/>
                  </a:lnTo>
                  <a:lnTo>
                    <a:pt x="199" y="618"/>
                  </a:lnTo>
                  <a:lnTo>
                    <a:pt x="201" y="618"/>
                  </a:lnTo>
                  <a:lnTo>
                    <a:pt x="201" y="620"/>
                  </a:lnTo>
                  <a:lnTo>
                    <a:pt x="204" y="620"/>
                  </a:lnTo>
                  <a:lnTo>
                    <a:pt x="204" y="620"/>
                  </a:lnTo>
                  <a:lnTo>
                    <a:pt x="206" y="622"/>
                  </a:lnTo>
                  <a:lnTo>
                    <a:pt x="206" y="622"/>
                  </a:lnTo>
                  <a:lnTo>
                    <a:pt x="206" y="627"/>
                  </a:lnTo>
                  <a:lnTo>
                    <a:pt x="206" y="630"/>
                  </a:lnTo>
                  <a:lnTo>
                    <a:pt x="206" y="632"/>
                  </a:lnTo>
                  <a:lnTo>
                    <a:pt x="206" y="634"/>
                  </a:lnTo>
                  <a:lnTo>
                    <a:pt x="208" y="637"/>
                  </a:lnTo>
                  <a:lnTo>
                    <a:pt x="208" y="639"/>
                  </a:lnTo>
                  <a:lnTo>
                    <a:pt x="211" y="639"/>
                  </a:lnTo>
                  <a:lnTo>
                    <a:pt x="211" y="641"/>
                  </a:lnTo>
                  <a:lnTo>
                    <a:pt x="213" y="641"/>
                  </a:lnTo>
                  <a:lnTo>
                    <a:pt x="213" y="644"/>
                  </a:lnTo>
                  <a:lnTo>
                    <a:pt x="213" y="646"/>
                  </a:lnTo>
                  <a:lnTo>
                    <a:pt x="213" y="648"/>
                  </a:lnTo>
                  <a:lnTo>
                    <a:pt x="213" y="651"/>
                  </a:lnTo>
                  <a:lnTo>
                    <a:pt x="213" y="653"/>
                  </a:lnTo>
                  <a:lnTo>
                    <a:pt x="213" y="653"/>
                  </a:lnTo>
                  <a:lnTo>
                    <a:pt x="213" y="656"/>
                  </a:lnTo>
                  <a:lnTo>
                    <a:pt x="213" y="658"/>
                  </a:lnTo>
                  <a:lnTo>
                    <a:pt x="213" y="660"/>
                  </a:lnTo>
                  <a:lnTo>
                    <a:pt x="215" y="663"/>
                  </a:lnTo>
                  <a:lnTo>
                    <a:pt x="215" y="663"/>
                  </a:lnTo>
                  <a:lnTo>
                    <a:pt x="218" y="665"/>
                  </a:lnTo>
                  <a:lnTo>
                    <a:pt x="218" y="667"/>
                  </a:lnTo>
                  <a:lnTo>
                    <a:pt x="220" y="670"/>
                  </a:lnTo>
                  <a:lnTo>
                    <a:pt x="220" y="672"/>
                  </a:lnTo>
                  <a:lnTo>
                    <a:pt x="220" y="677"/>
                  </a:lnTo>
                  <a:lnTo>
                    <a:pt x="223" y="677"/>
                  </a:lnTo>
                  <a:lnTo>
                    <a:pt x="223" y="677"/>
                  </a:lnTo>
                  <a:lnTo>
                    <a:pt x="225" y="677"/>
                  </a:lnTo>
                  <a:lnTo>
                    <a:pt x="225" y="677"/>
                  </a:lnTo>
                  <a:lnTo>
                    <a:pt x="227" y="677"/>
                  </a:lnTo>
                  <a:lnTo>
                    <a:pt x="227" y="675"/>
                  </a:lnTo>
                  <a:lnTo>
                    <a:pt x="230" y="675"/>
                  </a:lnTo>
                  <a:lnTo>
                    <a:pt x="230" y="675"/>
                  </a:lnTo>
                  <a:lnTo>
                    <a:pt x="232" y="677"/>
                  </a:lnTo>
                  <a:lnTo>
                    <a:pt x="232" y="677"/>
                  </a:lnTo>
                  <a:lnTo>
                    <a:pt x="232" y="677"/>
                  </a:lnTo>
                  <a:lnTo>
                    <a:pt x="232" y="675"/>
                  </a:lnTo>
                  <a:lnTo>
                    <a:pt x="230" y="672"/>
                  </a:lnTo>
                  <a:lnTo>
                    <a:pt x="230" y="670"/>
                  </a:lnTo>
                  <a:lnTo>
                    <a:pt x="232" y="670"/>
                  </a:lnTo>
                  <a:lnTo>
                    <a:pt x="232" y="672"/>
                  </a:lnTo>
                  <a:lnTo>
                    <a:pt x="234" y="675"/>
                  </a:lnTo>
                  <a:lnTo>
                    <a:pt x="237" y="675"/>
                  </a:lnTo>
                  <a:lnTo>
                    <a:pt x="237" y="675"/>
                  </a:lnTo>
                  <a:lnTo>
                    <a:pt x="237" y="672"/>
                  </a:lnTo>
                  <a:lnTo>
                    <a:pt x="239" y="670"/>
                  </a:lnTo>
                  <a:lnTo>
                    <a:pt x="239" y="670"/>
                  </a:lnTo>
                  <a:lnTo>
                    <a:pt x="242" y="667"/>
                  </a:lnTo>
                  <a:lnTo>
                    <a:pt x="242" y="665"/>
                  </a:lnTo>
                  <a:lnTo>
                    <a:pt x="239" y="663"/>
                  </a:lnTo>
                  <a:lnTo>
                    <a:pt x="239" y="660"/>
                  </a:lnTo>
                  <a:lnTo>
                    <a:pt x="239" y="660"/>
                  </a:lnTo>
                  <a:lnTo>
                    <a:pt x="237" y="658"/>
                  </a:lnTo>
                  <a:lnTo>
                    <a:pt x="237" y="656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4" y="648"/>
                  </a:lnTo>
                  <a:lnTo>
                    <a:pt x="234" y="648"/>
                  </a:lnTo>
                  <a:lnTo>
                    <a:pt x="237" y="648"/>
                  </a:lnTo>
                  <a:lnTo>
                    <a:pt x="237" y="648"/>
                  </a:lnTo>
                  <a:lnTo>
                    <a:pt x="239" y="646"/>
                  </a:lnTo>
                  <a:lnTo>
                    <a:pt x="239" y="646"/>
                  </a:lnTo>
                  <a:lnTo>
                    <a:pt x="239" y="644"/>
                  </a:lnTo>
                  <a:lnTo>
                    <a:pt x="239" y="641"/>
                  </a:lnTo>
                  <a:lnTo>
                    <a:pt x="239" y="639"/>
                  </a:lnTo>
                  <a:lnTo>
                    <a:pt x="237" y="639"/>
                  </a:lnTo>
                  <a:lnTo>
                    <a:pt x="237" y="637"/>
                  </a:lnTo>
                  <a:lnTo>
                    <a:pt x="239" y="637"/>
                  </a:lnTo>
                  <a:lnTo>
                    <a:pt x="239" y="637"/>
                  </a:lnTo>
                  <a:lnTo>
                    <a:pt x="239" y="637"/>
                  </a:lnTo>
                  <a:lnTo>
                    <a:pt x="242" y="637"/>
                  </a:lnTo>
                  <a:lnTo>
                    <a:pt x="242" y="637"/>
                  </a:lnTo>
                  <a:lnTo>
                    <a:pt x="244" y="637"/>
                  </a:lnTo>
                  <a:lnTo>
                    <a:pt x="244" y="639"/>
                  </a:lnTo>
                  <a:lnTo>
                    <a:pt x="246" y="639"/>
                  </a:lnTo>
                  <a:lnTo>
                    <a:pt x="249" y="641"/>
                  </a:lnTo>
                  <a:lnTo>
                    <a:pt x="249" y="641"/>
                  </a:lnTo>
                  <a:lnTo>
                    <a:pt x="251" y="644"/>
                  </a:lnTo>
                  <a:lnTo>
                    <a:pt x="253" y="644"/>
                  </a:lnTo>
                  <a:lnTo>
                    <a:pt x="253" y="644"/>
                  </a:lnTo>
                  <a:lnTo>
                    <a:pt x="253" y="646"/>
                  </a:lnTo>
                  <a:lnTo>
                    <a:pt x="253" y="648"/>
                  </a:lnTo>
                  <a:lnTo>
                    <a:pt x="251" y="648"/>
                  </a:lnTo>
                  <a:lnTo>
                    <a:pt x="251" y="651"/>
                  </a:lnTo>
                  <a:lnTo>
                    <a:pt x="251" y="653"/>
                  </a:lnTo>
                  <a:lnTo>
                    <a:pt x="253" y="653"/>
                  </a:lnTo>
                  <a:lnTo>
                    <a:pt x="253" y="656"/>
                  </a:lnTo>
                  <a:lnTo>
                    <a:pt x="256" y="656"/>
                  </a:lnTo>
                  <a:lnTo>
                    <a:pt x="256" y="658"/>
                  </a:lnTo>
                  <a:lnTo>
                    <a:pt x="258" y="660"/>
                  </a:lnTo>
                  <a:lnTo>
                    <a:pt x="258" y="660"/>
                  </a:lnTo>
                  <a:lnTo>
                    <a:pt x="256" y="660"/>
                  </a:lnTo>
                  <a:lnTo>
                    <a:pt x="253" y="660"/>
                  </a:lnTo>
                  <a:lnTo>
                    <a:pt x="253" y="663"/>
                  </a:lnTo>
                  <a:lnTo>
                    <a:pt x="253" y="663"/>
                  </a:lnTo>
                  <a:lnTo>
                    <a:pt x="253" y="665"/>
                  </a:lnTo>
                  <a:lnTo>
                    <a:pt x="256" y="665"/>
                  </a:lnTo>
                  <a:lnTo>
                    <a:pt x="256" y="667"/>
                  </a:lnTo>
                  <a:lnTo>
                    <a:pt x="256" y="667"/>
                  </a:lnTo>
                  <a:lnTo>
                    <a:pt x="256" y="667"/>
                  </a:lnTo>
                  <a:lnTo>
                    <a:pt x="256" y="670"/>
                  </a:lnTo>
                  <a:lnTo>
                    <a:pt x="256" y="670"/>
                  </a:lnTo>
                  <a:lnTo>
                    <a:pt x="258" y="670"/>
                  </a:lnTo>
                  <a:lnTo>
                    <a:pt x="258" y="672"/>
                  </a:lnTo>
                  <a:lnTo>
                    <a:pt x="258" y="672"/>
                  </a:lnTo>
                  <a:lnTo>
                    <a:pt x="260" y="675"/>
                  </a:lnTo>
                  <a:lnTo>
                    <a:pt x="263" y="675"/>
                  </a:lnTo>
                  <a:lnTo>
                    <a:pt x="263" y="677"/>
                  </a:lnTo>
                  <a:lnTo>
                    <a:pt x="260" y="677"/>
                  </a:lnTo>
                  <a:lnTo>
                    <a:pt x="260" y="677"/>
                  </a:lnTo>
                  <a:lnTo>
                    <a:pt x="260" y="677"/>
                  </a:lnTo>
                  <a:lnTo>
                    <a:pt x="260" y="679"/>
                  </a:lnTo>
                  <a:lnTo>
                    <a:pt x="260" y="679"/>
                  </a:lnTo>
                  <a:lnTo>
                    <a:pt x="263" y="679"/>
                  </a:lnTo>
                  <a:lnTo>
                    <a:pt x="263" y="679"/>
                  </a:lnTo>
                  <a:lnTo>
                    <a:pt x="263" y="682"/>
                  </a:lnTo>
                  <a:lnTo>
                    <a:pt x="265" y="682"/>
                  </a:lnTo>
                  <a:lnTo>
                    <a:pt x="265" y="682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8" y="684"/>
                  </a:lnTo>
                  <a:lnTo>
                    <a:pt x="268" y="686"/>
                  </a:lnTo>
                  <a:lnTo>
                    <a:pt x="268" y="686"/>
                  </a:lnTo>
                  <a:lnTo>
                    <a:pt x="270" y="686"/>
                  </a:lnTo>
                  <a:lnTo>
                    <a:pt x="270" y="686"/>
                  </a:lnTo>
                  <a:lnTo>
                    <a:pt x="268" y="689"/>
                  </a:lnTo>
                  <a:lnTo>
                    <a:pt x="268" y="689"/>
                  </a:lnTo>
                  <a:lnTo>
                    <a:pt x="265" y="691"/>
                  </a:lnTo>
                  <a:lnTo>
                    <a:pt x="265" y="691"/>
                  </a:lnTo>
                  <a:lnTo>
                    <a:pt x="265" y="693"/>
                  </a:lnTo>
                  <a:lnTo>
                    <a:pt x="265" y="693"/>
                  </a:lnTo>
                  <a:lnTo>
                    <a:pt x="265" y="696"/>
                  </a:lnTo>
                  <a:lnTo>
                    <a:pt x="268" y="696"/>
                  </a:lnTo>
                  <a:lnTo>
                    <a:pt x="268" y="698"/>
                  </a:lnTo>
                  <a:lnTo>
                    <a:pt x="270" y="698"/>
                  </a:lnTo>
                  <a:lnTo>
                    <a:pt x="270" y="701"/>
                  </a:lnTo>
                  <a:lnTo>
                    <a:pt x="272" y="703"/>
                  </a:lnTo>
                  <a:lnTo>
                    <a:pt x="272" y="705"/>
                  </a:lnTo>
                  <a:lnTo>
                    <a:pt x="275" y="705"/>
                  </a:lnTo>
                  <a:lnTo>
                    <a:pt x="277" y="708"/>
                  </a:lnTo>
                  <a:lnTo>
                    <a:pt x="277" y="708"/>
                  </a:lnTo>
                  <a:lnTo>
                    <a:pt x="279" y="708"/>
                  </a:lnTo>
                  <a:lnTo>
                    <a:pt x="279" y="708"/>
                  </a:lnTo>
                  <a:lnTo>
                    <a:pt x="279" y="708"/>
                  </a:lnTo>
                  <a:lnTo>
                    <a:pt x="282" y="708"/>
                  </a:lnTo>
                  <a:lnTo>
                    <a:pt x="282" y="708"/>
                  </a:lnTo>
                  <a:lnTo>
                    <a:pt x="282" y="708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3"/>
                  </a:lnTo>
                  <a:lnTo>
                    <a:pt x="279" y="703"/>
                  </a:lnTo>
                  <a:lnTo>
                    <a:pt x="279" y="701"/>
                  </a:lnTo>
                  <a:lnTo>
                    <a:pt x="279" y="701"/>
                  </a:lnTo>
                  <a:lnTo>
                    <a:pt x="279" y="701"/>
                  </a:lnTo>
                  <a:lnTo>
                    <a:pt x="277" y="698"/>
                  </a:lnTo>
                  <a:lnTo>
                    <a:pt x="277" y="698"/>
                  </a:lnTo>
                  <a:lnTo>
                    <a:pt x="277" y="696"/>
                  </a:lnTo>
                  <a:lnTo>
                    <a:pt x="275" y="693"/>
                  </a:lnTo>
                  <a:lnTo>
                    <a:pt x="277" y="693"/>
                  </a:lnTo>
                  <a:lnTo>
                    <a:pt x="277" y="691"/>
                  </a:lnTo>
                  <a:lnTo>
                    <a:pt x="277" y="693"/>
                  </a:lnTo>
                  <a:lnTo>
                    <a:pt x="279" y="693"/>
                  </a:lnTo>
                  <a:lnTo>
                    <a:pt x="279" y="693"/>
                  </a:lnTo>
                  <a:lnTo>
                    <a:pt x="279" y="693"/>
                  </a:lnTo>
                  <a:lnTo>
                    <a:pt x="282" y="696"/>
                  </a:lnTo>
                  <a:lnTo>
                    <a:pt x="282" y="696"/>
                  </a:lnTo>
                  <a:lnTo>
                    <a:pt x="284" y="696"/>
                  </a:lnTo>
                  <a:lnTo>
                    <a:pt x="284" y="696"/>
                  </a:lnTo>
                  <a:lnTo>
                    <a:pt x="286" y="698"/>
                  </a:lnTo>
                  <a:lnTo>
                    <a:pt x="286" y="696"/>
                  </a:lnTo>
                  <a:lnTo>
                    <a:pt x="289" y="696"/>
                  </a:lnTo>
                  <a:lnTo>
                    <a:pt x="291" y="696"/>
                  </a:lnTo>
                  <a:lnTo>
                    <a:pt x="291" y="696"/>
                  </a:lnTo>
                  <a:lnTo>
                    <a:pt x="294" y="698"/>
                  </a:lnTo>
                  <a:lnTo>
                    <a:pt x="294" y="701"/>
                  </a:lnTo>
                  <a:lnTo>
                    <a:pt x="294" y="703"/>
                  </a:lnTo>
                  <a:lnTo>
                    <a:pt x="296" y="705"/>
                  </a:lnTo>
                  <a:lnTo>
                    <a:pt x="298" y="705"/>
                  </a:lnTo>
                  <a:lnTo>
                    <a:pt x="301" y="705"/>
                  </a:lnTo>
                  <a:lnTo>
                    <a:pt x="303" y="705"/>
                  </a:lnTo>
                  <a:lnTo>
                    <a:pt x="305" y="705"/>
                  </a:lnTo>
                  <a:lnTo>
                    <a:pt x="305" y="705"/>
                  </a:lnTo>
                  <a:lnTo>
                    <a:pt x="308" y="703"/>
                  </a:lnTo>
                  <a:lnTo>
                    <a:pt x="308" y="703"/>
                  </a:lnTo>
                  <a:lnTo>
                    <a:pt x="308" y="703"/>
                  </a:lnTo>
                  <a:lnTo>
                    <a:pt x="310" y="703"/>
                  </a:lnTo>
                  <a:lnTo>
                    <a:pt x="310" y="703"/>
                  </a:lnTo>
                  <a:lnTo>
                    <a:pt x="310" y="703"/>
                  </a:lnTo>
                  <a:lnTo>
                    <a:pt x="310" y="703"/>
                  </a:lnTo>
                  <a:lnTo>
                    <a:pt x="310" y="701"/>
                  </a:lnTo>
                  <a:lnTo>
                    <a:pt x="310" y="701"/>
                  </a:lnTo>
                  <a:lnTo>
                    <a:pt x="308" y="698"/>
                  </a:lnTo>
                  <a:lnTo>
                    <a:pt x="310" y="698"/>
                  </a:lnTo>
                  <a:lnTo>
                    <a:pt x="310" y="696"/>
                  </a:lnTo>
                  <a:lnTo>
                    <a:pt x="310" y="696"/>
                  </a:lnTo>
                  <a:lnTo>
                    <a:pt x="310" y="696"/>
                  </a:lnTo>
                  <a:lnTo>
                    <a:pt x="313" y="696"/>
                  </a:lnTo>
                  <a:lnTo>
                    <a:pt x="315" y="696"/>
                  </a:lnTo>
                  <a:lnTo>
                    <a:pt x="315" y="696"/>
                  </a:lnTo>
                  <a:lnTo>
                    <a:pt x="317" y="696"/>
                  </a:lnTo>
                  <a:lnTo>
                    <a:pt x="317" y="696"/>
                  </a:lnTo>
                  <a:lnTo>
                    <a:pt x="320" y="698"/>
                  </a:lnTo>
                  <a:lnTo>
                    <a:pt x="320" y="698"/>
                  </a:lnTo>
                  <a:lnTo>
                    <a:pt x="322" y="698"/>
                  </a:lnTo>
                  <a:lnTo>
                    <a:pt x="322" y="698"/>
                  </a:lnTo>
                  <a:lnTo>
                    <a:pt x="322" y="696"/>
                  </a:lnTo>
                  <a:lnTo>
                    <a:pt x="322" y="691"/>
                  </a:lnTo>
                  <a:lnTo>
                    <a:pt x="320" y="689"/>
                  </a:lnTo>
                  <a:lnTo>
                    <a:pt x="320" y="689"/>
                  </a:lnTo>
                  <a:lnTo>
                    <a:pt x="320" y="686"/>
                  </a:lnTo>
                  <a:lnTo>
                    <a:pt x="320" y="686"/>
                  </a:lnTo>
                  <a:lnTo>
                    <a:pt x="320" y="684"/>
                  </a:lnTo>
                  <a:lnTo>
                    <a:pt x="320" y="682"/>
                  </a:lnTo>
                  <a:lnTo>
                    <a:pt x="322" y="682"/>
                  </a:lnTo>
                  <a:lnTo>
                    <a:pt x="322" y="682"/>
                  </a:lnTo>
                  <a:lnTo>
                    <a:pt x="322" y="682"/>
                  </a:lnTo>
                  <a:lnTo>
                    <a:pt x="324" y="679"/>
                  </a:lnTo>
                  <a:lnTo>
                    <a:pt x="324" y="679"/>
                  </a:lnTo>
                  <a:lnTo>
                    <a:pt x="327" y="679"/>
                  </a:lnTo>
                  <a:lnTo>
                    <a:pt x="327" y="679"/>
                  </a:lnTo>
                  <a:lnTo>
                    <a:pt x="327" y="679"/>
                  </a:lnTo>
                  <a:lnTo>
                    <a:pt x="329" y="679"/>
                  </a:lnTo>
                  <a:lnTo>
                    <a:pt x="329" y="679"/>
                  </a:lnTo>
                  <a:lnTo>
                    <a:pt x="329" y="679"/>
                  </a:lnTo>
                  <a:lnTo>
                    <a:pt x="331" y="679"/>
                  </a:lnTo>
                  <a:lnTo>
                    <a:pt x="334" y="679"/>
                  </a:lnTo>
                  <a:lnTo>
                    <a:pt x="336" y="677"/>
                  </a:lnTo>
                  <a:lnTo>
                    <a:pt x="339" y="677"/>
                  </a:lnTo>
                  <a:lnTo>
                    <a:pt x="341" y="677"/>
                  </a:lnTo>
                  <a:lnTo>
                    <a:pt x="343" y="677"/>
                  </a:lnTo>
                  <a:lnTo>
                    <a:pt x="346" y="679"/>
                  </a:lnTo>
                  <a:lnTo>
                    <a:pt x="348" y="679"/>
                  </a:lnTo>
                  <a:lnTo>
                    <a:pt x="350" y="682"/>
                  </a:lnTo>
                  <a:lnTo>
                    <a:pt x="353" y="682"/>
                  </a:lnTo>
                  <a:lnTo>
                    <a:pt x="355" y="682"/>
                  </a:lnTo>
                  <a:lnTo>
                    <a:pt x="357" y="682"/>
                  </a:lnTo>
                  <a:lnTo>
                    <a:pt x="360" y="684"/>
                  </a:lnTo>
                  <a:lnTo>
                    <a:pt x="360" y="684"/>
                  </a:lnTo>
                  <a:lnTo>
                    <a:pt x="360" y="686"/>
                  </a:lnTo>
                  <a:lnTo>
                    <a:pt x="360" y="689"/>
                  </a:lnTo>
                  <a:lnTo>
                    <a:pt x="362" y="689"/>
                  </a:lnTo>
                  <a:lnTo>
                    <a:pt x="365" y="691"/>
                  </a:lnTo>
                  <a:lnTo>
                    <a:pt x="367" y="691"/>
                  </a:lnTo>
                  <a:lnTo>
                    <a:pt x="369" y="691"/>
                  </a:lnTo>
                  <a:lnTo>
                    <a:pt x="372" y="691"/>
                  </a:lnTo>
                  <a:lnTo>
                    <a:pt x="374" y="691"/>
                  </a:lnTo>
                  <a:lnTo>
                    <a:pt x="376" y="691"/>
                  </a:lnTo>
                  <a:lnTo>
                    <a:pt x="379" y="691"/>
                  </a:lnTo>
                  <a:lnTo>
                    <a:pt x="381" y="693"/>
                  </a:lnTo>
                  <a:lnTo>
                    <a:pt x="379" y="696"/>
                  </a:lnTo>
                  <a:lnTo>
                    <a:pt x="379" y="698"/>
                  </a:lnTo>
                  <a:lnTo>
                    <a:pt x="376" y="698"/>
                  </a:lnTo>
                  <a:lnTo>
                    <a:pt x="376" y="701"/>
                  </a:lnTo>
                  <a:lnTo>
                    <a:pt x="376" y="701"/>
                  </a:lnTo>
                  <a:lnTo>
                    <a:pt x="376" y="703"/>
                  </a:lnTo>
                  <a:lnTo>
                    <a:pt x="379" y="705"/>
                  </a:lnTo>
                  <a:lnTo>
                    <a:pt x="381" y="705"/>
                  </a:lnTo>
                  <a:lnTo>
                    <a:pt x="381" y="705"/>
                  </a:lnTo>
                  <a:lnTo>
                    <a:pt x="384" y="705"/>
                  </a:lnTo>
                  <a:lnTo>
                    <a:pt x="386" y="708"/>
                  </a:lnTo>
                  <a:lnTo>
                    <a:pt x="388" y="710"/>
                  </a:lnTo>
                  <a:lnTo>
                    <a:pt x="388" y="712"/>
                  </a:lnTo>
                  <a:lnTo>
                    <a:pt x="391" y="712"/>
                  </a:lnTo>
                  <a:lnTo>
                    <a:pt x="391" y="712"/>
                  </a:lnTo>
                  <a:lnTo>
                    <a:pt x="391" y="712"/>
                  </a:lnTo>
                  <a:lnTo>
                    <a:pt x="391" y="712"/>
                  </a:lnTo>
                  <a:lnTo>
                    <a:pt x="391" y="710"/>
                  </a:lnTo>
                  <a:lnTo>
                    <a:pt x="391" y="710"/>
                  </a:lnTo>
                  <a:lnTo>
                    <a:pt x="391" y="710"/>
                  </a:lnTo>
                  <a:lnTo>
                    <a:pt x="391" y="710"/>
                  </a:lnTo>
                  <a:lnTo>
                    <a:pt x="393" y="710"/>
                  </a:lnTo>
                  <a:lnTo>
                    <a:pt x="393" y="710"/>
                  </a:lnTo>
                  <a:lnTo>
                    <a:pt x="393" y="710"/>
                  </a:lnTo>
                  <a:lnTo>
                    <a:pt x="393" y="708"/>
                  </a:lnTo>
                  <a:lnTo>
                    <a:pt x="393" y="708"/>
                  </a:lnTo>
                  <a:lnTo>
                    <a:pt x="393" y="708"/>
                  </a:lnTo>
                  <a:lnTo>
                    <a:pt x="393" y="705"/>
                  </a:lnTo>
                  <a:lnTo>
                    <a:pt x="393" y="703"/>
                  </a:lnTo>
                  <a:lnTo>
                    <a:pt x="393" y="701"/>
                  </a:lnTo>
                  <a:lnTo>
                    <a:pt x="395" y="701"/>
                  </a:lnTo>
                  <a:lnTo>
                    <a:pt x="395" y="698"/>
                  </a:lnTo>
                  <a:lnTo>
                    <a:pt x="398" y="698"/>
                  </a:lnTo>
                  <a:lnTo>
                    <a:pt x="398" y="696"/>
                  </a:lnTo>
                  <a:lnTo>
                    <a:pt x="398" y="696"/>
                  </a:lnTo>
                  <a:lnTo>
                    <a:pt x="398" y="693"/>
                  </a:lnTo>
                  <a:lnTo>
                    <a:pt x="398" y="693"/>
                  </a:lnTo>
                  <a:lnTo>
                    <a:pt x="398" y="691"/>
                  </a:lnTo>
                  <a:lnTo>
                    <a:pt x="398" y="691"/>
                  </a:lnTo>
                  <a:lnTo>
                    <a:pt x="398" y="689"/>
                  </a:lnTo>
                  <a:lnTo>
                    <a:pt x="398" y="689"/>
                  </a:lnTo>
                  <a:lnTo>
                    <a:pt x="395" y="689"/>
                  </a:lnTo>
                  <a:lnTo>
                    <a:pt x="395" y="689"/>
                  </a:lnTo>
                  <a:lnTo>
                    <a:pt x="395" y="689"/>
                  </a:lnTo>
                  <a:lnTo>
                    <a:pt x="393" y="689"/>
                  </a:lnTo>
                  <a:lnTo>
                    <a:pt x="393" y="686"/>
                  </a:lnTo>
                  <a:lnTo>
                    <a:pt x="391" y="686"/>
                  </a:lnTo>
                  <a:lnTo>
                    <a:pt x="391" y="684"/>
                  </a:lnTo>
                  <a:lnTo>
                    <a:pt x="391" y="684"/>
                  </a:lnTo>
                  <a:lnTo>
                    <a:pt x="391" y="682"/>
                  </a:lnTo>
                  <a:lnTo>
                    <a:pt x="388" y="679"/>
                  </a:lnTo>
                  <a:lnTo>
                    <a:pt x="388" y="677"/>
                  </a:lnTo>
                  <a:lnTo>
                    <a:pt x="386" y="675"/>
                  </a:lnTo>
                  <a:lnTo>
                    <a:pt x="386" y="672"/>
                  </a:lnTo>
                  <a:lnTo>
                    <a:pt x="386" y="672"/>
                  </a:lnTo>
                  <a:lnTo>
                    <a:pt x="388" y="670"/>
                  </a:lnTo>
                  <a:lnTo>
                    <a:pt x="386" y="670"/>
                  </a:lnTo>
                  <a:lnTo>
                    <a:pt x="386" y="667"/>
                  </a:lnTo>
                  <a:lnTo>
                    <a:pt x="386" y="667"/>
                  </a:lnTo>
                  <a:lnTo>
                    <a:pt x="384" y="667"/>
                  </a:lnTo>
                  <a:lnTo>
                    <a:pt x="384" y="665"/>
                  </a:lnTo>
                  <a:lnTo>
                    <a:pt x="384" y="665"/>
                  </a:lnTo>
                  <a:lnTo>
                    <a:pt x="384" y="665"/>
                  </a:lnTo>
                  <a:lnTo>
                    <a:pt x="384" y="663"/>
                  </a:lnTo>
                  <a:lnTo>
                    <a:pt x="384" y="660"/>
                  </a:lnTo>
                  <a:lnTo>
                    <a:pt x="384" y="658"/>
                  </a:lnTo>
                  <a:lnTo>
                    <a:pt x="384" y="658"/>
                  </a:lnTo>
                  <a:lnTo>
                    <a:pt x="386" y="658"/>
                  </a:lnTo>
                  <a:lnTo>
                    <a:pt x="386" y="656"/>
                  </a:lnTo>
                  <a:lnTo>
                    <a:pt x="388" y="656"/>
                  </a:lnTo>
                  <a:lnTo>
                    <a:pt x="388" y="653"/>
                  </a:lnTo>
                  <a:lnTo>
                    <a:pt x="388" y="651"/>
                  </a:lnTo>
                  <a:lnTo>
                    <a:pt x="386" y="651"/>
                  </a:lnTo>
                  <a:lnTo>
                    <a:pt x="386" y="648"/>
                  </a:lnTo>
                  <a:lnTo>
                    <a:pt x="384" y="648"/>
                  </a:lnTo>
                  <a:lnTo>
                    <a:pt x="384" y="646"/>
                  </a:lnTo>
                  <a:lnTo>
                    <a:pt x="381" y="644"/>
                  </a:lnTo>
                  <a:lnTo>
                    <a:pt x="381" y="641"/>
                  </a:lnTo>
                  <a:lnTo>
                    <a:pt x="381" y="639"/>
                  </a:lnTo>
                  <a:lnTo>
                    <a:pt x="381" y="637"/>
                  </a:lnTo>
                  <a:lnTo>
                    <a:pt x="381" y="637"/>
                  </a:lnTo>
                  <a:lnTo>
                    <a:pt x="381" y="634"/>
                  </a:lnTo>
                  <a:lnTo>
                    <a:pt x="381" y="634"/>
                  </a:lnTo>
                  <a:lnTo>
                    <a:pt x="379" y="634"/>
                  </a:lnTo>
                  <a:lnTo>
                    <a:pt x="379" y="632"/>
                  </a:lnTo>
                  <a:lnTo>
                    <a:pt x="379" y="632"/>
                  </a:lnTo>
                  <a:lnTo>
                    <a:pt x="376" y="632"/>
                  </a:lnTo>
                  <a:lnTo>
                    <a:pt x="376" y="630"/>
                  </a:lnTo>
                  <a:lnTo>
                    <a:pt x="374" y="627"/>
                  </a:lnTo>
                  <a:lnTo>
                    <a:pt x="372" y="627"/>
                  </a:lnTo>
                  <a:lnTo>
                    <a:pt x="369" y="625"/>
                  </a:lnTo>
                  <a:lnTo>
                    <a:pt x="369" y="625"/>
                  </a:lnTo>
                  <a:lnTo>
                    <a:pt x="369" y="625"/>
                  </a:lnTo>
                  <a:lnTo>
                    <a:pt x="367" y="622"/>
                  </a:lnTo>
                  <a:lnTo>
                    <a:pt x="367" y="622"/>
                  </a:lnTo>
                  <a:lnTo>
                    <a:pt x="367" y="620"/>
                  </a:lnTo>
                  <a:lnTo>
                    <a:pt x="367" y="620"/>
                  </a:lnTo>
                  <a:lnTo>
                    <a:pt x="367" y="620"/>
                  </a:lnTo>
                  <a:lnTo>
                    <a:pt x="367" y="618"/>
                  </a:lnTo>
                  <a:lnTo>
                    <a:pt x="365" y="615"/>
                  </a:lnTo>
                  <a:lnTo>
                    <a:pt x="365" y="615"/>
                  </a:lnTo>
                  <a:lnTo>
                    <a:pt x="362" y="613"/>
                  </a:lnTo>
                  <a:lnTo>
                    <a:pt x="362" y="613"/>
                  </a:lnTo>
                  <a:lnTo>
                    <a:pt x="362" y="611"/>
                  </a:lnTo>
                  <a:lnTo>
                    <a:pt x="362" y="608"/>
                  </a:lnTo>
                  <a:lnTo>
                    <a:pt x="360" y="606"/>
                  </a:lnTo>
                  <a:lnTo>
                    <a:pt x="360" y="603"/>
                  </a:lnTo>
                  <a:lnTo>
                    <a:pt x="357" y="603"/>
                  </a:lnTo>
                  <a:lnTo>
                    <a:pt x="357" y="601"/>
                  </a:lnTo>
                  <a:lnTo>
                    <a:pt x="355" y="601"/>
                  </a:lnTo>
                  <a:lnTo>
                    <a:pt x="355" y="599"/>
                  </a:lnTo>
                  <a:lnTo>
                    <a:pt x="355" y="596"/>
                  </a:lnTo>
                  <a:lnTo>
                    <a:pt x="357" y="594"/>
                  </a:lnTo>
                  <a:lnTo>
                    <a:pt x="360" y="592"/>
                  </a:lnTo>
                  <a:lnTo>
                    <a:pt x="360" y="592"/>
                  </a:lnTo>
                  <a:lnTo>
                    <a:pt x="362" y="592"/>
                  </a:lnTo>
                  <a:lnTo>
                    <a:pt x="365" y="592"/>
                  </a:lnTo>
                  <a:lnTo>
                    <a:pt x="365" y="589"/>
                  </a:lnTo>
                  <a:lnTo>
                    <a:pt x="362" y="587"/>
                  </a:lnTo>
                  <a:lnTo>
                    <a:pt x="362" y="585"/>
                  </a:lnTo>
                  <a:lnTo>
                    <a:pt x="362" y="585"/>
                  </a:lnTo>
                  <a:lnTo>
                    <a:pt x="362" y="582"/>
                  </a:lnTo>
                  <a:lnTo>
                    <a:pt x="362" y="580"/>
                  </a:lnTo>
                  <a:lnTo>
                    <a:pt x="360" y="577"/>
                  </a:lnTo>
                  <a:lnTo>
                    <a:pt x="360" y="577"/>
                  </a:lnTo>
                  <a:lnTo>
                    <a:pt x="357" y="575"/>
                  </a:lnTo>
                  <a:lnTo>
                    <a:pt x="357" y="573"/>
                  </a:lnTo>
                  <a:lnTo>
                    <a:pt x="357" y="570"/>
                  </a:lnTo>
                  <a:lnTo>
                    <a:pt x="360" y="568"/>
                  </a:lnTo>
                  <a:lnTo>
                    <a:pt x="362" y="568"/>
                  </a:lnTo>
                  <a:lnTo>
                    <a:pt x="362" y="566"/>
                  </a:lnTo>
                  <a:lnTo>
                    <a:pt x="365" y="566"/>
                  </a:lnTo>
                  <a:lnTo>
                    <a:pt x="367" y="563"/>
                  </a:lnTo>
                  <a:lnTo>
                    <a:pt x="369" y="563"/>
                  </a:lnTo>
                  <a:lnTo>
                    <a:pt x="372" y="566"/>
                  </a:lnTo>
                  <a:lnTo>
                    <a:pt x="372" y="566"/>
                  </a:lnTo>
                  <a:lnTo>
                    <a:pt x="372" y="568"/>
                  </a:lnTo>
                  <a:lnTo>
                    <a:pt x="374" y="568"/>
                  </a:lnTo>
                  <a:lnTo>
                    <a:pt x="374" y="570"/>
                  </a:lnTo>
                  <a:lnTo>
                    <a:pt x="376" y="570"/>
                  </a:lnTo>
                  <a:lnTo>
                    <a:pt x="379" y="570"/>
                  </a:lnTo>
                  <a:lnTo>
                    <a:pt x="381" y="573"/>
                  </a:lnTo>
                  <a:lnTo>
                    <a:pt x="381" y="575"/>
                  </a:lnTo>
                  <a:lnTo>
                    <a:pt x="384" y="577"/>
                  </a:lnTo>
                  <a:lnTo>
                    <a:pt x="384" y="582"/>
                  </a:lnTo>
                  <a:lnTo>
                    <a:pt x="386" y="587"/>
                  </a:lnTo>
                  <a:lnTo>
                    <a:pt x="386" y="589"/>
                  </a:lnTo>
                  <a:lnTo>
                    <a:pt x="388" y="589"/>
                  </a:lnTo>
                  <a:lnTo>
                    <a:pt x="388" y="589"/>
                  </a:lnTo>
                  <a:lnTo>
                    <a:pt x="391" y="589"/>
                  </a:lnTo>
                  <a:lnTo>
                    <a:pt x="391" y="589"/>
                  </a:lnTo>
                  <a:lnTo>
                    <a:pt x="393" y="589"/>
                  </a:lnTo>
                  <a:lnTo>
                    <a:pt x="393" y="589"/>
                  </a:lnTo>
                  <a:lnTo>
                    <a:pt x="395" y="589"/>
                  </a:lnTo>
                  <a:lnTo>
                    <a:pt x="395" y="589"/>
                  </a:lnTo>
                  <a:lnTo>
                    <a:pt x="398" y="592"/>
                  </a:lnTo>
                  <a:lnTo>
                    <a:pt x="400" y="592"/>
                  </a:lnTo>
                  <a:lnTo>
                    <a:pt x="402" y="594"/>
                  </a:lnTo>
                  <a:lnTo>
                    <a:pt x="400" y="596"/>
                  </a:lnTo>
                  <a:lnTo>
                    <a:pt x="400" y="596"/>
                  </a:lnTo>
                  <a:lnTo>
                    <a:pt x="398" y="596"/>
                  </a:lnTo>
                  <a:lnTo>
                    <a:pt x="398" y="596"/>
                  </a:lnTo>
                  <a:lnTo>
                    <a:pt x="395" y="599"/>
                  </a:lnTo>
                  <a:lnTo>
                    <a:pt x="395" y="599"/>
                  </a:lnTo>
                  <a:lnTo>
                    <a:pt x="393" y="599"/>
                  </a:lnTo>
                  <a:lnTo>
                    <a:pt x="393" y="601"/>
                  </a:lnTo>
                  <a:lnTo>
                    <a:pt x="391" y="601"/>
                  </a:lnTo>
                  <a:lnTo>
                    <a:pt x="388" y="603"/>
                  </a:lnTo>
                  <a:lnTo>
                    <a:pt x="388" y="603"/>
                  </a:lnTo>
                  <a:lnTo>
                    <a:pt x="386" y="606"/>
                  </a:lnTo>
                  <a:lnTo>
                    <a:pt x="384" y="608"/>
                  </a:lnTo>
                  <a:lnTo>
                    <a:pt x="381" y="608"/>
                  </a:lnTo>
                  <a:lnTo>
                    <a:pt x="379" y="611"/>
                  </a:lnTo>
                  <a:lnTo>
                    <a:pt x="379" y="615"/>
                  </a:lnTo>
                  <a:lnTo>
                    <a:pt x="376" y="618"/>
                  </a:lnTo>
                  <a:lnTo>
                    <a:pt x="376" y="618"/>
                  </a:lnTo>
                  <a:lnTo>
                    <a:pt x="376" y="622"/>
                  </a:lnTo>
                  <a:lnTo>
                    <a:pt x="376" y="625"/>
                  </a:lnTo>
                  <a:lnTo>
                    <a:pt x="376" y="627"/>
                  </a:lnTo>
                  <a:lnTo>
                    <a:pt x="376" y="627"/>
                  </a:lnTo>
                  <a:lnTo>
                    <a:pt x="379" y="627"/>
                  </a:lnTo>
                  <a:lnTo>
                    <a:pt x="381" y="627"/>
                  </a:lnTo>
                  <a:lnTo>
                    <a:pt x="381" y="627"/>
                  </a:lnTo>
                  <a:lnTo>
                    <a:pt x="381" y="627"/>
                  </a:lnTo>
                  <a:lnTo>
                    <a:pt x="381" y="625"/>
                  </a:lnTo>
                  <a:lnTo>
                    <a:pt x="381" y="625"/>
                  </a:lnTo>
                  <a:lnTo>
                    <a:pt x="384" y="625"/>
                  </a:lnTo>
                  <a:lnTo>
                    <a:pt x="384" y="625"/>
                  </a:lnTo>
                  <a:lnTo>
                    <a:pt x="384" y="625"/>
                  </a:lnTo>
                  <a:lnTo>
                    <a:pt x="386" y="627"/>
                  </a:lnTo>
                  <a:lnTo>
                    <a:pt x="386" y="627"/>
                  </a:lnTo>
                  <a:lnTo>
                    <a:pt x="388" y="630"/>
                  </a:lnTo>
                  <a:lnTo>
                    <a:pt x="386" y="630"/>
                  </a:lnTo>
                  <a:lnTo>
                    <a:pt x="384" y="632"/>
                  </a:lnTo>
                  <a:lnTo>
                    <a:pt x="384" y="632"/>
                  </a:lnTo>
                  <a:lnTo>
                    <a:pt x="384" y="632"/>
                  </a:lnTo>
                  <a:lnTo>
                    <a:pt x="388" y="632"/>
                  </a:lnTo>
                  <a:lnTo>
                    <a:pt x="391" y="632"/>
                  </a:lnTo>
                  <a:lnTo>
                    <a:pt x="391" y="632"/>
                  </a:lnTo>
                  <a:lnTo>
                    <a:pt x="393" y="632"/>
                  </a:lnTo>
                  <a:lnTo>
                    <a:pt x="395" y="630"/>
                  </a:lnTo>
                  <a:lnTo>
                    <a:pt x="398" y="630"/>
                  </a:lnTo>
                  <a:lnTo>
                    <a:pt x="398" y="630"/>
                  </a:lnTo>
                  <a:lnTo>
                    <a:pt x="400" y="632"/>
                  </a:lnTo>
                  <a:lnTo>
                    <a:pt x="398" y="632"/>
                  </a:lnTo>
                  <a:lnTo>
                    <a:pt x="398" y="632"/>
                  </a:lnTo>
                  <a:lnTo>
                    <a:pt x="398" y="632"/>
                  </a:lnTo>
                  <a:lnTo>
                    <a:pt x="398" y="634"/>
                  </a:lnTo>
                  <a:lnTo>
                    <a:pt x="400" y="634"/>
                  </a:lnTo>
                  <a:lnTo>
                    <a:pt x="400" y="634"/>
                  </a:lnTo>
                  <a:lnTo>
                    <a:pt x="402" y="634"/>
                  </a:lnTo>
                  <a:lnTo>
                    <a:pt x="405" y="637"/>
                  </a:lnTo>
                  <a:lnTo>
                    <a:pt x="407" y="639"/>
                  </a:lnTo>
                  <a:lnTo>
                    <a:pt x="410" y="644"/>
                  </a:lnTo>
                  <a:lnTo>
                    <a:pt x="412" y="646"/>
                  </a:lnTo>
                  <a:lnTo>
                    <a:pt x="414" y="648"/>
                  </a:lnTo>
                  <a:lnTo>
                    <a:pt x="414" y="648"/>
                  </a:lnTo>
                  <a:lnTo>
                    <a:pt x="417" y="651"/>
                  </a:lnTo>
                  <a:lnTo>
                    <a:pt x="417" y="651"/>
                  </a:lnTo>
                  <a:lnTo>
                    <a:pt x="414" y="651"/>
                  </a:lnTo>
                  <a:lnTo>
                    <a:pt x="412" y="651"/>
                  </a:lnTo>
                  <a:lnTo>
                    <a:pt x="410" y="651"/>
                  </a:lnTo>
                  <a:lnTo>
                    <a:pt x="407" y="651"/>
                  </a:lnTo>
                  <a:lnTo>
                    <a:pt x="407" y="653"/>
                  </a:lnTo>
                  <a:lnTo>
                    <a:pt x="407" y="656"/>
                  </a:lnTo>
                  <a:lnTo>
                    <a:pt x="412" y="656"/>
                  </a:lnTo>
                  <a:lnTo>
                    <a:pt x="412" y="656"/>
                  </a:lnTo>
                  <a:lnTo>
                    <a:pt x="414" y="656"/>
                  </a:lnTo>
                  <a:lnTo>
                    <a:pt x="417" y="656"/>
                  </a:lnTo>
                  <a:lnTo>
                    <a:pt x="419" y="653"/>
                  </a:lnTo>
                  <a:lnTo>
                    <a:pt x="419" y="653"/>
                  </a:lnTo>
                  <a:lnTo>
                    <a:pt x="428" y="648"/>
                  </a:lnTo>
                  <a:lnTo>
                    <a:pt x="433" y="646"/>
                  </a:lnTo>
                  <a:lnTo>
                    <a:pt x="438" y="644"/>
                  </a:lnTo>
                  <a:lnTo>
                    <a:pt x="450" y="637"/>
                  </a:lnTo>
                  <a:lnTo>
                    <a:pt x="459" y="632"/>
                  </a:lnTo>
                  <a:lnTo>
                    <a:pt x="469" y="627"/>
                  </a:lnTo>
                  <a:lnTo>
                    <a:pt x="478" y="622"/>
                  </a:lnTo>
                  <a:lnTo>
                    <a:pt x="488" y="618"/>
                  </a:lnTo>
                  <a:lnTo>
                    <a:pt x="497" y="611"/>
                  </a:lnTo>
                  <a:lnTo>
                    <a:pt x="511" y="603"/>
                  </a:lnTo>
                  <a:lnTo>
                    <a:pt x="525" y="596"/>
                  </a:lnTo>
                  <a:lnTo>
                    <a:pt x="540" y="587"/>
                  </a:lnTo>
                  <a:lnTo>
                    <a:pt x="554" y="580"/>
                  </a:lnTo>
                  <a:lnTo>
                    <a:pt x="568" y="570"/>
                  </a:lnTo>
                  <a:lnTo>
                    <a:pt x="582" y="563"/>
                  </a:lnTo>
                  <a:lnTo>
                    <a:pt x="596" y="554"/>
                  </a:lnTo>
                  <a:lnTo>
                    <a:pt x="611" y="544"/>
                  </a:lnTo>
                  <a:lnTo>
                    <a:pt x="623" y="540"/>
                  </a:lnTo>
                  <a:lnTo>
                    <a:pt x="634" y="532"/>
                  </a:lnTo>
                  <a:lnTo>
                    <a:pt x="646" y="525"/>
                  </a:lnTo>
                  <a:lnTo>
                    <a:pt x="658" y="518"/>
                  </a:lnTo>
                  <a:lnTo>
                    <a:pt x="667" y="511"/>
                  </a:lnTo>
                  <a:lnTo>
                    <a:pt x="679" y="504"/>
                  </a:lnTo>
                  <a:lnTo>
                    <a:pt x="686" y="499"/>
                  </a:lnTo>
                  <a:lnTo>
                    <a:pt x="691" y="497"/>
                  </a:lnTo>
                  <a:lnTo>
                    <a:pt x="703" y="490"/>
                  </a:lnTo>
                  <a:lnTo>
                    <a:pt x="708" y="485"/>
                  </a:lnTo>
                  <a:lnTo>
                    <a:pt x="712" y="483"/>
                  </a:lnTo>
                  <a:lnTo>
                    <a:pt x="717" y="480"/>
                  </a:lnTo>
                  <a:lnTo>
                    <a:pt x="722" y="476"/>
                  </a:lnTo>
                  <a:lnTo>
                    <a:pt x="724" y="476"/>
                  </a:lnTo>
                  <a:lnTo>
                    <a:pt x="727" y="480"/>
                  </a:lnTo>
                  <a:lnTo>
                    <a:pt x="729" y="485"/>
                  </a:lnTo>
                  <a:lnTo>
                    <a:pt x="729" y="485"/>
                  </a:lnTo>
                  <a:lnTo>
                    <a:pt x="734" y="492"/>
                  </a:lnTo>
                  <a:lnTo>
                    <a:pt x="738" y="497"/>
                  </a:lnTo>
                  <a:lnTo>
                    <a:pt x="741" y="504"/>
                  </a:lnTo>
                  <a:lnTo>
                    <a:pt x="743" y="506"/>
                  </a:lnTo>
                  <a:lnTo>
                    <a:pt x="746" y="511"/>
                  </a:lnTo>
                  <a:lnTo>
                    <a:pt x="750" y="516"/>
                  </a:lnTo>
                  <a:lnTo>
                    <a:pt x="750" y="518"/>
                  </a:lnTo>
                  <a:lnTo>
                    <a:pt x="753" y="521"/>
                  </a:lnTo>
                  <a:lnTo>
                    <a:pt x="753" y="521"/>
                  </a:lnTo>
                  <a:lnTo>
                    <a:pt x="753" y="521"/>
                  </a:lnTo>
                  <a:lnTo>
                    <a:pt x="753" y="518"/>
                  </a:lnTo>
                  <a:lnTo>
                    <a:pt x="755" y="518"/>
                  </a:lnTo>
                  <a:lnTo>
                    <a:pt x="755" y="521"/>
                  </a:lnTo>
                  <a:lnTo>
                    <a:pt x="755" y="518"/>
                  </a:lnTo>
                  <a:lnTo>
                    <a:pt x="757" y="518"/>
                  </a:lnTo>
                  <a:lnTo>
                    <a:pt x="757" y="516"/>
                  </a:lnTo>
                  <a:lnTo>
                    <a:pt x="760" y="516"/>
                  </a:lnTo>
                  <a:lnTo>
                    <a:pt x="757" y="514"/>
                  </a:lnTo>
                  <a:lnTo>
                    <a:pt x="757" y="514"/>
                  </a:lnTo>
                  <a:lnTo>
                    <a:pt x="757" y="511"/>
                  </a:lnTo>
                  <a:lnTo>
                    <a:pt x="757" y="509"/>
                  </a:lnTo>
                  <a:lnTo>
                    <a:pt x="760" y="511"/>
                  </a:lnTo>
                  <a:lnTo>
                    <a:pt x="760" y="509"/>
                  </a:lnTo>
                  <a:lnTo>
                    <a:pt x="762" y="506"/>
                  </a:lnTo>
                  <a:lnTo>
                    <a:pt x="762" y="504"/>
                  </a:lnTo>
                  <a:lnTo>
                    <a:pt x="760" y="504"/>
                  </a:lnTo>
                  <a:lnTo>
                    <a:pt x="760" y="504"/>
                  </a:lnTo>
                  <a:lnTo>
                    <a:pt x="762" y="502"/>
                  </a:lnTo>
                  <a:lnTo>
                    <a:pt x="762" y="502"/>
                  </a:lnTo>
                  <a:lnTo>
                    <a:pt x="760" y="499"/>
                  </a:lnTo>
                  <a:lnTo>
                    <a:pt x="760" y="499"/>
                  </a:lnTo>
                  <a:lnTo>
                    <a:pt x="760" y="499"/>
                  </a:lnTo>
                  <a:lnTo>
                    <a:pt x="762" y="497"/>
                  </a:lnTo>
                  <a:lnTo>
                    <a:pt x="762" y="497"/>
                  </a:lnTo>
                  <a:lnTo>
                    <a:pt x="762" y="497"/>
                  </a:lnTo>
                  <a:lnTo>
                    <a:pt x="762" y="495"/>
                  </a:lnTo>
                  <a:lnTo>
                    <a:pt x="760" y="492"/>
                  </a:lnTo>
                  <a:lnTo>
                    <a:pt x="760" y="490"/>
                  </a:lnTo>
                  <a:lnTo>
                    <a:pt x="760" y="490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67" y="480"/>
                  </a:lnTo>
                  <a:lnTo>
                    <a:pt x="767" y="478"/>
                  </a:lnTo>
                  <a:lnTo>
                    <a:pt x="767" y="478"/>
                  </a:lnTo>
                  <a:lnTo>
                    <a:pt x="765" y="476"/>
                  </a:lnTo>
                  <a:lnTo>
                    <a:pt x="767" y="476"/>
                  </a:lnTo>
                  <a:lnTo>
                    <a:pt x="767" y="476"/>
                  </a:lnTo>
                  <a:lnTo>
                    <a:pt x="769" y="476"/>
                  </a:lnTo>
                  <a:lnTo>
                    <a:pt x="769" y="473"/>
                  </a:lnTo>
                  <a:lnTo>
                    <a:pt x="769" y="471"/>
                  </a:lnTo>
                  <a:lnTo>
                    <a:pt x="769" y="471"/>
                  </a:lnTo>
                  <a:lnTo>
                    <a:pt x="769" y="469"/>
                  </a:lnTo>
                  <a:lnTo>
                    <a:pt x="772" y="46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77">
              <a:extLst>
                <a:ext uri="{FF2B5EF4-FFF2-40B4-BE49-F238E27FC236}">
                  <a16:creationId xmlns:a16="http://schemas.microsoft.com/office/drawing/2014/main" id="{393DCA70-A4F2-4B30-BBA4-3CD2CB41E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1265" y="3280080"/>
              <a:ext cx="5415" cy="9477"/>
            </a:xfrm>
            <a:custGeom>
              <a:avLst/>
              <a:gdLst>
                <a:gd name="T0" fmla="*/ 2 w 4"/>
                <a:gd name="T1" fmla="*/ 7 h 7"/>
                <a:gd name="T2" fmla="*/ 4 w 4"/>
                <a:gd name="T3" fmla="*/ 7 h 7"/>
                <a:gd name="T4" fmla="*/ 4 w 4"/>
                <a:gd name="T5" fmla="*/ 7 h 7"/>
                <a:gd name="T6" fmla="*/ 2 w 4"/>
                <a:gd name="T7" fmla="*/ 7 h 7"/>
                <a:gd name="T8" fmla="*/ 0 w 4"/>
                <a:gd name="T9" fmla="*/ 5 h 7"/>
                <a:gd name="T10" fmla="*/ 0 w 4"/>
                <a:gd name="T11" fmla="*/ 5 h 7"/>
                <a:gd name="T12" fmla="*/ 0 w 4"/>
                <a:gd name="T13" fmla="*/ 5 h 7"/>
                <a:gd name="T14" fmla="*/ 0 w 4"/>
                <a:gd name="T15" fmla="*/ 5 h 7"/>
                <a:gd name="T16" fmla="*/ 0 w 4"/>
                <a:gd name="T17" fmla="*/ 2 h 7"/>
                <a:gd name="T18" fmla="*/ 0 w 4"/>
                <a:gd name="T19" fmla="*/ 2 h 7"/>
                <a:gd name="T20" fmla="*/ 0 w 4"/>
                <a:gd name="T21" fmla="*/ 2 h 7"/>
                <a:gd name="T22" fmla="*/ 0 w 4"/>
                <a:gd name="T23" fmla="*/ 2 h 7"/>
                <a:gd name="T24" fmla="*/ 0 w 4"/>
                <a:gd name="T25" fmla="*/ 0 h 7"/>
                <a:gd name="T26" fmla="*/ 0 w 4"/>
                <a:gd name="T27" fmla="*/ 2 h 7"/>
                <a:gd name="T28" fmla="*/ 0 w 4"/>
                <a:gd name="T29" fmla="*/ 2 h 7"/>
                <a:gd name="T30" fmla="*/ 0 w 4"/>
                <a:gd name="T31" fmla="*/ 5 h 7"/>
                <a:gd name="T32" fmla="*/ 0 w 4"/>
                <a:gd name="T33" fmla="*/ 7 h 7"/>
                <a:gd name="T34" fmla="*/ 2 w 4"/>
                <a:gd name="T3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" h="7">
                  <a:moveTo>
                    <a:pt x="2" y="7"/>
                  </a:move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78">
              <a:extLst>
                <a:ext uri="{FF2B5EF4-FFF2-40B4-BE49-F238E27FC236}">
                  <a16:creationId xmlns:a16="http://schemas.microsoft.com/office/drawing/2014/main" id="{D7D57785-D937-4459-B0B0-11A8FDCA9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2018" y="5096898"/>
              <a:ext cx="12185" cy="25723"/>
            </a:xfrm>
            <a:custGeom>
              <a:avLst/>
              <a:gdLst>
                <a:gd name="T0" fmla="*/ 7 w 9"/>
                <a:gd name="T1" fmla="*/ 5 h 19"/>
                <a:gd name="T2" fmla="*/ 7 w 9"/>
                <a:gd name="T3" fmla="*/ 2 h 19"/>
                <a:gd name="T4" fmla="*/ 5 w 9"/>
                <a:gd name="T5" fmla="*/ 2 h 19"/>
                <a:gd name="T6" fmla="*/ 7 w 9"/>
                <a:gd name="T7" fmla="*/ 0 h 19"/>
                <a:gd name="T8" fmla="*/ 5 w 9"/>
                <a:gd name="T9" fmla="*/ 0 h 19"/>
                <a:gd name="T10" fmla="*/ 5 w 9"/>
                <a:gd name="T11" fmla="*/ 0 h 19"/>
                <a:gd name="T12" fmla="*/ 5 w 9"/>
                <a:gd name="T13" fmla="*/ 0 h 19"/>
                <a:gd name="T14" fmla="*/ 5 w 9"/>
                <a:gd name="T15" fmla="*/ 0 h 19"/>
                <a:gd name="T16" fmla="*/ 2 w 9"/>
                <a:gd name="T17" fmla="*/ 0 h 19"/>
                <a:gd name="T18" fmla="*/ 0 w 9"/>
                <a:gd name="T19" fmla="*/ 2 h 19"/>
                <a:gd name="T20" fmla="*/ 0 w 9"/>
                <a:gd name="T21" fmla="*/ 5 h 19"/>
                <a:gd name="T22" fmla="*/ 2 w 9"/>
                <a:gd name="T23" fmla="*/ 7 h 19"/>
                <a:gd name="T24" fmla="*/ 2 w 9"/>
                <a:gd name="T25" fmla="*/ 9 h 19"/>
                <a:gd name="T26" fmla="*/ 2 w 9"/>
                <a:gd name="T27" fmla="*/ 12 h 19"/>
                <a:gd name="T28" fmla="*/ 2 w 9"/>
                <a:gd name="T29" fmla="*/ 14 h 19"/>
                <a:gd name="T30" fmla="*/ 2 w 9"/>
                <a:gd name="T31" fmla="*/ 17 h 19"/>
                <a:gd name="T32" fmla="*/ 2 w 9"/>
                <a:gd name="T33" fmla="*/ 19 h 19"/>
                <a:gd name="T34" fmla="*/ 5 w 9"/>
                <a:gd name="T35" fmla="*/ 19 h 19"/>
                <a:gd name="T36" fmla="*/ 5 w 9"/>
                <a:gd name="T37" fmla="*/ 17 h 19"/>
                <a:gd name="T38" fmla="*/ 5 w 9"/>
                <a:gd name="T39" fmla="*/ 17 h 19"/>
                <a:gd name="T40" fmla="*/ 5 w 9"/>
                <a:gd name="T41" fmla="*/ 17 h 19"/>
                <a:gd name="T42" fmla="*/ 5 w 9"/>
                <a:gd name="T43" fmla="*/ 14 h 19"/>
                <a:gd name="T44" fmla="*/ 5 w 9"/>
                <a:gd name="T45" fmla="*/ 12 h 19"/>
                <a:gd name="T46" fmla="*/ 5 w 9"/>
                <a:gd name="T47" fmla="*/ 12 h 19"/>
                <a:gd name="T48" fmla="*/ 7 w 9"/>
                <a:gd name="T49" fmla="*/ 9 h 19"/>
                <a:gd name="T50" fmla="*/ 9 w 9"/>
                <a:gd name="T51" fmla="*/ 9 h 19"/>
                <a:gd name="T52" fmla="*/ 9 w 9"/>
                <a:gd name="T53" fmla="*/ 9 h 19"/>
                <a:gd name="T54" fmla="*/ 9 w 9"/>
                <a:gd name="T55" fmla="*/ 7 h 19"/>
                <a:gd name="T56" fmla="*/ 9 w 9"/>
                <a:gd name="T57" fmla="*/ 7 h 19"/>
                <a:gd name="T58" fmla="*/ 7 w 9"/>
                <a:gd name="T59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" h="19">
                  <a:moveTo>
                    <a:pt x="7" y="5"/>
                  </a:moveTo>
                  <a:lnTo>
                    <a:pt x="7" y="2"/>
                  </a:lnTo>
                  <a:lnTo>
                    <a:pt x="5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7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79">
              <a:extLst>
                <a:ext uri="{FF2B5EF4-FFF2-40B4-BE49-F238E27FC236}">
                  <a16:creationId xmlns:a16="http://schemas.microsoft.com/office/drawing/2014/main" id="{70EDF860-0E0F-4CEA-BCB5-B1C4C6BB1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4725" y="4658262"/>
              <a:ext cx="13538" cy="28431"/>
            </a:xfrm>
            <a:custGeom>
              <a:avLst/>
              <a:gdLst>
                <a:gd name="T0" fmla="*/ 0 w 10"/>
                <a:gd name="T1" fmla="*/ 14 h 21"/>
                <a:gd name="T2" fmla="*/ 0 w 10"/>
                <a:gd name="T3" fmla="*/ 16 h 21"/>
                <a:gd name="T4" fmla="*/ 3 w 10"/>
                <a:gd name="T5" fmla="*/ 16 h 21"/>
                <a:gd name="T6" fmla="*/ 3 w 10"/>
                <a:gd name="T7" fmla="*/ 14 h 21"/>
                <a:gd name="T8" fmla="*/ 3 w 10"/>
                <a:gd name="T9" fmla="*/ 16 h 21"/>
                <a:gd name="T10" fmla="*/ 3 w 10"/>
                <a:gd name="T11" fmla="*/ 16 h 21"/>
                <a:gd name="T12" fmla="*/ 3 w 10"/>
                <a:gd name="T13" fmla="*/ 16 h 21"/>
                <a:gd name="T14" fmla="*/ 3 w 10"/>
                <a:gd name="T15" fmla="*/ 19 h 21"/>
                <a:gd name="T16" fmla="*/ 3 w 10"/>
                <a:gd name="T17" fmla="*/ 16 h 21"/>
                <a:gd name="T18" fmla="*/ 3 w 10"/>
                <a:gd name="T19" fmla="*/ 16 h 21"/>
                <a:gd name="T20" fmla="*/ 5 w 10"/>
                <a:gd name="T21" fmla="*/ 16 h 21"/>
                <a:gd name="T22" fmla="*/ 5 w 10"/>
                <a:gd name="T23" fmla="*/ 16 h 21"/>
                <a:gd name="T24" fmla="*/ 5 w 10"/>
                <a:gd name="T25" fmla="*/ 19 h 21"/>
                <a:gd name="T26" fmla="*/ 3 w 10"/>
                <a:gd name="T27" fmla="*/ 21 h 21"/>
                <a:gd name="T28" fmla="*/ 5 w 10"/>
                <a:gd name="T29" fmla="*/ 21 h 21"/>
                <a:gd name="T30" fmla="*/ 5 w 10"/>
                <a:gd name="T31" fmla="*/ 21 h 21"/>
                <a:gd name="T32" fmla="*/ 5 w 10"/>
                <a:gd name="T33" fmla="*/ 21 h 21"/>
                <a:gd name="T34" fmla="*/ 7 w 10"/>
                <a:gd name="T35" fmla="*/ 21 h 21"/>
                <a:gd name="T36" fmla="*/ 10 w 10"/>
                <a:gd name="T37" fmla="*/ 16 h 21"/>
                <a:gd name="T38" fmla="*/ 10 w 10"/>
                <a:gd name="T39" fmla="*/ 11 h 21"/>
                <a:gd name="T40" fmla="*/ 10 w 10"/>
                <a:gd name="T41" fmla="*/ 9 h 21"/>
                <a:gd name="T42" fmla="*/ 10 w 10"/>
                <a:gd name="T43" fmla="*/ 9 h 21"/>
                <a:gd name="T44" fmla="*/ 10 w 10"/>
                <a:gd name="T45" fmla="*/ 7 h 21"/>
                <a:gd name="T46" fmla="*/ 10 w 10"/>
                <a:gd name="T47" fmla="*/ 7 h 21"/>
                <a:gd name="T48" fmla="*/ 7 w 10"/>
                <a:gd name="T49" fmla="*/ 4 h 21"/>
                <a:gd name="T50" fmla="*/ 7 w 10"/>
                <a:gd name="T51" fmla="*/ 2 h 21"/>
                <a:gd name="T52" fmla="*/ 7 w 10"/>
                <a:gd name="T53" fmla="*/ 0 h 21"/>
                <a:gd name="T54" fmla="*/ 7 w 10"/>
                <a:gd name="T55" fmla="*/ 0 h 21"/>
                <a:gd name="T56" fmla="*/ 7 w 10"/>
                <a:gd name="T57" fmla="*/ 0 h 21"/>
                <a:gd name="T58" fmla="*/ 7 w 10"/>
                <a:gd name="T59" fmla="*/ 2 h 21"/>
                <a:gd name="T60" fmla="*/ 7 w 10"/>
                <a:gd name="T61" fmla="*/ 4 h 21"/>
                <a:gd name="T62" fmla="*/ 7 w 10"/>
                <a:gd name="T63" fmla="*/ 4 h 21"/>
                <a:gd name="T64" fmla="*/ 7 w 10"/>
                <a:gd name="T65" fmla="*/ 7 h 21"/>
                <a:gd name="T66" fmla="*/ 7 w 10"/>
                <a:gd name="T67" fmla="*/ 7 h 21"/>
                <a:gd name="T68" fmla="*/ 7 w 10"/>
                <a:gd name="T69" fmla="*/ 7 h 21"/>
                <a:gd name="T70" fmla="*/ 5 w 10"/>
                <a:gd name="T71" fmla="*/ 9 h 21"/>
                <a:gd name="T72" fmla="*/ 5 w 10"/>
                <a:gd name="T73" fmla="*/ 7 h 21"/>
                <a:gd name="T74" fmla="*/ 3 w 10"/>
                <a:gd name="T75" fmla="*/ 7 h 21"/>
                <a:gd name="T76" fmla="*/ 0 w 10"/>
                <a:gd name="T77" fmla="*/ 9 h 21"/>
                <a:gd name="T78" fmla="*/ 0 w 10"/>
                <a:gd name="T79" fmla="*/ 11 h 21"/>
                <a:gd name="T80" fmla="*/ 0 w 10"/>
                <a:gd name="T81" fmla="*/ 11 h 21"/>
                <a:gd name="T82" fmla="*/ 0 w 10"/>
                <a:gd name="T83" fmla="*/ 14 h 21"/>
                <a:gd name="T84" fmla="*/ 0 w 10"/>
                <a:gd name="T85" fmla="*/ 14 h 21"/>
                <a:gd name="T86" fmla="*/ 0 w 10"/>
                <a:gd name="T87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" h="21">
                  <a:moveTo>
                    <a:pt x="0" y="14"/>
                  </a:moveTo>
                  <a:lnTo>
                    <a:pt x="0" y="16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10" y="16"/>
                  </a:lnTo>
                  <a:lnTo>
                    <a:pt x="10" y="11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7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9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80">
              <a:extLst>
                <a:ext uri="{FF2B5EF4-FFF2-40B4-BE49-F238E27FC236}">
                  <a16:creationId xmlns:a16="http://schemas.microsoft.com/office/drawing/2014/main" id="{D77B8A83-8E6D-4CCF-B1A7-F1AB019E6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8786" y="4648786"/>
              <a:ext cx="5415" cy="18953"/>
            </a:xfrm>
            <a:custGeom>
              <a:avLst/>
              <a:gdLst>
                <a:gd name="T0" fmla="*/ 0 w 4"/>
                <a:gd name="T1" fmla="*/ 9 h 14"/>
                <a:gd name="T2" fmla="*/ 0 w 4"/>
                <a:gd name="T3" fmla="*/ 11 h 14"/>
                <a:gd name="T4" fmla="*/ 0 w 4"/>
                <a:gd name="T5" fmla="*/ 14 h 14"/>
                <a:gd name="T6" fmla="*/ 2 w 4"/>
                <a:gd name="T7" fmla="*/ 11 h 14"/>
                <a:gd name="T8" fmla="*/ 4 w 4"/>
                <a:gd name="T9" fmla="*/ 9 h 14"/>
                <a:gd name="T10" fmla="*/ 4 w 4"/>
                <a:gd name="T11" fmla="*/ 7 h 14"/>
                <a:gd name="T12" fmla="*/ 4 w 4"/>
                <a:gd name="T13" fmla="*/ 4 h 14"/>
                <a:gd name="T14" fmla="*/ 4 w 4"/>
                <a:gd name="T15" fmla="*/ 4 h 14"/>
                <a:gd name="T16" fmla="*/ 2 w 4"/>
                <a:gd name="T17" fmla="*/ 2 h 14"/>
                <a:gd name="T18" fmla="*/ 2 w 4"/>
                <a:gd name="T19" fmla="*/ 0 h 14"/>
                <a:gd name="T20" fmla="*/ 0 w 4"/>
                <a:gd name="T21" fmla="*/ 0 h 14"/>
                <a:gd name="T22" fmla="*/ 0 w 4"/>
                <a:gd name="T23" fmla="*/ 2 h 14"/>
                <a:gd name="T24" fmla="*/ 0 w 4"/>
                <a:gd name="T25" fmla="*/ 7 h 14"/>
                <a:gd name="T26" fmla="*/ 0 w 4"/>
                <a:gd name="T2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14">
                  <a:moveTo>
                    <a:pt x="0" y="9"/>
                  </a:moveTo>
                  <a:lnTo>
                    <a:pt x="0" y="11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4" y="9"/>
                  </a:lnTo>
                  <a:lnTo>
                    <a:pt x="4" y="7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7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81">
              <a:extLst>
                <a:ext uri="{FF2B5EF4-FFF2-40B4-BE49-F238E27FC236}">
                  <a16:creationId xmlns:a16="http://schemas.microsoft.com/office/drawing/2014/main" id="{085D4C03-9FBF-4C7D-81DE-45042C1AF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0947" y="4683985"/>
              <a:ext cx="454881" cy="389898"/>
            </a:xfrm>
            <a:custGeom>
              <a:avLst/>
              <a:gdLst>
                <a:gd name="T0" fmla="*/ 314 w 336"/>
                <a:gd name="T1" fmla="*/ 118 h 288"/>
                <a:gd name="T2" fmla="*/ 300 w 336"/>
                <a:gd name="T3" fmla="*/ 120 h 288"/>
                <a:gd name="T4" fmla="*/ 286 w 336"/>
                <a:gd name="T5" fmla="*/ 116 h 288"/>
                <a:gd name="T6" fmla="*/ 279 w 336"/>
                <a:gd name="T7" fmla="*/ 120 h 288"/>
                <a:gd name="T8" fmla="*/ 272 w 336"/>
                <a:gd name="T9" fmla="*/ 108 h 288"/>
                <a:gd name="T10" fmla="*/ 267 w 336"/>
                <a:gd name="T11" fmla="*/ 101 h 288"/>
                <a:gd name="T12" fmla="*/ 255 w 336"/>
                <a:gd name="T13" fmla="*/ 94 h 288"/>
                <a:gd name="T14" fmla="*/ 246 w 336"/>
                <a:gd name="T15" fmla="*/ 68 h 288"/>
                <a:gd name="T16" fmla="*/ 229 w 336"/>
                <a:gd name="T17" fmla="*/ 66 h 288"/>
                <a:gd name="T18" fmla="*/ 213 w 336"/>
                <a:gd name="T19" fmla="*/ 73 h 288"/>
                <a:gd name="T20" fmla="*/ 222 w 336"/>
                <a:gd name="T21" fmla="*/ 40 h 288"/>
                <a:gd name="T22" fmla="*/ 220 w 336"/>
                <a:gd name="T23" fmla="*/ 33 h 288"/>
                <a:gd name="T24" fmla="*/ 220 w 336"/>
                <a:gd name="T25" fmla="*/ 16 h 288"/>
                <a:gd name="T26" fmla="*/ 222 w 336"/>
                <a:gd name="T27" fmla="*/ 4 h 288"/>
                <a:gd name="T28" fmla="*/ 220 w 336"/>
                <a:gd name="T29" fmla="*/ 7 h 288"/>
                <a:gd name="T30" fmla="*/ 210 w 336"/>
                <a:gd name="T31" fmla="*/ 0 h 288"/>
                <a:gd name="T32" fmla="*/ 182 w 336"/>
                <a:gd name="T33" fmla="*/ 26 h 288"/>
                <a:gd name="T34" fmla="*/ 170 w 336"/>
                <a:gd name="T35" fmla="*/ 33 h 288"/>
                <a:gd name="T36" fmla="*/ 127 w 336"/>
                <a:gd name="T37" fmla="*/ 21 h 288"/>
                <a:gd name="T38" fmla="*/ 101 w 336"/>
                <a:gd name="T39" fmla="*/ 35 h 288"/>
                <a:gd name="T40" fmla="*/ 94 w 336"/>
                <a:gd name="T41" fmla="*/ 47 h 288"/>
                <a:gd name="T42" fmla="*/ 82 w 336"/>
                <a:gd name="T43" fmla="*/ 54 h 288"/>
                <a:gd name="T44" fmla="*/ 73 w 336"/>
                <a:gd name="T45" fmla="*/ 61 h 288"/>
                <a:gd name="T46" fmla="*/ 66 w 336"/>
                <a:gd name="T47" fmla="*/ 59 h 288"/>
                <a:gd name="T48" fmla="*/ 54 w 336"/>
                <a:gd name="T49" fmla="*/ 54 h 288"/>
                <a:gd name="T50" fmla="*/ 28 w 336"/>
                <a:gd name="T51" fmla="*/ 71 h 288"/>
                <a:gd name="T52" fmla="*/ 16 w 336"/>
                <a:gd name="T53" fmla="*/ 82 h 288"/>
                <a:gd name="T54" fmla="*/ 26 w 336"/>
                <a:gd name="T55" fmla="*/ 120 h 288"/>
                <a:gd name="T56" fmla="*/ 0 w 336"/>
                <a:gd name="T57" fmla="*/ 149 h 288"/>
                <a:gd name="T58" fmla="*/ 30 w 336"/>
                <a:gd name="T59" fmla="*/ 135 h 288"/>
                <a:gd name="T60" fmla="*/ 47 w 336"/>
                <a:gd name="T61" fmla="*/ 125 h 288"/>
                <a:gd name="T62" fmla="*/ 73 w 336"/>
                <a:gd name="T63" fmla="*/ 137 h 288"/>
                <a:gd name="T64" fmla="*/ 120 w 336"/>
                <a:gd name="T65" fmla="*/ 232 h 288"/>
                <a:gd name="T66" fmla="*/ 125 w 336"/>
                <a:gd name="T67" fmla="*/ 248 h 288"/>
                <a:gd name="T68" fmla="*/ 135 w 336"/>
                <a:gd name="T69" fmla="*/ 255 h 288"/>
                <a:gd name="T70" fmla="*/ 153 w 336"/>
                <a:gd name="T71" fmla="*/ 267 h 288"/>
                <a:gd name="T72" fmla="*/ 175 w 336"/>
                <a:gd name="T73" fmla="*/ 284 h 288"/>
                <a:gd name="T74" fmla="*/ 179 w 336"/>
                <a:gd name="T75" fmla="*/ 279 h 288"/>
                <a:gd name="T76" fmla="*/ 191 w 336"/>
                <a:gd name="T77" fmla="*/ 286 h 288"/>
                <a:gd name="T78" fmla="*/ 194 w 336"/>
                <a:gd name="T79" fmla="*/ 277 h 288"/>
                <a:gd name="T80" fmla="*/ 201 w 336"/>
                <a:gd name="T81" fmla="*/ 284 h 288"/>
                <a:gd name="T82" fmla="*/ 210 w 336"/>
                <a:gd name="T83" fmla="*/ 281 h 288"/>
                <a:gd name="T84" fmla="*/ 224 w 336"/>
                <a:gd name="T85" fmla="*/ 269 h 288"/>
                <a:gd name="T86" fmla="*/ 232 w 336"/>
                <a:gd name="T87" fmla="*/ 267 h 288"/>
                <a:gd name="T88" fmla="*/ 236 w 336"/>
                <a:gd name="T89" fmla="*/ 258 h 288"/>
                <a:gd name="T90" fmla="*/ 236 w 336"/>
                <a:gd name="T91" fmla="*/ 248 h 288"/>
                <a:gd name="T92" fmla="*/ 236 w 336"/>
                <a:gd name="T93" fmla="*/ 239 h 288"/>
                <a:gd name="T94" fmla="*/ 241 w 336"/>
                <a:gd name="T95" fmla="*/ 234 h 288"/>
                <a:gd name="T96" fmla="*/ 255 w 336"/>
                <a:gd name="T97" fmla="*/ 243 h 288"/>
                <a:gd name="T98" fmla="*/ 269 w 336"/>
                <a:gd name="T99" fmla="*/ 227 h 288"/>
                <a:gd name="T100" fmla="*/ 293 w 336"/>
                <a:gd name="T101" fmla="*/ 184 h 288"/>
                <a:gd name="T102" fmla="*/ 303 w 336"/>
                <a:gd name="T103" fmla="*/ 170 h 288"/>
                <a:gd name="T104" fmla="*/ 298 w 336"/>
                <a:gd name="T105" fmla="*/ 153 h 288"/>
                <a:gd name="T106" fmla="*/ 284 w 336"/>
                <a:gd name="T107" fmla="*/ 142 h 288"/>
                <a:gd name="T108" fmla="*/ 303 w 336"/>
                <a:gd name="T109" fmla="*/ 153 h 288"/>
                <a:gd name="T110" fmla="*/ 312 w 336"/>
                <a:gd name="T111" fmla="*/ 168 h 288"/>
                <a:gd name="T112" fmla="*/ 312 w 336"/>
                <a:gd name="T113" fmla="*/ 149 h 288"/>
                <a:gd name="T114" fmla="*/ 321 w 336"/>
                <a:gd name="T115" fmla="*/ 142 h 288"/>
                <a:gd name="T116" fmla="*/ 321 w 336"/>
                <a:gd name="T117" fmla="*/ 130 h 288"/>
                <a:gd name="T118" fmla="*/ 336 w 336"/>
                <a:gd name="T119" fmla="*/ 113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6" h="288">
                  <a:moveTo>
                    <a:pt x="336" y="113"/>
                  </a:moveTo>
                  <a:lnTo>
                    <a:pt x="333" y="113"/>
                  </a:lnTo>
                  <a:lnTo>
                    <a:pt x="329" y="113"/>
                  </a:lnTo>
                  <a:lnTo>
                    <a:pt x="324" y="113"/>
                  </a:lnTo>
                  <a:lnTo>
                    <a:pt x="321" y="113"/>
                  </a:lnTo>
                  <a:lnTo>
                    <a:pt x="319" y="116"/>
                  </a:lnTo>
                  <a:lnTo>
                    <a:pt x="319" y="116"/>
                  </a:lnTo>
                  <a:lnTo>
                    <a:pt x="319" y="116"/>
                  </a:lnTo>
                  <a:lnTo>
                    <a:pt x="317" y="118"/>
                  </a:lnTo>
                  <a:lnTo>
                    <a:pt x="317" y="118"/>
                  </a:lnTo>
                  <a:lnTo>
                    <a:pt x="317" y="118"/>
                  </a:lnTo>
                  <a:lnTo>
                    <a:pt x="317" y="118"/>
                  </a:lnTo>
                  <a:lnTo>
                    <a:pt x="314" y="118"/>
                  </a:lnTo>
                  <a:lnTo>
                    <a:pt x="314" y="118"/>
                  </a:lnTo>
                  <a:lnTo>
                    <a:pt x="314" y="118"/>
                  </a:lnTo>
                  <a:lnTo>
                    <a:pt x="314" y="118"/>
                  </a:lnTo>
                  <a:lnTo>
                    <a:pt x="314" y="120"/>
                  </a:lnTo>
                  <a:lnTo>
                    <a:pt x="312" y="120"/>
                  </a:lnTo>
                  <a:lnTo>
                    <a:pt x="312" y="118"/>
                  </a:lnTo>
                  <a:lnTo>
                    <a:pt x="312" y="118"/>
                  </a:lnTo>
                  <a:lnTo>
                    <a:pt x="310" y="118"/>
                  </a:lnTo>
                  <a:lnTo>
                    <a:pt x="307" y="116"/>
                  </a:lnTo>
                  <a:lnTo>
                    <a:pt x="305" y="118"/>
                  </a:lnTo>
                  <a:lnTo>
                    <a:pt x="300" y="120"/>
                  </a:lnTo>
                  <a:lnTo>
                    <a:pt x="300" y="120"/>
                  </a:lnTo>
                  <a:lnTo>
                    <a:pt x="300" y="120"/>
                  </a:lnTo>
                  <a:lnTo>
                    <a:pt x="300" y="120"/>
                  </a:lnTo>
                  <a:lnTo>
                    <a:pt x="298" y="120"/>
                  </a:lnTo>
                  <a:lnTo>
                    <a:pt x="298" y="120"/>
                  </a:lnTo>
                  <a:lnTo>
                    <a:pt x="298" y="120"/>
                  </a:lnTo>
                  <a:lnTo>
                    <a:pt x="298" y="120"/>
                  </a:lnTo>
                  <a:lnTo>
                    <a:pt x="291" y="123"/>
                  </a:lnTo>
                  <a:lnTo>
                    <a:pt x="291" y="125"/>
                  </a:lnTo>
                  <a:lnTo>
                    <a:pt x="288" y="125"/>
                  </a:lnTo>
                  <a:lnTo>
                    <a:pt x="286" y="123"/>
                  </a:lnTo>
                  <a:lnTo>
                    <a:pt x="286" y="120"/>
                  </a:lnTo>
                  <a:lnTo>
                    <a:pt x="288" y="118"/>
                  </a:lnTo>
                  <a:lnTo>
                    <a:pt x="286" y="118"/>
                  </a:lnTo>
                  <a:lnTo>
                    <a:pt x="286" y="116"/>
                  </a:lnTo>
                  <a:lnTo>
                    <a:pt x="284" y="113"/>
                  </a:lnTo>
                  <a:lnTo>
                    <a:pt x="284" y="116"/>
                  </a:lnTo>
                  <a:lnTo>
                    <a:pt x="284" y="118"/>
                  </a:lnTo>
                  <a:lnTo>
                    <a:pt x="284" y="118"/>
                  </a:lnTo>
                  <a:lnTo>
                    <a:pt x="281" y="118"/>
                  </a:lnTo>
                  <a:lnTo>
                    <a:pt x="281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6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9" y="118"/>
                  </a:lnTo>
                  <a:lnTo>
                    <a:pt x="279" y="118"/>
                  </a:lnTo>
                  <a:lnTo>
                    <a:pt x="279" y="116"/>
                  </a:lnTo>
                  <a:lnTo>
                    <a:pt x="279" y="113"/>
                  </a:lnTo>
                  <a:lnTo>
                    <a:pt x="279" y="111"/>
                  </a:lnTo>
                  <a:lnTo>
                    <a:pt x="276" y="111"/>
                  </a:lnTo>
                  <a:lnTo>
                    <a:pt x="276" y="108"/>
                  </a:lnTo>
                  <a:lnTo>
                    <a:pt x="274" y="108"/>
                  </a:lnTo>
                  <a:lnTo>
                    <a:pt x="274" y="108"/>
                  </a:lnTo>
                  <a:lnTo>
                    <a:pt x="274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69" y="108"/>
                  </a:lnTo>
                  <a:lnTo>
                    <a:pt x="269" y="108"/>
                  </a:lnTo>
                  <a:lnTo>
                    <a:pt x="269" y="108"/>
                  </a:lnTo>
                  <a:lnTo>
                    <a:pt x="272" y="106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69" y="104"/>
                  </a:lnTo>
                  <a:lnTo>
                    <a:pt x="269" y="104"/>
                  </a:lnTo>
                  <a:lnTo>
                    <a:pt x="267" y="104"/>
                  </a:lnTo>
                  <a:lnTo>
                    <a:pt x="267" y="101"/>
                  </a:lnTo>
                  <a:lnTo>
                    <a:pt x="265" y="97"/>
                  </a:lnTo>
                  <a:lnTo>
                    <a:pt x="265" y="94"/>
                  </a:lnTo>
                  <a:lnTo>
                    <a:pt x="262" y="92"/>
                  </a:lnTo>
                  <a:lnTo>
                    <a:pt x="262" y="92"/>
                  </a:lnTo>
                  <a:lnTo>
                    <a:pt x="260" y="92"/>
                  </a:lnTo>
                  <a:lnTo>
                    <a:pt x="260" y="92"/>
                  </a:lnTo>
                  <a:lnTo>
                    <a:pt x="260" y="92"/>
                  </a:lnTo>
                  <a:lnTo>
                    <a:pt x="260" y="94"/>
                  </a:lnTo>
                  <a:lnTo>
                    <a:pt x="258" y="94"/>
                  </a:lnTo>
                  <a:lnTo>
                    <a:pt x="255" y="94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5" y="94"/>
                  </a:lnTo>
                  <a:lnTo>
                    <a:pt x="255" y="92"/>
                  </a:lnTo>
                  <a:lnTo>
                    <a:pt x="255" y="92"/>
                  </a:lnTo>
                  <a:lnTo>
                    <a:pt x="258" y="90"/>
                  </a:lnTo>
                  <a:lnTo>
                    <a:pt x="253" y="90"/>
                  </a:lnTo>
                  <a:lnTo>
                    <a:pt x="250" y="87"/>
                  </a:lnTo>
                  <a:lnTo>
                    <a:pt x="248" y="87"/>
                  </a:lnTo>
                  <a:lnTo>
                    <a:pt x="246" y="85"/>
                  </a:lnTo>
                  <a:lnTo>
                    <a:pt x="246" y="82"/>
                  </a:lnTo>
                  <a:lnTo>
                    <a:pt x="243" y="80"/>
                  </a:lnTo>
                  <a:lnTo>
                    <a:pt x="243" y="78"/>
                  </a:lnTo>
                  <a:lnTo>
                    <a:pt x="243" y="73"/>
                  </a:lnTo>
                  <a:lnTo>
                    <a:pt x="246" y="71"/>
                  </a:lnTo>
                  <a:lnTo>
                    <a:pt x="246" y="68"/>
                  </a:lnTo>
                  <a:lnTo>
                    <a:pt x="243" y="66"/>
                  </a:lnTo>
                  <a:lnTo>
                    <a:pt x="243" y="66"/>
                  </a:lnTo>
                  <a:lnTo>
                    <a:pt x="241" y="63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36" y="63"/>
                  </a:lnTo>
                  <a:lnTo>
                    <a:pt x="234" y="63"/>
                  </a:lnTo>
                  <a:lnTo>
                    <a:pt x="234" y="66"/>
                  </a:lnTo>
                  <a:lnTo>
                    <a:pt x="234" y="66"/>
                  </a:lnTo>
                  <a:lnTo>
                    <a:pt x="234" y="66"/>
                  </a:lnTo>
                  <a:lnTo>
                    <a:pt x="234" y="68"/>
                  </a:lnTo>
                  <a:lnTo>
                    <a:pt x="232" y="68"/>
                  </a:lnTo>
                  <a:lnTo>
                    <a:pt x="229" y="66"/>
                  </a:lnTo>
                  <a:lnTo>
                    <a:pt x="229" y="66"/>
                  </a:lnTo>
                  <a:lnTo>
                    <a:pt x="227" y="68"/>
                  </a:lnTo>
                  <a:lnTo>
                    <a:pt x="224" y="73"/>
                  </a:lnTo>
                  <a:lnTo>
                    <a:pt x="222" y="75"/>
                  </a:lnTo>
                  <a:lnTo>
                    <a:pt x="220" y="75"/>
                  </a:lnTo>
                  <a:lnTo>
                    <a:pt x="220" y="73"/>
                  </a:lnTo>
                  <a:lnTo>
                    <a:pt x="220" y="71"/>
                  </a:lnTo>
                  <a:lnTo>
                    <a:pt x="220" y="71"/>
                  </a:lnTo>
                  <a:lnTo>
                    <a:pt x="217" y="73"/>
                  </a:lnTo>
                  <a:lnTo>
                    <a:pt x="215" y="73"/>
                  </a:lnTo>
                  <a:lnTo>
                    <a:pt x="210" y="75"/>
                  </a:lnTo>
                  <a:lnTo>
                    <a:pt x="210" y="75"/>
                  </a:lnTo>
                  <a:lnTo>
                    <a:pt x="213" y="73"/>
                  </a:lnTo>
                  <a:lnTo>
                    <a:pt x="220" y="59"/>
                  </a:lnTo>
                  <a:lnTo>
                    <a:pt x="220" y="56"/>
                  </a:lnTo>
                  <a:lnTo>
                    <a:pt x="220" y="56"/>
                  </a:lnTo>
                  <a:lnTo>
                    <a:pt x="222" y="54"/>
                  </a:lnTo>
                  <a:lnTo>
                    <a:pt x="222" y="52"/>
                  </a:lnTo>
                  <a:lnTo>
                    <a:pt x="222" y="49"/>
                  </a:lnTo>
                  <a:lnTo>
                    <a:pt x="224" y="49"/>
                  </a:lnTo>
                  <a:lnTo>
                    <a:pt x="224" y="47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0"/>
                  </a:lnTo>
                  <a:lnTo>
                    <a:pt x="222" y="37"/>
                  </a:lnTo>
                  <a:lnTo>
                    <a:pt x="224" y="37"/>
                  </a:lnTo>
                  <a:lnTo>
                    <a:pt x="224" y="37"/>
                  </a:lnTo>
                  <a:lnTo>
                    <a:pt x="224" y="37"/>
                  </a:lnTo>
                  <a:lnTo>
                    <a:pt x="224" y="40"/>
                  </a:lnTo>
                  <a:lnTo>
                    <a:pt x="224" y="40"/>
                  </a:lnTo>
                  <a:lnTo>
                    <a:pt x="224" y="40"/>
                  </a:lnTo>
                  <a:lnTo>
                    <a:pt x="224" y="35"/>
                  </a:lnTo>
                  <a:lnTo>
                    <a:pt x="222" y="28"/>
                  </a:lnTo>
                  <a:lnTo>
                    <a:pt x="222" y="30"/>
                  </a:lnTo>
                  <a:lnTo>
                    <a:pt x="222" y="30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28"/>
                  </a:lnTo>
                  <a:lnTo>
                    <a:pt x="220" y="26"/>
                  </a:lnTo>
                  <a:lnTo>
                    <a:pt x="220" y="28"/>
                  </a:lnTo>
                  <a:lnTo>
                    <a:pt x="220" y="26"/>
                  </a:lnTo>
                  <a:lnTo>
                    <a:pt x="217" y="26"/>
                  </a:lnTo>
                  <a:lnTo>
                    <a:pt x="217" y="23"/>
                  </a:lnTo>
                  <a:lnTo>
                    <a:pt x="217" y="23"/>
                  </a:lnTo>
                  <a:lnTo>
                    <a:pt x="217" y="23"/>
                  </a:lnTo>
                  <a:lnTo>
                    <a:pt x="217" y="23"/>
                  </a:lnTo>
                  <a:lnTo>
                    <a:pt x="220" y="21"/>
                  </a:lnTo>
                  <a:lnTo>
                    <a:pt x="220" y="19"/>
                  </a:lnTo>
                  <a:lnTo>
                    <a:pt x="220" y="16"/>
                  </a:lnTo>
                  <a:lnTo>
                    <a:pt x="220" y="14"/>
                  </a:lnTo>
                  <a:lnTo>
                    <a:pt x="220" y="14"/>
                  </a:lnTo>
                  <a:lnTo>
                    <a:pt x="220" y="14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17" y="11"/>
                  </a:lnTo>
                  <a:lnTo>
                    <a:pt x="217" y="11"/>
                  </a:lnTo>
                  <a:lnTo>
                    <a:pt x="217" y="11"/>
                  </a:lnTo>
                  <a:lnTo>
                    <a:pt x="220" y="9"/>
                  </a:lnTo>
                  <a:lnTo>
                    <a:pt x="220" y="9"/>
                  </a:lnTo>
                  <a:lnTo>
                    <a:pt x="220" y="9"/>
                  </a:lnTo>
                  <a:lnTo>
                    <a:pt x="220" y="7"/>
                  </a:lnTo>
                  <a:lnTo>
                    <a:pt x="222" y="4"/>
                  </a:lnTo>
                  <a:lnTo>
                    <a:pt x="222" y="4"/>
                  </a:lnTo>
                  <a:lnTo>
                    <a:pt x="222" y="2"/>
                  </a:lnTo>
                  <a:lnTo>
                    <a:pt x="220" y="2"/>
                  </a:lnTo>
                  <a:lnTo>
                    <a:pt x="217" y="2"/>
                  </a:lnTo>
                  <a:lnTo>
                    <a:pt x="217" y="2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17" y="7"/>
                  </a:lnTo>
                  <a:lnTo>
                    <a:pt x="217" y="7"/>
                  </a:lnTo>
                  <a:lnTo>
                    <a:pt x="217" y="7"/>
                  </a:lnTo>
                  <a:lnTo>
                    <a:pt x="217" y="7"/>
                  </a:lnTo>
                  <a:lnTo>
                    <a:pt x="215" y="7"/>
                  </a:lnTo>
                  <a:lnTo>
                    <a:pt x="213" y="7"/>
                  </a:lnTo>
                  <a:lnTo>
                    <a:pt x="213" y="7"/>
                  </a:lnTo>
                  <a:lnTo>
                    <a:pt x="213" y="7"/>
                  </a:lnTo>
                  <a:lnTo>
                    <a:pt x="215" y="4"/>
                  </a:lnTo>
                  <a:lnTo>
                    <a:pt x="215" y="2"/>
                  </a:lnTo>
                  <a:lnTo>
                    <a:pt x="215" y="2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2"/>
                  </a:lnTo>
                  <a:lnTo>
                    <a:pt x="208" y="2"/>
                  </a:lnTo>
                  <a:lnTo>
                    <a:pt x="203" y="7"/>
                  </a:lnTo>
                  <a:lnTo>
                    <a:pt x="201" y="9"/>
                  </a:lnTo>
                  <a:lnTo>
                    <a:pt x="201" y="9"/>
                  </a:lnTo>
                  <a:lnTo>
                    <a:pt x="198" y="9"/>
                  </a:lnTo>
                  <a:lnTo>
                    <a:pt x="201" y="7"/>
                  </a:lnTo>
                  <a:lnTo>
                    <a:pt x="203" y="2"/>
                  </a:lnTo>
                  <a:lnTo>
                    <a:pt x="198" y="2"/>
                  </a:lnTo>
                  <a:lnTo>
                    <a:pt x="191" y="9"/>
                  </a:lnTo>
                  <a:lnTo>
                    <a:pt x="189" y="16"/>
                  </a:lnTo>
                  <a:lnTo>
                    <a:pt x="184" y="19"/>
                  </a:lnTo>
                  <a:lnTo>
                    <a:pt x="182" y="26"/>
                  </a:lnTo>
                  <a:lnTo>
                    <a:pt x="182" y="28"/>
                  </a:lnTo>
                  <a:lnTo>
                    <a:pt x="182" y="30"/>
                  </a:lnTo>
                  <a:lnTo>
                    <a:pt x="177" y="30"/>
                  </a:lnTo>
                  <a:lnTo>
                    <a:pt x="177" y="33"/>
                  </a:lnTo>
                  <a:lnTo>
                    <a:pt x="175" y="33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2" y="37"/>
                  </a:lnTo>
                  <a:lnTo>
                    <a:pt x="172" y="35"/>
                  </a:lnTo>
                  <a:lnTo>
                    <a:pt x="172" y="35"/>
                  </a:lnTo>
                  <a:lnTo>
                    <a:pt x="175" y="33"/>
                  </a:lnTo>
                  <a:lnTo>
                    <a:pt x="170" y="33"/>
                  </a:lnTo>
                  <a:lnTo>
                    <a:pt x="170" y="30"/>
                  </a:lnTo>
                  <a:lnTo>
                    <a:pt x="168" y="30"/>
                  </a:lnTo>
                  <a:lnTo>
                    <a:pt x="161" y="21"/>
                  </a:lnTo>
                  <a:lnTo>
                    <a:pt x="158" y="19"/>
                  </a:lnTo>
                  <a:lnTo>
                    <a:pt x="156" y="19"/>
                  </a:lnTo>
                  <a:lnTo>
                    <a:pt x="151" y="19"/>
                  </a:lnTo>
                  <a:lnTo>
                    <a:pt x="146" y="21"/>
                  </a:lnTo>
                  <a:lnTo>
                    <a:pt x="132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30" y="23"/>
                  </a:lnTo>
                  <a:lnTo>
                    <a:pt x="127" y="21"/>
                  </a:lnTo>
                  <a:lnTo>
                    <a:pt x="127" y="21"/>
                  </a:lnTo>
                  <a:lnTo>
                    <a:pt x="127" y="21"/>
                  </a:lnTo>
                  <a:lnTo>
                    <a:pt x="125" y="21"/>
                  </a:lnTo>
                  <a:lnTo>
                    <a:pt x="123" y="23"/>
                  </a:lnTo>
                  <a:lnTo>
                    <a:pt x="123" y="21"/>
                  </a:lnTo>
                  <a:lnTo>
                    <a:pt x="120" y="21"/>
                  </a:lnTo>
                  <a:lnTo>
                    <a:pt x="120" y="19"/>
                  </a:lnTo>
                  <a:lnTo>
                    <a:pt x="118" y="19"/>
                  </a:lnTo>
                  <a:lnTo>
                    <a:pt x="111" y="26"/>
                  </a:lnTo>
                  <a:lnTo>
                    <a:pt x="108" y="28"/>
                  </a:lnTo>
                  <a:lnTo>
                    <a:pt x="108" y="30"/>
                  </a:lnTo>
                  <a:lnTo>
                    <a:pt x="104" y="33"/>
                  </a:lnTo>
                  <a:lnTo>
                    <a:pt x="101" y="35"/>
                  </a:lnTo>
                  <a:lnTo>
                    <a:pt x="101" y="35"/>
                  </a:lnTo>
                  <a:lnTo>
                    <a:pt x="99" y="35"/>
                  </a:lnTo>
                  <a:lnTo>
                    <a:pt x="97" y="35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4" y="37"/>
                  </a:lnTo>
                  <a:lnTo>
                    <a:pt x="94" y="37"/>
                  </a:lnTo>
                  <a:lnTo>
                    <a:pt x="92" y="40"/>
                  </a:lnTo>
                  <a:lnTo>
                    <a:pt x="92" y="42"/>
                  </a:lnTo>
                  <a:lnTo>
                    <a:pt x="92" y="42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2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87" y="47"/>
                  </a:lnTo>
                  <a:lnTo>
                    <a:pt x="87" y="47"/>
                  </a:lnTo>
                  <a:lnTo>
                    <a:pt x="85" y="49"/>
                  </a:lnTo>
                  <a:lnTo>
                    <a:pt x="85" y="49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82" y="52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5" y="56"/>
                  </a:lnTo>
                  <a:lnTo>
                    <a:pt x="75" y="56"/>
                  </a:lnTo>
                  <a:lnTo>
                    <a:pt x="73" y="56"/>
                  </a:lnTo>
                  <a:lnTo>
                    <a:pt x="73" y="56"/>
                  </a:lnTo>
                  <a:lnTo>
                    <a:pt x="73" y="59"/>
                  </a:lnTo>
                  <a:lnTo>
                    <a:pt x="73" y="61"/>
                  </a:lnTo>
                  <a:lnTo>
                    <a:pt x="73" y="63"/>
                  </a:lnTo>
                  <a:lnTo>
                    <a:pt x="73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68" y="61"/>
                  </a:lnTo>
                  <a:lnTo>
                    <a:pt x="68" y="61"/>
                  </a:lnTo>
                  <a:lnTo>
                    <a:pt x="68" y="61"/>
                  </a:lnTo>
                  <a:lnTo>
                    <a:pt x="66" y="61"/>
                  </a:lnTo>
                  <a:lnTo>
                    <a:pt x="66" y="61"/>
                  </a:lnTo>
                  <a:lnTo>
                    <a:pt x="66" y="59"/>
                  </a:lnTo>
                  <a:lnTo>
                    <a:pt x="64" y="59"/>
                  </a:lnTo>
                  <a:lnTo>
                    <a:pt x="61" y="59"/>
                  </a:lnTo>
                  <a:lnTo>
                    <a:pt x="61" y="59"/>
                  </a:lnTo>
                  <a:lnTo>
                    <a:pt x="59" y="59"/>
                  </a:lnTo>
                  <a:lnTo>
                    <a:pt x="59" y="61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54" y="56"/>
                  </a:lnTo>
                  <a:lnTo>
                    <a:pt x="54" y="54"/>
                  </a:lnTo>
                  <a:lnTo>
                    <a:pt x="54" y="56"/>
                  </a:lnTo>
                  <a:lnTo>
                    <a:pt x="49" y="56"/>
                  </a:lnTo>
                  <a:lnTo>
                    <a:pt x="47" y="59"/>
                  </a:lnTo>
                  <a:lnTo>
                    <a:pt x="45" y="61"/>
                  </a:lnTo>
                  <a:lnTo>
                    <a:pt x="40" y="61"/>
                  </a:lnTo>
                  <a:lnTo>
                    <a:pt x="37" y="63"/>
                  </a:lnTo>
                  <a:lnTo>
                    <a:pt x="33" y="63"/>
                  </a:lnTo>
                  <a:lnTo>
                    <a:pt x="30" y="66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30" y="73"/>
                  </a:lnTo>
                  <a:lnTo>
                    <a:pt x="28" y="73"/>
                  </a:lnTo>
                  <a:lnTo>
                    <a:pt x="26" y="75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1" y="78"/>
                  </a:lnTo>
                  <a:lnTo>
                    <a:pt x="19" y="78"/>
                  </a:lnTo>
                  <a:lnTo>
                    <a:pt x="16" y="78"/>
                  </a:lnTo>
                  <a:lnTo>
                    <a:pt x="16" y="80"/>
                  </a:lnTo>
                  <a:lnTo>
                    <a:pt x="16" y="82"/>
                  </a:lnTo>
                  <a:lnTo>
                    <a:pt x="19" y="85"/>
                  </a:lnTo>
                  <a:lnTo>
                    <a:pt x="19" y="90"/>
                  </a:lnTo>
                  <a:lnTo>
                    <a:pt x="21" y="92"/>
                  </a:lnTo>
                  <a:lnTo>
                    <a:pt x="23" y="99"/>
                  </a:lnTo>
                  <a:lnTo>
                    <a:pt x="26" y="101"/>
                  </a:lnTo>
                  <a:lnTo>
                    <a:pt x="26" y="104"/>
                  </a:lnTo>
                  <a:lnTo>
                    <a:pt x="28" y="106"/>
                  </a:lnTo>
                  <a:lnTo>
                    <a:pt x="28" y="108"/>
                  </a:lnTo>
                  <a:lnTo>
                    <a:pt x="28" y="111"/>
                  </a:lnTo>
                  <a:lnTo>
                    <a:pt x="28" y="113"/>
                  </a:lnTo>
                  <a:lnTo>
                    <a:pt x="28" y="116"/>
                  </a:lnTo>
                  <a:lnTo>
                    <a:pt x="26" y="118"/>
                  </a:lnTo>
                  <a:lnTo>
                    <a:pt x="26" y="120"/>
                  </a:lnTo>
                  <a:lnTo>
                    <a:pt x="23" y="123"/>
                  </a:lnTo>
                  <a:lnTo>
                    <a:pt x="23" y="125"/>
                  </a:lnTo>
                  <a:lnTo>
                    <a:pt x="23" y="127"/>
                  </a:lnTo>
                  <a:lnTo>
                    <a:pt x="21" y="130"/>
                  </a:lnTo>
                  <a:lnTo>
                    <a:pt x="19" y="132"/>
                  </a:lnTo>
                  <a:lnTo>
                    <a:pt x="16" y="135"/>
                  </a:lnTo>
                  <a:lnTo>
                    <a:pt x="14" y="137"/>
                  </a:lnTo>
                  <a:lnTo>
                    <a:pt x="11" y="139"/>
                  </a:lnTo>
                  <a:lnTo>
                    <a:pt x="7" y="142"/>
                  </a:lnTo>
                  <a:lnTo>
                    <a:pt x="4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2" y="151"/>
                  </a:lnTo>
                  <a:lnTo>
                    <a:pt x="2" y="153"/>
                  </a:lnTo>
                  <a:lnTo>
                    <a:pt x="11" y="153"/>
                  </a:lnTo>
                  <a:lnTo>
                    <a:pt x="14" y="153"/>
                  </a:lnTo>
                  <a:lnTo>
                    <a:pt x="19" y="146"/>
                  </a:lnTo>
                  <a:lnTo>
                    <a:pt x="21" y="146"/>
                  </a:lnTo>
                  <a:lnTo>
                    <a:pt x="23" y="144"/>
                  </a:lnTo>
                  <a:lnTo>
                    <a:pt x="26" y="144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8" y="139"/>
                  </a:lnTo>
                  <a:lnTo>
                    <a:pt x="28" y="137"/>
                  </a:lnTo>
                  <a:lnTo>
                    <a:pt x="30" y="135"/>
                  </a:lnTo>
                  <a:lnTo>
                    <a:pt x="30" y="135"/>
                  </a:lnTo>
                  <a:lnTo>
                    <a:pt x="33" y="135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7" y="132"/>
                  </a:lnTo>
                  <a:lnTo>
                    <a:pt x="37" y="132"/>
                  </a:lnTo>
                  <a:lnTo>
                    <a:pt x="37" y="132"/>
                  </a:lnTo>
                  <a:lnTo>
                    <a:pt x="37" y="130"/>
                  </a:lnTo>
                  <a:lnTo>
                    <a:pt x="37" y="127"/>
                  </a:lnTo>
                  <a:lnTo>
                    <a:pt x="40" y="125"/>
                  </a:lnTo>
                  <a:lnTo>
                    <a:pt x="42" y="125"/>
                  </a:lnTo>
                  <a:lnTo>
                    <a:pt x="47" y="125"/>
                  </a:lnTo>
                  <a:lnTo>
                    <a:pt x="47" y="125"/>
                  </a:lnTo>
                  <a:lnTo>
                    <a:pt x="49" y="127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4" y="127"/>
                  </a:lnTo>
                  <a:lnTo>
                    <a:pt x="59" y="130"/>
                  </a:lnTo>
                  <a:lnTo>
                    <a:pt x="61" y="130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6" y="135"/>
                  </a:lnTo>
                  <a:lnTo>
                    <a:pt x="71" y="135"/>
                  </a:lnTo>
                  <a:lnTo>
                    <a:pt x="73" y="137"/>
                  </a:lnTo>
                  <a:lnTo>
                    <a:pt x="73" y="137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80" y="142"/>
                  </a:lnTo>
                  <a:lnTo>
                    <a:pt x="85" y="153"/>
                  </a:lnTo>
                  <a:lnTo>
                    <a:pt x="90" y="163"/>
                  </a:lnTo>
                  <a:lnTo>
                    <a:pt x="94" y="175"/>
                  </a:lnTo>
                  <a:lnTo>
                    <a:pt x="99" y="187"/>
                  </a:lnTo>
                  <a:lnTo>
                    <a:pt x="104" y="198"/>
                  </a:lnTo>
                  <a:lnTo>
                    <a:pt x="108" y="210"/>
                  </a:lnTo>
                  <a:lnTo>
                    <a:pt x="113" y="220"/>
                  </a:lnTo>
                  <a:lnTo>
                    <a:pt x="118" y="232"/>
                  </a:lnTo>
                  <a:lnTo>
                    <a:pt x="120" y="232"/>
                  </a:lnTo>
                  <a:lnTo>
                    <a:pt x="120" y="234"/>
                  </a:lnTo>
                  <a:lnTo>
                    <a:pt x="120" y="234"/>
                  </a:lnTo>
                  <a:lnTo>
                    <a:pt x="123" y="234"/>
                  </a:lnTo>
                  <a:lnTo>
                    <a:pt x="123" y="234"/>
                  </a:lnTo>
                  <a:lnTo>
                    <a:pt x="123" y="236"/>
                  </a:lnTo>
                  <a:lnTo>
                    <a:pt x="120" y="239"/>
                  </a:lnTo>
                  <a:lnTo>
                    <a:pt x="120" y="239"/>
                  </a:lnTo>
                  <a:lnTo>
                    <a:pt x="123" y="241"/>
                  </a:lnTo>
                  <a:lnTo>
                    <a:pt x="123" y="241"/>
                  </a:lnTo>
                  <a:lnTo>
                    <a:pt x="125" y="243"/>
                  </a:lnTo>
                  <a:lnTo>
                    <a:pt x="125" y="243"/>
                  </a:lnTo>
                  <a:lnTo>
                    <a:pt x="125" y="246"/>
                  </a:lnTo>
                  <a:lnTo>
                    <a:pt x="125" y="248"/>
                  </a:lnTo>
                  <a:lnTo>
                    <a:pt x="125" y="248"/>
                  </a:lnTo>
                  <a:lnTo>
                    <a:pt x="127" y="253"/>
                  </a:lnTo>
                  <a:lnTo>
                    <a:pt x="127" y="255"/>
                  </a:lnTo>
                  <a:lnTo>
                    <a:pt x="127" y="255"/>
                  </a:lnTo>
                  <a:lnTo>
                    <a:pt x="130" y="255"/>
                  </a:lnTo>
                  <a:lnTo>
                    <a:pt x="132" y="255"/>
                  </a:lnTo>
                  <a:lnTo>
                    <a:pt x="132" y="255"/>
                  </a:lnTo>
                  <a:lnTo>
                    <a:pt x="132" y="253"/>
                  </a:lnTo>
                  <a:lnTo>
                    <a:pt x="132" y="253"/>
                  </a:lnTo>
                  <a:lnTo>
                    <a:pt x="132" y="253"/>
                  </a:lnTo>
                  <a:lnTo>
                    <a:pt x="135" y="255"/>
                  </a:lnTo>
                  <a:lnTo>
                    <a:pt x="135" y="255"/>
                  </a:lnTo>
                  <a:lnTo>
                    <a:pt x="135" y="255"/>
                  </a:lnTo>
                  <a:lnTo>
                    <a:pt x="137" y="255"/>
                  </a:lnTo>
                  <a:lnTo>
                    <a:pt x="142" y="255"/>
                  </a:lnTo>
                  <a:lnTo>
                    <a:pt x="144" y="255"/>
                  </a:lnTo>
                  <a:lnTo>
                    <a:pt x="146" y="255"/>
                  </a:lnTo>
                  <a:lnTo>
                    <a:pt x="149" y="253"/>
                  </a:lnTo>
                  <a:lnTo>
                    <a:pt x="151" y="253"/>
                  </a:lnTo>
                  <a:lnTo>
                    <a:pt x="151" y="253"/>
                  </a:lnTo>
                  <a:lnTo>
                    <a:pt x="153" y="255"/>
                  </a:lnTo>
                  <a:lnTo>
                    <a:pt x="156" y="260"/>
                  </a:lnTo>
                  <a:lnTo>
                    <a:pt x="153" y="260"/>
                  </a:lnTo>
                  <a:lnTo>
                    <a:pt x="153" y="262"/>
                  </a:lnTo>
                  <a:lnTo>
                    <a:pt x="153" y="265"/>
                  </a:lnTo>
                  <a:lnTo>
                    <a:pt x="153" y="267"/>
                  </a:lnTo>
                  <a:lnTo>
                    <a:pt x="161" y="272"/>
                  </a:lnTo>
                  <a:lnTo>
                    <a:pt x="161" y="274"/>
                  </a:lnTo>
                  <a:lnTo>
                    <a:pt x="161" y="279"/>
                  </a:lnTo>
                  <a:lnTo>
                    <a:pt x="161" y="279"/>
                  </a:lnTo>
                  <a:lnTo>
                    <a:pt x="161" y="281"/>
                  </a:lnTo>
                  <a:lnTo>
                    <a:pt x="163" y="284"/>
                  </a:lnTo>
                  <a:lnTo>
                    <a:pt x="165" y="284"/>
                  </a:lnTo>
                  <a:lnTo>
                    <a:pt x="170" y="286"/>
                  </a:lnTo>
                  <a:lnTo>
                    <a:pt x="172" y="288"/>
                  </a:lnTo>
                  <a:lnTo>
                    <a:pt x="175" y="288"/>
                  </a:lnTo>
                  <a:lnTo>
                    <a:pt x="175" y="286"/>
                  </a:lnTo>
                  <a:lnTo>
                    <a:pt x="175" y="286"/>
                  </a:lnTo>
                  <a:lnTo>
                    <a:pt x="175" y="284"/>
                  </a:lnTo>
                  <a:lnTo>
                    <a:pt x="175" y="284"/>
                  </a:lnTo>
                  <a:lnTo>
                    <a:pt x="175" y="284"/>
                  </a:lnTo>
                  <a:lnTo>
                    <a:pt x="177" y="284"/>
                  </a:lnTo>
                  <a:lnTo>
                    <a:pt x="177" y="281"/>
                  </a:lnTo>
                  <a:lnTo>
                    <a:pt x="179" y="284"/>
                  </a:lnTo>
                  <a:lnTo>
                    <a:pt x="179" y="284"/>
                  </a:lnTo>
                  <a:lnTo>
                    <a:pt x="179" y="284"/>
                  </a:lnTo>
                  <a:lnTo>
                    <a:pt x="179" y="281"/>
                  </a:lnTo>
                  <a:lnTo>
                    <a:pt x="179" y="281"/>
                  </a:lnTo>
                  <a:lnTo>
                    <a:pt x="182" y="281"/>
                  </a:lnTo>
                  <a:lnTo>
                    <a:pt x="182" y="281"/>
                  </a:lnTo>
                  <a:lnTo>
                    <a:pt x="179" y="279"/>
                  </a:lnTo>
                  <a:lnTo>
                    <a:pt x="179" y="279"/>
                  </a:lnTo>
                  <a:lnTo>
                    <a:pt x="179" y="277"/>
                  </a:lnTo>
                  <a:lnTo>
                    <a:pt x="179" y="277"/>
                  </a:lnTo>
                  <a:lnTo>
                    <a:pt x="179" y="277"/>
                  </a:lnTo>
                  <a:lnTo>
                    <a:pt x="182" y="279"/>
                  </a:lnTo>
                  <a:lnTo>
                    <a:pt x="182" y="279"/>
                  </a:lnTo>
                  <a:lnTo>
                    <a:pt x="182" y="279"/>
                  </a:lnTo>
                  <a:lnTo>
                    <a:pt x="182" y="279"/>
                  </a:lnTo>
                  <a:lnTo>
                    <a:pt x="184" y="279"/>
                  </a:lnTo>
                  <a:lnTo>
                    <a:pt x="184" y="281"/>
                  </a:lnTo>
                  <a:lnTo>
                    <a:pt x="184" y="281"/>
                  </a:lnTo>
                  <a:lnTo>
                    <a:pt x="187" y="284"/>
                  </a:lnTo>
                  <a:lnTo>
                    <a:pt x="189" y="286"/>
                  </a:lnTo>
                  <a:lnTo>
                    <a:pt x="191" y="286"/>
                  </a:lnTo>
                  <a:lnTo>
                    <a:pt x="194" y="286"/>
                  </a:lnTo>
                  <a:lnTo>
                    <a:pt x="191" y="284"/>
                  </a:lnTo>
                  <a:lnTo>
                    <a:pt x="191" y="284"/>
                  </a:lnTo>
                  <a:lnTo>
                    <a:pt x="191" y="281"/>
                  </a:lnTo>
                  <a:lnTo>
                    <a:pt x="191" y="281"/>
                  </a:lnTo>
                  <a:lnTo>
                    <a:pt x="191" y="279"/>
                  </a:lnTo>
                  <a:lnTo>
                    <a:pt x="191" y="279"/>
                  </a:lnTo>
                  <a:lnTo>
                    <a:pt x="194" y="279"/>
                  </a:lnTo>
                  <a:lnTo>
                    <a:pt x="194" y="279"/>
                  </a:lnTo>
                  <a:lnTo>
                    <a:pt x="194" y="279"/>
                  </a:lnTo>
                  <a:lnTo>
                    <a:pt x="194" y="277"/>
                  </a:lnTo>
                  <a:lnTo>
                    <a:pt x="194" y="277"/>
                  </a:lnTo>
                  <a:lnTo>
                    <a:pt x="194" y="277"/>
                  </a:lnTo>
                  <a:lnTo>
                    <a:pt x="196" y="277"/>
                  </a:lnTo>
                  <a:lnTo>
                    <a:pt x="196" y="277"/>
                  </a:lnTo>
                  <a:lnTo>
                    <a:pt x="198" y="279"/>
                  </a:lnTo>
                  <a:lnTo>
                    <a:pt x="198" y="279"/>
                  </a:lnTo>
                  <a:lnTo>
                    <a:pt x="198" y="279"/>
                  </a:lnTo>
                  <a:lnTo>
                    <a:pt x="201" y="279"/>
                  </a:lnTo>
                  <a:lnTo>
                    <a:pt x="201" y="279"/>
                  </a:lnTo>
                  <a:lnTo>
                    <a:pt x="203" y="279"/>
                  </a:lnTo>
                  <a:lnTo>
                    <a:pt x="201" y="279"/>
                  </a:lnTo>
                  <a:lnTo>
                    <a:pt x="201" y="281"/>
                  </a:lnTo>
                  <a:lnTo>
                    <a:pt x="201" y="281"/>
                  </a:lnTo>
                  <a:lnTo>
                    <a:pt x="198" y="281"/>
                  </a:lnTo>
                  <a:lnTo>
                    <a:pt x="201" y="284"/>
                  </a:lnTo>
                  <a:lnTo>
                    <a:pt x="203" y="286"/>
                  </a:lnTo>
                  <a:lnTo>
                    <a:pt x="203" y="284"/>
                  </a:lnTo>
                  <a:lnTo>
                    <a:pt x="203" y="281"/>
                  </a:lnTo>
                  <a:lnTo>
                    <a:pt x="205" y="281"/>
                  </a:lnTo>
                  <a:lnTo>
                    <a:pt x="205" y="281"/>
                  </a:lnTo>
                  <a:lnTo>
                    <a:pt x="205" y="281"/>
                  </a:lnTo>
                  <a:lnTo>
                    <a:pt x="205" y="279"/>
                  </a:lnTo>
                  <a:lnTo>
                    <a:pt x="208" y="279"/>
                  </a:lnTo>
                  <a:lnTo>
                    <a:pt x="208" y="281"/>
                  </a:lnTo>
                  <a:lnTo>
                    <a:pt x="208" y="284"/>
                  </a:lnTo>
                  <a:lnTo>
                    <a:pt x="208" y="284"/>
                  </a:lnTo>
                  <a:lnTo>
                    <a:pt x="210" y="281"/>
                  </a:lnTo>
                  <a:lnTo>
                    <a:pt x="210" y="281"/>
                  </a:lnTo>
                  <a:lnTo>
                    <a:pt x="210" y="281"/>
                  </a:lnTo>
                  <a:lnTo>
                    <a:pt x="210" y="279"/>
                  </a:lnTo>
                  <a:lnTo>
                    <a:pt x="210" y="279"/>
                  </a:lnTo>
                  <a:lnTo>
                    <a:pt x="213" y="279"/>
                  </a:lnTo>
                  <a:lnTo>
                    <a:pt x="213" y="279"/>
                  </a:lnTo>
                  <a:lnTo>
                    <a:pt x="213" y="279"/>
                  </a:lnTo>
                  <a:lnTo>
                    <a:pt x="215" y="277"/>
                  </a:lnTo>
                  <a:lnTo>
                    <a:pt x="220" y="269"/>
                  </a:lnTo>
                  <a:lnTo>
                    <a:pt x="220" y="269"/>
                  </a:lnTo>
                  <a:lnTo>
                    <a:pt x="220" y="269"/>
                  </a:lnTo>
                  <a:lnTo>
                    <a:pt x="222" y="267"/>
                  </a:lnTo>
                  <a:lnTo>
                    <a:pt x="222" y="267"/>
                  </a:lnTo>
                  <a:lnTo>
                    <a:pt x="224" y="269"/>
                  </a:lnTo>
                  <a:lnTo>
                    <a:pt x="224" y="269"/>
                  </a:lnTo>
                  <a:lnTo>
                    <a:pt x="224" y="272"/>
                  </a:lnTo>
                  <a:lnTo>
                    <a:pt x="224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9" y="269"/>
                  </a:lnTo>
                  <a:lnTo>
                    <a:pt x="229" y="269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32" y="267"/>
                  </a:lnTo>
                  <a:lnTo>
                    <a:pt x="229" y="265"/>
                  </a:lnTo>
                  <a:lnTo>
                    <a:pt x="232" y="265"/>
                  </a:lnTo>
                  <a:lnTo>
                    <a:pt x="234" y="262"/>
                  </a:lnTo>
                  <a:lnTo>
                    <a:pt x="234" y="260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2" y="260"/>
                  </a:lnTo>
                  <a:lnTo>
                    <a:pt x="229" y="260"/>
                  </a:lnTo>
                  <a:lnTo>
                    <a:pt x="229" y="258"/>
                  </a:lnTo>
                  <a:lnTo>
                    <a:pt x="232" y="258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6" y="258"/>
                  </a:lnTo>
                  <a:lnTo>
                    <a:pt x="239" y="260"/>
                  </a:lnTo>
                  <a:lnTo>
                    <a:pt x="239" y="258"/>
                  </a:lnTo>
                  <a:lnTo>
                    <a:pt x="239" y="258"/>
                  </a:lnTo>
                  <a:lnTo>
                    <a:pt x="239" y="253"/>
                  </a:lnTo>
                  <a:lnTo>
                    <a:pt x="239" y="253"/>
                  </a:lnTo>
                  <a:lnTo>
                    <a:pt x="241" y="250"/>
                  </a:lnTo>
                  <a:lnTo>
                    <a:pt x="241" y="248"/>
                  </a:lnTo>
                  <a:lnTo>
                    <a:pt x="243" y="248"/>
                  </a:lnTo>
                  <a:lnTo>
                    <a:pt x="241" y="246"/>
                  </a:lnTo>
                  <a:lnTo>
                    <a:pt x="241" y="246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6" y="248"/>
                  </a:lnTo>
                  <a:lnTo>
                    <a:pt x="236" y="248"/>
                  </a:lnTo>
                  <a:lnTo>
                    <a:pt x="234" y="246"/>
                  </a:lnTo>
                  <a:lnTo>
                    <a:pt x="234" y="246"/>
                  </a:lnTo>
                  <a:lnTo>
                    <a:pt x="232" y="243"/>
                  </a:lnTo>
                  <a:lnTo>
                    <a:pt x="232" y="243"/>
                  </a:lnTo>
                  <a:lnTo>
                    <a:pt x="232" y="243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6" y="241"/>
                  </a:lnTo>
                  <a:lnTo>
                    <a:pt x="236" y="241"/>
                  </a:lnTo>
                  <a:lnTo>
                    <a:pt x="236" y="241"/>
                  </a:lnTo>
                  <a:lnTo>
                    <a:pt x="236" y="239"/>
                  </a:lnTo>
                  <a:lnTo>
                    <a:pt x="236" y="239"/>
                  </a:lnTo>
                  <a:lnTo>
                    <a:pt x="236" y="239"/>
                  </a:lnTo>
                  <a:lnTo>
                    <a:pt x="236" y="239"/>
                  </a:lnTo>
                  <a:lnTo>
                    <a:pt x="236" y="236"/>
                  </a:lnTo>
                  <a:lnTo>
                    <a:pt x="236" y="234"/>
                  </a:lnTo>
                  <a:lnTo>
                    <a:pt x="236" y="229"/>
                  </a:lnTo>
                  <a:lnTo>
                    <a:pt x="239" y="229"/>
                  </a:lnTo>
                  <a:lnTo>
                    <a:pt x="236" y="229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41" y="232"/>
                  </a:lnTo>
                  <a:lnTo>
                    <a:pt x="241" y="234"/>
                  </a:lnTo>
                  <a:lnTo>
                    <a:pt x="241" y="234"/>
                  </a:lnTo>
                  <a:lnTo>
                    <a:pt x="239" y="236"/>
                  </a:lnTo>
                  <a:lnTo>
                    <a:pt x="236" y="243"/>
                  </a:lnTo>
                  <a:lnTo>
                    <a:pt x="243" y="243"/>
                  </a:lnTo>
                  <a:lnTo>
                    <a:pt x="243" y="246"/>
                  </a:lnTo>
                  <a:lnTo>
                    <a:pt x="246" y="246"/>
                  </a:lnTo>
                  <a:lnTo>
                    <a:pt x="248" y="248"/>
                  </a:lnTo>
                  <a:lnTo>
                    <a:pt x="248" y="248"/>
                  </a:lnTo>
                  <a:lnTo>
                    <a:pt x="250" y="248"/>
                  </a:lnTo>
                  <a:lnTo>
                    <a:pt x="250" y="248"/>
                  </a:lnTo>
                  <a:lnTo>
                    <a:pt x="253" y="248"/>
                  </a:lnTo>
                  <a:lnTo>
                    <a:pt x="253" y="246"/>
                  </a:lnTo>
                  <a:lnTo>
                    <a:pt x="255" y="243"/>
                  </a:lnTo>
                  <a:lnTo>
                    <a:pt x="255" y="243"/>
                  </a:lnTo>
                  <a:lnTo>
                    <a:pt x="258" y="241"/>
                  </a:lnTo>
                  <a:lnTo>
                    <a:pt x="258" y="239"/>
                  </a:lnTo>
                  <a:lnTo>
                    <a:pt x="258" y="239"/>
                  </a:lnTo>
                  <a:lnTo>
                    <a:pt x="260" y="241"/>
                  </a:lnTo>
                  <a:lnTo>
                    <a:pt x="260" y="241"/>
                  </a:lnTo>
                  <a:lnTo>
                    <a:pt x="260" y="239"/>
                  </a:lnTo>
                  <a:lnTo>
                    <a:pt x="262" y="236"/>
                  </a:lnTo>
                  <a:lnTo>
                    <a:pt x="265" y="234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7" y="229"/>
                  </a:lnTo>
                  <a:lnTo>
                    <a:pt x="269" y="227"/>
                  </a:lnTo>
                  <a:lnTo>
                    <a:pt x="269" y="227"/>
                  </a:lnTo>
                  <a:lnTo>
                    <a:pt x="269" y="227"/>
                  </a:lnTo>
                  <a:lnTo>
                    <a:pt x="269" y="224"/>
                  </a:lnTo>
                  <a:lnTo>
                    <a:pt x="269" y="224"/>
                  </a:lnTo>
                  <a:lnTo>
                    <a:pt x="269" y="222"/>
                  </a:lnTo>
                  <a:lnTo>
                    <a:pt x="276" y="210"/>
                  </a:lnTo>
                  <a:lnTo>
                    <a:pt x="281" y="203"/>
                  </a:lnTo>
                  <a:lnTo>
                    <a:pt x="288" y="196"/>
                  </a:lnTo>
                  <a:lnTo>
                    <a:pt x="291" y="194"/>
                  </a:lnTo>
                  <a:lnTo>
                    <a:pt x="291" y="194"/>
                  </a:lnTo>
                  <a:lnTo>
                    <a:pt x="291" y="189"/>
                  </a:lnTo>
                  <a:lnTo>
                    <a:pt x="293" y="187"/>
                  </a:lnTo>
                  <a:lnTo>
                    <a:pt x="293" y="184"/>
                  </a:lnTo>
                  <a:lnTo>
                    <a:pt x="293" y="184"/>
                  </a:lnTo>
                  <a:lnTo>
                    <a:pt x="298" y="182"/>
                  </a:lnTo>
                  <a:lnTo>
                    <a:pt x="298" y="182"/>
                  </a:lnTo>
                  <a:lnTo>
                    <a:pt x="300" y="182"/>
                  </a:lnTo>
                  <a:lnTo>
                    <a:pt x="300" y="182"/>
                  </a:lnTo>
                  <a:lnTo>
                    <a:pt x="300" y="184"/>
                  </a:lnTo>
                  <a:lnTo>
                    <a:pt x="300" y="182"/>
                  </a:lnTo>
                  <a:lnTo>
                    <a:pt x="303" y="182"/>
                  </a:lnTo>
                  <a:lnTo>
                    <a:pt x="300" y="177"/>
                  </a:lnTo>
                  <a:lnTo>
                    <a:pt x="303" y="175"/>
                  </a:lnTo>
                  <a:lnTo>
                    <a:pt x="303" y="175"/>
                  </a:lnTo>
                  <a:lnTo>
                    <a:pt x="300" y="172"/>
                  </a:lnTo>
                  <a:lnTo>
                    <a:pt x="300" y="172"/>
                  </a:lnTo>
                  <a:lnTo>
                    <a:pt x="303" y="170"/>
                  </a:lnTo>
                  <a:lnTo>
                    <a:pt x="303" y="170"/>
                  </a:lnTo>
                  <a:lnTo>
                    <a:pt x="305" y="170"/>
                  </a:lnTo>
                  <a:lnTo>
                    <a:pt x="303" y="170"/>
                  </a:lnTo>
                  <a:lnTo>
                    <a:pt x="303" y="170"/>
                  </a:lnTo>
                  <a:lnTo>
                    <a:pt x="300" y="168"/>
                  </a:lnTo>
                  <a:lnTo>
                    <a:pt x="303" y="165"/>
                  </a:lnTo>
                  <a:lnTo>
                    <a:pt x="303" y="163"/>
                  </a:lnTo>
                  <a:lnTo>
                    <a:pt x="303" y="161"/>
                  </a:lnTo>
                  <a:lnTo>
                    <a:pt x="303" y="156"/>
                  </a:lnTo>
                  <a:lnTo>
                    <a:pt x="303" y="156"/>
                  </a:lnTo>
                  <a:lnTo>
                    <a:pt x="300" y="156"/>
                  </a:lnTo>
                  <a:lnTo>
                    <a:pt x="298" y="153"/>
                  </a:lnTo>
                  <a:lnTo>
                    <a:pt x="298" y="153"/>
                  </a:lnTo>
                  <a:lnTo>
                    <a:pt x="295" y="151"/>
                  </a:lnTo>
                  <a:lnTo>
                    <a:pt x="295" y="151"/>
                  </a:lnTo>
                  <a:lnTo>
                    <a:pt x="293" y="151"/>
                  </a:lnTo>
                  <a:lnTo>
                    <a:pt x="293" y="151"/>
                  </a:lnTo>
                  <a:lnTo>
                    <a:pt x="293" y="151"/>
                  </a:lnTo>
                  <a:lnTo>
                    <a:pt x="291" y="149"/>
                  </a:lnTo>
                  <a:lnTo>
                    <a:pt x="291" y="149"/>
                  </a:lnTo>
                  <a:lnTo>
                    <a:pt x="288" y="149"/>
                  </a:lnTo>
                  <a:lnTo>
                    <a:pt x="288" y="146"/>
                  </a:lnTo>
                  <a:lnTo>
                    <a:pt x="288" y="146"/>
                  </a:lnTo>
                  <a:lnTo>
                    <a:pt x="288" y="144"/>
                  </a:lnTo>
                  <a:lnTo>
                    <a:pt x="284" y="144"/>
                  </a:lnTo>
                  <a:lnTo>
                    <a:pt x="284" y="142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88" y="144"/>
                  </a:lnTo>
                  <a:lnTo>
                    <a:pt x="288" y="146"/>
                  </a:lnTo>
                  <a:lnTo>
                    <a:pt x="291" y="146"/>
                  </a:lnTo>
                  <a:lnTo>
                    <a:pt x="291" y="149"/>
                  </a:lnTo>
                  <a:lnTo>
                    <a:pt x="291" y="149"/>
                  </a:lnTo>
                  <a:lnTo>
                    <a:pt x="293" y="149"/>
                  </a:lnTo>
                  <a:lnTo>
                    <a:pt x="293" y="149"/>
                  </a:lnTo>
                  <a:lnTo>
                    <a:pt x="295" y="151"/>
                  </a:lnTo>
                  <a:lnTo>
                    <a:pt x="303" y="156"/>
                  </a:lnTo>
                  <a:lnTo>
                    <a:pt x="303" y="156"/>
                  </a:lnTo>
                  <a:lnTo>
                    <a:pt x="303" y="153"/>
                  </a:lnTo>
                  <a:lnTo>
                    <a:pt x="303" y="151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8"/>
                  </a:lnTo>
                  <a:lnTo>
                    <a:pt x="307" y="158"/>
                  </a:lnTo>
                  <a:lnTo>
                    <a:pt x="310" y="158"/>
                  </a:lnTo>
                  <a:lnTo>
                    <a:pt x="310" y="161"/>
                  </a:lnTo>
                  <a:lnTo>
                    <a:pt x="310" y="163"/>
                  </a:lnTo>
                  <a:lnTo>
                    <a:pt x="310" y="165"/>
                  </a:lnTo>
                  <a:lnTo>
                    <a:pt x="310" y="168"/>
                  </a:lnTo>
                  <a:lnTo>
                    <a:pt x="310" y="168"/>
                  </a:lnTo>
                  <a:lnTo>
                    <a:pt x="312" y="168"/>
                  </a:lnTo>
                  <a:lnTo>
                    <a:pt x="312" y="165"/>
                  </a:lnTo>
                  <a:lnTo>
                    <a:pt x="312" y="165"/>
                  </a:lnTo>
                  <a:lnTo>
                    <a:pt x="312" y="165"/>
                  </a:lnTo>
                  <a:lnTo>
                    <a:pt x="312" y="163"/>
                  </a:lnTo>
                  <a:lnTo>
                    <a:pt x="312" y="161"/>
                  </a:lnTo>
                  <a:lnTo>
                    <a:pt x="312" y="161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4" y="151"/>
                  </a:lnTo>
                  <a:lnTo>
                    <a:pt x="314" y="149"/>
                  </a:lnTo>
                  <a:lnTo>
                    <a:pt x="314" y="151"/>
                  </a:lnTo>
                  <a:lnTo>
                    <a:pt x="314" y="151"/>
                  </a:lnTo>
                  <a:lnTo>
                    <a:pt x="312" y="149"/>
                  </a:lnTo>
                  <a:lnTo>
                    <a:pt x="314" y="149"/>
                  </a:lnTo>
                  <a:lnTo>
                    <a:pt x="314" y="149"/>
                  </a:lnTo>
                  <a:lnTo>
                    <a:pt x="317" y="149"/>
                  </a:lnTo>
                  <a:lnTo>
                    <a:pt x="319" y="151"/>
                  </a:lnTo>
                  <a:lnTo>
                    <a:pt x="319" y="151"/>
                  </a:lnTo>
                  <a:lnTo>
                    <a:pt x="319" y="151"/>
                  </a:lnTo>
                  <a:lnTo>
                    <a:pt x="319" y="149"/>
                  </a:lnTo>
                  <a:lnTo>
                    <a:pt x="319" y="149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9" y="144"/>
                  </a:lnTo>
                  <a:lnTo>
                    <a:pt x="321" y="144"/>
                  </a:lnTo>
                  <a:lnTo>
                    <a:pt x="321" y="142"/>
                  </a:lnTo>
                  <a:lnTo>
                    <a:pt x="321" y="139"/>
                  </a:lnTo>
                  <a:lnTo>
                    <a:pt x="321" y="139"/>
                  </a:lnTo>
                  <a:lnTo>
                    <a:pt x="321" y="137"/>
                  </a:lnTo>
                  <a:lnTo>
                    <a:pt x="321" y="135"/>
                  </a:lnTo>
                  <a:lnTo>
                    <a:pt x="324" y="135"/>
                  </a:lnTo>
                  <a:lnTo>
                    <a:pt x="324" y="135"/>
                  </a:lnTo>
                  <a:lnTo>
                    <a:pt x="326" y="135"/>
                  </a:lnTo>
                  <a:lnTo>
                    <a:pt x="326" y="132"/>
                  </a:lnTo>
                  <a:lnTo>
                    <a:pt x="326" y="132"/>
                  </a:lnTo>
                  <a:lnTo>
                    <a:pt x="326" y="132"/>
                  </a:lnTo>
                  <a:lnTo>
                    <a:pt x="326" y="130"/>
                  </a:lnTo>
                  <a:lnTo>
                    <a:pt x="324" y="130"/>
                  </a:lnTo>
                  <a:lnTo>
                    <a:pt x="321" y="130"/>
                  </a:lnTo>
                  <a:lnTo>
                    <a:pt x="324" y="130"/>
                  </a:lnTo>
                  <a:lnTo>
                    <a:pt x="321" y="127"/>
                  </a:lnTo>
                  <a:lnTo>
                    <a:pt x="321" y="127"/>
                  </a:lnTo>
                  <a:lnTo>
                    <a:pt x="321" y="127"/>
                  </a:lnTo>
                  <a:lnTo>
                    <a:pt x="321" y="125"/>
                  </a:lnTo>
                  <a:lnTo>
                    <a:pt x="331" y="123"/>
                  </a:lnTo>
                  <a:lnTo>
                    <a:pt x="331" y="123"/>
                  </a:lnTo>
                  <a:lnTo>
                    <a:pt x="333" y="120"/>
                  </a:lnTo>
                  <a:lnTo>
                    <a:pt x="333" y="118"/>
                  </a:lnTo>
                  <a:lnTo>
                    <a:pt x="333" y="118"/>
                  </a:lnTo>
                  <a:lnTo>
                    <a:pt x="336" y="116"/>
                  </a:lnTo>
                  <a:lnTo>
                    <a:pt x="336" y="116"/>
                  </a:lnTo>
                  <a:lnTo>
                    <a:pt x="336" y="113"/>
                  </a:lnTo>
                  <a:lnTo>
                    <a:pt x="336" y="11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82">
              <a:extLst>
                <a:ext uri="{FF2B5EF4-FFF2-40B4-BE49-F238E27FC236}">
                  <a16:creationId xmlns:a16="http://schemas.microsoft.com/office/drawing/2014/main" id="{0A4366DA-5364-4099-A4CF-8E64B7B6B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195" y="3817545"/>
              <a:ext cx="881333" cy="1352460"/>
            </a:xfrm>
            <a:custGeom>
              <a:avLst/>
              <a:gdLst>
                <a:gd name="T0" fmla="*/ 547 w 651"/>
                <a:gd name="T1" fmla="*/ 403 h 999"/>
                <a:gd name="T2" fmla="*/ 457 w 651"/>
                <a:gd name="T3" fmla="*/ 540 h 999"/>
                <a:gd name="T4" fmla="*/ 388 w 651"/>
                <a:gd name="T5" fmla="*/ 623 h 999"/>
                <a:gd name="T6" fmla="*/ 372 w 651"/>
                <a:gd name="T7" fmla="*/ 685 h 999"/>
                <a:gd name="T8" fmla="*/ 386 w 651"/>
                <a:gd name="T9" fmla="*/ 921 h 999"/>
                <a:gd name="T10" fmla="*/ 391 w 651"/>
                <a:gd name="T11" fmla="*/ 988 h 999"/>
                <a:gd name="T12" fmla="*/ 310 w 651"/>
                <a:gd name="T13" fmla="*/ 995 h 999"/>
                <a:gd name="T14" fmla="*/ 206 w 651"/>
                <a:gd name="T15" fmla="*/ 997 h 999"/>
                <a:gd name="T16" fmla="*/ 90 w 651"/>
                <a:gd name="T17" fmla="*/ 999 h 999"/>
                <a:gd name="T18" fmla="*/ 19 w 651"/>
                <a:gd name="T19" fmla="*/ 943 h 999"/>
                <a:gd name="T20" fmla="*/ 12 w 651"/>
                <a:gd name="T21" fmla="*/ 770 h 999"/>
                <a:gd name="T22" fmla="*/ 7 w 651"/>
                <a:gd name="T23" fmla="*/ 595 h 999"/>
                <a:gd name="T24" fmla="*/ 3 w 651"/>
                <a:gd name="T25" fmla="*/ 422 h 999"/>
                <a:gd name="T26" fmla="*/ 10 w 651"/>
                <a:gd name="T27" fmla="*/ 98 h 999"/>
                <a:gd name="T28" fmla="*/ 95 w 651"/>
                <a:gd name="T29" fmla="*/ 8 h 999"/>
                <a:gd name="T30" fmla="*/ 279 w 651"/>
                <a:gd name="T31" fmla="*/ 3 h 999"/>
                <a:gd name="T32" fmla="*/ 341 w 651"/>
                <a:gd name="T33" fmla="*/ 5 h 999"/>
                <a:gd name="T34" fmla="*/ 343 w 651"/>
                <a:gd name="T35" fmla="*/ 17 h 999"/>
                <a:gd name="T36" fmla="*/ 341 w 651"/>
                <a:gd name="T37" fmla="*/ 31 h 999"/>
                <a:gd name="T38" fmla="*/ 343 w 651"/>
                <a:gd name="T39" fmla="*/ 36 h 999"/>
                <a:gd name="T40" fmla="*/ 346 w 651"/>
                <a:gd name="T41" fmla="*/ 43 h 999"/>
                <a:gd name="T42" fmla="*/ 346 w 651"/>
                <a:gd name="T43" fmla="*/ 48 h 999"/>
                <a:gd name="T44" fmla="*/ 348 w 651"/>
                <a:gd name="T45" fmla="*/ 53 h 999"/>
                <a:gd name="T46" fmla="*/ 350 w 651"/>
                <a:gd name="T47" fmla="*/ 57 h 999"/>
                <a:gd name="T48" fmla="*/ 348 w 651"/>
                <a:gd name="T49" fmla="*/ 60 h 999"/>
                <a:gd name="T50" fmla="*/ 346 w 651"/>
                <a:gd name="T51" fmla="*/ 67 h 999"/>
                <a:gd name="T52" fmla="*/ 346 w 651"/>
                <a:gd name="T53" fmla="*/ 71 h 999"/>
                <a:gd name="T54" fmla="*/ 341 w 651"/>
                <a:gd name="T55" fmla="*/ 81 h 999"/>
                <a:gd name="T56" fmla="*/ 346 w 651"/>
                <a:gd name="T57" fmla="*/ 86 h 999"/>
                <a:gd name="T58" fmla="*/ 353 w 651"/>
                <a:gd name="T59" fmla="*/ 95 h 999"/>
                <a:gd name="T60" fmla="*/ 353 w 651"/>
                <a:gd name="T61" fmla="*/ 100 h 999"/>
                <a:gd name="T62" fmla="*/ 367 w 651"/>
                <a:gd name="T63" fmla="*/ 114 h 999"/>
                <a:gd name="T64" fmla="*/ 374 w 651"/>
                <a:gd name="T65" fmla="*/ 105 h 999"/>
                <a:gd name="T66" fmla="*/ 376 w 651"/>
                <a:gd name="T67" fmla="*/ 109 h 999"/>
                <a:gd name="T68" fmla="*/ 374 w 651"/>
                <a:gd name="T69" fmla="*/ 119 h 999"/>
                <a:gd name="T70" fmla="*/ 374 w 651"/>
                <a:gd name="T71" fmla="*/ 140 h 999"/>
                <a:gd name="T72" fmla="*/ 372 w 651"/>
                <a:gd name="T73" fmla="*/ 157 h 999"/>
                <a:gd name="T74" fmla="*/ 376 w 651"/>
                <a:gd name="T75" fmla="*/ 145 h 999"/>
                <a:gd name="T76" fmla="*/ 376 w 651"/>
                <a:gd name="T77" fmla="*/ 128 h 999"/>
                <a:gd name="T78" fmla="*/ 379 w 651"/>
                <a:gd name="T79" fmla="*/ 114 h 999"/>
                <a:gd name="T80" fmla="*/ 379 w 651"/>
                <a:gd name="T81" fmla="*/ 107 h 999"/>
                <a:gd name="T82" fmla="*/ 395 w 651"/>
                <a:gd name="T83" fmla="*/ 105 h 999"/>
                <a:gd name="T84" fmla="*/ 410 w 651"/>
                <a:gd name="T85" fmla="*/ 105 h 999"/>
                <a:gd name="T86" fmla="*/ 417 w 651"/>
                <a:gd name="T87" fmla="*/ 109 h 999"/>
                <a:gd name="T88" fmla="*/ 426 w 651"/>
                <a:gd name="T89" fmla="*/ 107 h 999"/>
                <a:gd name="T90" fmla="*/ 428 w 651"/>
                <a:gd name="T91" fmla="*/ 124 h 999"/>
                <a:gd name="T92" fmla="*/ 438 w 651"/>
                <a:gd name="T93" fmla="*/ 145 h 999"/>
                <a:gd name="T94" fmla="*/ 445 w 651"/>
                <a:gd name="T95" fmla="*/ 157 h 999"/>
                <a:gd name="T96" fmla="*/ 450 w 651"/>
                <a:gd name="T97" fmla="*/ 164 h 999"/>
                <a:gd name="T98" fmla="*/ 455 w 651"/>
                <a:gd name="T99" fmla="*/ 187 h 999"/>
                <a:gd name="T100" fmla="*/ 466 w 651"/>
                <a:gd name="T101" fmla="*/ 206 h 999"/>
                <a:gd name="T102" fmla="*/ 469 w 651"/>
                <a:gd name="T103" fmla="*/ 216 h 999"/>
                <a:gd name="T104" fmla="*/ 473 w 651"/>
                <a:gd name="T105" fmla="*/ 235 h 999"/>
                <a:gd name="T106" fmla="*/ 457 w 651"/>
                <a:gd name="T107" fmla="*/ 268 h 999"/>
                <a:gd name="T108" fmla="*/ 485 w 651"/>
                <a:gd name="T109" fmla="*/ 251 h 999"/>
                <a:gd name="T110" fmla="*/ 478 w 651"/>
                <a:gd name="T111" fmla="*/ 261 h 999"/>
                <a:gd name="T112" fmla="*/ 492 w 651"/>
                <a:gd name="T113" fmla="*/ 254 h 999"/>
                <a:gd name="T114" fmla="*/ 566 w 651"/>
                <a:gd name="T115" fmla="*/ 228 h 999"/>
                <a:gd name="T116" fmla="*/ 587 w 651"/>
                <a:gd name="T117" fmla="*/ 237 h 999"/>
                <a:gd name="T118" fmla="*/ 618 w 651"/>
                <a:gd name="T119" fmla="*/ 247 h 999"/>
                <a:gd name="T120" fmla="*/ 644 w 651"/>
                <a:gd name="T121" fmla="*/ 251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1" h="999">
                  <a:moveTo>
                    <a:pt x="651" y="251"/>
                  </a:moveTo>
                  <a:lnTo>
                    <a:pt x="639" y="268"/>
                  </a:lnTo>
                  <a:lnTo>
                    <a:pt x="627" y="285"/>
                  </a:lnTo>
                  <a:lnTo>
                    <a:pt x="618" y="299"/>
                  </a:lnTo>
                  <a:lnTo>
                    <a:pt x="608" y="315"/>
                  </a:lnTo>
                  <a:lnTo>
                    <a:pt x="592" y="337"/>
                  </a:lnTo>
                  <a:lnTo>
                    <a:pt x="578" y="360"/>
                  </a:lnTo>
                  <a:lnTo>
                    <a:pt x="563" y="382"/>
                  </a:lnTo>
                  <a:lnTo>
                    <a:pt x="547" y="403"/>
                  </a:lnTo>
                  <a:lnTo>
                    <a:pt x="535" y="424"/>
                  </a:lnTo>
                  <a:lnTo>
                    <a:pt x="521" y="443"/>
                  </a:lnTo>
                  <a:lnTo>
                    <a:pt x="507" y="464"/>
                  </a:lnTo>
                  <a:lnTo>
                    <a:pt x="492" y="486"/>
                  </a:lnTo>
                  <a:lnTo>
                    <a:pt x="485" y="498"/>
                  </a:lnTo>
                  <a:lnTo>
                    <a:pt x="476" y="509"/>
                  </a:lnTo>
                  <a:lnTo>
                    <a:pt x="469" y="519"/>
                  </a:lnTo>
                  <a:lnTo>
                    <a:pt x="462" y="531"/>
                  </a:lnTo>
                  <a:lnTo>
                    <a:pt x="457" y="540"/>
                  </a:lnTo>
                  <a:lnTo>
                    <a:pt x="450" y="547"/>
                  </a:lnTo>
                  <a:lnTo>
                    <a:pt x="445" y="557"/>
                  </a:lnTo>
                  <a:lnTo>
                    <a:pt x="438" y="564"/>
                  </a:lnTo>
                  <a:lnTo>
                    <a:pt x="428" y="578"/>
                  </a:lnTo>
                  <a:lnTo>
                    <a:pt x="417" y="590"/>
                  </a:lnTo>
                  <a:lnTo>
                    <a:pt x="405" y="604"/>
                  </a:lnTo>
                  <a:lnTo>
                    <a:pt x="393" y="618"/>
                  </a:lnTo>
                  <a:lnTo>
                    <a:pt x="391" y="621"/>
                  </a:lnTo>
                  <a:lnTo>
                    <a:pt x="388" y="623"/>
                  </a:lnTo>
                  <a:lnTo>
                    <a:pt x="384" y="625"/>
                  </a:lnTo>
                  <a:lnTo>
                    <a:pt x="381" y="630"/>
                  </a:lnTo>
                  <a:lnTo>
                    <a:pt x="379" y="632"/>
                  </a:lnTo>
                  <a:lnTo>
                    <a:pt x="376" y="637"/>
                  </a:lnTo>
                  <a:lnTo>
                    <a:pt x="374" y="640"/>
                  </a:lnTo>
                  <a:lnTo>
                    <a:pt x="369" y="642"/>
                  </a:lnTo>
                  <a:lnTo>
                    <a:pt x="369" y="644"/>
                  </a:lnTo>
                  <a:lnTo>
                    <a:pt x="369" y="649"/>
                  </a:lnTo>
                  <a:lnTo>
                    <a:pt x="372" y="685"/>
                  </a:lnTo>
                  <a:lnTo>
                    <a:pt x="374" y="720"/>
                  </a:lnTo>
                  <a:lnTo>
                    <a:pt x="376" y="756"/>
                  </a:lnTo>
                  <a:lnTo>
                    <a:pt x="379" y="791"/>
                  </a:lnTo>
                  <a:lnTo>
                    <a:pt x="379" y="819"/>
                  </a:lnTo>
                  <a:lnTo>
                    <a:pt x="381" y="846"/>
                  </a:lnTo>
                  <a:lnTo>
                    <a:pt x="384" y="874"/>
                  </a:lnTo>
                  <a:lnTo>
                    <a:pt x="386" y="900"/>
                  </a:lnTo>
                  <a:lnTo>
                    <a:pt x="386" y="909"/>
                  </a:lnTo>
                  <a:lnTo>
                    <a:pt x="386" y="921"/>
                  </a:lnTo>
                  <a:lnTo>
                    <a:pt x="386" y="926"/>
                  </a:lnTo>
                  <a:lnTo>
                    <a:pt x="386" y="933"/>
                  </a:lnTo>
                  <a:lnTo>
                    <a:pt x="388" y="943"/>
                  </a:lnTo>
                  <a:lnTo>
                    <a:pt x="388" y="952"/>
                  </a:lnTo>
                  <a:lnTo>
                    <a:pt x="388" y="957"/>
                  </a:lnTo>
                  <a:lnTo>
                    <a:pt x="388" y="962"/>
                  </a:lnTo>
                  <a:lnTo>
                    <a:pt x="388" y="969"/>
                  </a:lnTo>
                  <a:lnTo>
                    <a:pt x="391" y="980"/>
                  </a:lnTo>
                  <a:lnTo>
                    <a:pt x="391" y="988"/>
                  </a:lnTo>
                  <a:lnTo>
                    <a:pt x="391" y="990"/>
                  </a:lnTo>
                  <a:lnTo>
                    <a:pt x="391" y="990"/>
                  </a:lnTo>
                  <a:lnTo>
                    <a:pt x="388" y="990"/>
                  </a:lnTo>
                  <a:lnTo>
                    <a:pt x="376" y="992"/>
                  </a:lnTo>
                  <a:lnTo>
                    <a:pt x="362" y="992"/>
                  </a:lnTo>
                  <a:lnTo>
                    <a:pt x="350" y="992"/>
                  </a:lnTo>
                  <a:lnTo>
                    <a:pt x="336" y="992"/>
                  </a:lnTo>
                  <a:lnTo>
                    <a:pt x="324" y="995"/>
                  </a:lnTo>
                  <a:lnTo>
                    <a:pt x="310" y="995"/>
                  </a:lnTo>
                  <a:lnTo>
                    <a:pt x="298" y="995"/>
                  </a:lnTo>
                  <a:lnTo>
                    <a:pt x="284" y="995"/>
                  </a:lnTo>
                  <a:lnTo>
                    <a:pt x="272" y="997"/>
                  </a:lnTo>
                  <a:lnTo>
                    <a:pt x="268" y="997"/>
                  </a:lnTo>
                  <a:lnTo>
                    <a:pt x="258" y="997"/>
                  </a:lnTo>
                  <a:lnTo>
                    <a:pt x="246" y="997"/>
                  </a:lnTo>
                  <a:lnTo>
                    <a:pt x="232" y="997"/>
                  </a:lnTo>
                  <a:lnTo>
                    <a:pt x="220" y="997"/>
                  </a:lnTo>
                  <a:lnTo>
                    <a:pt x="206" y="997"/>
                  </a:lnTo>
                  <a:lnTo>
                    <a:pt x="194" y="997"/>
                  </a:lnTo>
                  <a:lnTo>
                    <a:pt x="180" y="999"/>
                  </a:lnTo>
                  <a:lnTo>
                    <a:pt x="168" y="999"/>
                  </a:lnTo>
                  <a:lnTo>
                    <a:pt x="154" y="999"/>
                  </a:lnTo>
                  <a:lnTo>
                    <a:pt x="142" y="999"/>
                  </a:lnTo>
                  <a:lnTo>
                    <a:pt x="128" y="999"/>
                  </a:lnTo>
                  <a:lnTo>
                    <a:pt x="116" y="999"/>
                  </a:lnTo>
                  <a:lnTo>
                    <a:pt x="102" y="999"/>
                  </a:lnTo>
                  <a:lnTo>
                    <a:pt x="90" y="999"/>
                  </a:lnTo>
                  <a:lnTo>
                    <a:pt x="76" y="999"/>
                  </a:lnTo>
                  <a:lnTo>
                    <a:pt x="64" y="999"/>
                  </a:lnTo>
                  <a:lnTo>
                    <a:pt x="50" y="999"/>
                  </a:lnTo>
                  <a:lnTo>
                    <a:pt x="38" y="999"/>
                  </a:lnTo>
                  <a:lnTo>
                    <a:pt x="24" y="999"/>
                  </a:lnTo>
                  <a:lnTo>
                    <a:pt x="21" y="999"/>
                  </a:lnTo>
                  <a:lnTo>
                    <a:pt x="21" y="983"/>
                  </a:lnTo>
                  <a:lnTo>
                    <a:pt x="21" y="962"/>
                  </a:lnTo>
                  <a:lnTo>
                    <a:pt x="19" y="943"/>
                  </a:lnTo>
                  <a:lnTo>
                    <a:pt x="19" y="924"/>
                  </a:lnTo>
                  <a:lnTo>
                    <a:pt x="19" y="905"/>
                  </a:lnTo>
                  <a:lnTo>
                    <a:pt x="17" y="886"/>
                  </a:lnTo>
                  <a:lnTo>
                    <a:pt x="17" y="867"/>
                  </a:lnTo>
                  <a:lnTo>
                    <a:pt x="17" y="846"/>
                  </a:lnTo>
                  <a:lnTo>
                    <a:pt x="14" y="827"/>
                  </a:lnTo>
                  <a:lnTo>
                    <a:pt x="14" y="808"/>
                  </a:lnTo>
                  <a:lnTo>
                    <a:pt x="14" y="789"/>
                  </a:lnTo>
                  <a:lnTo>
                    <a:pt x="12" y="770"/>
                  </a:lnTo>
                  <a:lnTo>
                    <a:pt x="12" y="748"/>
                  </a:lnTo>
                  <a:lnTo>
                    <a:pt x="12" y="730"/>
                  </a:lnTo>
                  <a:lnTo>
                    <a:pt x="12" y="711"/>
                  </a:lnTo>
                  <a:lnTo>
                    <a:pt x="10" y="692"/>
                  </a:lnTo>
                  <a:lnTo>
                    <a:pt x="10" y="673"/>
                  </a:lnTo>
                  <a:lnTo>
                    <a:pt x="10" y="654"/>
                  </a:lnTo>
                  <a:lnTo>
                    <a:pt x="10" y="632"/>
                  </a:lnTo>
                  <a:lnTo>
                    <a:pt x="7" y="614"/>
                  </a:lnTo>
                  <a:lnTo>
                    <a:pt x="7" y="595"/>
                  </a:lnTo>
                  <a:lnTo>
                    <a:pt x="7" y="576"/>
                  </a:lnTo>
                  <a:lnTo>
                    <a:pt x="5" y="557"/>
                  </a:lnTo>
                  <a:lnTo>
                    <a:pt x="5" y="538"/>
                  </a:lnTo>
                  <a:lnTo>
                    <a:pt x="5" y="516"/>
                  </a:lnTo>
                  <a:lnTo>
                    <a:pt x="5" y="498"/>
                  </a:lnTo>
                  <a:lnTo>
                    <a:pt x="5" y="479"/>
                  </a:lnTo>
                  <a:lnTo>
                    <a:pt x="3" y="460"/>
                  </a:lnTo>
                  <a:lnTo>
                    <a:pt x="3" y="441"/>
                  </a:lnTo>
                  <a:lnTo>
                    <a:pt x="3" y="422"/>
                  </a:lnTo>
                  <a:lnTo>
                    <a:pt x="3" y="400"/>
                  </a:lnTo>
                  <a:lnTo>
                    <a:pt x="0" y="382"/>
                  </a:lnTo>
                  <a:lnTo>
                    <a:pt x="3" y="348"/>
                  </a:lnTo>
                  <a:lnTo>
                    <a:pt x="3" y="318"/>
                  </a:lnTo>
                  <a:lnTo>
                    <a:pt x="5" y="285"/>
                  </a:lnTo>
                  <a:lnTo>
                    <a:pt x="5" y="251"/>
                  </a:lnTo>
                  <a:lnTo>
                    <a:pt x="7" y="199"/>
                  </a:lnTo>
                  <a:lnTo>
                    <a:pt x="7" y="150"/>
                  </a:lnTo>
                  <a:lnTo>
                    <a:pt x="10" y="98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2" y="26"/>
                  </a:lnTo>
                  <a:lnTo>
                    <a:pt x="12" y="17"/>
                  </a:lnTo>
                  <a:lnTo>
                    <a:pt x="12" y="5"/>
                  </a:lnTo>
                  <a:lnTo>
                    <a:pt x="33" y="8"/>
                  </a:lnTo>
                  <a:lnTo>
                    <a:pt x="52" y="8"/>
                  </a:lnTo>
                  <a:lnTo>
                    <a:pt x="74" y="8"/>
                  </a:lnTo>
                  <a:lnTo>
                    <a:pt x="95" y="8"/>
                  </a:lnTo>
                  <a:lnTo>
                    <a:pt x="114" y="8"/>
                  </a:lnTo>
                  <a:lnTo>
                    <a:pt x="135" y="8"/>
                  </a:lnTo>
                  <a:lnTo>
                    <a:pt x="156" y="8"/>
                  </a:lnTo>
                  <a:lnTo>
                    <a:pt x="175" y="8"/>
                  </a:lnTo>
                  <a:lnTo>
                    <a:pt x="197" y="5"/>
                  </a:lnTo>
                  <a:lnTo>
                    <a:pt x="218" y="5"/>
                  </a:lnTo>
                  <a:lnTo>
                    <a:pt x="237" y="5"/>
                  </a:lnTo>
                  <a:lnTo>
                    <a:pt x="258" y="5"/>
                  </a:lnTo>
                  <a:lnTo>
                    <a:pt x="279" y="3"/>
                  </a:lnTo>
                  <a:lnTo>
                    <a:pt x="298" y="3"/>
                  </a:lnTo>
                  <a:lnTo>
                    <a:pt x="320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39" y="3"/>
                  </a:lnTo>
                  <a:lnTo>
                    <a:pt x="339" y="5"/>
                  </a:lnTo>
                  <a:lnTo>
                    <a:pt x="341" y="5"/>
                  </a:lnTo>
                  <a:lnTo>
                    <a:pt x="341" y="5"/>
                  </a:lnTo>
                  <a:lnTo>
                    <a:pt x="341" y="5"/>
                  </a:lnTo>
                  <a:lnTo>
                    <a:pt x="341" y="8"/>
                  </a:lnTo>
                  <a:lnTo>
                    <a:pt x="341" y="8"/>
                  </a:lnTo>
                  <a:lnTo>
                    <a:pt x="341" y="8"/>
                  </a:lnTo>
                  <a:lnTo>
                    <a:pt x="341" y="10"/>
                  </a:lnTo>
                  <a:lnTo>
                    <a:pt x="343" y="15"/>
                  </a:lnTo>
                  <a:lnTo>
                    <a:pt x="341" y="15"/>
                  </a:lnTo>
                  <a:lnTo>
                    <a:pt x="343" y="17"/>
                  </a:lnTo>
                  <a:lnTo>
                    <a:pt x="343" y="17"/>
                  </a:lnTo>
                  <a:lnTo>
                    <a:pt x="343" y="19"/>
                  </a:lnTo>
                  <a:lnTo>
                    <a:pt x="343" y="22"/>
                  </a:lnTo>
                  <a:lnTo>
                    <a:pt x="343" y="22"/>
                  </a:lnTo>
                  <a:lnTo>
                    <a:pt x="343" y="22"/>
                  </a:lnTo>
                  <a:lnTo>
                    <a:pt x="341" y="24"/>
                  </a:lnTo>
                  <a:lnTo>
                    <a:pt x="341" y="24"/>
                  </a:lnTo>
                  <a:lnTo>
                    <a:pt x="343" y="29"/>
                  </a:lnTo>
                  <a:lnTo>
                    <a:pt x="343" y="29"/>
                  </a:lnTo>
                  <a:lnTo>
                    <a:pt x="341" y="31"/>
                  </a:lnTo>
                  <a:lnTo>
                    <a:pt x="341" y="31"/>
                  </a:lnTo>
                  <a:lnTo>
                    <a:pt x="341" y="31"/>
                  </a:lnTo>
                  <a:lnTo>
                    <a:pt x="343" y="34"/>
                  </a:lnTo>
                  <a:lnTo>
                    <a:pt x="343" y="34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6" y="38"/>
                  </a:lnTo>
                  <a:lnTo>
                    <a:pt x="346" y="38"/>
                  </a:lnTo>
                  <a:lnTo>
                    <a:pt x="343" y="38"/>
                  </a:lnTo>
                  <a:lnTo>
                    <a:pt x="343" y="41"/>
                  </a:lnTo>
                  <a:lnTo>
                    <a:pt x="343" y="41"/>
                  </a:lnTo>
                  <a:lnTo>
                    <a:pt x="343" y="41"/>
                  </a:lnTo>
                  <a:lnTo>
                    <a:pt x="343" y="43"/>
                  </a:lnTo>
                  <a:lnTo>
                    <a:pt x="343" y="43"/>
                  </a:lnTo>
                  <a:lnTo>
                    <a:pt x="346" y="43"/>
                  </a:lnTo>
                  <a:lnTo>
                    <a:pt x="346" y="43"/>
                  </a:lnTo>
                  <a:lnTo>
                    <a:pt x="346" y="43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8"/>
                  </a:lnTo>
                  <a:lnTo>
                    <a:pt x="346" y="48"/>
                  </a:lnTo>
                  <a:lnTo>
                    <a:pt x="346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50"/>
                  </a:lnTo>
                  <a:lnTo>
                    <a:pt x="348" y="50"/>
                  </a:lnTo>
                  <a:lnTo>
                    <a:pt x="348" y="50"/>
                  </a:lnTo>
                  <a:lnTo>
                    <a:pt x="348" y="53"/>
                  </a:lnTo>
                  <a:lnTo>
                    <a:pt x="348" y="53"/>
                  </a:lnTo>
                  <a:lnTo>
                    <a:pt x="348" y="53"/>
                  </a:lnTo>
                  <a:lnTo>
                    <a:pt x="348" y="55"/>
                  </a:lnTo>
                  <a:lnTo>
                    <a:pt x="348" y="55"/>
                  </a:lnTo>
                  <a:lnTo>
                    <a:pt x="348" y="55"/>
                  </a:lnTo>
                  <a:lnTo>
                    <a:pt x="348" y="57"/>
                  </a:lnTo>
                  <a:lnTo>
                    <a:pt x="348" y="57"/>
                  </a:lnTo>
                  <a:lnTo>
                    <a:pt x="348" y="57"/>
                  </a:lnTo>
                  <a:lnTo>
                    <a:pt x="348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6" y="62"/>
                  </a:lnTo>
                  <a:lnTo>
                    <a:pt x="346" y="62"/>
                  </a:lnTo>
                  <a:lnTo>
                    <a:pt x="346" y="64"/>
                  </a:lnTo>
                  <a:lnTo>
                    <a:pt x="346" y="64"/>
                  </a:lnTo>
                  <a:lnTo>
                    <a:pt x="346" y="64"/>
                  </a:lnTo>
                  <a:lnTo>
                    <a:pt x="346" y="64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9"/>
                  </a:lnTo>
                  <a:lnTo>
                    <a:pt x="346" y="69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8" y="74"/>
                  </a:lnTo>
                  <a:lnTo>
                    <a:pt x="348" y="74"/>
                  </a:lnTo>
                  <a:lnTo>
                    <a:pt x="348" y="74"/>
                  </a:lnTo>
                  <a:lnTo>
                    <a:pt x="346" y="76"/>
                  </a:lnTo>
                  <a:lnTo>
                    <a:pt x="346" y="76"/>
                  </a:lnTo>
                  <a:lnTo>
                    <a:pt x="346" y="81"/>
                  </a:lnTo>
                  <a:lnTo>
                    <a:pt x="346" y="81"/>
                  </a:lnTo>
                  <a:lnTo>
                    <a:pt x="343" y="81"/>
                  </a:lnTo>
                  <a:lnTo>
                    <a:pt x="341" y="81"/>
                  </a:lnTo>
                  <a:lnTo>
                    <a:pt x="339" y="81"/>
                  </a:lnTo>
                  <a:lnTo>
                    <a:pt x="336" y="86"/>
                  </a:lnTo>
                  <a:lnTo>
                    <a:pt x="339" y="83"/>
                  </a:lnTo>
                  <a:lnTo>
                    <a:pt x="346" y="83"/>
                  </a:lnTo>
                  <a:lnTo>
                    <a:pt x="346" y="83"/>
                  </a:lnTo>
                  <a:lnTo>
                    <a:pt x="346" y="83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8"/>
                  </a:lnTo>
                  <a:lnTo>
                    <a:pt x="348" y="88"/>
                  </a:lnTo>
                  <a:lnTo>
                    <a:pt x="350" y="88"/>
                  </a:lnTo>
                  <a:lnTo>
                    <a:pt x="353" y="90"/>
                  </a:lnTo>
                  <a:lnTo>
                    <a:pt x="353" y="93"/>
                  </a:lnTo>
                  <a:lnTo>
                    <a:pt x="353" y="95"/>
                  </a:lnTo>
                  <a:lnTo>
                    <a:pt x="353" y="95"/>
                  </a:lnTo>
                  <a:lnTo>
                    <a:pt x="353" y="98"/>
                  </a:lnTo>
                  <a:lnTo>
                    <a:pt x="350" y="100"/>
                  </a:lnTo>
                  <a:lnTo>
                    <a:pt x="350" y="100"/>
                  </a:lnTo>
                  <a:lnTo>
                    <a:pt x="350" y="100"/>
                  </a:lnTo>
                  <a:lnTo>
                    <a:pt x="350" y="100"/>
                  </a:lnTo>
                  <a:lnTo>
                    <a:pt x="350" y="102"/>
                  </a:lnTo>
                  <a:lnTo>
                    <a:pt x="350" y="102"/>
                  </a:lnTo>
                  <a:lnTo>
                    <a:pt x="350" y="105"/>
                  </a:lnTo>
                  <a:lnTo>
                    <a:pt x="353" y="100"/>
                  </a:lnTo>
                  <a:lnTo>
                    <a:pt x="355" y="100"/>
                  </a:lnTo>
                  <a:lnTo>
                    <a:pt x="357" y="100"/>
                  </a:lnTo>
                  <a:lnTo>
                    <a:pt x="360" y="100"/>
                  </a:lnTo>
                  <a:lnTo>
                    <a:pt x="362" y="102"/>
                  </a:lnTo>
                  <a:lnTo>
                    <a:pt x="362" y="105"/>
                  </a:lnTo>
                  <a:lnTo>
                    <a:pt x="365" y="107"/>
                  </a:lnTo>
                  <a:lnTo>
                    <a:pt x="365" y="112"/>
                  </a:lnTo>
                  <a:lnTo>
                    <a:pt x="367" y="112"/>
                  </a:lnTo>
                  <a:lnTo>
                    <a:pt x="367" y="114"/>
                  </a:lnTo>
                  <a:lnTo>
                    <a:pt x="369" y="112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4" y="107"/>
                  </a:lnTo>
                  <a:lnTo>
                    <a:pt x="374" y="105"/>
                  </a:lnTo>
                  <a:lnTo>
                    <a:pt x="374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6" y="107"/>
                  </a:lnTo>
                  <a:lnTo>
                    <a:pt x="374" y="107"/>
                  </a:lnTo>
                  <a:lnTo>
                    <a:pt x="376" y="107"/>
                  </a:lnTo>
                  <a:lnTo>
                    <a:pt x="376" y="107"/>
                  </a:lnTo>
                  <a:lnTo>
                    <a:pt x="376" y="109"/>
                  </a:lnTo>
                  <a:lnTo>
                    <a:pt x="376" y="112"/>
                  </a:lnTo>
                  <a:lnTo>
                    <a:pt x="376" y="112"/>
                  </a:lnTo>
                  <a:lnTo>
                    <a:pt x="376" y="112"/>
                  </a:lnTo>
                  <a:lnTo>
                    <a:pt x="376" y="114"/>
                  </a:lnTo>
                  <a:lnTo>
                    <a:pt x="376" y="114"/>
                  </a:lnTo>
                  <a:lnTo>
                    <a:pt x="376" y="116"/>
                  </a:lnTo>
                  <a:lnTo>
                    <a:pt x="376" y="116"/>
                  </a:lnTo>
                  <a:lnTo>
                    <a:pt x="376" y="116"/>
                  </a:lnTo>
                  <a:lnTo>
                    <a:pt x="374" y="119"/>
                  </a:lnTo>
                  <a:lnTo>
                    <a:pt x="374" y="119"/>
                  </a:lnTo>
                  <a:lnTo>
                    <a:pt x="374" y="124"/>
                  </a:lnTo>
                  <a:lnTo>
                    <a:pt x="374" y="126"/>
                  </a:lnTo>
                  <a:lnTo>
                    <a:pt x="374" y="131"/>
                  </a:lnTo>
                  <a:lnTo>
                    <a:pt x="374" y="133"/>
                  </a:lnTo>
                  <a:lnTo>
                    <a:pt x="374" y="135"/>
                  </a:lnTo>
                  <a:lnTo>
                    <a:pt x="374" y="138"/>
                  </a:lnTo>
                  <a:lnTo>
                    <a:pt x="374" y="140"/>
                  </a:lnTo>
                  <a:lnTo>
                    <a:pt x="374" y="140"/>
                  </a:lnTo>
                  <a:lnTo>
                    <a:pt x="374" y="142"/>
                  </a:lnTo>
                  <a:lnTo>
                    <a:pt x="374" y="142"/>
                  </a:lnTo>
                  <a:lnTo>
                    <a:pt x="374" y="145"/>
                  </a:lnTo>
                  <a:lnTo>
                    <a:pt x="374" y="145"/>
                  </a:lnTo>
                  <a:lnTo>
                    <a:pt x="374" y="147"/>
                  </a:lnTo>
                  <a:lnTo>
                    <a:pt x="374" y="150"/>
                  </a:lnTo>
                  <a:lnTo>
                    <a:pt x="374" y="152"/>
                  </a:lnTo>
                  <a:lnTo>
                    <a:pt x="374" y="154"/>
                  </a:lnTo>
                  <a:lnTo>
                    <a:pt x="372" y="157"/>
                  </a:lnTo>
                  <a:lnTo>
                    <a:pt x="374" y="157"/>
                  </a:lnTo>
                  <a:lnTo>
                    <a:pt x="374" y="154"/>
                  </a:lnTo>
                  <a:lnTo>
                    <a:pt x="374" y="152"/>
                  </a:lnTo>
                  <a:lnTo>
                    <a:pt x="376" y="150"/>
                  </a:lnTo>
                  <a:lnTo>
                    <a:pt x="376" y="150"/>
                  </a:lnTo>
                  <a:lnTo>
                    <a:pt x="376" y="147"/>
                  </a:lnTo>
                  <a:lnTo>
                    <a:pt x="376" y="145"/>
                  </a:lnTo>
                  <a:lnTo>
                    <a:pt x="376" y="145"/>
                  </a:lnTo>
                  <a:lnTo>
                    <a:pt x="376" y="145"/>
                  </a:lnTo>
                  <a:lnTo>
                    <a:pt x="376" y="145"/>
                  </a:lnTo>
                  <a:lnTo>
                    <a:pt x="379" y="142"/>
                  </a:lnTo>
                  <a:lnTo>
                    <a:pt x="379" y="140"/>
                  </a:lnTo>
                  <a:lnTo>
                    <a:pt x="379" y="140"/>
                  </a:lnTo>
                  <a:lnTo>
                    <a:pt x="379" y="138"/>
                  </a:lnTo>
                  <a:lnTo>
                    <a:pt x="376" y="138"/>
                  </a:lnTo>
                  <a:lnTo>
                    <a:pt x="376" y="135"/>
                  </a:lnTo>
                  <a:lnTo>
                    <a:pt x="376" y="131"/>
                  </a:lnTo>
                  <a:lnTo>
                    <a:pt x="376" y="128"/>
                  </a:lnTo>
                  <a:lnTo>
                    <a:pt x="376" y="128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4"/>
                  </a:lnTo>
                  <a:lnTo>
                    <a:pt x="376" y="121"/>
                  </a:lnTo>
                  <a:lnTo>
                    <a:pt x="379" y="116"/>
                  </a:lnTo>
                  <a:lnTo>
                    <a:pt x="379" y="114"/>
                  </a:lnTo>
                  <a:lnTo>
                    <a:pt x="379" y="114"/>
                  </a:lnTo>
                  <a:lnTo>
                    <a:pt x="379" y="112"/>
                  </a:lnTo>
                  <a:lnTo>
                    <a:pt x="379" y="112"/>
                  </a:lnTo>
                  <a:lnTo>
                    <a:pt x="379" y="112"/>
                  </a:lnTo>
                  <a:lnTo>
                    <a:pt x="379" y="109"/>
                  </a:lnTo>
                  <a:lnTo>
                    <a:pt x="379" y="109"/>
                  </a:lnTo>
                  <a:lnTo>
                    <a:pt x="379" y="107"/>
                  </a:lnTo>
                  <a:lnTo>
                    <a:pt x="379" y="107"/>
                  </a:lnTo>
                  <a:lnTo>
                    <a:pt x="379" y="107"/>
                  </a:lnTo>
                  <a:lnTo>
                    <a:pt x="381" y="107"/>
                  </a:lnTo>
                  <a:lnTo>
                    <a:pt x="384" y="107"/>
                  </a:lnTo>
                  <a:lnTo>
                    <a:pt x="393" y="107"/>
                  </a:lnTo>
                  <a:lnTo>
                    <a:pt x="393" y="107"/>
                  </a:lnTo>
                  <a:lnTo>
                    <a:pt x="393" y="107"/>
                  </a:lnTo>
                  <a:lnTo>
                    <a:pt x="393" y="105"/>
                  </a:lnTo>
                  <a:lnTo>
                    <a:pt x="395" y="105"/>
                  </a:lnTo>
                  <a:lnTo>
                    <a:pt x="395" y="105"/>
                  </a:lnTo>
                  <a:lnTo>
                    <a:pt x="395" y="105"/>
                  </a:lnTo>
                  <a:lnTo>
                    <a:pt x="398" y="107"/>
                  </a:lnTo>
                  <a:lnTo>
                    <a:pt x="398" y="105"/>
                  </a:lnTo>
                  <a:lnTo>
                    <a:pt x="398" y="105"/>
                  </a:lnTo>
                  <a:lnTo>
                    <a:pt x="400" y="105"/>
                  </a:lnTo>
                  <a:lnTo>
                    <a:pt x="400" y="105"/>
                  </a:lnTo>
                  <a:lnTo>
                    <a:pt x="407" y="105"/>
                  </a:lnTo>
                  <a:lnTo>
                    <a:pt x="407" y="105"/>
                  </a:lnTo>
                  <a:lnTo>
                    <a:pt x="407" y="105"/>
                  </a:lnTo>
                  <a:lnTo>
                    <a:pt x="410" y="105"/>
                  </a:lnTo>
                  <a:lnTo>
                    <a:pt x="410" y="105"/>
                  </a:lnTo>
                  <a:lnTo>
                    <a:pt x="412" y="107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09"/>
                  </a:lnTo>
                  <a:lnTo>
                    <a:pt x="414" y="109"/>
                  </a:lnTo>
                  <a:lnTo>
                    <a:pt x="414" y="109"/>
                  </a:lnTo>
                  <a:lnTo>
                    <a:pt x="414" y="109"/>
                  </a:lnTo>
                  <a:lnTo>
                    <a:pt x="417" y="109"/>
                  </a:lnTo>
                  <a:lnTo>
                    <a:pt x="417" y="107"/>
                  </a:lnTo>
                  <a:lnTo>
                    <a:pt x="417" y="107"/>
                  </a:lnTo>
                  <a:lnTo>
                    <a:pt x="419" y="105"/>
                  </a:lnTo>
                  <a:lnTo>
                    <a:pt x="421" y="105"/>
                  </a:lnTo>
                  <a:lnTo>
                    <a:pt x="424" y="105"/>
                  </a:lnTo>
                  <a:lnTo>
                    <a:pt x="424" y="105"/>
                  </a:lnTo>
                  <a:lnTo>
                    <a:pt x="426" y="107"/>
                  </a:lnTo>
                  <a:lnTo>
                    <a:pt x="426" y="105"/>
                  </a:lnTo>
                  <a:lnTo>
                    <a:pt x="426" y="107"/>
                  </a:lnTo>
                  <a:lnTo>
                    <a:pt x="428" y="112"/>
                  </a:lnTo>
                  <a:lnTo>
                    <a:pt x="428" y="112"/>
                  </a:lnTo>
                  <a:lnTo>
                    <a:pt x="428" y="114"/>
                  </a:lnTo>
                  <a:lnTo>
                    <a:pt x="428" y="114"/>
                  </a:lnTo>
                  <a:lnTo>
                    <a:pt x="428" y="119"/>
                  </a:lnTo>
                  <a:lnTo>
                    <a:pt x="428" y="119"/>
                  </a:lnTo>
                  <a:lnTo>
                    <a:pt x="428" y="121"/>
                  </a:lnTo>
                  <a:lnTo>
                    <a:pt x="428" y="121"/>
                  </a:lnTo>
                  <a:lnTo>
                    <a:pt x="428" y="124"/>
                  </a:lnTo>
                  <a:lnTo>
                    <a:pt x="428" y="126"/>
                  </a:lnTo>
                  <a:lnTo>
                    <a:pt x="431" y="126"/>
                  </a:lnTo>
                  <a:lnTo>
                    <a:pt x="431" y="128"/>
                  </a:lnTo>
                  <a:lnTo>
                    <a:pt x="433" y="133"/>
                  </a:lnTo>
                  <a:lnTo>
                    <a:pt x="436" y="138"/>
                  </a:lnTo>
                  <a:lnTo>
                    <a:pt x="436" y="140"/>
                  </a:lnTo>
                  <a:lnTo>
                    <a:pt x="436" y="140"/>
                  </a:lnTo>
                  <a:lnTo>
                    <a:pt x="438" y="142"/>
                  </a:lnTo>
                  <a:lnTo>
                    <a:pt x="438" y="145"/>
                  </a:lnTo>
                  <a:lnTo>
                    <a:pt x="438" y="147"/>
                  </a:lnTo>
                  <a:lnTo>
                    <a:pt x="440" y="147"/>
                  </a:lnTo>
                  <a:lnTo>
                    <a:pt x="440" y="150"/>
                  </a:lnTo>
                  <a:lnTo>
                    <a:pt x="440" y="152"/>
                  </a:lnTo>
                  <a:lnTo>
                    <a:pt x="443" y="152"/>
                  </a:lnTo>
                  <a:lnTo>
                    <a:pt x="443" y="154"/>
                  </a:lnTo>
                  <a:lnTo>
                    <a:pt x="443" y="154"/>
                  </a:lnTo>
                  <a:lnTo>
                    <a:pt x="445" y="154"/>
                  </a:lnTo>
                  <a:lnTo>
                    <a:pt x="445" y="157"/>
                  </a:lnTo>
                  <a:lnTo>
                    <a:pt x="445" y="157"/>
                  </a:lnTo>
                  <a:lnTo>
                    <a:pt x="445" y="157"/>
                  </a:lnTo>
                  <a:lnTo>
                    <a:pt x="445" y="159"/>
                  </a:lnTo>
                  <a:lnTo>
                    <a:pt x="445" y="159"/>
                  </a:lnTo>
                  <a:lnTo>
                    <a:pt x="447" y="159"/>
                  </a:lnTo>
                  <a:lnTo>
                    <a:pt x="447" y="161"/>
                  </a:lnTo>
                  <a:lnTo>
                    <a:pt x="447" y="164"/>
                  </a:lnTo>
                  <a:lnTo>
                    <a:pt x="447" y="164"/>
                  </a:lnTo>
                  <a:lnTo>
                    <a:pt x="450" y="164"/>
                  </a:lnTo>
                  <a:lnTo>
                    <a:pt x="450" y="166"/>
                  </a:lnTo>
                  <a:lnTo>
                    <a:pt x="450" y="171"/>
                  </a:lnTo>
                  <a:lnTo>
                    <a:pt x="452" y="178"/>
                  </a:lnTo>
                  <a:lnTo>
                    <a:pt x="452" y="183"/>
                  </a:lnTo>
                  <a:lnTo>
                    <a:pt x="452" y="185"/>
                  </a:lnTo>
                  <a:lnTo>
                    <a:pt x="452" y="185"/>
                  </a:lnTo>
                  <a:lnTo>
                    <a:pt x="455" y="185"/>
                  </a:lnTo>
                  <a:lnTo>
                    <a:pt x="455" y="185"/>
                  </a:lnTo>
                  <a:lnTo>
                    <a:pt x="455" y="187"/>
                  </a:lnTo>
                  <a:lnTo>
                    <a:pt x="457" y="190"/>
                  </a:lnTo>
                  <a:lnTo>
                    <a:pt x="457" y="192"/>
                  </a:lnTo>
                  <a:lnTo>
                    <a:pt x="459" y="195"/>
                  </a:lnTo>
                  <a:lnTo>
                    <a:pt x="459" y="197"/>
                  </a:lnTo>
                  <a:lnTo>
                    <a:pt x="462" y="199"/>
                  </a:lnTo>
                  <a:lnTo>
                    <a:pt x="462" y="199"/>
                  </a:lnTo>
                  <a:lnTo>
                    <a:pt x="462" y="202"/>
                  </a:lnTo>
                  <a:lnTo>
                    <a:pt x="466" y="206"/>
                  </a:lnTo>
                  <a:lnTo>
                    <a:pt x="466" y="206"/>
                  </a:lnTo>
                  <a:lnTo>
                    <a:pt x="466" y="209"/>
                  </a:lnTo>
                  <a:lnTo>
                    <a:pt x="466" y="211"/>
                  </a:lnTo>
                  <a:lnTo>
                    <a:pt x="466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3"/>
                  </a:lnTo>
                  <a:lnTo>
                    <a:pt x="469" y="213"/>
                  </a:lnTo>
                  <a:lnTo>
                    <a:pt x="469" y="213"/>
                  </a:lnTo>
                  <a:lnTo>
                    <a:pt x="469" y="216"/>
                  </a:lnTo>
                  <a:lnTo>
                    <a:pt x="471" y="216"/>
                  </a:lnTo>
                  <a:lnTo>
                    <a:pt x="471" y="218"/>
                  </a:lnTo>
                  <a:lnTo>
                    <a:pt x="471" y="218"/>
                  </a:lnTo>
                  <a:lnTo>
                    <a:pt x="471" y="221"/>
                  </a:lnTo>
                  <a:lnTo>
                    <a:pt x="473" y="223"/>
                  </a:lnTo>
                  <a:lnTo>
                    <a:pt x="473" y="228"/>
                  </a:lnTo>
                  <a:lnTo>
                    <a:pt x="473" y="228"/>
                  </a:lnTo>
                  <a:lnTo>
                    <a:pt x="473" y="232"/>
                  </a:lnTo>
                  <a:lnTo>
                    <a:pt x="473" y="235"/>
                  </a:lnTo>
                  <a:lnTo>
                    <a:pt x="473" y="240"/>
                  </a:lnTo>
                  <a:lnTo>
                    <a:pt x="471" y="249"/>
                  </a:lnTo>
                  <a:lnTo>
                    <a:pt x="469" y="256"/>
                  </a:lnTo>
                  <a:lnTo>
                    <a:pt x="466" y="258"/>
                  </a:lnTo>
                  <a:lnTo>
                    <a:pt x="464" y="263"/>
                  </a:lnTo>
                  <a:lnTo>
                    <a:pt x="464" y="263"/>
                  </a:lnTo>
                  <a:lnTo>
                    <a:pt x="464" y="266"/>
                  </a:lnTo>
                  <a:lnTo>
                    <a:pt x="462" y="266"/>
                  </a:lnTo>
                  <a:lnTo>
                    <a:pt x="457" y="268"/>
                  </a:lnTo>
                  <a:lnTo>
                    <a:pt x="457" y="268"/>
                  </a:lnTo>
                  <a:lnTo>
                    <a:pt x="457" y="268"/>
                  </a:lnTo>
                  <a:lnTo>
                    <a:pt x="464" y="266"/>
                  </a:lnTo>
                  <a:lnTo>
                    <a:pt x="466" y="266"/>
                  </a:lnTo>
                  <a:lnTo>
                    <a:pt x="471" y="258"/>
                  </a:lnTo>
                  <a:lnTo>
                    <a:pt x="473" y="256"/>
                  </a:lnTo>
                  <a:lnTo>
                    <a:pt x="483" y="251"/>
                  </a:lnTo>
                  <a:lnTo>
                    <a:pt x="485" y="251"/>
                  </a:lnTo>
                  <a:lnTo>
                    <a:pt x="485" y="251"/>
                  </a:lnTo>
                  <a:lnTo>
                    <a:pt x="488" y="251"/>
                  </a:lnTo>
                  <a:lnTo>
                    <a:pt x="488" y="254"/>
                  </a:lnTo>
                  <a:lnTo>
                    <a:pt x="485" y="254"/>
                  </a:lnTo>
                  <a:lnTo>
                    <a:pt x="485" y="254"/>
                  </a:lnTo>
                  <a:lnTo>
                    <a:pt x="485" y="254"/>
                  </a:lnTo>
                  <a:lnTo>
                    <a:pt x="483" y="258"/>
                  </a:lnTo>
                  <a:lnTo>
                    <a:pt x="481" y="261"/>
                  </a:lnTo>
                  <a:lnTo>
                    <a:pt x="481" y="261"/>
                  </a:lnTo>
                  <a:lnTo>
                    <a:pt x="478" y="261"/>
                  </a:lnTo>
                  <a:lnTo>
                    <a:pt x="478" y="261"/>
                  </a:lnTo>
                  <a:lnTo>
                    <a:pt x="476" y="263"/>
                  </a:lnTo>
                  <a:lnTo>
                    <a:pt x="476" y="263"/>
                  </a:lnTo>
                  <a:lnTo>
                    <a:pt x="476" y="266"/>
                  </a:lnTo>
                  <a:lnTo>
                    <a:pt x="478" y="263"/>
                  </a:lnTo>
                  <a:lnTo>
                    <a:pt x="483" y="261"/>
                  </a:lnTo>
                  <a:lnTo>
                    <a:pt x="483" y="261"/>
                  </a:lnTo>
                  <a:lnTo>
                    <a:pt x="488" y="256"/>
                  </a:lnTo>
                  <a:lnTo>
                    <a:pt x="492" y="254"/>
                  </a:lnTo>
                  <a:lnTo>
                    <a:pt x="499" y="251"/>
                  </a:lnTo>
                  <a:lnTo>
                    <a:pt x="509" y="244"/>
                  </a:lnTo>
                  <a:lnTo>
                    <a:pt x="521" y="240"/>
                  </a:lnTo>
                  <a:lnTo>
                    <a:pt x="535" y="232"/>
                  </a:lnTo>
                  <a:lnTo>
                    <a:pt x="542" y="228"/>
                  </a:lnTo>
                  <a:lnTo>
                    <a:pt x="552" y="228"/>
                  </a:lnTo>
                  <a:lnTo>
                    <a:pt x="561" y="228"/>
                  </a:lnTo>
                  <a:lnTo>
                    <a:pt x="563" y="228"/>
                  </a:lnTo>
                  <a:lnTo>
                    <a:pt x="566" y="228"/>
                  </a:lnTo>
                  <a:lnTo>
                    <a:pt x="568" y="230"/>
                  </a:lnTo>
                  <a:lnTo>
                    <a:pt x="570" y="230"/>
                  </a:lnTo>
                  <a:lnTo>
                    <a:pt x="573" y="230"/>
                  </a:lnTo>
                  <a:lnTo>
                    <a:pt x="575" y="230"/>
                  </a:lnTo>
                  <a:lnTo>
                    <a:pt x="575" y="232"/>
                  </a:lnTo>
                  <a:lnTo>
                    <a:pt x="575" y="232"/>
                  </a:lnTo>
                  <a:lnTo>
                    <a:pt x="580" y="235"/>
                  </a:lnTo>
                  <a:lnTo>
                    <a:pt x="582" y="237"/>
                  </a:lnTo>
                  <a:lnTo>
                    <a:pt x="587" y="237"/>
                  </a:lnTo>
                  <a:lnTo>
                    <a:pt x="587" y="240"/>
                  </a:lnTo>
                  <a:lnTo>
                    <a:pt x="587" y="240"/>
                  </a:lnTo>
                  <a:lnTo>
                    <a:pt x="592" y="240"/>
                  </a:lnTo>
                  <a:lnTo>
                    <a:pt x="594" y="240"/>
                  </a:lnTo>
                  <a:lnTo>
                    <a:pt x="596" y="244"/>
                  </a:lnTo>
                  <a:lnTo>
                    <a:pt x="599" y="244"/>
                  </a:lnTo>
                  <a:lnTo>
                    <a:pt x="604" y="244"/>
                  </a:lnTo>
                  <a:lnTo>
                    <a:pt x="606" y="247"/>
                  </a:lnTo>
                  <a:lnTo>
                    <a:pt x="618" y="247"/>
                  </a:lnTo>
                  <a:lnTo>
                    <a:pt x="623" y="249"/>
                  </a:lnTo>
                  <a:lnTo>
                    <a:pt x="623" y="249"/>
                  </a:lnTo>
                  <a:lnTo>
                    <a:pt x="627" y="247"/>
                  </a:lnTo>
                  <a:lnTo>
                    <a:pt x="630" y="247"/>
                  </a:lnTo>
                  <a:lnTo>
                    <a:pt x="632" y="249"/>
                  </a:lnTo>
                  <a:lnTo>
                    <a:pt x="634" y="249"/>
                  </a:lnTo>
                  <a:lnTo>
                    <a:pt x="639" y="251"/>
                  </a:lnTo>
                  <a:lnTo>
                    <a:pt x="641" y="251"/>
                  </a:lnTo>
                  <a:lnTo>
                    <a:pt x="644" y="251"/>
                  </a:lnTo>
                  <a:lnTo>
                    <a:pt x="644" y="251"/>
                  </a:lnTo>
                  <a:lnTo>
                    <a:pt x="644" y="251"/>
                  </a:lnTo>
                  <a:lnTo>
                    <a:pt x="646" y="251"/>
                  </a:lnTo>
                  <a:lnTo>
                    <a:pt x="646" y="251"/>
                  </a:lnTo>
                  <a:lnTo>
                    <a:pt x="646" y="251"/>
                  </a:lnTo>
                  <a:lnTo>
                    <a:pt x="651" y="25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83">
              <a:extLst>
                <a:ext uri="{FF2B5EF4-FFF2-40B4-BE49-F238E27FC236}">
                  <a16:creationId xmlns:a16="http://schemas.microsoft.com/office/drawing/2014/main" id="{1253076E-4ED0-42F0-9FA5-81AD5F726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662" y="4731368"/>
              <a:ext cx="192242" cy="89352"/>
            </a:xfrm>
            <a:custGeom>
              <a:avLst/>
              <a:gdLst>
                <a:gd name="T0" fmla="*/ 109 w 142"/>
                <a:gd name="T1" fmla="*/ 14 h 66"/>
                <a:gd name="T2" fmla="*/ 109 w 142"/>
                <a:gd name="T3" fmla="*/ 19 h 66"/>
                <a:gd name="T4" fmla="*/ 90 w 142"/>
                <a:gd name="T5" fmla="*/ 31 h 66"/>
                <a:gd name="T6" fmla="*/ 76 w 142"/>
                <a:gd name="T7" fmla="*/ 38 h 66"/>
                <a:gd name="T8" fmla="*/ 68 w 142"/>
                <a:gd name="T9" fmla="*/ 38 h 66"/>
                <a:gd name="T10" fmla="*/ 59 w 142"/>
                <a:gd name="T11" fmla="*/ 38 h 66"/>
                <a:gd name="T12" fmla="*/ 57 w 142"/>
                <a:gd name="T13" fmla="*/ 38 h 66"/>
                <a:gd name="T14" fmla="*/ 54 w 142"/>
                <a:gd name="T15" fmla="*/ 36 h 66"/>
                <a:gd name="T16" fmla="*/ 42 w 142"/>
                <a:gd name="T17" fmla="*/ 43 h 66"/>
                <a:gd name="T18" fmla="*/ 47 w 142"/>
                <a:gd name="T19" fmla="*/ 50 h 66"/>
                <a:gd name="T20" fmla="*/ 40 w 142"/>
                <a:gd name="T21" fmla="*/ 47 h 66"/>
                <a:gd name="T22" fmla="*/ 33 w 142"/>
                <a:gd name="T23" fmla="*/ 52 h 66"/>
                <a:gd name="T24" fmla="*/ 35 w 142"/>
                <a:gd name="T25" fmla="*/ 40 h 66"/>
                <a:gd name="T26" fmla="*/ 33 w 142"/>
                <a:gd name="T27" fmla="*/ 38 h 66"/>
                <a:gd name="T28" fmla="*/ 31 w 142"/>
                <a:gd name="T29" fmla="*/ 40 h 66"/>
                <a:gd name="T30" fmla="*/ 31 w 142"/>
                <a:gd name="T31" fmla="*/ 38 h 66"/>
                <a:gd name="T32" fmla="*/ 21 w 142"/>
                <a:gd name="T33" fmla="*/ 33 h 66"/>
                <a:gd name="T34" fmla="*/ 14 w 142"/>
                <a:gd name="T35" fmla="*/ 33 h 66"/>
                <a:gd name="T36" fmla="*/ 14 w 142"/>
                <a:gd name="T37" fmla="*/ 28 h 66"/>
                <a:gd name="T38" fmla="*/ 14 w 142"/>
                <a:gd name="T39" fmla="*/ 19 h 66"/>
                <a:gd name="T40" fmla="*/ 5 w 142"/>
                <a:gd name="T41" fmla="*/ 12 h 66"/>
                <a:gd name="T42" fmla="*/ 0 w 142"/>
                <a:gd name="T43" fmla="*/ 38 h 66"/>
                <a:gd name="T44" fmla="*/ 12 w 142"/>
                <a:gd name="T45" fmla="*/ 47 h 66"/>
                <a:gd name="T46" fmla="*/ 19 w 142"/>
                <a:gd name="T47" fmla="*/ 47 h 66"/>
                <a:gd name="T48" fmla="*/ 24 w 142"/>
                <a:gd name="T49" fmla="*/ 50 h 66"/>
                <a:gd name="T50" fmla="*/ 24 w 142"/>
                <a:gd name="T51" fmla="*/ 62 h 66"/>
                <a:gd name="T52" fmla="*/ 35 w 142"/>
                <a:gd name="T53" fmla="*/ 57 h 66"/>
                <a:gd name="T54" fmla="*/ 40 w 142"/>
                <a:gd name="T55" fmla="*/ 57 h 66"/>
                <a:gd name="T56" fmla="*/ 52 w 142"/>
                <a:gd name="T57" fmla="*/ 57 h 66"/>
                <a:gd name="T58" fmla="*/ 52 w 142"/>
                <a:gd name="T59" fmla="*/ 62 h 66"/>
                <a:gd name="T60" fmla="*/ 64 w 142"/>
                <a:gd name="T61" fmla="*/ 64 h 66"/>
                <a:gd name="T62" fmla="*/ 68 w 142"/>
                <a:gd name="T63" fmla="*/ 62 h 66"/>
                <a:gd name="T64" fmla="*/ 76 w 142"/>
                <a:gd name="T65" fmla="*/ 62 h 66"/>
                <a:gd name="T66" fmla="*/ 90 w 142"/>
                <a:gd name="T67" fmla="*/ 55 h 66"/>
                <a:gd name="T68" fmla="*/ 83 w 142"/>
                <a:gd name="T69" fmla="*/ 57 h 66"/>
                <a:gd name="T70" fmla="*/ 87 w 142"/>
                <a:gd name="T71" fmla="*/ 50 h 66"/>
                <a:gd name="T72" fmla="*/ 92 w 142"/>
                <a:gd name="T73" fmla="*/ 40 h 66"/>
                <a:gd name="T74" fmla="*/ 90 w 142"/>
                <a:gd name="T75" fmla="*/ 45 h 66"/>
                <a:gd name="T76" fmla="*/ 90 w 142"/>
                <a:gd name="T77" fmla="*/ 50 h 66"/>
                <a:gd name="T78" fmla="*/ 97 w 142"/>
                <a:gd name="T79" fmla="*/ 50 h 66"/>
                <a:gd name="T80" fmla="*/ 102 w 142"/>
                <a:gd name="T81" fmla="*/ 50 h 66"/>
                <a:gd name="T82" fmla="*/ 106 w 142"/>
                <a:gd name="T83" fmla="*/ 52 h 66"/>
                <a:gd name="T84" fmla="*/ 102 w 142"/>
                <a:gd name="T85" fmla="*/ 62 h 66"/>
                <a:gd name="T86" fmla="*/ 109 w 142"/>
                <a:gd name="T87" fmla="*/ 62 h 66"/>
                <a:gd name="T88" fmla="*/ 118 w 142"/>
                <a:gd name="T89" fmla="*/ 64 h 66"/>
                <a:gd name="T90" fmla="*/ 130 w 142"/>
                <a:gd name="T91" fmla="*/ 57 h 66"/>
                <a:gd name="T92" fmla="*/ 125 w 142"/>
                <a:gd name="T93" fmla="*/ 52 h 66"/>
                <a:gd name="T94" fmla="*/ 130 w 142"/>
                <a:gd name="T95" fmla="*/ 45 h 66"/>
                <a:gd name="T96" fmla="*/ 128 w 142"/>
                <a:gd name="T97" fmla="*/ 43 h 66"/>
                <a:gd name="T98" fmla="*/ 118 w 142"/>
                <a:gd name="T99" fmla="*/ 40 h 66"/>
                <a:gd name="T100" fmla="*/ 118 w 142"/>
                <a:gd name="T101" fmla="*/ 38 h 66"/>
                <a:gd name="T102" fmla="*/ 118 w 142"/>
                <a:gd name="T103" fmla="*/ 36 h 66"/>
                <a:gd name="T104" fmla="*/ 121 w 142"/>
                <a:gd name="T105" fmla="*/ 28 h 66"/>
                <a:gd name="T106" fmla="*/ 125 w 142"/>
                <a:gd name="T107" fmla="*/ 21 h 66"/>
                <a:gd name="T108" fmla="*/ 130 w 142"/>
                <a:gd name="T109" fmla="*/ 17 h 66"/>
                <a:gd name="T110" fmla="*/ 139 w 142"/>
                <a:gd name="T111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2" h="66">
                  <a:moveTo>
                    <a:pt x="139" y="0"/>
                  </a:moveTo>
                  <a:lnTo>
                    <a:pt x="139" y="0"/>
                  </a:lnTo>
                  <a:lnTo>
                    <a:pt x="132" y="0"/>
                  </a:lnTo>
                  <a:lnTo>
                    <a:pt x="128" y="2"/>
                  </a:lnTo>
                  <a:lnTo>
                    <a:pt x="125" y="7"/>
                  </a:lnTo>
                  <a:lnTo>
                    <a:pt x="118" y="10"/>
                  </a:lnTo>
                  <a:lnTo>
                    <a:pt x="111" y="14"/>
                  </a:lnTo>
                  <a:lnTo>
                    <a:pt x="109" y="14"/>
                  </a:lnTo>
                  <a:lnTo>
                    <a:pt x="109" y="14"/>
                  </a:lnTo>
                  <a:lnTo>
                    <a:pt x="106" y="14"/>
                  </a:lnTo>
                  <a:lnTo>
                    <a:pt x="106" y="17"/>
                  </a:lnTo>
                  <a:lnTo>
                    <a:pt x="102" y="19"/>
                  </a:lnTo>
                  <a:lnTo>
                    <a:pt x="102" y="21"/>
                  </a:lnTo>
                  <a:lnTo>
                    <a:pt x="104" y="21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99" y="24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0" y="31"/>
                  </a:lnTo>
                  <a:lnTo>
                    <a:pt x="83" y="33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40"/>
                  </a:lnTo>
                  <a:lnTo>
                    <a:pt x="73" y="40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1" y="38"/>
                  </a:lnTo>
                  <a:lnTo>
                    <a:pt x="68" y="38"/>
                  </a:lnTo>
                  <a:lnTo>
                    <a:pt x="68" y="38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4" y="36"/>
                  </a:lnTo>
                  <a:lnTo>
                    <a:pt x="61" y="36"/>
                  </a:lnTo>
                  <a:lnTo>
                    <a:pt x="59" y="36"/>
                  </a:lnTo>
                  <a:lnTo>
                    <a:pt x="59" y="38"/>
                  </a:lnTo>
                  <a:lnTo>
                    <a:pt x="59" y="38"/>
                  </a:lnTo>
                  <a:lnTo>
                    <a:pt x="61" y="38"/>
                  </a:lnTo>
                  <a:lnTo>
                    <a:pt x="61" y="38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9" y="40"/>
                  </a:lnTo>
                  <a:lnTo>
                    <a:pt x="57" y="40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6"/>
                  </a:lnTo>
                  <a:lnTo>
                    <a:pt x="57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8"/>
                  </a:lnTo>
                  <a:lnTo>
                    <a:pt x="54" y="36"/>
                  </a:lnTo>
                  <a:lnTo>
                    <a:pt x="52" y="36"/>
                  </a:lnTo>
                  <a:lnTo>
                    <a:pt x="47" y="38"/>
                  </a:lnTo>
                  <a:lnTo>
                    <a:pt x="45" y="38"/>
                  </a:lnTo>
                  <a:lnTo>
                    <a:pt x="42" y="40"/>
                  </a:lnTo>
                  <a:lnTo>
                    <a:pt x="42" y="43"/>
                  </a:lnTo>
                  <a:lnTo>
                    <a:pt x="42" y="43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2" y="45"/>
                  </a:lnTo>
                  <a:lnTo>
                    <a:pt x="45" y="45"/>
                  </a:lnTo>
                  <a:lnTo>
                    <a:pt x="45" y="47"/>
                  </a:lnTo>
                  <a:lnTo>
                    <a:pt x="47" y="47"/>
                  </a:lnTo>
                  <a:lnTo>
                    <a:pt x="47" y="50"/>
                  </a:lnTo>
                  <a:lnTo>
                    <a:pt x="47" y="50"/>
                  </a:lnTo>
                  <a:lnTo>
                    <a:pt x="42" y="52"/>
                  </a:lnTo>
                  <a:lnTo>
                    <a:pt x="40" y="52"/>
                  </a:lnTo>
                  <a:lnTo>
                    <a:pt x="40" y="50"/>
                  </a:lnTo>
                  <a:lnTo>
                    <a:pt x="40" y="50"/>
                  </a:lnTo>
                  <a:lnTo>
                    <a:pt x="40" y="50"/>
                  </a:lnTo>
                  <a:lnTo>
                    <a:pt x="40" y="50"/>
                  </a:lnTo>
                  <a:lnTo>
                    <a:pt x="40" y="47"/>
                  </a:lnTo>
                  <a:lnTo>
                    <a:pt x="40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5" y="50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0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1" y="38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4" y="36"/>
                  </a:lnTo>
                  <a:lnTo>
                    <a:pt x="21" y="33"/>
                  </a:lnTo>
                  <a:lnTo>
                    <a:pt x="21" y="33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4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2" y="17"/>
                  </a:lnTo>
                  <a:lnTo>
                    <a:pt x="12" y="14"/>
                  </a:lnTo>
                  <a:lnTo>
                    <a:pt x="9" y="10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5" y="12"/>
                  </a:lnTo>
                  <a:lnTo>
                    <a:pt x="2" y="19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2" y="52"/>
                  </a:lnTo>
                  <a:lnTo>
                    <a:pt x="5" y="52"/>
                  </a:lnTo>
                  <a:lnTo>
                    <a:pt x="5" y="52"/>
                  </a:lnTo>
                  <a:lnTo>
                    <a:pt x="7" y="50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9" y="50"/>
                  </a:lnTo>
                  <a:lnTo>
                    <a:pt x="19" y="47"/>
                  </a:lnTo>
                  <a:lnTo>
                    <a:pt x="19" y="43"/>
                  </a:lnTo>
                  <a:lnTo>
                    <a:pt x="21" y="45"/>
                  </a:lnTo>
                  <a:lnTo>
                    <a:pt x="21" y="45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4" y="47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1" y="52"/>
                  </a:lnTo>
                  <a:lnTo>
                    <a:pt x="24" y="55"/>
                  </a:lnTo>
                  <a:lnTo>
                    <a:pt x="24" y="57"/>
                  </a:lnTo>
                  <a:lnTo>
                    <a:pt x="26" y="62"/>
                  </a:lnTo>
                  <a:lnTo>
                    <a:pt x="24" y="59"/>
                  </a:lnTo>
                  <a:lnTo>
                    <a:pt x="24" y="62"/>
                  </a:lnTo>
                  <a:lnTo>
                    <a:pt x="26" y="62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64"/>
                  </a:lnTo>
                  <a:lnTo>
                    <a:pt x="28" y="62"/>
                  </a:lnTo>
                  <a:lnTo>
                    <a:pt x="35" y="62"/>
                  </a:lnTo>
                  <a:lnTo>
                    <a:pt x="35" y="59"/>
                  </a:lnTo>
                  <a:lnTo>
                    <a:pt x="35" y="57"/>
                  </a:lnTo>
                  <a:lnTo>
                    <a:pt x="38" y="57"/>
                  </a:lnTo>
                  <a:lnTo>
                    <a:pt x="38" y="57"/>
                  </a:lnTo>
                  <a:lnTo>
                    <a:pt x="38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2" y="57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7"/>
                  </a:lnTo>
                  <a:lnTo>
                    <a:pt x="52" y="57"/>
                  </a:lnTo>
                  <a:lnTo>
                    <a:pt x="50" y="57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50" y="62"/>
                  </a:lnTo>
                  <a:lnTo>
                    <a:pt x="52" y="62"/>
                  </a:lnTo>
                  <a:lnTo>
                    <a:pt x="54" y="62"/>
                  </a:lnTo>
                  <a:lnTo>
                    <a:pt x="54" y="64"/>
                  </a:lnTo>
                  <a:lnTo>
                    <a:pt x="57" y="64"/>
                  </a:lnTo>
                  <a:lnTo>
                    <a:pt x="57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68" y="62"/>
                  </a:lnTo>
                  <a:lnTo>
                    <a:pt x="68" y="62"/>
                  </a:lnTo>
                  <a:lnTo>
                    <a:pt x="68" y="62"/>
                  </a:lnTo>
                  <a:lnTo>
                    <a:pt x="71" y="62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3" y="62"/>
                  </a:lnTo>
                  <a:lnTo>
                    <a:pt x="73" y="62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6" y="62"/>
                  </a:lnTo>
                  <a:lnTo>
                    <a:pt x="78" y="64"/>
                  </a:lnTo>
                  <a:lnTo>
                    <a:pt x="78" y="62"/>
                  </a:lnTo>
                  <a:lnTo>
                    <a:pt x="83" y="62"/>
                  </a:lnTo>
                  <a:lnTo>
                    <a:pt x="85" y="62"/>
                  </a:lnTo>
                  <a:lnTo>
                    <a:pt x="85" y="62"/>
                  </a:lnTo>
                  <a:lnTo>
                    <a:pt x="85" y="59"/>
                  </a:lnTo>
                  <a:lnTo>
                    <a:pt x="87" y="57"/>
                  </a:lnTo>
                  <a:lnTo>
                    <a:pt x="90" y="55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5" y="55"/>
                  </a:lnTo>
                  <a:lnTo>
                    <a:pt x="85" y="57"/>
                  </a:lnTo>
                  <a:lnTo>
                    <a:pt x="85" y="57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83" y="57"/>
                  </a:lnTo>
                  <a:lnTo>
                    <a:pt x="83" y="55"/>
                  </a:lnTo>
                  <a:lnTo>
                    <a:pt x="83" y="55"/>
                  </a:lnTo>
                  <a:lnTo>
                    <a:pt x="85" y="55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83" y="50"/>
                  </a:lnTo>
                  <a:lnTo>
                    <a:pt x="85" y="50"/>
                  </a:lnTo>
                  <a:lnTo>
                    <a:pt x="87" y="50"/>
                  </a:lnTo>
                  <a:lnTo>
                    <a:pt x="87" y="50"/>
                  </a:lnTo>
                  <a:lnTo>
                    <a:pt x="87" y="50"/>
                  </a:lnTo>
                  <a:lnTo>
                    <a:pt x="87" y="47"/>
                  </a:lnTo>
                  <a:lnTo>
                    <a:pt x="87" y="45"/>
                  </a:lnTo>
                  <a:lnTo>
                    <a:pt x="90" y="45"/>
                  </a:lnTo>
                  <a:lnTo>
                    <a:pt x="90" y="43"/>
                  </a:lnTo>
                  <a:lnTo>
                    <a:pt x="90" y="40"/>
                  </a:lnTo>
                  <a:lnTo>
                    <a:pt x="92" y="40"/>
                  </a:lnTo>
                  <a:lnTo>
                    <a:pt x="92" y="38"/>
                  </a:lnTo>
                  <a:lnTo>
                    <a:pt x="92" y="4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50"/>
                  </a:lnTo>
                  <a:lnTo>
                    <a:pt x="90" y="50"/>
                  </a:lnTo>
                  <a:lnTo>
                    <a:pt x="90" y="50"/>
                  </a:lnTo>
                  <a:lnTo>
                    <a:pt x="90" y="52"/>
                  </a:lnTo>
                  <a:lnTo>
                    <a:pt x="90" y="52"/>
                  </a:lnTo>
                  <a:lnTo>
                    <a:pt x="90" y="52"/>
                  </a:lnTo>
                  <a:lnTo>
                    <a:pt x="92" y="52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9" y="50"/>
                  </a:lnTo>
                  <a:lnTo>
                    <a:pt x="99" y="50"/>
                  </a:lnTo>
                  <a:lnTo>
                    <a:pt x="102" y="50"/>
                  </a:lnTo>
                  <a:lnTo>
                    <a:pt x="99" y="52"/>
                  </a:lnTo>
                  <a:lnTo>
                    <a:pt x="102" y="55"/>
                  </a:lnTo>
                  <a:lnTo>
                    <a:pt x="102" y="55"/>
                  </a:lnTo>
                  <a:lnTo>
                    <a:pt x="102" y="55"/>
                  </a:lnTo>
                  <a:lnTo>
                    <a:pt x="102" y="52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6" y="52"/>
                  </a:lnTo>
                  <a:lnTo>
                    <a:pt x="104" y="52"/>
                  </a:lnTo>
                  <a:lnTo>
                    <a:pt x="104" y="57"/>
                  </a:lnTo>
                  <a:lnTo>
                    <a:pt x="104" y="57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62"/>
                  </a:lnTo>
                  <a:lnTo>
                    <a:pt x="99" y="62"/>
                  </a:lnTo>
                  <a:lnTo>
                    <a:pt x="102" y="62"/>
                  </a:lnTo>
                  <a:lnTo>
                    <a:pt x="106" y="59"/>
                  </a:lnTo>
                  <a:lnTo>
                    <a:pt x="109" y="59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9" y="62"/>
                  </a:lnTo>
                  <a:lnTo>
                    <a:pt x="109" y="62"/>
                  </a:lnTo>
                  <a:lnTo>
                    <a:pt x="111" y="62"/>
                  </a:lnTo>
                  <a:lnTo>
                    <a:pt x="111" y="62"/>
                  </a:lnTo>
                  <a:lnTo>
                    <a:pt x="111" y="62"/>
                  </a:lnTo>
                  <a:lnTo>
                    <a:pt x="109" y="64"/>
                  </a:lnTo>
                  <a:lnTo>
                    <a:pt x="113" y="64"/>
                  </a:lnTo>
                  <a:lnTo>
                    <a:pt x="113" y="64"/>
                  </a:lnTo>
                  <a:lnTo>
                    <a:pt x="118" y="64"/>
                  </a:lnTo>
                  <a:lnTo>
                    <a:pt x="118" y="64"/>
                  </a:lnTo>
                  <a:lnTo>
                    <a:pt x="118" y="64"/>
                  </a:lnTo>
                  <a:lnTo>
                    <a:pt x="121" y="64"/>
                  </a:lnTo>
                  <a:lnTo>
                    <a:pt x="121" y="64"/>
                  </a:lnTo>
                  <a:lnTo>
                    <a:pt x="121" y="62"/>
                  </a:lnTo>
                  <a:lnTo>
                    <a:pt x="121" y="62"/>
                  </a:lnTo>
                  <a:lnTo>
                    <a:pt x="121" y="62"/>
                  </a:lnTo>
                  <a:lnTo>
                    <a:pt x="123" y="62"/>
                  </a:lnTo>
                  <a:lnTo>
                    <a:pt x="130" y="57"/>
                  </a:lnTo>
                  <a:lnTo>
                    <a:pt x="132" y="52"/>
                  </a:lnTo>
                  <a:lnTo>
                    <a:pt x="132" y="50"/>
                  </a:lnTo>
                  <a:lnTo>
                    <a:pt x="132" y="50"/>
                  </a:lnTo>
                  <a:lnTo>
                    <a:pt x="130" y="50"/>
                  </a:lnTo>
                  <a:lnTo>
                    <a:pt x="130" y="52"/>
                  </a:lnTo>
                  <a:lnTo>
                    <a:pt x="128" y="52"/>
                  </a:lnTo>
                  <a:lnTo>
                    <a:pt x="125" y="52"/>
                  </a:lnTo>
                  <a:lnTo>
                    <a:pt x="125" y="52"/>
                  </a:lnTo>
                  <a:lnTo>
                    <a:pt x="128" y="50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0" y="47"/>
                  </a:lnTo>
                  <a:lnTo>
                    <a:pt x="130" y="47"/>
                  </a:lnTo>
                  <a:lnTo>
                    <a:pt x="130" y="47"/>
                  </a:lnTo>
                  <a:lnTo>
                    <a:pt x="130" y="45"/>
                  </a:lnTo>
                  <a:lnTo>
                    <a:pt x="130" y="45"/>
                  </a:lnTo>
                  <a:lnTo>
                    <a:pt x="130" y="43"/>
                  </a:lnTo>
                  <a:lnTo>
                    <a:pt x="128" y="40"/>
                  </a:lnTo>
                  <a:lnTo>
                    <a:pt x="125" y="40"/>
                  </a:lnTo>
                  <a:lnTo>
                    <a:pt x="125" y="40"/>
                  </a:lnTo>
                  <a:lnTo>
                    <a:pt x="125" y="40"/>
                  </a:lnTo>
                  <a:lnTo>
                    <a:pt x="128" y="40"/>
                  </a:lnTo>
                  <a:lnTo>
                    <a:pt x="128" y="43"/>
                  </a:lnTo>
                  <a:lnTo>
                    <a:pt x="128" y="43"/>
                  </a:lnTo>
                  <a:lnTo>
                    <a:pt x="123" y="43"/>
                  </a:lnTo>
                  <a:lnTo>
                    <a:pt x="123" y="43"/>
                  </a:lnTo>
                  <a:lnTo>
                    <a:pt x="123" y="43"/>
                  </a:lnTo>
                  <a:lnTo>
                    <a:pt x="123" y="40"/>
                  </a:lnTo>
                  <a:lnTo>
                    <a:pt x="123" y="40"/>
                  </a:lnTo>
                  <a:lnTo>
                    <a:pt x="121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18" y="38"/>
                  </a:lnTo>
                  <a:lnTo>
                    <a:pt x="121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3" y="36"/>
                  </a:lnTo>
                  <a:lnTo>
                    <a:pt x="121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21" y="36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5" y="31"/>
                  </a:lnTo>
                  <a:lnTo>
                    <a:pt x="125" y="31"/>
                  </a:lnTo>
                  <a:lnTo>
                    <a:pt x="123" y="28"/>
                  </a:lnTo>
                  <a:lnTo>
                    <a:pt x="121" y="31"/>
                  </a:lnTo>
                  <a:lnTo>
                    <a:pt x="121" y="28"/>
                  </a:lnTo>
                  <a:lnTo>
                    <a:pt x="125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3" y="24"/>
                  </a:lnTo>
                  <a:lnTo>
                    <a:pt x="125" y="24"/>
                  </a:lnTo>
                  <a:lnTo>
                    <a:pt x="125" y="24"/>
                  </a:lnTo>
                  <a:lnTo>
                    <a:pt x="128" y="21"/>
                  </a:lnTo>
                  <a:lnTo>
                    <a:pt x="125" y="21"/>
                  </a:lnTo>
                  <a:lnTo>
                    <a:pt x="125" y="19"/>
                  </a:lnTo>
                  <a:lnTo>
                    <a:pt x="125" y="19"/>
                  </a:lnTo>
                  <a:lnTo>
                    <a:pt x="123" y="19"/>
                  </a:lnTo>
                  <a:lnTo>
                    <a:pt x="125" y="19"/>
                  </a:lnTo>
                  <a:lnTo>
                    <a:pt x="128" y="19"/>
                  </a:lnTo>
                  <a:lnTo>
                    <a:pt x="128" y="19"/>
                  </a:lnTo>
                  <a:lnTo>
                    <a:pt x="130" y="17"/>
                  </a:lnTo>
                  <a:lnTo>
                    <a:pt x="130" y="17"/>
                  </a:lnTo>
                  <a:lnTo>
                    <a:pt x="128" y="14"/>
                  </a:lnTo>
                  <a:lnTo>
                    <a:pt x="130" y="17"/>
                  </a:lnTo>
                  <a:lnTo>
                    <a:pt x="130" y="17"/>
                  </a:lnTo>
                  <a:lnTo>
                    <a:pt x="132" y="17"/>
                  </a:lnTo>
                  <a:lnTo>
                    <a:pt x="132" y="14"/>
                  </a:lnTo>
                  <a:lnTo>
                    <a:pt x="135" y="14"/>
                  </a:lnTo>
                  <a:lnTo>
                    <a:pt x="139" y="5"/>
                  </a:lnTo>
                  <a:lnTo>
                    <a:pt x="139" y="2"/>
                  </a:lnTo>
                  <a:lnTo>
                    <a:pt x="142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84">
              <a:extLst>
                <a:ext uri="{FF2B5EF4-FFF2-40B4-BE49-F238E27FC236}">
                  <a16:creationId xmlns:a16="http://schemas.microsoft.com/office/drawing/2014/main" id="{010148B2-65C1-4312-B158-64FA1AD39B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7615" y="3219159"/>
              <a:ext cx="1195418" cy="1852017"/>
            </a:xfrm>
            <a:custGeom>
              <a:avLst/>
              <a:gdLst>
                <a:gd name="T0" fmla="*/ 159 w 883"/>
                <a:gd name="T1" fmla="*/ 786 h 1368"/>
                <a:gd name="T2" fmla="*/ 173 w 883"/>
                <a:gd name="T3" fmla="*/ 899 h 1368"/>
                <a:gd name="T4" fmla="*/ 173 w 883"/>
                <a:gd name="T5" fmla="*/ 833 h 1368"/>
                <a:gd name="T6" fmla="*/ 332 w 883"/>
                <a:gd name="T7" fmla="*/ 1247 h 1368"/>
                <a:gd name="T8" fmla="*/ 220 w 883"/>
                <a:gd name="T9" fmla="*/ 1053 h 1368"/>
                <a:gd name="T10" fmla="*/ 133 w 883"/>
                <a:gd name="T11" fmla="*/ 1020 h 1368"/>
                <a:gd name="T12" fmla="*/ 159 w 883"/>
                <a:gd name="T13" fmla="*/ 1063 h 1368"/>
                <a:gd name="T14" fmla="*/ 190 w 883"/>
                <a:gd name="T15" fmla="*/ 1129 h 1368"/>
                <a:gd name="T16" fmla="*/ 225 w 883"/>
                <a:gd name="T17" fmla="*/ 1181 h 1368"/>
                <a:gd name="T18" fmla="*/ 263 w 883"/>
                <a:gd name="T19" fmla="*/ 1252 h 1368"/>
                <a:gd name="T20" fmla="*/ 223 w 883"/>
                <a:gd name="T21" fmla="*/ 885 h 1368"/>
                <a:gd name="T22" fmla="*/ 135 w 883"/>
                <a:gd name="T23" fmla="*/ 712 h 1368"/>
                <a:gd name="T24" fmla="*/ 133 w 883"/>
                <a:gd name="T25" fmla="*/ 625 h 1368"/>
                <a:gd name="T26" fmla="*/ 29 w 883"/>
                <a:gd name="T27" fmla="*/ 743 h 1368"/>
                <a:gd name="T28" fmla="*/ 45 w 883"/>
                <a:gd name="T29" fmla="*/ 824 h 1368"/>
                <a:gd name="T30" fmla="*/ 19 w 883"/>
                <a:gd name="T31" fmla="*/ 748 h 1368"/>
                <a:gd name="T32" fmla="*/ 34 w 883"/>
                <a:gd name="T33" fmla="*/ 793 h 1368"/>
                <a:gd name="T34" fmla="*/ 43 w 883"/>
                <a:gd name="T35" fmla="*/ 738 h 1368"/>
                <a:gd name="T36" fmla="*/ 123 w 883"/>
                <a:gd name="T37" fmla="*/ 729 h 1368"/>
                <a:gd name="T38" fmla="*/ 171 w 883"/>
                <a:gd name="T39" fmla="*/ 821 h 1368"/>
                <a:gd name="T40" fmla="*/ 202 w 883"/>
                <a:gd name="T41" fmla="*/ 743 h 1368"/>
                <a:gd name="T42" fmla="*/ 152 w 883"/>
                <a:gd name="T43" fmla="*/ 712 h 1368"/>
                <a:gd name="T44" fmla="*/ 133 w 883"/>
                <a:gd name="T45" fmla="*/ 658 h 1368"/>
                <a:gd name="T46" fmla="*/ 273 w 883"/>
                <a:gd name="T47" fmla="*/ 1074 h 1368"/>
                <a:gd name="T48" fmla="*/ 303 w 883"/>
                <a:gd name="T49" fmla="*/ 1108 h 1368"/>
                <a:gd name="T50" fmla="*/ 289 w 883"/>
                <a:gd name="T51" fmla="*/ 1103 h 1368"/>
                <a:gd name="T52" fmla="*/ 334 w 883"/>
                <a:gd name="T53" fmla="*/ 1221 h 1368"/>
                <a:gd name="T54" fmla="*/ 348 w 883"/>
                <a:gd name="T55" fmla="*/ 1247 h 1368"/>
                <a:gd name="T56" fmla="*/ 874 w 883"/>
                <a:gd name="T57" fmla="*/ 1349 h 1368"/>
                <a:gd name="T58" fmla="*/ 864 w 883"/>
                <a:gd name="T59" fmla="*/ 1266 h 1368"/>
                <a:gd name="T60" fmla="*/ 824 w 883"/>
                <a:gd name="T61" fmla="*/ 1172 h 1368"/>
                <a:gd name="T62" fmla="*/ 767 w 883"/>
                <a:gd name="T63" fmla="*/ 1072 h 1368"/>
                <a:gd name="T64" fmla="*/ 717 w 883"/>
                <a:gd name="T65" fmla="*/ 992 h 1368"/>
                <a:gd name="T66" fmla="*/ 663 w 883"/>
                <a:gd name="T67" fmla="*/ 914 h 1368"/>
                <a:gd name="T68" fmla="*/ 216 w 883"/>
                <a:gd name="T69" fmla="*/ 102 h 1368"/>
                <a:gd name="T70" fmla="*/ 220 w 883"/>
                <a:gd name="T71" fmla="*/ 532 h 1368"/>
                <a:gd name="T72" fmla="*/ 225 w 883"/>
                <a:gd name="T73" fmla="*/ 575 h 1368"/>
                <a:gd name="T74" fmla="*/ 173 w 883"/>
                <a:gd name="T75" fmla="*/ 644 h 1368"/>
                <a:gd name="T76" fmla="*/ 180 w 883"/>
                <a:gd name="T77" fmla="*/ 670 h 1368"/>
                <a:gd name="T78" fmla="*/ 199 w 883"/>
                <a:gd name="T79" fmla="*/ 719 h 1368"/>
                <a:gd name="T80" fmla="*/ 237 w 883"/>
                <a:gd name="T81" fmla="*/ 774 h 1368"/>
                <a:gd name="T82" fmla="*/ 202 w 883"/>
                <a:gd name="T83" fmla="*/ 786 h 1368"/>
                <a:gd name="T84" fmla="*/ 211 w 883"/>
                <a:gd name="T85" fmla="*/ 852 h 1368"/>
                <a:gd name="T86" fmla="*/ 265 w 883"/>
                <a:gd name="T87" fmla="*/ 857 h 1368"/>
                <a:gd name="T88" fmla="*/ 192 w 883"/>
                <a:gd name="T89" fmla="*/ 906 h 1368"/>
                <a:gd name="T90" fmla="*/ 254 w 883"/>
                <a:gd name="T91" fmla="*/ 947 h 1368"/>
                <a:gd name="T92" fmla="*/ 209 w 883"/>
                <a:gd name="T93" fmla="*/ 1008 h 1368"/>
                <a:gd name="T94" fmla="*/ 275 w 883"/>
                <a:gd name="T95" fmla="*/ 1037 h 1368"/>
                <a:gd name="T96" fmla="*/ 275 w 883"/>
                <a:gd name="T97" fmla="*/ 1060 h 1368"/>
                <a:gd name="T98" fmla="*/ 299 w 883"/>
                <a:gd name="T99" fmla="*/ 1079 h 1368"/>
                <a:gd name="T100" fmla="*/ 332 w 883"/>
                <a:gd name="T101" fmla="*/ 1155 h 1368"/>
                <a:gd name="T102" fmla="*/ 332 w 883"/>
                <a:gd name="T103" fmla="*/ 1164 h 1368"/>
                <a:gd name="T104" fmla="*/ 362 w 883"/>
                <a:gd name="T105" fmla="*/ 1231 h 1368"/>
                <a:gd name="T106" fmla="*/ 173 w 883"/>
                <a:gd name="T107" fmla="*/ 615 h 1368"/>
                <a:gd name="T108" fmla="*/ 355 w 883"/>
                <a:gd name="T109" fmla="*/ 1205 h 1368"/>
                <a:gd name="T110" fmla="*/ 355 w 883"/>
                <a:gd name="T111" fmla="*/ 1200 h 1368"/>
                <a:gd name="T112" fmla="*/ 341 w 883"/>
                <a:gd name="T113" fmla="*/ 1261 h 1368"/>
                <a:gd name="T114" fmla="*/ 31 w 883"/>
                <a:gd name="T115" fmla="*/ 750 h 1368"/>
                <a:gd name="T116" fmla="*/ 334 w 883"/>
                <a:gd name="T117" fmla="*/ 1235 h 1368"/>
                <a:gd name="T118" fmla="*/ 48 w 883"/>
                <a:gd name="T119" fmla="*/ 658 h 1368"/>
                <a:gd name="T120" fmla="*/ 31 w 883"/>
                <a:gd name="T121" fmla="*/ 632 h 1368"/>
                <a:gd name="T122" fmla="*/ 3 w 883"/>
                <a:gd name="T123" fmla="*/ 655 h 1368"/>
                <a:gd name="T124" fmla="*/ 12 w 883"/>
                <a:gd name="T125" fmla="*/ 700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83" h="1368">
                  <a:moveTo>
                    <a:pt x="164" y="826"/>
                  </a:moveTo>
                  <a:lnTo>
                    <a:pt x="164" y="824"/>
                  </a:lnTo>
                  <a:lnTo>
                    <a:pt x="166" y="824"/>
                  </a:lnTo>
                  <a:lnTo>
                    <a:pt x="164" y="821"/>
                  </a:lnTo>
                  <a:lnTo>
                    <a:pt x="161" y="812"/>
                  </a:lnTo>
                  <a:lnTo>
                    <a:pt x="161" y="809"/>
                  </a:lnTo>
                  <a:lnTo>
                    <a:pt x="161" y="807"/>
                  </a:lnTo>
                  <a:lnTo>
                    <a:pt x="159" y="807"/>
                  </a:lnTo>
                  <a:lnTo>
                    <a:pt x="159" y="805"/>
                  </a:lnTo>
                  <a:lnTo>
                    <a:pt x="159" y="802"/>
                  </a:lnTo>
                  <a:lnTo>
                    <a:pt x="157" y="798"/>
                  </a:lnTo>
                  <a:lnTo>
                    <a:pt x="154" y="798"/>
                  </a:lnTo>
                  <a:lnTo>
                    <a:pt x="154" y="800"/>
                  </a:lnTo>
                  <a:lnTo>
                    <a:pt x="154" y="800"/>
                  </a:lnTo>
                  <a:lnTo>
                    <a:pt x="152" y="802"/>
                  </a:lnTo>
                  <a:lnTo>
                    <a:pt x="152" y="802"/>
                  </a:lnTo>
                  <a:lnTo>
                    <a:pt x="152" y="805"/>
                  </a:lnTo>
                  <a:lnTo>
                    <a:pt x="152" y="805"/>
                  </a:lnTo>
                  <a:lnTo>
                    <a:pt x="152" y="807"/>
                  </a:lnTo>
                  <a:lnTo>
                    <a:pt x="152" y="807"/>
                  </a:lnTo>
                  <a:lnTo>
                    <a:pt x="154" y="809"/>
                  </a:lnTo>
                  <a:lnTo>
                    <a:pt x="154" y="812"/>
                  </a:lnTo>
                  <a:lnTo>
                    <a:pt x="154" y="812"/>
                  </a:lnTo>
                  <a:lnTo>
                    <a:pt x="154" y="812"/>
                  </a:lnTo>
                  <a:lnTo>
                    <a:pt x="152" y="812"/>
                  </a:lnTo>
                  <a:lnTo>
                    <a:pt x="152" y="812"/>
                  </a:lnTo>
                  <a:lnTo>
                    <a:pt x="152" y="816"/>
                  </a:lnTo>
                  <a:lnTo>
                    <a:pt x="154" y="819"/>
                  </a:lnTo>
                  <a:lnTo>
                    <a:pt x="154" y="819"/>
                  </a:lnTo>
                  <a:lnTo>
                    <a:pt x="154" y="821"/>
                  </a:lnTo>
                  <a:lnTo>
                    <a:pt x="154" y="824"/>
                  </a:lnTo>
                  <a:lnTo>
                    <a:pt x="154" y="824"/>
                  </a:lnTo>
                  <a:lnTo>
                    <a:pt x="157" y="824"/>
                  </a:lnTo>
                  <a:lnTo>
                    <a:pt x="154" y="826"/>
                  </a:lnTo>
                  <a:lnTo>
                    <a:pt x="154" y="828"/>
                  </a:lnTo>
                  <a:lnTo>
                    <a:pt x="157" y="828"/>
                  </a:lnTo>
                  <a:lnTo>
                    <a:pt x="157" y="828"/>
                  </a:lnTo>
                  <a:lnTo>
                    <a:pt x="157" y="828"/>
                  </a:lnTo>
                  <a:lnTo>
                    <a:pt x="159" y="828"/>
                  </a:lnTo>
                  <a:lnTo>
                    <a:pt x="157" y="831"/>
                  </a:lnTo>
                  <a:lnTo>
                    <a:pt x="157" y="831"/>
                  </a:lnTo>
                  <a:lnTo>
                    <a:pt x="157" y="833"/>
                  </a:lnTo>
                  <a:lnTo>
                    <a:pt x="157" y="833"/>
                  </a:lnTo>
                  <a:lnTo>
                    <a:pt x="157" y="833"/>
                  </a:lnTo>
                  <a:lnTo>
                    <a:pt x="157" y="835"/>
                  </a:lnTo>
                  <a:lnTo>
                    <a:pt x="159" y="833"/>
                  </a:lnTo>
                  <a:lnTo>
                    <a:pt x="161" y="833"/>
                  </a:lnTo>
                  <a:lnTo>
                    <a:pt x="161" y="831"/>
                  </a:lnTo>
                  <a:lnTo>
                    <a:pt x="164" y="826"/>
                  </a:lnTo>
                  <a:lnTo>
                    <a:pt x="164" y="826"/>
                  </a:lnTo>
                  <a:close/>
                  <a:moveTo>
                    <a:pt x="194" y="809"/>
                  </a:moveTo>
                  <a:lnTo>
                    <a:pt x="194" y="809"/>
                  </a:lnTo>
                  <a:lnTo>
                    <a:pt x="192" y="814"/>
                  </a:lnTo>
                  <a:lnTo>
                    <a:pt x="190" y="816"/>
                  </a:lnTo>
                  <a:lnTo>
                    <a:pt x="190" y="816"/>
                  </a:lnTo>
                  <a:lnTo>
                    <a:pt x="190" y="821"/>
                  </a:lnTo>
                  <a:lnTo>
                    <a:pt x="190" y="821"/>
                  </a:lnTo>
                  <a:lnTo>
                    <a:pt x="187" y="821"/>
                  </a:lnTo>
                  <a:lnTo>
                    <a:pt x="187" y="821"/>
                  </a:lnTo>
                  <a:lnTo>
                    <a:pt x="187" y="824"/>
                  </a:lnTo>
                  <a:lnTo>
                    <a:pt x="187" y="824"/>
                  </a:lnTo>
                  <a:lnTo>
                    <a:pt x="187" y="826"/>
                  </a:lnTo>
                  <a:lnTo>
                    <a:pt x="187" y="828"/>
                  </a:lnTo>
                  <a:lnTo>
                    <a:pt x="187" y="828"/>
                  </a:lnTo>
                  <a:lnTo>
                    <a:pt x="187" y="826"/>
                  </a:lnTo>
                  <a:lnTo>
                    <a:pt x="190" y="826"/>
                  </a:lnTo>
                  <a:lnTo>
                    <a:pt x="190" y="824"/>
                  </a:lnTo>
                  <a:lnTo>
                    <a:pt x="194" y="816"/>
                  </a:lnTo>
                  <a:lnTo>
                    <a:pt x="194" y="819"/>
                  </a:lnTo>
                  <a:lnTo>
                    <a:pt x="194" y="816"/>
                  </a:lnTo>
                  <a:lnTo>
                    <a:pt x="194" y="816"/>
                  </a:lnTo>
                  <a:lnTo>
                    <a:pt x="197" y="812"/>
                  </a:lnTo>
                  <a:lnTo>
                    <a:pt x="197" y="812"/>
                  </a:lnTo>
                  <a:lnTo>
                    <a:pt x="197" y="809"/>
                  </a:lnTo>
                  <a:lnTo>
                    <a:pt x="194" y="809"/>
                  </a:lnTo>
                  <a:close/>
                  <a:moveTo>
                    <a:pt x="185" y="869"/>
                  </a:moveTo>
                  <a:lnTo>
                    <a:pt x="183" y="866"/>
                  </a:lnTo>
                  <a:lnTo>
                    <a:pt x="180" y="866"/>
                  </a:lnTo>
                  <a:lnTo>
                    <a:pt x="180" y="866"/>
                  </a:lnTo>
                  <a:lnTo>
                    <a:pt x="178" y="869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3"/>
                  </a:lnTo>
                  <a:lnTo>
                    <a:pt x="178" y="873"/>
                  </a:lnTo>
                  <a:lnTo>
                    <a:pt x="180" y="873"/>
                  </a:lnTo>
                  <a:lnTo>
                    <a:pt x="180" y="876"/>
                  </a:lnTo>
                  <a:lnTo>
                    <a:pt x="180" y="876"/>
                  </a:lnTo>
                  <a:lnTo>
                    <a:pt x="183" y="873"/>
                  </a:lnTo>
                  <a:lnTo>
                    <a:pt x="183" y="873"/>
                  </a:lnTo>
                  <a:lnTo>
                    <a:pt x="183" y="871"/>
                  </a:lnTo>
                  <a:lnTo>
                    <a:pt x="185" y="871"/>
                  </a:lnTo>
                  <a:lnTo>
                    <a:pt x="185" y="871"/>
                  </a:lnTo>
                  <a:lnTo>
                    <a:pt x="187" y="871"/>
                  </a:lnTo>
                  <a:lnTo>
                    <a:pt x="187" y="869"/>
                  </a:lnTo>
                  <a:lnTo>
                    <a:pt x="185" y="869"/>
                  </a:lnTo>
                  <a:close/>
                  <a:moveTo>
                    <a:pt x="157" y="762"/>
                  </a:moveTo>
                  <a:lnTo>
                    <a:pt x="157" y="762"/>
                  </a:lnTo>
                  <a:lnTo>
                    <a:pt x="154" y="762"/>
                  </a:lnTo>
                  <a:lnTo>
                    <a:pt x="154" y="764"/>
                  </a:lnTo>
                  <a:lnTo>
                    <a:pt x="152" y="764"/>
                  </a:lnTo>
                  <a:lnTo>
                    <a:pt x="154" y="767"/>
                  </a:lnTo>
                  <a:lnTo>
                    <a:pt x="154" y="767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2" y="769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4" y="771"/>
                  </a:lnTo>
                  <a:lnTo>
                    <a:pt x="154" y="771"/>
                  </a:lnTo>
                  <a:lnTo>
                    <a:pt x="154" y="774"/>
                  </a:lnTo>
                  <a:lnTo>
                    <a:pt x="154" y="774"/>
                  </a:lnTo>
                  <a:lnTo>
                    <a:pt x="154" y="776"/>
                  </a:lnTo>
                  <a:lnTo>
                    <a:pt x="154" y="779"/>
                  </a:lnTo>
                  <a:lnTo>
                    <a:pt x="154" y="781"/>
                  </a:lnTo>
                  <a:lnTo>
                    <a:pt x="157" y="781"/>
                  </a:lnTo>
                  <a:lnTo>
                    <a:pt x="157" y="781"/>
                  </a:lnTo>
                  <a:lnTo>
                    <a:pt x="157" y="783"/>
                  </a:lnTo>
                  <a:lnTo>
                    <a:pt x="159" y="783"/>
                  </a:lnTo>
                  <a:lnTo>
                    <a:pt x="159" y="786"/>
                  </a:lnTo>
                  <a:lnTo>
                    <a:pt x="159" y="783"/>
                  </a:lnTo>
                  <a:lnTo>
                    <a:pt x="161" y="783"/>
                  </a:lnTo>
                  <a:lnTo>
                    <a:pt x="161" y="779"/>
                  </a:lnTo>
                  <a:lnTo>
                    <a:pt x="161" y="779"/>
                  </a:lnTo>
                  <a:lnTo>
                    <a:pt x="161" y="776"/>
                  </a:lnTo>
                  <a:lnTo>
                    <a:pt x="159" y="776"/>
                  </a:lnTo>
                  <a:lnTo>
                    <a:pt x="159" y="774"/>
                  </a:lnTo>
                  <a:lnTo>
                    <a:pt x="159" y="769"/>
                  </a:lnTo>
                  <a:lnTo>
                    <a:pt x="159" y="767"/>
                  </a:lnTo>
                  <a:lnTo>
                    <a:pt x="159" y="764"/>
                  </a:lnTo>
                  <a:lnTo>
                    <a:pt x="159" y="764"/>
                  </a:lnTo>
                  <a:lnTo>
                    <a:pt x="157" y="762"/>
                  </a:lnTo>
                  <a:close/>
                  <a:moveTo>
                    <a:pt x="159" y="985"/>
                  </a:moveTo>
                  <a:lnTo>
                    <a:pt x="159" y="987"/>
                  </a:lnTo>
                  <a:lnTo>
                    <a:pt x="159" y="987"/>
                  </a:lnTo>
                  <a:lnTo>
                    <a:pt x="157" y="987"/>
                  </a:lnTo>
                  <a:lnTo>
                    <a:pt x="157" y="987"/>
                  </a:lnTo>
                  <a:lnTo>
                    <a:pt x="157" y="987"/>
                  </a:lnTo>
                  <a:lnTo>
                    <a:pt x="159" y="989"/>
                  </a:lnTo>
                  <a:lnTo>
                    <a:pt x="159" y="989"/>
                  </a:lnTo>
                  <a:lnTo>
                    <a:pt x="159" y="989"/>
                  </a:lnTo>
                  <a:lnTo>
                    <a:pt x="161" y="989"/>
                  </a:lnTo>
                  <a:lnTo>
                    <a:pt x="161" y="992"/>
                  </a:lnTo>
                  <a:lnTo>
                    <a:pt x="161" y="992"/>
                  </a:lnTo>
                  <a:lnTo>
                    <a:pt x="161" y="992"/>
                  </a:lnTo>
                  <a:lnTo>
                    <a:pt x="164" y="989"/>
                  </a:lnTo>
                  <a:lnTo>
                    <a:pt x="164" y="989"/>
                  </a:lnTo>
                  <a:lnTo>
                    <a:pt x="164" y="989"/>
                  </a:lnTo>
                  <a:lnTo>
                    <a:pt x="164" y="989"/>
                  </a:lnTo>
                  <a:lnTo>
                    <a:pt x="164" y="987"/>
                  </a:lnTo>
                  <a:lnTo>
                    <a:pt x="164" y="987"/>
                  </a:lnTo>
                  <a:lnTo>
                    <a:pt x="161" y="985"/>
                  </a:lnTo>
                  <a:lnTo>
                    <a:pt x="159" y="985"/>
                  </a:lnTo>
                  <a:close/>
                  <a:moveTo>
                    <a:pt x="183" y="930"/>
                  </a:moveTo>
                  <a:lnTo>
                    <a:pt x="180" y="925"/>
                  </a:lnTo>
                  <a:lnTo>
                    <a:pt x="180" y="923"/>
                  </a:lnTo>
                  <a:lnTo>
                    <a:pt x="180" y="923"/>
                  </a:lnTo>
                  <a:lnTo>
                    <a:pt x="183" y="921"/>
                  </a:lnTo>
                  <a:lnTo>
                    <a:pt x="183" y="918"/>
                  </a:lnTo>
                  <a:lnTo>
                    <a:pt x="180" y="916"/>
                  </a:lnTo>
                  <a:lnTo>
                    <a:pt x="180" y="916"/>
                  </a:lnTo>
                  <a:lnTo>
                    <a:pt x="175" y="918"/>
                  </a:lnTo>
                  <a:lnTo>
                    <a:pt x="173" y="921"/>
                  </a:lnTo>
                  <a:lnTo>
                    <a:pt x="171" y="923"/>
                  </a:lnTo>
                  <a:lnTo>
                    <a:pt x="171" y="925"/>
                  </a:lnTo>
                  <a:lnTo>
                    <a:pt x="171" y="930"/>
                  </a:lnTo>
                  <a:lnTo>
                    <a:pt x="171" y="930"/>
                  </a:lnTo>
                  <a:lnTo>
                    <a:pt x="168" y="932"/>
                  </a:lnTo>
                  <a:lnTo>
                    <a:pt x="168" y="935"/>
                  </a:lnTo>
                  <a:lnTo>
                    <a:pt x="171" y="937"/>
                  </a:lnTo>
                  <a:lnTo>
                    <a:pt x="171" y="937"/>
                  </a:lnTo>
                  <a:lnTo>
                    <a:pt x="171" y="940"/>
                  </a:lnTo>
                  <a:lnTo>
                    <a:pt x="173" y="940"/>
                  </a:lnTo>
                  <a:lnTo>
                    <a:pt x="173" y="940"/>
                  </a:lnTo>
                  <a:lnTo>
                    <a:pt x="173" y="940"/>
                  </a:lnTo>
                  <a:lnTo>
                    <a:pt x="175" y="942"/>
                  </a:lnTo>
                  <a:lnTo>
                    <a:pt x="175" y="942"/>
                  </a:lnTo>
                  <a:lnTo>
                    <a:pt x="175" y="944"/>
                  </a:lnTo>
                  <a:lnTo>
                    <a:pt x="175" y="944"/>
                  </a:lnTo>
                  <a:lnTo>
                    <a:pt x="175" y="944"/>
                  </a:lnTo>
                  <a:lnTo>
                    <a:pt x="175" y="944"/>
                  </a:lnTo>
                  <a:lnTo>
                    <a:pt x="178" y="944"/>
                  </a:lnTo>
                  <a:lnTo>
                    <a:pt x="178" y="944"/>
                  </a:lnTo>
                  <a:lnTo>
                    <a:pt x="180" y="942"/>
                  </a:lnTo>
                  <a:lnTo>
                    <a:pt x="180" y="940"/>
                  </a:lnTo>
                  <a:lnTo>
                    <a:pt x="180" y="940"/>
                  </a:lnTo>
                  <a:lnTo>
                    <a:pt x="180" y="937"/>
                  </a:lnTo>
                  <a:lnTo>
                    <a:pt x="180" y="935"/>
                  </a:lnTo>
                  <a:lnTo>
                    <a:pt x="180" y="932"/>
                  </a:lnTo>
                  <a:lnTo>
                    <a:pt x="183" y="930"/>
                  </a:lnTo>
                  <a:close/>
                  <a:moveTo>
                    <a:pt x="190" y="873"/>
                  </a:moveTo>
                  <a:lnTo>
                    <a:pt x="187" y="873"/>
                  </a:lnTo>
                  <a:lnTo>
                    <a:pt x="187" y="873"/>
                  </a:lnTo>
                  <a:lnTo>
                    <a:pt x="185" y="873"/>
                  </a:lnTo>
                  <a:lnTo>
                    <a:pt x="185" y="873"/>
                  </a:lnTo>
                  <a:lnTo>
                    <a:pt x="185" y="873"/>
                  </a:lnTo>
                  <a:lnTo>
                    <a:pt x="185" y="873"/>
                  </a:lnTo>
                  <a:lnTo>
                    <a:pt x="183" y="876"/>
                  </a:lnTo>
                  <a:lnTo>
                    <a:pt x="183" y="876"/>
                  </a:lnTo>
                  <a:lnTo>
                    <a:pt x="183" y="876"/>
                  </a:lnTo>
                  <a:lnTo>
                    <a:pt x="180" y="878"/>
                  </a:lnTo>
                  <a:lnTo>
                    <a:pt x="180" y="878"/>
                  </a:lnTo>
                  <a:lnTo>
                    <a:pt x="180" y="880"/>
                  </a:lnTo>
                  <a:lnTo>
                    <a:pt x="180" y="885"/>
                  </a:lnTo>
                  <a:lnTo>
                    <a:pt x="180" y="885"/>
                  </a:lnTo>
                  <a:lnTo>
                    <a:pt x="180" y="885"/>
                  </a:lnTo>
                  <a:lnTo>
                    <a:pt x="180" y="885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3" y="887"/>
                  </a:lnTo>
                  <a:lnTo>
                    <a:pt x="183" y="885"/>
                  </a:lnTo>
                  <a:lnTo>
                    <a:pt x="183" y="885"/>
                  </a:lnTo>
                  <a:lnTo>
                    <a:pt x="183" y="885"/>
                  </a:lnTo>
                  <a:lnTo>
                    <a:pt x="185" y="885"/>
                  </a:lnTo>
                  <a:lnTo>
                    <a:pt x="185" y="883"/>
                  </a:lnTo>
                  <a:lnTo>
                    <a:pt x="187" y="883"/>
                  </a:lnTo>
                  <a:lnTo>
                    <a:pt x="190" y="873"/>
                  </a:lnTo>
                  <a:lnTo>
                    <a:pt x="190" y="873"/>
                  </a:lnTo>
                  <a:lnTo>
                    <a:pt x="190" y="873"/>
                  </a:lnTo>
                  <a:lnTo>
                    <a:pt x="190" y="873"/>
                  </a:lnTo>
                  <a:close/>
                  <a:moveTo>
                    <a:pt x="190" y="899"/>
                  </a:moveTo>
                  <a:lnTo>
                    <a:pt x="192" y="897"/>
                  </a:lnTo>
                  <a:lnTo>
                    <a:pt x="192" y="895"/>
                  </a:lnTo>
                  <a:lnTo>
                    <a:pt x="192" y="895"/>
                  </a:lnTo>
                  <a:lnTo>
                    <a:pt x="194" y="892"/>
                  </a:lnTo>
                  <a:lnTo>
                    <a:pt x="194" y="890"/>
                  </a:lnTo>
                  <a:lnTo>
                    <a:pt x="194" y="887"/>
                  </a:lnTo>
                  <a:lnTo>
                    <a:pt x="194" y="887"/>
                  </a:lnTo>
                  <a:lnTo>
                    <a:pt x="190" y="887"/>
                  </a:lnTo>
                  <a:lnTo>
                    <a:pt x="187" y="887"/>
                  </a:lnTo>
                  <a:lnTo>
                    <a:pt x="187" y="887"/>
                  </a:lnTo>
                  <a:lnTo>
                    <a:pt x="185" y="887"/>
                  </a:lnTo>
                  <a:lnTo>
                    <a:pt x="185" y="887"/>
                  </a:lnTo>
                  <a:lnTo>
                    <a:pt x="185" y="887"/>
                  </a:lnTo>
                  <a:lnTo>
                    <a:pt x="183" y="887"/>
                  </a:lnTo>
                  <a:lnTo>
                    <a:pt x="180" y="892"/>
                  </a:lnTo>
                  <a:lnTo>
                    <a:pt x="178" y="892"/>
                  </a:lnTo>
                  <a:lnTo>
                    <a:pt x="178" y="892"/>
                  </a:lnTo>
                  <a:lnTo>
                    <a:pt x="178" y="895"/>
                  </a:lnTo>
                  <a:lnTo>
                    <a:pt x="178" y="895"/>
                  </a:lnTo>
                  <a:lnTo>
                    <a:pt x="178" y="897"/>
                  </a:lnTo>
                  <a:lnTo>
                    <a:pt x="175" y="897"/>
                  </a:lnTo>
                  <a:lnTo>
                    <a:pt x="175" y="897"/>
                  </a:lnTo>
                  <a:lnTo>
                    <a:pt x="173" y="899"/>
                  </a:lnTo>
                  <a:lnTo>
                    <a:pt x="173" y="899"/>
                  </a:lnTo>
                  <a:lnTo>
                    <a:pt x="175" y="902"/>
                  </a:lnTo>
                  <a:lnTo>
                    <a:pt x="175" y="902"/>
                  </a:lnTo>
                  <a:lnTo>
                    <a:pt x="178" y="902"/>
                  </a:lnTo>
                  <a:lnTo>
                    <a:pt x="178" y="902"/>
                  </a:lnTo>
                  <a:lnTo>
                    <a:pt x="180" y="902"/>
                  </a:lnTo>
                  <a:lnTo>
                    <a:pt x="180" y="902"/>
                  </a:lnTo>
                  <a:lnTo>
                    <a:pt x="180" y="902"/>
                  </a:lnTo>
                  <a:lnTo>
                    <a:pt x="180" y="904"/>
                  </a:lnTo>
                  <a:lnTo>
                    <a:pt x="178" y="904"/>
                  </a:lnTo>
                  <a:lnTo>
                    <a:pt x="178" y="904"/>
                  </a:lnTo>
                  <a:lnTo>
                    <a:pt x="178" y="906"/>
                  </a:lnTo>
                  <a:lnTo>
                    <a:pt x="178" y="906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75" y="909"/>
                  </a:lnTo>
                  <a:lnTo>
                    <a:pt x="175" y="911"/>
                  </a:lnTo>
                  <a:lnTo>
                    <a:pt x="175" y="911"/>
                  </a:lnTo>
                  <a:lnTo>
                    <a:pt x="175" y="911"/>
                  </a:lnTo>
                  <a:lnTo>
                    <a:pt x="178" y="911"/>
                  </a:lnTo>
                  <a:lnTo>
                    <a:pt x="178" y="911"/>
                  </a:lnTo>
                  <a:lnTo>
                    <a:pt x="180" y="911"/>
                  </a:lnTo>
                  <a:lnTo>
                    <a:pt x="180" y="914"/>
                  </a:lnTo>
                  <a:lnTo>
                    <a:pt x="183" y="914"/>
                  </a:lnTo>
                  <a:lnTo>
                    <a:pt x="183" y="914"/>
                  </a:lnTo>
                  <a:lnTo>
                    <a:pt x="183" y="911"/>
                  </a:lnTo>
                  <a:lnTo>
                    <a:pt x="183" y="911"/>
                  </a:lnTo>
                  <a:lnTo>
                    <a:pt x="183" y="909"/>
                  </a:lnTo>
                  <a:lnTo>
                    <a:pt x="183" y="909"/>
                  </a:lnTo>
                  <a:lnTo>
                    <a:pt x="183" y="906"/>
                  </a:lnTo>
                  <a:lnTo>
                    <a:pt x="185" y="906"/>
                  </a:lnTo>
                  <a:lnTo>
                    <a:pt x="185" y="906"/>
                  </a:lnTo>
                  <a:lnTo>
                    <a:pt x="190" y="902"/>
                  </a:lnTo>
                  <a:lnTo>
                    <a:pt x="190" y="899"/>
                  </a:lnTo>
                  <a:close/>
                  <a:moveTo>
                    <a:pt x="168" y="857"/>
                  </a:moveTo>
                  <a:lnTo>
                    <a:pt x="171" y="852"/>
                  </a:lnTo>
                  <a:lnTo>
                    <a:pt x="173" y="850"/>
                  </a:lnTo>
                  <a:lnTo>
                    <a:pt x="173" y="845"/>
                  </a:lnTo>
                  <a:lnTo>
                    <a:pt x="173" y="845"/>
                  </a:lnTo>
                  <a:lnTo>
                    <a:pt x="175" y="845"/>
                  </a:lnTo>
                  <a:lnTo>
                    <a:pt x="175" y="842"/>
                  </a:lnTo>
                  <a:lnTo>
                    <a:pt x="175" y="842"/>
                  </a:lnTo>
                  <a:lnTo>
                    <a:pt x="175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38"/>
                  </a:lnTo>
                  <a:lnTo>
                    <a:pt x="171" y="838"/>
                  </a:lnTo>
                  <a:lnTo>
                    <a:pt x="168" y="838"/>
                  </a:lnTo>
                  <a:lnTo>
                    <a:pt x="168" y="838"/>
                  </a:lnTo>
                  <a:lnTo>
                    <a:pt x="168" y="840"/>
                  </a:lnTo>
                  <a:lnTo>
                    <a:pt x="166" y="842"/>
                  </a:lnTo>
                  <a:lnTo>
                    <a:pt x="166" y="842"/>
                  </a:lnTo>
                  <a:lnTo>
                    <a:pt x="166" y="845"/>
                  </a:lnTo>
                  <a:lnTo>
                    <a:pt x="166" y="845"/>
                  </a:lnTo>
                  <a:lnTo>
                    <a:pt x="166" y="847"/>
                  </a:lnTo>
                  <a:lnTo>
                    <a:pt x="166" y="847"/>
                  </a:lnTo>
                  <a:lnTo>
                    <a:pt x="166" y="847"/>
                  </a:lnTo>
                  <a:lnTo>
                    <a:pt x="166" y="850"/>
                  </a:lnTo>
                  <a:lnTo>
                    <a:pt x="166" y="850"/>
                  </a:lnTo>
                  <a:lnTo>
                    <a:pt x="166" y="852"/>
                  </a:lnTo>
                  <a:lnTo>
                    <a:pt x="166" y="852"/>
                  </a:lnTo>
                  <a:lnTo>
                    <a:pt x="166" y="854"/>
                  </a:lnTo>
                  <a:lnTo>
                    <a:pt x="166" y="857"/>
                  </a:lnTo>
                  <a:lnTo>
                    <a:pt x="168" y="857"/>
                  </a:lnTo>
                  <a:close/>
                  <a:moveTo>
                    <a:pt x="173" y="833"/>
                  </a:moveTo>
                  <a:lnTo>
                    <a:pt x="173" y="835"/>
                  </a:lnTo>
                  <a:lnTo>
                    <a:pt x="171" y="835"/>
                  </a:lnTo>
                  <a:lnTo>
                    <a:pt x="171" y="835"/>
                  </a:lnTo>
                  <a:lnTo>
                    <a:pt x="171" y="835"/>
                  </a:lnTo>
                  <a:lnTo>
                    <a:pt x="171" y="833"/>
                  </a:lnTo>
                  <a:lnTo>
                    <a:pt x="171" y="833"/>
                  </a:lnTo>
                  <a:lnTo>
                    <a:pt x="171" y="833"/>
                  </a:lnTo>
                  <a:lnTo>
                    <a:pt x="171" y="831"/>
                  </a:lnTo>
                  <a:lnTo>
                    <a:pt x="168" y="831"/>
                  </a:lnTo>
                  <a:lnTo>
                    <a:pt x="168" y="831"/>
                  </a:lnTo>
                  <a:lnTo>
                    <a:pt x="168" y="833"/>
                  </a:lnTo>
                  <a:lnTo>
                    <a:pt x="168" y="833"/>
                  </a:lnTo>
                  <a:lnTo>
                    <a:pt x="168" y="835"/>
                  </a:lnTo>
                  <a:lnTo>
                    <a:pt x="168" y="835"/>
                  </a:lnTo>
                  <a:lnTo>
                    <a:pt x="171" y="838"/>
                  </a:lnTo>
                  <a:lnTo>
                    <a:pt x="171" y="838"/>
                  </a:lnTo>
                  <a:lnTo>
                    <a:pt x="171" y="838"/>
                  </a:lnTo>
                  <a:lnTo>
                    <a:pt x="173" y="838"/>
                  </a:lnTo>
                  <a:lnTo>
                    <a:pt x="173" y="835"/>
                  </a:lnTo>
                  <a:lnTo>
                    <a:pt x="173" y="835"/>
                  </a:lnTo>
                  <a:lnTo>
                    <a:pt x="173" y="835"/>
                  </a:lnTo>
                  <a:lnTo>
                    <a:pt x="173" y="838"/>
                  </a:lnTo>
                  <a:lnTo>
                    <a:pt x="173" y="838"/>
                  </a:lnTo>
                  <a:lnTo>
                    <a:pt x="175" y="838"/>
                  </a:lnTo>
                  <a:lnTo>
                    <a:pt x="175" y="840"/>
                  </a:lnTo>
                  <a:lnTo>
                    <a:pt x="175" y="842"/>
                  </a:lnTo>
                  <a:lnTo>
                    <a:pt x="178" y="842"/>
                  </a:lnTo>
                  <a:lnTo>
                    <a:pt x="178" y="845"/>
                  </a:lnTo>
                  <a:lnTo>
                    <a:pt x="178" y="845"/>
                  </a:lnTo>
                  <a:lnTo>
                    <a:pt x="180" y="847"/>
                  </a:lnTo>
                  <a:lnTo>
                    <a:pt x="180" y="847"/>
                  </a:lnTo>
                  <a:lnTo>
                    <a:pt x="183" y="845"/>
                  </a:lnTo>
                  <a:lnTo>
                    <a:pt x="183" y="842"/>
                  </a:lnTo>
                  <a:lnTo>
                    <a:pt x="185" y="833"/>
                  </a:lnTo>
                  <a:lnTo>
                    <a:pt x="185" y="828"/>
                  </a:lnTo>
                  <a:lnTo>
                    <a:pt x="185" y="826"/>
                  </a:lnTo>
                  <a:lnTo>
                    <a:pt x="185" y="826"/>
                  </a:lnTo>
                  <a:lnTo>
                    <a:pt x="183" y="828"/>
                  </a:lnTo>
                  <a:lnTo>
                    <a:pt x="183" y="831"/>
                  </a:lnTo>
                  <a:lnTo>
                    <a:pt x="183" y="831"/>
                  </a:lnTo>
                  <a:lnTo>
                    <a:pt x="175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31"/>
                  </a:lnTo>
                  <a:lnTo>
                    <a:pt x="173" y="831"/>
                  </a:lnTo>
                  <a:lnTo>
                    <a:pt x="173" y="831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5"/>
                  </a:lnTo>
                  <a:lnTo>
                    <a:pt x="173" y="835"/>
                  </a:lnTo>
                  <a:lnTo>
                    <a:pt x="173" y="833"/>
                  </a:lnTo>
                  <a:close/>
                  <a:moveTo>
                    <a:pt x="147" y="776"/>
                  </a:moveTo>
                  <a:lnTo>
                    <a:pt x="149" y="776"/>
                  </a:lnTo>
                  <a:lnTo>
                    <a:pt x="149" y="776"/>
                  </a:lnTo>
                  <a:lnTo>
                    <a:pt x="149" y="776"/>
                  </a:lnTo>
                  <a:lnTo>
                    <a:pt x="149" y="776"/>
                  </a:lnTo>
                  <a:lnTo>
                    <a:pt x="149" y="774"/>
                  </a:lnTo>
                  <a:lnTo>
                    <a:pt x="149" y="774"/>
                  </a:lnTo>
                  <a:lnTo>
                    <a:pt x="149" y="771"/>
                  </a:lnTo>
                  <a:lnTo>
                    <a:pt x="149" y="771"/>
                  </a:lnTo>
                  <a:lnTo>
                    <a:pt x="147" y="771"/>
                  </a:lnTo>
                  <a:lnTo>
                    <a:pt x="145" y="769"/>
                  </a:lnTo>
                  <a:lnTo>
                    <a:pt x="142" y="769"/>
                  </a:lnTo>
                  <a:lnTo>
                    <a:pt x="142" y="769"/>
                  </a:lnTo>
                  <a:lnTo>
                    <a:pt x="145" y="771"/>
                  </a:lnTo>
                  <a:lnTo>
                    <a:pt x="145" y="771"/>
                  </a:lnTo>
                  <a:lnTo>
                    <a:pt x="145" y="771"/>
                  </a:lnTo>
                  <a:lnTo>
                    <a:pt x="145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6"/>
                  </a:lnTo>
                  <a:lnTo>
                    <a:pt x="147" y="776"/>
                  </a:lnTo>
                  <a:lnTo>
                    <a:pt x="147" y="776"/>
                  </a:lnTo>
                  <a:close/>
                  <a:moveTo>
                    <a:pt x="140" y="1025"/>
                  </a:moveTo>
                  <a:lnTo>
                    <a:pt x="140" y="1025"/>
                  </a:lnTo>
                  <a:lnTo>
                    <a:pt x="140" y="1025"/>
                  </a:lnTo>
                  <a:lnTo>
                    <a:pt x="140" y="1025"/>
                  </a:lnTo>
                  <a:close/>
                  <a:moveTo>
                    <a:pt x="211" y="1174"/>
                  </a:moveTo>
                  <a:lnTo>
                    <a:pt x="211" y="1174"/>
                  </a:lnTo>
                  <a:lnTo>
                    <a:pt x="209" y="1172"/>
                  </a:lnTo>
                  <a:lnTo>
                    <a:pt x="209" y="1172"/>
                  </a:lnTo>
                  <a:lnTo>
                    <a:pt x="206" y="1172"/>
                  </a:lnTo>
                  <a:lnTo>
                    <a:pt x="206" y="1172"/>
                  </a:lnTo>
                  <a:lnTo>
                    <a:pt x="206" y="1174"/>
                  </a:lnTo>
                  <a:lnTo>
                    <a:pt x="206" y="1174"/>
                  </a:lnTo>
                  <a:lnTo>
                    <a:pt x="206" y="1174"/>
                  </a:lnTo>
                  <a:lnTo>
                    <a:pt x="206" y="1176"/>
                  </a:lnTo>
                  <a:lnTo>
                    <a:pt x="209" y="1176"/>
                  </a:lnTo>
                  <a:lnTo>
                    <a:pt x="209" y="1179"/>
                  </a:lnTo>
                  <a:lnTo>
                    <a:pt x="209" y="1176"/>
                  </a:lnTo>
                  <a:lnTo>
                    <a:pt x="209" y="1176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close/>
                  <a:moveTo>
                    <a:pt x="183" y="982"/>
                  </a:moveTo>
                  <a:lnTo>
                    <a:pt x="183" y="982"/>
                  </a:lnTo>
                  <a:lnTo>
                    <a:pt x="183" y="982"/>
                  </a:lnTo>
                  <a:lnTo>
                    <a:pt x="183" y="982"/>
                  </a:lnTo>
                  <a:lnTo>
                    <a:pt x="185" y="982"/>
                  </a:lnTo>
                  <a:lnTo>
                    <a:pt x="185" y="980"/>
                  </a:lnTo>
                  <a:lnTo>
                    <a:pt x="185" y="980"/>
                  </a:lnTo>
                  <a:lnTo>
                    <a:pt x="185" y="980"/>
                  </a:lnTo>
                  <a:lnTo>
                    <a:pt x="180" y="980"/>
                  </a:lnTo>
                  <a:lnTo>
                    <a:pt x="180" y="980"/>
                  </a:lnTo>
                  <a:lnTo>
                    <a:pt x="180" y="980"/>
                  </a:lnTo>
                  <a:lnTo>
                    <a:pt x="180" y="982"/>
                  </a:lnTo>
                  <a:lnTo>
                    <a:pt x="180" y="982"/>
                  </a:lnTo>
                  <a:lnTo>
                    <a:pt x="183" y="982"/>
                  </a:lnTo>
                  <a:close/>
                  <a:moveTo>
                    <a:pt x="339" y="1283"/>
                  </a:moveTo>
                  <a:lnTo>
                    <a:pt x="336" y="1280"/>
                  </a:lnTo>
                  <a:lnTo>
                    <a:pt x="336" y="1280"/>
                  </a:lnTo>
                  <a:lnTo>
                    <a:pt x="339" y="1276"/>
                  </a:lnTo>
                  <a:lnTo>
                    <a:pt x="336" y="1271"/>
                  </a:lnTo>
                  <a:lnTo>
                    <a:pt x="336" y="1269"/>
                  </a:lnTo>
                  <a:lnTo>
                    <a:pt x="339" y="1269"/>
                  </a:lnTo>
                  <a:lnTo>
                    <a:pt x="339" y="1269"/>
                  </a:lnTo>
                  <a:lnTo>
                    <a:pt x="339" y="1266"/>
                  </a:lnTo>
                  <a:lnTo>
                    <a:pt x="339" y="1266"/>
                  </a:lnTo>
                  <a:lnTo>
                    <a:pt x="339" y="1266"/>
                  </a:lnTo>
                  <a:lnTo>
                    <a:pt x="339" y="1264"/>
                  </a:lnTo>
                  <a:lnTo>
                    <a:pt x="339" y="1264"/>
                  </a:lnTo>
                  <a:lnTo>
                    <a:pt x="339" y="1264"/>
                  </a:lnTo>
                  <a:lnTo>
                    <a:pt x="336" y="1264"/>
                  </a:lnTo>
                  <a:lnTo>
                    <a:pt x="336" y="1264"/>
                  </a:lnTo>
                  <a:lnTo>
                    <a:pt x="334" y="1264"/>
                  </a:lnTo>
                  <a:lnTo>
                    <a:pt x="334" y="1264"/>
                  </a:lnTo>
                  <a:lnTo>
                    <a:pt x="334" y="1264"/>
                  </a:lnTo>
                  <a:lnTo>
                    <a:pt x="334" y="1266"/>
                  </a:lnTo>
                  <a:lnTo>
                    <a:pt x="336" y="1266"/>
                  </a:lnTo>
                  <a:lnTo>
                    <a:pt x="332" y="1269"/>
                  </a:lnTo>
                  <a:lnTo>
                    <a:pt x="332" y="1269"/>
                  </a:lnTo>
                  <a:lnTo>
                    <a:pt x="332" y="1271"/>
                  </a:lnTo>
                  <a:lnTo>
                    <a:pt x="332" y="1273"/>
                  </a:lnTo>
                  <a:lnTo>
                    <a:pt x="329" y="1276"/>
                  </a:lnTo>
                  <a:lnTo>
                    <a:pt x="327" y="1276"/>
                  </a:lnTo>
                  <a:lnTo>
                    <a:pt x="327" y="1273"/>
                  </a:lnTo>
                  <a:lnTo>
                    <a:pt x="327" y="1273"/>
                  </a:lnTo>
                  <a:lnTo>
                    <a:pt x="329" y="1273"/>
                  </a:lnTo>
                  <a:lnTo>
                    <a:pt x="329" y="1271"/>
                  </a:lnTo>
                  <a:lnTo>
                    <a:pt x="329" y="1271"/>
                  </a:lnTo>
                  <a:lnTo>
                    <a:pt x="329" y="1269"/>
                  </a:lnTo>
                  <a:lnTo>
                    <a:pt x="329" y="1269"/>
                  </a:lnTo>
                  <a:lnTo>
                    <a:pt x="329" y="1266"/>
                  </a:lnTo>
                  <a:lnTo>
                    <a:pt x="329" y="1266"/>
                  </a:lnTo>
                  <a:lnTo>
                    <a:pt x="329" y="1266"/>
                  </a:lnTo>
                  <a:lnTo>
                    <a:pt x="329" y="1264"/>
                  </a:lnTo>
                  <a:lnTo>
                    <a:pt x="332" y="1264"/>
                  </a:lnTo>
                  <a:lnTo>
                    <a:pt x="332" y="1264"/>
                  </a:lnTo>
                  <a:lnTo>
                    <a:pt x="332" y="1261"/>
                  </a:lnTo>
                  <a:lnTo>
                    <a:pt x="329" y="1259"/>
                  </a:lnTo>
                  <a:lnTo>
                    <a:pt x="329" y="1259"/>
                  </a:lnTo>
                  <a:lnTo>
                    <a:pt x="327" y="1257"/>
                  </a:lnTo>
                  <a:lnTo>
                    <a:pt x="327" y="1254"/>
                  </a:lnTo>
                  <a:lnTo>
                    <a:pt x="327" y="1254"/>
                  </a:lnTo>
                  <a:lnTo>
                    <a:pt x="327" y="1254"/>
                  </a:lnTo>
                  <a:lnTo>
                    <a:pt x="329" y="1254"/>
                  </a:lnTo>
                  <a:lnTo>
                    <a:pt x="329" y="1254"/>
                  </a:lnTo>
                  <a:lnTo>
                    <a:pt x="329" y="1257"/>
                  </a:lnTo>
                  <a:lnTo>
                    <a:pt x="329" y="1257"/>
                  </a:lnTo>
                  <a:lnTo>
                    <a:pt x="332" y="1254"/>
                  </a:lnTo>
                  <a:lnTo>
                    <a:pt x="332" y="1254"/>
                  </a:lnTo>
                  <a:lnTo>
                    <a:pt x="332" y="1252"/>
                  </a:lnTo>
                  <a:lnTo>
                    <a:pt x="332" y="1252"/>
                  </a:lnTo>
                  <a:lnTo>
                    <a:pt x="332" y="1252"/>
                  </a:lnTo>
                  <a:lnTo>
                    <a:pt x="332" y="1252"/>
                  </a:lnTo>
                  <a:lnTo>
                    <a:pt x="329" y="1252"/>
                  </a:lnTo>
                  <a:lnTo>
                    <a:pt x="329" y="1252"/>
                  </a:lnTo>
                  <a:lnTo>
                    <a:pt x="329" y="1250"/>
                  </a:lnTo>
                  <a:lnTo>
                    <a:pt x="332" y="1250"/>
                  </a:lnTo>
                  <a:lnTo>
                    <a:pt x="332" y="1250"/>
                  </a:lnTo>
                  <a:lnTo>
                    <a:pt x="332" y="1250"/>
                  </a:lnTo>
                  <a:lnTo>
                    <a:pt x="332" y="1247"/>
                  </a:lnTo>
                  <a:lnTo>
                    <a:pt x="327" y="1238"/>
                  </a:lnTo>
                  <a:lnTo>
                    <a:pt x="327" y="1238"/>
                  </a:lnTo>
                  <a:lnTo>
                    <a:pt x="327" y="1235"/>
                  </a:lnTo>
                  <a:lnTo>
                    <a:pt x="325" y="1233"/>
                  </a:lnTo>
                  <a:lnTo>
                    <a:pt x="322" y="1231"/>
                  </a:lnTo>
                  <a:lnTo>
                    <a:pt x="322" y="1228"/>
                  </a:lnTo>
                  <a:lnTo>
                    <a:pt x="325" y="1228"/>
                  </a:lnTo>
                  <a:lnTo>
                    <a:pt x="325" y="1231"/>
                  </a:lnTo>
                  <a:lnTo>
                    <a:pt x="325" y="1231"/>
                  </a:lnTo>
                  <a:lnTo>
                    <a:pt x="325" y="1231"/>
                  </a:lnTo>
                  <a:lnTo>
                    <a:pt x="327" y="1233"/>
                  </a:lnTo>
                  <a:lnTo>
                    <a:pt x="327" y="1231"/>
                  </a:lnTo>
                  <a:lnTo>
                    <a:pt x="327" y="1231"/>
                  </a:lnTo>
                  <a:lnTo>
                    <a:pt x="327" y="1228"/>
                  </a:lnTo>
                  <a:lnTo>
                    <a:pt x="327" y="1228"/>
                  </a:lnTo>
                  <a:lnTo>
                    <a:pt x="329" y="1228"/>
                  </a:lnTo>
                  <a:lnTo>
                    <a:pt x="327" y="1224"/>
                  </a:lnTo>
                  <a:lnTo>
                    <a:pt x="327" y="1224"/>
                  </a:lnTo>
                  <a:lnTo>
                    <a:pt x="327" y="1221"/>
                  </a:lnTo>
                  <a:lnTo>
                    <a:pt x="327" y="1219"/>
                  </a:lnTo>
                  <a:lnTo>
                    <a:pt x="327" y="1219"/>
                  </a:lnTo>
                  <a:lnTo>
                    <a:pt x="327" y="1219"/>
                  </a:lnTo>
                  <a:lnTo>
                    <a:pt x="325" y="1217"/>
                  </a:lnTo>
                  <a:lnTo>
                    <a:pt x="322" y="1217"/>
                  </a:lnTo>
                  <a:lnTo>
                    <a:pt x="322" y="1217"/>
                  </a:lnTo>
                  <a:lnTo>
                    <a:pt x="322" y="1217"/>
                  </a:lnTo>
                  <a:lnTo>
                    <a:pt x="322" y="1212"/>
                  </a:lnTo>
                  <a:lnTo>
                    <a:pt x="322" y="1209"/>
                  </a:lnTo>
                  <a:lnTo>
                    <a:pt x="322" y="1209"/>
                  </a:lnTo>
                  <a:lnTo>
                    <a:pt x="322" y="1209"/>
                  </a:lnTo>
                  <a:lnTo>
                    <a:pt x="322" y="1209"/>
                  </a:lnTo>
                  <a:lnTo>
                    <a:pt x="322" y="1207"/>
                  </a:lnTo>
                  <a:lnTo>
                    <a:pt x="322" y="1207"/>
                  </a:lnTo>
                  <a:lnTo>
                    <a:pt x="322" y="1207"/>
                  </a:lnTo>
                  <a:lnTo>
                    <a:pt x="320" y="1205"/>
                  </a:lnTo>
                  <a:lnTo>
                    <a:pt x="317" y="1205"/>
                  </a:lnTo>
                  <a:lnTo>
                    <a:pt x="315" y="1205"/>
                  </a:lnTo>
                  <a:lnTo>
                    <a:pt x="315" y="1202"/>
                  </a:lnTo>
                  <a:lnTo>
                    <a:pt x="313" y="1202"/>
                  </a:lnTo>
                  <a:lnTo>
                    <a:pt x="313" y="1202"/>
                  </a:lnTo>
                  <a:lnTo>
                    <a:pt x="310" y="1202"/>
                  </a:lnTo>
                  <a:lnTo>
                    <a:pt x="310" y="1200"/>
                  </a:lnTo>
                  <a:lnTo>
                    <a:pt x="313" y="1200"/>
                  </a:lnTo>
                  <a:lnTo>
                    <a:pt x="315" y="1200"/>
                  </a:lnTo>
                  <a:lnTo>
                    <a:pt x="315" y="1200"/>
                  </a:lnTo>
                  <a:lnTo>
                    <a:pt x="313" y="1198"/>
                  </a:lnTo>
                  <a:lnTo>
                    <a:pt x="313" y="1195"/>
                  </a:lnTo>
                  <a:lnTo>
                    <a:pt x="313" y="1195"/>
                  </a:lnTo>
                  <a:lnTo>
                    <a:pt x="310" y="1195"/>
                  </a:lnTo>
                  <a:lnTo>
                    <a:pt x="310" y="1195"/>
                  </a:lnTo>
                  <a:lnTo>
                    <a:pt x="306" y="1193"/>
                  </a:lnTo>
                  <a:lnTo>
                    <a:pt x="306" y="1190"/>
                  </a:lnTo>
                  <a:lnTo>
                    <a:pt x="303" y="1190"/>
                  </a:lnTo>
                  <a:lnTo>
                    <a:pt x="303" y="1188"/>
                  </a:lnTo>
                  <a:lnTo>
                    <a:pt x="301" y="1188"/>
                  </a:lnTo>
                  <a:lnTo>
                    <a:pt x="299" y="1188"/>
                  </a:lnTo>
                  <a:lnTo>
                    <a:pt x="294" y="1183"/>
                  </a:lnTo>
                  <a:lnTo>
                    <a:pt x="291" y="1181"/>
                  </a:lnTo>
                  <a:lnTo>
                    <a:pt x="289" y="1179"/>
                  </a:lnTo>
                  <a:lnTo>
                    <a:pt x="289" y="1179"/>
                  </a:lnTo>
                  <a:lnTo>
                    <a:pt x="289" y="1176"/>
                  </a:lnTo>
                  <a:lnTo>
                    <a:pt x="289" y="1176"/>
                  </a:lnTo>
                  <a:lnTo>
                    <a:pt x="287" y="1176"/>
                  </a:lnTo>
                  <a:lnTo>
                    <a:pt x="287" y="1174"/>
                  </a:lnTo>
                  <a:lnTo>
                    <a:pt x="287" y="1174"/>
                  </a:lnTo>
                  <a:lnTo>
                    <a:pt x="284" y="1172"/>
                  </a:lnTo>
                  <a:lnTo>
                    <a:pt x="282" y="1172"/>
                  </a:lnTo>
                  <a:lnTo>
                    <a:pt x="282" y="1172"/>
                  </a:lnTo>
                  <a:lnTo>
                    <a:pt x="282" y="1169"/>
                  </a:lnTo>
                  <a:lnTo>
                    <a:pt x="282" y="1169"/>
                  </a:lnTo>
                  <a:lnTo>
                    <a:pt x="282" y="1167"/>
                  </a:lnTo>
                  <a:lnTo>
                    <a:pt x="282" y="1167"/>
                  </a:lnTo>
                  <a:lnTo>
                    <a:pt x="280" y="1157"/>
                  </a:lnTo>
                  <a:lnTo>
                    <a:pt x="280" y="1155"/>
                  </a:lnTo>
                  <a:lnTo>
                    <a:pt x="280" y="1153"/>
                  </a:lnTo>
                  <a:lnTo>
                    <a:pt x="280" y="1153"/>
                  </a:lnTo>
                  <a:lnTo>
                    <a:pt x="280" y="1153"/>
                  </a:lnTo>
                  <a:lnTo>
                    <a:pt x="280" y="1153"/>
                  </a:lnTo>
                  <a:lnTo>
                    <a:pt x="277" y="1150"/>
                  </a:lnTo>
                  <a:lnTo>
                    <a:pt x="280" y="1150"/>
                  </a:lnTo>
                  <a:lnTo>
                    <a:pt x="280" y="1150"/>
                  </a:lnTo>
                  <a:lnTo>
                    <a:pt x="284" y="1153"/>
                  </a:lnTo>
                  <a:lnTo>
                    <a:pt x="284" y="1153"/>
                  </a:lnTo>
                  <a:lnTo>
                    <a:pt x="284" y="1150"/>
                  </a:lnTo>
                  <a:lnTo>
                    <a:pt x="284" y="1150"/>
                  </a:lnTo>
                  <a:lnTo>
                    <a:pt x="284" y="1148"/>
                  </a:lnTo>
                  <a:lnTo>
                    <a:pt x="275" y="1124"/>
                  </a:lnTo>
                  <a:lnTo>
                    <a:pt x="275" y="1124"/>
                  </a:lnTo>
                  <a:lnTo>
                    <a:pt x="275" y="1122"/>
                  </a:lnTo>
                  <a:lnTo>
                    <a:pt x="275" y="1119"/>
                  </a:lnTo>
                  <a:lnTo>
                    <a:pt x="275" y="1119"/>
                  </a:lnTo>
                  <a:lnTo>
                    <a:pt x="275" y="1117"/>
                  </a:lnTo>
                  <a:lnTo>
                    <a:pt x="275" y="1117"/>
                  </a:lnTo>
                  <a:lnTo>
                    <a:pt x="275" y="1112"/>
                  </a:lnTo>
                  <a:lnTo>
                    <a:pt x="275" y="1112"/>
                  </a:lnTo>
                  <a:lnTo>
                    <a:pt x="273" y="1108"/>
                  </a:lnTo>
                  <a:lnTo>
                    <a:pt x="273" y="1108"/>
                  </a:lnTo>
                  <a:lnTo>
                    <a:pt x="273" y="1108"/>
                  </a:lnTo>
                  <a:lnTo>
                    <a:pt x="273" y="1105"/>
                  </a:lnTo>
                  <a:lnTo>
                    <a:pt x="270" y="1103"/>
                  </a:lnTo>
                  <a:lnTo>
                    <a:pt x="273" y="1103"/>
                  </a:lnTo>
                  <a:lnTo>
                    <a:pt x="273" y="1098"/>
                  </a:lnTo>
                  <a:lnTo>
                    <a:pt x="273" y="1091"/>
                  </a:lnTo>
                  <a:lnTo>
                    <a:pt x="273" y="1091"/>
                  </a:lnTo>
                  <a:lnTo>
                    <a:pt x="273" y="1089"/>
                  </a:lnTo>
                  <a:lnTo>
                    <a:pt x="273" y="1089"/>
                  </a:lnTo>
                  <a:lnTo>
                    <a:pt x="273" y="1086"/>
                  </a:lnTo>
                  <a:lnTo>
                    <a:pt x="273" y="1086"/>
                  </a:lnTo>
                  <a:lnTo>
                    <a:pt x="270" y="1084"/>
                  </a:lnTo>
                  <a:lnTo>
                    <a:pt x="268" y="1082"/>
                  </a:lnTo>
                  <a:lnTo>
                    <a:pt x="268" y="1079"/>
                  </a:lnTo>
                  <a:lnTo>
                    <a:pt x="265" y="1079"/>
                  </a:lnTo>
                  <a:lnTo>
                    <a:pt x="258" y="1077"/>
                  </a:lnTo>
                  <a:lnTo>
                    <a:pt x="256" y="1077"/>
                  </a:lnTo>
                  <a:lnTo>
                    <a:pt x="256" y="1074"/>
                  </a:lnTo>
                  <a:lnTo>
                    <a:pt x="254" y="1072"/>
                  </a:lnTo>
                  <a:lnTo>
                    <a:pt x="249" y="1070"/>
                  </a:lnTo>
                  <a:lnTo>
                    <a:pt x="246" y="1070"/>
                  </a:lnTo>
                  <a:lnTo>
                    <a:pt x="244" y="1067"/>
                  </a:lnTo>
                  <a:lnTo>
                    <a:pt x="239" y="1063"/>
                  </a:lnTo>
                  <a:lnTo>
                    <a:pt x="237" y="1060"/>
                  </a:lnTo>
                  <a:lnTo>
                    <a:pt x="232" y="1058"/>
                  </a:lnTo>
                  <a:lnTo>
                    <a:pt x="230" y="1058"/>
                  </a:lnTo>
                  <a:lnTo>
                    <a:pt x="230" y="1056"/>
                  </a:lnTo>
                  <a:lnTo>
                    <a:pt x="228" y="1056"/>
                  </a:lnTo>
                  <a:lnTo>
                    <a:pt x="223" y="1053"/>
                  </a:lnTo>
                  <a:lnTo>
                    <a:pt x="220" y="1053"/>
                  </a:lnTo>
                  <a:lnTo>
                    <a:pt x="220" y="1053"/>
                  </a:lnTo>
                  <a:lnTo>
                    <a:pt x="220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6" y="1051"/>
                  </a:lnTo>
                  <a:lnTo>
                    <a:pt x="216" y="1051"/>
                  </a:lnTo>
                  <a:lnTo>
                    <a:pt x="213" y="1048"/>
                  </a:lnTo>
                  <a:lnTo>
                    <a:pt x="213" y="1046"/>
                  </a:lnTo>
                  <a:lnTo>
                    <a:pt x="211" y="1046"/>
                  </a:lnTo>
                  <a:lnTo>
                    <a:pt x="209" y="1041"/>
                  </a:lnTo>
                  <a:lnTo>
                    <a:pt x="206" y="1041"/>
                  </a:lnTo>
                  <a:lnTo>
                    <a:pt x="206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2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4" y="1039"/>
                  </a:lnTo>
                  <a:lnTo>
                    <a:pt x="204" y="1039"/>
                  </a:lnTo>
                  <a:lnTo>
                    <a:pt x="204" y="1039"/>
                  </a:lnTo>
                  <a:lnTo>
                    <a:pt x="197" y="1037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9" y="1034"/>
                  </a:lnTo>
                  <a:lnTo>
                    <a:pt x="199" y="1034"/>
                  </a:lnTo>
                  <a:lnTo>
                    <a:pt x="199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4" y="1032"/>
                  </a:lnTo>
                  <a:lnTo>
                    <a:pt x="194" y="1032"/>
                  </a:lnTo>
                  <a:lnTo>
                    <a:pt x="192" y="1032"/>
                  </a:lnTo>
                  <a:lnTo>
                    <a:pt x="192" y="1032"/>
                  </a:lnTo>
                  <a:lnTo>
                    <a:pt x="192" y="1032"/>
                  </a:lnTo>
                  <a:lnTo>
                    <a:pt x="192" y="1032"/>
                  </a:lnTo>
                  <a:lnTo>
                    <a:pt x="192" y="1030"/>
                  </a:lnTo>
                  <a:lnTo>
                    <a:pt x="192" y="1030"/>
                  </a:lnTo>
                  <a:lnTo>
                    <a:pt x="192" y="1030"/>
                  </a:lnTo>
                  <a:lnTo>
                    <a:pt x="192" y="1030"/>
                  </a:lnTo>
                  <a:lnTo>
                    <a:pt x="190" y="1027"/>
                  </a:lnTo>
                  <a:lnTo>
                    <a:pt x="187" y="1027"/>
                  </a:lnTo>
                  <a:lnTo>
                    <a:pt x="187" y="1027"/>
                  </a:lnTo>
                  <a:lnTo>
                    <a:pt x="187" y="1025"/>
                  </a:lnTo>
                  <a:lnTo>
                    <a:pt x="187" y="1025"/>
                  </a:lnTo>
                  <a:lnTo>
                    <a:pt x="185" y="1022"/>
                  </a:lnTo>
                  <a:lnTo>
                    <a:pt x="183" y="1020"/>
                  </a:lnTo>
                  <a:lnTo>
                    <a:pt x="180" y="1018"/>
                  </a:lnTo>
                  <a:lnTo>
                    <a:pt x="180" y="1015"/>
                  </a:lnTo>
                  <a:lnTo>
                    <a:pt x="180" y="1013"/>
                  </a:lnTo>
                  <a:lnTo>
                    <a:pt x="180" y="1013"/>
                  </a:lnTo>
                  <a:lnTo>
                    <a:pt x="180" y="1011"/>
                  </a:lnTo>
                  <a:lnTo>
                    <a:pt x="178" y="1013"/>
                  </a:lnTo>
                  <a:lnTo>
                    <a:pt x="178" y="1013"/>
                  </a:lnTo>
                  <a:lnTo>
                    <a:pt x="175" y="1015"/>
                  </a:lnTo>
                  <a:lnTo>
                    <a:pt x="175" y="1013"/>
                  </a:lnTo>
                  <a:lnTo>
                    <a:pt x="175" y="1013"/>
                  </a:lnTo>
                  <a:lnTo>
                    <a:pt x="175" y="1013"/>
                  </a:lnTo>
                  <a:lnTo>
                    <a:pt x="175" y="1011"/>
                  </a:lnTo>
                  <a:lnTo>
                    <a:pt x="175" y="1011"/>
                  </a:lnTo>
                  <a:lnTo>
                    <a:pt x="175" y="1011"/>
                  </a:lnTo>
                  <a:lnTo>
                    <a:pt x="175" y="1011"/>
                  </a:lnTo>
                  <a:lnTo>
                    <a:pt x="175" y="1008"/>
                  </a:lnTo>
                  <a:lnTo>
                    <a:pt x="175" y="1008"/>
                  </a:lnTo>
                  <a:lnTo>
                    <a:pt x="175" y="1008"/>
                  </a:lnTo>
                  <a:lnTo>
                    <a:pt x="175" y="1006"/>
                  </a:lnTo>
                  <a:lnTo>
                    <a:pt x="175" y="1006"/>
                  </a:lnTo>
                  <a:lnTo>
                    <a:pt x="173" y="1006"/>
                  </a:lnTo>
                  <a:lnTo>
                    <a:pt x="159" y="992"/>
                  </a:lnTo>
                  <a:lnTo>
                    <a:pt x="157" y="992"/>
                  </a:lnTo>
                  <a:lnTo>
                    <a:pt x="152" y="989"/>
                  </a:lnTo>
                  <a:lnTo>
                    <a:pt x="149" y="989"/>
                  </a:lnTo>
                  <a:lnTo>
                    <a:pt x="149" y="989"/>
                  </a:lnTo>
                  <a:lnTo>
                    <a:pt x="147" y="989"/>
                  </a:lnTo>
                  <a:lnTo>
                    <a:pt x="145" y="989"/>
                  </a:lnTo>
                  <a:lnTo>
                    <a:pt x="142" y="989"/>
                  </a:lnTo>
                  <a:lnTo>
                    <a:pt x="140" y="989"/>
                  </a:lnTo>
                  <a:lnTo>
                    <a:pt x="138" y="989"/>
                  </a:lnTo>
                  <a:lnTo>
                    <a:pt x="135" y="989"/>
                  </a:lnTo>
                  <a:lnTo>
                    <a:pt x="133" y="989"/>
                  </a:lnTo>
                  <a:lnTo>
                    <a:pt x="133" y="989"/>
                  </a:lnTo>
                  <a:lnTo>
                    <a:pt x="131" y="989"/>
                  </a:lnTo>
                  <a:lnTo>
                    <a:pt x="131" y="989"/>
                  </a:lnTo>
                  <a:lnTo>
                    <a:pt x="131" y="989"/>
                  </a:lnTo>
                  <a:lnTo>
                    <a:pt x="128" y="989"/>
                  </a:lnTo>
                  <a:lnTo>
                    <a:pt x="128" y="989"/>
                  </a:lnTo>
                  <a:lnTo>
                    <a:pt x="128" y="992"/>
                  </a:lnTo>
                  <a:lnTo>
                    <a:pt x="128" y="992"/>
                  </a:lnTo>
                  <a:lnTo>
                    <a:pt x="128" y="996"/>
                  </a:lnTo>
                  <a:lnTo>
                    <a:pt x="128" y="999"/>
                  </a:lnTo>
                  <a:lnTo>
                    <a:pt x="128" y="999"/>
                  </a:lnTo>
                  <a:lnTo>
                    <a:pt x="128" y="999"/>
                  </a:lnTo>
                  <a:lnTo>
                    <a:pt x="128" y="1001"/>
                  </a:lnTo>
                  <a:lnTo>
                    <a:pt x="128" y="1001"/>
                  </a:lnTo>
                  <a:lnTo>
                    <a:pt x="128" y="1001"/>
                  </a:lnTo>
                  <a:lnTo>
                    <a:pt x="131" y="1001"/>
                  </a:lnTo>
                  <a:lnTo>
                    <a:pt x="131" y="1001"/>
                  </a:lnTo>
                  <a:lnTo>
                    <a:pt x="133" y="1001"/>
                  </a:lnTo>
                  <a:lnTo>
                    <a:pt x="131" y="1001"/>
                  </a:lnTo>
                  <a:lnTo>
                    <a:pt x="131" y="1001"/>
                  </a:lnTo>
                  <a:lnTo>
                    <a:pt x="128" y="1001"/>
                  </a:lnTo>
                  <a:lnTo>
                    <a:pt x="128" y="1001"/>
                  </a:lnTo>
                  <a:lnTo>
                    <a:pt x="128" y="1003"/>
                  </a:lnTo>
                  <a:lnTo>
                    <a:pt x="128" y="1003"/>
                  </a:lnTo>
                  <a:lnTo>
                    <a:pt x="128" y="1006"/>
                  </a:lnTo>
                  <a:lnTo>
                    <a:pt x="128" y="1006"/>
                  </a:lnTo>
                  <a:lnTo>
                    <a:pt x="131" y="1006"/>
                  </a:lnTo>
                  <a:lnTo>
                    <a:pt x="131" y="1008"/>
                  </a:lnTo>
                  <a:lnTo>
                    <a:pt x="131" y="1008"/>
                  </a:lnTo>
                  <a:lnTo>
                    <a:pt x="131" y="1011"/>
                  </a:lnTo>
                  <a:lnTo>
                    <a:pt x="131" y="1013"/>
                  </a:lnTo>
                  <a:lnTo>
                    <a:pt x="131" y="1013"/>
                  </a:lnTo>
                  <a:lnTo>
                    <a:pt x="131" y="1015"/>
                  </a:lnTo>
                  <a:lnTo>
                    <a:pt x="131" y="1015"/>
                  </a:lnTo>
                  <a:lnTo>
                    <a:pt x="131" y="1015"/>
                  </a:lnTo>
                  <a:lnTo>
                    <a:pt x="133" y="1015"/>
                  </a:lnTo>
                  <a:lnTo>
                    <a:pt x="133" y="1018"/>
                  </a:lnTo>
                  <a:lnTo>
                    <a:pt x="133" y="1018"/>
                  </a:lnTo>
                  <a:lnTo>
                    <a:pt x="133" y="1020"/>
                  </a:lnTo>
                  <a:lnTo>
                    <a:pt x="133" y="1020"/>
                  </a:lnTo>
                  <a:lnTo>
                    <a:pt x="133" y="1020"/>
                  </a:lnTo>
                  <a:lnTo>
                    <a:pt x="135" y="1022"/>
                  </a:lnTo>
                  <a:lnTo>
                    <a:pt x="135" y="1022"/>
                  </a:lnTo>
                  <a:lnTo>
                    <a:pt x="135" y="1022"/>
                  </a:lnTo>
                  <a:lnTo>
                    <a:pt x="135" y="1025"/>
                  </a:lnTo>
                  <a:lnTo>
                    <a:pt x="135" y="1025"/>
                  </a:lnTo>
                  <a:lnTo>
                    <a:pt x="138" y="1025"/>
                  </a:lnTo>
                  <a:lnTo>
                    <a:pt x="138" y="1025"/>
                  </a:lnTo>
                  <a:lnTo>
                    <a:pt x="138" y="1022"/>
                  </a:lnTo>
                  <a:lnTo>
                    <a:pt x="138" y="1022"/>
                  </a:lnTo>
                  <a:lnTo>
                    <a:pt x="138" y="1022"/>
                  </a:lnTo>
                  <a:lnTo>
                    <a:pt x="138" y="1022"/>
                  </a:lnTo>
                  <a:lnTo>
                    <a:pt x="138" y="1020"/>
                  </a:lnTo>
                  <a:lnTo>
                    <a:pt x="140" y="1022"/>
                  </a:lnTo>
                  <a:lnTo>
                    <a:pt x="140" y="1022"/>
                  </a:lnTo>
                  <a:lnTo>
                    <a:pt x="140" y="1025"/>
                  </a:lnTo>
                  <a:lnTo>
                    <a:pt x="142" y="1025"/>
                  </a:lnTo>
                  <a:lnTo>
                    <a:pt x="145" y="1025"/>
                  </a:lnTo>
                  <a:lnTo>
                    <a:pt x="149" y="1025"/>
                  </a:lnTo>
                  <a:lnTo>
                    <a:pt x="149" y="1025"/>
                  </a:lnTo>
                  <a:lnTo>
                    <a:pt x="149" y="1025"/>
                  </a:lnTo>
                  <a:lnTo>
                    <a:pt x="161" y="1025"/>
                  </a:lnTo>
                  <a:lnTo>
                    <a:pt x="164" y="1027"/>
                  </a:lnTo>
                  <a:lnTo>
                    <a:pt x="164" y="1025"/>
                  </a:lnTo>
                  <a:lnTo>
                    <a:pt x="164" y="1025"/>
                  </a:lnTo>
                  <a:lnTo>
                    <a:pt x="164" y="1022"/>
                  </a:lnTo>
                  <a:lnTo>
                    <a:pt x="164" y="1022"/>
                  </a:lnTo>
                  <a:lnTo>
                    <a:pt x="161" y="1020"/>
                  </a:lnTo>
                  <a:lnTo>
                    <a:pt x="154" y="1018"/>
                  </a:lnTo>
                  <a:lnTo>
                    <a:pt x="154" y="1018"/>
                  </a:lnTo>
                  <a:lnTo>
                    <a:pt x="152" y="1015"/>
                  </a:lnTo>
                  <a:lnTo>
                    <a:pt x="152" y="1013"/>
                  </a:lnTo>
                  <a:lnTo>
                    <a:pt x="152" y="1013"/>
                  </a:lnTo>
                  <a:lnTo>
                    <a:pt x="154" y="1015"/>
                  </a:lnTo>
                  <a:lnTo>
                    <a:pt x="166" y="1020"/>
                  </a:lnTo>
                  <a:lnTo>
                    <a:pt x="166" y="1020"/>
                  </a:lnTo>
                  <a:lnTo>
                    <a:pt x="166" y="1022"/>
                  </a:lnTo>
                  <a:lnTo>
                    <a:pt x="166" y="1022"/>
                  </a:lnTo>
                  <a:lnTo>
                    <a:pt x="166" y="1022"/>
                  </a:lnTo>
                  <a:lnTo>
                    <a:pt x="166" y="1025"/>
                  </a:lnTo>
                  <a:lnTo>
                    <a:pt x="168" y="1025"/>
                  </a:lnTo>
                  <a:lnTo>
                    <a:pt x="168" y="1025"/>
                  </a:lnTo>
                  <a:lnTo>
                    <a:pt x="171" y="1022"/>
                  </a:lnTo>
                  <a:lnTo>
                    <a:pt x="175" y="1025"/>
                  </a:lnTo>
                  <a:lnTo>
                    <a:pt x="175" y="1027"/>
                  </a:lnTo>
                  <a:lnTo>
                    <a:pt x="171" y="1025"/>
                  </a:lnTo>
                  <a:lnTo>
                    <a:pt x="168" y="1027"/>
                  </a:lnTo>
                  <a:lnTo>
                    <a:pt x="166" y="1027"/>
                  </a:lnTo>
                  <a:lnTo>
                    <a:pt x="166" y="1030"/>
                  </a:lnTo>
                  <a:lnTo>
                    <a:pt x="164" y="1032"/>
                  </a:lnTo>
                  <a:lnTo>
                    <a:pt x="166" y="1034"/>
                  </a:lnTo>
                  <a:lnTo>
                    <a:pt x="166" y="1037"/>
                  </a:lnTo>
                  <a:lnTo>
                    <a:pt x="166" y="1044"/>
                  </a:lnTo>
                  <a:lnTo>
                    <a:pt x="166" y="1041"/>
                  </a:lnTo>
                  <a:lnTo>
                    <a:pt x="164" y="1039"/>
                  </a:lnTo>
                  <a:lnTo>
                    <a:pt x="164" y="1034"/>
                  </a:lnTo>
                  <a:lnTo>
                    <a:pt x="164" y="1032"/>
                  </a:lnTo>
                  <a:lnTo>
                    <a:pt x="161" y="1032"/>
                  </a:lnTo>
                  <a:lnTo>
                    <a:pt x="154" y="1027"/>
                  </a:lnTo>
                  <a:lnTo>
                    <a:pt x="152" y="1027"/>
                  </a:lnTo>
                  <a:lnTo>
                    <a:pt x="152" y="1027"/>
                  </a:lnTo>
                  <a:lnTo>
                    <a:pt x="149" y="1027"/>
                  </a:lnTo>
                  <a:lnTo>
                    <a:pt x="147" y="1027"/>
                  </a:lnTo>
                  <a:lnTo>
                    <a:pt x="147" y="1027"/>
                  </a:lnTo>
                  <a:lnTo>
                    <a:pt x="147" y="1027"/>
                  </a:lnTo>
                  <a:lnTo>
                    <a:pt x="145" y="1027"/>
                  </a:lnTo>
                  <a:lnTo>
                    <a:pt x="145" y="1027"/>
                  </a:lnTo>
                  <a:lnTo>
                    <a:pt x="142" y="1027"/>
                  </a:lnTo>
                  <a:lnTo>
                    <a:pt x="142" y="1027"/>
                  </a:lnTo>
                  <a:lnTo>
                    <a:pt x="142" y="1030"/>
                  </a:lnTo>
                  <a:lnTo>
                    <a:pt x="142" y="1030"/>
                  </a:lnTo>
                  <a:lnTo>
                    <a:pt x="142" y="1030"/>
                  </a:lnTo>
                  <a:lnTo>
                    <a:pt x="140" y="1032"/>
                  </a:lnTo>
                  <a:lnTo>
                    <a:pt x="138" y="1034"/>
                  </a:lnTo>
                  <a:lnTo>
                    <a:pt x="138" y="1034"/>
                  </a:lnTo>
                  <a:lnTo>
                    <a:pt x="138" y="1037"/>
                  </a:lnTo>
                  <a:lnTo>
                    <a:pt x="138" y="1037"/>
                  </a:lnTo>
                  <a:lnTo>
                    <a:pt x="140" y="1039"/>
                  </a:lnTo>
                  <a:lnTo>
                    <a:pt x="140" y="1039"/>
                  </a:lnTo>
                  <a:lnTo>
                    <a:pt x="142" y="1037"/>
                  </a:lnTo>
                  <a:lnTo>
                    <a:pt x="142" y="1037"/>
                  </a:lnTo>
                  <a:lnTo>
                    <a:pt x="142" y="1039"/>
                  </a:lnTo>
                  <a:lnTo>
                    <a:pt x="145" y="1039"/>
                  </a:lnTo>
                  <a:lnTo>
                    <a:pt x="145" y="1041"/>
                  </a:lnTo>
                  <a:lnTo>
                    <a:pt x="145" y="1039"/>
                  </a:lnTo>
                  <a:lnTo>
                    <a:pt x="145" y="1041"/>
                  </a:lnTo>
                  <a:lnTo>
                    <a:pt x="145" y="1041"/>
                  </a:lnTo>
                  <a:lnTo>
                    <a:pt x="145" y="1041"/>
                  </a:lnTo>
                  <a:lnTo>
                    <a:pt x="145" y="1044"/>
                  </a:lnTo>
                  <a:lnTo>
                    <a:pt x="142" y="1041"/>
                  </a:lnTo>
                  <a:lnTo>
                    <a:pt x="142" y="1044"/>
                  </a:lnTo>
                  <a:lnTo>
                    <a:pt x="142" y="1044"/>
                  </a:lnTo>
                  <a:lnTo>
                    <a:pt x="142" y="1044"/>
                  </a:lnTo>
                  <a:lnTo>
                    <a:pt x="142" y="1046"/>
                  </a:lnTo>
                  <a:lnTo>
                    <a:pt x="142" y="1046"/>
                  </a:lnTo>
                  <a:lnTo>
                    <a:pt x="145" y="1046"/>
                  </a:lnTo>
                  <a:lnTo>
                    <a:pt x="145" y="1046"/>
                  </a:lnTo>
                  <a:lnTo>
                    <a:pt x="147" y="1046"/>
                  </a:lnTo>
                  <a:lnTo>
                    <a:pt x="147" y="1048"/>
                  </a:lnTo>
                  <a:lnTo>
                    <a:pt x="147" y="1048"/>
                  </a:lnTo>
                  <a:lnTo>
                    <a:pt x="145" y="1048"/>
                  </a:lnTo>
                  <a:lnTo>
                    <a:pt x="145" y="1048"/>
                  </a:lnTo>
                  <a:lnTo>
                    <a:pt x="140" y="1053"/>
                  </a:lnTo>
                  <a:lnTo>
                    <a:pt x="135" y="1053"/>
                  </a:lnTo>
                  <a:lnTo>
                    <a:pt x="133" y="1056"/>
                  </a:lnTo>
                  <a:lnTo>
                    <a:pt x="133" y="1056"/>
                  </a:lnTo>
                  <a:lnTo>
                    <a:pt x="135" y="1058"/>
                  </a:lnTo>
                  <a:lnTo>
                    <a:pt x="138" y="1058"/>
                  </a:lnTo>
                  <a:lnTo>
                    <a:pt x="138" y="1060"/>
                  </a:lnTo>
                  <a:lnTo>
                    <a:pt x="138" y="1060"/>
                  </a:lnTo>
                  <a:lnTo>
                    <a:pt x="138" y="1060"/>
                  </a:lnTo>
                  <a:lnTo>
                    <a:pt x="140" y="1060"/>
                  </a:lnTo>
                  <a:lnTo>
                    <a:pt x="140" y="1060"/>
                  </a:lnTo>
                  <a:lnTo>
                    <a:pt x="145" y="1058"/>
                  </a:lnTo>
                  <a:lnTo>
                    <a:pt x="147" y="1058"/>
                  </a:lnTo>
                  <a:lnTo>
                    <a:pt x="149" y="1056"/>
                  </a:lnTo>
                  <a:lnTo>
                    <a:pt x="152" y="1056"/>
                  </a:lnTo>
                  <a:lnTo>
                    <a:pt x="152" y="1058"/>
                  </a:lnTo>
                  <a:lnTo>
                    <a:pt x="149" y="1058"/>
                  </a:lnTo>
                  <a:lnTo>
                    <a:pt x="149" y="1060"/>
                  </a:lnTo>
                  <a:lnTo>
                    <a:pt x="149" y="1060"/>
                  </a:lnTo>
                  <a:lnTo>
                    <a:pt x="149" y="1063"/>
                  </a:lnTo>
                  <a:lnTo>
                    <a:pt x="149" y="1063"/>
                  </a:lnTo>
                  <a:lnTo>
                    <a:pt x="152" y="1063"/>
                  </a:lnTo>
                  <a:lnTo>
                    <a:pt x="154" y="1063"/>
                  </a:lnTo>
                  <a:lnTo>
                    <a:pt x="157" y="1060"/>
                  </a:lnTo>
                  <a:lnTo>
                    <a:pt x="159" y="1058"/>
                  </a:lnTo>
                  <a:lnTo>
                    <a:pt x="161" y="1060"/>
                  </a:lnTo>
                  <a:lnTo>
                    <a:pt x="159" y="1063"/>
                  </a:lnTo>
                  <a:lnTo>
                    <a:pt x="157" y="1063"/>
                  </a:lnTo>
                  <a:lnTo>
                    <a:pt x="157" y="1063"/>
                  </a:lnTo>
                  <a:lnTo>
                    <a:pt x="159" y="1065"/>
                  </a:lnTo>
                  <a:lnTo>
                    <a:pt x="157" y="1065"/>
                  </a:lnTo>
                  <a:lnTo>
                    <a:pt x="157" y="1065"/>
                  </a:lnTo>
                  <a:lnTo>
                    <a:pt x="157" y="1067"/>
                  </a:lnTo>
                  <a:lnTo>
                    <a:pt x="157" y="1070"/>
                  </a:lnTo>
                  <a:lnTo>
                    <a:pt x="157" y="1070"/>
                  </a:lnTo>
                  <a:lnTo>
                    <a:pt x="159" y="1072"/>
                  </a:lnTo>
                  <a:lnTo>
                    <a:pt x="159" y="1074"/>
                  </a:lnTo>
                  <a:lnTo>
                    <a:pt x="159" y="1074"/>
                  </a:lnTo>
                  <a:lnTo>
                    <a:pt x="161" y="1074"/>
                  </a:lnTo>
                  <a:lnTo>
                    <a:pt x="164" y="1074"/>
                  </a:lnTo>
                  <a:lnTo>
                    <a:pt x="164" y="1074"/>
                  </a:lnTo>
                  <a:lnTo>
                    <a:pt x="166" y="1072"/>
                  </a:lnTo>
                  <a:lnTo>
                    <a:pt x="166" y="1072"/>
                  </a:lnTo>
                  <a:lnTo>
                    <a:pt x="166" y="1070"/>
                  </a:lnTo>
                  <a:lnTo>
                    <a:pt x="166" y="1070"/>
                  </a:lnTo>
                  <a:lnTo>
                    <a:pt x="166" y="1067"/>
                  </a:lnTo>
                  <a:lnTo>
                    <a:pt x="168" y="1065"/>
                  </a:lnTo>
                  <a:lnTo>
                    <a:pt x="168" y="1065"/>
                  </a:lnTo>
                  <a:lnTo>
                    <a:pt x="168" y="1067"/>
                  </a:lnTo>
                  <a:lnTo>
                    <a:pt x="168" y="1067"/>
                  </a:lnTo>
                  <a:lnTo>
                    <a:pt x="168" y="1070"/>
                  </a:lnTo>
                  <a:lnTo>
                    <a:pt x="171" y="1070"/>
                  </a:lnTo>
                  <a:lnTo>
                    <a:pt x="171" y="1072"/>
                  </a:lnTo>
                  <a:lnTo>
                    <a:pt x="171" y="1072"/>
                  </a:lnTo>
                  <a:lnTo>
                    <a:pt x="173" y="1072"/>
                  </a:lnTo>
                  <a:lnTo>
                    <a:pt x="173" y="1072"/>
                  </a:lnTo>
                  <a:lnTo>
                    <a:pt x="175" y="1072"/>
                  </a:lnTo>
                  <a:lnTo>
                    <a:pt x="175" y="1072"/>
                  </a:lnTo>
                  <a:lnTo>
                    <a:pt x="175" y="1072"/>
                  </a:lnTo>
                  <a:lnTo>
                    <a:pt x="178" y="1070"/>
                  </a:lnTo>
                  <a:lnTo>
                    <a:pt x="178" y="1070"/>
                  </a:lnTo>
                  <a:lnTo>
                    <a:pt x="178" y="1070"/>
                  </a:lnTo>
                  <a:lnTo>
                    <a:pt x="178" y="1072"/>
                  </a:lnTo>
                  <a:lnTo>
                    <a:pt x="178" y="1072"/>
                  </a:lnTo>
                  <a:lnTo>
                    <a:pt x="175" y="1074"/>
                  </a:lnTo>
                  <a:lnTo>
                    <a:pt x="173" y="1074"/>
                  </a:lnTo>
                  <a:lnTo>
                    <a:pt x="171" y="1074"/>
                  </a:lnTo>
                  <a:lnTo>
                    <a:pt x="171" y="1077"/>
                  </a:lnTo>
                  <a:lnTo>
                    <a:pt x="168" y="1077"/>
                  </a:lnTo>
                  <a:lnTo>
                    <a:pt x="168" y="1077"/>
                  </a:lnTo>
                  <a:lnTo>
                    <a:pt x="171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6" y="1082"/>
                  </a:lnTo>
                  <a:lnTo>
                    <a:pt x="164" y="1084"/>
                  </a:lnTo>
                  <a:lnTo>
                    <a:pt x="164" y="1084"/>
                  </a:lnTo>
                  <a:lnTo>
                    <a:pt x="166" y="1093"/>
                  </a:lnTo>
                  <a:lnTo>
                    <a:pt x="168" y="1093"/>
                  </a:lnTo>
                  <a:lnTo>
                    <a:pt x="168" y="1093"/>
                  </a:lnTo>
                  <a:lnTo>
                    <a:pt x="171" y="1093"/>
                  </a:lnTo>
                  <a:lnTo>
                    <a:pt x="178" y="1098"/>
                  </a:lnTo>
                  <a:lnTo>
                    <a:pt x="178" y="1096"/>
                  </a:lnTo>
                  <a:lnTo>
                    <a:pt x="178" y="1096"/>
                  </a:lnTo>
                  <a:lnTo>
                    <a:pt x="180" y="1091"/>
                  </a:lnTo>
                  <a:lnTo>
                    <a:pt x="180" y="1089"/>
                  </a:lnTo>
                  <a:lnTo>
                    <a:pt x="180" y="1089"/>
                  </a:lnTo>
                  <a:lnTo>
                    <a:pt x="183" y="1089"/>
                  </a:lnTo>
                  <a:lnTo>
                    <a:pt x="183" y="1089"/>
                  </a:lnTo>
                  <a:lnTo>
                    <a:pt x="183" y="1089"/>
                  </a:lnTo>
                  <a:lnTo>
                    <a:pt x="180" y="1096"/>
                  </a:lnTo>
                  <a:lnTo>
                    <a:pt x="180" y="1096"/>
                  </a:lnTo>
                  <a:lnTo>
                    <a:pt x="183" y="1096"/>
                  </a:lnTo>
                  <a:lnTo>
                    <a:pt x="183" y="1098"/>
                  </a:lnTo>
                  <a:lnTo>
                    <a:pt x="183" y="1096"/>
                  </a:lnTo>
                  <a:lnTo>
                    <a:pt x="185" y="1096"/>
                  </a:lnTo>
                  <a:lnTo>
                    <a:pt x="185" y="1096"/>
                  </a:lnTo>
                  <a:lnTo>
                    <a:pt x="187" y="1093"/>
                  </a:lnTo>
                  <a:lnTo>
                    <a:pt x="187" y="1093"/>
                  </a:lnTo>
                  <a:lnTo>
                    <a:pt x="185" y="1091"/>
                  </a:lnTo>
                  <a:lnTo>
                    <a:pt x="185" y="1089"/>
                  </a:lnTo>
                  <a:lnTo>
                    <a:pt x="187" y="1091"/>
                  </a:lnTo>
                  <a:lnTo>
                    <a:pt x="187" y="1093"/>
                  </a:lnTo>
                  <a:lnTo>
                    <a:pt x="187" y="1096"/>
                  </a:lnTo>
                  <a:lnTo>
                    <a:pt x="190" y="1098"/>
                  </a:lnTo>
                  <a:lnTo>
                    <a:pt x="190" y="1101"/>
                  </a:lnTo>
                  <a:lnTo>
                    <a:pt x="190" y="1101"/>
                  </a:lnTo>
                  <a:lnTo>
                    <a:pt x="192" y="1101"/>
                  </a:lnTo>
                  <a:lnTo>
                    <a:pt x="194" y="1101"/>
                  </a:lnTo>
                  <a:lnTo>
                    <a:pt x="194" y="1101"/>
                  </a:lnTo>
                  <a:lnTo>
                    <a:pt x="194" y="1103"/>
                  </a:lnTo>
                  <a:lnTo>
                    <a:pt x="192" y="1105"/>
                  </a:lnTo>
                  <a:lnTo>
                    <a:pt x="192" y="1108"/>
                  </a:lnTo>
                  <a:lnTo>
                    <a:pt x="192" y="1115"/>
                  </a:lnTo>
                  <a:lnTo>
                    <a:pt x="192" y="1117"/>
                  </a:lnTo>
                  <a:lnTo>
                    <a:pt x="192" y="1117"/>
                  </a:lnTo>
                  <a:lnTo>
                    <a:pt x="194" y="1119"/>
                  </a:lnTo>
                  <a:lnTo>
                    <a:pt x="194" y="1119"/>
                  </a:lnTo>
                  <a:lnTo>
                    <a:pt x="197" y="1117"/>
                  </a:lnTo>
                  <a:lnTo>
                    <a:pt x="199" y="1117"/>
                  </a:lnTo>
                  <a:lnTo>
                    <a:pt x="199" y="1117"/>
                  </a:lnTo>
                  <a:lnTo>
                    <a:pt x="199" y="1112"/>
                  </a:lnTo>
                  <a:lnTo>
                    <a:pt x="202" y="1112"/>
                  </a:lnTo>
                  <a:lnTo>
                    <a:pt x="202" y="1112"/>
                  </a:lnTo>
                  <a:lnTo>
                    <a:pt x="202" y="1115"/>
                  </a:lnTo>
                  <a:lnTo>
                    <a:pt x="204" y="1115"/>
                  </a:lnTo>
                  <a:lnTo>
                    <a:pt x="204" y="1115"/>
                  </a:lnTo>
                  <a:lnTo>
                    <a:pt x="197" y="1119"/>
                  </a:lnTo>
                  <a:lnTo>
                    <a:pt x="197" y="1119"/>
                  </a:lnTo>
                  <a:lnTo>
                    <a:pt x="197" y="1122"/>
                  </a:lnTo>
                  <a:lnTo>
                    <a:pt x="197" y="1122"/>
                  </a:lnTo>
                  <a:lnTo>
                    <a:pt x="204" y="1127"/>
                  </a:lnTo>
                  <a:lnTo>
                    <a:pt x="204" y="1127"/>
                  </a:lnTo>
                  <a:lnTo>
                    <a:pt x="206" y="1127"/>
                  </a:lnTo>
                  <a:lnTo>
                    <a:pt x="211" y="1127"/>
                  </a:lnTo>
                  <a:lnTo>
                    <a:pt x="216" y="1129"/>
                  </a:lnTo>
                  <a:lnTo>
                    <a:pt x="218" y="1129"/>
                  </a:lnTo>
                  <a:lnTo>
                    <a:pt x="218" y="1129"/>
                  </a:lnTo>
                  <a:lnTo>
                    <a:pt x="218" y="1131"/>
                  </a:lnTo>
                  <a:lnTo>
                    <a:pt x="218" y="1131"/>
                  </a:lnTo>
                  <a:lnTo>
                    <a:pt x="213" y="1131"/>
                  </a:lnTo>
                  <a:lnTo>
                    <a:pt x="213" y="1131"/>
                  </a:lnTo>
                  <a:lnTo>
                    <a:pt x="213" y="1129"/>
                  </a:lnTo>
                  <a:lnTo>
                    <a:pt x="211" y="1129"/>
                  </a:lnTo>
                  <a:lnTo>
                    <a:pt x="211" y="1129"/>
                  </a:lnTo>
                  <a:lnTo>
                    <a:pt x="209" y="1129"/>
                  </a:lnTo>
                  <a:lnTo>
                    <a:pt x="204" y="1129"/>
                  </a:lnTo>
                  <a:lnTo>
                    <a:pt x="199" y="1127"/>
                  </a:lnTo>
                  <a:lnTo>
                    <a:pt x="197" y="1127"/>
                  </a:lnTo>
                  <a:lnTo>
                    <a:pt x="194" y="1127"/>
                  </a:lnTo>
                  <a:lnTo>
                    <a:pt x="192" y="1127"/>
                  </a:lnTo>
                  <a:lnTo>
                    <a:pt x="190" y="1127"/>
                  </a:lnTo>
                  <a:lnTo>
                    <a:pt x="190" y="1129"/>
                  </a:lnTo>
                  <a:lnTo>
                    <a:pt x="190" y="1129"/>
                  </a:lnTo>
                  <a:lnTo>
                    <a:pt x="187" y="1129"/>
                  </a:lnTo>
                  <a:lnTo>
                    <a:pt x="187" y="1129"/>
                  </a:lnTo>
                  <a:lnTo>
                    <a:pt x="187" y="1131"/>
                  </a:lnTo>
                  <a:lnTo>
                    <a:pt x="187" y="1131"/>
                  </a:lnTo>
                  <a:lnTo>
                    <a:pt x="187" y="1131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6"/>
                  </a:lnTo>
                  <a:lnTo>
                    <a:pt x="187" y="1136"/>
                  </a:lnTo>
                  <a:lnTo>
                    <a:pt x="187" y="1136"/>
                  </a:lnTo>
                  <a:lnTo>
                    <a:pt x="185" y="1136"/>
                  </a:lnTo>
                  <a:lnTo>
                    <a:pt x="185" y="1138"/>
                  </a:lnTo>
                  <a:lnTo>
                    <a:pt x="185" y="1138"/>
                  </a:lnTo>
                  <a:lnTo>
                    <a:pt x="185" y="1141"/>
                  </a:lnTo>
                  <a:lnTo>
                    <a:pt x="183" y="1141"/>
                  </a:lnTo>
                  <a:lnTo>
                    <a:pt x="183" y="1143"/>
                  </a:lnTo>
                  <a:lnTo>
                    <a:pt x="183" y="1145"/>
                  </a:lnTo>
                  <a:lnTo>
                    <a:pt x="185" y="1145"/>
                  </a:lnTo>
                  <a:lnTo>
                    <a:pt x="185" y="1148"/>
                  </a:lnTo>
                  <a:lnTo>
                    <a:pt x="185" y="1148"/>
                  </a:lnTo>
                  <a:lnTo>
                    <a:pt x="187" y="1148"/>
                  </a:lnTo>
                  <a:lnTo>
                    <a:pt x="190" y="1145"/>
                  </a:lnTo>
                  <a:lnTo>
                    <a:pt x="190" y="1145"/>
                  </a:lnTo>
                  <a:lnTo>
                    <a:pt x="190" y="1145"/>
                  </a:lnTo>
                  <a:lnTo>
                    <a:pt x="190" y="1143"/>
                  </a:lnTo>
                  <a:lnTo>
                    <a:pt x="190" y="1141"/>
                  </a:lnTo>
                  <a:lnTo>
                    <a:pt x="190" y="1141"/>
                  </a:lnTo>
                  <a:lnTo>
                    <a:pt x="192" y="1141"/>
                  </a:lnTo>
                  <a:lnTo>
                    <a:pt x="192" y="1141"/>
                  </a:lnTo>
                  <a:lnTo>
                    <a:pt x="192" y="1141"/>
                  </a:lnTo>
                  <a:lnTo>
                    <a:pt x="194" y="1143"/>
                  </a:lnTo>
                  <a:lnTo>
                    <a:pt x="194" y="1145"/>
                  </a:lnTo>
                  <a:lnTo>
                    <a:pt x="192" y="1145"/>
                  </a:lnTo>
                  <a:lnTo>
                    <a:pt x="192" y="1145"/>
                  </a:lnTo>
                  <a:lnTo>
                    <a:pt x="194" y="1148"/>
                  </a:lnTo>
                  <a:lnTo>
                    <a:pt x="194" y="1148"/>
                  </a:lnTo>
                  <a:lnTo>
                    <a:pt x="194" y="1150"/>
                  </a:lnTo>
                  <a:lnTo>
                    <a:pt x="194" y="1150"/>
                  </a:lnTo>
                  <a:lnTo>
                    <a:pt x="197" y="1150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9" y="1153"/>
                  </a:lnTo>
                  <a:lnTo>
                    <a:pt x="199" y="1150"/>
                  </a:lnTo>
                  <a:lnTo>
                    <a:pt x="202" y="1148"/>
                  </a:lnTo>
                  <a:lnTo>
                    <a:pt x="202" y="1148"/>
                  </a:lnTo>
                  <a:lnTo>
                    <a:pt x="202" y="1145"/>
                  </a:lnTo>
                  <a:lnTo>
                    <a:pt x="202" y="1145"/>
                  </a:lnTo>
                  <a:lnTo>
                    <a:pt x="202" y="1145"/>
                  </a:lnTo>
                  <a:lnTo>
                    <a:pt x="202" y="1148"/>
                  </a:lnTo>
                  <a:lnTo>
                    <a:pt x="202" y="1148"/>
                  </a:lnTo>
                  <a:lnTo>
                    <a:pt x="202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6" y="1150"/>
                  </a:lnTo>
                  <a:lnTo>
                    <a:pt x="206" y="1150"/>
                  </a:lnTo>
                  <a:lnTo>
                    <a:pt x="206" y="1150"/>
                  </a:lnTo>
                  <a:lnTo>
                    <a:pt x="209" y="1150"/>
                  </a:lnTo>
                  <a:lnTo>
                    <a:pt x="211" y="1150"/>
                  </a:lnTo>
                  <a:lnTo>
                    <a:pt x="213" y="1150"/>
                  </a:lnTo>
                  <a:lnTo>
                    <a:pt x="213" y="1150"/>
                  </a:lnTo>
                  <a:lnTo>
                    <a:pt x="211" y="1153"/>
                  </a:lnTo>
                  <a:lnTo>
                    <a:pt x="211" y="1153"/>
                  </a:lnTo>
                  <a:lnTo>
                    <a:pt x="211" y="1155"/>
                  </a:lnTo>
                  <a:lnTo>
                    <a:pt x="209" y="1155"/>
                  </a:lnTo>
                  <a:lnTo>
                    <a:pt x="209" y="1160"/>
                  </a:lnTo>
                  <a:lnTo>
                    <a:pt x="209" y="1160"/>
                  </a:lnTo>
                  <a:lnTo>
                    <a:pt x="211" y="1162"/>
                  </a:lnTo>
                  <a:lnTo>
                    <a:pt x="211" y="1162"/>
                  </a:lnTo>
                  <a:lnTo>
                    <a:pt x="213" y="1162"/>
                  </a:lnTo>
                  <a:lnTo>
                    <a:pt x="213" y="1160"/>
                  </a:lnTo>
                  <a:lnTo>
                    <a:pt x="216" y="1160"/>
                  </a:lnTo>
                  <a:lnTo>
                    <a:pt x="216" y="1157"/>
                  </a:lnTo>
                  <a:lnTo>
                    <a:pt x="216" y="1157"/>
                  </a:lnTo>
                  <a:lnTo>
                    <a:pt x="218" y="1155"/>
                  </a:lnTo>
                  <a:lnTo>
                    <a:pt x="220" y="1153"/>
                  </a:lnTo>
                  <a:lnTo>
                    <a:pt x="220" y="1155"/>
                  </a:lnTo>
                  <a:lnTo>
                    <a:pt x="218" y="1157"/>
                  </a:lnTo>
                  <a:lnTo>
                    <a:pt x="218" y="1160"/>
                  </a:lnTo>
                  <a:lnTo>
                    <a:pt x="213" y="1162"/>
                  </a:lnTo>
                  <a:lnTo>
                    <a:pt x="213" y="1164"/>
                  </a:lnTo>
                  <a:lnTo>
                    <a:pt x="211" y="1164"/>
                  </a:lnTo>
                  <a:lnTo>
                    <a:pt x="209" y="1164"/>
                  </a:lnTo>
                  <a:lnTo>
                    <a:pt x="209" y="1167"/>
                  </a:lnTo>
                  <a:lnTo>
                    <a:pt x="209" y="1169"/>
                  </a:lnTo>
                  <a:lnTo>
                    <a:pt x="211" y="1169"/>
                  </a:lnTo>
                  <a:lnTo>
                    <a:pt x="211" y="1172"/>
                  </a:lnTo>
                  <a:lnTo>
                    <a:pt x="213" y="1169"/>
                  </a:lnTo>
                  <a:lnTo>
                    <a:pt x="216" y="1167"/>
                  </a:lnTo>
                  <a:lnTo>
                    <a:pt x="218" y="1167"/>
                  </a:lnTo>
                  <a:lnTo>
                    <a:pt x="218" y="1169"/>
                  </a:lnTo>
                  <a:lnTo>
                    <a:pt x="218" y="1169"/>
                  </a:lnTo>
                  <a:lnTo>
                    <a:pt x="218" y="1169"/>
                  </a:lnTo>
                  <a:lnTo>
                    <a:pt x="220" y="1169"/>
                  </a:lnTo>
                  <a:lnTo>
                    <a:pt x="220" y="1169"/>
                  </a:lnTo>
                  <a:lnTo>
                    <a:pt x="220" y="1167"/>
                  </a:lnTo>
                  <a:lnTo>
                    <a:pt x="223" y="1164"/>
                  </a:lnTo>
                  <a:lnTo>
                    <a:pt x="223" y="1164"/>
                  </a:lnTo>
                  <a:lnTo>
                    <a:pt x="225" y="1162"/>
                  </a:lnTo>
                  <a:lnTo>
                    <a:pt x="225" y="1162"/>
                  </a:lnTo>
                  <a:lnTo>
                    <a:pt x="225" y="1162"/>
                  </a:lnTo>
                  <a:lnTo>
                    <a:pt x="225" y="1164"/>
                  </a:lnTo>
                  <a:lnTo>
                    <a:pt x="225" y="1164"/>
                  </a:lnTo>
                  <a:lnTo>
                    <a:pt x="223" y="1167"/>
                  </a:lnTo>
                  <a:lnTo>
                    <a:pt x="223" y="1167"/>
                  </a:lnTo>
                  <a:lnTo>
                    <a:pt x="223" y="1167"/>
                  </a:lnTo>
                  <a:lnTo>
                    <a:pt x="220" y="1172"/>
                  </a:lnTo>
                  <a:lnTo>
                    <a:pt x="220" y="1172"/>
                  </a:lnTo>
                  <a:lnTo>
                    <a:pt x="220" y="1172"/>
                  </a:lnTo>
                  <a:lnTo>
                    <a:pt x="223" y="1172"/>
                  </a:lnTo>
                  <a:lnTo>
                    <a:pt x="223" y="1172"/>
                  </a:lnTo>
                  <a:lnTo>
                    <a:pt x="223" y="1172"/>
                  </a:lnTo>
                  <a:lnTo>
                    <a:pt x="225" y="1172"/>
                  </a:lnTo>
                  <a:lnTo>
                    <a:pt x="223" y="1174"/>
                  </a:lnTo>
                  <a:lnTo>
                    <a:pt x="223" y="1176"/>
                  </a:lnTo>
                  <a:lnTo>
                    <a:pt x="220" y="1181"/>
                  </a:lnTo>
                  <a:lnTo>
                    <a:pt x="220" y="1181"/>
                  </a:lnTo>
                  <a:lnTo>
                    <a:pt x="223" y="1181"/>
                  </a:lnTo>
                  <a:lnTo>
                    <a:pt x="225" y="1181"/>
                  </a:lnTo>
                  <a:lnTo>
                    <a:pt x="230" y="1179"/>
                  </a:lnTo>
                  <a:lnTo>
                    <a:pt x="230" y="1179"/>
                  </a:lnTo>
                  <a:lnTo>
                    <a:pt x="230" y="1181"/>
                  </a:lnTo>
                  <a:lnTo>
                    <a:pt x="228" y="1181"/>
                  </a:lnTo>
                  <a:lnTo>
                    <a:pt x="228" y="1181"/>
                  </a:lnTo>
                  <a:lnTo>
                    <a:pt x="228" y="1183"/>
                  </a:lnTo>
                  <a:lnTo>
                    <a:pt x="225" y="1183"/>
                  </a:lnTo>
                  <a:lnTo>
                    <a:pt x="223" y="1183"/>
                  </a:lnTo>
                  <a:lnTo>
                    <a:pt x="223" y="1183"/>
                  </a:lnTo>
                  <a:lnTo>
                    <a:pt x="220" y="1186"/>
                  </a:lnTo>
                  <a:lnTo>
                    <a:pt x="220" y="1186"/>
                  </a:lnTo>
                  <a:lnTo>
                    <a:pt x="218" y="1186"/>
                  </a:lnTo>
                  <a:lnTo>
                    <a:pt x="218" y="1186"/>
                  </a:lnTo>
                  <a:lnTo>
                    <a:pt x="216" y="1183"/>
                  </a:lnTo>
                  <a:lnTo>
                    <a:pt x="216" y="1183"/>
                  </a:lnTo>
                  <a:lnTo>
                    <a:pt x="216" y="1183"/>
                  </a:lnTo>
                  <a:lnTo>
                    <a:pt x="213" y="1183"/>
                  </a:lnTo>
                  <a:lnTo>
                    <a:pt x="213" y="1183"/>
                  </a:lnTo>
                  <a:lnTo>
                    <a:pt x="211" y="1183"/>
                  </a:lnTo>
                  <a:lnTo>
                    <a:pt x="211" y="1186"/>
                  </a:lnTo>
                  <a:lnTo>
                    <a:pt x="213" y="1186"/>
                  </a:lnTo>
                  <a:lnTo>
                    <a:pt x="213" y="1186"/>
                  </a:lnTo>
                  <a:lnTo>
                    <a:pt x="218" y="1190"/>
                  </a:lnTo>
                  <a:lnTo>
                    <a:pt x="220" y="1193"/>
                  </a:lnTo>
                  <a:lnTo>
                    <a:pt x="220" y="1193"/>
                  </a:lnTo>
                  <a:lnTo>
                    <a:pt x="220" y="1195"/>
                  </a:lnTo>
                  <a:lnTo>
                    <a:pt x="223" y="1198"/>
                  </a:lnTo>
                  <a:lnTo>
                    <a:pt x="223" y="1198"/>
                  </a:lnTo>
                  <a:lnTo>
                    <a:pt x="223" y="1200"/>
                  </a:lnTo>
                  <a:lnTo>
                    <a:pt x="223" y="1200"/>
                  </a:lnTo>
                  <a:lnTo>
                    <a:pt x="223" y="1200"/>
                  </a:lnTo>
                  <a:lnTo>
                    <a:pt x="225" y="1202"/>
                  </a:lnTo>
                  <a:lnTo>
                    <a:pt x="225" y="1202"/>
                  </a:lnTo>
                  <a:lnTo>
                    <a:pt x="225" y="1205"/>
                  </a:lnTo>
                  <a:lnTo>
                    <a:pt x="225" y="1205"/>
                  </a:lnTo>
                  <a:lnTo>
                    <a:pt x="228" y="1205"/>
                  </a:lnTo>
                  <a:lnTo>
                    <a:pt x="228" y="1205"/>
                  </a:lnTo>
                  <a:lnTo>
                    <a:pt x="228" y="1207"/>
                  </a:lnTo>
                  <a:lnTo>
                    <a:pt x="228" y="1207"/>
                  </a:lnTo>
                  <a:lnTo>
                    <a:pt x="230" y="1207"/>
                  </a:lnTo>
                  <a:lnTo>
                    <a:pt x="230" y="1207"/>
                  </a:lnTo>
                  <a:lnTo>
                    <a:pt x="230" y="1207"/>
                  </a:lnTo>
                  <a:lnTo>
                    <a:pt x="230" y="1205"/>
                  </a:lnTo>
                  <a:lnTo>
                    <a:pt x="230" y="1205"/>
                  </a:lnTo>
                  <a:lnTo>
                    <a:pt x="232" y="1205"/>
                  </a:lnTo>
                  <a:lnTo>
                    <a:pt x="235" y="1205"/>
                  </a:lnTo>
                  <a:lnTo>
                    <a:pt x="237" y="1202"/>
                  </a:lnTo>
                  <a:lnTo>
                    <a:pt x="237" y="1202"/>
                  </a:lnTo>
                  <a:lnTo>
                    <a:pt x="239" y="1200"/>
                  </a:lnTo>
                  <a:lnTo>
                    <a:pt x="239" y="1198"/>
                  </a:lnTo>
                  <a:lnTo>
                    <a:pt x="239" y="1198"/>
                  </a:lnTo>
                  <a:lnTo>
                    <a:pt x="242" y="1200"/>
                  </a:lnTo>
                  <a:lnTo>
                    <a:pt x="242" y="1200"/>
                  </a:lnTo>
                  <a:lnTo>
                    <a:pt x="242" y="1200"/>
                  </a:lnTo>
                  <a:lnTo>
                    <a:pt x="242" y="1200"/>
                  </a:lnTo>
                  <a:lnTo>
                    <a:pt x="244" y="1202"/>
                  </a:lnTo>
                  <a:lnTo>
                    <a:pt x="244" y="1202"/>
                  </a:lnTo>
                  <a:lnTo>
                    <a:pt x="242" y="1202"/>
                  </a:lnTo>
                  <a:lnTo>
                    <a:pt x="242" y="1202"/>
                  </a:lnTo>
                  <a:lnTo>
                    <a:pt x="237" y="1205"/>
                  </a:lnTo>
                  <a:lnTo>
                    <a:pt x="239" y="1205"/>
                  </a:lnTo>
                  <a:lnTo>
                    <a:pt x="242" y="1207"/>
                  </a:lnTo>
                  <a:lnTo>
                    <a:pt x="244" y="1207"/>
                  </a:lnTo>
                  <a:lnTo>
                    <a:pt x="244" y="1209"/>
                  </a:lnTo>
                  <a:lnTo>
                    <a:pt x="246" y="1207"/>
                  </a:lnTo>
                  <a:lnTo>
                    <a:pt x="249" y="1207"/>
                  </a:lnTo>
                  <a:lnTo>
                    <a:pt x="249" y="1207"/>
                  </a:lnTo>
                  <a:lnTo>
                    <a:pt x="251" y="1207"/>
                  </a:lnTo>
                  <a:lnTo>
                    <a:pt x="251" y="1207"/>
                  </a:lnTo>
                  <a:lnTo>
                    <a:pt x="251" y="1209"/>
                  </a:lnTo>
                  <a:lnTo>
                    <a:pt x="254" y="1209"/>
                  </a:lnTo>
                  <a:lnTo>
                    <a:pt x="254" y="1209"/>
                  </a:lnTo>
                  <a:lnTo>
                    <a:pt x="256" y="1209"/>
                  </a:lnTo>
                  <a:lnTo>
                    <a:pt x="258" y="1209"/>
                  </a:lnTo>
                  <a:lnTo>
                    <a:pt x="258" y="1209"/>
                  </a:lnTo>
                  <a:lnTo>
                    <a:pt x="263" y="1209"/>
                  </a:lnTo>
                  <a:lnTo>
                    <a:pt x="263" y="1209"/>
                  </a:lnTo>
                  <a:lnTo>
                    <a:pt x="265" y="1209"/>
                  </a:lnTo>
                  <a:lnTo>
                    <a:pt x="265" y="1207"/>
                  </a:lnTo>
                  <a:lnTo>
                    <a:pt x="268" y="1205"/>
                  </a:lnTo>
                  <a:lnTo>
                    <a:pt x="268" y="1202"/>
                  </a:lnTo>
                  <a:lnTo>
                    <a:pt x="270" y="1202"/>
                  </a:lnTo>
                  <a:lnTo>
                    <a:pt x="270" y="1202"/>
                  </a:lnTo>
                  <a:lnTo>
                    <a:pt x="273" y="1200"/>
                  </a:lnTo>
                  <a:lnTo>
                    <a:pt x="273" y="1195"/>
                  </a:lnTo>
                  <a:lnTo>
                    <a:pt x="273" y="1193"/>
                  </a:lnTo>
                  <a:lnTo>
                    <a:pt x="273" y="1193"/>
                  </a:lnTo>
                  <a:lnTo>
                    <a:pt x="275" y="1190"/>
                  </a:lnTo>
                  <a:lnTo>
                    <a:pt x="275" y="1190"/>
                  </a:lnTo>
                  <a:lnTo>
                    <a:pt x="275" y="1190"/>
                  </a:lnTo>
                  <a:lnTo>
                    <a:pt x="275" y="1190"/>
                  </a:lnTo>
                  <a:lnTo>
                    <a:pt x="275" y="1195"/>
                  </a:lnTo>
                  <a:lnTo>
                    <a:pt x="275" y="1200"/>
                  </a:lnTo>
                  <a:lnTo>
                    <a:pt x="273" y="1200"/>
                  </a:lnTo>
                  <a:lnTo>
                    <a:pt x="273" y="1202"/>
                  </a:lnTo>
                  <a:lnTo>
                    <a:pt x="270" y="1205"/>
                  </a:lnTo>
                  <a:lnTo>
                    <a:pt x="270" y="1207"/>
                  </a:lnTo>
                  <a:lnTo>
                    <a:pt x="268" y="1209"/>
                  </a:lnTo>
                  <a:lnTo>
                    <a:pt x="263" y="1212"/>
                  </a:lnTo>
                  <a:lnTo>
                    <a:pt x="261" y="1212"/>
                  </a:lnTo>
                  <a:lnTo>
                    <a:pt x="258" y="1212"/>
                  </a:lnTo>
                  <a:lnTo>
                    <a:pt x="258" y="1212"/>
                  </a:lnTo>
                  <a:lnTo>
                    <a:pt x="256" y="1214"/>
                  </a:lnTo>
                  <a:lnTo>
                    <a:pt x="256" y="1214"/>
                  </a:lnTo>
                  <a:lnTo>
                    <a:pt x="254" y="1214"/>
                  </a:lnTo>
                  <a:lnTo>
                    <a:pt x="254" y="1217"/>
                  </a:lnTo>
                  <a:lnTo>
                    <a:pt x="254" y="1217"/>
                  </a:lnTo>
                  <a:lnTo>
                    <a:pt x="254" y="1219"/>
                  </a:lnTo>
                  <a:lnTo>
                    <a:pt x="254" y="1219"/>
                  </a:lnTo>
                  <a:lnTo>
                    <a:pt x="251" y="1219"/>
                  </a:lnTo>
                  <a:lnTo>
                    <a:pt x="251" y="1219"/>
                  </a:lnTo>
                  <a:lnTo>
                    <a:pt x="251" y="1217"/>
                  </a:lnTo>
                  <a:lnTo>
                    <a:pt x="249" y="1219"/>
                  </a:lnTo>
                  <a:lnTo>
                    <a:pt x="249" y="1219"/>
                  </a:lnTo>
                  <a:lnTo>
                    <a:pt x="249" y="1219"/>
                  </a:lnTo>
                  <a:lnTo>
                    <a:pt x="246" y="1219"/>
                  </a:lnTo>
                  <a:lnTo>
                    <a:pt x="246" y="1221"/>
                  </a:lnTo>
                  <a:lnTo>
                    <a:pt x="242" y="1221"/>
                  </a:lnTo>
                  <a:lnTo>
                    <a:pt x="242" y="1221"/>
                  </a:lnTo>
                  <a:lnTo>
                    <a:pt x="242" y="1224"/>
                  </a:lnTo>
                  <a:lnTo>
                    <a:pt x="244" y="1226"/>
                  </a:lnTo>
                  <a:lnTo>
                    <a:pt x="244" y="1228"/>
                  </a:lnTo>
                  <a:lnTo>
                    <a:pt x="244" y="1231"/>
                  </a:lnTo>
                  <a:lnTo>
                    <a:pt x="258" y="1243"/>
                  </a:lnTo>
                  <a:lnTo>
                    <a:pt x="258" y="1243"/>
                  </a:lnTo>
                  <a:lnTo>
                    <a:pt x="258" y="1247"/>
                  </a:lnTo>
                  <a:lnTo>
                    <a:pt x="261" y="1250"/>
                  </a:lnTo>
                  <a:lnTo>
                    <a:pt x="263" y="1252"/>
                  </a:lnTo>
                  <a:lnTo>
                    <a:pt x="273" y="1257"/>
                  </a:lnTo>
                  <a:lnTo>
                    <a:pt x="273" y="1257"/>
                  </a:lnTo>
                  <a:lnTo>
                    <a:pt x="273" y="1257"/>
                  </a:lnTo>
                  <a:lnTo>
                    <a:pt x="275" y="1257"/>
                  </a:lnTo>
                  <a:lnTo>
                    <a:pt x="275" y="1257"/>
                  </a:lnTo>
                  <a:lnTo>
                    <a:pt x="277" y="1257"/>
                  </a:lnTo>
                  <a:lnTo>
                    <a:pt x="277" y="1257"/>
                  </a:lnTo>
                  <a:lnTo>
                    <a:pt x="280" y="1257"/>
                  </a:lnTo>
                  <a:lnTo>
                    <a:pt x="280" y="1257"/>
                  </a:lnTo>
                  <a:lnTo>
                    <a:pt x="277" y="1259"/>
                  </a:lnTo>
                  <a:lnTo>
                    <a:pt x="277" y="1259"/>
                  </a:lnTo>
                  <a:lnTo>
                    <a:pt x="275" y="1259"/>
                  </a:lnTo>
                  <a:lnTo>
                    <a:pt x="277" y="1261"/>
                  </a:lnTo>
                  <a:lnTo>
                    <a:pt x="277" y="1261"/>
                  </a:lnTo>
                  <a:lnTo>
                    <a:pt x="289" y="1273"/>
                  </a:lnTo>
                  <a:lnTo>
                    <a:pt x="301" y="1283"/>
                  </a:lnTo>
                  <a:lnTo>
                    <a:pt x="306" y="1285"/>
                  </a:lnTo>
                  <a:lnTo>
                    <a:pt x="308" y="1285"/>
                  </a:lnTo>
                  <a:lnTo>
                    <a:pt x="310" y="1288"/>
                  </a:lnTo>
                  <a:lnTo>
                    <a:pt x="313" y="1290"/>
                  </a:lnTo>
                  <a:lnTo>
                    <a:pt x="313" y="1290"/>
                  </a:lnTo>
                  <a:lnTo>
                    <a:pt x="313" y="1292"/>
                  </a:lnTo>
                  <a:lnTo>
                    <a:pt x="315" y="1292"/>
                  </a:lnTo>
                  <a:lnTo>
                    <a:pt x="315" y="1292"/>
                  </a:lnTo>
                  <a:lnTo>
                    <a:pt x="317" y="1292"/>
                  </a:lnTo>
                  <a:lnTo>
                    <a:pt x="317" y="1292"/>
                  </a:lnTo>
                  <a:lnTo>
                    <a:pt x="317" y="1295"/>
                  </a:lnTo>
                  <a:lnTo>
                    <a:pt x="317" y="1295"/>
                  </a:lnTo>
                  <a:lnTo>
                    <a:pt x="320" y="1295"/>
                  </a:lnTo>
                  <a:lnTo>
                    <a:pt x="320" y="1292"/>
                  </a:lnTo>
                  <a:lnTo>
                    <a:pt x="320" y="1292"/>
                  </a:lnTo>
                  <a:lnTo>
                    <a:pt x="322" y="1292"/>
                  </a:lnTo>
                  <a:lnTo>
                    <a:pt x="322" y="1292"/>
                  </a:lnTo>
                  <a:lnTo>
                    <a:pt x="322" y="1290"/>
                  </a:lnTo>
                  <a:lnTo>
                    <a:pt x="325" y="1290"/>
                  </a:lnTo>
                  <a:lnTo>
                    <a:pt x="325" y="1290"/>
                  </a:lnTo>
                  <a:lnTo>
                    <a:pt x="325" y="1290"/>
                  </a:lnTo>
                  <a:lnTo>
                    <a:pt x="327" y="1290"/>
                  </a:lnTo>
                  <a:lnTo>
                    <a:pt x="329" y="1285"/>
                  </a:lnTo>
                  <a:lnTo>
                    <a:pt x="329" y="1285"/>
                  </a:lnTo>
                  <a:lnTo>
                    <a:pt x="334" y="1290"/>
                  </a:lnTo>
                  <a:lnTo>
                    <a:pt x="334" y="1290"/>
                  </a:lnTo>
                  <a:lnTo>
                    <a:pt x="336" y="1290"/>
                  </a:lnTo>
                  <a:lnTo>
                    <a:pt x="339" y="1290"/>
                  </a:lnTo>
                  <a:lnTo>
                    <a:pt x="339" y="1288"/>
                  </a:lnTo>
                  <a:lnTo>
                    <a:pt x="339" y="1285"/>
                  </a:lnTo>
                  <a:lnTo>
                    <a:pt x="339" y="1283"/>
                  </a:lnTo>
                  <a:lnTo>
                    <a:pt x="339" y="1283"/>
                  </a:lnTo>
                  <a:close/>
                  <a:moveTo>
                    <a:pt x="194" y="1030"/>
                  </a:moveTo>
                  <a:lnTo>
                    <a:pt x="197" y="1030"/>
                  </a:lnTo>
                  <a:lnTo>
                    <a:pt x="199" y="1030"/>
                  </a:lnTo>
                  <a:lnTo>
                    <a:pt x="204" y="1032"/>
                  </a:lnTo>
                  <a:lnTo>
                    <a:pt x="206" y="1032"/>
                  </a:lnTo>
                  <a:lnTo>
                    <a:pt x="206" y="1032"/>
                  </a:lnTo>
                  <a:lnTo>
                    <a:pt x="206" y="1032"/>
                  </a:lnTo>
                  <a:lnTo>
                    <a:pt x="206" y="1034"/>
                  </a:lnTo>
                  <a:lnTo>
                    <a:pt x="206" y="1034"/>
                  </a:lnTo>
                  <a:lnTo>
                    <a:pt x="206" y="1034"/>
                  </a:lnTo>
                  <a:lnTo>
                    <a:pt x="206" y="1032"/>
                  </a:lnTo>
                  <a:lnTo>
                    <a:pt x="206" y="1032"/>
                  </a:lnTo>
                  <a:lnTo>
                    <a:pt x="206" y="1030"/>
                  </a:lnTo>
                  <a:lnTo>
                    <a:pt x="206" y="1030"/>
                  </a:lnTo>
                  <a:lnTo>
                    <a:pt x="204" y="1030"/>
                  </a:lnTo>
                  <a:lnTo>
                    <a:pt x="197" y="1027"/>
                  </a:lnTo>
                  <a:lnTo>
                    <a:pt x="197" y="1025"/>
                  </a:lnTo>
                  <a:lnTo>
                    <a:pt x="194" y="1025"/>
                  </a:lnTo>
                  <a:lnTo>
                    <a:pt x="192" y="1025"/>
                  </a:lnTo>
                  <a:lnTo>
                    <a:pt x="192" y="1025"/>
                  </a:lnTo>
                  <a:lnTo>
                    <a:pt x="190" y="1027"/>
                  </a:lnTo>
                  <a:lnTo>
                    <a:pt x="192" y="1027"/>
                  </a:lnTo>
                  <a:lnTo>
                    <a:pt x="194" y="1030"/>
                  </a:lnTo>
                  <a:close/>
                  <a:moveTo>
                    <a:pt x="244" y="873"/>
                  </a:moveTo>
                  <a:lnTo>
                    <a:pt x="244" y="871"/>
                  </a:lnTo>
                  <a:lnTo>
                    <a:pt x="244" y="871"/>
                  </a:lnTo>
                  <a:lnTo>
                    <a:pt x="242" y="871"/>
                  </a:lnTo>
                  <a:lnTo>
                    <a:pt x="242" y="871"/>
                  </a:lnTo>
                  <a:lnTo>
                    <a:pt x="239" y="871"/>
                  </a:lnTo>
                  <a:lnTo>
                    <a:pt x="235" y="871"/>
                  </a:lnTo>
                  <a:lnTo>
                    <a:pt x="232" y="871"/>
                  </a:lnTo>
                  <a:lnTo>
                    <a:pt x="232" y="871"/>
                  </a:lnTo>
                  <a:lnTo>
                    <a:pt x="232" y="873"/>
                  </a:lnTo>
                  <a:lnTo>
                    <a:pt x="230" y="873"/>
                  </a:lnTo>
                  <a:lnTo>
                    <a:pt x="230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5" y="876"/>
                  </a:lnTo>
                  <a:lnTo>
                    <a:pt x="225" y="876"/>
                  </a:lnTo>
                  <a:lnTo>
                    <a:pt x="225" y="876"/>
                  </a:lnTo>
                  <a:lnTo>
                    <a:pt x="223" y="876"/>
                  </a:lnTo>
                  <a:lnTo>
                    <a:pt x="220" y="876"/>
                  </a:lnTo>
                  <a:lnTo>
                    <a:pt x="216" y="878"/>
                  </a:lnTo>
                  <a:lnTo>
                    <a:pt x="213" y="878"/>
                  </a:lnTo>
                  <a:lnTo>
                    <a:pt x="213" y="876"/>
                  </a:lnTo>
                  <a:lnTo>
                    <a:pt x="211" y="878"/>
                  </a:lnTo>
                  <a:lnTo>
                    <a:pt x="209" y="878"/>
                  </a:lnTo>
                  <a:lnTo>
                    <a:pt x="206" y="880"/>
                  </a:lnTo>
                  <a:lnTo>
                    <a:pt x="204" y="883"/>
                  </a:lnTo>
                  <a:lnTo>
                    <a:pt x="204" y="883"/>
                  </a:lnTo>
                  <a:lnTo>
                    <a:pt x="204" y="885"/>
                  </a:lnTo>
                  <a:lnTo>
                    <a:pt x="204" y="885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199" y="887"/>
                  </a:lnTo>
                  <a:lnTo>
                    <a:pt x="197" y="895"/>
                  </a:lnTo>
                  <a:lnTo>
                    <a:pt x="194" y="897"/>
                  </a:lnTo>
                  <a:lnTo>
                    <a:pt x="194" y="899"/>
                  </a:lnTo>
                  <a:lnTo>
                    <a:pt x="197" y="899"/>
                  </a:lnTo>
                  <a:lnTo>
                    <a:pt x="199" y="899"/>
                  </a:lnTo>
                  <a:lnTo>
                    <a:pt x="199" y="899"/>
                  </a:lnTo>
                  <a:lnTo>
                    <a:pt x="202" y="899"/>
                  </a:lnTo>
                  <a:lnTo>
                    <a:pt x="204" y="899"/>
                  </a:lnTo>
                  <a:lnTo>
                    <a:pt x="206" y="899"/>
                  </a:lnTo>
                  <a:lnTo>
                    <a:pt x="206" y="899"/>
                  </a:lnTo>
                  <a:lnTo>
                    <a:pt x="206" y="897"/>
                  </a:lnTo>
                  <a:lnTo>
                    <a:pt x="209" y="895"/>
                  </a:lnTo>
                  <a:lnTo>
                    <a:pt x="209" y="895"/>
                  </a:lnTo>
                  <a:lnTo>
                    <a:pt x="213" y="887"/>
                  </a:lnTo>
                  <a:lnTo>
                    <a:pt x="216" y="887"/>
                  </a:lnTo>
                  <a:lnTo>
                    <a:pt x="216" y="887"/>
                  </a:lnTo>
                  <a:lnTo>
                    <a:pt x="218" y="887"/>
                  </a:lnTo>
                  <a:lnTo>
                    <a:pt x="218" y="885"/>
                  </a:lnTo>
                  <a:lnTo>
                    <a:pt x="218" y="885"/>
                  </a:lnTo>
                  <a:lnTo>
                    <a:pt x="220" y="885"/>
                  </a:lnTo>
                  <a:lnTo>
                    <a:pt x="220" y="885"/>
                  </a:lnTo>
                  <a:lnTo>
                    <a:pt x="223" y="885"/>
                  </a:lnTo>
                  <a:lnTo>
                    <a:pt x="225" y="885"/>
                  </a:lnTo>
                  <a:lnTo>
                    <a:pt x="225" y="885"/>
                  </a:lnTo>
                  <a:lnTo>
                    <a:pt x="228" y="883"/>
                  </a:lnTo>
                  <a:lnTo>
                    <a:pt x="230" y="883"/>
                  </a:lnTo>
                  <a:lnTo>
                    <a:pt x="230" y="883"/>
                  </a:lnTo>
                  <a:lnTo>
                    <a:pt x="230" y="883"/>
                  </a:lnTo>
                  <a:lnTo>
                    <a:pt x="232" y="885"/>
                  </a:lnTo>
                  <a:lnTo>
                    <a:pt x="232" y="885"/>
                  </a:lnTo>
                  <a:lnTo>
                    <a:pt x="232" y="883"/>
                  </a:lnTo>
                  <a:lnTo>
                    <a:pt x="232" y="883"/>
                  </a:lnTo>
                  <a:lnTo>
                    <a:pt x="237" y="883"/>
                  </a:lnTo>
                  <a:lnTo>
                    <a:pt x="239" y="880"/>
                  </a:lnTo>
                  <a:lnTo>
                    <a:pt x="244" y="878"/>
                  </a:lnTo>
                  <a:lnTo>
                    <a:pt x="242" y="876"/>
                  </a:lnTo>
                  <a:lnTo>
                    <a:pt x="242" y="876"/>
                  </a:lnTo>
                  <a:lnTo>
                    <a:pt x="244" y="873"/>
                  </a:lnTo>
                  <a:close/>
                  <a:moveTo>
                    <a:pt x="142" y="779"/>
                  </a:moveTo>
                  <a:lnTo>
                    <a:pt x="145" y="779"/>
                  </a:lnTo>
                  <a:lnTo>
                    <a:pt x="145" y="779"/>
                  </a:lnTo>
                  <a:lnTo>
                    <a:pt x="145" y="781"/>
                  </a:lnTo>
                  <a:lnTo>
                    <a:pt x="147" y="781"/>
                  </a:lnTo>
                  <a:lnTo>
                    <a:pt x="147" y="781"/>
                  </a:lnTo>
                  <a:lnTo>
                    <a:pt x="147" y="779"/>
                  </a:lnTo>
                  <a:lnTo>
                    <a:pt x="147" y="779"/>
                  </a:lnTo>
                  <a:lnTo>
                    <a:pt x="147" y="776"/>
                  </a:lnTo>
                  <a:lnTo>
                    <a:pt x="147" y="776"/>
                  </a:lnTo>
                  <a:lnTo>
                    <a:pt x="147" y="774"/>
                  </a:lnTo>
                  <a:lnTo>
                    <a:pt x="142" y="774"/>
                  </a:lnTo>
                  <a:lnTo>
                    <a:pt x="142" y="774"/>
                  </a:lnTo>
                  <a:lnTo>
                    <a:pt x="142" y="776"/>
                  </a:lnTo>
                  <a:lnTo>
                    <a:pt x="142" y="779"/>
                  </a:lnTo>
                  <a:lnTo>
                    <a:pt x="142" y="779"/>
                  </a:lnTo>
                  <a:close/>
                  <a:moveTo>
                    <a:pt x="187" y="1124"/>
                  </a:moveTo>
                  <a:lnTo>
                    <a:pt x="187" y="1122"/>
                  </a:lnTo>
                  <a:lnTo>
                    <a:pt x="190" y="1117"/>
                  </a:lnTo>
                  <a:lnTo>
                    <a:pt x="190" y="1112"/>
                  </a:lnTo>
                  <a:lnTo>
                    <a:pt x="190" y="1112"/>
                  </a:lnTo>
                  <a:lnTo>
                    <a:pt x="190" y="1110"/>
                  </a:lnTo>
                  <a:lnTo>
                    <a:pt x="190" y="1110"/>
                  </a:lnTo>
                  <a:lnTo>
                    <a:pt x="190" y="1105"/>
                  </a:lnTo>
                  <a:lnTo>
                    <a:pt x="190" y="1103"/>
                  </a:lnTo>
                  <a:lnTo>
                    <a:pt x="190" y="1103"/>
                  </a:lnTo>
                  <a:lnTo>
                    <a:pt x="190" y="1103"/>
                  </a:lnTo>
                  <a:lnTo>
                    <a:pt x="187" y="1101"/>
                  </a:lnTo>
                  <a:lnTo>
                    <a:pt x="187" y="1101"/>
                  </a:lnTo>
                  <a:lnTo>
                    <a:pt x="187" y="1098"/>
                  </a:lnTo>
                  <a:lnTo>
                    <a:pt x="185" y="1098"/>
                  </a:lnTo>
                  <a:lnTo>
                    <a:pt x="180" y="1098"/>
                  </a:lnTo>
                  <a:lnTo>
                    <a:pt x="175" y="1098"/>
                  </a:lnTo>
                  <a:lnTo>
                    <a:pt x="175" y="1098"/>
                  </a:lnTo>
                  <a:lnTo>
                    <a:pt x="173" y="1101"/>
                  </a:lnTo>
                  <a:lnTo>
                    <a:pt x="173" y="1101"/>
                  </a:lnTo>
                  <a:lnTo>
                    <a:pt x="175" y="1101"/>
                  </a:lnTo>
                  <a:lnTo>
                    <a:pt x="175" y="1101"/>
                  </a:lnTo>
                  <a:lnTo>
                    <a:pt x="175" y="1103"/>
                  </a:lnTo>
                  <a:lnTo>
                    <a:pt x="175" y="1103"/>
                  </a:lnTo>
                  <a:lnTo>
                    <a:pt x="175" y="1103"/>
                  </a:lnTo>
                  <a:lnTo>
                    <a:pt x="175" y="1103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80" y="1105"/>
                  </a:lnTo>
                  <a:lnTo>
                    <a:pt x="180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5" y="1105"/>
                  </a:lnTo>
                  <a:lnTo>
                    <a:pt x="175" y="1108"/>
                  </a:lnTo>
                  <a:lnTo>
                    <a:pt x="175" y="1108"/>
                  </a:lnTo>
                  <a:lnTo>
                    <a:pt x="173" y="1108"/>
                  </a:lnTo>
                  <a:lnTo>
                    <a:pt x="173" y="1108"/>
                  </a:lnTo>
                  <a:lnTo>
                    <a:pt x="173" y="1105"/>
                  </a:lnTo>
                  <a:lnTo>
                    <a:pt x="173" y="1105"/>
                  </a:lnTo>
                  <a:lnTo>
                    <a:pt x="171" y="1108"/>
                  </a:lnTo>
                  <a:lnTo>
                    <a:pt x="173" y="1112"/>
                  </a:lnTo>
                  <a:lnTo>
                    <a:pt x="175" y="1115"/>
                  </a:lnTo>
                  <a:lnTo>
                    <a:pt x="175" y="1117"/>
                  </a:lnTo>
                  <a:lnTo>
                    <a:pt x="175" y="1119"/>
                  </a:lnTo>
                  <a:lnTo>
                    <a:pt x="178" y="1119"/>
                  </a:lnTo>
                  <a:lnTo>
                    <a:pt x="183" y="1127"/>
                  </a:lnTo>
                  <a:lnTo>
                    <a:pt x="185" y="1127"/>
                  </a:lnTo>
                  <a:lnTo>
                    <a:pt x="187" y="1124"/>
                  </a:lnTo>
                  <a:close/>
                  <a:moveTo>
                    <a:pt x="145" y="769"/>
                  </a:moveTo>
                  <a:lnTo>
                    <a:pt x="147" y="771"/>
                  </a:lnTo>
                  <a:lnTo>
                    <a:pt x="147" y="771"/>
                  </a:lnTo>
                  <a:lnTo>
                    <a:pt x="149" y="769"/>
                  </a:lnTo>
                  <a:lnTo>
                    <a:pt x="147" y="767"/>
                  </a:lnTo>
                  <a:lnTo>
                    <a:pt x="147" y="764"/>
                  </a:lnTo>
                  <a:lnTo>
                    <a:pt x="147" y="764"/>
                  </a:lnTo>
                  <a:lnTo>
                    <a:pt x="145" y="762"/>
                  </a:lnTo>
                  <a:lnTo>
                    <a:pt x="145" y="762"/>
                  </a:lnTo>
                  <a:lnTo>
                    <a:pt x="142" y="762"/>
                  </a:lnTo>
                  <a:lnTo>
                    <a:pt x="142" y="764"/>
                  </a:lnTo>
                  <a:lnTo>
                    <a:pt x="142" y="767"/>
                  </a:lnTo>
                  <a:lnTo>
                    <a:pt x="145" y="769"/>
                  </a:lnTo>
                  <a:close/>
                  <a:moveTo>
                    <a:pt x="142" y="710"/>
                  </a:moveTo>
                  <a:lnTo>
                    <a:pt x="142" y="710"/>
                  </a:lnTo>
                  <a:lnTo>
                    <a:pt x="145" y="710"/>
                  </a:lnTo>
                  <a:lnTo>
                    <a:pt x="145" y="708"/>
                  </a:lnTo>
                  <a:lnTo>
                    <a:pt x="145" y="708"/>
                  </a:lnTo>
                  <a:lnTo>
                    <a:pt x="145" y="705"/>
                  </a:lnTo>
                  <a:lnTo>
                    <a:pt x="142" y="705"/>
                  </a:lnTo>
                  <a:lnTo>
                    <a:pt x="142" y="703"/>
                  </a:lnTo>
                  <a:lnTo>
                    <a:pt x="140" y="703"/>
                  </a:lnTo>
                  <a:lnTo>
                    <a:pt x="140" y="703"/>
                  </a:lnTo>
                  <a:lnTo>
                    <a:pt x="140" y="700"/>
                  </a:lnTo>
                  <a:lnTo>
                    <a:pt x="142" y="700"/>
                  </a:lnTo>
                  <a:lnTo>
                    <a:pt x="142" y="698"/>
                  </a:lnTo>
                  <a:lnTo>
                    <a:pt x="142" y="698"/>
                  </a:lnTo>
                  <a:lnTo>
                    <a:pt x="142" y="698"/>
                  </a:lnTo>
                  <a:lnTo>
                    <a:pt x="142" y="696"/>
                  </a:lnTo>
                  <a:lnTo>
                    <a:pt x="140" y="696"/>
                  </a:lnTo>
                  <a:lnTo>
                    <a:pt x="140" y="696"/>
                  </a:lnTo>
                  <a:lnTo>
                    <a:pt x="140" y="696"/>
                  </a:lnTo>
                  <a:lnTo>
                    <a:pt x="140" y="698"/>
                  </a:lnTo>
                  <a:lnTo>
                    <a:pt x="138" y="698"/>
                  </a:lnTo>
                  <a:lnTo>
                    <a:pt x="138" y="698"/>
                  </a:lnTo>
                  <a:lnTo>
                    <a:pt x="133" y="700"/>
                  </a:lnTo>
                  <a:lnTo>
                    <a:pt x="131" y="703"/>
                  </a:lnTo>
                  <a:lnTo>
                    <a:pt x="131" y="703"/>
                  </a:lnTo>
                  <a:lnTo>
                    <a:pt x="131" y="703"/>
                  </a:lnTo>
                  <a:lnTo>
                    <a:pt x="131" y="705"/>
                  </a:lnTo>
                  <a:lnTo>
                    <a:pt x="131" y="705"/>
                  </a:lnTo>
                  <a:lnTo>
                    <a:pt x="131" y="708"/>
                  </a:lnTo>
                  <a:lnTo>
                    <a:pt x="133" y="710"/>
                  </a:lnTo>
                  <a:lnTo>
                    <a:pt x="133" y="710"/>
                  </a:lnTo>
                  <a:lnTo>
                    <a:pt x="135" y="712"/>
                  </a:lnTo>
                  <a:lnTo>
                    <a:pt x="138" y="715"/>
                  </a:lnTo>
                  <a:lnTo>
                    <a:pt x="140" y="717"/>
                  </a:lnTo>
                  <a:lnTo>
                    <a:pt x="142" y="717"/>
                  </a:lnTo>
                  <a:lnTo>
                    <a:pt x="142" y="715"/>
                  </a:lnTo>
                  <a:lnTo>
                    <a:pt x="142" y="715"/>
                  </a:lnTo>
                  <a:lnTo>
                    <a:pt x="142" y="712"/>
                  </a:lnTo>
                  <a:lnTo>
                    <a:pt x="142" y="712"/>
                  </a:lnTo>
                  <a:lnTo>
                    <a:pt x="142" y="710"/>
                  </a:lnTo>
                  <a:close/>
                  <a:moveTo>
                    <a:pt x="166" y="1079"/>
                  </a:moveTo>
                  <a:lnTo>
                    <a:pt x="166" y="1079"/>
                  </a:lnTo>
                  <a:lnTo>
                    <a:pt x="166" y="1079"/>
                  </a:lnTo>
                  <a:lnTo>
                    <a:pt x="166" y="1079"/>
                  </a:lnTo>
                  <a:lnTo>
                    <a:pt x="166" y="1077"/>
                  </a:lnTo>
                  <a:lnTo>
                    <a:pt x="166" y="1077"/>
                  </a:lnTo>
                  <a:lnTo>
                    <a:pt x="164" y="1074"/>
                  </a:lnTo>
                  <a:lnTo>
                    <a:pt x="164" y="1074"/>
                  </a:lnTo>
                  <a:lnTo>
                    <a:pt x="164" y="1077"/>
                  </a:lnTo>
                  <a:lnTo>
                    <a:pt x="161" y="1077"/>
                  </a:lnTo>
                  <a:lnTo>
                    <a:pt x="161" y="1077"/>
                  </a:lnTo>
                  <a:lnTo>
                    <a:pt x="161" y="1077"/>
                  </a:lnTo>
                  <a:lnTo>
                    <a:pt x="161" y="1077"/>
                  </a:lnTo>
                  <a:lnTo>
                    <a:pt x="161" y="1079"/>
                  </a:lnTo>
                  <a:lnTo>
                    <a:pt x="161" y="1079"/>
                  </a:lnTo>
                  <a:lnTo>
                    <a:pt x="161" y="1082"/>
                  </a:lnTo>
                  <a:lnTo>
                    <a:pt x="164" y="1082"/>
                  </a:lnTo>
                  <a:lnTo>
                    <a:pt x="166" y="1079"/>
                  </a:lnTo>
                  <a:lnTo>
                    <a:pt x="166" y="1079"/>
                  </a:lnTo>
                  <a:close/>
                  <a:moveTo>
                    <a:pt x="206" y="1164"/>
                  </a:moveTo>
                  <a:lnTo>
                    <a:pt x="206" y="1164"/>
                  </a:lnTo>
                  <a:lnTo>
                    <a:pt x="206" y="1162"/>
                  </a:lnTo>
                  <a:lnTo>
                    <a:pt x="206" y="1162"/>
                  </a:lnTo>
                  <a:lnTo>
                    <a:pt x="209" y="1160"/>
                  </a:lnTo>
                  <a:lnTo>
                    <a:pt x="209" y="1157"/>
                  </a:lnTo>
                  <a:lnTo>
                    <a:pt x="209" y="1155"/>
                  </a:lnTo>
                  <a:lnTo>
                    <a:pt x="206" y="1153"/>
                  </a:lnTo>
                  <a:lnTo>
                    <a:pt x="206" y="1153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199" y="1155"/>
                  </a:lnTo>
                  <a:lnTo>
                    <a:pt x="199" y="1155"/>
                  </a:lnTo>
                  <a:lnTo>
                    <a:pt x="199" y="1157"/>
                  </a:lnTo>
                  <a:lnTo>
                    <a:pt x="199" y="1157"/>
                  </a:lnTo>
                  <a:lnTo>
                    <a:pt x="199" y="1160"/>
                  </a:lnTo>
                  <a:lnTo>
                    <a:pt x="199" y="1160"/>
                  </a:lnTo>
                  <a:lnTo>
                    <a:pt x="199" y="1162"/>
                  </a:lnTo>
                  <a:lnTo>
                    <a:pt x="199" y="1162"/>
                  </a:lnTo>
                  <a:lnTo>
                    <a:pt x="202" y="1162"/>
                  </a:lnTo>
                  <a:lnTo>
                    <a:pt x="202" y="1164"/>
                  </a:lnTo>
                  <a:lnTo>
                    <a:pt x="204" y="1167"/>
                  </a:lnTo>
                  <a:lnTo>
                    <a:pt x="206" y="1167"/>
                  </a:lnTo>
                  <a:lnTo>
                    <a:pt x="209" y="1167"/>
                  </a:lnTo>
                  <a:lnTo>
                    <a:pt x="206" y="1164"/>
                  </a:lnTo>
                  <a:close/>
                  <a:moveTo>
                    <a:pt x="12" y="722"/>
                  </a:moveTo>
                  <a:lnTo>
                    <a:pt x="15" y="724"/>
                  </a:lnTo>
                  <a:lnTo>
                    <a:pt x="17" y="722"/>
                  </a:lnTo>
                  <a:lnTo>
                    <a:pt x="17" y="722"/>
                  </a:lnTo>
                  <a:lnTo>
                    <a:pt x="15" y="722"/>
                  </a:lnTo>
                  <a:lnTo>
                    <a:pt x="10" y="717"/>
                  </a:lnTo>
                  <a:lnTo>
                    <a:pt x="10" y="717"/>
                  </a:lnTo>
                  <a:lnTo>
                    <a:pt x="7" y="717"/>
                  </a:lnTo>
                  <a:lnTo>
                    <a:pt x="10" y="722"/>
                  </a:lnTo>
                  <a:lnTo>
                    <a:pt x="12" y="722"/>
                  </a:lnTo>
                  <a:close/>
                  <a:moveTo>
                    <a:pt x="142" y="634"/>
                  </a:moveTo>
                  <a:lnTo>
                    <a:pt x="142" y="634"/>
                  </a:lnTo>
                  <a:lnTo>
                    <a:pt x="142" y="634"/>
                  </a:lnTo>
                  <a:lnTo>
                    <a:pt x="142" y="634"/>
                  </a:lnTo>
                  <a:lnTo>
                    <a:pt x="142" y="634"/>
                  </a:lnTo>
                  <a:lnTo>
                    <a:pt x="140" y="637"/>
                  </a:lnTo>
                  <a:lnTo>
                    <a:pt x="140" y="637"/>
                  </a:lnTo>
                  <a:lnTo>
                    <a:pt x="138" y="639"/>
                  </a:lnTo>
                  <a:lnTo>
                    <a:pt x="140" y="639"/>
                  </a:lnTo>
                  <a:lnTo>
                    <a:pt x="140" y="639"/>
                  </a:lnTo>
                  <a:lnTo>
                    <a:pt x="142" y="639"/>
                  </a:lnTo>
                  <a:lnTo>
                    <a:pt x="142" y="637"/>
                  </a:lnTo>
                  <a:lnTo>
                    <a:pt x="142" y="637"/>
                  </a:lnTo>
                  <a:lnTo>
                    <a:pt x="145" y="637"/>
                  </a:lnTo>
                  <a:lnTo>
                    <a:pt x="142" y="637"/>
                  </a:lnTo>
                  <a:lnTo>
                    <a:pt x="142" y="637"/>
                  </a:lnTo>
                  <a:lnTo>
                    <a:pt x="142" y="634"/>
                  </a:lnTo>
                  <a:close/>
                  <a:moveTo>
                    <a:pt x="190" y="878"/>
                  </a:moveTo>
                  <a:lnTo>
                    <a:pt x="190" y="878"/>
                  </a:lnTo>
                  <a:lnTo>
                    <a:pt x="190" y="880"/>
                  </a:lnTo>
                  <a:lnTo>
                    <a:pt x="190" y="883"/>
                  </a:lnTo>
                  <a:lnTo>
                    <a:pt x="190" y="883"/>
                  </a:lnTo>
                  <a:lnTo>
                    <a:pt x="190" y="885"/>
                  </a:lnTo>
                  <a:lnTo>
                    <a:pt x="190" y="885"/>
                  </a:lnTo>
                  <a:lnTo>
                    <a:pt x="192" y="885"/>
                  </a:lnTo>
                  <a:lnTo>
                    <a:pt x="192" y="885"/>
                  </a:lnTo>
                  <a:lnTo>
                    <a:pt x="194" y="885"/>
                  </a:lnTo>
                  <a:lnTo>
                    <a:pt x="197" y="887"/>
                  </a:lnTo>
                  <a:lnTo>
                    <a:pt x="197" y="887"/>
                  </a:lnTo>
                  <a:lnTo>
                    <a:pt x="197" y="885"/>
                  </a:lnTo>
                  <a:lnTo>
                    <a:pt x="199" y="885"/>
                  </a:lnTo>
                  <a:lnTo>
                    <a:pt x="199" y="885"/>
                  </a:lnTo>
                  <a:lnTo>
                    <a:pt x="202" y="883"/>
                  </a:lnTo>
                  <a:lnTo>
                    <a:pt x="202" y="883"/>
                  </a:lnTo>
                  <a:lnTo>
                    <a:pt x="204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199" y="880"/>
                  </a:lnTo>
                  <a:lnTo>
                    <a:pt x="199" y="880"/>
                  </a:lnTo>
                  <a:lnTo>
                    <a:pt x="194" y="878"/>
                  </a:lnTo>
                  <a:lnTo>
                    <a:pt x="194" y="878"/>
                  </a:lnTo>
                  <a:lnTo>
                    <a:pt x="192" y="880"/>
                  </a:lnTo>
                  <a:lnTo>
                    <a:pt x="192" y="880"/>
                  </a:lnTo>
                  <a:lnTo>
                    <a:pt x="190" y="878"/>
                  </a:lnTo>
                  <a:lnTo>
                    <a:pt x="190" y="878"/>
                  </a:lnTo>
                  <a:close/>
                  <a:moveTo>
                    <a:pt x="142" y="613"/>
                  </a:moveTo>
                  <a:lnTo>
                    <a:pt x="142" y="613"/>
                  </a:lnTo>
                  <a:lnTo>
                    <a:pt x="140" y="613"/>
                  </a:lnTo>
                  <a:lnTo>
                    <a:pt x="140" y="613"/>
                  </a:lnTo>
                  <a:lnTo>
                    <a:pt x="140" y="615"/>
                  </a:lnTo>
                  <a:lnTo>
                    <a:pt x="140" y="615"/>
                  </a:lnTo>
                  <a:lnTo>
                    <a:pt x="140" y="615"/>
                  </a:lnTo>
                  <a:lnTo>
                    <a:pt x="140" y="615"/>
                  </a:lnTo>
                  <a:lnTo>
                    <a:pt x="138" y="618"/>
                  </a:lnTo>
                  <a:lnTo>
                    <a:pt x="138" y="618"/>
                  </a:lnTo>
                  <a:lnTo>
                    <a:pt x="135" y="618"/>
                  </a:lnTo>
                  <a:lnTo>
                    <a:pt x="135" y="620"/>
                  </a:lnTo>
                  <a:lnTo>
                    <a:pt x="133" y="625"/>
                  </a:lnTo>
                  <a:lnTo>
                    <a:pt x="133" y="625"/>
                  </a:lnTo>
                  <a:lnTo>
                    <a:pt x="133" y="625"/>
                  </a:lnTo>
                  <a:lnTo>
                    <a:pt x="133" y="625"/>
                  </a:lnTo>
                  <a:lnTo>
                    <a:pt x="133" y="627"/>
                  </a:lnTo>
                  <a:lnTo>
                    <a:pt x="140" y="625"/>
                  </a:lnTo>
                  <a:lnTo>
                    <a:pt x="142" y="622"/>
                  </a:lnTo>
                  <a:lnTo>
                    <a:pt x="145" y="622"/>
                  </a:lnTo>
                  <a:lnTo>
                    <a:pt x="147" y="620"/>
                  </a:lnTo>
                  <a:lnTo>
                    <a:pt x="147" y="620"/>
                  </a:lnTo>
                  <a:lnTo>
                    <a:pt x="149" y="618"/>
                  </a:lnTo>
                  <a:lnTo>
                    <a:pt x="149" y="618"/>
                  </a:lnTo>
                  <a:lnTo>
                    <a:pt x="149" y="618"/>
                  </a:lnTo>
                  <a:lnTo>
                    <a:pt x="149" y="618"/>
                  </a:lnTo>
                  <a:lnTo>
                    <a:pt x="149" y="615"/>
                  </a:lnTo>
                  <a:lnTo>
                    <a:pt x="147" y="615"/>
                  </a:lnTo>
                  <a:lnTo>
                    <a:pt x="147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3"/>
                  </a:lnTo>
                  <a:lnTo>
                    <a:pt x="142" y="615"/>
                  </a:lnTo>
                  <a:lnTo>
                    <a:pt x="142" y="613"/>
                  </a:lnTo>
                  <a:lnTo>
                    <a:pt x="142" y="613"/>
                  </a:lnTo>
                  <a:close/>
                  <a:moveTo>
                    <a:pt x="123" y="679"/>
                  </a:moveTo>
                  <a:lnTo>
                    <a:pt x="121" y="682"/>
                  </a:lnTo>
                  <a:lnTo>
                    <a:pt x="121" y="682"/>
                  </a:lnTo>
                  <a:lnTo>
                    <a:pt x="123" y="682"/>
                  </a:lnTo>
                  <a:lnTo>
                    <a:pt x="123" y="682"/>
                  </a:lnTo>
                  <a:lnTo>
                    <a:pt x="123" y="684"/>
                  </a:lnTo>
                  <a:lnTo>
                    <a:pt x="123" y="684"/>
                  </a:lnTo>
                  <a:lnTo>
                    <a:pt x="126" y="684"/>
                  </a:lnTo>
                  <a:lnTo>
                    <a:pt x="126" y="684"/>
                  </a:lnTo>
                  <a:lnTo>
                    <a:pt x="126" y="682"/>
                  </a:lnTo>
                  <a:lnTo>
                    <a:pt x="126" y="682"/>
                  </a:lnTo>
                  <a:lnTo>
                    <a:pt x="126" y="679"/>
                  </a:lnTo>
                  <a:lnTo>
                    <a:pt x="126" y="679"/>
                  </a:lnTo>
                  <a:lnTo>
                    <a:pt x="126" y="677"/>
                  </a:lnTo>
                  <a:lnTo>
                    <a:pt x="126" y="677"/>
                  </a:lnTo>
                  <a:lnTo>
                    <a:pt x="126" y="674"/>
                  </a:lnTo>
                  <a:lnTo>
                    <a:pt x="126" y="674"/>
                  </a:lnTo>
                  <a:lnTo>
                    <a:pt x="128" y="674"/>
                  </a:lnTo>
                  <a:lnTo>
                    <a:pt x="128" y="672"/>
                  </a:lnTo>
                  <a:lnTo>
                    <a:pt x="128" y="674"/>
                  </a:lnTo>
                  <a:lnTo>
                    <a:pt x="128" y="674"/>
                  </a:lnTo>
                  <a:lnTo>
                    <a:pt x="128" y="674"/>
                  </a:lnTo>
                  <a:lnTo>
                    <a:pt x="131" y="674"/>
                  </a:lnTo>
                  <a:lnTo>
                    <a:pt x="131" y="674"/>
                  </a:lnTo>
                  <a:lnTo>
                    <a:pt x="131" y="674"/>
                  </a:lnTo>
                  <a:lnTo>
                    <a:pt x="131" y="677"/>
                  </a:lnTo>
                  <a:lnTo>
                    <a:pt x="133" y="679"/>
                  </a:lnTo>
                  <a:lnTo>
                    <a:pt x="133" y="682"/>
                  </a:lnTo>
                  <a:lnTo>
                    <a:pt x="135" y="682"/>
                  </a:lnTo>
                  <a:lnTo>
                    <a:pt x="135" y="682"/>
                  </a:lnTo>
                  <a:lnTo>
                    <a:pt x="138" y="679"/>
                  </a:lnTo>
                  <a:lnTo>
                    <a:pt x="138" y="677"/>
                  </a:lnTo>
                  <a:lnTo>
                    <a:pt x="140" y="677"/>
                  </a:lnTo>
                  <a:lnTo>
                    <a:pt x="140" y="677"/>
                  </a:lnTo>
                  <a:lnTo>
                    <a:pt x="142" y="677"/>
                  </a:lnTo>
                  <a:lnTo>
                    <a:pt x="145" y="677"/>
                  </a:lnTo>
                  <a:lnTo>
                    <a:pt x="145" y="677"/>
                  </a:lnTo>
                  <a:lnTo>
                    <a:pt x="145" y="677"/>
                  </a:lnTo>
                  <a:lnTo>
                    <a:pt x="145" y="677"/>
                  </a:lnTo>
                  <a:lnTo>
                    <a:pt x="145" y="679"/>
                  </a:lnTo>
                  <a:lnTo>
                    <a:pt x="145" y="679"/>
                  </a:lnTo>
                  <a:lnTo>
                    <a:pt x="145" y="679"/>
                  </a:lnTo>
                  <a:lnTo>
                    <a:pt x="145" y="679"/>
                  </a:lnTo>
                  <a:lnTo>
                    <a:pt x="142" y="679"/>
                  </a:lnTo>
                  <a:lnTo>
                    <a:pt x="142" y="679"/>
                  </a:lnTo>
                  <a:lnTo>
                    <a:pt x="140" y="679"/>
                  </a:lnTo>
                  <a:lnTo>
                    <a:pt x="135" y="684"/>
                  </a:lnTo>
                  <a:lnTo>
                    <a:pt x="135" y="684"/>
                  </a:lnTo>
                  <a:lnTo>
                    <a:pt x="135" y="684"/>
                  </a:lnTo>
                  <a:lnTo>
                    <a:pt x="133" y="684"/>
                  </a:lnTo>
                  <a:lnTo>
                    <a:pt x="133" y="684"/>
                  </a:lnTo>
                  <a:lnTo>
                    <a:pt x="133" y="684"/>
                  </a:lnTo>
                  <a:lnTo>
                    <a:pt x="133" y="686"/>
                  </a:lnTo>
                  <a:lnTo>
                    <a:pt x="133" y="686"/>
                  </a:lnTo>
                  <a:lnTo>
                    <a:pt x="133" y="686"/>
                  </a:lnTo>
                  <a:lnTo>
                    <a:pt x="135" y="686"/>
                  </a:lnTo>
                  <a:lnTo>
                    <a:pt x="138" y="686"/>
                  </a:lnTo>
                  <a:lnTo>
                    <a:pt x="135" y="686"/>
                  </a:lnTo>
                  <a:lnTo>
                    <a:pt x="135" y="689"/>
                  </a:lnTo>
                  <a:lnTo>
                    <a:pt x="135" y="689"/>
                  </a:lnTo>
                  <a:lnTo>
                    <a:pt x="138" y="689"/>
                  </a:lnTo>
                  <a:lnTo>
                    <a:pt x="138" y="691"/>
                  </a:lnTo>
                  <a:lnTo>
                    <a:pt x="138" y="691"/>
                  </a:lnTo>
                  <a:lnTo>
                    <a:pt x="140" y="691"/>
                  </a:lnTo>
                  <a:lnTo>
                    <a:pt x="140" y="689"/>
                  </a:lnTo>
                  <a:lnTo>
                    <a:pt x="140" y="689"/>
                  </a:lnTo>
                  <a:lnTo>
                    <a:pt x="142" y="689"/>
                  </a:lnTo>
                  <a:lnTo>
                    <a:pt x="145" y="686"/>
                  </a:lnTo>
                  <a:lnTo>
                    <a:pt x="145" y="686"/>
                  </a:lnTo>
                  <a:lnTo>
                    <a:pt x="147" y="684"/>
                  </a:lnTo>
                  <a:lnTo>
                    <a:pt x="149" y="684"/>
                  </a:lnTo>
                  <a:lnTo>
                    <a:pt x="149" y="682"/>
                  </a:lnTo>
                  <a:lnTo>
                    <a:pt x="149" y="679"/>
                  </a:lnTo>
                  <a:lnTo>
                    <a:pt x="149" y="677"/>
                  </a:lnTo>
                  <a:lnTo>
                    <a:pt x="149" y="677"/>
                  </a:lnTo>
                  <a:lnTo>
                    <a:pt x="149" y="674"/>
                  </a:lnTo>
                  <a:lnTo>
                    <a:pt x="147" y="672"/>
                  </a:lnTo>
                  <a:lnTo>
                    <a:pt x="147" y="667"/>
                  </a:lnTo>
                  <a:lnTo>
                    <a:pt x="145" y="667"/>
                  </a:lnTo>
                  <a:lnTo>
                    <a:pt x="145" y="667"/>
                  </a:lnTo>
                  <a:lnTo>
                    <a:pt x="142" y="667"/>
                  </a:lnTo>
                  <a:lnTo>
                    <a:pt x="140" y="667"/>
                  </a:lnTo>
                  <a:lnTo>
                    <a:pt x="140" y="670"/>
                  </a:lnTo>
                  <a:lnTo>
                    <a:pt x="135" y="670"/>
                  </a:lnTo>
                  <a:lnTo>
                    <a:pt x="135" y="670"/>
                  </a:lnTo>
                  <a:lnTo>
                    <a:pt x="133" y="670"/>
                  </a:lnTo>
                  <a:lnTo>
                    <a:pt x="133" y="670"/>
                  </a:lnTo>
                  <a:lnTo>
                    <a:pt x="131" y="672"/>
                  </a:lnTo>
                  <a:lnTo>
                    <a:pt x="131" y="672"/>
                  </a:lnTo>
                  <a:lnTo>
                    <a:pt x="131" y="672"/>
                  </a:lnTo>
                  <a:lnTo>
                    <a:pt x="131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6" y="674"/>
                  </a:lnTo>
                  <a:lnTo>
                    <a:pt x="126" y="674"/>
                  </a:lnTo>
                  <a:lnTo>
                    <a:pt x="123" y="677"/>
                  </a:lnTo>
                  <a:lnTo>
                    <a:pt x="123" y="677"/>
                  </a:lnTo>
                  <a:lnTo>
                    <a:pt x="123" y="677"/>
                  </a:lnTo>
                  <a:lnTo>
                    <a:pt x="123" y="679"/>
                  </a:lnTo>
                  <a:lnTo>
                    <a:pt x="123" y="679"/>
                  </a:lnTo>
                  <a:close/>
                  <a:moveTo>
                    <a:pt x="34" y="743"/>
                  </a:moveTo>
                  <a:lnTo>
                    <a:pt x="34" y="743"/>
                  </a:lnTo>
                  <a:lnTo>
                    <a:pt x="31" y="743"/>
                  </a:lnTo>
                  <a:lnTo>
                    <a:pt x="29" y="743"/>
                  </a:lnTo>
                  <a:lnTo>
                    <a:pt x="29" y="743"/>
                  </a:lnTo>
                  <a:lnTo>
                    <a:pt x="29" y="745"/>
                  </a:lnTo>
                  <a:lnTo>
                    <a:pt x="31" y="745"/>
                  </a:lnTo>
                  <a:lnTo>
                    <a:pt x="34" y="748"/>
                  </a:lnTo>
                  <a:lnTo>
                    <a:pt x="36" y="748"/>
                  </a:lnTo>
                  <a:lnTo>
                    <a:pt x="36" y="748"/>
                  </a:lnTo>
                  <a:lnTo>
                    <a:pt x="36" y="748"/>
                  </a:lnTo>
                  <a:lnTo>
                    <a:pt x="38" y="748"/>
                  </a:lnTo>
                  <a:lnTo>
                    <a:pt x="38" y="748"/>
                  </a:lnTo>
                  <a:lnTo>
                    <a:pt x="38" y="745"/>
                  </a:lnTo>
                  <a:lnTo>
                    <a:pt x="36" y="745"/>
                  </a:lnTo>
                  <a:lnTo>
                    <a:pt x="34" y="745"/>
                  </a:lnTo>
                  <a:lnTo>
                    <a:pt x="34" y="745"/>
                  </a:lnTo>
                  <a:lnTo>
                    <a:pt x="34" y="745"/>
                  </a:lnTo>
                  <a:lnTo>
                    <a:pt x="34" y="745"/>
                  </a:lnTo>
                  <a:lnTo>
                    <a:pt x="34" y="743"/>
                  </a:lnTo>
                  <a:close/>
                  <a:moveTo>
                    <a:pt x="24" y="601"/>
                  </a:moveTo>
                  <a:lnTo>
                    <a:pt x="26" y="601"/>
                  </a:lnTo>
                  <a:lnTo>
                    <a:pt x="26" y="601"/>
                  </a:lnTo>
                  <a:lnTo>
                    <a:pt x="26" y="603"/>
                  </a:lnTo>
                  <a:lnTo>
                    <a:pt x="26" y="603"/>
                  </a:lnTo>
                  <a:lnTo>
                    <a:pt x="26" y="606"/>
                  </a:lnTo>
                  <a:lnTo>
                    <a:pt x="26" y="606"/>
                  </a:lnTo>
                  <a:lnTo>
                    <a:pt x="26" y="606"/>
                  </a:lnTo>
                  <a:lnTo>
                    <a:pt x="29" y="603"/>
                  </a:lnTo>
                  <a:lnTo>
                    <a:pt x="29" y="603"/>
                  </a:lnTo>
                  <a:lnTo>
                    <a:pt x="29" y="601"/>
                  </a:lnTo>
                  <a:lnTo>
                    <a:pt x="29" y="601"/>
                  </a:lnTo>
                  <a:lnTo>
                    <a:pt x="29" y="601"/>
                  </a:lnTo>
                  <a:lnTo>
                    <a:pt x="29" y="599"/>
                  </a:lnTo>
                  <a:lnTo>
                    <a:pt x="29" y="599"/>
                  </a:lnTo>
                  <a:lnTo>
                    <a:pt x="26" y="599"/>
                  </a:lnTo>
                  <a:lnTo>
                    <a:pt x="26" y="599"/>
                  </a:lnTo>
                  <a:lnTo>
                    <a:pt x="24" y="599"/>
                  </a:lnTo>
                  <a:lnTo>
                    <a:pt x="24" y="599"/>
                  </a:lnTo>
                  <a:lnTo>
                    <a:pt x="24" y="601"/>
                  </a:lnTo>
                  <a:lnTo>
                    <a:pt x="24" y="601"/>
                  </a:lnTo>
                  <a:lnTo>
                    <a:pt x="24" y="601"/>
                  </a:lnTo>
                  <a:close/>
                  <a:moveTo>
                    <a:pt x="43" y="762"/>
                  </a:moveTo>
                  <a:lnTo>
                    <a:pt x="43" y="760"/>
                  </a:lnTo>
                  <a:lnTo>
                    <a:pt x="43" y="760"/>
                  </a:lnTo>
                  <a:lnTo>
                    <a:pt x="41" y="760"/>
                  </a:lnTo>
                  <a:lnTo>
                    <a:pt x="38" y="760"/>
                  </a:lnTo>
                  <a:lnTo>
                    <a:pt x="38" y="760"/>
                  </a:lnTo>
                  <a:lnTo>
                    <a:pt x="38" y="760"/>
                  </a:lnTo>
                  <a:lnTo>
                    <a:pt x="36" y="760"/>
                  </a:lnTo>
                  <a:lnTo>
                    <a:pt x="34" y="760"/>
                  </a:lnTo>
                  <a:lnTo>
                    <a:pt x="34" y="757"/>
                  </a:lnTo>
                  <a:lnTo>
                    <a:pt x="34" y="757"/>
                  </a:lnTo>
                  <a:lnTo>
                    <a:pt x="34" y="757"/>
                  </a:lnTo>
                  <a:lnTo>
                    <a:pt x="31" y="757"/>
                  </a:lnTo>
                  <a:lnTo>
                    <a:pt x="34" y="757"/>
                  </a:lnTo>
                  <a:lnTo>
                    <a:pt x="36" y="757"/>
                  </a:lnTo>
                  <a:lnTo>
                    <a:pt x="38" y="757"/>
                  </a:lnTo>
                  <a:lnTo>
                    <a:pt x="36" y="755"/>
                  </a:lnTo>
                  <a:lnTo>
                    <a:pt x="34" y="755"/>
                  </a:lnTo>
                  <a:lnTo>
                    <a:pt x="31" y="755"/>
                  </a:lnTo>
                  <a:lnTo>
                    <a:pt x="31" y="757"/>
                  </a:lnTo>
                  <a:lnTo>
                    <a:pt x="31" y="762"/>
                  </a:lnTo>
                  <a:lnTo>
                    <a:pt x="31" y="762"/>
                  </a:lnTo>
                  <a:lnTo>
                    <a:pt x="31" y="767"/>
                  </a:lnTo>
                  <a:lnTo>
                    <a:pt x="31" y="769"/>
                  </a:lnTo>
                  <a:lnTo>
                    <a:pt x="34" y="769"/>
                  </a:lnTo>
                  <a:lnTo>
                    <a:pt x="34" y="767"/>
                  </a:lnTo>
                  <a:lnTo>
                    <a:pt x="34" y="764"/>
                  </a:lnTo>
                  <a:lnTo>
                    <a:pt x="34" y="764"/>
                  </a:lnTo>
                  <a:lnTo>
                    <a:pt x="34" y="762"/>
                  </a:lnTo>
                  <a:lnTo>
                    <a:pt x="34" y="762"/>
                  </a:lnTo>
                  <a:lnTo>
                    <a:pt x="34" y="762"/>
                  </a:lnTo>
                  <a:lnTo>
                    <a:pt x="34" y="762"/>
                  </a:lnTo>
                  <a:lnTo>
                    <a:pt x="36" y="764"/>
                  </a:lnTo>
                  <a:lnTo>
                    <a:pt x="36" y="767"/>
                  </a:lnTo>
                  <a:lnTo>
                    <a:pt x="36" y="767"/>
                  </a:lnTo>
                  <a:lnTo>
                    <a:pt x="38" y="767"/>
                  </a:lnTo>
                  <a:lnTo>
                    <a:pt x="38" y="767"/>
                  </a:lnTo>
                  <a:lnTo>
                    <a:pt x="41" y="767"/>
                  </a:lnTo>
                  <a:lnTo>
                    <a:pt x="41" y="767"/>
                  </a:lnTo>
                  <a:lnTo>
                    <a:pt x="43" y="764"/>
                  </a:lnTo>
                  <a:lnTo>
                    <a:pt x="43" y="762"/>
                  </a:lnTo>
                  <a:lnTo>
                    <a:pt x="43" y="762"/>
                  </a:lnTo>
                  <a:close/>
                  <a:moveTo>
                    <a:pt x="43" y="821"/>
                  </a:moveTo>
                  <a:lnTo>
                    <a:pt x="43" y="821"/>
                  </a:lnTo>
                  <a:lnTo>
                    <a:pt x="43" y="821"/>
                  </a:lnTo>
                  <a:lnTo>
                    <a:pt x="43" y="821"/>
                  </a:lnTo>
                  <a:lnTo>
                    <a:pt x="43" y="821"/>
                  </a:lnTo>
                  <a:lnTo>
                    <a:pt x="41" y="821"/>
                  </a:lnTo>
                  <a:lnTo>
                    <a:pt x="41" y="821"/>
                  </a:lnTo>
                  <a:lnTo>
                    <a:pt x="41" y="819"/>
                  </a:lnTo>
                  <a:lnTo>
                    <a:pt x="41" y="819"/>
                  </a:lnTo>
                  <a:lnTo>
                    <a:pt x="41" y="819"/>
                  </a:lnTo>
                  <a:lnTo>
                    <a:pt x="41" y="816"/>
                  </a:lnTo>
                  <a:lnTo>
                    <a:pt x="41" y="816"/>
                  </a:lnTo>
                  <a:lnTo>
                    <a:pt x="41" y="816"/>
                  </a:lnTo>
                  <a:lnTo>
                    <a:pt x="38" y="816"/>
                  </a:lnTo>
                  <a:lnTo>
                    <a:pt x="38" y="816"/>
                  </a:lnTo>
                  <a:lnTo>
                    <a:pt x="36" y="819"/>
                  </a:lnTo>
                  <a:lnTo>
                    <a:pt x="36" y="821"/>
                  </a:lnTo>
                  <a:lnTo>
                    <a:pt x="36" y="824"/>
                  </a:lnTo>
                  <a:lnTo>
                    <a:pt x="36" y="824"/>
                  </a:lnTo>
                  <a:lnTo>
                    <a:pt x="34" y="826"/>
                  </a:lnTo>
                  <a:lnTo>
                    <a:pt x="36" y="826"/>
                  </a:lnTo>
                  <a:lnTo>
                    <a:pt x="36" y="826"/>
                  </a:lnTo>
                  <a:lnTo>
                    <a:pt x="36" y="828"/>
                  </a:lnTo>
                  <a:lnTo>
                    <a:pt x="34" y="828"/>
                  </a:lnTo>
                  <a:lnTo>
                    <a:pt x="34" y="828"/>
                  </a:lnTo>
                  <a:lnTo>
                    <a:pt x="34" y="833"/>
                  </a:lnTo>
                  <a:lnTo>
                    <a:pt x="34" y="835"/>
                  </a:lnTo>
                  <a:lnTo>
                    <a:pt x="36" y="835"/>
                  </a:lnTo>
                  <a:lnTo>
                    <a:pt x="36" y="833"/>
                  </a:lnTo>
                  <a:lnTo>
                    <a:pt x="36" y="833"/>
                  </a:lnTo>
                  <a:lnTo>
                    <a:pt x="36" y="833"/>
                  </a:lnTo>
                  <a:lnTo>
                    <a:pt x="38" y="833"/>
                  </a:lnTo>
                  <a:lnTo>
                    <a:pt x="38" y="831"/>
                  </a:lnTo>
                  <a:lnTo>
                    <a:pt x="38" y="828"/>
                  </a:lnTo>
                  <a:lnTo>
                    <a:pt x="38" y="828"/>
                  </a:lnTo>
                  <a:lnTo>
                    <a:pt x="38" y="828"/>
                  </a:lnTo>
                  <a:lnTo>
                    <a:pt x="38" y="831"/>
                  </a:lnTo>
                  <a:lnTo>
                    <a:pt x="41" y="831"/>
                  </a:lnTo>
                  <a:lnTo>
                    <a:pt x="38" y="828"/>
                  </a:lnTo>
                  <a:lnTo>
                    <a:pt x="38" y="826"/>
                  </a:lnTo>
                  <a:lnTo>
                    <a:pt x="38" y="826"/>
                  </a:lnTo>
                  <a:lnTo>
                    <a:pt x="38" y="824"/>
                  </a:lnTo>
                  <a:lnTo>
                    <a:pt x="38" y="826"/>
                  </a:lnTo>
                  <a:lnTo>
                    <a:pt x="38" y="826"/>
                  </a:lnTo>
                  <a:lnTo>
                    <a:pt x="41" y="826"/>
                  </a:lnTo>
                  <a:lnTo>
                    <a:pt x="43" y="826"/>
                  </a:lnTo>
                  <a:lnTo>
                    <a:pt x="43" y="826"/>
                  </a:lnTo>
                  <a:lnTo>
                    <a:pt x="43" y="826"/>
                  </a:lnTo>
                  <a:lnTo>
                    <a:pt x="45" y="824"/>
                  </a:lnTo>
                  <a:lnTo>
                    <a:pt x="45" y="824"/>
                  </a:lnTo>
                  <a:lnTo>
                    <a:pt x="43" y="821"/>
                  </a:lnTo>
                  <a:close/>
                  <a:moveTo>
                    <a:pt x="48" y="724"/>
                  </a:moveTo>
                  <a:lnTo>
                    <a:pt x="48" y="722"/>
                  </a:lnTo>
                  <a:lnTo>
                    <a:pt x="48" y="722"/>
                  </a:lnTo>
                  <a:lnTo>
                    <a:pt x="48" y="719"/>
                  </a:lnTo>
                  <a:lnTo>
                    <a:pt x="48" y="719"/>
                  </a:lnTo>
                  <a:lnTo>
                    <a:pt x="48" y="719"/>
                  </a:lnTo>
                  <a:lnTo>
                    <a:pt x="43" y="717"/>
                  </a:lnTo>
                  <a:lnTo>
                    <a:pt x="45" y="717"/>
                  </a:lnTo>
                  <a:lnTo>
                    <a:pt x="45" y="715"/>
                  </a:lnTo>
                  <a:lnTo>
                    <a:pt x="45" y="715"/>
                  </a:lnTo>
                  <a:lnTo>
                    <a:pt x="48" y="710"/>
                  </a:lnTo>
                  <a:lnTo>
                    <a:pt x="48" y="710"/>
                  </a:lnTo>
                  <a:lnTo>
                    <a:pt x="45" y="708"/>
                  </a:lnTo>
                  <a:lnTo>
                    <a:pt x="45" y="708"/>
                  </a:lnTo>
                  <a:lnTo>
                    <a:pt x="45" y="710"/>
                  </a:lnTo>
                  <a:lnTo>
                    <a:pt x="45" y="710"/>
                  </a:lnTo>
                  <a:lnTo>
                    <a:pt x="41" y="708"/>
                  </a:lnTo>
                  <a:lnTo>
                    <a:pt x="38" y="708"/>
                  </a:lnTo>
                  <a:lnTo>
                    <a:pt x="38" y="708"/>
                  </a:lnTo>
                  <a:lnTo>
                    <a:pt x="38" y="710"/>
                  </a:lnTo>
                  <a:lnTo>
                    <a:pt x="38" y="708"/>
                  </a:lnTo>
                  <a:lnTo>
                    <a:pt x="36" y="708"/>
                  </a:lnTo>
                  <a:lnTo>
                    <a:pt x="36" y="708"/>
                  </a:lnTo>
                  <a:lnTo>
                    <a:pt x="31" y="710"/>
                  </a:lnTo>
                  <a:lnTo>
                    <a:pt x="31" y="710"/>
                  </a:lnTo>
                  <a:lnTo>
                    <a:pt x="31" y="710"/>
                  </a:lnTo>
                  <a:lnTo>
                    <a:pt x="22" y="708"/>
                  </a:lnTo>
                  <a:lnTo>
                    <a:pt x="19" y="705"/>
                  </a:lnTo>
                  <a:lnTo>
                    <a:pt x="17" y="705"/>
                  </a:lnTo>
                  <a:lnTo>
                    <a:pt x="17" y="705"/>
                  </a:lnTo>
                  <a:lnTo>
                    <a:pt x="17" y="708"/>
                  </a:lnTo>
                  <a:lnTo>
                    <a:pt x="15" y="708"/>
                  </a:lnTo>
                  <a:lnTo>
                    <a:pt x="15" y="708"/>
                  </a:lnTo>
                  <a:lnTo>
                    <a:pt x="10" y="705"/>
                  </a:lnTo>
                  <a:lnTo>
                    <a:pt x="10" y="703"/>
                  </a:lnTo>
                  <a:lnTo>
                    <a:pt x="7" y="703"/>
                  </a:lnTo>
                  <a:lnTo>
                    <a:pt x="7" y="700"/>
                  </a:lnTo>
                  <a:lnTo>
                    <a:pt x="5" y="700"/>
                  </a:lnTo>
                  <a:lnTo>
                    <a:pt x="5" y="703"/>
                  </a:lnTo>
                  <a:lnTo>
                    <a:pt x="5" y="705"/>
                  </a:lnTo>
                  <a:lnTo>
                    <a:pt x="5" y="705"/>
                  </a:lnTo>
                  <a:lnTo>
                    <a:pt x="5" y="705"/>
                  </a:lnTo>
                  <a:lnTo>
                    <a:pt x="5" y="708"/>
                  </a:lnTo>
                  <a:lnTo>
                    <a:pt x="5" y="708"/>
                  </a:lnTo>
                  <a:lnTo>
                    <a:pt x="5" y="710"/>
                  </a:lnTo>
                  <a:lnTo>
                    <a:pt x="5" y="710"/>
                  </a:lnTo>
                  <a:lnTo>
                    <a:pt x="5" y="712"/>
                  </a:lnTo>
                  <a:lnTo>
                    <a:pt x="5" y="712"/>
                  </a:lnTo>
                  <a:lnTo>
                    <a:pt x="5" y="712"/>
                  </a:lnTo>
                  <a:lnTo>
                    <a:pt x="7" y="712"/>
                  </a:lnTo>
                  <a:lnTo>
                    <a:pt x="7" y="712"/>
                  </a:lnTo>
                  <a:lnTo>
                    <a:pt x="7" y="712"/>
                  </a:lnTo>
                  <a:lnTo>
                    <a:pt x="7" y="715"/>
                  </a:lnTo>
                  <a:lnTo>
                    <a:pt x="10" y="715"/>
                  </a:lnTo>
                  <a:lnTo>
                    <a:pt x="12" y="715"/>
                  </a:lnTo>
                  <a:lnTo>
                    <a:pt x="12" y="715"/>
                  </a:lnTo>
                  <a:lnTo>
                    <a:pt x="12" y="715"/>
                  </a:lnTo>
                  <a:lnTo>
                    <a:pt x="12" y="715"/>
                  </a:lnTo>
                  <a:lnTo>
                    <a:pt x="15" y="717"/>
                  </a:lnTo>
                  <a:lnTo>
                    <a:pt x="17" y="719"/>
                  </a:lnTo>
                  <a:lnTo>
                    <a:pt x="17" y="722"/>
                  </a:lnTo>
                  <a:lnTo>
                    <a:pt x="19" y="722"/>
                  </a:lnTo>
                  <a:lnTo>
                    <a:pt x="22" y="722"/>
                  </a:lnTo>
                  <a:lnTo>
                    <a:pt x="22" y="724"/>
                  </a:lnTo>
                  <a:lnTo>
                    <a:pt x="22" y="724"/>
                  </a:lnTo>
                  <a:lnTo>
                    <a:pt x="19" y="724"/>
                  </a:lnTo>
                  <a:lnTo>
                    <a:pt x="19" y="724"/>
                  </a:lnTo>
                  <a:lnTo>
                    <a:pt x="17" y="724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9"/>
                  </a:lnTo>
                  <a:lnTo>
                    <a:pt x="17" y="724"/>
                  </a:lnTo>
                  <a:lnTo>
                    <a:pt x="17" y="724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5" y="729"/>
                  </a:lnTo>
                  <a:lnTo>
                    <a:pt x="15" y="727"/>
                  </a:lnTo>
                  <a:lnTo>
                    <a:pt x="15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0" y="722"/>
                  </a:lnTo>
                  <a:lnTo>
                    <a:pt x="10" y="722"/>
                  </a:lnTo>
                  <a:lnTo>
                    <a:pt x="7" y="724"/>
                  </a:lnTo>
                  <a:lnTo>
                    <a:pt x="7" y="724"/>
                  </a:lnTo>
                  <a:lnTo>
                    <a:pt x="7" y="724"/>
                  </a:lnTo>
                  <a:lnTo>
                    <a:pt x="7" y="727"/>
                  </a:lnTo>
                  <a:lnTo>
                    <a:pt x="7" y="727"/>
                  </a:lnTo>
                  <a:lnTo>
                    <a:pt x="7" y="729"/>
                  </a:lnTo>
                  <a:lnTo>
                    <a:pt x="10" y="731"/>
                  </a:lnTo>
                  <a:lnTo>
                    <a:pt x="10" y="734"/>
                  </a:lnTo>
                  <a:lnTo>
                    <a:pt x="10" y="734"/>
                  </a:lnTo>
                  <a:lnTo>
                    <a:pt x="10" y="736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41"/>
                  </a:lnTo>
                  <a:lnTo>
                    <a:pt x="10" y="741"/>
                  </a:lnTo>
                  <a:lnTo>
                    <a:pt x="10" y="743"/>
                  </a:lnTo>
                  <a:lnTo>
                    <a:pt x="12" y="743"/>
                  </a:lnTo>
                  <a:lnTo>
                    <a:pt x="12" y="743"/>
                  </a:lnTo>
                  <a:lnTo>
                    <a:pt x="15" y="741"/>
                  </a:lnTo>
                  <a:lnTo>
                    <a:pt x="17" y="741"/>
                  </a:lnTo>
                  <a:lnTo>
                    <a:pt x="17" y="741"/>
                  </a:lnTo>
                  <a:lnTo>
                    <a:pt x="17" y="738"/>
                  </a:lnTo>
                  <a:lnTo>
                    <a:pt x="17" y="736"/>
                  </a:lnTo>
                  <a:lnTo>
                    <a:pt x="17" y="736"/>
                  </a:lnTo>
                  <a:lnTo>
                    <a:pt x="19" y="741"/>
                  </a:lnTo>
                  <a:lnTo>
                    <a:pt x="19" y="741"/>
                  </a:lnTo>
                  <a:lnTo>
                    <a:pt x="22" y="745"/>
                  </a:lnTo>
                  <a:lnTo>
                    <a:pt x="22" y="745"/>
                  </a:lnTo>
                  <a:lnTo>
                    <a:pt x="22" y="748"/>
                  </a:lnTo>
                  <a:lnTo>
                    <a:pt x="19" y="748"/>
                  </a:lnTo>
                  <a:lnTo>
                    <a:pt x="19" y="748"/>
                  </a:lnTo>
                  <a:lnTo>
                    <a:pt x="22" y="748"/>
                  </a:lnTo>
                  <a:lnTo>
                    <a:pt x="22" y="750"/>
                  </a:lnTo>
                  <a:lnTo>
                    <a:pt x="19" y="750"/>
                  </a:lnTo>
                  <a:lnTo>
                    <a:pt x="19" y="750"/>
                  </a:lnTo>
                  <a:lnTo>
                    <a:pt x="19" y="748"/>
                  </a:lnTo>
                  <a:lnTo>
                    <a:pt x="19" y="748"/>
                  </a:lnTo>
                  <a:lnTo>
                    <a:pt x="19" y="743"/>
                  </a:lnTo>
                  <a:lnTo>
                    <a:pt x="17" y="743"/>
                  </a:lnTo>
                  <a:lnTo>
                    <a:pt x="17" y="745"/>
                  </a:lnTo>
                  <a:lnTo>
                    <a:pt x="19" y="748"/>
                  </a:lnTo>
                  <a:lnTo>
                    <a:pt x="17" y="750"/>
                  </a:lnTo>
                  <a:lnTo>
                    <a:pt x="17" y="745"/>
                  </a:lnTo>
                  <a:lnTo>
                    <a:pt x="17" y="745"/>
                  </a:lnTo>
                  <a:lnTo>
                    <a:pt x="17" y="745"/>
                  </a:lnTo>
                  <a:lnTo>
                    <a:pt x="15" y="745"/>
                  </a:lnTo>
                  <a:lnTo>
                    <a:pt x="12" y="745"/>
                  </a:lnTo>
                  <a:lnTo>
                    <a:pt x="15" y="753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7" y="760"/>
                  </a:lnTo>
                  <a:lnTo>
                    <a:pt x="17" y="760"/>
                  </a:lnTo>
                  <a:lnTo>
                    <a:pt x="17" y="760"/>
                  </a:lnTo>
                  <a:lnTo>
                    <a:pt x="17" y="760"/>
                  </a:lnTo>
                  <a:lnTo>
                    <a:pt x="17" y="762"/>
                  </a:lnTo>
                  <a:lnTo>
                    <a:pt x="17" y="762"/>
                  </a:lnTo>
                  <a:lnTo>
                    <a:pt x="17" y="764"/>
                  </a:lnTo>
                  <a:lnTo>
                    <a:pt x="19" y="771"/>
                  </a:lnTo>
                  <a:lnTo>
                    <a:pt x="22" y="774"/>
                  </a:lnTo>
                  <a:lnTo>
                    <a:pt x="24" y="776"/>
                  </a:lnTo>
                  <a:lnTo>
                    <a:pt x="24" y="776"/>
                  </a:lnTo>
                  <a:lnTo>
                    <a:pt x="24" y="779"/>
                  </a:lnTo>
                  <a:lnTo>
                    <a:pt x="24" y="779"/>
                  </a:lnTo>
                  <a:lnTo>
                    <a:pt x="24" y="781"/>
                  </a:lnTo>
                  <a:lnTo>
                    <a:pt x="24" y="783"/>
                  </a:lnTo>
                  <a:lnTo>
                    <a:pt x="24" y="783"/>
                  </a:lnTo>
                  <a:lnTo>
                    <a:pt x="26" y="783"/>
                  </a:lnTo>
                  <a:lnTo>
                    <a:pt x="26" y="783"/>
                  </a:lnTo>
                  <a:lnTo>
                    <a:pt x="26" y="783"/>
                  </a:lnTo>
                  <a:lnTo>
                    <a:pt x="29" y="786"/>
                  </a:lnTo>
                  <a:lnTo>
                    <a:pt x="29" y="786"/>
                  </a:lnTo>
                  <a:lnTo>
                    <a:pt x="29" y="788"/>
                  </a:lnTo>
                  <a:lnTo>
                    <a:pt x="29" y="786"/>
                  </a:lnTo>
                  <a:lnTo>
                    <a:pt x="26" y="786"/>
                  </a:lnTo>
                  <a:lnTo>
                    <a:pt x="24" y="786"/>
                  </a:lnTo>
                  <a:lnTo>
                    <a:pt x="24" y="786"/>
                  </a:lnTo>
                  <a:lnTo>
                    <a:pt x="24" y="786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4" y="790"/>
                  </a:lnTo>
                  <a:lnTo>
                    <a:pt x="24" y="790"/>
                  </a:lnTo>
                  <a:lnTo>
                    <a:pt x="26" y="790"/>
                  </a:lnTo>
                  <a:lnTo>
                    <a:pt x="24" y="790"/>
                  </a:lnTo>
                  <a:lnTo>
                    <a:pt x="24" y="790"/>
                  </a:lnTo>
                  <a:lnTo>
                    <a:pt x="24" y="793"/>
                  </a:lnTo>
                  <a:lnTo>
                    <a:pt x="24" y="793"/>
                  </a:lnTo>
                  <a:lnTo>
                    <a:pt x="24" y="793"/>
                  </a:lnTo>
                  <a:lnTo>
                    <a:pt x="26" y="793"/>
                  </a:lnTo>
                  <a:lnTo>
                    <a:pt x="26" y="793"/>
                  </a:lnTo>
                  <a:lnTo>
                    <a:pt x="26" y="795"/>
                  </a:lnTo>
                  <a:lnTo>
                    <a:pt x="26" y="795"/>
                  </a:lnTo>
                  <a:lnTo>
                    <a:pt x="26" y="798"/>
                  </a:lnTo>
                  <a:lnTo>
                    <a:pt x="26" y="800"/>
                  </a:lnTo>
                  <a:lnTo>
                    <a:pt x="26" y="800"/>
                  </a:lnTo>
                  <a:lnTo>
                    <a:pt x="26" y="802"/>
                  </a:lnTo>
                  <a:lnTo>
                    <a:pt x="26" y="805"/>
                  </a:lnTo>
                  <a:lnTo>
                    <a:pt x="26" y="807"/>
                  </a:lnTo>
                  <a:lnTo>
                    <a:pt x="29" y="807"/>
                  </a:lnTo>
                  <a:lnTo>
                    <a:pt x="29" y="805"/>
                  </a:lnTo>
                  <a:lnTo>
                    <a:pt x="31" y="805"/>
                  </a:lnTo>
                  <a:lnTo>
                    <a:pt x="29" y="807"/>
                  </a:lnTo>
                  <a:lnTo>
                    <a:pt x="31" y="809"/>
                  </a:lnTo>
                  <a:lnTo>
                    <a:pt x="31" y="809"/>
                  </a:lnTo>
                  <a:lnTo>
                    <a:pt x="29" y="812"/>
                  </a:lnTo>
                  <a:lnTo>
                    <a:pt x="29" y="812"/>
                  </a:lnTo>
                  <a:lnTo>
                    <a:pt x="29" y="814"/>
                  </a:lnTo>
                  <a:lnTo>
                    <a:pt x="31" y="814"/>
                  </a:lnTo>
                  <a:lnTo>
                    <a:pt x="31" y="814"/>
                  </a:lnTo>
                  <a:lnTo>
                    <a:pt x="34" y="812"/>
                  </a:lnTo>
                  <a:lnTo>
                    <a:pt x="34" y="805"/>
                  </a:lnTo>
                  <a:lnTo>
                    <a:pt x="36" y="807"/>
                  </a:lnTo>
                  <a:lnTo>
                    <a:pt x="36" y="809"/>
                  </a:lnTo>
                  <a:lnTo>
                    <a:pt x="36" y="809"/>
                  </a:lnTo>
                  <a:lnTo>
                    <a:pt x="36" y="812"/>
                  </a:lnTo>
                  <a:lnTo>
                    <a:pt x="34" y="814"/>
                  </a:lnTo>
                  <a:lnTo>
                    <a:pt x="34" y="816"/>
                  </a:lnTo>
                  <a:lnTo>
                    <a:pt x="34" y="816"/>
                  </a:lnTo>
                  <a:lnTo>
                    <a:pt x="36" y="816"/>
                  </a:lnTo>
                  <a:lnTo>
                    <a:pt x="38" y="814"/>
                  </a:lnTo>
                  <a:lnTo>
                    <a:pt x="38" y="809"/>
                  </a:lnTo>
                  <a:lnTo>
                    <a:pt x="41" y="812"/>
                  </a:lnTo>
                  <a:lnTo>
                    <a:pt x="41" y="812"/>
                  </a:lnTo>
                  <a:lnTo>
                    <a:pt x="41" y="814"/>
                  </a:lnTo>
                  <a:lnTo>
                    <a:pt x="41" y="814"/>
                  </a:lnTo>
                  <a:lnTo>
                    <a:pt x="41" y="814"/>
                  </a:lnTo>
                  <a:lnTo>
                    <a:pt x="43" y="816"/>
                  </a:lnTo>
                  <a:lnTo>
                    <a:pt x="43" y="816"/>
                  </a:lnTo>
                  <a:lnTo>
                    <a:pt x="43" y="816"/>
                  </a:lnTo>
                  <a:lnTo>
                    <a:pt x="45" y="814"/>
                  </a:lnTo>
                  <a:lnTo>
                    <a:pt x="45" y="814"/>
                  </a:lnTo>
                  <a:lnTo>
                    <a:pt x="48" y="812"/>
                  </a:lnTo>
                  <a:lnTo>
                    <a:pt x="45" y="812"/>
                  </a:lnTo>
                  <a:lnTo>
                    <a:pt x="45" y="812"/>
                  </a:lnTo>
                  <a:lnTo>
                    <a:pt x="43" y="812"/>
                  </a:lnTo>
                  <a:lnTo>
                    <a:pt x="43" y="809"/>
                  </a:lnTo>
                  <a:lnTo>
                    <a:pt x="41" y="809"/>
                  </a:lnTo>
                  <a:lnTo>
                    <a:pt x="38" y="807"/>
                  </a:lnTo>
                  <a:lnTo>
                    <a:pt x="38" y="807"/>
                  </a:lnTo>
                  <a:lnTo>
                    <a:pt x="41" y="807"/>
                  </a:lnTo>
                  <a:lnTo>
                    <a:pt x="43" y="807"/>
                  </a:lnTo>
                  <a:lnTo>
                    <a:pt x="43" y="807"/>
                  </a:lnTo>
                  <a:lnTo>
                    <a:pt x="45" y="807"/>
                  </a:lnTo>
                  <a:lnTo>
                    <a:pt x="45" y="805"/>
                  </a:lnTo>
                  <a:lnTo>
                    <a:pt x="43" y="805"/>
                  </a:lnTo>
                  <a:lnTo>
                    <a:pt x="43" y="802"/>
                  </a:lnTo>
                  <a:lnTo>
                    <a:pt x="43" y="802"/>
                  </a:lnTo>
                  <a:lnTo>
                    <a:pt x="43" y="800"/>
                  </a:lnTo>
                  <a:lnTo>
                    <a:pt x="41" y="800"/>
                  </a:lnTo>
                  <a:lnTo>
                    <a:pt x="41" y="800"/>
                  </a:lnTo>
                  <a:lnTo>
                    <a:pt x="38" y="802"/>
                  </a:lnTo>
                  <a:lnTo>
                    <a:pt x="38" y="800"/>
                  </a:lnTo>
                  <a:lnTo>
                    <a:pt x="38" y="800"/>
                  </a:lnTo>
                  <a:lnTo>
                    <a:pt x="38" y="800"/>
                  </a:lnTo>
                  <a:lnTo>
                    <a:pt x="36" y="802"/>
                  </a:lnTo>
                  <a:lnTo>
                    <a:pt x="36" y="802"/>
                  </a:lnTo>
                  <a:lnTo>
                    <a:pt x="38" y="805"/>
                  </a:lnTo>
                  <a:lnTo>
                    <a:pt x="36" y="805"/>
                  </a:lnTo>
                  <a:lnTo>
                    <a:pt x="34" y="800"/>
                  </a:lnTo>
                  <a:lnTo>
                    <a:pt x="34" y="800"/>
                  </a:lnTo>
                  <a:lnTo>
                    <a:pt x="34" y="800"/>
                  </a:lnTo>
                  <a:lnTo>
                    <a:pt x="34" y="795"/>
                  </a:lnTo>
                  <a:lnTo>
                    <a:pt x="34" y="795"/>
                  </a:lnTo>
                  <a:lnTo>
                    <a:pt x="34" y="793"/>
                  </a:lnTo>
                  <a:lnTo>
                    <a:pt x="36" y="795"/>
                  </a:lnTo>
                  <a:lnTo>
                    <a:pt x="36" y="795"/>
                  </a:lnTo>
                  <a:lnTo>
                    <a:pt x="36" y="798"/>
                  </a:lnTo>
                  <a:lnTo>
                    <a:pt x="36" y="795"/>
                  </a:lnTo>
                  <a:lnTo>
                    <a:pt x="36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41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36" y="795"/>
                  </a:lnTo>
                  <a:lnTo>
                    <a:pt x="38" y="793"/>
                  </a:lnTo>
                  <a:lnTo>
                    <a:pt x="38" y="793"/>
                  </a:lnTo>
                  <a:lnTo>
                    <a:pt x="41" y="790"/>
                  </a:lnTo>
                  <a:lnTo>
                    <a:pt x="43" y="790"/>
                  </a:lnTo>
                  <a:lnTo>
                    <a:pt x="43" y="790"/>
                  </a:lnTo>
                  <a:lnTo>
                    <a:pt x="43" y="788"/>
                  </a:lnTo>
                  <a:lnTo>
                    <a:pt x="41" y="788"/>
                  </a:lnTo>
                  <a:lnTo>
                    <a:pt x="38" y="788"/>
                  </a:lnTo>
                  <a:lnTo>
                    <a:pt x="38" y="788"/>
                  </a:lnTo>
                  <a:lnTo>
                    <a:pt x="36" y="788"/>
                  </a:lnTo>
                  <a:lnTo>
                    <a:pt x="36" y="790"/>
                  </a:lnTo>
                  <a:lnTo>
                    <a:pt x="36" y="790"/>
                  </a:lnTo>
                  <a:lnTo>
                    <a:pt x="36" y="793"/>
                  </a:lnTo>
                  <a:lnTo>
                    <a:pt x="34" y="793"/>
                  </a:lnTo>
                  <a:lnTo>
                    <a:pt x="34" y="793"/>
                  </a:lnTo>
                  <a:lnTo>
                    <a:pt x="34" y="793"/>
                  </a:lnTo>
                  <a:lnTo>
                    <a:pt x="31" y="793"/>
                  </a:lnTo>
                  <a:lnTo>
                    <a:pt x="34" y="790"/>
                  </a:lnTo>
                  <a:lnTo>
                    <a:pt x="34" y="790"/>
                  </a:lnTo>
                  <a:lnTo>
                    <a:pt x="34" y="788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36" y="783"/>
                  </a:lnTo>
                  <a:lnTo>
                    <a:pt x="34" y="783"/>
                  </a:lnTo>
                  <a:lnTo>
                    <a:pt x="34" y="781"/>
                  </a:lnTo>
                  <a:lnTo>
                    <a:pt x="34" y="781"/>
                  </a:lnTo>
                  <a:lnTo>
                    <a:pt x="34" y="779"/>
                  </a:lnTo>
                  <a:lnTo>
                    <a:pt x="31" y="779"/>
                  </a:lnTo>
                  <a:lnTo>
                    <a:pt x="31" y="776"/>
                  </a:lnTo>
                  <a:lnTo>
                    <a:pt x="31" y="776"/>
                  </a:lnTo>
                  <a:lnTo>
                    <a:pt x="31" y="774"/>
                  </a:lnTo>
                  <a:lnTo>
                    <a:pt x="31" y="774"/>
                  </a:lnTo>
                  <a:lnTo>
                    <a:pt x="29" y="776"/>
                  </a:lnTo>
                  <a:lnTo>
                    <a:pt x="29" y="776"/>
                  </a:lnTo>
                  <a:lnTo>
                    <a:pt x="29" y="774"/>
                  </a:lnTo>
                  <a:lnTo>
                    <a:pt x="29" y="774"/>
                  </a:lnTo>
                  <a:lnTo>
                    <a:pt x="29" y="774"/>
                  </a:lnTo>
                  <a:lnTo>
                    <a:pt x="29" y="774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9" y="771"/>
                  </a:lnTo>
                  <a:lnTo>
                    <a:pt x="29" y="769"/>
                  </a:lnTo>
                  <a:lnTo>
                    <a:pt x="29" y="769"/>
                  </a:lnTo>
                  <a:lnTo>
                    <a:pt x="29" y="769"/>
                  </a:lnTo>
                  <a:lnTo>
                    <a:pt x="26" y="764"/>
                  </a:lnTo>
                  <a:lnTo>
                    <a:pt x="26" y="764"/>
                  </a:lnTo>
                  <a:lnTo>
                    <a:pt x="29" y="764"/>
                  </a:lnTo>
                  <a:lnTo>
                    <a:pt x="29" y="762"/>
                  </a:lnTo>
                  <a:lnTo>
                    <a:pt x="29" y="760"/>
                  </a:lnTo>
                  <a:lnTo>
                    <a:pt x="29" y="757"/>
                  </a:lnTo>
                  <a:lnTo>
                    <a:pt x="29" y="755"/>
                  </a:lnTo>
                  <a:lnTo>
                    <a:pt x="26" y="755"/>
                  </a:lnTo>
                  <a:lnTo>
                    <a:pt x="24" y="753"/>
                  </a:lnTo>
                  <a:lnTo>
                    <a:pt x="24" y="753"/>
                  </a:lnTo>
                  <a:lnTo>
                    <a:pt x="26" y="750"/>
                  </a:lnTo>
                  <a:lnTo>
                    <a:pt x="26" y="750"/>
                  </a:lnTo>
                  <a:lnTo>
                    <a:pt x="26" y="748"/>
                  </a:lnTo>
                  <a:lnTo>
                    <a:pt x="26" y="748"/>
                  </a:lnTo>
                  <a:lnTo>
                    <a:pt x="26" y="748"/>
                  </a:lnTo>
                  <a:lnTo>
                    <a:pt x="26" y="748"/>
                  </a:lnTo>
                  <a:lnTo>
                    <a:pt x="26" y="750"/>
                  </a:lnTo>
                  <a:lnTo>
                    <a:pt x="29" y="750"/>
                  </a:lnTo>
                  <a:lnTo>
                    <a:pt x="31" y="748"/>
                  </a:lnTo>
                  <a:lnTo>
                    <a:pt x="31" y="750"/>
                  </a:lnTo>
                  <a:lnTo>
                    <a:pt x="34" y="750"/>
                  </a:lnTo>
                  <a:lnTo>
                    <a:pt x="36" y="750"/>
                  </a:lnTo>
                  <a:lnTo>
                    <a:pt x="36" y="750"/>
                  </a:lnTo>
                  <a:lnTo>
                    <a:pt x="36" y="750"/>
                  </a:lnTo>
                  <a:lnTo>
                    <a:pt x="34" y="748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43"/>
                  </a:lnTo>
                  <a:lnTo>
                    <a:pt x="26" y="743"/>
                  </a:lnTo>
                  <a:lnTo>
                    <a:pt x="26" y="743"/>
                  </a:lnTo>
                  <a:lnTo>
                    <a:pt x="26" y="743"/>
                  </a:lnTo>
                  <a:lnTo>
                    <a:pt x="26" y="741"/>
                  </a:lnTo>
                  <a:lnTo>
                    <a:pt x="26" y="741"/>
                  </a:lnTo>
                  <a:lnTo>
                    <a:pt x="26" y="741"/>
                  </a:lnTo>
                  <a:lnTo>
                    <a:pt x="29" y="741"/>
                  </a:lnTo>
                  <a:lnTo>
                    <a:pt x="29" y="741"/>
                  </a:lnTo>
                  <a:lnTo>
                    <a:pt x="29" y="741"/>
                  </a:lnTo>
                  <a:lnTo>
                    <a:pt x="29" y="741"/>
                  </a:lnTo>
                  <a:lnTo>
                    <a:pt x="29" y="738"/>
                  </a:lnTo>
                  <a:lnTo>
                    <a:pt x="29" y="738"/>
                  </a:lnTo>
                  <a:lnTo>
                    <a:pt x="29" y="738"/>
                  </a:lnTo>
                  <a:lnTo>
                    <a:pt x="29" y="736"/>
                  </a:lnTo>
                  <a:lnTo>
                    <a:pt x="26" y="736"/>
                  </a:lnTo>
                  <a:lnTo>
                    <a:pt x="24" y="736"/>
                  </a:lnTo>
                  <a:lnTo>
                    <a:pt x="24" y="736"/>
                  </a:lnTo>
                  <a:lnTo>
                    <a:pt x="24" y="736"/>
                  </a:lnTo>
                  <a:lnTo>
                    <a:pt x="29" y="736"/>
                  </a:lnTo>
                  <a:lnTo>
                    <a:pt x="29" y="736"/>
                  </a:lnTo>
                  <a:lnTo>
                    <a:pt x="29" y="734"/>
                  </a:lnTo>
                  <a:lnTo>
                    <a:pt x="29" y="734"/>
                  </a:lnTo>
                  <a:lnTo>
                    <a:pt x="26" y="734"/>
                  </a:lnTo>
                  <a:lnTo>
                    <a:pt x="26" y="734"/>
                  </a:lnTo>
                  <a:lnTo>
                    <a:pt x="26" y="731"/>
                  </a:lnTo>
                  <a:lnTo>
                    <a:pt x="29" y="731"/>
                  </a:lnTo>
                  <a:lnTo>
                    <a:pt x="29" y="734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6"/>
                  </a:lnTo>
                  <a:lnTo>
                    <a:pt x="31" y="738"/>
                  </a:lnTo>
                  <a:lnTo>
                    <a:pt x="31" y="741"/>
                  </a:lnTo>
                  <a:lnTo>
                    <a:pt x="31" y="741"/>
                  </a:lnTo>
                  <a:lnTo>
                    <a:pt x="38" y="743"/>
                  </a:lnTo>
                  <a:lnTo>
                    <a:pt x="38" y="743"/>
                  </a:lnTo>
                  <a:lnTo>
                    <a:pt x="41" y="741"/>
                  </a:lnTo>
                  <a:lnTo>
                    <a:pt x="43" y="741"/>
                  </a:lnTo>
                  <a:lnTo>
                    <a:pt x="43" y="741"/>
                  </a:lnTo>
                  <a:lnTo>
                    <a:pt x="43" y="741"/>
                  </a:lnTo>
                  <a:lnTo>
                    <a:pt x="43" y="738"/>
                  </a:lnTo>
                  <a:lnTo>
                    <a:pt x="43" y="738"/>
                  </a:lnTo>
                  <a:lnTo>
                    <a:pt x="43" y="738"/>
                  </a:lnTo>
                  <a:lnTo>
                    <a:pt x="43" y="738"/>
                  </a:lnTo>
                  <a:lnTo>
                    <a:pt x="45" y="738"/>
                  </a:lnTo>
                  <a:lnTo>
                    <a:pt x="45" y="738"/>
                  </a:lnTo>
                  <a:lnTo>
                    <a:pt x="45" y="736"/>
                  </a:lnTo>
                  <a:lnTo>
                    <a:pt x="45" y="736"/>
                  </a:lnTo>
                  <a:lnTo>
                    <a:pt x="45" y="736"/>
                  </a:lnTo>
                  <a:lnTo>
                    <a:pt x="45" y="734"/>
                  </a:lnTo>
                  <a:lnTo>
                    <a:pt x="45" y="734"/>
                  </a:lnTo>
                  <a:lnTo>
                    <a:pt x="45" y="734"/>
                  </a:lnTo>
                  <a:lnTo>
                    <a:pt x="43" y="731"/>
                  </a:lnTo>
                  <a:lnTo>
                    <a:pt x="41" y="729"/>
                  </a:lnTo>
                  <a:lnTo>
                    <a:pt x="36" y="724"/>
                  </a:lnTo>
                  <a:lnTo>
                    <a:pt x="36" y="724"/>
                  </a:lnTo>
                  <a:lnTo>
                    <a:pt x="36" y="727"/>
                  </a:lnTo>
                  <a:lnTo>
                    <a:pt x="34" y="727"/>
                  </a:lnTo>
                  <a:lnTo>
                    <a:pt x="34" y="727"/>
                  </a:lnTo>
                  <a:lnTo>
                    <a:pt x="31" y="727"/>
                  </a:lnTo>
                  <a:lnTo>
                    <a:pt x="31" y="729"/>
                  </a:lnTo>
                  <a:lnTo>
                    <a:pt x="31" y="727"/>
                  </a:lnTo>
                  <a:lnTo>
                    <a:pt x="31" y="727"/>
                  </a:lnTo>
                  <a:lnTo>
                    <a:pt x="31" y="724"/>
                  </a:lnTo>
                  <a:lnTo>
                    <a:pt x="31" y="724"/>
                  </a:lnTo>
                  <a:lnTo>
                    <a:pt x="31" y="724"/>
                  </a:lnTo>
                  <a:lnTo>
                    <a:pt x="29" y="722"/>
                  </a:lnTo>
                  <a:lnTo>
                    <a:pt x="29" y="719"/>
                  </a:lnTo>
                  <a:lnTo>
                    <a:pt x="34" y="722"/>
                  </a:lnTo>
                  <a:lnTo>
                    <a:pt x="36" y="722"/>
                  </a:lnTo>
                  <a:lnTo>
                    <a:pt x="38" y="722"/>
                  </a:lnTo>
                  <a:lnTo>
                    <a:pt x="38" y="724"/>
                  </a:lnTo>
                  <a:lnTo>
                    <a:pt x="41" y="724"/>
                  </a:lnTo>
                  <a:lnTo>
                    <a:pt x="41" y="724"/>
                  </a:lnTo>
                  <a:lnTo>
                    <a:pt x="43" y="727"/>
                  </a:lnTo>
                  <a:lnTo>
                    <a:pt x="43" y="727"/>
                  </a:lnTo>
                  <a:lnTo>
                    <a:pt x="45" y="729"/>
                  </a:lnTo>
                  <a:lnTo>
                    <a:pt x="45" y="729"/>
                  </a:lnTo>
                  <a:lnTo>
                    <a:pt x="45" y="731"/>
                  </a:lnTo>
                  <a:lnTo>
                    <a:pt x="45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29"/>
                  </a:lnTo>
                  <a:lnTo>
                    <a:pt x="48" y="724"/>
                  </a:lnTo>
                  <a:lnTo>
                    <a:pt x="48" y="724"/>
                  </a:lnTo>
                  <a:lnTo>
                    <a:pt x="48" y="724"/>
                  </a:lnTo>
                  <a:lnTo>
                    <a:pt x="48" y="724"/>
                  </a:lnTo>
                  <a:close/>
                  <a:moveTo>
                    <a:pt x="128" y="731"/>
                  </a:moveTo>
                  <a:lnTo>
                    <a:pt x="128" y="734"/>
                  </a:lnTo>
                  <a:lnTo>
                    <a:pt x="128" y="734"/>
                  </a:lnTo>
                  <a:lnTo>
                    <a:pt x="128" y="734"/>
                  </a:lnTo>
                  <a:lnTo>
                    <a:pt x="131" y="734"/>
                  </a:lnTo>
                  <a:lnTo>
                    <a:pt x="131" y="734"/>
                  </a:lnTo>
                  <a:lnTo>
                    <a:pt x="131" y="736"/>
                  </a:lnTo>
                  <a:lnTo>
                    <a:pt x="131" y="736"/>
                  </a:lnTo>
                  <a:lnTo>
                    <a:pt x="131" y="738"/>
                  </a:lnTo>
                  <a:lnTo>
                    <a:pt x="133" y="738"/>
                  </a:lnTo>
                  <a:lnTo>
                    <a:pt x="133" y="738"/>
                  </a:lnTo>
                  <a:lnTo>
                    <a:pt x="133" y="741"/>
                  </a:lnTo>
                  <a:lnTo>
                    <a:pt x="133" y="741"/>
                  </a:lnTo>
                  <a:lnTo>
                    <a:pt x="131" y="743"/>
                  </a:lnTo>
                  <a:lnTo>
                    <a:pt x="131" y="743"/>
                  </a:lnTo>
                  <a:lnTo>
                    <a:pt x="133" y="745"/>
                  </a:lnTo>
                  <a:lnTo>
                    <a:pt x="133" y="748"/>
                  </a:lnTo>
                  <a:lnTo>
                    <a:pt x="133" y="748"/>
                  </a:lnTo>
                  <a:lnTo>
                    <a:pt x="133" y="750"/>
                  </a:lnTo>
                  <a:lnTo>
                    <a:pt x="135" y="755"/>
                  </a:lnTo>
                  <a:lnTo>
                    <a:pt x="135" y="755"/>
                  </a:lnTo>
                  <a:lnTo>
                    <a:pt x="135" y="757"/>
                  </a:lnTo>
                  <a:lnTo>
                    <a:pt x="138" y="757"/>
                  </a:lnTo>
                  <a:lnTo>
                    <a:pt x="138" y="757"/>
                  </a:lnTo>
                  <a:lnTo>
                    <a:pt x="138" y="757"/>
                  </a:lnTo>
                  <a:lnTo>
                    <a:pt x="140" y="757"/>
                  </a:lnTo>
                  <a:lnTo>
                    <a:pt x="140" y="757"/>
                  </a:lnTo>
                  <a:lnTo>
                    <a:pt x="140" y="757"/>
                  </a:lnTo>
                  <a:lnTo>
                    <a:pt x="142" y="757"/>
                  </a:lnTo>
                  <a:lnTo>
                    <a:pt x="142" y="757"/>
                  </a:lnTo>
                  <a:lnTo>
                    <a:pt x="142" y="760"/>
                  </a:lnTo>
                  <a:lnTo>
                    <a:pt x="142" y="760"/>
                  </a:lnTo>
                  <a:lnTo>
                    <a:pt x="145" y="760"/>
                  </a:lnTo>
                  <a:lnTo>
                    <a:pt x="145" y="757"/>
                  </a:lnTo>
                  <a:lnTo>
                    <a:pt x="147" y="755"/>
                  </a:lnTo>
                  <a:lnTo>
                    <a:pt x="147" y="753"/>
                  </a:lnTo>
                  <a:lnTo>
                    <a:pt x="147" y="750"/>
                  </a:lnTo>
                  <a:lnTo>
                    <a:pt x="145" y="741"/>
                  </a:lnTo>
                  <a:lnTo>
                    <a:pt x="145" y="738"/>
                  </a:lnTo>
                  <a:lnTo>
                    <a:pt x="145" y="736"/>
                  </a:lnTo>
                  <a:lnTo>
                    <a:pt x="145" y="736"/>
                  </a:lnTo>
                  <a:lnTo>
                    <a:pt x="145" y="736"/>
                  </a:lnTo>
                  <a:lnTo>
                    <a:pt x="145" y="734"/>
                  </a:lnTo>
                  <a:lnTo>
                    <a:pt x="142" y="731"/>
                  </a:lnTo>
                  <a:lnTo>
                    <a:pt x="140" y="724"/>
                  </a:lnTo>
                  <a:lnTo>
                    <a:pt x="138" y="722"/>
                  </a:lnTo>
                  <a:lnTo>
                    <a:pt x="135" y="719"/>
                  </a:lnTo>
                  <a:lnTo>
                    <a:pt x="135" y="715"/>
                  </a:lnTo>
                  <a:lnTo>
                    <a:pt x="133" y="715"/>
                  </a:lnTo>
                  <a:lnTo>
                    <a:pt x="131" y="712"/>
                  </a:lnTo>
                  <a:lnTo>
                    <a:pt x="131" y="710"/>
                  </a:lnTo>
                  <a:lnTo>
                    <a:pt x="128" y="708"/>
                  </a:lnTo>
                  <a:lnTo>
                    <a:pt x="128" y="708"/>
                  </a:lnTo>
                  <a:lnTo>
                    <a:pt x="126" y="705"/>
                  </a:lnTo>
                  <a:lnTo>
                    <a:pt x="123" y="705"/>
                  </a:lnTo>
                  <a:lnTo>
                    <a:pt x="123" y="705"/>
                  </a:lnTo>
                  <a:lnTo>
                    <a:pt x="121" y="705"/>
                  </a:lnTo>
                  <a:lnTo>
                    <a:pt x="121" y="708"/>
                  </a:lnTo>
                  <a:lnTo>
                    <a:pt x="119" y="710"/>
                  </a:lnTo>
                  <a:lnTo>
                    <a:pt x="119" y="710"/>
                  </a:lnTo>
                  <a:lnTo>
                    <a:pt x="121" y="710"/>
                  </a:lnTo>
                  <a:lnTo>
                    <a:pt x="121" y="712"/>
                  </a:lnTo>
                  <a:lnTo>
                    <a:pt x="121" y="712"/>
                  </a:lnTo>
                  <a:lnTo>
                    <a:pt x="121" y="715"/>
                  </a:lnTo>
                  <a:lnTo>
                    <a:pt x="121" y="715"/>
                  </a:lnTo>
                  <a:lnTo>
                    <a:pt x="121" y="715"/>
                  </a:lnTo>
                  <a:lnTo>
                    <a:pt x="123" y="715"/>
                  </a:lnTo>
                  <a:lnTo>
                    <a:pt x="123" y="717"/>
                  </a:lnTo>
                  <a:lnTo>
                    <a:pt x="126" y="717"/>
                  </a:lnTo>
                  <a:lnTo>
                    <a:pt x="126" y="717"/>
                  </a:lnTo>
                  <a:lnTo>
                    <a:pt x="128" y="717"/>
                  </a:lnTo>
                  <a:lnTo>
                    <a:pt x="126" y="717"/>
                  </a:lnTo>
                  <a:lnTo>
                    <a:pt x="123" y="717"/>
                  </a:lnTo>
                  <a:lnTo>
                    <a:pt x="123" y="717"/>
                  </a:lnTo>
                  <a:lnTo>
                    <a:pt x="123" y="719"/>
                  </a:lnTo>
                  <a:lnTo>
                    <a:pt x="123" y="719"/>
                  </a:lnTo>
                  <a:lnTo>
                    <a:pt x="123" y="724"/>
                  </a:lnTo>
                  <a:lnTo>
                    <a:pt x="123" y="729"/>
                  </a:lnTo>
                  <a:lnTo>
                    <a:pt x="123" y="729"/>
                  </a:lnTo>
                  <a:lnTo>
                    <a:pt x="128" y="731"/>
                  </a:lnTo>
                  <a:lnTo>
                    <a:pt x="128" y="731"/>
                  </a:lnTo>
                  <a:close/>
                  <a:moveTo>
                    <a:pt x="197" y="835"/>
                  </a:moveTo>
                  <a:lnTo>
                    <a:pt x="197" y="835"/>
                  </a:lnTo>
                  <a:lnTo>
                    <a:pt x="197" y="835"/>
                  </a:lnTo>
                  <a:lnTo>
                    <a:pt x="199" y="835"/>
                  </a:lnTo>
                  <a:lnTo>
                    <a:pt x="199" y="835"/>
                  </a:lnTo>
                  <a:lnTo>
                    <a:pt x="202" y="833"/>
                  </a:lnTo>
                  <a:lnTo>
                    <a:pt x="202" y="831"/>
                  </a:lnTo>
                  <a:lnTo>
                    <a:pt x="202" y="831"/>
                  </a:lnTo>
                  <a:lnTo>
                    <a:pt x="204" y="831"/>
                  </a:lnTo>
                  <a:lnTo>
                    <a:pt x="204" y="828"/>
                  </a:lnTo>
                  <a:lnTo>
                    <a:pt x="204" y="828"/>
                  </a:lnTo>
                  <a:lnTo>
                    <a:pt x="206" y="828"/>
                  </a:lnTo>
                  <a:lnTo>
                    <a:pt x="206" y="826"/>
                  </a:lnTo>
                  <a:lnTo>
                    <a:pt x="206" y="824"/>
                  </a:lnTo>
                  <a:lnTo>
                    <a:pt x="209" y="824"/>
                  </a:lnTo>
                  <a:lnTo>
                    <a:pt x="209" y="824"/>
                  </a:lnTo>
                  <a:lnTo>
                    <a:pt x="209" y="821"/>
                  </a:lnTo>
                  <a:lnTo>
                    <a:pt x="209" y="821"/>
                  </a:lnTo>
                  <a:lnTo>
                    <a:pt x="211" y="819"/>
                  </a:lnTo>
                  <a:lnTo>
                    <a:pt x="209" y="819"/>
                  </a:lnTo>
                  <a:lnTo>
                    <a:pt x="209" y="819"/>
                  </a:lnTo>
                  <a:lnTo>
                    <a:pt x="209" y="821"/>
                  </a:lnTo>
                  <a:lnTo>
                    <a:pt x="206" y="821"/>
                  </a:lnTo>
                  <a:lnTo>
                    <a:pt x="206" y="821"/>
                  </a:lnTo>
                  <a:lnTo>
                    <a:pt x="204" y="821"/>
                  </a:lnTo>
                  <a:lnTo>
                    <a:pt x="202" y="821"/>
                  </a:lnTo>
                  <a:lnTo>
                    <a:pt x="202" y="821"/>
                  </a:lnTo>
                  <a:lnTo>
                    <a:pt x="202" y="821"/>
                  </a:lnTo>
                  <a:lnTo>
                    <a:pt x="199" y="824"/>
                  </a:lnTo>
                  <a:lnTo>
                    <a:pt x="199" y="824"/>
                  </a:lnTo>
                  <a:lnTo>
                    <a:pt x="199" y="826"/>
                  </a:lnTo>
                  <a:lnTo>
                    <a:pt x="199" y="828"/>
                  </a:lnTo>
                  <a:lnTo>
                    <a:pt x="199" y="828"/>
                  </a:lnTo>
                  <a:lnTo>
                    <a:pt x="199" y="831"/>
                  </a:lnTo>
                  <a:lnTo>
                    <a:pt x="199" y="833"/>
                  </a:lnTo>
                  <a:lnTo>
                    <a:pt x="199" y="833"/>
                  </a:lnTo>
                  <a:lnTo>
                    <a:pt x="199" y="833"/>
                  </a:lnTo>
                  <a:lnTo>
                    <a:pt x="197" y="835"/>
                  </a:lnTo>
                  <a:close/>
                  <a:moveTo>
                    <a:pt x="180" y="769"/>
                  </a:moveTo>
                  <a:lnTo>
                    <a:pt x="178" y="769"/>
                  </a:lnTo>
                  <a:lnTo>
                    <a:pt x="178" y="771"/>
                  </a:lnTo>
                  <a:lnTo>
                    <a:pt x="178" y="774"/>
                  </a:lnTo>
                  <a:lnTo>
                    <a:pt x="175" y="776"/>
                  </a:lnTo>
                  <a:lnTo>
                    <a:pt x="175" y="779"/>
                  </a:lnTo>
                  <a:lnTo>
                    <a:pt x="173" y="779"/>
                  </a:lnTo>
                  <a:lnTo>
                    <a:pt x="171" y="781"/>
                  </a:lnTo>
                  <a:lnTo>
                    <a:pt x="171" y="779"/>
                  </a:lnTo>
                  <a:lnTo>
                    <a:pt x="171" y="779"/>
                  </a:lnTo>
                  <a:lnTo>
                    <a:pt x="171" y="779"/>
                  </a:lnTo>
                  <a:lnTo>
                    <a:pt x="168" y="781"/>
                  </a:lnTo>
                  <a:lnTo>
                    <a:pt x="168" y="781"/>
                  </a:lnTo>
                  <a:lnTo>
                    <a:pt x="166" y="783"/>
                  </a:lnTo>
                  <a:lnTo>
                    <a:pt x="166" y="783"/>
                  </a:lnTo>
                  <a:lnTo>
                    <a:pt x="164" y="788"/>
                  </a:lnTo>
                  <a:lnTo>
                    <a:pt x="164" y="788"/>
                  </a:lnTo>
                  <a:lnTo>
                    <a:pt x="164" y="790"/>
                  </a:lnTo>
                  <a:lnTo>
                    <a:pt x="164" y="790"/>
                  </a:lnTo>
                  <a:lnTo>
                    <a:pt x="166" y="793"/>
                  </a:lnTo>
                  <a:lnTo>
                    <a:pt x="166" y="793"/>
                  </a:lnTo>
                  <a:lnTo>
                    <a:pt x="166" y="795"/>
                  </a:lnTo>
                  <a:lnTo>
                    <a:pt x="168" y="795"/>
                  </a:lnTo>
                  <a:lnTo>
                    <a:pt x="173" y="793"/>
                  </a:lnTo>
                  <a:lnTo>
                    <a:pt x="175" y="790"/>
                  </a:lnTo>
                  <a:lnTo>
                    <a:pt x="175" y="790"/>
                  </a:lnTo>
                  <a:lnTo>
                    <a:pt x="175" y="790"/>
                  </a:lnTo>
                  <a:lnTo>
                    <a:pt x="175" y="790"/>
                  </a:lnTo>
                  <a:lnTo>
                    <a:pt x="178" y="788"/>
                  </a:lnTo>
                  <a:lnTo>
                    <a:pt x="178" y="788"/>
                  </a:lnTo>
                  <a:lnTo>
                    <a:pt x="178" y="788"/>
                  </a:lnTo>
                  <a:lnTo>
                    <a:pt x="180" y="788"/>
                  </a:lnTo>
                  <a:lnTo>
                    <a:pt x="180" y="788"/>
                  </a:lnTo>
                  <a:lnTo>
                    <a:pt x="183" y="788"/>
                  </a:lnTo>
                  <a:lnTo>
                    <a:pt x="183" y="788"/>
                  </a:lnTo>
                  <a:lnTo>
                    <a:pt x="183" y="786"/>
                  </a:lnTo>
                  <a:lnTo>
                    <a:pt x="183" y="786"/>
                  </a:lnTo>
                  <a:lnTo>
                    <a:pt x="183" y="783"/>
                  </a:lnTo>
                  <a:lnTo>
                    <a:pt x="183" y="783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78" y="781"/>
                  </a:lnTo>
                  <a:lnTo>
                    <a:pt x="178" y="781"/>
                  </a:lnTo>
                  <a:lnTo>
                    <a:pt x="178" y="779"/>
                  </a:lnTo>
                  <a:lnTo>
                    <a:pt x="178" y="779"/>
                  </a:lnTo>
                  <a:lnTo>
                    <a:pt x="178" y="779"/>
                  </a:lnTo>
                  <a:lnTo>
                    <a:pt x="178" y="779"/>
                  </a:lnTo>
                  <a:lnTo>
                    <a:pt x="178" y="776"/>
                  </a:lnTo>
                  <a:lnTo>
                    <a:pt x="180" y="776"/>
                  </a:lnTo>
                  <a:lnTo>
                    <a:pt x="180" y="779"/>
                  </a:lnTo>
                  <a:lnTo>
                    <a:pt x="183" y="781"/>
                  </a:lnTo>
                  <a:lnTo>
                    <a:pt x="183" y="783"/>
                  </a:lnTo>
                  <a:lnTo>
                    <a:pt x="183" y="786"/>
                  </a:lnTo>
                  <a:lnTo>
                    <a:pt x="185" y="788"/>
                  </a:lnTo>
                  <a:lnTo>
                    <a:pt x="185" y="788"/>
                  </a:lnTo>
                  <a:lnTo>
                    <a:pt x="180" y="788"/>
                  </a:lnTo>
                  <a:lnTo>
                    <a:pt x="178" y="790"/>
                  </a:lnTo>
                  <a:lnTo>
                    <a:pt x="175" y="793"/>
                  </a:lnTo>
                  <a:lnTo>
                    <a:pt x="175" y="793"/>
                  </a:lnTo>
                  <a:lnTo>
                    <a:pt x="173" y="795"/>
                  </a:lnTo>
                  <a:lnTo>
                    <a:pt x="173" y="795"/>
                  </a:lnTo>
                  <a:lnTo>
                    <a:pt x="171" y="795"/>
                  </a:lnTo>
                  <a:lnTo>
                    <a:pt x="168" y="795"/>
                  </a:lnTo>
                  <a:lnTo>
                    <a:pt x="168" y="800"/>
                  </a:lnTo>
                  <a:lnTo>
                    <a:pt x="168" y="800"/>
                  </a:lnTo>
                  <a:lnTo>
                    <a:pt x="168" y="800"/>
                  </a:lnTo>
                  <a:lnTo>
                    <a:pt x="166" y="798"/>
                  </a:lnTo>
                  <a:lnTo>
                    <a:pt x="166" y="798"/>
                  </a:lnTo>
                  <a:lnTo>
                    <a:pt x="164" y="798"/>
                  </a:lnTo>
                  <a:lnTo>
                    <a:pt x="164" y="800"/>
                  </a:lnTo>
                  <a:lnTo>
                    <a:pt x="164" y="802"/>
                  </a:lnTo>
                  <a:lnTo>
                    <a:pt x="164" y="802"/>
                  </a:lnTo>
                  <a:lnTo>
                    <a:pt x="164" y="805"/>
                  </a:lnTo>
                  <a:lnTo>
                    <a:pt x="164" y="807"/>
                  </a:lnTo>
                  <a:lnTo>
                    <a:pt x="164" y="807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12"/>
                  </a:lnTo>
                  <a:lnTo>
                    <a:pt x="166" y="819"/>
                  </a:lnTo>
                  <a:lnTo>
                    <a:pt x="168" y="819"/>
                  </a:lnTo>
                  <a:lnTo>
                    <a:pt x="171" y="821"/>
                  </a:lnTo>
                  <a:lnTo>
                    <a:pt x="173" y="819"/>
                  </a:lnTo>
                  <a:lnTo>
                    <a:pt x="173" y="819"/>
                  </a:lnTo>
                  <a:lnTo>
                    <a:pt x="173" y="819"/>
                  </a:lnTo>
                  <a:lnTo>
                    <a:pt x="173" y="819"/>
                  </a:lnTo>
                  <a:lnTo>
                    <a:pt x="173" y="821"/>
                  </a:lnTo>
                  <a:lnTo>
                    <a:pt x="175" y="821"/>
                  </a:lnTo>
                  <a:lnTo>
                    <a:pt x="175" y="821"/>
                  </a:lnTo>
                  <a:lnTo>
                    <a:pt x="175" y="821"/>
                  </a:lnTo>
                  <a:lnTo>
                    <a:pt x="175" y="819"/>
                  </a:lnTo>
                  <a:lnTo>
                    <a:pt x="175" y="816"/>
                  </a:lnTo>
                  <a:lnTo>
                    <a:pt x="175" y="816"/>
                  </a:lnTo>
                  <a:lnTo>
                    <a:pt x="178" y="812"/>
                  </a:lnTo>
                  <a:lnTo>
                    <a:pt x="180" y="809"/>
                  </a:lnTo>
                  <a:lnTo>
                    <a:pt x="180" y="807"/>
                  </a:lnTo>
                  <a:lnTo>
                    <a:pt x="183" y="807"/>
                  </a:lnTo>
                  <a:lnTo>
                    <a:pt x="183" y="807"/>
                  </a:lnTo>
                  <a:lnTo>
                    <a:pt x="185" y="805"/>
                  </a:lnTo>
                  <a:lnTo>
                    <a:pt x="185" y="802"/>
                  </a:lnTo>
                  <a:lnTo>
                    <a:pt x="185" y="800"/>
                  </a:lnTo>
                  <a:lnTo>
                    <a:pt x="185" y="800"/>
                  </a:lnTo>
                  <a:lnTo>
                    <a:pt x="185" y="802"/>
                  </a:lnTo>
                  <a:lnTo>
                    <a:pt x="187" y="802"/>
                  </a:lnTo>
                  <a:lnTo>
                    <a:pt x="187" y="802"/>
                  </a:lnTo>
                  <a:lnTo>
                    <a:pt x="187" y="802"/>
                  </a:lnTo>
                  <a:lnTo>
                    <a:pt x="190" y="802"/>
                  </a:lnTo>
                  <a:lnTo>
                    <a:pt x="190" y="798"/>
                  </a:lnTo>
                  <a:lnTo>
                    <a:pt x="190" y="798"/>
                  </a:lnTo>
                  <a:lnTo>
                    <a:pt x="190" y="798"/>
                  </a:lnTo>
                  <a:lnTo>
                    <a:pt x="192" y="798"/>
                  </a:lnTo>
                  <a:lnTo>
                    <a:pt x="192" y="800"/>
                  </a:lnTo>
                  <a:lnTo>
                    <a:pt x="192" y="800"/>
                  </a:lnTo>
                  <a:lnTo>
                    <a:pt x="190" y="802"/>
                  </a:lnTo>
                  <a:lnTo>
                    <a:pt x="190" y="802"/>
                  </a:lnTo>
                  <a:lnTo>
                    <a:pt x="190" y="802"/>
                  </a:lnTo>
                  <a:lnTo>
                    <a:pt x="187" y="807"/>
                  </a:lnTo>
                  <a:lnTo>
                    <a:pt x="185" y="807"/>
                  </a:lnTo>
                  <a:lnTo>
                    <a:pt x="185" y="807"/>
                  </a:lnTo>
                  <a:lnTo>
                    <a:pt x="183" y="807"/>
                  </a:lnTo>
                  <a:lnTo>
                    <a:pt x="183" y="809"/>
                  </a:lnTo>
                  <a:lnTo>
                    <a:pt x="183" y="812"/>
                  </a:lnTo>
                  <a:lnTo>
                    <a:pt x="180" y="814"/>
                  </a:lnTo>
                  <a:lnTo>
                    <a:pt x="178" y="814"/>
                  </a:lnTo>
                  <a:lnTo>
                    <a:pt x="178" y="816"/>
                  </a:lnTo>
                  <a:lnTo>
                    <a:pt x="178" y="819"/>
                  </a:lnTo>
                  <a:lnTo>
                    <a:pt x="178" y="821"/>
                  </a:lnTo>
                  <a:lnTo>
                    <a:pt x="175" y="824"/>
                  </a:lnTo>
                  <a:lnTo>
                    <a:pt x="175" y="824"/>
                  </a:lnTo>
                  <a:lnTo>
                    <a:pt x="175" y="826"/>
                  </a:lnTo>
                  <a:lnTo>
                    <a:pt x="173" y="826"/>
                  </a:lnTo>
                  <a:lnTo>
                    <a:pt x="173" y="828"/>
                  </a:lnTo>
                  <a:lnTo>
                    <a:pt x="175" y="828"/>
                  </a:lnTo>
                  <a:lnTo>
                    <a:pt x="175" y="828"/>
                  </a:lnTo>
                  <a:lnTo>
                    <a:pt x="180" y="828"/>
                  </a:lnTo>
                  <a:lnTo>
                    <a:pt x="183" y="828"/>
                  </a:lnTo>
                  <a:lnTo>
                    <a:pt x="183" y="828"/>
                  </a:lnTo>
                  <a:lnTo>
                    <a:pt x="183" y="826"/>
                  </a:lnTo>
                  <a:lnTo>
                    <a:pt x="185" y="826"/>
                  </a:lnTo>
                  <a:lnTo>
                    <a:pt x="185" y="826"/>
                  </a:lnTo>
                  <a:lnTo>
                    <a:pt x="183" y="826"/>
                  </a:lnTo>
                  <a:lnTo>
                    <a:pt x="183" y="824"/>
                  </a:lnTo>
                  <a:lnTo>
                    <a:pt x="183" y="824"/>
                  </a:lnTo>
                  <a:lnTo>
                    <a:pt x="185" y="824"/>
                  </a:lnTo>
                  <a:lnTo>
                    <a:pt x="185" y="821"/>
                  </a:lnTo>
                  <a:lnTo>
                    <a:pt x="187" y="819"/>
                  </a:lnTo>
                  <a:lnTo>
                    <a:pt x="187" y="819"/>
                  </a:lnTo>
                  <a:lnTo>
                    <a:pt x="187" y="819"/>
                  </a:lnTo>
                  <a:lnTo>
                    <a:pt x="192" y="812"/>
                  </a:lnTo>
                  <a:lnTo>
                    <a:pt x="194" y="807"/>
                  </a:lnTo>
                  <a:lnTo>
                    <a:pt x="197" y="805"/>
                  </a:lnTo>
                  <a:lnTo>
                    <a:pt x="197" y="800"/>
                  </a:lnTo>
                  <a:lnTo>
                    <a:pt x="199" y="795"/>
                  </a:lnTo>
                  <a:lnTo>
                    <a:pt x="199" y="788"/>
                  </a:lnTo>
                  <a:lnTo>
                    <a:pt x="199" y="788"/>
                  </a:lnTo>
                  <a:lnTo>
                    <a:pt x="199" y="788"/>
                  </a:lnTo>
                  <a:lnTo>
                    <a:pt x="199" y="783"/>
                  </a:lnTo>
                  <a:lnTo>
                    <a:pt x="199" y="781"/>
                  </a:lnTo>
                  <a:lnTo>
                    <a:pt x="197" y="781"/>
                  </a:lnTo>
                  <a:lnTo>
                    <a:pt x="197" y="779"/>
                  </a:lnTo>
                  <a:lnTo>
                    <a:pt x="192" y="774"/>
                  </a:lnTo>
                  <a:lnTo>
                    <a:pt x="192" y="769"/>
                  </a:lnTo>
                  <a:lnTo>
                    <a:pt x="190" y="764"/>
                  </a:lnTo>
                  <a:lnTo>
                    <a:pt x="187" y="764"/>
                  </a:lnTo>
                  <a:lnTo>
                    <a:pt x="185" y="762"/>
                  </a:lnTo>
                  <a:lnTo>
                    <a:pt x="183" y="762"/>
                  </a:lnTo>
                  <a:lnTo>
                    <a:pt x="183" y="762"/>
                  </a:lnTo>
                  <a:lnTo>
                    <a:pt x="183" y="762"/>
                  </a:lnTo>
                  <a:lnTo>
                    <a:pt x="180" y="762"/>
                  </a:lnTo>
                  <a:lnTo>
                    <a:pt x="180" y="762"/>
                  </a:lnTo>
                  <a:lnTo>
                    <a:pt x="180" y="764"/>
                  </a:lnTo>
                  <a:lnTo>
                    <a:pt x="180" y="764"/>
                  </a:lnTo>
                  <a:lnTo>
                    <a:pt x="180" y="767"/>
                  </a:lnTo>
                  <a:lnTo>
                    <a:pt x="180" y="767"/>
                  </a:lnTo>
                  <a:lnTo>
                    <a:pt x="180" y="769"/>
                  </a:lnTo>
                  <a:close/>
                  <a:moveTo>
                    <a:pt x="204" y="873"/>
                  </a:moveTo>
                  <a:lnTo>
                    <a:pt x="204" y="869"/>
                  </a:lnTo>
                  <a:lnTo>
                    <a:pt x="202" y="869"/>
                  </a:lnTo>
                  <a:lnTo>
                    <a:pt x="199" y="866"/>
                  </a:lnTo>
                  <a:lnTo>
                    <a:pt x="199" y="866"/>
                  </a:lnTo>
                  <a:lnTo>
                    <a:pt x="197" y="866"/>
                  </a:lnTo>
                  <a:lnTo>
                    <a:pt x="194" y="869"/>
                  </a:lnTo>
                  <a:lnTo>
                    <a:pt x="190" y="869"/>
                  </a:lnTo>
                  <a:lnTo>
                    <a:pt x="192" y="869"/>
                  </a:lnTo>
                  <a:lnTo>
                    <a:pt x="192" y="871"/>
                  </a:lnTo>
                  <a:lnTo>
                    <a:pt x="192" y="871"/>
                  </a:lnTo>
                  <a:lnTo>
                    <a:pt x="194" y="871"/>
                  </a:lnTo>
                  <a:lnTo>
                    <a:pt x="194" y="871"/>
                  </a:lnTo>
                  <a:lnTo>
                    <a:pt x="197" y="871"/>
                  </a:lnTo>
                  <a:lnTo>
                    <a:pt x="197" y="871"/>
                  </a:lnTo>
                  <a:lnTo>
                    <a:pt x="199" y="871"/>
                  </a:lnTo>
                  <a:lnTo>
                    <a:pt x="199" y="873"/>
                  </a:lnTo>
                  <a:lnTo>
                    <a:pt x="197" y="873"/>
                  </a:lnTo>
                  <a:lnTo>
                    <a:pt x="194" y="873"/>
                  </a:lnTo>
                  <a:lnTo>
                    <a:pt x="194" y="873"/>
                  </a:lnTo>
                  <a:lnTo>
                    <a:pt x="192" y="873"/>
                  </a:lnTo>
                  <a:lnTo>
                    <a:pt x="192" y="876"/>
                  </a:lnTo>
                  <a:lnTo>
                    <a:pt x="194" y="876"/>
                  </a:lnTo>
                  <a:lnTo>
                    <a:pt x="194" y="878"/>
                  </a:lnTo>
                  <a:lnTo>
                    <a:pt x="197" y="878"/>
                  </a:lnTo>
                  <a:lnTo>
                    <a:pt x="199" y="878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78"/>
                  </a:lnTo>
                  <a:lnTo>
                    <a:pt x="202" y="876"/>
                  </a:lnTo>
                  <a:lnTo>
                    <a:pt x="202" y="876"/>
                  </a:lnTo>
                  <a:lnTo>
                    <a:pt x="202" y="873"/>
                  </a:lnTo>
                  <a:lnTo>
                    <a:pt x="204" y="873"/>
                  </a:lnTo>
                  <a:close/>
                  <a:moveTo>
                    <a:pt x="199" y="738"/>
                  </a:moveTo>
                  <a:lnTo>
                    <a:pt x="202" y="743"/>
                  </a:lnTo>
                  <a:lnTo>
                    <a:pt x="202" y="741"/>
                  </a:lnTo>
                  <a:lnTo>
                    <a:pt x="202" y="738"/>
                  </a:lnTo>
                  <a:lnTo>
                    <a:pt x="204" y="736"/>
                  </a:lnTo>
                  <a:lnTo>
                    <a:pt x="204" y="734"/>
                  </a:lnTo>
                  <a:lnTo>
                    <a:pt x="206" y="734"/>
                  </a:lnTo>
                  <a:lnTo>
                    <a:pt x="209" y="731"/>
                  </a:lnTo>
                  <a:lnTo>
                    <a:pt x="209" y="731"/>
                  </a:lnTo>
                  <a:lnTo>
                    <a:pt x="206" y="731"/>
                  </a:lnTo>
                  <a:lnTo>
                    <a:pt x="206" y="731"/>
                  </a:lnTo>
                  <a:lnTo>
                    <a:pt x="204" y="731"/>
                  </a:lnTo>
                  <a:lnTo>
                    <a:pt x="199" y="729"/>
                  </a:lnTo>
                  <a:lnTo>
                    <a:pt x="197" y="729"/>
                  </a:lnTo>
                  <a:lnTo>
                    <a:pt x="197" y="729"/>
                  </a:lnTo>
                  <a:lnTo>
                    <a:pt x="194" y="729"/>
                  </a:lnTo>
                  <a:lnTo>
                    <a:pt x="194" y="731"/>
                  </a:lnTo>
                  <a:lnTo>
                    <a:pt x="192" y="731"/>
                  </a:lnTo>
                  <a:lnTo>
                    <a:pt x="192" y="731"/>
                  </a:lnTo>
                  <a:lnTo>
                    <a:pt x="190" y="731"/>
                  </a:lnTo>
                  <a:lnTo>
                    <a:pt x="187" y="734"/>
                  </a:lnTo>
                  <a:lnTo>
                    <a:pt x="187" y="736"/>
                  </a:lnTo>
                  <a:lnTo>
                    <a:pt x="185" y="741"/>
                  </a:lnTo>
                  <a:lnTo>
                    <a:pt x="185" y="743"/>
                  </a:lnTo>
                  <a:lnTo>
                    <a:pt x="183" y="748"/>
                  </a:lnTo>
                  <a:lnTo>
                    <a:pt x="180" y="750"/>
                  </a:lnTo>
                  <a:lnTo>
                    <a:pt x="180" y="753"/>
                  </a:lnTo>
                  <a:lnTo>
                    <a:pt x="183" y="750"/>
                  </a:lnTo>
                  <a:lnTo>
                    <a:pt x="183" y="750"/>
                  </a:lnTo>
                  <a:lnTo>
                    <a:pt x="185" y="748"/>
                  </a:lnTo>
                  <a:lnTo>
                    <a:pt x="185" y="748"/>
                  </a:lnTo>
                  <a:lnTo>
                    <a:pt x="187" y="748"/>
                  </a:lnTo>
                  <a:lnTo>
                    <a:pt x="187" y="748"/>
                  </a:lnTo>
                  <a:lnTo>
                    <a:pt x="187" y="745"/>
                  </a:lnTo>
                  <a:lnTo>
                    <a:pt x="187" y="743"/>
                  </a:lnTo>
                  <a:lnTo>
                    <a:pt x="190" y="743"/>
                  </a:lnTo>
                  <a:lnTo>
                    <a:pt x="190" y="743"/>
                  </a:lnTo>
                  <a:lnTo>
                    <a:pt x="197" y="738"/>
                  </a:lnTo>
                  <a:lnTo>
                    <a:pt x="199" y="738"/>
                  </a:lnTo>
                  <a:close/>
                  <a:moveTo>
                    <a:pt x="197" y="819"/>
                  </a:moveTo>
                  <a:lnTo>
                    <a:pt x="194" y="819"/>
                  </a:lnTo>
                  <a:lnTo>
                    <a:pt x="194" y="821"/>
                  </a:lnTo>
                  <a:lnTo>
                    <a:pt x="194" y="824"/>
                  </a:lnTo>
                  <a:lnTo>
                    <a:pt x="194" y="824"/>
                  </a:lnTo>
                  <a:lnTo>
                    <a:pt x="192" y="826"/>
                  </a:lnTo>
                  <a:lnTo>
                    <a:pt x="192" y="826"/>
                  </a:lnTo>
                  <a:lnTo>
                    <a:pt x="192" y="828"/>
                  </a:lnTo>
                  <a:lnTo>
                    <a:pt x="192" y="828"/>
                  </a:lnTo>
                  <a:lnTo>
                    <a:pt x="190" y="831"/>
                  </a:lnTo>
                  <a:lnTo>
                    <a:pt x="190" y="831"/>
                  </a:lnTo>
                  <a:lnTo>
                    <a:pt x="190" y="831"/>
                  </a:lnTo>
                  <a:lnTo>
                    <a:pt x="190" y="833"/>
                  </a:lnTo>
                  <a:lnTo>
                    <a:pt x="190" y="833"/>
                  </a:lnTo>
                  <a:lnTo>
                    <a:pt x="187" y="840"/>
                  </a:lnTo>
                  <a:lnTo>
                    <a:pt x="185" y="842"/>
                  </a:lnTo>
                  <a:lnTo>
                    <a:pt x="187" y="845"/>
                  </a:lnTo>
                  <a:lnTo>
                    <a:pt x="185" y="845"/>
                  </a:lnTo>
                  <a:lnTo>
                    <a:pt x="185" y="847"/>
                  </a:lnTo>
                  <a:lnTo>
                    <a:pt x="183" y="850"/>
                  </a:lnTo>
                  <a:lnTo>
                    <a:pt x="183" y="850"/>
                  </a:lnTo>
                  <a:lnTo>
                    <a:pt x="180" y="850"/>
                  </a:lnTo>
                  <a:lnTo>
                    <a:pt x="180" y="852"/>
                  </a:lnTo>
                  <a:lnTo>
                    <a:pt x="180" y="852"/>
                  </a:lnTo>
                  <a:lnTo>
                    <a:pt x="183" y="854"/>
                  </a:lnTo>
                  <a:lnTo>
                    <a:pt x="185" y="854"/>
                  </a:lnTo>
                  <a:lnTo>
                    <a:pt x="190" y="850"/>
                  </a:lnTo>
                  <a:lnTo>
                    <a:pt x="190" y="850"/>
                  </a:lnTo>
                  <a:lnTo>
                    <a:pt x="192" y="847"/>
                  </a:lnTo>
                  <a:lnTo>
                    <a:pt x="192" y="847"/>
                  </a:lnTo>
                  <a:lnTo>
                    <a:pt x="192" y="847"/>
                  </a:lnTo>
                  <a:lnTo>
                    <a:pt x="194" y="845"/>
                  </a:lnTo>
                  <a:lnTo>
                    <a:pt x="194" y="845"/>
                  </a:lnTo>
                  <a:lnTo>
                    <a:pt x="194" y="842"/>
                  </a:lnTo>
                  <a:lnTo>
                    <a:pt x="194" y="842"/>
                  </a:lnTo>
                  <a:lnTo>
                    <a:pt x="194" y="840"/>
                  </a:lnTo>
                  <a:lnTo>
                    <a:pt x="194" y="840"/>
                  </a:lnTo>
                  <a:lnTo>
                    <a:pt x="194" y="838"/>
                  </a:lnTo>
                  <a:lnTo>
                    <a:pt x="194" y="838"/>
                  </a:lnTo>
                  <a:lnTo>
                    <a:pt x="194" y="838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9" y="828"/>
                  </a:lnTo>
                  <a:lnTo>
                    <a:pt x="197" y="828"/>
                  </a:lnTo>
                  <a:lnTo>
                    <a:pt x="197" y="826"/>
                  </a:lnTo>
                  <a:lnTo>
                    <a:pt x="199" y="821"/>
                  </a:lnTo>
                  <a:lnTo>
                    <a:pt x="199" y="819"/>
                  </a:lnTo>
                  <a:lnTo>
                    <a:pt x="199" y="819"/>
                  </a:lnTo>
                  <a:lnTo>
                    <a:pt x="197" y="819"/>
                  </a:lnTo>
                  <a:close/>
                  <a:moveTo>
                    <a:pt x="159" y="663"/>
                  </a:moveTo>
                  <a:lnTo>
                    <a:pt x="157" y="663"/>
                  </a:lnTo>
                  <a:lnTo>
                    <a:pt x="157" y="663"/>
                  </a:lnTo>
                  <a:lnTo>
                    <a:pt x="157" y="663"/>
                  </a:lnTo>
                  <a:lnTo>
                    <a:pt x="154" y="665"/>
                  </a:lnTo>
                  <a:lnTo>
                    <a:pt x="154" y="667"/>
                  </a:lnTo>
                  <a:lnTo>
                    <a:pt x="154" y="667"/>
                  </a:lnTo>
                  <a:lnTo>
                    <a:pt x="154" y="670"/>
                  </a:lnTo>
                  <a:lnTo>
                    <a:pt x="154" y="670"/>
                  </a:lnTo>
                  <a:lnTo>
                    <a:pt x="157" y="670"/>
                  </a:lnTo>
                  <a:lnTo>
                    <a:pt x="159" y="670"/>
                  </a:lnTo>
                  <a:lnTo>
                    <a:pt x="159" y="667"/>
                  </a:lnTo>
                  <a:lnTo>
                    <a:pt x="159" y="665"/>
                  </a:lnTo>
                  <a:lnTo>
                    <a:pt x="159" y="665"/>
                  </a:lnTo>
                  <a:lnTo>
                    <a:pt x="159" y="663"/>
                  </a:lnTo>
                  <a:lnTo>
                    <a:pt x="159" y="663"/>
                  </a:lnTo>
                  <a:close/>
                  <a:moveTo>
                    <a:pt x="149" y="689"/>
                  </a:moveTo>
                  <a:lnTo>
                    <a:pt x="149" y="686"/>
                  </a:lnTo>
                  <a:lnTo>
                    <a:pt x="147" y="689"/>
                  </a:lnTo>
                  <a:lnTo>
                    <a:pt x="145" y="689"/>
                  </a:lnTo>
                  <a:lnTo>
                    <a:pt x="145" y="689"/>
                  </a:lnTo>
                  <a:lnTo>
                    <a:pt x="145" y="689"/>
                  </a:lnTo>
                  <a:lnTo>
                    <a:pt x="142" y="691"/>
                  </a:lnTo>
                  <a:lnTo>
                    <a:pt x="145" y="693"/>
                  </a:lnTo>
                  <a:lnTo>
                    <a:pt x="145" y="696"/>
                  </a:lnTo>
                  <a:lnTo>
                    <a:pt x="145" y="696"/>
                  </a:lnTo>
                  <a:lnTo>
                    <a:pt x="145" y="698"/>
                  </a:lnTo>
                  <a:lnTo>
                    <a:pt x="142" y="698"/>
                  </a:lnTo>
                  <a:lnTo>
                    <a:pt x="142" y="700"/>
                  </a:lnTo>
                  <a:lnTo>
                    <a:pt x="142" y="703"/>
                  </a:lnTo>
                  <a:lnTo>
                    <a:pt x="142" y="703"/>
                  </a:lnTo>
                  <a:lnTo>
                    <a:pt x="145" y="703"/>
                  </a:lnTo>
                  <a:lnTo>
                    <a:pt x="147" y="708"/>
                  </a:lnTo>
                  <a:lnTo>
                    <a:pt x="147" y="708"/>
                  </a:lnTo>
                  <a:lnTo>
                    <a:pt x="145" y="710"/>
                  </a:lnTo>
                  <a:lnTo>
                    <a:pt x="145" y="712"/>
                  </a:lnTo>
                  <a:lnTo>
                    <a:pt x="145" y="712"/>
                  </a:lnTo>
                  <a:lnTo>
                    <a:pt x="145" y="712"/>
                  </a:lnTo>
                  <a:lnTo>
                    <a:pt x="147" y="712"/>
                  </a:lnTo>
                  <a:lnTo>
                    <a:pt x="149" y="712"/>
                  </a:lnTo>
                  <a:lnTo>
                    <a:pt x="152" y="712"/>
                  </a:lnTo>
                  <a:lnTo>
                    <a:pt x="154" y="715"/>
                  </a:lnTo>
                  <a:lnTo>
                    <a:pt x="154" y="717"/>
                  </a:lnTo>
                  <a:lnTo>
                    <a:pt x="154" y="717"/>
                  </a:lnTo>
                  <a:lnTo>
                    <a:pt x="152" y="715"/>
                  </a:lnTo>
                  <a:lnTo>
                    <a:pt x="149" y="715"/>
                  </a:lnTo>
                  <a:lnTo>
                    <a:pt x="147" y="715"/>
                  </a:lnTo>
                  <a:lnTo>
                    <a:pt x="145" y="715"/>
                  </a:lnTo>
                  <a:lnTo>
                    <a:pt x="145" y="717"/>
                  </a:lnTo>
                  <a:lnTo>
                    <a:pt x="145" y="719"/>
                  </a:lnTo>
                  <a:lnTo>
                    <a:pt x="147" y="719"/>
                  </a:lnTo>
                  <a:lnTo>
                    <a:pt x="149" y="719"/>
                  </a:lnTo>
                  <a:lnTo>
                    <a:pt x="149" y="717"/>
                  </a:lnTo>
                  <a:lnTo>
                    <a:pt x="152" y="717"/>
                  </a:lnTo>
                  <a:lnTo>
                    <a:pt x="152" y="719"/>
                  </a:lnTo>
                  <a:lnTo>
                    <a:pt x="149" y="719"/>
                  </a:lnTo>
                  <a:lnTo>
                    <a:pt x="149" y="719"/>
                  </a:lnTo>
                  <a:lnTo>
                    <a:pt x="149" y="719"/>
                  </a:lnTo>
                  <a:lnTo>
                    <a:pt x="149" y="719"/>
                  </a:lnTo>
                  <a:lnTo>
                    <a:pt x="152" y="719"/>
                  </a:lnTo>
                  <a:lnTo>
                    <a:pt x="152" y="722"/>
                  </a:lnTo>
                  <a:lnTo>
                    <a:pt x="152" y="722"/>
                  </a:lnTo>
                  <a:lnTo>
                    <a:pt x="149" y="722"/>
                  </a:lnTo>
                  <a:lnTo>
                    <a:pt x="149" y="722"/>
                  </a:lnTo>
                  <a:lnTo>
                    <a:pt x="149" y="722"/>
                  </a:lnTo>
                  <a:lnTo>
                    <a:pt x="152" y="724"/>
                  </a:lnTo>
                  <a:lnTo>
                    <a:pt x="152" y="724"/>
                  </a:lnTo>
                  <a:lnTo>
                    <a:pt x="152" y="727"/>
                  </a:lnTo>
                  <a:lnTo>
                    <a:pt x="149" y="727"/>
                  </a:lnTo>
                  <a:lnTo>
                    <a:pt x="147" y="729"/>
                  </a:lnTo>
                  <a:lnTo>
                    <a:pt x="147" y="729"/>
                  </a:lnTo>
                  <a:lnTo>
                    <a:pt x="149" y="731"/>
                  </a:lnTo>
                  <a:lnTo>
                    <a:pt x="149" y="731"/>
                  </a:lnTo>
                  <a:lnTo>
                    <a:pt x="149" y="731"/>
                  </a:lnTo>
                  <a:lnTo>
                    <a:pt x="152" y="731"/>
                  </a:lnTo>
                  <a:lnTo>
                    <a:pt x="152" y="734"/>
                  </a:lnTo>
                  <a:lnTo>
                    <a:pt x="149" y="734"/>
                  </a:lnTo>
                  <a:lnTo>
                    <a:pt x="149" y="736"/>
                  </a:lnTo>
                  <a:lnTo>
                    <a:pt x="149" y="738"/>
                  </a:lnTo>
                  <a:lnTo>
                    <a:pt x="149" y="741"/>
                  </a:lnTo>
                  <a:lnTo>
                    <a:pt x="149" y="741"/>
                  </a:lnTo>
                  <a:lnTo>
                    <a:pt x="152" y="741"/>
                  </a:lnTo>
                  <a:lnTo>
                    <a:pt x="152" y="741"/>
                  </a:lnTo>
                  <a:lnTo>
                    <a:pt x="149" y="741"/>
                  </a:lnTo>
                  <a:lnTo>
                    <a:pt x="149" y="741"/>
                  </a:lnTo>
                  <a:lnTo>
                    <a:pt x="149" y="743"/>
                  </a:lnTo>
                  <a:lnTo>
                    <a:pt x="152" y="745"/>
                  </a:lnTo>
                  <a:lnTo>
                    <a:pt x="152" y="745"/>
                  </a:lnTo>
                  <a:lnTo>
                    <a:pt x="152" y="745"/>
                  </a:lnTo>
                  <a:lnTo>
                    <a:pt x="154" y="745"/>
                  </a:lnTo>
                  <a:lnTo>
                    <a:pt x="154" y="745"/>
                  </a:lnTo>
                  <a:lnTo>
                    <a:pt x="154" y="745"/>
                  </a:lnTo>
                  <a:lnTo>
                    <a:pt x="154" y="745"/>
                  </a:lnTo>
                  <a:lnTo>
                    <a:pt x="154" y="748"/>
                  </a:lnTo>
                  <a:lnTo>
                    <a:pt x="154" y="748"/>
                  </a:lnTo>
                  <a:lnTo>
                    <a:pt x="154" y="748"/>
                  </a:lnTo>
                  <a:lnTo>
                    <a:pt x="154" y="750"/>
                  </a:lnTo>
                  <a:lnTo>
                    <a:pt x="154" y="750"/>
                  </a:lnTo>
                  <a:lnTo>
                    <a:pt x="154" y="750"/>
                  </a:lnTo>
                  <a:lnTo>
                    <a:pt x="154" y="755"/>
                  </a:lnTo>
                  <a:lnTo>
                    <a:pt x="154" y="755"/>
                  </a:lnTo>
                  <a:lnTo>
                    <a:pt x="154" y="757"/>
                  </a:lnTo>
                  <a:lnTo>
                    <a:pt x="154" y="760"/>
                  </a:lnTo>
                  <a:lnTo>
                    <a:pt x="157" y="760"/>
                  </a:lnTo>
                  <a:lnTo>
                    <a:pt x="157" y="760"/>
                  </a:lnTo>
                  <a:lnTo>
                    <a:pt x="159" y="760"/>
                  </a:lnTo>
                  <a:lnTo>
                    <a:pt x="159" y="760"/>
                  </a:lnTo>
                  <a:lnTo>
                    <a:pt x="159" y="757"/>
                  </a:lnTo>
                  <a:lnTo>
                    <a:pt x="159" y="755"/>
                  </a:lnTo>
                  <a:lnTo>
                    <a:pt x="159" y="755"/>
                  </a:lnTo>
                  <a:lnTo>
                    <a:pt x="161" y="753"/>
                  </a:lnTo>
                  <a:lnTo>
                    <a:pt x="161" y="753"/>
                  </a:lnTo>
                  <a:lnTo>
                    <a:pt x="161" y="753"/>
                  </a:lnTo>
                  <a:lnTo>
                    <a:pt x="161" y="755"/>
                  </a:lnTo>
                  <a:lnTo>
                    <a:pt x="164" y="755"/>
                  </a:lnTo>
                  <a:lnTo>
                    <a:pt x="164" y="753"/>
                  </a:lnTo>
                  <a:lnTo>
                    <a:pt x="164" y="753"/>
                  </a:lnTo>
                  <a:lnTo>
                    <a:pt x="164" y="750"/>
                  </a:lnTo>
                  <a:lnTo>
                    <a:pt x="166" y="748"/>
                  </a:lnTo>
                  <a:lnTo>
                    <a:pt x="166" y="748"/>
                  </a:lnTo>
                  <a:lnTo>
                    <a:pt x="166" y="745"/>
                  </a:lnTo>
                  <a:lnTo>
                    <a:pt x="168" y="745"/>
                  </a:lnTo>
                  <a:lnTo>
                    <a:pt x="168" y="745"/>
                  </a:lnTo>
                  <a:lnTo>
                    <a:pt x="168" y="745"/>
                  </a:lnTo>
                  <a:lnTo>
                    <a:pt x="168" y="743"/>
                  </a:lnTo>
                  <a:lnTo>
                    <a:pt x="168" y="741"/>
                  </a:lnTo>
                  <a:lnTo>
                    <a:pt x="168" y="738"/>
                  </a:lnTo>
                  <a:lnTo>
                    <a:pt x="166" y="738"/>
                  </a:lnTo>
                  <a:lnTo>
                    <a:pt x="164" y="738"/>
                  </a:lnTo>
                  <a:lnTo>
                    <a:pt x="164" y="736"/>
                  </a:lnTo>
                  <a:lnTo>
                    <a:pt x="161" y="736"/>
                  </a:lnTo>
                  <a:lnTo>
                    <a:pt x="161" y="736"/>
                  </a:lnTo>
                  <a:lnTo>
                    <a:pt x="161" y="736"/>
                  </a:lnTo>
                  <a:lnTo>
                    <a:pt x="161" y="734"/>
                  </a:lnTo>
                  <a:lnTo>
                    <a:pt x="161" y="734"/>
                  </a:lnTo>
                  <a:lnTo>
                    <a:pt x="164" y="736"/>
                  </a:lnTo>
                  <a:lnTo>
                    <a:pt x="164" y="736"/>
                  </a:lnTo>
                  <a:lnTo>
                    <a:pt x="166" y="736"/>
                  </a:lnTo>
                  <a:lnTo>
                    <a:pt x="166" y="736"/>
                  </a:lnTo>
                  <a:lnTo>
                    <a:pt x="166" y="736"/>
                  </a:lnTo>
                  <a:lnTo>
                    <a:pt x="166" y="734"/>
                  </a:lnTo>
                  <a:lnTo>
                    <a:pt x="164" y="724"/>
                  </a:lnTo>
                  <a:lnTo>
                    <a:pt x="161" y="717"/>
                  </a:lnTo>
                  <a:lnTo>
                    <a:pt x="161" y="715"/>
                  </a:lnTo>
                  <a:lnTo>
                    <a:pt x="161" y="715"/>
                  </a:lnTo>
                  <a:lnTo>
                    <a:pt x="161" y="710"/>
                  </a:lnTo>
                  <a:lnTo>
                    <a:pt x="159" y="710"/>
                  </a:lnTo>
                  <a:lnTo>
                    <a:pt x="159" y="708"/>
                  </a:lnTo>
                  <a:lnTo>
                    <a:pt x="159" y="708"/>
                  </a:lnTo>
                  <a:lnTo>
                    <a:pt x="159" y="705"/>
                  </a:lnTo>
                  <a:lnTo>
                    <a:pt x="159" y="705"/>
                  </a:lnTo>
                  <a:lnTo>
                    <a:pt x="157" y="703"/>
                  </a:lnTo>
                  <a:lnTo>
                    <a:pt x="157" y="698"/>
                  </a:lnTo>
                  <a:lnTo>
                    <a:pt x="154" y="698"/>
                  </a:lnTo>
                  <a:lnTo>
                    <a:pt x="154" y="698"/>
                  </a:lnTo>
                  <a:lnTo>
                    <a:pt x="154" y="696"/>
                  </a:lnTo>
                  <a:lnTo>
                    <a:pt x="154" y="696"/>
                  </a:lnTo>
                  <a:lnTo>
                    <a:pt x="154" y="696"/>
                  </a:lnTo>
                  <a:lnTo>
                    <a:pt x="152" y="693"/>
                  </a:lnTo>
                  <a:lnTo>
                    <a:pt x="152" y="691"/>
                  </a:lnTo>
                  <a:lnTo>
                    <a:pt x="149" y="689"/>
                  </a:lnTo>
                  <a:lnTo>
                    <a:pt x="149" y="689"/>
                  </a:lnTo>
                  <a:close/>
                  <a:moveTo>
                    <a:pt x="131" y="651"/>
                  </a:moveTo>
                  <a:lnTo>
                    <a:pt x="131" y="653"/>
                  </a:lnTo>
                  <a:lnTo>
                    <a:pt x="131" y="653"/>
                  </a:lnTo>
                  <a:lnTo>
                    <a:pt x="131" y="653"/>
                  </a:lnTo>
                  <a:lnTo>
                    <a:pt x="131" y="658"/>
                  </a:lnTo>
                  <a:lnTo>
                    <a:pt x="133" y="658"/>
                  </a:lnTo>
                  <a:lnTo>
                    <a:pt x="133" y="658"/>
                  </a:lnTo>
                  <a:lnTo>
                    <a:pt x="133" y="660"/>
                  </a:lnTo>
                  <a:lnTo>
                    <a:pt x="133" y="660"/>
                  </a:lnTo>
                  <a:lnTo>
                    <a:pt x="135" y="660"/>
                  </a:lnTo>
                  <a:lnTo>
                    <a:pt x="135" y="658"/>
                  </a:lnTo>
                  <a:lnTo>
                    <a:pt x="135" y="655"/>
                  </a:lnTo>
                  <a:lnTo>
                    <a:pt x="133" y="651"/>
                  </a:lnTo>
                  <a:lnTo>
                    <a:pt x="133" y="651"/>
                  </a:lnTo>
                  <a:lnTo>
                    <a:pt x="131" y="651"/>
                  </a:lnTo>
                  <a:close/>
                  <a:moveTo>
                    <a:pt x="173" y="760"/>
                  </a:moveTo>
                  <a:lnTo>
                    <a:pt x="171" y="760"/>
                  </a:lnTo>
                  <a:lnTo>
                    <a:pt x="166" y="764"/>
                  </a:lnTo>
                  <a:lnTo>
                    <a:pt x="166" y="764"/>
                  </a:lnTo>
                  <a:lnTo>
                    <a:pt x="164" y="767"/>
                  </a:lnTo>
                  <a:lnTo>
                    <a:pt x="164" y="769"/>
                  </a:lnTo>
                  <a:lnTo>
                    <a:pt x="164" y="771"/>
                  </a:lnTo>
                  <a:lnTo>
                    <a:pt x="164" y="771"/>
                  </a:lnTo>
                  <a:lnTo>
                    <a:pt x="164" y="774"/>
                  </a:lnTo>
                  <a:lnTo>
                    <a:pt x="164" y="774"/>
                  </a:lnTo>
                  <a:lnTo>
                    <a:pt x="164" y="774"/>
                  </a:lnTo>
                  <a:lnTo>
                    <a:pt x="164" y="776"/>
                  </a:lnTo>
                  <a:lnTo>
                    <a:pt x="164" y="776"/>
                  </a:lnTo>
                  <a:lnTo>
                    <a:pt x="166" y="774"/>
                  </a:lnTo>
                  <a:lnTo>
                    <a:pt x="166" y="776"/>
                  </a:lnTo>
                  <a:lnTo>
                    <a:pt x="171" y="776"/>
                  </a:lnTo>
                  <a:lnTo>
                    <a:pt x="171" y="776"/>
                  </a:lnTo>
                  <a:lnTo>
                    <a:pt x="173" y="776"/>
                  </a:lnTo>
                  <a:lnTo>
                    <a:pt x="173" y="771"/>
                  </a:lnTo>
                  <a:lnTo>
                    <a:pt x="173" y="769"/>
                  </a:lnTo>
                  <a:lnTo>
                    <a:pt x="173" y="769"/>
                  </a:lnTo>
                  <a:lnTo>
                    <a:pt x="175" y="767"/>
                  </a:lnTo>
                  <a:lnTo>
                    <a:pt x="175" y="767"/>
                  </a:lnTo>
                  <a:lnTo>
                    <a:pt x="175" y="764"/>
                  </a:lnTo>
                  <a:lnTo>
                    <a:pt x="175" y="764"/>
                  </a:lnTo>
                  <a:lnTo>
                    <a:pt x="175" y="762"/>
                  </a:lnTo>
                  <a:lnTo>
                    <a:pt x="175" y="762"/>
                  </a:lnTo>
                  <a:lnTo>
                    <a:pt x="178" y="760"/>
                  </a:lnTo>
                  <a:lnTo>
                    <a:pt x="178" y="760"/>
                  </a:lnTo>
                  <a:lnTo>
                    <a:pt x="178" y="757"/>
                  </a:lnTo>
                  <a:lnTo>
                    <a:pt x="175" y="757"/>
                  </a:lnTo>
                  <a:lnTo>
                    <a:pt x="175" y="757"/>
                  </a:lnTo>
                  <a:lnTo>
                    <a:pt x="175" y="755"/>
                  </a:lnTo>
                  <a:lnTo>
                    <a:pt x="173" y="755"/>
                  </a:lnTo>
                  <a:lnTo>
                    <a:pt x="173" y="755"/>
                  </a:lnTo>
                  <a:lnTo>
                    <a:pt x="173" y="755"/>
                  </a:lnTo>
                  <a:lnTo>
                    <a:pt x="173" y="757"/>
                  </a:lnTo>
                  <a:lnTo>
                    <a:pt x="173" y="760"/>
                  </a:lnTo>
                  <a:lnTo>
                    <a:pt x="173" y="760"/>
                  </a:lnTo>
                  <a:close/>
                  <a:moveTo>
                    <a:pt x="194" y="743"/>
                  </a:moveTo>
                  <a:lnTo>
                    <a:pt x="194" y="743"/>
                  </a:lnTo>
                  <a:lnTo>
                    <a:pt x="192" y="743"/>
                  </a:lnTo>
                  <a:lnTo>
                    <a:pt x="190" y="745"/>
                  </a:lnTo>
                  <a:lnTo>
                    <a:pt x="190" y="745"/>
                  </a:lnTo>
                  <a:lnTo>
                    <a:pt x="187" y="748"/>
                  </a:lnTo>
                  <a:lnTo>
                    <a:pt x="183" y="753"/>
                  </a:lnTo>
                  <a:lnTo>
                    <a:pt x="180" y="755"/>
                  </a:lnTo>
                  <a:lnTo>
                    <a:pt x="180" y="760"/>
                  </a:lnTo>
                  <a:lnTo>
                    <a:pt x="180" y="760"/>
                  </a:lnTo>
                  <a:lnTo>
                    <a:pt x="183" y="760"/>
                  </a:lnTo>
                  <a:lnTo>
                    <a:pt x="183" y="760"/>
                  </a:lnTo>
                  <a:lnTo>
                    <a:pt x="187" y="760"/>
                  </a:lnTo>
                  <a:lnTo>
                    <a:pt x="187" y="760"/>
                  </a:lnTo>
                  <a:lnTo>
                    <a:pt x="187" y="762"/>
                  </a:lnTo>
                  <a:lnTo>
                    <a:pt x="190" y="762"/>
                  </a:lnTo>
                  <a:lnTo>
                    <a:pt x="190" y="762"/>
                  </a:lnTo>
                  <a:lnTo>
                    <a:pt x="190" y="762"/>
                  </a:lnTo>
                  <a:lnTo>
                    <a:pt x="192" y="760"/>
                  </a:lnTo>
                  <a:lnTo>
                    <a:pt x="192" y="760"/>
                  </a:lnTo>
                  <a:lnTo>
                    <a:pt x="192" y="760"/>
                  </a:lnTo>
                  <a:lnTo>
                    <a:pt x="192" y="757"/>
                  </a:lnTo>
                  <a:lnTo>
                    <a:pt x="192" y="757"/>
                  </a:lnTo>
                  <a:lnTo>
                    <a:pt x="194" y="755"/>
                  </a:lnTo>
                  <a:lnTo>
                    <a:pt x="192" y="748"/>
                  </a:lnTo>
                  <a:lnTo>
                    <a:pt x="192" y="745"/>
                  </a:lnTo>
                  <a:lnTo>
                    <a:pt x="194" y="743"/>
                  </a:lnTo>
                  <a:close/>
                  <a:moveTo>
                    <a:pt x="154" y="651"/>
                  </a:moveTo>
                  <a:lnTo>
                    <a:pt x="154" y="648"/>
                  </a:lnTo>
                  <a:lnTo>
                    <a:pt x="154" y="646"/>
                  </a:lnTo>
                  <a:lnTo>
                    <a:pt x="152" y="648"/>
                  </a:lnTo>
                  <a:lnTo>
                    <a:pt x="152" y="648"/>
                  </a:lnTo>
                  <a:lnTo>
                    <a:pt x="149" y="648"/>
                  </a:lnTo>
                  <a:lnTo>
                    <a:pt x="152" y="651"/>
                  </a:lnTo>
                  <a:lnTo>
                    <a:pt x="152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3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7" y="655"/>
                  </a:lnTo>
                  <a:lnTo>
                    <a:pt x="159" y="655"/>
                  </a:lnTo>
                  <a:lnTo>
                    <a:pt x="161" y="653"/>
                  </a:lnTo>
                  <a:lnTo>
                    <a:pt x="161" y="651"/>
                  </a:lnTo>
                  <a:lnTo>
                    <a:pt x="159" y="651"/>
                  </a:lnTo>
                  <a:lnTo>
                    <a:pt x="157" y="651"/>
                  </a:lnTo>
                  <a:lnTo>
                    <a:pt x="157" y="651"/>
                  </a:lnTo>
                  <a:lnTo>
                    <a:pt x="154" y="653"/>
                  </a:lnTo>
                  <a:lnTo>
                    <a:pt x="154" y="653"/>
                  </a:lnTo>
                  <a:lnTo>
                    <a:pt x="154" y="651"/>
                  </a:lnTo>
                  <a:lnTo>
                    <a:pt x="154" y="651"/>
                  </a:lnTo>
                  <a:close/>
                  <a:moveTo>
                    <a:pt x="270" y="1074"/>
                  </a:moveTo>
                  <a:lnTo>
                    <a:pt x="268" y="1072"/>
                  </a:lnTo>
                  <a:lnTo>
                    <a:pt x="268" y="1072"/>
                  </a:lnTo>
                  <a:lnTo>
                    <a:pt x="265" y="1074"/>
                  </a:lnTo>
                  <a:lnTo>
                    <a:pt x="265" y="1074"/>
                  </a:lnTo>
                  <a:lnTo>
                    <a:pt x="263" y="1074"/>
                  </a:lnTo>
                  <a:lnTo>
                    <a:pt x="261" y="1074"/>
                  </a:lnTo>
                  <a:lnTo>
                    <a:pt x="258" y="1072"/>
                  </a:lnTo>
                  <a:lnTo>
                    <a:pt x="256" y="1072"/>
                  </a:lnTo>
                  <a:lnTo>
                    <a:pt x="256" y="1072"/>
                  </a:lnTo>
                  <a:lnTo>
                    <a:pt x="256" y="1072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8" y="1074"/>
                  </a:lnTo>
                  <a:lnTo>
                    <a:pt x="263" y="1077"/>
                  </a:lnTo>
                  <a:lnTo>
                    <a:pt x="265" y="1077"/>
                  </a:lnTo>
                  <a:lnTo>
                    <a:pt x="265" y="1077"/>
                  </a:lnTo>
                  <a:lnTo>
                    <a:pt x="265" y="1077"/>
                  </a:lnTo>
                  <a:lnTo>
                    <a:pt x="273" y="1077"/>
                  </a:lnTo>
                  <a:lnTo>
                    <a:pt x="273" y="1077"/>
                  </a:lnTo>
                  <a:lnTo>
                    <a:pt x="273" y="1074"/>
                  </a:lnTo>
                  <a:lnTo>
                    <a:pt x="273" y="1074"/>
                  </a:lnTo>
                  <a:lnTo>
                    <a:pt x="270" y="1074"/>
                  </a:lnTo>
                  <a:close/>
                  <a:moveTo>
                    <a:pt x="280" y="1074"/>
                  </a:moveTo>
                  <a:lnTo>
                    <a:pt x="280" y="1074"/>
                  </a:lnTo>
                  <a:lnTo>
                    <a:pt x="280" y="1074"/>
                  </a:lnTo>
                  <a:lnTo>
                    <a:pt x="277" y="1077"/>
                  </a:lnTo>
                  <a:lnTo>
                    <a:pt x="275" y="1077"/>
                  </a:lnTo>
                  <a:lnTo>
                    <a:pt x="273" y="1077"/>
                  </a:lnTo>
                  <a:lnTo>
                    <a:pt x="273" y="1077"/>
                  </a:lnTo>
                  <a:lnTo>
                    <a:pt x="273" y="1079"/>
                  </a:lnTo>
                  <a:lnTo>
                    <a:pt x="270" y="1079"/>
                  </a:lnTo>
                  <a:lnTo>
                    <a:pt x="270" y="1079"/>
                  </a:lnTo>
                  <a:lnTo>
                    <a:pt x="268" y="1079"/>
                  </a:lnTo>
                  <a:lnTo>
                    <a:pt x="270" y="1079"/>
                  </a:lnTo>
                  <a:lnTo>
                    <a:pt x="270" y="1082"/>
                  </a:lnTo>
                  <a:lnTo>
                    <a:pt x="270" y="1082"/>
                  </a:lnTo>
                  <a:lnTo>
                    <a:pt x="273" y="1084"/>
                  </a:lnTo>
                  <a:lnTo>
                    <a:pt x="275" y="1084"/>
                  </a:lnTo>
                  <a:lnTo>
                    <a:pt x="277" y="1084"/>
                  </a:lnTo>
                  <a:lnTo>
                    <a:pt x="277" y="1082"/>
                  </a:lnTo>
                  <a:lnTo>
                    <a:pt x="277" y="1082"/>
                  </a:lnTo>
                  <a:lnTo>
                    <a:pt x="277" y="1082"/>
                  </a:lnTo>
                  <a:lnTo>
                    <a:pt x="277" y="1082"/>
                  </a:lnTo>
                  <a:lnTo>
                    <a:pt x="280" y="1082"/>
                  </a:lnTo>
                  <a:lnTo>
                    <a:pt x="280" y="1082"/>
                  </a:lnTo>
                  <a:lnTo>
                    <a:pt x="280" y="1079"/>
                  </a:lnTo>
                  <a:lnTo>
                    <a:pt x="282" y="1079"/>
                  </a:lnTo>
                  <a:lnTo>
                    <a:pt x="282" y="1077"/>
                  </a:lnTo>
                  <a:lnTo>
                    <a:pt x="280" y="1074"/>
                  </a:lnTo>
                  <a:close/>
                  <a:moveTo>
                    <a:pt x="329" y="1162"/>
                  </a:moveTo>
                  <a:lnTo>
                    <a:pt x="329" y="1162"/>
                  </a:lnTo>
                  <a:lnTo>
                    <a:pt x="334" y="1160"/>
                  </a:lnTo>
                  <a:lnTo>
                    <a:pt x="334" y="1160"/>
                  </a:lnTo>
                  <a:lnTo>
                    <a:pt x="334" y="1160"/>
                  </a:lnTo>
                  <a:lnTo>
                    <a:pt x="334" y="1160"/>
                  </a:lnTo>
                  <a:lnTo>
                    <a:pt x="334" y="1157"/>
                  </a:lnTo>
                  <a:lnTo>
                    <a:pt x="332" y="1157"/>
                  </a:lnTo>
                  <a:lnTo>
                    <a:pt x="329" y="1157"/>
                  </a:lnTo>
                  <a:lnTo>
                    <a:pt x="329" y="1157"/>
                  </a:lnTo>
                  <a:lnTo>
                    <a:pt x="329" y="1160"/>
                  </a:lnTo>
                  <a:lnTo>
                    <a:pt x="329" y="1160"/>
                  </a:lnTo>
                  <a:lnTo>
                    <a:pt x="327" y="1160"/>
                  </a:lnTo>
                  <a:lnTo>
                    <a:pt x="327" y="1160"/>
                  </a:lnTo>
                  <a:lnTo>
                    <a:pt x="327" y="1160"/>
                  </a:lnTo>
                  <a:lnTo>
                    <a:pt x="322" y="1162"/>
                  </a:lnTo>
                  <a:lnTo>
                    <a:pt x="322" y="1164"/>
                  </a:lnTo>
                  <a:lnTo>
                    <a:pt x="322" y="1167"/>
                  </a:lnTo>
                  <a:lnTo>
                    <a:pt x="325" y="1167"/>
                  </a:lnTo>
                  <a:lnTo>
                    <a:pt x="327" y="1167"/>
                  </a:lnTo>
                  <a:lnTo>
                    <a:pt x="329" y="1162"/>
                  </a:lnTo>
                  <a:lnTo>
                    <a:pt x="329" y="1162"/>
                  </a:lnTo>
                  <a:close/>
                  <a:moveTo>
                    <a:pt x="280" y="1105"/>
                  </a:moveTo>
                  <a:lnTo>
                    <a:pt x="282" y="1105"/>
                  </a:lnTo>
                  <a:lnTo>
                    <a:pt x="282" y="1105"/>
                  </a:lnTo>
                  <a:lnTo>
                    <a:pt x="282" y="1103"/>
                  </a:lnTo>
                  <a:lnTo>
                    <a:pt x="282" y="1103"/>
                  </a:lnTo>
                  <a:lnTo>
                    <a:pt x="284" y="1103"/>
                  </a:lnTo>
                  <a:lnTo>
                    <a:pt x="284" y="1101"/>
                  </a:lnTo>
                  <a:lnTo>
                    <a:pt x="284" y="1101"/>
                  </a:lnTo>
                  <a:lnTo>
                    <a:pt x="284" y="1098"/>
                  </a:lnTo>
                  <a:lnTo>
                    <a:pt x="282" y="1098"/>
                  </a:lnTo>
                  <a:lnTo>
                    <a:pt x="282" y="1096"/>
                  </a:lnTo>
                  <a:lnTo>
                    <a:pt x="282" y="1096"/>
                  </a:lnTo>
                  <a:lnTo>
                    <a:pt x="282" y="1096"/>
                  </a:lnTo>
                  <a:lnTo>
                    <a:pt x="282" y="1093"/>
                  </a:lnTo>
                  <a:lnTo>
                    <a:pt x="282" y="1091"/>
                  </a:lnTo>
                  <a:lnTo>
                    <a:pt x="280" y="1091"/>
                  </a:lnTo>
                  <a:lnTo>
                    <a:pt x="277" y="1091"/>
                  </a:lnTo>
                  <a:lnTo>
                    <a:pt x="277" y="1091"/>
                  </a:lnTo>
                  <a:lnTo>
                    <a:pt x="275" y="1093"/>
                  </a:lnTo>
                  <a:lnTo>
                    <a:pt x="275" y="1096"/>
                  </a:lnTo>
                  <a:lnTo>
                    <a:pt x="275" y="1096"/>
                  </a:lnTo>
                  <a:lnTo>
                    <a:pt x="275" y="1098"/>
                  </a:lnTo>
                  <a:lnTo>
                    <a:pt x="275" y="1101"/>
                  </a:lnTo>
                  <a:lnTo>
                    <a:pt x="273" y="1103"/>
                  </a:lnTo>
                  <a:lnTo>
                    <a:pt x="273" y="1103"/>
                  </a:lnTo>
                  <a:lnTo>
                    <a:pt x="275" y="1105"/>
                  </a:lnTo>
                  <a:lnTo>
                    <a:pt x="275" y="1105"/>
                  </a:lnTo>
                  <a:lnTo>
                    <a:pt x="275" y="1105"/>
                  </a:lnTo>
                  <a:lnTo>
                    <a:pt x="275" y="1108"/>
                  </a:lnTo>
                  <a:lnTo>
                    <a:pt x="277" y="1110"/>
                  </a:lnTo>
                  <a:lnTo>
                    <a:pt x="277" y="1112"/>
                  </a:lnTo>
                  <a:lnTo>
                    <a:pt x="277" y="1112"/>
                  </a:lnTo>
                  <a:lnTo>
                    <a:pt x="277" y="1112"/>
                  </a:lnTo>
                  <a:lnTo>
                    <a:pt x="277" y="1112"/>
                  </a:lnTo>
                  <a:lnTo>
                    <a:pt x="277" y="1115"/>
                  </a:lnTo>
                  <a:lnTo>
                    <a:pt x="277" y="1115"/>
                  </a:lnTo>
                  <a:lnTo>
                    <a:pt x="277" y="1117"/>
                  </a:lnTo>
                  <a:lnTo>
                    <a:pt x="277" y="1119"/>
                  </a:lnTo>
                  <a:lnTo>
                    <a:pt x="277" y="1119"/>
                  </a:lnTo>
                  <a:lnTo>
                    <a:pt x="277" y="1119"/>
                  </a:lnTo>
                  <a:lnTo>
                    <a:pt x="280" y="1115"/>
                  </a:lnTo>
                  <a:lnTo>
                    <a:pt x="280" y="1112"/>
                  </a:lnTo>
                  <a:lnTo>
                    <a:pt x="280" y="1112"/>
                  </a:lnTo>
                  <a:lnTo>
                    <a:pt x="280" y="1110"/>
                  </a:lnTo>
                  <a:lnTo>
                    <a:pt x="280" y="1110"/>
                  </a:lnTo>
                  <a:lnTo>
                    <a:pt x="280" y="1110"/>
                  </a:lnTo>
                  <a:lnTo>
                    <a:pt x="277" y="1110"/>
                  </a:lnTo>
                  <a:lnTo>
                    <a:pt x="277" y="1108"/>
                  </a:lnTo>
                  <a:lnTo>
                    <a:pt x="280" y="1105"/>
                  </a:lnTo>
                  <a:lnTo>
                    <a:pt x="280" y="1105"/>
                  </a:lnTo>
                  <a:close/>
                  <a:moveTo>
                    <a:pt x="303" y="1101"/>
                  </a:moveTo>
                  <a:lnTo>
                    <a:pt x="301" y="1098"/>
                  </a:lnTo>
                  <a:lnTo>
                    <a:pt x="301" y="1098"/>
                  </a:lnTo>
                  <a:lnTo>
                    <a:pt x="299" y="1098"/>
                  </a:lnTo>
                  <a:lnTo>
                    <a:pt x="299" y="1098"/>
                  </a:lnTo>
                  <a:lnTo>
                    <a:pt x="299" y="1101"/>
                  </a:lnTo>
                  <a:lnTo>
                    <a:pt x="296" y="1101"/>
                  </a:lnTo>
                  <a:lnTo>
                    <a:pt x="296" y="1101"/>
                  </a:lnTo>
                  <a:lnTo>
                    <a:pt x="296" y="1103"/>
                  </a:lnTo>
                  <a:lnTo>
                    <a:pt x="296" y="1105"/>
                  </a:lnTo>
                  <a:lnTo>
                    <a:pt x="296" y="1108"/>
                  </a:lnTo>
                  <a:lnTo>
                    <a:pt x="299" y="1108"/>
                  </a:lnTo>
                  <a:lnTo>
                    <a:pt x="301" y="1108"/>
                  </a:lnTo>
                  <a:lnTo>
                    <a:pt x="301" y="1108"/>
                  </a:lnTo>
                  <a:lnTo>
                    <a:pt x="301" y="1110"/>
                  </a:lnTo>
                  <a:lnTo>
                    <a:pt x="301" y="1110"/>
                  </a:lnTo>
                  <a:lnTo>
                    <a:pt x="299" y="1110"/>
                  </a:lnTo>
                  <a:lnTo>
                    <a:pt x="299" y="1110"/>
                  </a:lnTo>
                  <a:lnTo>
                    <a:pt x="299" y="1110"/>
                  </a:lnTo>
                  <a:lnTo>
                    <a:pt x="299" y="1112"/>
                  </a:lnTo>
                  <a:lnTo>
                    <a:pt x="299" y="1115"/>
                  </a:lnTo>
                  <a:lnTo>
                    <a:pt x="299" y="1115"/>
                  </a:lnTo>
                  <a:lnTo>
                    <a:pt x="301" y="1115"/>
                  </a:lnTo>
                  <a:lnTo>
                    <a:pt x="303" y="1115"/>
                  </a:lnTo>
                  <a:lnTo>
                    <a:pt x="303" y="1112"/>
                  </a:lnTo>
                  <a:lnTo>
                    <a:pt x="306" y="1112"/>
                  </a:lnTo>
                  <a:lnTo>
                    <a:pt x="306" y="1110"/>
                  </a:lnTo>
                  <a:lnTo>
                    <a:pt x="303" y="1108"/>
                  </a:lnTo>
                  <a:lnTo>
                    <a:pt x="303" y="1108"/>
                  </a:lnTo>
                  <a:lnTo>
                    <a:pt x="303" y="1103"/>
                  </a:lnTo>
                  <a:lnTo>
                    <a:pt x="306" y="1103"/>
                  </a:lnTo>
                  <a:lnTo>
                    <a:pt x="306" y="1103"/>
                  </a:lnTo>
                  <a:lnTo>
                    <a:pt x="306" y="1101"/>
                  </a:lnTo>
                  <a:lnTo>
                    <a:pt x="303" y="1101"/>
                  </a:lnTo>
                  <a:close/>
                  <a:moveTo>
                    <a:pt x="294" y="1108"/>
                  </a:moveTo>
                  <a:lnTo>
                    <a:pt x="289" y="1110"/>
                  </a:lnTo>
                  <a:lnTo>
                    <a:pt x="287" y="1110"/>
                  </a:lnTo>
                  <a:lnTo>
                    <a:pt x="287" y="1110"/>
                  </a:lnTo>
                  <a:lnTo>
                    <a:pt x="287" y="1112"/>
                  </a:lnTo>
                  <a:lnTo>
                    <a:pt x="289" y="1115"/>
                  </a:lnTo>
                  <a:lnTo>
                    <a:pt x="289" y="1115"/>
                  </a:lnTo>
                  <a:lnTo>
                    <a:pt x="289" y="1117"/>
                  </a:lnTo>
                  <a:lnTo>
                    <a:pt x="289" y="1117"/>
                  </a:lnTo>
                  <a:lnTo>
                    <a:pt x="287" y="1117"/>
                  </a:lnTo>
                  <a:lnTo>
                    <a:pt x="287" y="1119"/>
                  </a:lnTo>
                  <a:lnTo>
                    <a:pt x="287" y="1119"/>
                  </a:lnTo>
                  <a:lnTo>
                    <a:pt x="289" y="1122"/>
                  </a:lnTo>
                  <a:lnTo>
                    <a:pt x="289" y="1119"/>
                  </a:lnTo>
                  <a:lnTo>
                    <a:pt x="291" y="1119"/>
                  </a:lnTo>
                  <a:lnTo>
                    <a:pt x="291" y="1117"/>
                  </a:lnTo>
                  <a:lnTo>
                    <a:pt x="294" y="1117"/>
                  </a:lnTo>
                  <a:lnTo>
                    <a:pt x="294" y="1117"/>
                  </a:lnTo>
                  <a:lnTo>
                    <a:pt x="294" y="1117"/>
                  </a:lnTo>
                  <a:lnTo>
                    <a:pt x="294" y="1117"/>
                  </a:lnTo>
                  <a:lnTo>
                    <a:pt x="294" y="1115"/>
                  </a:lnTo>
                  <a:lnTo>
                    <a:pt x="296" y="1115"/>
                  </a:lnTo>
                  <a:lnTo>
                    <a:pt x="294" y="1112"/>
                  </a:lnTo>
                  <a:lnTo>
                    <a:pt x="294" y="1112"/>
                  </a:lnTo>
                  <a:lnTo>
                    <a:pt x="294" y="1112"/>
                  </a:lnTo>
                  <a:lnTo>
                    <a:pt x="294" y="1112"/>
                  </a:lnTo>
                  <a:lnTo>
                    <a:pt x="296" y="1112"/>
                  </a:lnTo>
                  <a:lnTo>
                    <a:pt x="296" y="1112"/>
                  </a:lnTo>
                  <a:lnTo>
                    <a:pt x="296" y="1110"/>
                  </a:lnTo>
                  <a:lnTo>
                    <a:pt x="296" y="1110"/>
                  </a:lnTo>
                  <a:lnTo>
                    <a:pt x="296" y="1108"/>
                  </a:lnTo>
                  <a:lnTo>
                    <a:pt x="294" y="1103"/>
                  </a:lnTo>
                  <a:lnTo>
                    <a:pt x="294" y="1103"/>
                  </a:lnTo>
                  <a:lnTo>
                    <a:pt x="294" y="1101"/>
                  </a:lnTo>
                  <a:lnTo>
                    <a:pt x="294" y="1101"/>
                  </a:lnTo>
                  <a:lnTo>
                    <a:pt x="294" y="1103"/>
                  </a:lnTo>
                  <a:lnTo>
                    <a:pt x="294" y="1105"/>
                  </a:lnTo>
                  <a:lnTo>
                    <a:pt x="294" y="1105"/>
                  </a:lnTo>
                  <a:lnTo>
                    <a:pt x="294" y="1108"/>
                  </a:lnTo>
                  <a:close/>
                  <a:moveTo>
                    <a:pt x="287" y="1162"/>
                  </a:moveTo>
                  <a:lnTo>
                    <a:pt x="284" y="1162"/>
                  </a:lnTo>
                  <a:lnTo>
                    <a:pt x="284" y="1160"/>
                  </a:lnTo>
                  <a:lnTo>
                    <a:pt x="284" y="1160"/>
                  </a:lnTo>
                  <a:lnTo>
                    <a:pt x="284" y="1162"/>
                  </a:lnTo>
                  <a:lnTo>
                    <a:pt x="282" y="1164"/>
                  </a:lnTo>
                  <a:lnTo>
                    <a:pt x="282" y="1164"/>
                  </a:lnTo>
                  <a:lnTo>
                    <a:pt x="287" y="1172"/>
                  </a:lnTo>
                  <a:lnTo>
                    <a:pt x="287" y="1172"/>
                  </a:lnTo>
                  <a:lnTo>
                    <a:pt x="287" y="1172"/>
                  </a:lnTo>
                  <a:lnTo>
                    <a:pt x="289" y="1172"/>
                  </a:lnTo>
                  <a:lnTo>
                    <a:pt x="289" y="1172"/>
                  </a:lnTo>
                  <a:lnTo>
                    <a:pt x="289" y="1172"/>
                  </a:lnTo>
                  <a:lnTo>
                    <a:pt x="289" y="1172"/>
                  </a:lnTo>
                  <a:lnTo>
                    <a:pt x="287" y="1172"/>
                  </a:lnTo>
                  <a:lnTo>
                    <a:pt x="287" y="1162"/>
                  </a:lnTo>
                  <a:close/>
                  <a:moveTo>
                    <a:pt x="289" y="1169"/>
                  </a:moveTo>
                  <a:lnTo>
                    <a:pt x="289" y="1172"/>
                  </a:lnTo>
                  <a:lnTo>
                    <a:pt x="291" y="1172"/>
                  </a:lnTo>
                  <a:lnTo>
                    <a:pt x="291" y="1172"/>
                  </a:lnTo>
                  <a:lnTo>
                    <a:pt x="291" y="1172"/>
                  </a:lnTo>
                  <a:lnTo>
                    <a:pt x="294" y="1169"/>
                  </a:lnTo>
                  <a:lnTo>
                    <a:pt x="294" y="1169"/>
                  </a:lnTo>
                  <a:lnTo>
                    <a:pt x="294" y="1172"/>
                  </a:lnTo>
                  <a:lnTo>
                    <a:pt x="296" y="1172"/>
                  </a:lnTo>
                  <a:lnTo>
                    <a:pt x="296" y="1169"/>
                  </a:lnTo>
                  <a:lnTo>
                    <a:pt x="294" y="1169"/>
                  </a:lnTo>
                  <a:lnTo>
                    <a:pt x="291" y="1167"/>
                  </a:lnTo>
                  <a:lnTo>
                    <a:pt x="291" y="1167"/>
                  </a:lnTo>
                  <a:lnTo>
                    <a:pt x="289" y="1167"/>
                  </a:lnTo>
                  <a:lnTo>
                    <a:pt x="289" y="1169"/>
                  </a:lnTo>
                  <a:lnTo>
                    <a:pt x="289" y="1169"/>
                  </a:lnTo>
                  <a:close/>
                  <a:moveTo>
                    <a:pt x="289" y="1089"/>
                  </a:moveTo>
                  <a:lnTo>
                    <a:pt x="289" y="1086"/>
                  </a:lnTo>
                  <a:lnTo>
                    <a:pt x="289" y="1084"/>
                  </a:lnTo>
                  <a:lnTo>
                    <a:pt x="289" y="1084"/>
                  </a:lnTo>
                  <a:lnTo>
                    <a:pt x="289" y="1084"/>
                  </a:lnTo>
                  <a:lnTo>
                    <a:pt x="287" y="1084"/>
                  </a:lnTo>
                  <a:lnTo>
                    <a:pt x="287" y="1084"/>
                  </a:lnTo>
                  <a:lnTo>
                    <a:pt x="287" y="1082"/>
                  </a:lnTo>
                  <a:lnTo>
                    <a:pt x="287" y="1082"/>
                  </a:lnTo>
                  <a:lnTo>
                    <a:pt x="287" y="1082"/>
                  </a:lnTo>
                  <a:lnTo>
                    <a:pt x="284" y="1079"/>
                  </a:lnTo>
                  <a:lnTo>
                    <a:pt x="284" y="1079"/>
                  </a:lnTo>
                  <a:lnTo>
                    <a:pt x="282" y="1082"/>
                  </a:lnTo>
                  <a:lnTo>
                    <a:pt x="282" y="1082"/>
                  </a:lnTo>
                  <a:lnTo>
                    <a:pt x="282" y="1084"/>
                  </a:lnTo>
                  <a:lnTo>
                    <a:pt x="280" y="1084"/>
                  </a:lnTo>
                  <a:lnTo>
                    <a:pt x="280" y="1086"/>
                  </a:lnTo>
                  <a:lnTo>
                    <a:pt x="280" y="1086"/>
                  </a:lnTo>
                  <a:lnTo>
                    <a:pt x="277" y="1084"/>
                  </a:lnTo>
                  <a:lnTo>
                    <a:pt x="275" y="1084"/>
                  </a:lnTo>
                  <a:lnTo>
                    <a:pt x="275" y="1086"/>
                  </a:lnTo>
                  <a:lnTo>
                    <a:pt x="275" y="1089"/>
                  </a:lnTo>
                  <a:lnTo>
                    <a:pt x="275" y="1089"/>
                  </a:lnTo>
                  <a:lnTo>
                    <a:pt x="275" y="1089"/>
                  </a:lnTo>
                  <a:lnTo>
                    <a:pt x="277" y="1089"/>
                  </a:lnTo>
                  <a:lnTo>
                    <a:pt x="277" y="1089"/>
                  </a:lnTo>
                  <a:lnTo>
                    <a:pt x="280" y="1089"/>
                  </a:lnTo>
                  <a:lnTo>
                    <a:pt x="280" y="1089"/>
                  </a:lnTo>
                  <a:lnTo>
                    <a:pt x="282" y="1089"/>
                  </a:lnTo>
                  <a:lnTo>
                    <a:pt x="282" y="1089"/>
                  </a:lnTo>
                  <a:lnTo>
                    <a:pt x="282" y="1089"/>
                  </a:lnTo>
                  <a:lnTo>
                    <a:pt x="282" y="1089"/>
                  </a:lnTo>
                  <a:lnTo>
                    <a:pt x="282" y="1091"/>
                  </a:lnTo>
                  <a:lnTo>
                    <a:pt x="284" y="1091"/>
                  </a:lnTo>
                  <a:lnTo>
                    <a:pt x="284" y="1091"/>
                  </a:lnTo>
                  <a:lnTo>
                    <a:pt x="284" y="1091"/>
                  </a:lnTo>
                  <a:lnTo>
                    <a:pt x="284" y="1091"/>
                  </a:lnTo>
                  <a:lnTo>
                    <a:pt x="284" y="1096"/>
                  </a:lnTo>
                  <a:lnTo>
                    <a:pt x="284" y="1098"/>
                  </a:lnTo>
                  <a:lnTo>
                    <a:pt x="287" y="1098"/>
                  </a:lnTo>
                  <a:lnTo>
                    <a:pt x="287" y="1101"/>
                  </a:lnTo>
                  <a:lnTo>
                    <a:pt x="284" y="1103"/>
                  </a:lnTo>
                  <a:lnTo>
                    <a:pt x="284" y="1105"/>
                  </a:lnTo>
                  <a:lnTo>
                    <a:pt x="282" y="1108"/>
                  </a:lnTo>
                  <a:lnTo>
                    <a:pt x="282" y="1108"/>
                  </a:lnTo>
                  <a:lnTo>
                    <a:pt x="282" y="1108"/>
                  </a:lnTo>
                  <a:lnTo>
                    <a:pt x="284" y="1108"/>
                  </a:lnTo>
                  <a:lnTo>
                    <a:pt x="284" y="1108"/>
                  </a:lnTo>
                  <a:lnTo>
                    <a:pt x="284" y="1108"/>
                  </a:lnTo>
                  <a:lnTo>
                    <a:pt x="287" y="1105"/>
                  </a:lnTo>
                  <a:lnTo>
                    <a:pt x="289" y="1103"/>
                  </a:lnTo>
                  <a:lnTo>
                    <a:pt x="289" y="1103"/>
                  </a:lnTo>
                  <a:lnTo>
                    <a:pt x="289" y="1103"/>
                  </a:lnTo>
                  <a:lnTo>
                    <a:pt x="289" y="1105"/>
                  </a:lnTo>
                  <a:lnTo>
                    <a:pt x="291" y="1103"/>
                  </a:lnTo>
                  <a:lnTo>
                    <a:pt x="291" y="1103"/>
                  </a:lnTo>
                  <a:lnTo>
                    <a:pt x="291" y="1101"/>
                  </a:lnTo>
                  <a:lnTo>
                    <a:pt x="291" y="1101"/>
                  </a:lnTo>
                  <a:lnTo>
                    <a:pt x="291" y="1098"/>
                  </a:lnTo>
                  <a:lnTo>
                    <a:pt x="291" y="1098"/>
                  </a:lnTo>
                  <a:lnTo>
                    <a:pt x="289" y="1093"/>
                  </a:lnTo>
                  <a:lnTo>
                    <a:pt x="289" y="1091"/>
                  </a:lnTo>
                  <a:lnTo>
                    <a:pt x="289" y="1089"/>
                  </a:lnTo>
                  <a:lnTo>
                    <a:pt x="289" y="1089"/>
                  </a:lnTo>
                  <a:lnTo>
                    <a:pt x="289" y="1089"/>
                  </a:lnTo>
                  <a:close/>
                  <a:moveTo>
                    <a:pt x="344" y="1273"/>
                  </a:move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69"/>
                  </a:lnTo>
                  <a:lnTo>
                    <a:pt x="341" y="1269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3"/>
                  </a:lnTo>
                  <a:lnTo>
                    <a:pt x="341" y="1273"/>
                  </a:lnTo>
                  <a:lnTo>
                    <a:pt x="341" y="1276"/>
                  </a:lnTo>
                  <a:lnTo>
                    <a:pt x="344" y="1273"/>
                  </a:lnTo>
                  <a:lnTo>
                    <a:pt x="344" y="1273"/>
                  </a:lnTo>
                  <a:lnTo>
                    <a:pt x="344" y="1273"/>
                  </a:lnTo>
                  <a:lnTo>
                    <a:pt x="344" y="1273"/>
                  </a:lnTo>
                  <a:close/>
                  <a:moveTo>
                    <a:pt x="299" y="1150"/>
                  </a:moveTo>
                  <a:lnTo>
                    <a:pt x="299" y="1150"/>
                  </a:lnTo>
                  <a:lnTo>
                    <a:pt x="299" y="1153"/>
                  </a:lnTo>
                  <a:lnTo>
                    <a:pt x="299" y="1153"/>
                  </a:lnTo>
                  <a:lnTo>
                    <a:pt x="301" y="1155"/>
                  </a:lnTo>
                  <a:lnTo>
                    <a:pt x="303" y="1157"/>
                  </a:lnTo>
                  <a:lnTo>
                    <a:pt x="303" y="1157"/>
                  </a:lnTo>
                  <a:lnTo>
                    <a:pt x="303" y="1157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2"/>
                  </a:lnTo>
                  <a:lnTo>
                    <a:pt x="308" y="1164"/>
                  </a:lnTo>
                  <a:lnTo>
                    <a:pt x="306" y="1164"/>
                  </a:lnTo>
                  <a:lnTo>
                    <a:pt x="306" y="1164"/>
                  </a:lnTo>
                  <a:lnTo>
                    <a:pt x="306" y="1167"/>
                  </a:lnTo>
                  <a:lnTo>
                    <a:pt x="310" y="1167"/>
                  </a:lnTo>
                  <a:lnTo>
                    <a:pt x="317" y="1179"/>
                  </a:lnTo>
                  <a:lnTo>
                    <a:pt x="317" y="1181"/>
                  </a:lnTo>
                  <a:lnTo>
                    <a:pt x="320" y="1181"/>
                  </a:lnTo>
                  <a:lnTo>
                    <a:pt x="320" y="1181"/>
                  </a:lnTo>
                  <a:lnTo>
                    <a:pt x="320" y="1179"/>
                  </a:lnTo>
                  <a:lnTo>
                    <a:pt x="320" y="1176"/>
                  </a:lnTo>
                  <a:lnTo>
                    <a:pt x="315" y="1169"/>
                  </a:lnTo>
                  <a:lnTo>
                    <a:pt x="315" y="1167"/>
                  </a:lnTo>
                  <a:lnTo>
                    <a:pt x="315" y="1167"/>
                  </a:lnTo>
                  <a:lnTo>
                    <a:pt x="315" y="1164"/>
                  </a:lnTo>
                  <a:lnTo>
                    <a:pt x="315" y="1162"/>
                  </a:lnTo>
                  <a:lnTo>
                    <a:pt x="315" y="1162"/>
                  </a:lnTo>
                  <a:lnTo>
                    <a:pt x="315" y="1160"/>
                  </a:lnTo>
                  <a:lnTo>
                    <a:pt x="313" y="1157"/>
                  </a:lnTo>
                  <a:lnTo>
                    <a:pt x="308" y="1155"/>
                  </a:lnTo>
                  <a:lnTo>
                    <a:pt x="306" y="1153"/>
                  </a:lnTo>
                  <a:lnTo>
                    <a:pt x="303" y="1150"/>
                  </a:lnTo>
                  <a:lnTo>
                    <a:pt x="303" y="1150"/>
                  </a:lnTo>
                  <a:lnTo>
                    <a:pt x="303" y="1148"/>
                  </a:lnTo>
                  <a:lnTo>
                    <a:pt x="303" y="1148"/>
                  </a:lnTo>
                  <a:lnTo>
                    <a:pt x="301" y="1145"/>
                  </a:lnTo>
                  <a:lnTo>
                    <a:pt x="301" y="1145"/>
                  </a:lnTo>
                  <a:lnTo>
                    <a:pt x="301" y="1145"/>
                  </a:lnTo>
                  <a:lnTo>
                    <a:pt x="301" y="1145"/>
                  </a:lnTo>
                  <a:lnTo>
                    <a:pt x="299" y="1145"/>
                  </a:lnTo>
                  <a:lnTo>
                    <a:pt x="299" y="1145"/>
                  </a:lnTo>
                  <a:lnTo>
                    <a:pt x="299" y="1148"/>
                  </a:lnTo>
                  <a:lnTo>
                    <a:pt x="299" y="1148"/>
                  </a:lnTo>
                  <a:lnTo>
                    <a:pt x="299" y="1148"/>
                  </a:lnTo>
                  <a:lnTo>
                    <a:pt x="299" y="1148"/>
                  </a:lnTo>
                  <a:lnTo>
                    <a:pt x="299" y="1150"/>
                  </a:lnTo>
                  <a:close/>
                  <a:moveTo>
                    <a:pt x="351" y="1261"/>
                  </a:moveTo>
                  <a:lnTo>
                    <a:pt x="351" y="1261"/>
                  </a:lnTo>
                  <a:lnTo>
                    <a:pt x="348" y="1259"/>
                  </a:lnTo>
                  <a:lnTo>
                    <a:pt x="351" y="1259"/>
                  </a:lnTo>
                  <a:lnTo>
                    <a:pt x="351" y="1259"/>
                  </a:lnTo>
                  <a:lnTo>
                    <a:pt x="348" y="1257"/>
                  </a:lnTo>
                  <a:lnTo>
                    <a:pt x="348" y="1254"/>
                  </a:lnTo>
                  <a:lnTo>
                    <a:pt x="348" y="1254"/>
                  </a:lnTo>
                  <a:lnTo>
                    <a:pt x="346" y="1254"/>
                  </a:lnTo>
                  <a:lnTo>
                    <a:pt x="346" y="1254"/>
                  </a:lnTo>
                  <a:lnTo>
                    <a:pt x="346" y="1254"/>
                  </a:lnTo>
                  <a:lnTo>
                    <a:pt x="346" y="1257"/>
                  </a:lnTo>
                  <a:lnTo>
                    <a:pt x="346" y="1257"/>
                  </a:lnTo>
                  <a:lnTo>
                    <a:pt x="346" y="1259"/>
                  </a:lnTo>
                  <a:lnTo>
                    <a:pt x="346" y="1259"/>
                  </a:lnTo>
                  <a:lnTo>
                    <a:pt x="346" y="1261"/>
                  </a:lnTo>
                  <a:lnTo>
                    <a:pt x="346" y="1261"/>
                  </a:lnTo>
                  <a:lnTo>
                    <a:pt x="348" y="1261"/>
                  </a:lnTo>
                  <a:lnTo>
                    <a:pt x="348" y="1264"/>
                  </a:lnTo>
                  <a:lnTo>
                    <a:pt x="351" y="1264"/>
                  </a:lnTo>
                  <a:lnTo>
                    <a:pt x="351" y="1264"/>
                  </a:lnTo>
                  <a:lnTo>
                    <a:pt x="353" y="1264"/>
                  </a:lnTo>
                  <a:lnTo>
                    <a:pt x="353" y="1264"/>
                  </a:lnTo>
                  <a:lnTo>
                    <a:pt x="353" y="1261"/>
                  </a:lnTo>
                  <a:lnTo>
                    <a:pt x="351" y="1261"/>
                  </a:lnTo>
                  <a:lnTo>
                    <a:pt x="351" y="1261"/>
                  </a:lnTo>
                  <a:close/>
                  <a:moveTo>
                    <a:pt x="334" y="1217"/>
                  </a:moveTo>
                  <a:lnTo>
                    <a:pt x="332" y="1217"/>
                  </a:lnTo>
                  <a:lnTo>
                    <a:pt x="329" y="1214"/>
                  </a:lnTo>
                  <a:lnTo>
                    <a:pt x="329" y="1214"/>
                  </a:lnTo>
                  <a:lnTo>
                    <a:pt x="329" y="1212"/>
                  </a:lnTo>
                  <a:lnTo>
                    <a:pt x="329" y="1212"/>
                  </a:lnTo>
                  <a:lnTo>
                    <a:pt x="327" y="1212"/>
                  </a:lnTo>
                  <a:lnTo>
                    <a:pt x="327" y="1212"/>
                  </a:lnTo>
                  <a:lnTo>
                    <a:pt x="327" y="1212"/>
                  </a:lnTo>
                  <a:lnTo>
                    <a:pt x="327" y="1214"/>
                  </a:lnTo>
                  <a:lnTo>
                    <a:pt x="327" y="1214"/>
                  </a:lnTo>
                  <a:lnTo>
                    <a:pt x="325" y="1214"/>
                  </a:lnTo>
                  <a:lnTo>
                    <a:pt x="325" y="1214"/>
                  </a:lnTo>
                  <a:lnTo>
                    <a:pt x="327" y="1217"/>
                  </a:lnTo>
                  <a:lnTo>
                    <a:pt x="329" y="1219"/>
                  </a:lnTo>
                  <a:lnTo>
                    <a:pt x="332" y="1219"/>
                  </a:lnTo>
                  <a:lnTo>
                    <a:pt x="332" y="1219"/>
                  </a:lnTo>
                  <a:lnTo>
                    <a:pt x="334" y="1219"/>
                  </a:lnTo>
                  <a:lnTo>
                    <a:pt x="334" y="1221"/>
                  </a:lnTo>
                  <a:lnTo>
                    <a:pt x="334" y="1221"/>
                  </a:lnTo>
                  <a:lnTo>
                    <a:pt x="334" y="1221"/>
                  </a:lnTo>
                  <a:lnTo>
                    <a:pt x="334" y="1219"/>
                  </a:lnTo>
                  <a:lnTo>
                    <a:pt x="334" y="1219"/>
                  </a:lnTo>
                  <a:lnTo>
                    <a:pt x="334" y="1217"/>
                  </a:lnTo>
                  <a:close/>
                  <a:moveTo>
                    <a:pt x="344" y="1257"/>
                  </a:moveTo>
                  <a:lnTo>
                    <a:pt x="339" y="1252"/>
                  </a:lnTo>
                  <a:lnTo>
                    <a:pt x="336" y="1250"/>
                  </a:lnTo>
                  <a:lnTo>
                    <a:pt x="336" y="1250"/>
                  </a:lnTo>
                  <a:lnTo>
                    <a:pt x="336" y="1247"/>
                  </a:lnTo>
                  <a:lnTo>
                    <a:pt x="339" y="1247"/>
                  </a:lnTo>
                  <a:lnTo>
                    <a:pt x="339" y="1247"/>
                  </a:lnTo>
                  <a:lnTo>
                    <a:pt x="339" y="1247"/>
                  </a:lnTo>
                  <a:lnTo>
                    <a:pt x="339" y="1250"/>
                  </a:lnTo>
                  <a:lnTo>
                    <a:pt x="339" y="1250"/>
                  </a:lnTo>
                  <a:lnTo>
                    <a:pt x="341" y="1250"/>
                  </a:lnTo>
                  <a:lnTo>
                    <a:pt x="341" y="1250"/>
                  </a:lnTo>
                  <a:lnTo>
                    <a:pt x="339" y="1245"/>
                  </a:lnTo>
                  <a:lnTo>
                    <a:pt x="334" y="1240"/>
                  </a:lnTo>
                  <a:lnTo>
                    <a:pt x="334" y="1238"/>
                  </a:lnTo>
                  <a:lnTo>
                    <a:pt x="334" y="1238"/>
                  </a:lnTo>
                  <a:lnTo>
                    <a:pt x="334" y="1238"/>
                  </a:lnTo>
                  <a:lnTo>
                    <a:pt x="334" y="1240"/>
                  </a:lnTo>
                  <a:lnTo>
                    <a:pt x="334" y="1243"/>
                  </a:lnTo>
                  <a:lnTo>
                    <a:pt x="334" y="1245"/>
                  </a:lnTo>
                  <a:lnTo>
                    <a:pt x="334" y="1247"/>
                  </a:lnTo>
                  <a:lnTo>
                    <a:pt x="334" y="1247"/>
                  </a:lnTo>
                  <a:lnTo>
                    <a:pt x="334" y="1250"/>
                  </a:lnTo>
                  <a:lnTo>
                    <a:pt x="334" y="1250"/>
                  </a:lnTo>
                  <a:lnTo>
                    <a:pt x="334" y="1252"/>
                  </a:lnTo>
                  <a:lnTo>
                    <a:pt x="334" y="1252"/>
                  </a:lnTo>
                  <a:lnTo>
                    <a:pt x="334" y="1254"/>
                  </a:lnTo>
                  <a:lnTo>
                    <a:pt x="332" y="1254"/>
                  </a:lnTo>
                  <a:lnTo>
                    <a:pt x="332" y="1257"/>
                  </a:lnTo>
                  <a:lnTo>
                    <a:pt x="332" y="1257"/>
                  </a:lnTo>
                  <a:lnTo>
                    <a:pt x="332" y="1259"/>
                  </a:lnTo>
                  <a:lnTo>
                    <a:pt x="334" y="1259"/>
                  </a:lnTo>
                  <a:lnTo>
                    <a:pt x="334" y="1259"/>
                  </a:lnTo>
                  <a:lnTo>
                    <a:pt x="334" y="1259"/>
                  </a:lnTo>
                  <a:lnTo>
                    <a:pt x="334" y="1261"/>
                  </a:lnTo>
                  <a:lnTo>
                    <a:pt x="336" y="1261"/>
                  </a:lnTo>
                  <a:lnTo>
                    <a:pt x="336" y="1261"/>
                  </a:lnTo>
                  <a:lnTo>
                    <a:pt x="339" y="1259"/>
                  </a:lnTo>
                  <a:lnTo>
                    <a:pt x="339" y="1259"/>
                  </a:lnTo>
                  <a:lnTo>
                    <a:pt x="339" y="1257"/>
                  </a:lnTo>
                  <a:lnTo>
                    <a:pt x="336" y="1257"/>
                  </a:lnTo>
                  <a:lnTo>
                    <a:pt x="339" y="1259"/>
                  </a:lnTo>
                  <a:lnTo>
                    <a:pt x="341" y="1259"/>
                  </a:lnTo>
                  <a:lnTo>
                    <a:pt x="344" y="1257"/>
                  </a:lnTo>
                  <a:close/>
                  <a:moveTo>
                    <a:pt x="308" y="1179"/>
                  </a:moveTo>
                  <a:lnTo>
                    <a:pt x="308" y="1179"/>
                  </a:lnTo>
                  <a:lnTo>
                    <a:pt x="308" y="1181"/>
                  </a:lnTo>
                  <a:lnTo>
                    <a:pt x="310" y="1181"/>
                  </a:lnTo>
                  <a:lnTo>
                    <a:pt x="310" y="1183"/>
                  </a:lnTo>
                  <a:lnTo>
                    <a:pt x="313" y="1183"/>
                  </a:lnTo>
                  <a:lnTo>
                    <a:pt x="313" y="1183"/>
                  </a:lnTo>
                  <a:lnTo>
                    <a:pt x="313" y="1183"/>
                  </a:lnTo>
                  <a:lnTo>
                    <a:pt x="315" y="1183"/>
                  </a:lnTo>
                  <a:lnTo>
                    <a:pt x="317" y="1183"/>
                  </a:lnTo>
                  <a:lnTo>
                    <a:pt x="317" y="1183"/>
                  </a:lnTo>
                  <a:lnTo>
                    <a:pt x="315" y="1179"/>
                  </a:lnTo>
                  <a:lnTo>
                    <a:pt x="313" y="1179"/>
                  </a:lnTo>
                  <a:lnTo>
                    <a:pt x="313" y="1179"/>
                  </a:lnTo>
                  <a:lnTo>
                    <a:pt x="313" y="1176"/>
                  </a:lnTo>
                  <a:lnTo>
                    <a:pt x="310" y="1176"/>
                  </a:lnTo>
                  <a:lnTo>
                    <a:pt x="310" y="1176"/>
                  </a:lnTo>
                  <a:lnTo>
                    <a:pt x="310" y="1176"/>
                  </a:lnTo>
                  <a:lnTo>
                    <a:pt x="308" y="1174"/>
                  </a:lnTo>
                  <a:lnTo>
                    <a:pt x="308" y="1174"/>
                  </a:lnTo>
                  <a:lnTo>
                    <a:pt x="308" y="1176"/>
                  </a:lnTo>
                  <a:lnTo>
                    <a:pt x="306" y="1176"/>
                  </a:lnTo>
                  <a:lnTo>
                    <a:pt x="306" y="1176"/>
                  </a:lnTo>
                  <a:lnTo>
                    <a:pt x="308" y="1176"/>
                  </a:lnTo>
                  <a:lnTo>
                    <a:pt x="308" y="1179"/>
                  </a:lnTo>
                  <a:lnTo>
                    <a:pt x="308" y="1179"/>
                  </a:lnTo>
                  <a:lnTo>
                    <a:pt x="308" y="1179"/>
                  </a:lnTo>
                  <a:close/>
                  <a:moveTo>
                    <a:pt x="358" y="1198"/>
                  </a:moveTo>
                  <a:lnTo>
                    <a:pt x="358" y="1198"/>
                  </a:lnTo>
                  <a:lnTo>
                    <a:pt x="358" y="1198"/>
                  </a:lnTo>
                  <a:lnTo>
                    <a:pt x="360" y="1198"/>
                  </a:lnTo>
                  <a:lnTo>
                    <a:pt x="360" y="1198"/>
                  </a:lnTo>
                  <a:lnTo>
                    <a:pt x="360" y="1198"/>
                  </a:lnTo>
                  <a:lnTo>
                    <a:pt x="360" y="1198"/>
                  </a:lnTo>
                  <a:lnTo>
                    <a:pt x="360" y="1200"/>
                  </a:lnTo>
                  <a:lnTo>
                    <a:pt x="362" y="1200"/>
                  </a:lnTo>
                  <a:lnTo>
                    <a:pt x="365" y="1198"/>
                  </a:lnTo>
                  <a:lnTo>
                    <a:pt x="365" y="1195"/>
                  </a:lnTo>
                  <a:lnTo>
                    <a:pt x="365" y="1193"/>
                  </a:lnTo>
                  <a:lnTo>
                    <a:pt x="365" y="1190"/>
                  </a:lnTo>
                  <a:lnTo>
                    <a:pt x="365" y="1190"/>
                  </a:lnTo>
                  <a:lnTo>
                    <a:pt x="362" y="1190"/>
                  </a:lnTo>
                  <a:lnTo>
                    <a:pt x="362" y="1190"/>
                  </a:lnTo>
                  <a:lnTo>
                    <a:pt x="362" y="1190"/>
                  </a:lnTo>
                  <a:lnTo>
                    <a:pt x="360" y="1190"/>
                  </a:lnTo>
                  <a:lnTo>
                    <a:pt x="360" y="1190"/>
                  </a:lnTo>
                  <a:lnTo>
                    <a:pt x="358" y="1193"/>
                  </a:lnTo>
                  <a:lnTo>
                    <a:pt x="358" y="1193"/>
                  </a:lnTo>
                  <a:lnTo>
                    <a:pt x="358" y="1195"/>
                  </a:lnTo>
                  <a:lnTo>
                    <a:pt x="358" y="1195"/>
                  </a:lnTo>
                  <a:lnTo>
                    <a:pt x="358" y="1195"/>
                  </a:lnTo>
                  <a:lnTo>
                    <a:pt x="358" y="1195"/>
                  </a:lnTo>
                  <a:lnTo>
                    <a:pt x="355" y="1198"/>
                  </a:lnTo>
                  <a:lnTo>
                    <a:pt x="358" y="1198"/>
                  </a:lnTo>
                  <a:close/>
                  <a:moveTo>
                    <a:pt x="348" y="1247"/>
                  </a:moveTo>
                  <a:lnTo>
                    <a:pt x="346" y="1245"/>
                  </a:lnTo>
                  <a:lnTo>
                    <a:pt x="346" y="1245"/>
                  </a:lnTo>
                  <a:lnTo>
                    <a:pt x="344" y="1243"/>
                  </a:lnTo>
                  <a:lnTo>
                    <a:pt x="341" y="1243"/>
                  </a:lnTo>
                  <a:lnTo>
                    <a:pt x="341" y="1240"/>
                  </a:lnTo>
                  <a:lnTo>
                    <a:pt x="339" y="1238"/>
                  </a:lnTo>
                  <a:lnTo>
                    <a:pt x="336" y="1235"/>
                  </a:lnTo>
                  <a:lnTo>
                    <a:pt x="334" y="1226"/>
                  </a:lnTo>
                  <a:lnTo>
                    <a:pt x="334" y="1224"/>
                  </a:lnTo>
                  <a:lnTo>
                    <a:pt x="334" y="1224"/>
                  </a:lnTo>
                  <a:lnTo>
                    <a:pt x="332" y="1224"/>
                  </a:lnTo>
                  <a:lnTo>
                    <a:pt x="332" y="1226"/>
                  </a:lnTo>
                  <a:lnTo>
                    <a:pt x="334" y="1228"/>
                  </a:lnTo>
                  <a:lnTo>
                    <a:pt x="334" y="1231"/>
                  </a:lnTo>
                  <a:lnTo>
                    <a:pt x="334" y="1231"/>
                  </a:lnTo>
                  <a:lnTo>
                    <a:pt x="339" y="1240"/>
                  </a:lnTo>
                  <a:lnTo>
                    <a:pt x="344" y="1245"/>
                  </a:lnTo>
                  <a:lnTo>
                    <a:pt x="344" y="1247"/>
                  </a:lnTo>
                  <a:lnTo>
                    <a:pt x="346" y="1250"/>
                  </a:lnTo>
                  <a:lnTo>
                    <a:pt x="346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47"/>
                  </a:lnTo>
                  <a:lnTo>
                    <a:pt x="348" y="1247"/>
                  </a:lnTo>
                  <a:close/>
                  <a:moveTo>
                    <a:pt x="308" y="1105"/>
                  </a:moveTo>
                  <a:lnTo>
                    <a:pt x="308" y="1108"/>
                  </a:lnTo>
                  <a:lnTo>
                    <a:pt x="306" y="1110"/>
                  </a:lnTo>
                  <a:lnTo>
                    <a:pt x="306" y="1110"/>
                  </a:lnTo>
                  <a:lnTo>
                    <a:pt x="306" y="1112"/>
                  </a:lnTo>
                  <a:lnTo>
                    <a:pt x="306" y="1112"/>
                  </a:lnTo>
                  <a:lnTo>
                    <a:pt x="306" y="1112"/>
                  </a:lnTo>
                  <a:lnTo>
                    <a:pt x="308" y="1112"/>
                  </a:lnTo>
                  <a:lnTo>
                    <a:pt x="308" y="1112"/>
                  </a:lnTo>
                  <a:lnTo>
                    <a:pt x="310" y="1112"/>
                  </a:lnTo>
                  <a:lnTo>
                    <a:pt x="313" y="1108"/>
                  </a:lnTo>
                  <a:lnTo>
                    <a:pt x="313" y="1105"/>
                  </a:lnTo>
                  <a:lnTo>
                    <a:pt x="313" y="1103"/>
                  </a:lnTo>
                  <a:lnTo>
                    <a:pt x="310" y="1101"/>
                  </a:lnTo>
                  <a:lnTo>
                    <a:pt x="310" y="1101"/>
                  </a:lnTo>
                  <a:lnTo>
                    <a:pt x="308" y="1101"/>
                  </a:lnTo>
                  <a:lnTo>
                    <a:pt x="308" y="1101"/>
                  </a:lnTo>
                  <a:lnTo>
                    <a:pt x="306" y="1103"/>
                  </a:lnTo>
                  <a:lnTo>
                    <a:pt x="306" y="1103"/>
                  </a:lnTo>
                  <a:lnTo>
                    <a:pt x="303" y="1105"/>
                  </a:lnTo>
                  <a:lnTo>
                    <a:pt x="303" y="1105"/>
                  </a:lnTo>
                  <a:lnTo>
                    <a:pt x="303" y="1105"/>
                  </a:lnTo>
                  <a:lnTo>
                    <a:pt x="306" y="1108"/>
                  </a:lnTo>
                  <a:lnTo>
                    <a:pt x="306" y="1108"/>
                  </a:lnTo>
                  <a:lnTo>
                    <a:pt x="306" y="1108"/>
                  </a:lnTo>
                  <a:lnTo>
                    <a:pt x="308" y="1105"/>
                  </a:lnTo>
                  <a:lnTo>
                    <a:pt x="310" y="1103"/>
                  </a:lnTo>
                  <a:lnTo>
                    <a:pt x="310" y="1103"/>
                  </a:lnTo>
                  <a:lnTo>
                    <a:pt x="310" y="1103"/>
                  </a:lnTo>
                  <a:lnTo>
                    <a:pt x="310" y="1101"/>
                  </a:lnTo>
                  <a:lnTo>
                    <a:pt x="310" y="1101"/>
                  </a:lnTo>
                  <a:lnTo>
                    <a:pt x="310" y="1103"/>
                  </a:lnTo>
                  <a:lnTo>
                    <a:pt x="310" y="1103"/>
                  </a:lnTo>
                  <a:lnTo>
                    <a:pt x="310" y="1105"/>
                  </a:lnTo>
                  <a:lnTo>
                    <a:pt x="308" y="1105"/>
                  </a:lnTo>
                  <a:close/>
                  <a:moveTo>
                    <a:pt x="216" y="1041"/>
                  </a:moveTo>
                  <a:lnTo>
                    <a:pt x="216" y="1044"/>
                  </a:lnTo>
                  <a:lnTo>
                    <a:pt x="216" y="1044"/>
                  </a:lnTo>
                  <a:lnTo>
                    <a:pt x="218" y="1044"/>
                  </a:lnTo>
                  <a:lnTo>
                    <a:pt x="220" y="1046"/>
                  </a:lnTo>
                  <a:lnTo>
                    <a:pt x="220" y="1046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0" y="1044"/>
                  </a:lnTo>
                  <a:lnTo>
                    <a:pt x="220" y="1041"/>
                  </a:lnTo>
                  <a:lnTo>
                    <a:pt x="220" y="1041"/>
                  </a:lnTo>
                  <a:lnTo>
                    <a:pt x="220" y="1041"/>
                  </a:lnTo>
                  <a:lnTo>
                    <a:pt x="218" y="1041"/>
                  </a:lnTo>
                  <a:lnTo>
                    <a:pt x="218" y="1041"/>
                  </a:lnTo>
                  <a:lnTo>
                    <a:pt x="218" y="1041"/>
                  </a:lnTo>
                  <a:lnTo>
                    <a:pt x="216" y="1039"/>
                  </a:lnTo>
                  <a:lnTo>
                    <a:pt x="216" y="1039"/>
                  </a:lnTo>
                  <a:lnTo>
                    <a:pt x="216" y="1041"/>
                  </a:lnTo>
                  <a:lnTo>
                    <a:pt x="216" y="1041"/>
                  </a:lnTo>
                  <a:lnTo>
                    <a:pt x="216" y="1041"/>
                  </a:lnTo>
                  <a:lnTo>
                    <a:pt x="216" y="1041"/>
                  </a:lnTo>
                  <a:close/>
                  <a:moveTo>
                    <a:pt x="171" y="611"/>
                  </a:moveTo>
                  <a:lnTo>
                    <a:pt x="173" y="611"/>
                  </a:lnTo>
                  <a:lnTo>
                    <a:pt x="175" y="608"/>
                  </a:lnTo>
                  <a:lnTo>
                    <a:pt x="178" y="608"/>
                  </a:lnTo>
                  <a:lnTo>
                    <a:pt x="180" y="608"/>
                  </a:lnTo>
                  <a:lnTo>
                    <a:pt x="180" y="608"/>
                  </a:lnTo>
                  <a:lnTo>
                    <a:pt x="185" y="603"/>
                  </a:lnTo>
                  <a:lnTo>
                    <a:pt x="185" y="603"/>
                  </a:lnTo>
                  <a:lnTo>
                    <a:pt x="187" y="603"/>
                  </a:lnTo>
                  <a:lnTo>
                    <a:pt x="187" y="603"/>
                  </a:lnTo>
                  <a:lnTo>
                    <a:pt x="190" y="601"/>
                  </a:lnTo>
                  <a:lnTo>
                    <a:pt x="190" y="599"/>
                  </a:lnTo>
                  <a:lnTo>
                    <a:pt x="192" y="596"/>
                  </a:lnTo>
                  <a:lnTo>
                    <a:pt x="192" y="594"/>
                  </a:lnTo>
                  <a:lnTo>
                    <a:pt x="192" y="594"/>
                  </a:lnTo>
                  <a:lnTo>
                    <a:pt x="190" y="594"/>
                  </a:lnTo>
                  <a:lnTo>
                    <a:pt x="185" y="596"/>
                  </a:lnTo>
                  <a:lnTo>
                    <a:pt x="173" y="603"/>
                  </a:lnTo>
                  <a:lnTo>
                    <a:pt x="171" y="606"/>
                  </a:lnTo>
                  <a:lnTo>
                    <a:pt x="171" y="606"/>
                  </a:lnTo>
                  <a:lnTo>
                    <a:pt x="171" y="608"/>
                  </a:lnTo>
                  <a:lnTo>
                    <a:pt x="171" y="608"/>
                  </a:lnTo>
                  <a:lnTo>
                    <a:pt x="171" y="608"/>
                  </a:lnTo>
                  <a:lnTo>
                    <a:pt x="171" y="611"/>
                  </a:lnTo>
                  <a:lnTo>
                    <a:pt x="171" y="611"/>
                  </a:lnTo>
                  <a:lnTo>
                    <a:pt x="171" y="611"/>
                  </a:lnTo>
                  <a:close/>
                  <a:moveTo>
                    <a:pt x="360" y="1259"/>
                  </a:moveTo>
                  <a:lnTo>
                    <a:pt x="355" y="1259"/>
                  </a:lnTo>
                  <a:lnTo>
                    <a:pt x="355" y="1257"/>
                  </a:lnTo>
                  <a:lnTo>
                    <a:pt x="353" y="1254"/>
                  </a:lnTo>
                  <a:lnTo>
                    <a:pt x="353" y="1254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9"/>
                  </a:lnTo>
                  <a:lnTo>
                    <a:pt x="353" y="1259"/>
                  </a:lnTo>
                  <a:lnTo>
                    <a:pt x="353" y="1261"/>
                  </a:lnTo>
                  <a:lnTo>
                    <a:pt x="353" y="1261"/>
                  </a:lnTo>
                  <a:lnTo>
                    <a:pt x="355" y="1261"/>
                  </a:lnTo>
                  <a:lnTo>
                    <a:pt x="355" y="1261"/>
                  </a:lnTo>
                  <a:lnTo>
                    <a:pt x="355" y="1261"/>
                  </a:lnTo>
                  <a:lnTo>
                    <a:pt x="358" y="1264"/>
                  </a:lnTo>
                  <a:lnTo>
                    <a:pt x="358" y="1264"/>
                  </a:lnTo>
                  <a:lnTo>
                    <a:pt x="360" y="1261"/>
                  </a:lnTo>
                  <a:lnTo>
                    <a:pt x="360" y="1261"/>
                  </a:lnTo>
                  <a:lnTo>
                    <a:pt x="360" y="1261"/>
                  </a:lnTo>
                  <a:lnTo>
                    <a:pt x="362" y="1261"/>
                  </a:lnTo>
                  <a:lnTo>
                    <a:pt x="362" y="1261"/>
                  </a:lnTo>
                  <a:lnTo>
                    <a:pt x="360" y="1261"/>
                  </a:lnTo>
                  <a:lnTo>
                    <a:pt x="360" y="1259"/>
                  </a:lnTo>
                  <a:close/>
                  <a:moveTo>
                    <a:pt x="883" y="1363"/>
                  </a:moveTo>
                  <a:lnTo>
                    <a:pt x="883" y="1361"/>
                  </a:lnTo>
                  <a:lnTo>
                    <a:pt x="881" y="1361"/>
                  </a:lnTo>
                  <a:lnTo>
                    <a:pt x="881" y="1361"/>
                  </a:lnTo>
                  <a:lnTo>
                    <a:pt x="878" y="1361"/>
                  </a:lnTo>
                  <a:lnTo>
                    <a:pt x="878" y="1359"/>
                  </a:lnTo>
                  <a:lnTo>
                    <a:pt x="878" y="1359"/>
                  </a:lnTo>
                  <a:lnTo>
                    <a:pt x="878" y="1356"/>
                  </a:lnTo>
                  <a:lnTo>
                    <a:pt x="878" y="1356"/>
                  </a:lnTo>
                  <a:lnTo>
                    <a:pt x="878" y="1354"/>
                  </a:lnTo>
                  <a:lnTo>
                    <a:pt x="878" y="1354"/>
                  </a:lnTo>
                  <a:lnTo>
                    <a:pt x="878" y="1354"/>
                  </a:lnTo>
                  <a:lnTo>
                    <a:pt x="878" y="1351"/>
                  </a:lnTo>
                  <a:lnTo>
                    <a:pt x="878" y="1351"/>
                  </a:lnTo>
                  <a:lnTo>
                    <a:pt x="876" y="1349"/>
                  </a:lnTo>
                  <a:lnTo>
                    <a:pt x="876" y="1349"/>
                  </a:lnTo>
                  <a:lnTo>
                    <a:pt x="876" y="1349"/>
                  </a:lnTo>
                  <a:lnTo>
                    <a:pt x="874" y="1349"/>
                  </a:lnTo>
                  <a:lnTo>
                    <a:pt x="874" y="1349"/>
                  </a:lnTo>
                  <a:lnTo>
                    <a:pt x="871" y="1347"/>
                  </a:lnTo>
                  <a:lnTo>
                    <a:pt x="871" y="1347"/>
                  </a:lnTo>
                  <a:lnTo>
                    <a:pt x="871" y="1347"/>
                  </a:lnTo>
                  <a:lnTo>
                    <a:pt x="871" y="1347"/>
                  </a:lnTo>
                  <a:lnTo>
                    <a:pt x="869" y="1347"/>
                  </a:lnTo>
                  <a:lnTo>
                    <a:pt x="869" y="1347"/>
                  </a:lnTo>
                  <a:lnTo>
                    <a:pt x="866" y="1347"/>
                  </a:lnTo>
                  <a:lnTo>
                    <a:pt x="866" y="1344"/>
                  </a:lnTo>
                  <a:lnTo>
                    <a:pt x="866" y="1344"/>
                  </a:lnTo>
                  <a:lnTo>
                    <a:pt x="866" y="1342"/>
                  </a:lnTo>
                  <a:lnTo>
                    <a:pt x="866" y="1342"/>
                  </a:lnTo>
                  <a:lnTo>
                    <a:pt x="866" y="1342"/>
                  </a:lnTo>
                  <a:lnTo>
                    <a:pt x="866" y="1342"/>
                  </a:lnTo>
                  <a:lnTo>
                    <a:pt x="866" y="1340"/>
                  </a:lnTo>
                  <a:lnTo>
                    <a:pt x="866" y="1340"/>
                  </a:lnTo>
                  <a:lnTo>
                    <a:pt x="866" y="1340"/>
                  </a:lnTo>
                  <a:lnTo>
                    <a:pt x="864" y="1340"/>
                  </a:lnTo>
                  <a:lnTo>
                    <a:pt x="864" y="1340"/>
                  </a:lnTo>
                  <a:lnTo>
                    <a:pt x="864" y="1337"/>
                  </a:lnTo>
                  <a:lnTo>
                    <a:pt x="864" y="1337"/>
                  </a:lnTo>
                  <a:lnTo>
                    <a:pt x="864" y="1337"/>
                  </a:lnTo>
                  <a:lnTo>
                    <a:pt x="864" y="1337"/>
                  </a:lnTo>
                  <a:lnTo>
                    <a:pt x="864" y="1335"/>
                  </a:lnTo>
                  <a:lnTo>
                    <a:pt x="864" y="1335"/>
                  </a:lnTo>
                  <a:lnTo>
                    <a:pt x="864" y="1335"/>
                  </a:lnTo>
                  <a:lnTo>
                    <a:pt x="864" y="1335"/>
                  </a:lnTo>
                  <a:lnTo>
                    <a:pt x="864" y="1332"/>
                  </a:lnTo>
                  <a:lnTo>
                    <a:pt x="864" y="1332"/>
                  </a:lnTo>
                  <a:lnTo>
                    <a:pt x="862" y="1332"/>
                  </a:lnTo>
                  <a:lnTo>
                    <a:pt x="862" y="1332"/>
                  </a:lnTo>
                  <a:lnTo>
                    <a:pt x="862" y="1330"/>
                  </a:lnTo>
                  <a:lnTo>
                    <a:pt x="862" y="1330"/>
                  </a:lnTo>
                  <a:lnTo>
                    <a:pt x="862" y="1330"/>
                  </a:lnTo>
                  <a:lnTo>
                    <a:pt x="859" y="1330"/>
                  </a:lnTo>
                  <a:lnTo>
                    <a:pt x="859" y="1330"/>
                  </a:lnTo>
                  <a:lnTo>
                    <a:pt x="859" y="1330"/>
                  </a:lnTo>
                  <a:lnTo>
                    <a:pt x="859" y="1328"/>
                  </a:lnTo>
                  <a:lnTo>
                    <a:pt x="859" y="1328"/>
                  </a:lnTo>
                  <a:lnTo>
                    <a:pt x="859" y="1328"/>
                  </a:lnTo>
                  <a:lnTo>
                    <a:pt x="859" y="1328"/>
                  </a:lnTo>
                  <a:lnTo>
                    <a:pt x="857" y="1325"/>
                  </a:lnTo>
                  <a:lnTo>
                    <a:pt x="857" y="1323"/>
                  </a:lnTo>
                  <a:lnTo>
                    <a:pt x="857" y="1321"/>
                  </a:lnTo>
                  <a:lnTo>
                    <a:pt x="859" y="1318"/>
                  </a:lnTo>
                  <a:lnTo>
                    <a:pt x="859" y="1318"/>
                  </a:lnTo>
                  <a:lnTo>
                    <a:pt x="862" y="1316"/>
                  </a:lnTo>
                  <a:lnTo>
                    <a:pt x="862" y="1314"/>
                  </a:lnTo>
                  <a:lnTo>
                    <a:pt x="862" y="1311"/>
                  </a:lnTo>
                  <a:lnTo>
                    <a:pt x="859" y="1311"/>
                  </a:lnTo>
                  <a:lnTo>
                    <a:pt x="859" y="1311"/>
                  </a:lnTo>
                  <a:lnTo>
                    <a:pt x="859" y="1311"/>
                  </a:lnTo>
                  <a:lnTo>
                    <a:pt x="857" y="1314"/>
                  </a:lnTo>
                  <a:lnTo>
                    <a:pt x="857" y="1311"/>
                  </a:lnTo>
                  <a:lnTo>
                    <a:pt x="857" y="1311"/>
                  </a:lnTo>
                  <a:lnTo>
                    <a:pt x="857" y="1311"/>
                  </a:lnTo>
                  <a:lnTo>
                    <a:pt x="857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09"/>
                  </a:lnTo>
                  <a:lnTo>
                    <a:pt x="855" y="1309"/>
                  </a:lnTo>
                  <a:lnTo>
                    <a:pt x="855" y="1309"/>
                  </a:lnTo>
                  <a:lnTo>
                    <a:pt x="852" y="1309"/>
                  </a:lnTo>
                  <a:lnTo>
                    <a:pt x="852" y="1309"/>
                  </a:lnTo>
                  <a:lnTo>
                    <a:pt x="852" y="1309"/>
                  </a:lnTo>
                  <a:lnTo>
                    <a:pt x="852" y="1309"/>
                  </a:lnTo>
                  <a:lnTo>
                    <a:pt x="852" y="1306"/>
                  </a:lnTo>
                  <a:lnTo>
                    <a:pt x="852" y="1306"/>
                  </a:lnTo>
                  <a:lnTo>
                    <a:pt x="852" y="1306"/>
                  </a:lnTo>
                  <a:lnTo>
                    <a:pt x="852" y="1304"/>
                  </a:lnTo>
                  <a:lnTo>
                    <a:pt x="855" y="1304"/>
                  </a:lnTo>
                  <a:lnTo>
                    <a:pt x="855" y="1304"/>
                  </a:lnTo>
                  <a:lnTo>
                    <a:pt x="855" y="1304"/>
                  </a:lnTo>
                  <a:lnTo>
                    <a:pt x="857" y="1304"/>
                  </a:lnTo>
                  <a:lnTo>
                    <a:pt x="857" y="1304"/>
                  </a:lnTo>
                  <a:lnTo>
                    <a:pt x="857" y="1304"/>
                  </a:lnTo>
                  <a:lnTo>
                    <a:pt x="857" y="1302"/>
                  </a:lnTo>
                  <a:lnTo>
                    <a:pt x="857" y="1302"/>
                  </a:lnTo>
                  <a:lnTo>
                    <a:pt x="857" y="1302"/>
                  </a:lnTo>
                  <a:lnTo>
                    <a:pt x="857" y="1299"/>
                  </a:lnTo>
                  <a:lnTo>
                    <a:pt x="859" y="1299"/>
                  </a:lnTo>
                  <a:lnTo>
                    <a:pt x="859" y="1299"/>
                  </a:lnTo>
                  <a:lnTo>
                    <a:pt x="859" y="1299"/>
                  </a:lnTo>
                  <a:lnTo>
                    <a:pt x="859" y="1299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5"/>
                  </a:lnTo>
                  <a:lnTo>
                    <a:pt x="859" y="1295"/>
                  </a:lnTo>
                  <a:lnTo>
                    <a:pt x="859" y="1295"/>
                  </a:lnTo>
                  <a:lnTo>
                    <a:pt x="859" y="1292"/>
                  </a:lnTo>
                  <a:lnTo>
                    <a:pt x="859" y="1292"/>
                  </a:lnTo>
                  <a:lnTo>
                    <a:pt x="859" y="1292"/>
                  </a:lnTo>
                  <a:lnTo>
                    <a:pt x="862" y="1292"/>
                  </a:lnTo>
                  <a:lnTo>
                    <a:pt x="862" y="1292"/>
                  </a:lnTo>
                  <a:lnTo>
                    <a:pt x="862" y="1292"/>
                  </a:lnTo>
                  <a:lnTo>
                    <a:pt x="862" y="1292"/>
                  </a:lnTo>
                  <a:lnTo>
                    <a:pt x="862" y="1290"/>
                  </a:lnTo>
                  <a:lnTo>
                    <a:pt x="862" y="1290"/>
                  </a:lnTo>
                  <a:lnTo>
                    <a:pt x="862" y="1288"/>
                  </a:lnTo>
                  <a:lnTo>
                    <a:pt x="862" y="1285"/>
                  </a:lnTo>
                  <a:lnTo>
                    <a:pt x="862" y="1283"/>
                  </a:lnTo>
                  <a:lnTo>
                    <a:pt x="862" y="1280"/>
                  </a:lnTo>
                  <a:lnTo>
                    <a:pt x="862" y="1280"/>
                  </a:lnTo>
                  <a:lnTo>
                    <a:pt x="862" y="1278"/>
                  </a:lnTo>
                  <a:lnTo>
                    <a:pt x="862" y="1276"/>
                  </a:lnTo>
                  <a:lnTo>
                    <a:pt x="862" y="1276"/>
                  </a:lnTo>
                  <a:lnTo>
                    <a:pt x="862" y="1273"/>
                  </a:lnTo>
                  <a:lnTo>
                    <a:pt x="864" y="1276"/>
                  </a:lnTo>
                  <a:lnTo>
                    <a:pt x="864" y="1276"/>
                  </a:lnTo>
                  <a:lnTo>
                    <a:pt x="864" y="1273"/>
                  </a:lnTo>
                  <a:lnTo>
                    <a:pt x="864" y="1273"/>
                  </a:lnTo>
                  <a:lnTo>
                    <a:pt x="864" y="1271"/>
                  </a:lnTo>
                  <a:lnTo>
                    <a:pt x="864" y="1271"/>
                  </a:lnTo>
                  <a:lnTo>
                    <a:pt x="864" y="1271"/>
                  </a:lnTo>
                  <a:lnTo>
                    <a:pt x="864" y="1269"/>
                  </a:lnTo>
                  <a:lnTo>
                    <a:pt x="864" y="1269"/>
                  </a:lnTo>
                  <a:lnTo>
                    <a:pt x="864" y="1269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1"/>
                  </a:lnTo>
                  <a:lnTo>
                    <a:pt x="864" y="1261"/>
                  </a:lnTo>
                  <a:lnTo>
                    <a:pt x="864" y="1261"/>
                  </a:lnTo>
                  <a:lnTo>
                    <a:pt x="862" y="1261"/>
                  </a:lnTo>
                  <a:lnTo>
                    <a:pt x="862" y="1261"/>
                  </a:lnTo>
                  <a:lnTo>
                    <a:pt x="862" y="1261"/>
                  </a:lnTo>
                  <a:lnTo>
                    <a:pt x="862" y="1259"/>
                  </a:lnTo>
                  <a:lnTo>
                    <a:pt x="862" y="1259"/>
                  </a:lnTo>
                  <a:lnTo>
                    <a:pt x="862" y="1257"/>
                  </a:lnTo>
                  <a:lnTo>
                    <a:pt x="862" y="1257"/>
                  </a:lnTo>
                  <a:lnTo>
                    <a:pt x="862" y="1254"/>
                  </a:lnTo>
                  <a:lnTo>
                    <a:pt x="864" y="1254"/>
                  </a:lnTo>
                  <a:lnTo>
                    <a:pt x="864" y="1252"/>
                  </a:lnTo>
                  <a:lnTo>
                    <a:pt x="864" y="1252"/>
                  </a:lnTo>
                  <a:lnTo>
                    <a:pt x="862" y="1250"/>
                  </a:lnTo>
                  <a:lnTo>
                    <a:pt x="862" y="1250"/>
                  </a:lnTo>
                  <a:lnTo>
                    <a:pt x="862" y="1247"/>
                  </a:lnTo>
                  <a:lnTo>
                    <a:pt x="864" y="1247"/>
                  </a:lnTo>
                  <a:lnTo>
                    <a:pt x="864" y="1245"/>
                  </a:lnTo>
                  <a:lnTo>
                    <a:pt x="864" y="1245"/>
                  </a:lnTo>
                  <a:lnTo>
                    <a:pt x="864" y="1245"/>
                  </a:lnTo>
                  <a:lnTo>
                    <a:pt x="862" y="1243"/>
                  </a:lnTo>
                  <a:lnTo>
                    <a:pt x="862" y="1243"/>
                  </a:lnTo>
                  <a:lnTo>
                    <a:pt x="862" y="1240"/>
                  </a:lnTo>
                  <a:lnTo>
                    <a:pt x="862" y="1240"/>
                  </a:lnTo>
                  <a:lnTo>
                    <a:pt x="864" y="1240"/>
                  </a:lnTo>
                  <a:lnTo>
                    <a:pt x="864" y="1238"/>
                  </a:lnTo>
                  <a:lnTo>
                    <a:pt x="862" y="1238"/>
                  </a:lnTo>
                  <a:lnTo>
                    <a:pt x="862" y="1235"/>
                  </a:lnTo>
                  <a:lnTo>
                    <a:pt x="862" y="1235"/>
                  </a:lnTo>
                  <a:lnTo>
                    <a:pt x="862" y="1233"/>
                  </a:lnTo>
                  <a:lnTo>
                    <a:pt x="859" y="1233"/>
                  </a:lnTo>
                  <a:lnTo>
                    <a:pt x="859" y="1233"/>
                  </a:lnTo>
                  <a:lnTo>
                    <a:pt x="859" y="1233"/>
                  </a:lnTo>
                  <a:lnTo>
                    <a:pt x="859" y="1231"/>
                  </a:lnTo>
                  <a:lnTo>
                    <a:pt x="859" y="1231"/>
                  </a:lnTo>
                  <a:lnTo>
                    <a:pt x="859" y="1231"/>
                  </a:lnTo>
                  <a:lnTo>
                    <a:pt x="859" y="1228"/>
                  </a:lnTo>
                  <a:lnTo>
                    <a:pt x="857" y="1226"/>
                  </a:lnTo>
                  <a:lnTo>
                    <a:pt x="857" y="1226"/>
                  </a:lnTo>
                  <a:lnTo>
                    <a:pt x="857" y="1224"/>
                  </a:lnTo>
                  <a:lnTo>
                    <a:pt x="855" y="1221"/>
                  </a:lnTo>
                  <a:lnTo>
                    <a:pt x="855" y="1219"/>
                  </a:lnTo>
                  <a:lnTo>
                    <a:pt x="855" y="1219"/>
                  </a:lnTo>
                  <a:lnTo>
                    <a:pt x="855" y="1217"/>
                  </a:lnTo>
                  <a:lnTo>
                    <a:pt x="855" y="1217"/>
                  </a:lnTo>
                  <a:lnTo>
                    <a:pt x="852" y="1217"/>
                  </a:lnTo>
                  <a:lnTo>
                    <a:pt x="852" y="1217"/>
                  </a:lnTo>
                  <a:lnTo>
                    <a:pt x="852" y="1214"/>
                  </a:lnTo>
                  <a:lnTo>
                    <a:pt x="850" y="1214"/>
                  </a:lnTo>
                  <a:lnTo>
                    <a:pt x="850" y="1214"/>
                  </a:lnTo>
                  <a:lnTo>
                    <a:pt x="848" y="1214"/>
                  </a:lnTo>
                  <a:lnTo>
                    <a:pt x="845" y="1214"/>
                  </a:lnTo>
                  <a:lnTo>
                    <a:pt x="845" y="1217"/>
                  </a:lnTo>
                  <a:lnTo>
                    <a:pt x="845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4"/>
                  </a:lnTo>
                  <a:lnTo>
                    <a:pt x="840" y="1214"/>
                  </a:lnTo>
                  <a:lnTo>
                    <a:pt x="840" y="1212"/>
                  </a:lnTo>
                  <a:lnTo>
                    <a:pt x="840" y="1209"/>
                  </a:lnTo>
                  <a:lnTo>
                    <a:pt x="838" y="1207"/>
                  </a:lnTo>
                  <a:lnTo>
                    <a:pt x="838" y="1207"/>
                  </a:lnTo>
                  <a:lnTo>
                    <a:pt x="838" y="1207"/>
                  </a:lnTo>
                  <a:lnTo>
                    <a:pt x="840" y="1207"/>
                  </a:lnTo>
                  <a:lnTo>
                    <a:pt x="840" y="1207"/>
                  </a:lnTo>
                  <a:lnTo>
                    <a:pt x="840" y="1205"/>
                  </a:lnTo>
                  <a:lnTo>
                    <a:pt x="840" y="1205"/>
                  </a:lnTo>
                  <a:lnTo>
                    <a:pt x="840" y="1202"/>
                  </a:lnTo>
                  <a:lnTo>
                    <a:pt x="840" y="1202"/>
                  </a:lnTo>
                  <a:lnTo>
                    <a:pt x="840" y="1202"/>
                  </a:lnTo>
                  <a:lnTo>
                    <a:pt x="840" y="1200"/>
                  </a:lnTo>
                  <a:lnTo>
                    <a:pt x="838" y="1200"/>
                  </a:lnTo>
                  <a:lnTo>
                    <a:pt x="838" y="1200"/>
                  </a:lnTo>
                  <a:lnTo>
                    <a:pt x="838" y="1200"/>
                  </a:lnTo>
                  <a:lnTo>
                    <a:pt x="838" y="1198"/>
                  </a:lnTo>
                  <a:lnTo>
                    <a:pt x="836" y="1200"/>
                  </a:lnTo>
                  <a:lnTo>
                    <a:pt x="836" y="1200"/>
                  </a:lnTo>
                  <a:lnTo>
                    <a:pt x="836" y="1200"/>
                  </a:lnTo>
                  <a:lnTo>
                    <a:pt x="836" y="1200"/>
                  </a:lnTo>
                  <a:lnTo>
                    <a:pt x="836" y="1198"/>
                  </a:lnTo>
                  <a:lnTo>
                    <a:pt x="836" y="1198"/>
                  </a:lnTo>
                  <a:lnTo>
                    <a:pt x="836" y="1195"/>
                  </a:lnTo>
                  <a:lnTo>
                    <a:pt x="833" y="1195"/>
                  </a:lnTo>
                  <a:lnTo>
                    <a:pt x="833" y="1195"/>
                  </a:lnTo>
                  <a:lnTo>
                    <a:pt x="831" y="1195"/>
                  </a:lnTo>
                  <a:lnTo>
                    <a:pt x="831" y="1193"/>
                  </a:lnTo>
                  <a:lnTo>
                    <a:pt x="831" y="1193"/>
                  </a:lnTo>
                  <a:lnTo>
                    <a:pt x="831" y="1193"/>
                  </a:lnTo>
                  <a:lnTo>
                    <a:pt x="831" y="1193"/>
                  </a:lnTo>
                  <a:lnTo>
                    <a:pt x="829" y="1190"/>
                  </a:lnTo>
                  <a:lnTo>
                    <a:pt x="829" y="1190"/>
                  </a:lnTo>
                  <a:lnTo>
                    <a:pt x="829" y="1190"/>
                  </a:lnTo>
                  <a:lnTo>
                    <a:pt x="829" y="1188"/>
                  </a:lnTo>
                  <a:lnTo>
                    <a:pt x="829" y="1188"/>
                  </a:lnTo>
                  <a:lnTo>
                    <a:pt x="826" y="1186"/>
                  </a:lnTo>
                  <a:lnTo>
                    <a:pt x="824" y="1186"/>
                  </a:lnTo>
                  <a:lnTo>
                    <a:pt x="824" y="1186"/>
                  </a:lnTo>
                  <a:lnTo>
                    <a:pt x="824" y="1183"/>
                  </a:lnTo>
                  <a:lnTo>
                    <a:pt x="824" y="1181"/>
                  </a:lnTo>
                  <a:lnTo>
                    <a:pt x="826" y="1181"/>
                  </a:lnTo>
                  <a:lnTo>
                    <a:pt x="826" y="1181"/>
                  </a:lnTo>
                  <a:lnTo>
                    <a:pt x="829" y="1181"/>
                  </a:lnTo>
                  <a:lnTo>
                    <a:pt x="829" y="1181"/>
                  </a:lnTo>
                  <a:lnTo>
                    <a:pt x="829" y="1181"/>
                  </a:lnTo>
                  <a:lnTo>
                    <a:pt x="829" y="1179"/>
                  </a:lnTo>
                  <a:lnTo>
                    <a:pt x="829" y="1179"/>
                  </a:lnTo>
                  <a:lnTo>
                    <a:pt x="829" y="1179"/>
                  </a:lnTo>
                  <a:lnTo>
                    <a:pt x="829" y="1179"/>
                  </a:lnTo>
                  <a:lnTo>
                    <a:pt x="826" y="1176"/>
                  </a:lnTo>
                  <a:lnTo>
                    <a:pt x="829" y="1176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6" y="1172"/>
                  </a:lnTo>
                  <a:lnTo>
                    <a:pt x="824" y="1172"/>
                  </a:lnTo>
                  <a:lnTo>
                    <a:pt x="824" y="1172"/>
                  </a:lnTo>
                  <a:lnTo>
                    <a:pt x="824" y="1172"/>
                  </a:lnTo>
                  <a:lnTo>
                    <a:pt x="824" y="1169"/>
                  </a:lnTo>
                  <a:lnTo>
                    <a:pt x="824" y="1169"/>
                  </a:lnTo>
                  <a:lnTo>
                    <a:pt x="822" y="1169"/>
                  </a:lnTo>
                  <a:lnTo>
                    <a:pt x="822" y="1167"/>
                  </a:lnTo>
                  <a:lnTo>
                    <a:pt x="822" y="1167"/>
                  </a:lnTo>
                  <a:lnTo>
                    <a:pt x="822" y="1167"/>
                  </a:lnTo>
                  <a:lnTo>
                    <a:pt x="822" y="1164"/>
                  </a:lnTo>
                  <a:lnTo>
                    <a:pt x="822" y="1164"/>
                  </a:lnTo>
                  <a:lnTo>
                    <a:pt x="822" y="1164"/>
                  </a:lnTo>
                  <a:lnTo>
                    <a:pt x="819" y="1162"/>
                  </a:lnTo>
                  <a:lnTo>
                    <a:pt x="819" y="1162"/>
                  </a:lnTo>
                  <a:lnTo>
                    <a:pt x="819" y="1162"/>
                  </a:lnTo>
                  <a:lnTo>
                    <a:pt x="817" y="1162"/>
                  </a:lnTo>
                  <a:lnTo>
                    <a:pt x="814" y="1162"/>
                  </a:lnTo>
                  <a:lnTo>
                    <a:pt x="814" y="1162"/>
                  </a:lnTo>
                  <a:lnTo>
                    <a:pt x="812" y="1160"/>
                  </a:lnTo>
                  <a:lnTo>
                    <a:pt x="812" y="1160"/>
                  </a:lnTo>
                  <a:lnTo>
                    <a:pt x="810" y="1157"/>
                  </a:lnTo>
                  <a:lnTo>
                    <a:pt x="810" y="1155"/>
                  </a:lnTo>
                  <a:lnTo>
                    <a:pt x="810" y="1155"/>
                  </a:lnTo>
                  <a:lnTo>
                    <a:pt x="810" y="1153"/>
                  </a:lnTo>
                  <a:lnTo>
                    <a:pt x="810" y="1150"/>
                  </a:lnTo>
                  <a:lnTo>
                    <a:pt x="810" y="1150"/>
                  </a:lnTo>
                  <a:lnTo>
                    <a:pt x="810" y="1148"/>
                  </a:lnTo>
                  <a:lnTo>
                    <a:pt x="810" y="1145"/>
                  </a:lnTo>
                  <a:lnTo>
                    <a:pt x="807" y="1145"/>
                  </a:lnTo>
                  <a:lnTo>
                    <a:pt x="805" y="1143"/>
                  </a:lnTo>
                  <a:lnTo>
                    <a:pt x="805" y="1143"/>
                  </a:lnTo>
                  <a:lnTo>
                    <a:pt x="803" y="1141"/>
                  </a:lnTo>
                  <a:lnTo>
                    <a:pt x="803" y="1141"/>
                  </a:lnTo>
                  <a:lnTo>
                    <a:pt x="803" y="1141"/>
                  </a:lnTo>
                  <a:lnTo>
                    <a:pt x="803" y="1138"/>
                  </a:lnTo>
                  <a:lnTo>
                    <a:pt x="803" y="1138"/>
                  </a:lnTo>
                  <a:lnTo>
                    <a:pt x="803" y="1138"/>
                  </a:lnTo>
                  <a:lnTo>
                    <a:pt x="800" y="1138"/>
                  </a:lnTo>
                  <a:lnTo>
                    <a:pt x="800" y="1138"/>
                  </a:lnTo>
                  <a:lnTo>
                    <a:pt x="800" y="1138"/>
                  </a:lnTo>
                  <a:lnTo>
                    <a:pt x="798" y="1136"/>
                  </a:lnTo>
                  <a:lnTo>
                    <a:pt x="798" y="1136"/>
                  </a:lnTo>
                  <a:lnTo>
                    <a:pt x="798" y="1134"/>
                  </a:lnTo>
                  <a:lnTo>
                    <a:pt x="798" y="1134"/>
                  </a:lnTo>
                  <a:lnTo>
                    <a:pt x="798" y="1134"/>
                  </a:lnTo>
                  <a:lnTo>
                    <a:pt x="798" y="1134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29"/>
                  </a:lnTo>
                  <a:lnTo>
                    <a:pt x="798" y="1127"/>
                  </a:lnTo>
                  <a:lnTo>
                    <a:pt x="800" y="1124"/>
                  </a:lnTo>
                  <a:lnTo>
                    <a:pt x="798" y="1122"/>
                  </a:lnTo>
                  <a:lnTo>
                    <a:pt x="798" y="1122"/>
                  </a:lnTo>
                  <a:lnTo>
                    <a:pt x="795" y="1119"/>
                  </a:lnTo>
                  <a:lnTo>
                    <a:pt x="795" y="1119"/>
                  </a:lnTo>
                  <a:lnTo>
                    <a:pt x="795" y="1117"/>
                  </a:lnTo>
                  <a:lnTo>
                    <a:pt x="795" y="1115"/>
                  </a:lnTo>
                  <a:lnTo>
                    <a:pt x="795" y="1115"/>
                  </a:lnTo>
                  <a:lnTo>
                    <a:pt x="795" y="1115"/>
                  </a:lnTo>
                  <a:lnTo>
                    <a:pt x="795" y="1115"/>
                  </a:lnTo>
                  <a:lnTo>
                    <a:pt x="793" y="1112"/>
                  </a:lnTo>
                  <a:lnTo>
                    <a:pt x="793" y="1112"/>
                  </a:lnTo>
                  <a:lnTo>
                    <a:pt x="793" y="1112"/>
                  </a:lnTo>
                  <a:lnTo>
                    <a:pt x="793" y="1110"/>
                  </a:lnTo>
                  <a:lnTo>
                    <a:pt x="793" y="1110"/>
                  </a:lnTo>
                  <a:lnTo>
                    <a:pt x="793" y="1110"/>
                  </a:lnTo>
                  <a:lnTo>
                    <a:pt x="793" y="1108"/>
                  </a:lnTo>
                  <a:lnTo>
                    <a:pt x="791" y="1108"/>
                  </a:lnTo>
                  <a:lnTo>
                    <a:pt x="791" y="1105"/>
                  </a:lnTo>
                  <a:lnTo>
                    <a:pt x="791" y="1105"/>
                  </a:lnTo>
                  <a:lnTo>
                    <a:pt x="788" y="1105"/>
                  </a:lnTo>
                  <a:lnTo>
                    <a:pt x="788" y="1103"/>
                  </a:lnTo>
                  <a:lnTo>
                    <a:pt x="786" y="1101"/>
                  </a:lnTo>
                  <a:lnTo>
                    <a:pt x="788" y="1101"/>
                  </a:lnTo>
                  <a:lnTo>
                    <a:pt x="788" y="1098"/>
                  </a:lnTo>
                  <a:lnTo>
                    <a:pt x="788" y="1096"/>
                  </a:lnTo>
                  <a:lnTo>
                    <a:pt x="788" y="1096"/>
                  </a:lnTo>
                  <a:lnTo>
                    <a:pt x="786" y="1096"/>
                  </a:lnTo>
                  <a:lnTo>
                    <a:pt x="786" y="1093"/>
                  </a:lnTo>
                  <a:lnTo>
                    <a:pt x="786" y="1093"/>
                  </a:lnTo>
                  <a:lnTo>
                    <a:pt x="786" y="1093"/>
                  </a:lnTo>
                  <a:lnTo>
                    <a:pt x="786" y="1091"/>
                  </a:lnTo>
                  <a:lnTo>
                    <a:pt x="786" y="1091"/>
                  </a:lnTo>
                  <a:lnTo>
                    <a:pt x="786" y="1091"/>
                  </a:lnTo>
                  <a:lnTo>
                    <a:pt x="786" y="1089"/>
                  </a:lnTo>
                  <a:lnTo>
                    <a:pt x="786" y="1089"/>
                  </a:lnTo>
                  <a:lnTo>
                    <a:pt x="786" y="1089"/>
                  </a:lnTo>
                  <a:lnTo>
                    <a:pt x="784" y="1089"/>
                  </a:lnTo>
                  <a:lnTo>
                    <a:pt x="784" y="1089"/>
                  </a:lnTo>
                  <a:lnTo>
                    <a:pt x="784" y="1089"/>
                  </a:lnTo>
                  <a:lnTo>
                    <a:pt x="781" y="1089"/>
                  </a:lnTo>
                  <a:lnTo>
                    <a:pt x="781" y="1089"/>
                  </a:lnTo>
                  <a:lnTo>
                    <a:pt x="781" y="1089"/>
                  </a:lnTo>
                  <a:lnTo>
                    <a:pt x="779" y="1089"/>
                  </a:lnTo>
                  <a:lnTo>
                    <a:pt x="779" y="1091"/>
                  </a:lnTo>
                  <a:lnTo>
                    <a:pt x="779" y="1091"/>
                  </a:lnTo>
                  <a:lnTo>
                    <a:pt x="777" y="1091"/>
                  </a:lnTo>
                  <a:lnTo>
                    <a:pt x="777" y="1091"/>
                  </a:lnTo>
                  <a:lnTo>
                    <a:pt x="777" y="1091"/>
                  </a:lnTo>
                  <a:lnTo>
                    <a:pt x="777" y="1093"/>
                  </a:lnTo>
                  <a:lnTo>
                    <a:pt x="777" y="1093"/>
                  </a:lnTo>
                  <a:lnTo>
                    <a:pt x="777" y="1093"/>
                  </a:lnTo>
                  <a:lnTo>
                    <a:pt x="777" y="1093"/>
                  </a:lnTo>
                  <a:lnTo>
                    <a:pt x="777" y="1096"/>
                  </a:lnTo>
                  <a:lnTo>
                    <a:pt x="774" y="1096"/>
                  </a:lnTo>
                  <a:lnTo>
                    <a:pt x="772" y="1093"/>
                  </a:lnTo>
                  <a:lnTo>
                    <a:pt x="769" y="1093"/>
                  </a:lnTo>
                  <a:lnTo>
                    <a:pt x="769" y="1093"/>
                  </a:lnTo>
                  <a:lnTo>
                    <a:pt x="769" y="1091"/>
                  </a:lnTo>
                  <a:lnTo>
                    <a:pt x="769" y="1089"/>
                  </a:lnTo>
                  <a:lnTo>
                    <a:pt x="769" y="1086"/>
                  </a:lnTo>
                  <a:lnTo>
                    <a:pt x="769" y="1086"/>
                  </a:lnTo>
                  <a:lnTo>
                    <a:pt x="769" y="1084"/>
                  </a:lnTo>
                  <a:lnTo>
                    <a:pt x="769" y="1084"/>
                  </a:lnTo>
                  <a:lnTo>
                    <a:pt x="769" y="1082"/>
                  </a:lnTo>
                  <a:lnTo>
                    <a:pt x="769" y="1082"/>
                  </a:lnTo>
                  <a:lnTo>
                    <a:pt x="769" y="1082"/>
                  </a:lnTo>
                  <a:lnTo>
                    <a:pt x="767" y="1082"/>
                  </a:lnTo>
                  <a:lnTo>
                    <a:pt x="767" y="1079"/>
                  </a:lnTo>
                  <a:lnTo>
                    <a:pt x="767" y="1079"/>
                  </a:lnTo>
                  <a:lnTo>
                    <a:pt x="767" y="1079"/>
                  </a:lnTo>
                  <a:lnTo>
                    <a:pt x="767" y="1077"/>
                  </a:lnTo>
                  <a:lnTo>
                    <a:pt x="767" y="1077"/>
                  </a:lnTo>
                  <a:lnTo>
                    <a:pt x="767" y="1074"/>
                  </a:lnTo>
                  <a:lnTo>
                    <a:pt x="767" y="1074"/>
                  </a:lnTo>
                  <a:lnTo>
                    <a:pt x="767" y="1072"/>
                  </a:lnTo>
                  <a:lnTo>
                    <a:pt x="767" y="1072"/>
                  </a:lnTo>
                  <a:lnTo>
                    <a:pt x="767" y="1072"/>
                  </a:lnTo>
                  <a:lnTo>
                    <a:pt x="765" y="1070"/>
                  </a:lnTo>
                  <a:lnTo>
                    <a:pt x="765" y="1070"/>
                  </a:lnTo>
                  <a:lnTo>
                    <a:pt x="765" y="1067"/>
                  </a:lnTo>
                  <a:lnTo>
                    <a:pt x="762" y="1067"/>
                  </a:lnTo>
                  <a:lnTo>
                    <a:pt x="762" y="1067"/>
                  </a:lnTo>
                  <a:lnTo>
                    <a:pt x="762" y="1065"/>
                  </a:lnTo>
                  <a:lnTo>
                    <a:pt x="760" y="1065"/>
                  </a:lnTo>
                  <a:lnTo>
                    <a:pt x="760" y="1065"/>
                  </a:lnTo>
                  <a:lnTo>
                    <a:pt x="760" y="1063"/>
                  </a:lnTo>
                  <a:lnTo>
                    <a:pt x="760" y="1063"/>
                  </a:lnTo>
                  <a:lnTo>
                    <a:pt x="760" y="1063"/>
                  </a:lnTo>
                  <a:lnTo>
                    <a:pt x="760" y="1060"/>
                  </a:lnTo>
                  <a:lnTo>
                    <a:pt x="760" y="1060"/>
                  </a:lnTo>
                  <a:lnTo>
                    <a:pt x="760" y="1060"/>
                  </a:lnTo>
                  <a:lnTo>
                    <a:pt x="760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58"/>
                  </a:lnTo>
                  <a:lnTo>
                    <a:pt x="758" y="1058"/>
                  </a:lnTo>
                  <a:lnTo>
                    <a:pt x="758" y="1058"/>
                  </a:lnTo>
                  <a:lnTo>
                    <a:pt x="758" y="1056"/>
                  </a:lnTo>
                  <a:lnTo>
                    <a:pt x="758" y="1056"/>
                  </a:lnTo>
                  <a:lnTo>
                    <a:pt x="758" y="1053"/>
                  </a:lnTo>
                  <a:lnTo>
                    <a:pt x="758" y="1053"/>
                  </a:lnTo>
                  <a:lnTo>
                    <a:pt x="758" y="1053"/>
                  </a:lnTo>
                  <a:lnTo>
                    <a:pt x="758" y="1051"/>
                  </a:lnTo>
                  <a:lnTo>
                    <a:pt x="758" y="1051"/>
                  </a:lnTo>
                  <a:lnTo>
                    <a:pt x="760" y="1051"/>
                  </a:lnTo>
                  <a:lnTo>
                    <a:pt x="758" y="1048"/>
                  </a:lnTo>
                  <a:lnTo>
                    <a:pt x="758" y="1048"/>
                  </a:lnTo>
                  <a:lnTo>
                    <a:pt x="758" y="1048"/>
                  </a:lnTo>
                  <a:lnTo>
                    <a:pt x="758" y="1046"/>
                  </a:lnTo>
                  <a:lnTo>
                    <a:pt x="758" y="1048"/>
                  </a:lnTo>
                  <a:lnTo>
                    <a:pt x="758" y="1048"/>
                  </a:lnTo>
                  <a:lnTo>
                    <a:pt x="755" y="1051"/>
                  </a:lnTo>
                  <a:lnTo>
                    <a:pt x="755" y="1051"/>
                  </a:lnTo>
                  <a:lnTo>
                    <a:pt x="753" y="1051"/>
                  </a:lnTo>
                  <a:lnTo>
                    <a:pt x="751" y="1048"/>
                  </a:lnTo>
                  <a:lnTo>
                    <a:pt x="748" y="1048"/>
                  </a:lnTo>
                  <a:lnTo>
                    <a:pt x="746" y="1048"/>
                  </a:lnTo>
                  <a:lnTo>
                    <a:pt x="743" y="1048"/>
                  </a:lnTo>
                  <a:lnTo>
                    <a:pt x="743" y="1048"/>
                  </a:lnTo>
                  <a:lnTo>
                    <a:pt x="741" y="1048"/>
                  </a:lnTo>
                  <a:lnTo>
                    <a:pt x="741" y="1044"/>
                  </a:lnTo>
                  <a:lnTo>
                    <a:pt x="739" y="1044"/>
                  </a:lnTo>
                  <a:lnTo>
                    <a:pt x="739" y="1041"/>
                  </a:lnTo>
                  <a:lnTo>
                    <a:pt x="736" y="1041"/>
                  </a:lnTo>
                  <a:lnTo>
                    <a:pt x="736" y="1041"/>
                  </a:lnTo>
                  <a:lnTo>
                    <a:pt x="734" y="1039"/>
                  </a:lnTo>
                  <a:lnTo>
                    <a:pt x="734" y="1037"/>
                  </a:lnTo>
                  <a:lnTo>
                    <a:pt x="734" y="1034"/>
                  </a:lnTo>
                  <a:lnTo>
                    <a:pt x="734" y="1032"/>
                  </a:lnTo>
                  <a:lnTo>
                    <a:pt x="736" y="1032"/>
                  </a:lnTo>
                  <a:lnTo>
                    <a:pt x="736" y="1030"/>
                  </a:lnTo>
                  <a:lnTo>
                    <a:pt x="739" y="1030"/>
                  </a:lnTo>
                  <a:lnTo>
                    <a:pt x="741" y="1027"/>
                  </a:lnTo>
                  <a:lnTo>
                    <a:pt x="741" y="1025"/>
                  </a:lnTo>
                  <a:lnTo>
                    <a:pt x="741" y="1025"/>
                  </a:lnTo>
                  <a:lnTo>
                    <a:pt x="739" y="1022"/>
                  </a:lnTo>
                  <a:lnTo>
                    <a:pt x="736" y="1020"/>
                  </a:lnTo>
                  <a:lnTo>
                    <a:pt x="736" y="1020"/>
                  </a:lnTo>
                  <a:lnTo>
                    <a:pt x="734" y="1018"/>
                  </a:lnTo>
                  <a:lnTo>
                    <a:pt x="732" y="1018"/>
                  </a:lnTo>
                  <a:lnTo>
                    <a:pt x="729" y="1015"/>
                  </a:lnTo>
                  <a:lnTo>
                    <a:pt x="729" y="1013"/>
                  </a:lnTo>
                  <a:lnTo>
                    <a:pt x="729" y="1013"/>
                  </a:lnTo>
                  <a:lnTo>
                    <a:pt x="727" y="1013"/>
                  </a:lnTo>
                  <a:lnTo>
                    <a:pt x="727" y="1013"/>
                  </a:lnTo>
                  <a:lnTo>
                    <a:pt x="727" y="1013"/>
                  </a:lnTo>
                  <a:lnTo>
                    <a:pt x="727" y="1013"/>
                  </a:lnTo>
                  <a:lnTo>
                    <a:pt x="727" y="1015"/>
                  </a:lnTo>
                  <a:lnTo>
                    <a:pt x="727" y="1015"/>
                  </a:lnTo>
                  <a:lnTo>
                    <a:pt x="724" y="1015"/>
                  </a:lnTo>
                  <a:lnTo>
                    <a:pt x="724" y="1015"/>
                  </a:lnTo>
                  <a:lnTo>
                    <a:pt x="724" y="1015"/>
                  </a:lnTo>
                  <a:lnTo>
                    <a:pt x="724" y="1015"/>
                  </a:lnTo>
                  <a:lnTo>
                    <a:pt x="724" y="1018"/>
                  </a:lnTo>
                  <a:lnTo>
                    <a:pt x="724" y="1018"/>
                  </a:lnTo>
                  <a:lnTo>
                    <a:pt x="724" y="1018"/>
                  </a:lnTo>
                  <a:lnTo>
                    <a:pt x="722" y="1020"/>
                  </a:lnTo>
                  <a:lnTo>
                    <a:pt x="722" y="1018"/>
                  </a:lnTo>
                  <a:lnTo>
                    <a:pt x="720" y="1018"/>
                  </a:lnTo>
                  <a:lnTo>
                    <a:pt x="717" y="1018"/>
                  </a:lnTo>
                  <a:lnTo>
                    <a:pt x="717" y="1018"/>
                  </a:lnTo>
                  <a:lnTo>
                    <a:pt x="715" y="1020"/>
                  </a:lnTo>
                  <a:lnTo>
                    <a:pt x="715" y="1020"/>
                  </a:lnTo>
                  <a:lnTo>
                    <a:pt x="715" y="1020"/>
                  </a:lnTo>
                  <a:lnTo>
                    <a:pt x="713" y="1018"/>
                  </a:lnTo>
                  <a:lnTo>
                    <a:pt x="715" y="1018"/>
                  </a:lnTo>
                  <a:lnTo>
                    <a:pt x="715" y="1018"/>
                  </a:lnTo>
                  <a:lnTo>
                    <a:pt x="715" y="1018"/>
                  </a:lnTo>
                  <a:lnTo>
                    <a:pt x="715" y="1015"/>
                  </a:lnTo>
                  <a:lnTo>
                    <a:pt x="713" y="1015"/>
                  </a:lnTo>
                  <a:lnTo>
                    <a:pt x="713" y="1013"/>
                  </a:lnTo>
                  <a:lnTo>
                    <a:pt x="713" y="1013"/>
                  </a:lnTo>
                  <a:lnTo>
                    <a:pt x="715" y="1011"/>
                  </a:lnTo>
                  <a:lnTo>
                    <a:pt x="715" y="1011"/>
                  </a:lnTo>
                  <a:lnTo>
                    <a:pt x="717" y="1011"/>
                  </a:lnTo>
                  <a:lnTo>
                    <a:pt x="717" y="1011"/>
                  </a:lnTo>
                  <a:lnTo>
                    <a:pt x="717" y="1011"/>
                  </a:lnTo>
                  <a:lnTo>
                    <a:pt x="717" y="1008"/>
                  </a:lnTo>
                  <a:lnTo>
                    <a:pt x="715" y="1008"/>
                  </a:lnTo>
                  <a:lnTo>
                    <a:pt x="715" y="1008"/>
                  </a:lnTo>
                  <a:lnTo>
                    <a:pt x="715" y="1008"/>
                  </a:lnTo>
                  <a:lnTo>
                    <a:pt x="715" y="1006"/>
                  </a:lnTo>
                  <a:lnTo>
                    <a:pt x="715" y="1006"/>
                  </a:lnTo>
                  <a:lnTo>
                    <a:pt x="715" y="1006"/>
                  </a:lnTo>
                  <a:lnTo>
                    <a:pt x="715" y="1003"/>
                  </a:lnTo>
                  <a:lnTo>
                    <a:pt x="715" y="1003"/>
                  </a:lnTo>
                  <a:lnTo>
                    <a:pt x="715" y="1003"/>
                  </a:lnTo>
                  <a:lnTo>
                    <a:pt x="715" y="1001"/>
                  </a:lnTo>
                  <a:lnTo>
                    <a:pt x="715" y="1001"/>
                  </a:lnTo>
                  <a:lnTo>
                    <a:pt x="715" y="1001"/>
                  </a:lnTo>
                  <a:lnTo>
                    <a:pt x="713" y="999"/>
                  </a:lnTo>
                  <a:lnTo>
                    <a:pt x="713" y="999"/>
                  </a:lnTo>
                  <a:lnTo>
                    <a:pt x="713" y="999"/>
                  </a:lnTo>
                  <a:lnTo>
                    <a:pt x="713" y="996"/>
                  </a:lnTo>
                  <a:lnTo>
                    <a:pt x="713" y="996"/>
                  </a:lnTo>
                  <a:lnTo>
                    <a:pt x="713" y="996"/>
                  </a:lnTo>
                  <a:lnTo>
                    <a:pt x="713" y="994"/>
                  </a:lnTo>
                  <a:lnTo>
                    <a:pt x="713" y="994"/>
                  </a:lnTo>
                  <a:lnTo>
                    <a:pt x="715" y="994"/>
                  </a:lnTo>
                  <a:lnTo>
                    <a:pt x="715" y="994"/>
                  </a:lnTo>
                  <a:lnTo>
                    <a:pt x="717" y="992"/>
                  </a:lnTo>
                  <a:lnTo>
                    <a:pt x="717" y="992"/>
                  </a:lnTo>
                  <a:lnTo>
                    <a:pt x="715" y="989"/>
                  </a:lnTo>
                  <a:lnTo>
                    <a:pt x="715" y="989"/>
                  </a:lnTo>
                  <a:lnTo>
                    <a:pt x="715" y="987"/>
                  </a:lnTo>
                  <a:lnTo>
                    <a:pt x="715" y="987"/>
                  </a:lnTo>
                  <a:lnTo>
                    <a:pt x="715" y="985"/>
                  </a:lnTo>
                  <a:lnTo>
                    <a:pt x="715" y="982"/>
                  </a:lnTo>
                  <a:lnTo>
                    <a:pt x="715" y="982"/>
                  </a:lnTo>
                  <a:lnTo>
                    <a:pt x="713" y="982"/>
                  </a:lnTo>
                  <a:lnTo>
                    <a:pt x="713" y="980"/>
                  </a:lnTo>
                  <a:lnTo>
                    <a:pt x="713" y="980"/>
                  </a:lnTo>
                  <a:lnTo>
                    <a:pt x="713" y="980"/>
                  </a:lnTo>
                  <a:lnTo>
                    <a:pt x="713" y="977"/>
                  </a:lnTo>
                  <a:lnTo>
                    <a:pt x="713" y="977"/>
                  </a:lnTo>
                  <a:lnTo>
                    <a:pt x="715" y="977"/>
                  </a:lnTo>
                  <a:lnTo>
                    <a:pt x="715" y="975"/>
                  </a:lnTo>
                  <a:lnTo>
                    <a:pt x="713" y="975"/>
                  </a:lnTo>
                  <a:lnTo>
                    <a:pt x="713" y="975"/>
                  </a:lnTo>
                  <a:lnTo>
                    <a:pt x="713" y="973"/>
                  </a:lnTo>
                  <a:lnTo>
                    <a:pt x="713" y="973"/>
                  </a:lnTo>
                  <a:lnTo>
                    <a:pt x="713" y="973"/>
                  </a:lnTo>
                  <a:lnTo>
                    <a:pt x="713" y="970"/>
                  </a:lnTo>
                  <a:lnTo>
                    <a:pt x="713" y="970"/>
                  </a:lnTo>
                  <a:lnTo>
                    <a:pt x="710" y="970"/>
                  </a:lnTo>
                  <a:lnTo>
                    <a:pt x="710" y="968"/>
                  </a:lnTo>
                  <a:lnTo>
                    <a:pt x="710" y="968"/>
                  </a:lnTo>
                  <a:lnTo>
                    <a:pt x="708" y="968"/>
                  </a:lnTo>
                  <a:lnTo>
                    <a:pt x="708" y="970"/>
                  </a:lnTo>
                  <a:lnTo>
                    <a:pt x="706" y="970"/>
                  </a:lnTo>
                  <a:lnTo>
                    <a:pt x="706" y="970"/>
                  </a:lnTo>
                  <a:lnTo>
                    <a:pt x="706" y="970"/>
                  </a:lnTo>
                  <a:lnTo>
                    <a:pt x="703" y="968"/>
                  </a:lnTo>
                  <a:lnTo>
                    <a:pt x="706" y="968"/>
                  </a:lnTo>
                  <a:lnTo>
                    <a:pt x="706" y="966"/>
                  </a:lnTo>
                  <a:lnTo>
                    <a:pt x="703" y="963"/>
                  </a:lnTo>
                  <a:lnTo>
                    <a:pt x="703" y="961"/>
                  </a:lnTo>
                  <a:lnTo>
                    <a:pt x="703" y="961"/>
                  </a:lnTo>
                  <a:lnTo>
                    <a:pt x="706" y="958"/>
                  </a:lnTo>
                  <a:lnTo>
                    <a:pt x="706" y="956"/>
                  </a:lnTo>
                  <a:lnTo>
                    <a:pt x="706" y="956"/>
                  </a:lnTo>
                  <a:lnTo>
                    <a:pt x="706" y="954"/>
                  </a:lnTo>
                  <a:lnTo>
                    <a:pt x="703" y="954"/>
                  </a:lnTo>
                  <a:lnTo>
                    <a:pt x="703" y="954"/>
                  </a:lnTo>
                  <a:lnTo>
                    <a:pt x="703" y="954"/>
                  </a:lnTo>
                  <a:lnTo>
                    <a:pt x="703" y="954"/>
                  </a:lnTo>
                  <a:lnTo>
                    <a:pt x="703" y="951"/>
                  </a:lnTo>
                  <a:lnTo>
                    <a:pt x="703" y="951"/>
                  </a:lnTo>
                  <a:lnTo>
                    <a:pt x="701" y="951"/>
                  </a:lnTo>
                  <a:lnTo>
                    <a:pt x="701" y="951"/>
                  </a:lnTo>
                  <a:lnTo>
                    <a:pt x="701" y="951"/>
                  </a:lnTo>
                  <a:lnTo>
                    <a:pt x="701" y="951"/>
                  </a:lnTo>
                  <a:lnTo>
                    <a:pt x="701" y="949"/>
                  </a:lnTo>
                  <a:lnTo>
                    <a:pt x="701" y="949"/>
                  </a:lnTo>
                  <a:lnTo>
                    <a:pt x="703" y="949"/>
                  </a:lnTo>
                  <a:lnTo>
                    <a:pt x="703" y="949"/>
                  </a:lnTo>
                  <a:lnTo>
                    <a:pt x="703" y="947"/>
                  </a:lnTo>
                  <a:lnTo>
                    <a:pt x="703" y="947"/>
                  </a:lnTo>
                  <a:lnTo>
                    <a:pt x="703" y="947"/>
                  </a:lnTo>
                  <a:lnTo>
                    <a:pt x="701" y="944"/>
                  </a:lnTo>
                  <a:lnTo>
                    <a:pt x="701" y="944"/>
                  </a:lnTo>
                  <a:lnTo>
                    <a:pt x="701" y="942"/>
                  </a:lnTo>
                  <a:lnTo>
                    <a:pt x="698" y="940"/>
                  </a:lnTo>
                  <a:lnTo>
                    <a:pt x="698" y="937"/>
                  </a:lnTo>
                  <a:lnTo>
                    <a:pt x="698" y="937"/>
                  </a:lnTo>
                  <a:lnTo>
                    <a:pt x="696" y="937"/>
                  </a:lnTo>
                  <a:lnTo>
                    <a:pt x="696" y="937"/>
                  </a:lnTo>
                  <a:lnTo>
                    <a:pt x="696" y="935"/>
                  </a:lnTo>
                  <a:lnTo>
                    <a:pt x="696" y="935"/>
                  </a:lnTo>
                  <a:lnTo>
                    <a:pt x="694" y="935"/>
                  </a:lnTo>
                  <a:lnTo>
                    <a:pt x="694" y="932"/>
                  </a:lnTo>
                  <a:lnTo>
                    <a:pt x="694" y="932"/>
                  </a:lnTo>
                  <a:lnTo>
                    <a:pt x="691" y="932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7"/>
                  </a:lnTo>
                  <a:lnTo>
                    <a:pt x="691" y="937"/>
                  </a:lnTo>
                  <a:lnTo>
                    <a:pt x="691" y="937"/>
                  </a:lnTo>
                  <a:lnTo>
                    <a:pt x="689" y="937"/>
                  </a:lnTo>
                  <a:lnTo>
                    <a:pt x="689" y="940"/>
                  </a:lnTo>
                  <a:lnTo>
                    <a:pt x="689" y="940"/>
                  </a:lnTo>
                  <a:lnTo>
                    <a:pt x="689" y="940"/>
                  </a:lnTo>
                  <a:lnTo>
                    <a:pt x="689" y="942"/>
                  </a:lnTo>
                  <a:lnTo>
                    <a:pt x="689" y="942"/>
                  </a:lnTo>
                  <a:lnTo>
                    <a:pt x="689" y="942"/>
                  </a:lnTo>
                  <a:lnTo>
                    <a:pt x="687" y="940"/>
                  </a:lnTo>
                  <a:lnTo>
                    <a:pt x="687" y="940"/>
                  </a:lnTo>
                  <a:lnTo>
                    <a:pt x="687" y="940"/>
                  </a:lnTo>
                  <a:lnTo>
                    <a:pt x="687" y="940"/>
                  </a:lnTo>
                  <a:lnTo>
                    <a:pt x="684" y="937"/>
                  </a:lnTo>
                  <a:lnTo>
                    <a:pt x="684" y="937"/>
                  </a:lnTo>
                  <a:lnTo>
                    <a:pt x="684" y="937"/>
                  </a:lnTo>
                  <a:lnTo>
                    <a:pt x="684" y="937"/>
                  </a:lnTo>
                  <a:lnTo>
                    <a:pt x="684" y="935"/>
                  </a:lnTo>
                  <a:lnTo>
                    <a:pt x="682" y="935"/>
                  </a:lnTo>
                  <a:lnTo>
                    <a:pt x="682" y="935"/>
                  </a:lnTo>
                  <a:lnTo>
                    <a:pt x="682" y="935"/>
                  </a:lnTo>
                  <a:lnTo>
                    <a:pt x="680" y="935"/>
                  </a:lnTo>
                  <a:lnTo>
                    <a:pt x="680" y="935"/>
                  </a:lnTo>
                  <a:lnTo>
                    <a:pt x="680" y="932"/>
                  </a:lnTo>
                  <a:lnTo>
                    <a:pt x="680" y="932"/>
                  </a:lnTo>
                  <a:lnTo>
                    <a:pt x="677" y="932"/>
                  </a:lnTo>
                  <a:lnTo>
                    <a:pt x="677" y="932"/>
                  </a:lnTo>
                  <a:lnTo>
                    <a:pt x="677" y="930"/>
                  </a:lnTo>
                  <a:lnTo>
                    <a:pt x="677" y="928"/>
                  </a:lnTo>
                  <a:lnTo>
                    <a:pt x="675" y="925"/>
                  </a:lnTo>
                  <a:lnTo>
                    <a:pt x="675" y="925"/>
                  </a:lnTo>
                  <a:lnTo>
                    <a:pt x="675" y="923"/>
                  </a:lnTo>
                  <a:lnTo>
                    <a:pt x="675" y="923"/>
                  </a:lnTo>
                  <a:lnTo>
                    <a:pt x="675" y="921"/>
                  </a:lnTo>
                  <a:lnTo>
                    <a:pt x="675" y="921"/>
                  </a:lnTo>
                  <a:lnTo>
                    <a:pt x="675" y="918"/>
                  </a:lnTo>
                  <a:lnTo>
                    <a:pt x="675" y="918"/>
                  </a:lnTo>
                  <a:lnTo>
                    <a:pt x="675" y="918"/>
                  </a:lnTo>
                  <a:lnTo>
                    <a:pt x="675" y="916"/>
                  </a:lnTo>
                  <a:lnTo>
                    <a:pt x="675" y="916"/>
                  </a:lnTo>
                  <a:lnTo>
                    <a:pt x="672" y="916"/>
                  </a:lnTo>
                  <a:lnTo>
                    <a:pt x="672" y="916"/>
                  </a:lnTo>
                  <a:lnTo>
                    <a:pt x="672" y="916"/>
                  </a:lnTo>
                  <a:lnTo>
                    <a:pt x="670" y="916"/>
                  </a:lnTo>
                  <a:lnTo>
                    <a:pt x="670" y="916"/>
                  </a:lnTo>
                  <a:lnTo>
                    <a:pt x="668" y="916"/>
                  </a:lnTo>
                  <a:lnTo>
                    <a:pt x="668" y="914"/>
                  </a:lnTo>
                  <a:lnTo>
                    <a:pt x="668" y="914"/>
                  </a:lnTo>
                  <a:lnTo>
                    <a:pt x="665" y="914"/>
                  </a:lnTo>
                  <a:lnTo>
                    <a:pt x="665" y="914"/>
                  </a:lnTo>
                  <a:lnTo>
                    <a:pt x="665" y="914"/>
                  </a:lnTo>
                  <a:lnTo>
                    <a:pt x="663" y="914"/>
                  </a:lnTo>
                  <a:lnTo>
                    <a:pt x="663" y="914"/>
                  </a:lnTo>
                  <a:lnTo>
                    <a:pt x="663" y="914"/>
                  </a:lnTo>
                  <a:lnTo>
                    <a:pt x="663" y="914"/>
                  </a:lnTo>
                  <a:lnTo>
                    <a:pt x="661" y="914"/>
                  </a:lnTo>
                  <a:lnTo>
                    <a:pt x="661" y="911"/>
                  </a:lnTo>
                  <a:lnTo>
                    <a:pt x="658" y="911"/>
                  </a:lnTo>
                  <a:lnTo>
                    <a:pt x="658" y="909"/>
                  </a:lnTo>
                  <a:lnTo>
                    <a:pt x="658" y="906"/>
                  </a:lnTo>
                  <a:lnTo>
                    <a:pt x="658" y="906"/>
                  </a:lnTo>
                  <a:lnTo>
                    <a:pt x="658" y="904"/>
                  </a:lnTo>
                  <a:lnTo>
                    <a:pt x="658" y="902"/>
                  </a:lnTo>
                  <a:lnTo>
                    <a:pt x="656" y="899"/>
                  </a:lnTo>
                  <a:lnTo>
                    <a:pt x="656" y="899"/>
                  </a:lnTo>
                  <a:lnTo>
                    <a:pt x="656" y="897"/>
                  </a:lnTo>
                  <a:lnTo>
                    <a:pt x="654" y="897"/>
                  </a:lnTo>
                  <a:lnTo>
                    <a:pt x="654" y="897"/>
                  </a:lnTo>
                  <a:lnTo>
                    <a:pt x="654" y="897"/>
                  </a:lnTo>
                  <a:lnTo>
                    <a:pt x="654" y="897"/>
                  </a:lnTo>
                  <a:lnTo>
                    <a:pt x="654" y="895"/>
                  </a:lnTo>
                  <a:lnTo>
                    <a:pt x="654" y="895"/>
                  </a:lnTo>
                  <a:lnTo>
                    <a:pt x="654" y="895"/>
                  </a:lnTo>
                  <a:lnTo>
                    <a:pt x="654" y="892"/>
                  </a:lnTo>
                  <a:lnTo>
                    <a:pt x="654" y="892"/>
                  </a:lnTo>
                  <a:lnTo>
                    <a:pt x="654" y="892"/>
                  </a:lnTo>
                  <a:lnTo>
                    <a:pt x="654" y="890"/>
                  </a:lnTo>
                  <a:lnTo>
                    <a:pt x="654" y="890"/>
                  </a:lnTo>
                  <a:lnTo>
                    <a:pt x="654" y="887"/>
                  </a:lnTo>
                  <a:lnTo>
                    <a:pt x="654" y="887"/>
                  </a:lnTo>
                  <a:lnTo>
                    <a:pt x="656" y="887"/>
                  </a:lnTo>
                  <a:lnTo>
                    <a:pt x="656" y="887"/>
                  </a:lnTo>
                  <a:lnTo>
                    <a:pt x="656" y="887"/>
                  </a:lnTo>
                  <a:lnTo>
                    <a:pt x="658" y="890"/>
                  </a:lnTo>
                  <a:lnTo>
                    <a:pt x="661" y="890"/>
                  </a:lnTo>
                  <a:lnTo>
                    <a:pt x="663" y="890"/>
                  </a:lnTo>
                  <a:lnTo>
                    <a:pt x="663" y="890"/>
                  </a:lnTo>
                  <a:lnTo>
                    <a:pt x="663" y="887"/>
                  </a:lnTo>
                  <a:lnTo>
                    <a:pt x="663" y="885"/>
                  </a:lnTo>
                  <a:lnTo>
                    <a:pt x="663" y="885"/>
                  </a:lnTo>
                  <a:lnTo>
                    <a:pt x="663" y="883"/>
                  </a:lnTo>
                  <a:lnTo>
                    <a:pt x="663" y="883"/>
                  </a:lnTo>
                  <a:lnTo>
                    <a:pt x="663" y="883"/>
                  </a:lnTo>
                  <a:lnTo>
                    <a:pt x="663" y="880"/>
                  </a:lnTo>
                  <a:lnTo>
                    <a:pt x="661" y="880"/>
                  </a:lnTo>
                  <a:lnTo>
                    <a:pt x="661" y="880"/>
                  </a:lnTo>
                  <a:lnTo>
                    <a:pt x="661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6" y="878"/>
                  </a:lnTo>
                  <a:lnTo>
                    <a:pt x="656" y="878"/>
                  </a:lnTo>
                  <a:lnTo>
                    <a:pt x="656" y="878"/>
                  </a:lnTo>
                  <a:lnTo>
                    <a:pt x="656" y="878"/>
                  </a:lnTo>
                  <a:lnTo>
                    <a:pt x="658" y="876"/>
                  </a:lnTo>
                  <a:lnTo>
                    <a:pt x="658" y="876"/>
                  </a:lnTo>
                  <a:lnTo>
                    <a:pt x="658" y="876"/>
                  </a:lnTo>
                  <a:lnTo>
                    <a:pt x="658" y="873"/>
                  </a:lnTo>
                  <a:lnTo>
                    <a:pt x="658" y="873"/>
                  </a:lnTo>
                  <a:lnTo>
                    <a:pt x="658" y="873"/>
                  </a:lnTo>
                  <a:lnTo>
                    <a:pt x="658" y="873"/>
                  </a:lnTo>
                  <a:lnTo>
                    <a:pt x="656" y="871"/>
                  </a:lnTo>
                  <a:lnTo>
                    <a:pt x="656" y="871"/>
                  </a:lnTo>
                  <a:lnTo>
                    <a:pt x="656" y="871"/>
                  </a:lnTo>
                  <a:lnTo>
                    <a:pt x="656" y="869"/>
                  </a:lnTo>
                  <a:lnTo>
                    <a:pt x="656" y="866"/>
                  </a:lnTo>
                  <a:lnTo>
                    <a:pt x="656" y="864"/>
                  </a:lnTo>
                  <a:lnTo>
                    <a:pt x="658" y="859"/>
                  </a:lnTo>
                  <a:lnTo>
                    <a:pt x="658" y="857"/>
                  </a:lnTo>
                  <a:lnTo>
                    <a:pt x="661" y="852"/>
                  </a:lnTo>
                  <a:lnTo>
                    <a:pt x="661" y="847"/>
                  </a:lnTo>
                  <a:lnTo>
                    <a:pt x="665" y="831"/>
                  </a:lnTo>
                  <a:lnTo>
                    <a:pt x="670" y="812"/>
                  </a:lnTo>
                  <a:lnTo>
                    <a:pt x="675" y="795"/>
                  </a:lnTo>
                  <a:lnTo>
                    <a:pt x="680" y="779"/>
                  </a:lnTo>
                  <a:lnTo>
                    <a:pt x="684" y="769"/>
                  </a:lnTo>
                  <a:lnTo>
                    <a:pt x="689" y="748"/>
                  </a:lnTo>
                  <a:lnTo>
                    <a:pt x="694" y="729"/>
                  </a:lnTo>
                  <a:lnTo>
                    <a:pt x="701" y="703"/>
                  </a:lnTo>
                  <a:lnTo>
                    <a:pt x="710" y="677"/>
                  </a:lnTo>
                  <a:lnTo>
                    <a:pt x="717" y="653"/>
                  </a:lnTo>
                  <a:lnTo>
                    <a:pt x="724" y="627"/>
                  </a:lnTo>
                  <a:lnTo>
                    <a:pt x="732" y="601"/>
                  </a:lnTo>
                  <a:lnTo>
                    <a:pt x="739" y="577"/>
                  </a:lnTo>
                  <a:lnTo>
                    <a:pt x="746" y="554"/>
                  </a:lnTo>
                  <a:lnTo>
                    <a:pt x="753" y="530"/>
                  </a:lnTo>
                  <a:lnTo>
                    <a:pt x="760" y="506"/>
                  </a:lnTo>
                  <a:lnTo>
                    <a:pt x="774" y="459"/>
                  </a:lnTo>
                  <a:lnTo>
                    <a:pt x="781" y="435"/>
                  </a:lnTo>
                  <a:lnTo>
                    <a:pt x="788" y="412"/>
                  </a:lnTo>
                  <a:lnTo>
                    <a:pt x="795" y="388"/>
                  </a:lnTo>
                  <a:lnTo>
                    <a:pt x="798" y="381"/>
                  </a:lnTo>
                  <a:lnTo>
                    <a:pt x="800" y="374"/>
                  </a:lnTo>
                  <a:lnTo>
                    <a:pt x="800" y="367"/>
                  </a:lnTo>
                  <a:lnTo>
                    <a:pt x="803" y="360"/>
                  </a:lnTo>
                  <a:lnTo>
                    <a:pt x="805" y="353"/>
                  </a:lnTo>
                  <a:lnTo>
                    <a:pt x="807" y="345"/>
                  </a:lnTo>
                  <a:lnTo>
                    <a:pt x="810" y="338"/>
                  </a:lnTo>
                  <a:lnTo>
                    <a:pt x="812" y="331"/>
                  </a:lnTo>
                  <a:lnTo>
                    <a:pt x="791" y="324"/>
                  </a:lnTo>
                  <a:lnTo>
                    <a:pt x="772" y="319"/>
                  </a:lnTo>
                  <a:lnTo>
                    <a:pt x="751" y="312"/>
                  </a:lnTo>
                  <a:lnTo>
                    <a:pt x="729" y="308"/>
                  </a:lnTo>
                  <a:lnTo>
                    <a:pt x="708" y="300"/>
                  </a:lnTo>
                  <a:lnTo>
                    <a:pt x="689" y="293"/>
                  </a:lnTo>
                  <a:lnTo>
                    <a:pt x="668" y="286"/>
                  </a:lnTo>
                  <a:lnTo>
                    <a:pt x="646" y="281"/>
                  </a:lnTo>
                  <a:lnTo>
                    <a:pt x="627" y="274"/>
                  </a:lnTo>
                  <a:lnTo>
                    <a:pt x="606" y="267"/>
                  </a:lnTo>
                  <a:lnTo>
                    <a:pt x="587" y="260"/>
                  </a:lnTo>
                  <a:lnTo>
                    <a:pt x="566" y="253"/>
                  </a:lnTo>
                  <a:lnTo>
                    <a:pt x="547" y="246"/>
                  </a:lnTo>
                  <a:lnTo>
                    <a:pt x="526" y="239"/>
                  </a:lnTo>
                  <a:lnTo>
                    <a:pt x="507" y="229"/>
                  </a:lnTo>
                  <a:lnTo>
                    <a:pt x="485" y="222"/>
                  </a:lnTo>
                  <a:lnTo>
                    <a:pt x="467" y="215"/>
                  </a:lnTo>
                  <a:lnTo>
                    <a:pt x="448" y="206"/>
                  </a:lnTo>
                  <a:lnTo>
                    <a:pt x="426" y="199"/>
                  </a:lnTo>
                  <a:lnTo>
                    <a:pt x="407" y="192"/>
                  </a:lnTo>
                  <a:lnTo>
                    <a:pt x="388" y="182"/>
                  </a:lnTo>
                  <a:lnTo>
                    <a:pt x="370" y="175"/>
                  </a:lnTo>
                  <a:lnTo>
                    <a:pt x="348" y="165"/>
                  </a:lnTo>
                  <a:lnTo>
                    <a:pt x="329" y="156"/>
                  </a:lnTo>
                  <a:lnTo>
                    <a:pt x="310" y="147"/>
                  </a:lnTo>
                  <a:lnTo>
                    <a:pt x="291" y="139"/>
                  </a:lnTo>
                  <a:lnTo>
                    <a:pt x="273" y="130"/>
                  </a:lnTo>
                  <a:lnTo>
                    <a:pt x="254" y="121"/>
                  </a:lnTo>
                  <a:lnTo>
                    <a:pt x="235" y="111"/>
                  </a:lnTo>
                  <a:lnTo>
                    <a:pt x="216" y="102"/>
                  </a:lnTo>
                  <a:lnTo>
                    <a:pt x="197" y="92"/>
                  </a:lnTo>
                  <a:lnTo>
                    <a:pt x="178" y="83"/>
                  </a:lnTo>
                  <a:lnTo>
                    <a:pt x="159" y="73"/>
                  </a:lnTo>
                  <a:lnTo>
                    <a:pt x="140" y="64"/>
                  </a:lnTo>
                  <a:lnTo>
                    <a:pt x="121" y="52"/>
                  </a:lnTo>
                  <a:lnTo>
                    <a:pt x="104" y="42"/>
                  </a:lnTo>
                  <a:lnTo>
                    <a:pt x="86" y="33"/>
                  </a:lnTo>
                  <a:lnTo>
                    <a:pt x="67" y="21"/>
                  </a:lnTo>
                  <a:lnTo>
                    <a:pt x="48" y="12"/>
                  </a:lnTo>
                  <a:lnTo>
                    <a:pt x="31" y="0"/>
                  </a:lnTo>
                  <a:lnTo>
                    <a:pt x="31" y="2"/>
                  </a:lnTo>
                  <a:lnTo>
                    <a:pt x="41" y="16"/>
                  </a:lnTo>
                  <a:lnTo>
                    <a:pt x="36" y="23"/>
                  </a:lnTo>
                  <a:lnTo>
                    <a:pt x="36" y="28"/>
                  </a:lnTo>
                  <a:lnTo>
                    <a:pt x="43" y="64"/>
                  </a:lnTo>
                  <a:lnTo>
                    <a:pt x="50" y="92"/>
                  </a:lnTo>
                  <a:lnTo>
                    <a:pt x="43" y="116"/>
                  </a:lnTo>
                  <a:lnTo>
                    <a:pt x="36" y="121"/>
                  </a:lnTo>
                  <a:lnTo>
                    <a:pt x="41" y="123"/>
                  </a:lnTo>
                  <a:lnTo>
                    <a:pt x="50" y="118"/>
                  </a:lnTo>
                  <a:lnTo>
                    <a:pt x="76" y="116"/>
                  </a:lnTo>
                  <a:lnTo>
                    <a:pt x="86" y="121"/>
                  </a:lnTo>
                  <a:lnTo>
                    <a:pt x="97" y="113"/>
                  </a:lnTo>
                  <a:lnTo>
                    <a:pt x="104" y="99"/>
                  </a:lnTo>
                  <a:lnTo>
                    <a:pt x="107" y="102"/>
                  </a:lnTo>
                  <a:lnTo>
                    <a:pt x="112" y="104"/>
                  </a:lnTo>
                  <a:lnTo>
                    <a:pt x="119" y="99"/>
                  </a:lnTo>
                  <a:lnTo>
                    <a:pt x="119" y="97"/>
                  </a:lnTo>
                  <a:lnTo>
                    <a:pt x="116" y="92"/>
                  </a:lnTo>
                  <a:lnTo>
                    <a:pt x="119" y="90"/>
                  </a:lnTo>
                  <a:lnTo>
                    <a:pt x="123" y="92"/>
                  </a:lnTo>
                  <a:lnTo>
                    <a:pt x="135" y="94"/>
                  </a:lnTo>
                  <a:lnTo>
                    <a:pt x="159" y="92"/>
                  </a:lnTo>
                  <a:lnTo>
                    <a:pt x="161" y="102"/>
                  </a:lnTo>
                  <a:lnTo>
                    <a:pt x="164" y="106"/>
                  </a:lnTo>
                  <a:lnTo>
                    <a:pt x="164" y="111"/>
                  </a:lnTo>
                  <a:lnTo>
                    <a:pt x="164" y="113"/>
                  </a:lnTo>
                  <a:lnTo>
                    <a:pt x="166" y="113"/>
                  </a:lnTo>
                  <a:lnTo>
                    <a:pt x="166" y="121"/>
                  </a:lnTo>
                  <a:lnTo>
                    <a:pt x="161" y="130"/>
                  </a:lnTo>
                  <a:lnTo>
                    <a:pt x="159" y="130"/>
                  </a:lnTo>
                  <a:lnTo>
                    <a:pt x="157" y="132"/>
                  </a:lnTo>
                  <a:lnTo>
                    <a:pt x="159" y="137"/>
                  </a:lnTo>
                  <a:lnTo>
                    <a:pt x="157" y="139"/>
                  </a:lnTo>
                  <a:lnTo>
                    <a:pt x="157" y="147"/>
                  </a:lnTo>
                  <a:lnTo>
                    <a:pt x="166" y="154"/>
                  </a:lnTo>
                  <a:lnTo>
                    <a:pt x="164" y="158"/>
                  </a:lnTo>
                  <a:lnTo>
                    <a:pt x="166" y="165"/>
                  </a:lnTo>
                  <a:lnTo>
                    <a:pt x="168" y="168"/>
                  </a:lnTo>
                  <a:lnTo>
                    <a:pt x="168" y="177"/>
                  </a:lnTo>
                  <a:lnTo>
                    <a:pt x="166" y="182"/>
                  </a:lnTo>
                  <a:lnTo>
                    <a:pt x="168" y="184"/>
                  </a:lnTo>
                  <a:lnTo>
                    <a:pt x="166" y="189"/>
                  </a:lnTo>
                  <a:lnTo>
                    <a:pt x="166" y="196"/>
                  </a:lnTo>
                  <a:lnTo>
                    <a:pt x="178" y="213"/>
                  </a:lnTo>
                  <a:lnTo>
                    <a:pt x="178" y="227"/>
                  </a:lnTo>
                  <a:lnTo>
                    <a:pt x="185" y="248"/>
                  </a:lnTo>
                  <a:lnTo>
                    <a:pt x="180" y="251"/>
                  </a:lnTo>
                  <a:lnTo>
                    <a:pt x="178" y="258"/>
                  </a:lnTo>
                  <a:lnTo>
                    <a:pt x="180" y="274"/>
                  </a:lnTo>
                  <a:lnTo>
                    <a:pt x="180" y="289"/>
                  </a:lnTo>
                  <a:lnTo>
                    <a:pt x="180" y="303"/>
                  </a:lnTo>
                  <a:lnTo>
                    <a:pt x="180" y="310"/>
                  </a:lnTo>
                  <a:lnTo>
                    <a:pt x="180" y="324"/>
                  </a:lnTo>
                  <a:lnTo>
                    <a:pt x="180" y="341"/>
                  </a:lnTo>
                  <a:lnTo>
                    <a:pt x="183" y="350"/>
                  </a:lnTo>
                  <a:lnTo>
                    <a:pt x="183" y="357"/>
                  </a:lnTo>
                  <a:lnTo>
                    <a:pt x="183" y="364"/>
                  </a:lnTo>
                  <a:lnTo>
                    <a:pt x="183" y="371"/>
                  </a:lnTo>
                  <a:lnTo>
                    <a:pt x="178" y="376"/>
                  </a:lnTo>
                  <a:lnTo>
                    <a:pt x="173" y="379"/>
                  </a:lnTo>
                  <a:lnTo>
                    <a:pt x="180" y="386"/>
                  </a:lnTo>
                  <a:lnTo>
                    <a:pt x="185" y="390"/>
                  </a:lnTo>
                  <a:lnTo>
                    <a:pt x="173" y="402"/>
                  </a:lnTo>
                  <a:lnTo>
                    <a:pt x="183" y="412"/>
                  </a:lnTo>
                  <a:lnTo>
                    <a:pt x="183" y="414"/>
                  </a:lnTo>
                  <a:lnTo>
                    <a:pt x="180" y="414"/>
                  </a:lnTo>
                  <a:lnTo>
                    <a:pt x="180" y="416"/>
                  </a:lnTo>
                  <a:lnTo>
                    <a:pt x="180" y="416"/>
                  </a:lnTo>
                  <a:lnTo>
                    <a:pt x="180" y="416"/>
                  </a:lnTo>
                  <a:lnTo>
                    <a:pt x="178" y="419"/>
                  </a:lnTo>
                  <a:lnTo>
                    <a:pt x="180" y="419"/>
                  </a:lnTo>
                  <a:lnTo>
                    <a:pt x="178" y="424"/>
                  </a:lnTo>
                  <a:lnTo>
                    <a:pt x="178" y="424"/>
                  </a:lnTo>
                  <a:lnTo>
                    <a:pt x="178" y="426"/>
                  </a:lnTo>
                  <a:lnTo>
                    <a:pt x="175" y="428"/>
                  </a:lnTo>
                  <a:lnTo>
                    <a:pt x="175" y="431"/>
                  </a:lnTo>
                  <a:lnTo>
                    <a:pt x="178" y="431"/>
                  </a:lnTo>
                  <a:lnTo>
                    <a:pt x="183" y="433"/>
                  </a:lnTo>
                  <a:lnTo>
                    <a:pt x="187" y="435"/>
                  </a:lnTo>
                  <a:lnTo>
                    <a:pt x="187" y="435"/>
                  </a:lnTo>
                  <a:lnTo>
                    <a:pt x="190" y="438"/>
                  </a:lnTo>
                  <a:lnTo>
                    <a:pt x="190" y="440"/>
                  </a:lnTo>
                  <a:lnTo>
                    <a:pt x="194" y="447"/>
                  </a:lnTo>
                  <a:lnTo>
                    <a:pt x="197" y="454"/>
                  </a:lnTo>
                  <a:lnTo>
                    <a:pt x="202" y="459"/>
                  </a:lnTo>
                  <a:lnTo>
                    <a:pt x="204" y="464"/>
                  </a:lnTo>
                  <a:lnTo>
                    <a:pt x="211" y="468"/>
                  </a:lnTo>
                  <a:lnTo>
                    <a:pt x="213" y="473"/>
                  </a:lnTo>
                  <a:lnTo>
                    <a:pt x="216" y="480"/>
                  </a:lnTo>
                  <a:lnTo>
                    <a:pt x="218" y="483"/>
                  </a:lnTo>
                  <a:lnTo>
                    <a:pt x="223" y="487"/>
                  </a:lnTo>
                  <a:lnTo>
                    <a:pt x="223" y="487"/>
                  </a:lnTo>
                  <a:lnTo>
                    <a:pt x="223" y="490"/>
                  </a:lnTo>
                  <a:lnTo>
                    <a:pt x="220" y="495"/>
                  </a:lnTo>
                  <a:lnTo>
                    <a:pt x="220" y="497"/>
                  </a:lnTo>
                  <a:lnTo>
                    <a:pt x="223" y="497"/>
                  </a:lnTo>
                  <a:lnTo>
                    <a:pt x="225" y="502"/>
                  </a:lnTo>
                  <a:lnTo>
                    <a:pt x="228" y="504"/>
                  </a:lnTo>
                  <a:lnTo>
                    <a:pt x="230" y="504"/>
                  </a:lnTo>
                  <a:lnTo>
                    <a:pt x="235" y="504"/>
                  </a:lnTo>
                  <a:lnTo>
                    <a:pt x="235" y="506"/>
                  </a:lnTo>
                  <a:lnTo>
                    <a:pt x="235" y="506"/>
                  </a:lnTo>
                  <a:lnTo>
                    <a:pt x="235" y="511"/>
                  </a:lnTo>
                  <a:lnTo>
                    <a:pt x="235" y="513"/>
                  </a:lnTo>
                  <a:lnTo>
                    <a:pt x="235" y="516"/>
                  </a:lnTo>
                  <a:lnTo>
                    <a:pt x="235" y="518"/>
                  </a:lnTo>
                  <a:lnTo>
                    <a:pt x="232" y="523"/>
                  </a:lnTo>
                  <a:lnTo>
                    <a:pt x="232" y="523"/>
                  </a:lnTo>
                  <a:lnTo>
                    <a:pt x="232" y="521"/>
                  </a:lnTo>
                  <a:lnTo>
                    <a:pt x="235" y="521"/>
                  </a:lnTo>
                  <a:lnTo>
                    <a:pt x="235" y="521"/>
                  </a:lnTo>
                  <a:lnTo>
                    <a:pt x="235" y="523"/>
                  </a:lnTo>
                  <a:lnTo>
                    <a:pt x="235" y="523"/>
                  </a:lnTo>
                  <a:lnTo>
                    <a:pt x="232" y="523"/>
                  </a:lnTo>
                  <a:lnTo>
                    <a:pt x="228" y="528"/>
                  </a:lnTo>
                  <a:lnTo>
                    <a:pt x="223" y="532"/>
                  </a:lnTo>
                  <a:lnTo>
                    <a:pt x="220" y="532"/>
                  </a:lnTo>
                  <a:lnTo>
                    <a:pt x="220" y="535"/>
                  </a:lnTo>
                  <a:lnTo>
                    <a:pt x="220" y="537"/>
                  </a:lnTo>
                  <a:lnTo>
                    <a:pt x="220" y="540"/>
                  </a:lnTo>
                  <a:lnTo>
                    <a:pt x="220" y="540"/>
                  </a:lnTo>
                  <a:lnTo>
                    <a:pt x="220" y="540"/>
                  </a:lnTo>
                  <a:lnTo>
                    <a:pt x="220" y="542"/>
                  </a:lnTo>
                  <a:lnTo>
                    <a:pt x="220" y="542"/>
                  </a:lnTo>
                  <a:lnTo>
                    <a:pt x="220" y="542"/>
                  </a:lnTo>
                  <a:lnTo>
                    <a:pt x="218" y="544"/>
                  </a:lnTo>
                  <a:lnTo>
                    <a:pt x="216" y="549"/>
                  </a:lnTo>
                  <a:lnTo>
                    <a:pt x="216" y="551"/>
                  </a:lnTo>
                  <a:lnTo>
                    <a:pt x="213" y="554"/>
                  </a:lnTo>
                  <a:lnTo>
                    <a:pt x="213" y="558"/>
                  </a:lnTo>
                  <a:lnTo>
                    <a:pt x="213" y="558"/>
                  </a:lnTo>
                  <a:lnTo>
                    <a:pt x="216" y="558"/>
                  </a:lnTo>
                  <a:lnTo>
                    <a:pt x="216" y="561"/>
                  </a:lnTo>
                  <a:lnTo>
                    <a:pt x="213" y="563"/>
                  </a:lnTo>
                  <a:lnTo>
                    <a:pt x="213" y="566"/>
                  </a:lnTo>
                  <a:lnTo>
                    <a:pt x="213" y="566"/>
                  </a:lnTo>
                  <a:lnTo>
                    <a:pt x="213" y="566"/>
                  </a:lnTo>
                  <a:lnTo>
                    <a:pt x="211" y="570"/>
                  </a:lnTo>
                  <a:lnTo>
                    <a:pt x="211" y="570"/>
                  </a:lnTo>
                  <a:lnTo>
                    <a:pt x="211" y="575"/>
                  </a:lnTo>
                  <a:lnTo>
                    <a:pt x="211" y="575"/>
                  </a:lnTo>
                  <a:lnTo>
                    <a:pt x="211" y="577"/>
                  </a:lnTo>
                  <a:lnTo>
                    <a:pt x="206" y="580"/>
                  </a:lnTo>
                  <a:lnTo>
                    <a:pt x="202" y="582"/>
                  </a:lnTo>
                  <a:lnTo>
                    <a:pt x="202" y="582"/>
                  </a:lnTo>
                  <a:lnTo>
                    <a:pt x="202" y="582"/>
                  </a:lnTo>
                  <a:lnTo>
                    <a:pt x="199" y="584"/>
                  </a:lnTo>
                  <a:lnTo>
                    <a:pt x="199" y="584"/>
                  </a:lnTo>
                  <a:lnTo>
                    <a:pt x="199" y="584"/>
                  </a:lnTo>
                  <a:lnTo>
                    <a:pt x="197" y="587"/>
                  </a:lnTo>
                  <a:lnTo>
                    <a:pt x="194" y="589"/>
                  </a:lnTo>
                  <a:lnTo>
                    <a:pt x="194" y="594"/>
                  </a:lnTo>
                  <a:lnTo>
                    <a:pt x="192" y="596"/>
                  </a:lnTo>
                  <a:lnTo>
                    <a:pt x="192" y="596"/>
                  </a:lnTo>
                  <a:lnTo>
                    <a:pt x="194" y="599"/>
                  </a:lnTo>
                  <a:lnTo>
                    <a:pt x="194" y="599"/>
                  </a:lnTo>
                  <a:lnTo>
                    <a:pt x="197" y="599"/>
                  </a:lnTo>
                  <a:lnTo>
                    <a:pt x="197" y="599"/>
                  </a:lnTo>
                  <a:lnTo>
                    <a:pt x="199" y="596"/>
                  </a:lnTo>
                  <a:lnTo>
                    <a:pt x="199" y="594"/>
                  </a:lnTo>
                  <a:lnTo>
                    <a:pt x="202" y="592"/>
                  </a:lnTo>
                  <a:lnTo>
                    <a:pt x="209" y="587"/>
                  </a:lnTo>
                  <a:lnTo>
                    <a:pt x="211" y="587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8" y="580"/>
                  </a:lnTo>
                  <a:lnTo>
                    <a:pt x="218" y="580"/>
                  </a:lnTo>
                  <a:lnTo>
                    <a:pt x="218" y="577"/>
                  </a:lnTo>
                  <a:lnTo>
                    <a:pt x="218" y="577"/>
                  </a:lnTo>
                  <a:lnTo>
                    <a:pt x="218" y="575"/>
                  </a:lnTo>
                  <a:lnTo>
                    <a:pt x="220" y="575"/>
                  </a:lnTo>
                  <a:lnTo>
                    <a:pt x="220" y="575"/>
                  </a:lnTo>
                  <a:lnTo>
                    <a:pt x="220" y="575"/>
                  </a:lnTo>
                  <a:lnTo>
                    <a:pt x="223" y="575"/>
                  </a:lnTo>
                  <a:lnTo>
                    <a:pt x="223" y="573"/>
                  </a:lnTo>
                  <a:lnTo>
                    <a:pt x="223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0" y="570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0"/>
                  </a:lnTo>
                  <a:lnTo>
                    <a:pt x="220" y="570"/>
                  </a:lnTo>
                  <a:lnTo>
                    <a:pt x="220" y="570"/>
                  </a:lnTo>
                  <a:lnTo>
                    <a:pt x="223" y="568"/>
                  </a:lnTo>
                  <a:lnTo>
                    <a:pt x="223" y="568"/>
                  </a:lnTo>
                  <a:lnTo>
                    <a:pt x="223" y="568"/>
                  </a:lnTo>
                  <a:lnTo>
                    <a:pt x="225" y="568"/>
                  </a:lnTo>
                  <a:lnTo>
                    <a:pt x="225" y="568"/>
                  </a:lnTo>
                  <a:lnTo>
                    <a:pt x="225" y="566"/>
                  </a:lnTo>
                  <a:lnTo>
                    <a:pt x="225" y="566"/>
                  </a:lnTo>
                  <a:lnTo>
                    <a:pt x="225" y="566"/>
                  </a:lnTo>
                  <a:lnTo>
                    <a:pt x="228" y="563"/>
                  </a:lnTo>
                  <a:lnTo>
                    <a:pt x="228" y="561"/>
                  </a:lnTo>
                  <a:lnTo>
                    <a:pt x="228" y="558"/>
                  </a:lnTo>
                  <a:lnTo>
                    <a:pt x="230" y="554"/>
                  </a:lnTo>
                  <a:lnTo>
                    <a:pt x="230" y="554"/>
                  </a:lnTo>
                  <a:lnTo>
                    <a:pt x="230" y="551"/>
                  </a:lnTo>
                  <a:lnTo>
                    <a:pt x="230" y="551"/>
                  </a:lnTo>
                  <a:lnTo>
                    <a:pt x="230" y="554"/>
                  </a:lnTo>
                  <a:lnTo>
                    <a:pt x="228" y="563"/>
                  </a:lnTo>
                  <a:lnTo>
                    <a:pt x="228" y="563"/>
                  </a:lnTo>
                  <a:lnTo>
                    <a:pt x="230" y="566"/>
                  </a:lnTo>
                  <a:lnTo>
                    <a:pt x="228" y="570"/>
                  </a:lnTo>
                  <a:lnTo>
                    <a:pt x="228" y="570"/>
                  </a:lnTo>
                  <a:lnTo>
                    <a:pt x="230" y="570"/>
                  </a:lnTo>
                  <a:lnTo>
                    <a:pt x="232" y="568"/>
                  </a:lnTo>
                  <a:lnTo>
                    <a:pt x="232" y="568"/>
                  </a:lnTo>
                  <a:lnTo>
                    <a:pt x="232" y="568"/>
                  </a:lnTo>
                  <a:lnTo>
                    <a:pt x="235" y="568"/>
                  </a:lnTo>
                  <a:lnTo>
                    <a:pt x="237" y="570"/>
                  </a:lnTo>
                  <a:lnTo>
                    <a:pt x="237" y="570"/>
                  </a:lnTo>
                  <a:lnTo>
                    <a:pt x="237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42" y="570"/>
                  </a:lnTo>
                  <a:lnTo>
                    <a:pt x="242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7" y="573"/>
                  </a:lnTo>
                  <a:lnTo>
                    <a:pt x="237" y="573"/>
                  </a:lnTo>
                  <a:lnTo>
                    <a:pt x="232" y="570"/>
                  </a:lnTo>
                  <a:lnTo>
                    <a:pt x="232" y="570"/>
                  </a:lnTo>
                  <a:lnTo>
                    <a:pt x="230" y="570"/>
                  </a:lnTo>
                  <a:lnTo>
                    <a:pt x="230" y="573"/>
                  </a:lnTo>
                  <a:lnTo>
                    <a:pt x="230" y="573"/>
                  </a:lnTo>
                  <a:lnTo>
                    <a:pt x="228" y="573"/>
                  </a:lnTo>
                  <a:lnTo>
                    <a:pt x="228" y="573"/>
                  </a:lnTo>
                  <a:lnTo>
                    <a:pt x="228" y="575"/>
                  </a:lnTo>
                  <a:lnTo>
                    <a:pt x="228" y="575"/>
                  </a:lnTo>
                  <a:lnTo>
                    <a:pt x="225" y="575"/>
                  </a:lnTo>
                  <a:lnTo>
                    <a:pt x="225" y="575"/>
                  </a:lnTo>
                  <a:lnTo>
                    <a:pt x="223" y="577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18" y="582"/>
                  </a:lnTo>
                  <a:lnTo>
                    <a:pt x="218" y="582"/>
                  </a:lnTo>
                  <a:lnTo>
                    <a:pt x="216" y="582"/>
                  </a:lnTo>
                  <a:lnTo>
                    <a:pt x="216" y="582"/>
                  </a:lnTo>
                  <a:lnTo>
                    <a:pt x="216" y="582"/>
                  </a:lnTo>
                  <a:lnTo>
                    <a:pt x="213" y="584"/>
                  </a:lnTo>
                  <a:lnTo>
                    <a:pt x="213" y="584"/>
                  </a:lnTo>
                  <a:lnTo>
                    <a:pt x="213" y="584"/>
                  </a:lnTo>
                  <a:lnTo>
                    <a:pt x="213" y="584"/>
                  </a:lnTo>
                  <a:lnTo>
                    <a:pt x="213" y="587"/>
                  </a:lnTo>
                  <a:lnTo>
                    <a:pt x="213" y="587"/>
                  </a:lnTo>
                  <a:lnTo>
                    <a:pt x="211" y="587"/>
                  </a:lnTo>
                  <a:lnTo>
                    <a:pt x="211" y="589"/>
                  </a:lnTo>
                  <a:lnTo>
                    <a:pt x="211" y="589"/>
                  </a:lnTo>
                  <a:lnTo>
                    <a:pt x="209" y="589"/>
                  </a:lnTo>
                  <a:lnTo>
                    <a:pt x="206" y="592"/>
                  </a:lnTo>
                  <a:lnTo>
                    <a:pt x="206" y="592"/>
                  </a:lnTo>
                  <a:lnTo>
                    <a:pt x="204" y="592"/>
                  </a:lnTo>
                  <a:lnTo>
                    <a:pt x="202" y="596"/>
                  </a:lnTo>
                  <a:lnTo>
                    <a:pt x="199" y="596"/>
                  </a:lnTo>
                  <a:lnTo>
                    <a:pt x="199" y="599"/>
                  </a:lnTo>
                  <a:lnTo>
                    <a:pt x="199" y="599"/>
                  </a:lnTo>
                  <a:lnTo>
                    <a:pt x="199" y="599"/>
                  </a:lnTo>
                  <a:lnTo>
                    <a:pt x="199" y="599"/>
                  </a:lnTo>
                  <a:lnTo>
                    <a:pt x="202" y="599"/>
                  </a:lnTo>
                  <a:lnTo>
                    <a:pt x="213" y="606"/>
                  </a:lnTo>
                  <a:lnTo>
                    <a:pt x="216" y="606"/>
                  </a:lnTo>
                  <a:lnTo>
                    <a:pt x="216" y="608"/>
                  </a:lnTo>
                  <a:lnTo>
                    <a:pt x="213" y="608"/>
                  </a:lnTo>
                  <a:lnTo>
                    <a:pt x="211" y="606"/>
                  </a:lnTo>
                  <a:lnTo>
                    <a:pt x="211" y="606"/>
                  </a:lnTo>
                  <a:lnTo>
                    <a:pt x="209" y="606"/>
                  </a:lnTo>
                  <a:lnTo>
                    <a:pt x="209" y="606"/>
                  </a:lnTo>
                  <a:lnTo>
                    <a:pt x="209" y="606"/>
                  </a:lnTo>
                  <a:lnTo>
                    <a:pt x="206" y="603"/>
                  </a:lnTo>
                  <a:lnTo>
                    <a:pt x="206" y="603"/>
                  </a:lnTo>
                  <a:lnTo>
                    <a:pt x="206" y="603"/>
                  </a:lnTo>
                  <a:lnTo>
                    <a:pt x="202" y="606"/>
                  </a:lnTo>
                  <a:lnTo>
                    <a:pt x="202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7" y="606"/>
                  </a:lnTo>
                  <a:lnTo>
                    <a:pt x="197" y="606"/>
                  </a:lnTo>
                  <a:lnTo>
                    <a:pt x="197" y="606"/>
                  </a:lnTo>
                  <a:lnTo>
                    <a:pt x="197" y="606"/>
                  </a:lnTo>
                  <a:lnTo>
                    <a:pt x="199" y="606"/>
                  </a:lnTo>
                  <a:lnTo>
                    <a:pt x="199" y="603"/>
                  </a:lnTo>
                  <a:lnTo>
                    <a:pt x="199" y="603"/>
                  </a:lnTo>
                  <a:lnTo>
                    <a:pt x="197" y="601"/>
                  </a:lnTo>
                  <a:lnTo>
                    <a:pt x="197" y="601"/>
                  </a:lnTo>
                  <a:lnTo>
                    <a:pt x="194" y="601"/>
                  </a:lnTo>
                  <a:lnTo>
                    <a:pt x="194" y="603"/>
                  </a:lnTo>
                  <a:lnTo>
                    <a:pt x="190" y="606"/>
                  </a:lnTo>
                  <a:lnTo>
                    <a:pt x="187" y="606"/>
                  </a:lnTo>
                  <a:lnTo>
                    <a:pt x="187" y="608"/>
                  </a:lnTo>
                  <a:lnTo>
                    <a:pt x="185" y="608"/>
                  </a:lnTo>
                  <a:lnTo>
                    <a:pt x="185" y="611"/>
                  </a:lnTo>
                  <a:lnTo>
                    <a:pt x="185" y="608"/>
                  </a:lnTo>
                  <a:lnTo>
                    <a:pt x="187" y="608"/>
                  </a:lnTo>
                  <a:lnTo>
                    <a:pt x="190" y="608"/>
                  </a:lnTo>
                  <a:lnTo>
                    <a:pt x="190" y="608"/>
                  </a:lnTo>
                  <a:lnTo>
                    <a:pt x="192" y="608"/>
                  </a:lnTo>
                  <a:lnTo>
                    <a:pt x="192" y="608"/>
                  </a:lnTo>
                  <a:lnTo>
                    <a:pt x="192" y="608"/>
                  </a:lnTo>
                  <a:lnTo>
                    <a:pt x="190" y="611"/>
                  </a:lnTo>
                  <a:lnTo>
                    <a:pt x="190" y="611"/>
                  </a:lnTo>
                  <a:lnTo>
                    <a:pt x="187" y="611"/>
                  </a:lnTo>
                  <a:lnTo>
                    <a:pt x="187" y="611"/>
                  </a:lnTo>
                  <a:lnTo>
                    <a:pt x="185" y="611"/>
                  </a:lnTo>
                  <a:lnTo>
                    <a:pt x="185" y="611"/>
                  </a:lnTo>
                  <a:lnTo>
                    <a:pt x="185" y="611"/>
                  </a:lnTo>
                  <a:lnTo>
                    <a:pt x="185" y="613"/>
                  </a:lnTo>
                  <a:lnTo>
                    <a:pt x="185" y="613"/>
                  </a:lnTo>
                  <a:lnTo>
                    <a:pt x="183" y="613"/>
                  </a:lnTo>
                  <a:lnTo>
                    <a:pt x="183" y="615"/>
                  </a:lnTo>
                  <a:lnTo>
                    <a:pt x="183" y="615"/>
                  </a:lnTo>
                  <a:lnTo>
                    <a:pt x="180" y="615"/>
                  </a:lnTo>
                  <a:lnTo>
                    <a:pt x="180" y="615"/>
                  </a:lnTo>
                  <a:lnTo>
                    <a:pt x="178" y="618"/>
                  </a:lnTo>
                  <a:lnTo>
                    <a:pt x="180" y="620"/>
                  </a:lnTo>
                  <a:lnTo>
                    <a:pt x="180" y="620"/>
                  </a:lnTo>
                  <a:lnTo>
                    <a:pt x="183" y="620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5"/>
                  </a:lnTo>
                  <a:lnTo>
                    <a:pt x="185" y="627"/>
                  </a:lnTo>
                  <a:lnTo>
                    <a:pt x="185" y="629"/>
                  </a:lnTo>
                  <a:lnTo>
                    <a:pt x="185" y="632"/>
                  </a:lnTo>
                  <a:lnTo>
                    <a:pt x="187" y="632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87" y="634"/>
                  </a:lnTo>
                  <a:lnTo>
                    <a:pt x="185" y="632"/>
                  </a:lnTo>
                  <a:lnTo>
                    <a:pt x="183" y="629"/>
                  </a:lnTo>
                  <a:lnTo>
                    <a:pt x="183" y="629"/>
                  </a:lnTo>
                  <a:lnTo>
                    <a:pt x="183" y="627"/>
                  </a:lnTo>
                  <a:lnTo>
                    <a:pt x="183" y="625"/>
                  </a:lnTo>
                  <a:lnTo>
                    <a:pt x="183" y="625"/>
                  </a:lnTo>
                  <a:lnTo>
                    <a:pt x="180" y="625"/>
                  </a:lnTo>
                  <a:lnTo>
                    <a:pt x="178" y="620"/>
                  </a:lnTo>
                  <a:lnTo>
                    <a:pt x="178" y="620"/>
                  </a:lnTo>
                  <a:lnTo>
                    <a:pt x="173" y="618"/>
                  </a:lnTo>
                  <a:lnTo>
                    <a:pt x="171" y="618"/>
                  </a:lnTo>
                  <a:lnTo>
                    <a:pt x="168" y="620"/>
                  </a:lnTo>
                  <a:lnTo>
                    <a:pt x="168" y="622"/>
                  </a:lnTo>
                  <a:lnTo>
                    <a:pt x="168" y="627"/>
                  </a:lnTo>
                  <a:lnTo>
                    <a:pt x="171" y="629"/>
                  </a:lnTo>
                  <a:lnTo>
                    <a:pt x="168" y="629"/>
                  </a:lnTo>
                  <a:lnTo>
                    <a:pt x="168" y="629"/>
                  </a:lnTo>
                  <a:lnTo>
                    <a:pt x="171" y="639"/>
                  </a:lnTo>
                  <a:lnTo>
                    <a:pt x="171" y="639"/>
                  </a:lnTo>
                  <a:lnTo>
                    <a:pt x="171" y="644"/>
                  </a:lnTo>
                  <a:lnTo>
                    <a:pt x="173" y="646"/>
                  </a:lnTo>
                  <a:lnTo>
                    <a:pt x="173" y="644"/>
                  </a:lnTo>
                  <a:lnTo>
                    <a:pt x="175" y="644"/>
                  </a:lnTo>
                  <a:lnTo>
                    <a:pt x="175" y="641"/>
                  </a:lnTo>
                  <a:lnTo>
                    <a:pt x="175" y="641"/>
                  </a:lnTo>
                  <a:lnTo>
                    <a:pt x="178" y="641"/>
                  </a:lnTo>
                  <a:lnTo>
                    <a:pt x="180" y="639"/>
                  </a:lnTo>
                  <a:lnTo>
                    <a:pt x="180" y="639"/>
                  </a:lnTo>
                  <a:lnTo>
                    <a:pt x="183" y="641"/>
                  </a:lnTo>
                  <a:lnTo>
                    <a:pt x="180" y="641"/>
                  </a:lnTo>
                  <a:lnTo>
                    <a:pt x="180" y="641"/>
                  </a:lnTo>
                  <a:lnTo>
                    <a:pt x="178" y="644"/>
                  </a:lnTo>
                  <a:lnTo>
                    <a:pt x="178" y="641"/>
                  </a:lnTo>
                  <a:lnTo>
                    <a:pt x="175" y="641"/>
                  </a:lnTo>
                  <a:lnTo>
                    <a:pt x="175" y="644"/>
                  </a:lnTo>
                  <a:lnTo>
                    <a:pt x="175" y="646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3" y="651"/>
                  </a:lnTo>
                  <a:lnTo>
                    <a:pt x="173" y="655"/>
                  </a:lnTo>
                  <a:lnTo>
                    <a:pt x="173" y="655"/>
                  </a:lnTo>
                  <a:lnTo>
                    <a:pt x="173" y="655"/>
                  </a:lnTo>
                  <a:lnTo>
                    <a:pt x="175" y="655"/>
                  </a:lnTo>
                  <a:lnTo>
                    <a:pt x="175" y="655"/>
                  </a:lnTo>
                  <a:lnTo>
                    <a:pt x="175" y="658"/>
                  </a:lnTo>
                  <a:lnTo>
                    <a:pt x="175" y="658"/>
                  </a:lnTo>
                  <a:lnTo>
                    <a:pt x="175" y="658"/>
                  </a:lnTo>
                  <a:lnTo>
                    <a:pt x="175" y="658"/>
                  </a:lnTo>
                  <a:lnTo>
                    <a:pt x="173" y="658"/>
                  </a:lnTo>
                  <a:lnTo>
                    <a:pt x="173" y="655"/>
                  </a:lnTo>
                  <a:lnTo>
                    <a:pt x="171" y="655"/>
                  </a:lnTo>
                  <a:lnTo>
                    <a:pt x="168" y="634"/>
                  </a:lnTo>
                  <a:lnTo>
                    <a:pt x="168" y="634"/>
                  </a:lnTo>
                  <a:lnTo>
                    <a:pt x="168" y="632"/>
                  </a:lnTo>
                  <a:lnTo>
                    <a:pt x="168" y="629"/>
                  </a:lnTo>
                  <a:lnTo>
                    <a:pt x="168" y="627"/>
                  </a:lnTo>
                  <a:lnTo>
                    <a:pt x="166" y="625"/>
                  </a:lnTo>
                  <a:lnTo>
                    <a:pt x="166" y="625"/>
                  </a:lnTo>
                  <a:lnTo>
                    <a:pt x="166" y="622"/>
                  </a:lnTo>
                  <a:lnTo>
                    <a:pt x="164" y="622"/>
                  </a:lnTo>
                  <a:lnTo>
                    <a:pt x="164" y="622"/>
                  </a:lnTo>
                  <a:lnTo>
                    <a:pt x="164" y="625"/>
                  </a:lnTo>
                  <a:lnTo>
                    <a:pt x="164" y="627"/>
                  </a:lnTo>
                  <a:lnTo>
                    <a:pt x="166" y="627"/>
                  </a:lnTo>
                  <a:lnTo>
                    <a:pt x="164" y="629"/>
                  </a:lnTo>
                  <a:lnTo>
                    <a:pt x="164" y="627"/>
                  </a:lnTo>
                  <a:lnTo>
                    <a:pt x="164" y="627"/>
                  </a:lnTo>
                  <a:lnTo>
                    <a:pt x="161" y="627"/>
                  </a:lnTo>
                  <a:lnTo>
                    <a:pt x="161" y="627"/>
                  </a:lnTo>
                  <a:lnTo>
                    <a:pt x="161" y="629"/>
                  </a:lnTo>
                  <a:lnTo>
                    <a:pt x="159" y="632"/>
                  </a:lnTo>
                  <a:lnTo>
                    <a:pt x="159" y="632"/>
                  </a:lnTo>
                  <a:lnTo>
                    <a:pt x="159" y="634"/>
                  </a:lnTo>
                  <a:lnTo>
                    <a:pt x="161" y="637"/>
                  </a:lnTo>
                  <a:lnTo>
                    <a:pt x="159" y="637"/>
                  </a:lnTo>
                  <a:lnTo>
                    <a:pt x="157" y="637"/>
                  </a:lnTo>
                  <a:lnTo>
                    <a:pt x="157" y="637"/>
                  </a:lnTo>
                  <a:lnTo>
                    <a:pt x="154" y="639"/>
                  </a:lnTo>
                  <a:lnTo>
                    <a:pt x="154" y="639"/>
                  </a:lnTo>
                  <a:lnTo>
                    <a:pt x="154" y="641"/>
                  </a:lnTo>
                  <a:lnTo>
                    <a:pt x="154" y="641"/>
                  </a:lnTo>
                  <a:lnTo>
                    <a:pt x="152" y="644"/>
                  </a:lnTo>
                  <a:lnTo>
                    <a:pt x="152" y="644"/>
                  </a:lnTo>
                  <a:lnTo>
                    <a:pt x="152" y="646"/>
                  </a:lnTo>
                  <a:lnTo>
                    <a:pt x="154" y="646"/>
                  </a:lnTo>
                  <a:lnTo>
                    <a:pt x="154" y="646"/>
                  </a:lnTo>
                  <a:lnTo>
                    <a:pt x="157" y="648"/>
                  </a:lnTo>
                  <a:lnTo>
                    <a:pt x="157" y="648"/>
                  </a:lnTo>
                  <a:lnTo>
                    <a:pt x="159" y="648"/>
                  </a:lnTo>
                  <a:lnTo>
                    <a:pt x="161" y="648"/>
                  </a:lnTo>
                  <a:lnTo>
                    <a:pt x="161" y="648"/>
                  </a:lnTo>
                  <a:lnTo>
                    <a:pt x="164" y="646"/>
                  </a:lnTo>
                  <a:lnTo>
                    <a:pt x="164" y="646"/>
                  </a:lnTo>
                  <a:lnTo>
                    <a:pt x="164" y="644"/>
                  </a:lnTo>
                  <a:lnTo>
                    <a:pt x="164" y="646"/>
                  </a:lnTo>
                  <a:lnTo>
                    <a:pt x="161" y="651"/>
                  </a:lnTo>
                  <a:lnTo>
                    <a:pt x="161" y="651"/>
                  </a:lnTo>
                  <a:lnTo>
                    <a:pt x="161" y="651"/>
                  </a:lnTo>
                  <a:lnTo>
                    <a:pt x="161" y="653"/>
                  </a:lnTo>
                  <a:lnTo>
                    <a:pt x="161" y="653"/>
                  </a:lnTo>
                  <a:lnTo>
                    <a:pt x="161" y="655"/>
                  </a:lnTo>
                  <a:lnTo>
                    <a:pt x="161" y="655"/>
                  </a:lnTo>
                  <a:lnTo>
                    <a:pt x="161" y="658"/>
                  </a:lnTo>
                  <a:lnTo>
                    <a:pt x="161" y="658"/>
                  </a:lnTo>
                  <a:lnTo>
                    <a:pt x="161" y="658"/>
                  </a:lnTo>
                  <a:lnTo>
                    <a:pt x="157" y="658"/>
                  </a:lnTo>
                  <a:lnTo>
                    <a:pt x="157" y="658"/>
                  </a:lnTo>
                  <a:lnTo>
                    <a:pt x="157" y="658"/>
                  </a:lnTo>
                  <a:lnTo>
                    <a:pt x="157" y="658"/>
                  </a:lnTo>
                  <a:lnTo>
                    <a:pt x="157" y="660"/>
                  </a:lnTo>
                  <a:lnTo>
                    <a:pt x="157" y="660"/>
                  </a:lnTo>
                  <a:lnTo>
                    <a:pt x="161" y="665"/>
                  </a:lnTo>
                  <a:lnTo>
                    <a:pt x="161" y="665"/>
                  </a:lnTo>
                  <a:lnTo>
                    <a:pt x="161" y="667"/>
                  </a:lnTo>
                  <a:lnTo>
                    <a:pt x="161" y="667"/>
                  </a:lnTo>
                  <a:lnTo>
                    <a:pt x="161" y="667"/>
                  </a:lnTo>
                  <a:lnTo>
                    <a:pt x="161" y="667"/>
                  </a:lnTo>
                  <a:lnTo>
                    <a:pt x="164" y="667"/>
                  </a:lnTo>
                  <a:lnTo>
                    <a:pt x="164" y="667"/>
                  </a:lnTo>
                  <a:lnTo>
                    <a:pt x="164" y="667"/>
                  </a:lnTo>
                  <a:lnTo>
                    <a:pt x="166" y="667"/>
                  </a:lnTo>
                  <a:lnTo>
                    <a:pt x="168" y="667"/>
                  </a:lnTo>
                  <a:lnTo>
                    <a:pt x="168" y="667"/>
                  </a:lnTo>
                  <a:lnTo>
                    <a:pt x="171" y="667"/>
                  </a:lnTo>
                  <a:lnTo>
                    <a:pt x="171" y="667"/>
                  </a:lnTo>
                  <a:lnTo>
                    <a:pt x="171" y="667"/>
                  </a:lnTo>
                  <a:lnTo>
                    <a:pt x="175" y="667"/>
                  </a:lnTo>
                  <a:lnTo>
                    <a:pt x="178" y="667"/>
                  </a:lnTo>
                  <a:lnTo>
                    <a:pt x="183" y="670"/>
                  </a:lnTo>
                  <a:lnTo>
                    <a:pt x="187" y="674"/>
                  </a:lnTo>
                  <a:lnTo>
                    <a:pt x="190" y="674"/>
                  </a:lnTo>
                  <a:lnTo>
                    <a:pt x="190" y="674"/>
                  </a:lnTo>
                  <a:lnTo>
                    <a:pt x="190" y="674"/>
                  </a:lnTo>
                  <a:lnTo>
                    <a:pt x="192" y="674"/>
                  </a:lnTo>
                  <a:lnTo>
                    <a:pt x="194" y="672"/>
                  </a:lnTo>
                  <a:lnTo>
                    <a:pt x="194" y="672"/>
                  </a:lnTo>
                  <a:lnTo>
                    <a:pt x="194" y="674"/>
                  </a:lnTo>
                  <a:lnTo>
                    <a:pt x="194" y="674"/>
                  </a:lnTo>
                  <a:lnTo>
                    <a:pt x="194" y="674"/>
                  </a:lnTo>
                  <a:lnTo>
                    <a:pt x="192" y="674"/>
                  </a:lnTo>
                  <a:lnTo>
                    <a:pt x="192" y="674"/>
                  </a:lnTo>
                  <a:lnTo>
                    <a:pt x="190" y="674"/>
                  </a:lnTo>
                  <a:lnTo>
                    <a:pt x="190" y="677"/>
                  </a:lnTo>
                  <a:lnTo>
                    <a:pt x="187" y="677"/>
                  </a:lnTo>
                  <a:lnTo>
                    <a:pt x="185" y="677"/>
                  </a:lnTo>
                  <a:lnTo>
                    <a:pt x="183" y="672"/>
                  </a:lnTo>
                  <a:lnTo>
                    <a:pt x="180" y="672"/>
                  </a:lnTo>
                  <a:lnTo>
                    <a:pt x="180" y="672"/>
                  </a:lnTo>
                  <a:lnTo>
                    <a:pt x="180" y="670"/>
                  </a:lnTo>
                  <a:lnTo>
                    <a:pt x="180" y="670"/>
                  </a:lnTo>
                  <a:lnTo>
                    <a:pt x="178" y="667"/>
                  </a:lnTo>
                  <a:lnTo>
                    <a:pt x="175" y="667"/>
                  </a:lnTo>
                  <a:lnTo>
                    <a:pt x="175" y="667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1" y="672"/>
                  </a:lnTo>
                  <a:lnTo>
                    <a:pt x="171" y="672"/>
                  </a:lnTo>
                  <a:lnTo>
                    <a:pt x="171" y="674"/>
                  </a:lnTo>
                  <a:lnTo>
                    <a:pt x="171" y="674"/>
                  </a:lnTo>
                  <a:lnTo>
                    <a:pt x="171" y="674"/>
                  </a:lnTo>
                  <a:lnTo>
                    <a:pt x="173" y="677"/>
                  </a:lnTo>
                  <a:lnTo>
                    <a:pt x="173" y="679"/>
                  </a:lnTo>
                  <a:lnTo>
                    <a:pt x="171" y="682"/>
                  </a:lnTo>
                  <a:lnTo>
                    <a:pt x="171" y="682"/>
                  </a:lnTo>
                  <a:lnTo>
                    <a:pt x="173" y="684"/>
                  </a:lnTo>
                  <a:lnTo>
                    <a:pt x="173" y="686"/>
                  </a:lnTo>
                  <a:lnTo>
                    <a:pt x="175" y="689"/>
                  </a:lnTo>
                  <a:lnTo>
                    <a:pt x="173" y="691"/>
                  </a:lnTo>
                  <a:lnTo>
                    <a:pt x="173" y="691"/>
                  </a:lnTo>
                  <a:lnTo>
                    <a:pt x="173" y="693"/>
                  </a:lnTo>
                  <a:lnTo>
                    <a:pt x="173" y="693"/>
                  </a:lnTo>
                  <a:lnTo>
                    <a:pt x="173" y="693"/>
                  </a:lnTo>
                  <a:lnTo>
                    <a:pt x="173" y="691"/>
                  </a:lnTo>
                  <a:lnTo>
                    <a:pt x="173" y="691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6"/>
                  </a:lnTo>
                  <a:lnTo>
                    <a:pt x="173" y="686"/>
                  </a:lnTo>
                  <a:lnTo>
                    <a:pt x="171" y="686"/>
                  </a:lnTo>
                  <a:lnTo>
                    <a:pt x="171" y="686"/>
                  </a:lnTo>
                  <a:lnTo>
                    <a:pt x="171" y="686"/>
                  </a:lnTo>
                  <a:lnTo>
                    <a:pt x="171" y="684"/>
                  </a:lnTo>
                  <a:lnTo>
                    <a:pt x="171" y="684"/>
                  </a:lnTo>
                  <a:lnTo>
                    <a:pt x="171" y="684"/>
                  </a:lnTo>
                  <a:lnTo>
                    <a:pt x="171" y="684"/>
                  </a:lnTo>
                  <a:lnTo>
                    <a:pt x="171" y="682"/>
                  </a:lnTo>
                  <a:lnTo>
                    <a:pt x="171" y="679"/>
                  </a:lnTo>
                  <a:lnTo>
                    <a:pt x="171" y="677"/>
                  </a:lnTo>
                  <a:lnTo>
                    <a:pt x="171" y="677"/>
                  </a:lnTo>
                  <a:lnTo>
                    <a:pt x="171" y="674"/>
                  </a:lnTo>
                  <a:lnTo>
                    <a:pt x="168" y="674"/>
                  </a:lnTo>
                  <a:lnTo>
                    <a:pt x="168" y="672"/>
                  </a:lnTo>
                  <a:lnTo>
                    <a:pt x="171" y="672"/>
                  </a:lnTo>
                  <a:lnTo>
                    <a:pt x="171" y="672"/>
                  </a:lnTo>
                  <a:lnTo>
                    <a:pt x="171" y="670"/>
                  </a:lnTo>
                  <a:lnTo>
                    <a:pt x="168" y="670"/>
                  </a:lnTo>
                  <a:lnTo>
                    <a:pt x="166" y="670"/>
                  </a:lnTo>
                  <a:lnTo>
                    <a:pt x="166" y="670"/>
                  </a:lnTo>
                  <a:lnTo>
                    <a:pt x="164" y="672"/>
                  </a:lnTo>
                  <a:lnTo>
                    <a:pt x="161" y="674"/>
                  </a:lnTo>
                  <a:lnTo>
                    <a:pt x="161" y="674"/>
                  </a:lnTo>
                  <a:lnTo>
                    <a:pt x="159" y="682"/>
                  </a:lnTo>
                  <a:lnTo>
                    <a:pt x="157" y="684"/>
                  </a:lnTo>
                  <a:lnTo>
                    <a:pt x="154" y="686"/>
                  </a:lnTo>
                  <a:lnTo>
                    <a:pt x="154" y="686"/>
                  </a:lnTo>
                  <a:lnTo>
                    <a:pt x="154" y="691"/>
                  </a:lnTo>
                  <a:lnTo>
                    <a:pt x="157" y="691"/>
                  </a:lnTo>
                  <a:lnTo>
                    <a:pt x="157" y="693"/>
                  </a:lnTo>
                  <a:lnTo>
                    <a:pt x="157" y="693"/>
                  </a:lnTo>
                  <a:lnTo>
                    <a:pt x="157" y="693"/>
                  </a:lnTo>
                  <a:lnTo>
                    <a:pt x="159" y="693"/>
                  </a:lnTo>
                  <a:lnTo>
                    <a:pt x="159" y="693"/>
                  </a:lnTo>
                  <a:lnTo>
                    <a:pt x="159" y="696"/>
                  </a:lnTo>
                  <a:lnTo>
                    <a:pt x="159" y="696"/>
                  </a:lnTo>
                  <a:lnTo>
                    <a:pt x="157" y="696"/>
                  </a:lnTo>
                  <a:lnTo>
                    <a:pt x="159" y="698"/>
                  </a:lnTo>
                  <a:lnTo>
                    <a:pt x="159" y="698"/>
                  </a:lnTo>
                  <a:lnTo>
                    <a:pt x="159" y="700"/>
                  </a:lnTo>
                  <a:lnTo>
                    <a:pt x="159" y="700"/>
                  </a:lnTo>
                  <a:lnTo>
                    <a:pt x="159" y="703"/>
                  </a:lnTo>
                  <a:lnTo>
                    <a:pt x="159" y="703"/>
                  </a:lnTo>
                  <a:lnTo>
                    <a:pt x="159" y="705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10"/>
                  </a:lnTo>
                  <a:lnTo>
                    <a:pt x="161" y="712"/>
                  </a:lnTo>
                  <a:lnTo>
                    <a:pt x="164" y="712"/>
                  </a:lnTo>
                  <a:lnTo>
                    <a:pt x="164" y="715"/>
                  </a:lnTo>
                  <a:lnTo>
                    <a:pt x="164" y="715"/>
                  </a:lnTo>
                  <a:lnTo>
                    <a:pt x="164" y="717"/>
                  </a:lnTo>
                  <a:lnTo>
                    <a:pt x="164" y="717"/>
                  </a:lnTo>
                  <a:lnTo>
                    <a:pt x="164" y="715"/>
                  </a:lnTo>
                  <a:lnTo>
                    <a:pt x="164" y="715"/>
                  </a:lnTo>
                  <a:lnTo>
                    <a:pt x="164" y="717"/>
                  </a:lnTo>
                  <a:lnTo>
                    <a:pt x="164" y="717"/>
                  </a:lnTo>
                  <a:lnTo>
                    <a:pt x="164" y="719"/>
                  </a:lnTo>
                  <a:lnTo>
                    <a:pt x="164" y="722"/>
                  </a:lnTo>
                  <a:lnTo>
                    <a:pt x="164" y="722"/>
                  </a:lnTo>
                  <a:lnTo>
                    <a:pt x="166" y="727"/>
                  </a:lnTo>
                  <a:lnTo>
                    <a:pt x="166" y="729"/>
                  </a:lnTo>
                  <a:lnTo>
                    <a:pt x="173" y="748"/>
                  </a:lnTo>
                  <a:lnTo>
                    <a:pt x="173" y="750"/>
                  </a:lnTo>
                  <a:lnTo>
                    <a:pt x="175" y="750"/>
                  </a:lnTo>
                  <a:lnTo>
                    <a:pt x="175" y="748"/>
                  </a:lnTo>
                  <a:lnTo>
                    <a:pt x="178" y="748"/>
                  </a:lnTo>
                  <a:lnTo>
                    <a:pt x="178" y="745"/>
                  </a:lnTo>
                  <a:lnTo>
                    <a:pt x="180" y="743"/>
                  </a:lnTo>
                  <a:lnTo>
                    <a:pt x="180" y="743"/>
                  </a:lnTo>
                  <a:lnTo>
                    <a:pt x="180" y="741"/>
                  </a:lnTo>
                  <a:lnTo>
                    <a:pt x="180" y="738"/>
                  </a:lnTo>
                  <a:lnTo>
                    <a:pt x="180" y="738"/>
                  </a:lnTo>
                  <a:lnTo>
                    <a:pt x="183" y="738"/>
                  </a:lnTo>
                  <a:lnTo>
                    <a:pt x="183" y="736"/>
                  </a:lnTo>
                  <a:lnTo>
                    <a:pt x="185" y="734"/>
                  </a:lnTo>
                  <a:lnTo>
                    <a:pt x="185" y="731"/>
                  </a:lnTo>
                  <a:lnTo>
                    <a:pt x="185" y="731"/>
                  </a:lnTo>
                  <a:lnTo>
                    <a:pt x="190" y="729"/>
                  </a:lnTo>
                  <a:lnTo>
                    <a:pt x="190" y="729"/>
                  </a:lnTo>
                  <a:lnTo>
                    <a:pt x="190" y="729"/>
                  </a:lnTo>
                  <a:lnTo>
                    <a:pt x="192" y="729"/>
                  </a:lnTo>
                  <a:lnTo>
                    <a:pt x="192" y="729"/>
                  </a:lnTo>
                  <a:lnTo>
                    <a:pt x="192" y="727"/>
                  </a:lnTo>
                  <a:lnTo>
                    <a:pt x="192" y="727"/>
                  </a:lnTo>
                  <a:lnTo>
                    <a:pt x="194" y="727"/>
                  </a:lnTo>
                  <a:lnTo>
                    <a:pt x="194" y="724"/>
                  </a:lnTo>
                  <a:lnTo>
                    <a:pt x="197" y="724"/>
                  </a:lnTo>
                  <a:lnTo>
                    <a:pt x="197" y="724"/>
                  </a:lnTo>
                  <a:lnTo>
                    <a:pt x="199" y="724"/>
                  </a:lnTo>
                  <a:lnTo>
                    <a:pt x="199" y="724"/>
                  </a:lnTo>
                  <a:lnTo>
                    <a:pt x="199" y="719"/>
                  </a:lnTo>
                  <a:lnTo>
                    <a:pt x="199" y="719"/>
                  </a:lnTo>
                  <a:lnTo>
                    <a:pt x="202" y="719"/>
                  </a:lnTo>
                  <a:lnTo>
                    <a:pt x="202" y="722"/>
                  </a:lnTo>
                  <a:lnTo>
                    <a:pt x="202" y="724"/>
                  </a:lnTo>
                  <a:lnTo>
                    <a:pt x="204" y="724"/>
                  </a:lnTo>
                  <a:lnTo>
                    <a:pt x="206" y="719"/>
                  </a:lnTo>
                  <a:lnTo>
                    <a:pt x="206" y="715"/>
                  </a:lnTo>
                  <a:lnTo>
                    <a:pt x="206" y="712"/>
                  </a:lnTo>
                  <a:lnTo>
                    <a:pt x="206" y="712"/>
                  </a:lnTo>
                  <a:lnTo>
                    <a:pt x="206" y="712"/>
                  </a:lnTo>
                  <a:lnTo>
                    <a:pt x="209" y="715"/>
                  </a:lnTo>
                  <a:lnTo>
                    <a:pt x="209" y="717"/>
                  </a:lnTo>
                  <a:lnTo>
                    <a:pt x="209" y="717"/>
                  </a:lnTo>
                  <a:lnTo>
                    <a:pt x="206" y="719"/>
                  </a:lnTo>
                  <a:lnTo>
                    <a:pt x="206" y="722"/>
                  </a:lnTo>
                  <a:lnTo>
                    <a:pt x="209" y="717"/>
                  </a:lnTo>
                  <a:lnTo>
                    <a:pt x="209" y="717"/>
                  </a:lnTo>
                  <a:lnTo>
                    <a:pt x="209" y="719"/>
                  </a:lnTo>
                  <a:lnTo>
                    <a:pt x="209" y="719"/>
                  </a:lnTo>
                  <a:lnTo>
                    <a:pt x="206" y="722"/>
                  </a:lnTo>
                  <a:lnTo>
                    <a:pt x="206" y="724"/>
                  </a:lnTo>
                  <a:lnTo>
                    <a:pt x="211" y="722"/>
                  </a:lnTo>
                  <a:lnTo>
                    <a:pt x="213" y="719"/>
                  </a:lnTo>
                  <a:lnTo>
                    <a:pt x="216" y="717"/>
                  </a:lnTo>
                  <a:lnTo>
                    <a:pt x="216" y="717"/>
                  </a:lnTo>
                  <a:lnTo>
                    <a:pt x="218" y="715"/>
                  </a:lnTo>
                  <a:lnTo>
                    <a:pt x="218" y="715"/>
                  </a:lnTo>
                  <a:lnTo>
                    <a:pt x="218" y="715"/>
                  </a:lnTo>
                  <a:lnTo>
                    <a:pt x="220" y="715"/>
                  </a:lnTo>
                  <a:lnTo>
                    <a:pt x="220" y="715"/>
                  </a:lnTo>
                  <a:lnTo>
                    <a:pt x="220" y="715"/>
                  </a:lnTo>
                  <a:lnTo>
                    <a:pt x="220" y="715"/>
                  </a:lnTo>
                  <a:lnTo>
                    <a:pt x="223" y="712"/>
                  </a:lnTo>
                  <a:lnTo>
                    <a:pt x="225" y="710"/>
                  </a:lnTo>
                  <a:lnTo>
                    <a:pt x="225" y="710"/>
                  </a:lnTo>
                  <a:lnTo>
                    <a:pt x="228" y="710"/>
                  </a:lnTo>
                  <a:lnTo>
                    <a:pt x="230" y="708"/>
                  </a:lnTo>
                  <a:lnTo>
                    <a:pt x="230" y="710"/>
                  </a:lnTo>
                  <a:lnTo>
                    <a:pt x="230" y="710"/>
                  </a:lnTo>
                  <a:lnTo>
                    <a:pt x="228" y="710"/>
                  </a:lnTo>
                  <a:lnTo>
                    <a:pt x="228" y="710"/>
                  </a:lnTo>
                  <a:lnTo>
                    <a:pt x="228" y="712"/>
                  </a:lnTo>
                  <a:lnTo>
                    <a:pt x="228" y="712"/>
                  </a:lnTo>
                  <a:lnTo>
                    <a:pt x="228" y="712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0" y="717"/>
                  </a:lnTo>
                  <a:lnTo>
                    <a:pt x="220" y="719"/>
                  </a:lnTo>
                  <a:lnTo>
                    <a:pt x="223" y="719"/>
                  </a:lnTo>
                  <a:lnTo>
                    <a:pt x="223" y="719"/>
                  </a:lnTo>
                  <a:lnTo>
                    <a:pt x="223" y="719"/>
                  </a:lnTo>
                  <a:lnTo>
                    <a:pt x="223" y="719"/>
                  </a:lnTo>
                  <a:lnTo>
                    <a:pt x="223" y="722"/>
                  </a:lnTo>
                  <a:lnTo>
                    <a:pt x="225" y="722"/>
                  </a:lnTo>
                  <a:lnTo>
                    <a:pt x="225" y="724"/>
                  </a:lnTo>
                  <a:lnTo>
                    <a:pt x="228" y="724"/>
                  </a:lnTo>
                  <a:lnTo>
                    <a:pt x="230" y="724"/>
                  </a:lnTo>
                  <a:lnTo>
                    <a:pt x="230" y="724"/>
                  </a:lnTo>
                  <a:lnTo>
                    <a:pt x="230" y="727"/>
                  </a:lnTo>
                  <a:lnTo>
                    <a:pt x="230" y="727"/>
                  </a:lnTo>
                  <a:lnTo>
                    <a:pt x="230" y="727"/>
                  </a:lnTo>
                  <a:lnTo>
                    <a:pt x="225" y="727"/>
                  </a:lnTo>
                  <a:lnTo>
                    <a:pt x="223" y="722"/>
                  </a:lnTo>
                  <a:lnTo>
                    <a:pt x="220" y="722"/>
                  </a:lnTo>
                  <a:lnTo>
                    <a:pt x="220" y="724"/>
                  </a:lnTo>
                  <a:lnTo>
                    <a:pt x="218" y="724"/>
                  </a:lnTo>
                  <a:lnTo>
                    <a:pt x="218" y="724"/>
                  </a:lnTo>
                  <a:lnTo>
                    <a:pt x="216" y="724"/>
                  </a:lnTo>
                  <a:lnTo>
                    <a:pt x="216" y="724"/>
                  </a:lnTo>
                  <a:lnTo>
                    <a:pt x="213" y="724"/>
                  </a:lnTo>
                  <a:lnTo>
                    <a:pt x="213" y="727"/>
                  </a:lnTo>
                  <a:lnTo>
                    <a:pt x="211" y="729"/>
                  </a:lnTo>
                  <a:lnTo>
                    <a:pt x="211" y="731"/>
                  </a:lnTo>
                  <a:lnTo>
                    <a:pt x="211" y="734"/>
                  </a:lnTo>
                  <a:lnTo>
                    <a:pt x="209" y="736"/>
                  </a:lnTo>
                  <a:lnTo>
                    <a:pt x="206" y="736"/>
                  </a:lnTo>
                  <a:lnTo>
                    <a:pt x="206" y="736"/>
                  </a:lnTo>
                  <a:lnTo>
                    <a:pt x="206" y="738"/>
                  </a:lnTo>
                  <a:lnTo>
                    <a:pt x="206" y="738"/>
                  </a:lnTo>
                  <a:lnTo>
                    <a:pt x="206" y="741"/>
                  </a:lnTo>
                  <a:lnTo>
                    <a:pt x="206" y="741"/>
                  </a:lnTo>
                  <a:lnTo>
                    <a:pt x="206" y="741"/>
                  </a:lnTo>
                  <a:lnTo>
                    <a:pt x="206" y="743"/>
                  </a:lnTo>
                  <a:lnTo>
                    <a:pt x="206" y="745"/>
                  </a:lnTo>
                  <a:lnTo>
                    <a:pt x="206" y="745"/>
                  </a:lnTo>
                  <a:lnTo>
                    <a:pt x="209" y="745"/>
                  </a:lnTo>
                  <a:lnTo>
                    <a:pt x="209" y="748"/>
                  </a:lnTo>
                  <a:lnTo>
                    <a:pt x="209" y="750"/>
                  </a:lnTo>
                  <a:lnTo>
                    <a:pt x="209" y="750"/>
                  </a:lnTo>
                  <a:lnTo>
                    <a:pt x="209" y="750"/>
                  </a:lnTo>
                  <a:lnTo>
                    <a:pt x="211" y="753"/>
                  </a:lnTo>
                  <a:lnTo>
                    <a:pt x="211" y="753"/>
                  </a:lnTo>
                  <a:lnTo>
                    <a:pt x="211" y="755"/>
                  </a:lnTo>
                  <a:lnTo>
                    <a:pt x="211" y="757"/>
                  </a:lnTo>
                  <a:lnTo>
                    <a:pt x="211" y="757"/>
                  </a:lnTo>
                  <a:lnTo>
                    <a:pt x="213" y="757"/>
                  </a:lnTo>
                  <a:lnTo>
                    <a:pt x="213" y="757"/>
                  </a:lnTo>
                  <a:lnTo>
                    <a:pt x="213" y="757"/>
                  </a:lnTo>
                  <a:lnTo>
                    <a:pt x="213" y="760"/>
                  </a:lnTo>
                  <a:lnTo>
                    <a:pt x="213" y="762"/>
                  </a:lnTo>
                  <a:lnTo>
                    <a:pt x="213" y="762"/>
                  </a:lnTo>
                  <a:lnTo>
                    <a:pt x="216" y="762"/>
                  </a:lnTo>
                  <a:lnTo>
                    <a:pt x="216" y="760"/>
                  </a:lnTo>
                  <a:lnTo>
                    <a:pt x="216" y="760"/>
                  </a:lnTo>
                  <a:lnTo>
                    <a:pt x="218" y="762"/>
                  </a:lnTo>
                  <a:lnTo>
                    <a:pt x="218" y="762"/>
                  </a:lnTo>
                  <a:lnTo>
                    <a:pt x="220" y="762"/>
                  </a:lnTo>
                  <a:lnTo>
                    <a:pt x="220" y="762"/>
                  </a:lnTo>
                  <a:lnTo>
                    <a:pt x="223" y="760"/>
                  </a:lnTo>
                  <a:lnTo>
                    <a:pt x="223" y="760"/>
                  </a:lnTo>
                  <a:lnTo>
                    <a:pt x="223" y="757"/>
                  </a:lnTo>
                  <a:lnTo>
                    <a:pt x="225" y="760"/>
                  </a:lnTo>
                  <a:lnTo>
                    <a:pt x="225" y="762"/>
                  </a:lnTo>
                  <a:lnTo>
                    <a:pt x="232" y="762"/>
                  </a:lnTo>
                  <a:lnTo>
                    <a:pt x="235" y="764"/>
                  </a:lnTo>
                  <a:lnTo>
                    <a:pt x="237" y="764"/>
                  </a:lnTo>
                  <a:lnTo>
                    <a:pt x="235" y="764"/>
                  </a:lnTo>
                  <a:lnTo>
                    <a:pt x="235" y="767"/>
                  </a:lnTo>
                  <a:lnTo>
                    <a:pt x="235" y="767"/>
                  </a:lnTo>
                  <a:lnTo>
                    <a:pt x="235" y="767"/>
                  </a:lnTo>
                  <a:lnTo>
                    <a:pt x="237" y="769"/>
                  </a:lnTo>
                  <a:lnTo>
                    <a:pt x="237" y="771"/>
                  </a:lnTo>
                  <a:lnTo>
                    <a:pt x="237" y="771"/>
                  </a:lnTo>
                  <a:lnTo>
                    <a:pt x="237" y="774"/>
                  </a:lnTo>
                  <a:lnTo>
                    <a:pt x="237" y="774"/>
                  </a:lnTo>
                  <a:lnTo>
                    <a:pt x="237" y="774"/>
                  </a:lnTo>
                  <a:lnTo>
                    <a:pt x="237" y="776"/>
                  </a:lnTo>
                  <a:lnTo>
                    <a:pt x="237" y="779"/>
                  </a:lnTo>
                  <a:lnTo>
                    <a:pt x="237" y="779"/>
                  </a:lnTo>
                  <a:lnTo>
                    <a:pt x="239" y="781"/>
                  </a:lnTo>
                  <a:lnTo>
                    <a:pt x="239" y="781"/>
                  </a:lnTo>
                  <a:lnTo>
                    <a:pt x="239" y="781"/>
                  </a:lnTo>
                  <a:lnTo>
                    <a:pt x="239" y="783"/>
                  </a:lnTo>
                  <a:lnTo>
                    <a:pt x="237" y="786"/>
                  </a:lnTo>
                  <a:lnTo>
                    <a:pt x="237" y="786"/>
                  </a:lnTo>
                  <a:lnTo>
                    <a:pt x="239" y="788"/>
                  </a:lnTo>
                  <a:lnTo>
                    <a:pt x="239" y="788"/>
                  </a:lnTo>
                  <a:lnTo>
                    <a:pt x="239" y="790"/>
                  </a:lnTo>
                  <a:lnTo>
                    <a:pt x="237" y="788"/>
                  </a:lnTo>
                  <a:lnTo>
                    <a:pt x="237" y="786"/>
                  </a:lnTo>
                  <a:lnTo>
                    <a:pt x="237" y="781"/>
                  </a:lnTo>
                  <a:lnTo>
                    <a:pt x="237" y="781"/>
                  </a:lnTo>
                  <a:lnTo>
                    <a:pt x="237" y="779"/>
                  </a:lnTo>
                  <a:lnTo>
                    <a:pt x="237" y="776"/>
                  </a:lnTo>
                  <a:lnTo>
                    <a:pt x="235" y="776"/>
                  </a:lnTo>
                  <a:lnTo>
                    <a:pt x="235" y="776"/>
                  </a:lnTo>
                  <a:lnTo>
                    <a:pt x="235" y="776"/>
                  </a:lnTo>
                  <a:lnTo>
                    <a:pt x="230" y="776"/>
                  </a:lnTo>
                  <a:lnTo>
                    <a:pt x="232" y="774"/>
                  </a:lnTo>
                  <a:lnTo>
                    <a:pt x="235" y="774"/>
                  </a:lnTo>
                  <a:lnTo>
                    <a:pt x="235" y="774"/>
                  </a:lnTo>
                  <a:lnTo>
                    <a:pt x="235" y="774"/>
                  </a:lnTo>
                  <a:lnTo>
                    <a:pt x="235" y="774"/>
                  </a:lnTo>
                  <a:lnTo>
                    <a:pt x="235" y="771"/>
                  </a:lnTo>
                  <a:lnTo>
                    <a:pt x="235" y="771"/>
                  </a:lnTo>
                  <a:lnTo>
                    <a:pt x="235" y="769"/>
                  </a:lnTo>
                  <a:lnTo>
                    <a:pt x="235" y="769"/>
                  </a:lnTo>
                  <a:lnTo>
                    <a:pt x="235" y="767"/>
                  </a:lnTo>
                  <a:lnTo>
                    <a:pt x="232" y="767"/>
                  </a:lnTo>
                  <a:lnTo>
                    <a:pt x="228" y="764"/>
                  </a:lnTo>
                  <a:lnTo>
                    <a:pt x="225" y="762"/>
                  </a:lnTo>
                  <a:lnTo>
                    <a:pt x="223" y="760"/>
                  </a:lnTo>
                  <a:lnTo>
                    <a:pt x="223" y="762"/>
                  </a:lnTo>
                  <a:lnTo>
                    <a:pt x="220" y="762"/>
                  </a:lnTo>
                  <a:lnTo>
                    <a:pt x="216" y="762"/>
                  </a:lnTo>
                  <a:lnTo>
                    <a:pt x="216" y="762"/>
                  </a:lnTo>
                  <a:lnTo>
                    <a:pt x="213" y="762"/>
                  </a:lnTo>
                  <a:lnTo>
                    <a:pt x="213" y="762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7"/>
                  </a:lnTo>
                  <a:lnTo>
                    <a:pt x="213" y="769"/>
                  </a:lnTo>
                  <a:lnTo>
                    <a:pt x="213" y="769"/>
                  </a:lnTo>
                  <a:lnTo>
                    <a:pt x="211" y="769"/>
                  </a:lnTo>
                  <a:lnTo>
                    <a:pt x="211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1" y="762"/>
                  </a:lnTo>
                  <a:lnTo>
                    <a:pt x="209" y="755"/>
                  </a:lnTo>
                  <a:lnTo>
                    <a:pt x="209" y="753"/>
                  </a:lnTo>
                  <a:lnTo>
                    <a:pt x="209" y="753"/>
                  </a:lnTo>
                  <a:lnTo>
                    <a:pt x="206" y="753"/>
                  </a:lnTo>
                  <a:lnTo>
                    <a:pt x="206" y="753"/>
                  </a:lnTo>
                  <a:lnTo>
                    <a:pt x="206" y="755"/>
                  </a:lnTo>
                  <a:lnTo>
                    <a:pt x="209" y="755"/>
                  </a:lnTo>
                  <a:lnTo>
                    <a:pt x="206" y="757"/>
                  </a:lnTo>
                  <a:lnTo>
                    <a:pt x="206" y="755"/>
                  </a:lnTo>
                  <a:lnTo>
                    <a:pt x="206" y="753"/>
                  </a:lnTo>
                  <a:lnTo>
                    <a:pt x="204" y="753"/>
                  </a:lnTo>
                  <a:lnTo>
                    <a:pt x="204" y="753"/>
                  </a:lnTo>
                  <a:lnTo>
                    <a:pt x="204" y="750"/>
                  </a:lnTo>
                  <a:lnTo>
                    <a:pt x="206" y="745"/>
                  </a:lnTo>
                  <a:lnTo>
                    <a:pt x="206" y="743"/>
                  </a:lnTo>
                  <a:lnTo>
                    <a:pt x="204" y="743"/>
                  </a:lnTo>
                  <a:lnTo>
                    <a:pt x="204" y="743"/>
                  </a:lnTo>
                  <a:lnTo>
                    <a:pt x="202" y="745"/>
                  </a:lnTo>
                  <a:lnTo>
                    <a:pt x="202" y="745"/>
                  </a:lnTo>
                  <a:lnTo>
                    <a:pt x="199" y="745"/>
                  </a:lnTo>
                  <a:lnTo>
                    <a:pt x="197" y="743"/>
                  </a:lnTo>
                  <a:lnTo>
                    <a:pt x="197" y="741"/>
                  </a:lnTo>
                  <a:lnTo>
                    <a:pt x="194" y="743"/>
                  </a:lnTo>
                  <a:lnTo>
                    <a:pt x="194" y="748"/>
                  </a:lnTo>
                  <a:lnTo>
                    <a:pt x="194" y="750"/>
                  </a:lnTo>
                  <a:lnTo>
                    <a:pt x="194" y="750"/>
                  </a:lnTo>
                  <a:lnTo>
                    <a:pt x="194" y="753"/>
                  </a:lnTo>
                  <a:lnTo>
                    <a:pt x="197" y="750"/>
                  </a:lnTo>
                  <a:lnTo>
                    <a:pt x="197" y="750"/>
                  </a:lnTo>
                  <a:lnTo>
                    <a:pt x="199" y="750"/>
                  </a:lnTo>
                  <a:lnTo>
                    <a:pt x="199" y="750"/>
                  </a:lnTo>
                  <a:lnTo>
                    <a:pt x="202" y="750"/>
                  </a:lnTo>
                  <a:lnTo>
                    <a:pt x="199" y="753"/>
                  </a:lnTo>
                  <a:lnTo>
                    <a:pt x="197" y="753"/>
                  </a:lnTo>
                  <a:lnTo>
                    <a:pt x="194" y="755"/>
                  </a:lnTo>
                  <a:lnTo>
                    <a:pt x="194" y="755"/>
                  </a:lnTo>
                  <a:lnTo>
                    <a:pt x="194" y="757"/>
                  </a:lnTo>
                  <a:lnTo>
                    <a:pt x="194" y="757"/>
                  </a:lnTo>
                  <a:lnTo>
                    <a:pt x="194" y="757"/>
                  </a:lnTo>
                  <a:lnTo>
                    <a:pt x="194" y="760"/>
                  </a:lnTo>
                  <a:lnTo>
                    <a:pt x="194" y="760"/>
                  </a:lnTo>
                  <a:lnTo>
                    <a:pt x="197" y="760"/>
                  </a:lnTo>
                  <a:lnTo>
                    <a:pt x="194" y="760"/>
                  </a:lnTo>
                  <a:lnTo>
                    <a:pt x="192" y="762"/>
                  </a:lnTo>
                  <a:lnTo>
                    <a:pt x="192" y="762"/>
                  </a:lnTo>
                  <a:lnTo>
                    <a:pt x="192" y="764"/>
                  </a:lnTo>
                  <a:lnTo>
                    <a:pt x="192" y="767"/>
                  </a:lnTo>
                  <a:lnTo>
                    <a:pt x="192" y="769"/>
                  </a:lnTo>
                  <a:lnTo>
                    <a:pt x="194" y="769"/>
                  </a:lnTo>
                  <a:lnTo>
                    <a:pt x="194" y="771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9" y="779"/>
                  </a:lnTo>
                  <a:lnTo>
                    <a:pt x="199" y="776"/>
                  </a:lnTo>
                  <a:lnTo>
                    <a:pt x="199" y="776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202" y="774"/>
                  </a:lnTo>
                  <a:lnTo>
                    <a:pt x="199" y="776"/>
                  </a:lnTo>
                  <a:lnTo>
                    <a:pt x="199" y="776"/>
                  </a:lnTo>
                  <a:lnTo>
                    <a:pt x="202" y="783"/>
                  </a:lnTo>
                  <a:lnTo>
                    <a:pt x="202" y="783"/>
                  </a:lnTo>
                  <a:lnTo>
                    <a:pt x="202" y="786"/>
                  </a:lnTo>
                  <a:lnTo>
                    <a:pt x="206" y="786"/>
                  </a:lnTo>
                  <a:lnTo>
                    <a:pt x="206" y="786"/>
                  </a:lnTo>
                  <a:lnTo>
                    <a:pt x="204" y="786"/>
                  </a:lnTo>
                  <a:lnTo>
                    <a:pt x="202" y="786"/>
                  </a:lnTo>
                  <a:lnTo>
                    <a:pt x="202" y="786"/>
                  </a:lnTo>
                  <a:lnTo>
                    <a:pt x="202" y="788"/>
                  </a:lnTo>
                  <a:lnTo>
                    <a:pt x="202" y="788"/>
                  </a:lnTo>
                  <a:lnTo>
                    <a:pt x="204" y="788"/>
                  </a:lnTo>
                  <a:lnTo>
                    <a:pt x="204" y="790"/>
                  </a:lnTo>
                  <a:lnTo>
                    <a:pt x="202" y="790"/>
                  </a:lnTo>
                  <a:lnTo>
                    <a:pt x="202" y="790"/>
                  </a:lnTo>
                  <a:lnTo>
                    <a:pt x="202" y="790"/>
                  </a:lnTo>
                  <a:lnTo>
                    <a:pt x="202" y="790"/>
                  </a:lnTo>
                  <a:lnTo>
                    <a:pt x="202" y="793"/>
                  </a:lnTo>
                  <a:lnTo>
                    <a:pt x="202" y="793"/>
                  </a:lnTo>
                  <a:lnTo>
                    <a:pt x="199" y="793"/>
                  </a:lnTo>
                  <a:lnTo>
                    <a:pt x="199" y="795"/>
                  </a:lnTo>
                  <a:lnTo>
                    <a:pt x="199" y="800"/>
                  </a:lnTo>
                  <a:lnTo>
                    <a:pt x="199" y="802"/>
                  </a:lnTo>
                  <a:lnTo>
                    <a:pt x="197" y="805"/>
                  </a:lnTo>
                  <a:lnTo>
                    <a:pt x="197" y="807"/>
                  </a:lnTo>
                  <a:lnTo>
                    <a:pt x="197" y="807"/>
                  </a:lnTo>
                  <a:lnTo>
                    <a:pt x="197" y="807"/>
                  </a:lnTo>
                  <a:lnTo>
                    <a:pt x="197" y="809"/>
                  </a:lnTo>
                  <a:lnTo>
                    <a:pt x="197" y="812"/>
                  </a:lnTo>
                  <a:lnTo>
                    <a:pt x="197" y="812"/>
                  </a:lnTo>
                  <a:lnTo>
                    <a:pt x="197" y="812"/>
                  </a:lnTo>
                  <a:lnTo>
                    <a:pt x="197" y="814"/>
                  </a:lnTo>
                  <a:lnTo>
                    <a:pt x="197" y="814"/>
                  </a:lnTo>
                  <a:lnTo>
                    <a:pt x="199" y="816"/>
                  </a:lnTo>
                  <a:lnTo>
                    <a:pt x="204" y="819"/>
                  </a:lnTo>
                  <a:lnTo>
                    <a:pt x="204" y="819"/>
                  </a:lnTo>
                  <a:lnTo>
                    <a:pt x="206" y="819"/>
                  </a:lnTo>
                  <a:lnTo>
                    <a:pt x="206" y="819"/>
                  </a:lnTo>
                  <a:lnTo>
                    <a:pt x="206" y="819"/>
                  </a:lnTo>
                  <a:lnTo>
                    <a:pt x="209" y="819"/>
                  </a:lnTo>
                  <a:lnTo>
                    <a:pt x="209" y="819"/>
                  </a:lnTo>
                  <a:lnTo>
                    <a:pt x="211" y="816"/>
                  </a:lnTo>
                  <a:lnTo>
                    <a:pt x="211" y="816"/>
                  </a:lnTo>
                  <a:lnTo>
                    <a:pt x="213" y="814"/>
                  </a:lnTo>
                  <a:lnTo>
                    <a:pt x="216" y="814"/>
                  </a:lnTo>
                  <a:lnTo>
                    <a:pt x="216" y="812"/>
                  </a:lnTo>
                  <a:lnTo>
                    <a:pt x="216" y="812"/>
                  </a:lnTo>
                  <a:lnTo>
                    <a:pt x="216" y="814"/>
                  </a:lnTo>
                  <a:lnTo>
                    <a:pt x="216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18" y="814"/>
                  </a:lnTo>
                  <a:lnTo>
                    <a:pt x="216" y="814"/>
                  </a:lnTo>
                  <a:lnTo>
                    <a:pt x="213" y="816"/>
                  </a:lnTo>
                  <a:lnTo>
                    <a:pt x="213" y="819"/>
                  </a:lnTo>
                  <a:lnTo>
                    <a:pt x="211" y="821"/>
                  </a:lnTo>
                  <a:lnTo>
                    <a:pt x="211" y="824"/>
                  </a:lnTo>
                  <a:lnTo>
                    <a:pt x="211" y="826"/>
                  </a:lnTo>
                  <a:lnTo>
                    <a:pt x="211" y="826"/>
                  </a:lnTo>
                  <a:lnTo>
                    <a:pt x="209" y="826"/>
                  </a:lnTo>
                  <a:lnTo>
                    <a:pt x="209" y="828"/>
                  </a:lnTo>
                  <a:lnTo>
                    <a:pt x="209" y="828"/>
                  </a:lnTo>
                  <a:lnTo>
                    <a:pt x="209" y="828"/>
                  </a:lnTo>
                  <a:lnTo>
                    <a:pt x="209" y="828"/>
                  </a:lnTo>
                  <a:lnTo>
                    <a:pt x="206" y="831"/>
                  </a:lnTo>
                  <a:lnTo>
                    <a:pt x="206" y="831"/>
                  </a:lnTo>
                  <a:lnTo>
                    <a:pt x="204" y="833"/>
                  </a:lnTo>
                  <a:lnTo>
                    <a:pt x="204" y="833"/>
                  </a:lnTo>
                  <a:lnTo>
                    <a:pt x="204" y="833"/>
                  </a:lnTo>
                  <a:lnTo>
                    <a:pt x="204" y="835"/>
                  </a:lnTo>
                  <a:lnTo>
                    <a:pt x="204" y="835"/>
                  </a:lnTo>
                  <a:lnTo>
                    <a:pt x="199" y="838"/>
                  </a:lnTo>
                  <a:lnTo>
                    <a:pt x="199" y="840"/>
                  </a:lnTo>
                  <a:lnTo>
                    <a:pt x="197" y="840"/>
                  </a:lnTo>
                  <a:lnTo>
                    <a:pt x="197" y="842"/>
                  </a:lnTo>
                  <a:lnTo>
                    <a:pt x="197" y="845"/>
                  </a:lnTo>
                  <a:lnTo>
                    <a:pt x="197" y="845"/>
                  </a:lnTo>
                  <a:lnTo>
                    <a:pt x="197" y="847"/>
                  </a:lnTo>
                  <a:lnTo>
                    <a:pt x="194" y="850"/>
                  </a:lnTo>
                  <a:lnTo>
                    <a:pt x="194" y="852"/>
                  </a:lnTo>
                  <a:lnTo>
                    <a:pt x="192" y="852"/>
                  </a:lnTo>
                  <a:lnTo>
                    <a:pt x="192" y="852"/>
                  </a:lnTo>
                  <a:lnTo>
                    <a:pt x="192" y="854"/>
                  </a:lnTo>
                  <a:lnTo>
                    <a:pt x="192" y="854"/>
                  </a:lnTo>
                  <a:lnTo>
                    <a:pt x="190" y="854"/>
                  </a:lnTo>
                  <a:lnTo>
                    <a:pt x="190" y="854"/>
                  </a:lnTo>
                  <a:lnTo>
                    <a:pt x="190" y="854"/>
                  </a:lnTo>
                  <a:lnTo>
                    <a:pt x="190" y="852"/>
                  </a:lnTo>
                  <a:lnTo>
                    <a:pt x="190" y="852"/>
                  </a:lnTo>
                  <a:lnTo>
                    <a:pt x="187" y="854"/>
                  </a:lnTo>
                  <a:lnTo>
                    <a:pt x="187" y="854"/>
                  </a:lnTo>
                  <a:lnTo>
                    <a:pt x="185" y="857"/>
                  </a:lnTo>
                  <a:lnTo>
                    <a:pt x="185" y="859"/>
                  </a:lnTo>
                  <a:lnTo>
                    <a:pt x="183" y="859"/>
                  </a:lnTo>
                  <a:lnTo>
                    <a:pt x="183" y="859"/>
                  </a:lnTo>
                  <a:lnTo>
                    <a:pt x="180" y="861"/>
                  </a:lnTo>
                  <a:lnTo>
                    <a:pt x="183" y="861"/>
                  </a:lnTo>
                  <a:lnTo>
                    <a:pt x="183" y="861"/>
                  </a:lnTo>
                  <a:lnTo>
                    <a:pt x="183" y="861"/>
                  </a:lnTo>
                  <a:lnTo>
                    <a:pt x="185" y="861"/>
                  </a:lnTo>
                  <a:lnTo>
                    <a:pt x="185" y="864"/>
                  </a:lnTo>
                  <a:lnTo>
                    <a:pt x="185" y="864"/>
                  </a:lnTo>
                  <a:lnTo>
                    <a:pt x="185" y="864"/>
                  </a:lnTo>
                  <a:lnTo>
                    <a:pt x="187" y="864"/>
                  </a:lnTo>
                  <a:lnTo>
                    <a:pt x="190" y="861"/>
                  </a:lnTo>
                  <a:lnTo>
                    <a:pt x="194" y="857"/>
                  </a:lnTo>
                  <a:lnTo>
                    <a:pt x="194" y="857"/>
                  </a:lnTo>
                  <a:lnTo>
                    <a:pt x="197" y="857"/>
                  </a:lnTo>
                  <a:lnTo>
                    <a:pt x="197" y="854"/>
                  </a:lnTo>
                  <a:lnTo>
                    <a:pt x="197" y="854"/>
                  </a:lnTo>
                  <a:lnTo>
                    <a:pt x="197" y="854"/>
                  </a:lnTo>
                  <a:lnTo>
                    <a:pt x="197" y="854"/>
                  </a:lnTo>
                  <a:lnTo>
                    <a:pt x="202" y="850"/>
                  </a:lnTo>
                  <a:lnTo>
                    <a:pt x="204" y="850"/>
                  </a:lnTo>
                  <a:lnTo>
                    <a:pt x="204" y="847"/>
                  </a:lnTo>
                  <a:lnTo>
                    <a:pt x="204" y="847"/>
                  </a:lnTo>
                  <a:lnTo>
                    <a:pt x="204" y="847"/>
                  </a:lnTo>
                  <a:lnTo>
                    <a:pt x="204" y="847"/>
                  </a:lnTo>
                  <a:lnTo>
                    <a:pt x="206" y="847"/>
                  </a:lnTo>
                  <a:lnTo>
                    <a:pt x="206" y="847"/>
                  </a:lnTo>
                  <a:lnTo>
                    <a:pt x="209" y="845"/>
                  </a:lnTo>
                  <a:lnTo>
                    <a:pt x="213" y="847"/>
                  </a:lnTo>
                  <a:lnTo>
                    <a:pt x="216" y="845"/>
                  </a:lnTo>
                  <a:lnTo>
                    <a:pt x="218" y="845"/>
                  </a:lnTo>
                  <a:lnTo>
                    <a:pt x="216" y="847"/>
                  </a:lnTo>
                  <a:lnTo>
                    <a:pt x="216" y="847"/>
                  </a:lnTo>
                  <a:lnTo>
                    <a:pt x="213" y="850"/>
                  </a:lnTo>
                  <a:lnTo>
                    <a:pt x="213" y="850"/>
                  </a:lnTo>
                  <a:lnTo>
                    <a:pt x="213" y="850"/>
                  </a:lnTo>
                  <a:lnTo>
                    <a:pt x="211" y="850"/>
                  </a:lnTo>
                  <a:lnTo>
                    <a:pt x="211" y="850"/>
                  </a:lnTo>
                  <a:lnTo>
                    <a:pt x="211" y="850"/>
                  </a:lnTo>
                  <a:lnTo>
                    <a:pt x="211" y="852"/>
                  </a:lnTo>
                  <a:lnTo>
                    <a:pt x="211" y="852"/>
                  </a:lnTo>
                  <a:lnTo>
                    <a:pt x="211" y="852"/>
                  </a:lnTo>
                  <a:lnTo>
                    <a:pt x="211" y="850"/>
                  </a:lnTo>
                  <a:lnTo>
                    <a:pt x="211" y="850"/>
                  </a:lnTo>
                  <a:lnTo>
                    <a:pt x="209" y="850"/>
                  </a:lnTo>
                  <a:lnTo>
                    <a:pt x="206" y="850"/>
                  </a:lnTo>
                  <a:lnTo>
                    <a:pt x="204" y="852"/>
                  </a:lnTo>
                  <a:lnTo>
                    <a:pt x="204" y="854"/>
                  </a:lnTo>
                  <a:lnTo>
                    <a:pt x="202" y="857"/>
                  </a:lnTo>
                  <a:lnTo>
                    <a:pt x="202" y="857"/>
                  </a:lnTo>
                  <a:lnTo>
                    <a:pt x="202" y="859"/>
                  </a:lnTo>
                  <a:lnTo>
                    <a:pt x="202" y="859"/>
                  </a:lnTo>
                  <a:lnTo>
                    <a:pt x="202" y="861"/>
                  </a:lnTo>
                  <a:lnTo>
                    <a:pt x="202" y="864"/>
                  </a:lnTo>
                  <a:lnTo>
                    <a:pt x="202" y="864"/>
                  </a:lnTo>
                  <a:lnTo>
                    <a:pt x="204" y="866"/>
                  </a:lnTo>
                  <a:lnTo>
                    <a:pt x="206" y="864"/>
                  </a:lnTo>
                  <a:lnTo>
                    <a:pt x="209" y="861"/>
                  </a:lnTo>
                  <a:lnTo>
                    <a:pt x="211" y="861"/>
                  </a:lnTo>
                  <a:lnTo>
                    <a:pt x="211" y="859"/>
                  </a:lnTo>
                  <a:lnTo>
                    <a:pt x="209" y="859"/>
                  </a:lnTo>
                  <a:lnTo>
                    <a:pt x="209" y="857"/>
                  </a:lnTo>
                  <a:lnTo>
                    <a:pt x="211" y="857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3" y="852"/>
                  </a:lnTo>
                  <a:lnTo>
                    <a:pt x="213" y="852"/>
                  </a:lnTo>
                  <a:lnTo>
                    <a:pt x="213" y="852"/>
                  </a:lnTo>
                  <a:lnTo>
                    <a:pt x="216" y="852"/>
                  </a:lnTo>
                  <a:lnTo>
                    <a:pt x="213" y="852"/>
                  </a:lnTo>
                  <a:lnTo>
                    <a:pt x="213" y="854"/>
                  </a:lnTo>
                  <a:lnTo>
                    <a:pt x="213" y="854"/>
                  </a:lnTo>
                  <a:lnTo>
                    <a:pt x="213" y="854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1" y="857"/>
                  </a:lnTo>
                  <a:lnTo>
                    <a:pt x="211" y="857"/>
                  </a:lnTo>
                  <a:lnTo>
                    <a:pt x="211" y="859"/>
                  </a:lnTo>
                  <a:lnTo>
                    <a:pt x="211" y="864"/>
                  </a:lnTo>
                  <a:lnTo>
                    <a:pt x="211" y="864"/>
                  </a:lnTo>
                  <a:lnTo>
                    <a:pt x="211" y="866"/>
                  </a:lnTo>
                  <a:lnTo>
                    <a:pt x="209" y="866"/>
                  </a:lnTo>
                  <a:lnTo>
                    <a:pt x="209" y="866"/>
                  </a:lnTo>
                  <a:lnTo>
                    <a:pt x="206" y="866"/>
                  </a:lnTo>
                  <a:lnTo>
                    <a:pt x="206" y="866"/>
                  </a:lnTo>
                  <a:lnTo>
                    <a:pt x="206" y="866"/>
                  </a:lnTo>
                  <a:lnTo>
                    <a:pt x="206" y="866"/>
                  </a:lnTo>
                  <a:lnTo>
                    <a:pt x="206" y="869"/>
                  </a:lnTo>
                  <a:lnTo>
                    <a:pt x="204" y="869"/>
                  </a:lnTo>
                  <a:lnTo>
                    <a:pt x="204" y="869"/>
                  </a:lnTo>
                  <a:lnTo>
                    <a:pt x="204" y="871"/>
                  </a:lnTo>
                  <a:lnTo>
                    <a:pt x="206" y="871"/>
                  </a:lnTo>
                  <a:lnTo>
                    <a:pt x="206" y="873"/>
                  </a:lnTo>
                  <a:lnTo>
                    <a:pt x="206" y="873"/>
                  </a:lnTo>
                  <a:lnTo>
                    <a:pt x="204" y="876"/>
                  </a:lnTo>
                  <a:lnTo>
                    <a:pt x="204" y="878"/>
                  </a:lnTo>
                  <a:lnTo>
                    <a:pt x="206" y="878"/>
                  </a:lnTo>
                  <a:lnTo>
                    <a:pt x="206" y="878"/>
                  </a:lnTo>
                  <a:lnTo>
                    <a:pt x="209" y="876"/>
                  </a:lnTo>
                  <a:lnTo>
                    <a:pt x="209" y="876"/>
                  </a:lnTo>
                  <a:lnTo>
                    <a:pt x="209" y="876"/>
                  </a:lnTo>
                  <a:lnTo>
                    <a:pt x="211" y="876"/>
                  </a:lnTo>
                  <a:lnTo>
                    <a:pt x="211" y="876"/>
                  </a:lnTo>
                  <a:lnTo>
                    <a:pt x="211" y="873"/>
                  </a:lnTo>
                  <a:lnTo>
                    <a:pt x="211" y="873"/>
                  </a:lnTo>
                  <a:lnTo>
                    <a:pt x="213" y="871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8" y="869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3" y="871"/>
                  </a:lnTo>
                  <a:lnTo>
                    <a:pt x="213" y="873"/>
                  </a:lnTo>
                  <a:lnTo>
                    <a:pt x="213" y="873"/>
                  </a:lnTo>
                  <a:lnTo>
                    <a:pt x="213" y="876"/>
                  </a:lnTo>
                  <a:lnTo>
                    <a:pt x="216" y="876"/>
                  </a:lnTo>
                  <a:lnTo>
                    <a:pt x="216" y="873"/>
                  </a:lnTo>
                  <a:lnTo>
                    <a:pt x="218" y="873"/>
                  </a:lnTo>
                  <a:lnTo>
                    <a:pt x="218" y="873"/>
                  </a:lnTo>
                  <a:lnTo>
                    <a:pt x="220" y="876"/>
                  </a:lnTo>
                  <a:lnTo>
                    <a:pt x="220" y="876"/>
                  </a:lnTo>
                  <a:lnTo>
                    <a:pt x="223" y="873"/>
                  </a:lnTo>
                  <a:lnTo>
                    <a:pt x="223" y="873"/>
                  </a:lnTo>
                  <a:lnTo>
                    <a:pt x="225" y="873"/>
                  </a:lnTo>
                  <a:lnTo>
                    <a:pt x="230" y="873"/>
                  </a:lnTo>
                  <a:lnTo>
                    <a:pt x="230" y="871"/>
                  </a:lnTo>
                  <a:lnTo>
                    <a:pt x="232" y="869"/>
                  </a:lnTo>
                  <a:lnTo>
                    <a:pt x="242" y="869"/>
                  </a:lnTo>
                  <a:lnTo>
                    <a:pt x="244" y="866"/>
                  </a:lnTo>
                  <a:lnTo>
                    <a:pt x="244" y="866"/>
                  </a:lnTo>
                  <a:lnTo>
                    <a:pt x="244" y="866"/>
                  </a:lnTo>
                  <a:lnTo>
                    <a:pt x="244" y="864"/>
                  </a:lnTo>
                  <a:lnTo>
                    <a:pt x="244" y="864"/>
                  </a:lnTo>
                  <a:lnTo>
                    <a:pt x="244" y="864"/>
                  </a:lnTo>
                  <a:lnTo>
                    <a:pt x="246" y="861"/>
                  </a:lnTo>
                  <a:lnTo>
                    <a:pt x="246" y="861"/>
                  </a:lnTo>
                  <a:lnTo>
                    <a:pt x="246" y="861"/>
                  </a:lnTo>
                  <a:lnTo>
                    <a:pt x="246" y="861"/>
                  </a:lnTo>
                  <a:lnTo>
                    <a:pt x="249" y="859"/>
                  </a:lnTo>
                  <a:lnTo>
                    <a:pt x="249" y="859"/>
                  </a:lnTo>
                  <a:lnTo>
                    <a:pt x="251" y="859"/>
                  </a:lnTo>
                  <a:lnTo>
                    <a:pt x="254" y="857"/>
                  </a:lnTo>
                  <a:lnTo>
                    <a:pt x="261" y="857"/>
                  </a:lnTo>
                  <a:lnTo>
                    <a:pt x="265" y="852"/>
                  </a:lnTo>
                  <a:lnTo>
                    <a:pt x="268" y="852"/>
                  </a:lnTo>
                  <a:lnTo>
                    <a:pt x="268" y="850"/>
                  </a:lnTo>
                  <a:lnTo>
                    <a:pt x="268" y="850"/>
                  </a:lnTo>
                  <a:lnTo>
                    <a:pt x="268" y="847"/>
                  </a:lnTo>
                  <a:lnTo>
                    <a:pt x="268" y="847"/>
                  </a:lnTo>
                  <a:lnTo>
                    <a:pt x="268" y="845"/>
                  </a:lnTo>
                  <a:lnTo>
                    <a:pt x="268" y="842"/>
                  </a:lnTo>
                  <a:lnTo>
                    <a:pt x="268" y="838"/>
                  </a:lnTo>
                  <a:lnTo>
                    <a:pt x="268" y="835"/>
                  </a:lnTo>
                  <a:lnTo>
                    <a:pt x="268" y="835"/>
                  </a:lnTo>
                  <a:lnTo>
                    <a:pt x="268" y="835"/>
                  </a:lnTo>
                  <a:lnTo>
                    <a:pt x="268" y="838"/>
                  </a:lnTo>
                  <a:lnTo>
                    <a:pt x="268" y="838"/>
                  </a:lnTo>
                  <a:lnTo>
                    <a:pt x="270" y="840"/>
                  </a:lnTo>
                  <a:lnTo>
                    <a:pt x="270" y="842"/>
                  </a:lnTo>
                  <a:lnTo>
                    <a:pt x="270" y="845"/>
                  </a:lnTo>
                  <a:lnTo>
                    <a:pt x="270" y="850"/>
                  </a:lnTo>
                  <a:lnTo>
                    <a:pt x="270" y="852"/>
                  </a:lnTo>
                  <a:lnTo>
                    <a:pt x="270" y="852"/>
                  </a:lnTo>
                  <a:lnTo>
                    <a:pt x="265" y="854"/>
                  </a:lnTo>
                  <a:lnTo>
                    <a:pt x="265" y="857"/>
                  </a:lnTo>
                  <a:lnTo>
                    <a:pt x="265" y="857"/>
                  </a:lnTo>
                  <a:lnTo>
                    <a:pt x="263" y="859"/>
                  </a:lnTo>
                  <a:lnTo>
                    <a:pt x="261" y="859"/>
                  </a:lnTo>
                  <a:lnTo>
                    <a:pt x="258" y="859"/>
                  </a:lnTo>
                  <a:lnTo>
                    <a:pt x="256" y="859"/>
                  </a:lnTo>
                  <a:lnTo>
                    <a:pt x="254" y="859"/>
                  </a:lnTo>
                  <a:lnTo>
                    <a:pt x="251" y="861"/>
                  </a:lnTo>
                  <a:lnTo>
                    <a:pt x="251" y="861"/>
                  </a:lnTo>
                  <a:lnTo>
                    <a:pt x="249" y="864"/>
                  </a:lnTo>
                  <a:lnTo>
                    <a:pt x="246" y="864"/>
                  </a:lnTo>
                  <a:lnTo>
                    <a:pt x="246" y="869"/>
                  </a:lnTo>
                  <a:lnTo>
                    <a:pt x="246" y="871"/>
                  </a:lnTo>
                  <a:lnTo>
                    <a:pt x="246" y="871"/>
                  </a:lnTo>
                  <a:lnTo>
                    <a:pt x="246" y="871"/>
                  </a:lnTo>
                  <a:lnTo>
                    <a:pt x="246" y="873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8"/>
                  </a:lnTo>
                  <a:lnTo>
                    <a:pt x="246" y="878"/>
                  </a:lnTo>
                  <a:lnTo>
                    <a:pt x="246" y="878"/>
                  </a:lnTo>
                  <a:lnTo>
                    <a:pt x="246" y="878"/>
                  </a:lnTo>
                  <a:lnTo>
                    <a:pt x="246" y="880"/>
                  </a:lnTo>
                  <a:lnTo>
                    <a:pt x="246" y="880"/>
                  </a:lnTo>
                  <a:lnTo>
                    <a:pt x="246" y="880"/>
                  </a:lnTo>
                  <a:lnTo>
                    <a:pt x="249" y="880"/>
                  </a:lnTo>
                  <a:lnTo>
                    <a:pt x="251" y="883"/>
                  </a:lnTo>
                  <a:lnTo>
                    <a:pt x="254" y="883"/>
                  </a:lnTo>
                  <a:lnTo>
                    <a:pt x="256" y="883"/>
                  </a:lnTo>
                  <a:lnTo>
                    <a:pt x="258" y="883"/>
                  </a:lnTo>
                  <a:lnTo>
                    <a:pt x="258" y="883"/>
                  </a:lnTo>
                  <a:lnTo>
                    <a:pt x="265" y="883"/>
                  </a:lnTo>
                  <a:lnTo>
                    <a:pt x="268" y="883"/>
                  </a:lnTo>
                  <a:lnTo>
                    <a:pt x="268" y="885"/>
                  </a:lnTo>
                  <a:lnTo>
                    <a:pt x="265" y="885"/>
                  </a:lnTo>
                  <a:lnTo>
                    <a:pt x="263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58" y="885"/>
                  </a:lnTo>
                  <a:lnTo>
                    <a:pt x="258" y="885"/>
                  </a:lnTo>
                  <a:lnTo>
                    <a:pt x="256" y="885"/>
                  </a:lnTo>
                  <a:lnTo>
                    <a:pt x="256" y="887"/>
                  </a:lnTo>
                  <a:lnTo>
                    <a:pt x="256" y="890"/>
                  </a:lnTo>
                  <a:lnTo>
                    <a:pt x="256" y="892"/>
                  </a:lnTo>
                  <a:lnTo>
                    <a:pt x="256" y="892"/>
                  </a:lnTo>
                  <a:lnTo>
                    <a:pt x="256" y="892"/>
                  </a:lnTo>
                  <a:lnTo>
                    <a:pt x="254" y="895"/>
                  </a:lnTo>
                  <a:lnTo>
                    <a:pt x="254" y="897"/>
                  </a:lnTo>
                  <a:lnTo>
                    <a:pt x="258" y="904"/>
                  </a:lnTo>
                  <a:lnTo>
                    <a:pt x="258" y="906"/>
                  </a:lnTo>
                  <a:lnTo>
                    <a:pt x="261" y="906"/>
                  </a:lnTo>
                  <a:lnTo>
                    <a:pt x="261" y="909"/>
                  </a:lnTo>
                  <a:lnTo>
                    <a:pt x="261" y="911"/>
                  </a:lnTo>
                  <a:lnTo>
                    <a:pt x="261" y="911"/>
                  </a:lnTo>
                  <a:lnTo>
                    <a:pt x="261" y="914"/>
                  </a:lnTo>
                  <a:lnTo>
                    <a:pt x="261" y="914"/>
                  </a:lnTo>
                  <a:lnTo>
                    <a:pt x="261" y="914"/>
                  </a:lnTo>
                  <a:lnTo>
                    <a:pt x="261" y="916"/>
                  </a:lnTo>
                  <a:lnTo>
                    <a:pt x="261" y="918"/>
                  </a:lnTo>
                  <a:lnTo>
                    <a:pt x="258" y="921"/>
                  </a:lnTo>
                  <a:lnTo>
                    <a:pt x="258" y="918"/>
                  </a:lnTo>
                  <a:lnTo>
                    <a:pt x="258" y="916"/>
                  </a:lnTo>
                  <a:lnTo>
                    <a:pt x="258" y="914"/>
                  </a:lnTo>
                  <a:lnTo>
                    <a:pt x="258" y="911"/>
                  </a:lnTo>
                  <a:lnTo>
                    <a:pt x="258" y="911"/>
                  </a:lnTo>
                  <a:lnTo>
                    <a:pt x="256" y="909"/>
                  </a:lnTo>
                  <a:lnTo>
                    <a:pt x="254" y="899"/>
                  </a:lnTo>
                  <a:lnTo>
                    <a:pt x="251" y="895"/>
                  </a:lnTo>
                  <a:lnTo>
                    <a:pt x="254" y="895"/>
                  </a:lnTo>
                  <a:lnTo>
                    <a:pt x="254" y="892"/>
                  </a:lnTo>
                  <a:lnTo>
                    <a:pt x="254" y="890"/>
                  </a:lnTo>
                  <a:lnTo>
                    <a:pt x="251" y="887"/>
                  </a:lnTo>
                  <a:lnTo>
                    <a:pt x="251" y="885"/>
                  </a:lnTo>
                  <a:lnTo>
                    <a:pt x="251" y="885"/>
                  </a:lnTo>
                  <a:lnTo>
                    <a:pt x="249" y="885"/>
                  </a:lnTo>
                  <a:lnTo>
                    <a:pt x="244" y="883"/>
                  </a:lnTo>
                  <a:lnTo>
                    <a:pt x="244" y="883"/>
                  </a:lnTo>
                  <a:lnTo>
                    <a:pt x="244" y="883"/>
                  </a:lnTo>
                  <a:lnTo>
                    <a:pt x="239" y="885"/>
                  </a:lnTo>
                  <a:lnTo>
                    <a:pt x="237" y="887"/>
                  </a:lnTo>
                  <a:lnTo>
                    <a:pt x="235" y="887"/>
                  </a:lnTo>
                  <a:lnTo>
                    <a:pt x="232" y="885"/>
                  </a:lnTo>
                  <a:lnTo>
                    <a:pt x="230" y="887"/>
                  </a:lnTo>
                  <a:lnTo>
                    <a:pt x="230" y="887"/>
                  </a:lnTo>
                  <a:lnTo>
                    <a:pt x="228" y="887"/>
                  </a:lnTo>
                  <a:lnTo>
                    <a:pt x="228" y="887"/>
                  </a:lnTo>
                  <a:lnTo>
                    <a:pt x="225" y="887"/>
                  </a:lnTo>
                  <a:lnTo>
                    <a:pt x="225" y="887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5" y="892"/>
                  </a:lnTo>
                  <a:lnTo>
                    <a:pt x="225" y="897"/>
                  </a:lnTo>
                  <a:lnTo>
                    <a:pt x="223" y="897"/>
                  </a:lnTo>
                  <a:lnTo>
                    <a:pt x="220" y="897"/>
                  </a:lnTo>
                  <a:lnTo>
                    <a:pt x="218" y="895"/>
                  </a:lnTo>
                  <a:lnTo>
                    <a:pt x="216" y="895"/>
                  </a:lnTo>
                  <a:lnTo>
                    <a:pt x="213" y="897"/>
                  </a:lnTo>
                  <a:lnTo>
                    <a:pt x="211" y="899"/>
                  </a:lnTo>
                  <a:lnTo>
                    <a:pt x="216" y="895"/>
                  </a:lnTo>
                  <a:lnTo>
                    <a:pt x="216" y="892"/>
                  </a:lnTo>
                  <a:lnTo>
                    <a:pt x="220" y="895"/>
                  </a:lnTo>
                  <a:lnTo>
                    <a:pt x="220" y="895"/>
                  </a:lnTo>
                  <a:lnTo>
                    <a:pt x="220" y="895"/>
                  </a:lnTo>
                  <a:lnTo>
                    <a:pt x="223" y="892"/>
                  </a:lnTo>
                  <a:lnTo>
                    <a:pt x="223" y="892"/>
                  </a:lnTo>
                  <a:lnTo>
                    <a:pt x="223" y="890"/>
                  </a:lnTo>
                  <a:lnTo>
                    <a:pt x="223" y="890"/>
                  </a:lnTo>
                  <a:lnTo>
                    <a:pt x="220" y="890"/>
                  </a:lnTo>
                  <a:lnTo>
                    <a:pt x="218" y="890"/>
                  </a:lnTo>
                  <a:lnTo>
                    <a:pt x="216" y="890"/>
                  </a:lnTo>
                  <a:lnTo>
                    <a:pt x="213" y="892"/>
                  </a:lnTo>
                  <a:lnTo>
                    <a:pt x="213" y="892"/>
                  </a:lnTo>
                  <a:lnTo>
                    <a:pt x="211" y="895"/>
                  </a:lnTo>
                  <a:lnTo>
                    <a:pt x="209" y="902"/>
                  </a:lnTo>
                  <a:lnTo>
                    <a:pt x="206" y="902"/>
                  </a:lnTo>
                  <a:lnTo>
                    <a:pt x="206" y="904"/>
                  </a:lnTo>
                  <a:lnTo>
                    <a:pt x="206" y="904"/>
                  </a:lnTo>
                  <a:lnTo>
                    <a:pt x="204" y="904"/>
                  </a:lnTo>
                  <a:lnTo>
                    <a:pt x="202" y="902"/>
                  </a:lnTo>
                  <a:lnTo>
                    <a:pt x="202" y="902"/>
                  </a:lnTo>
                  <a:lnTo>
                    <a:pt x="199" y="902"/>
                  </a:lnTo>
                  <a:lnTo>
                    <a:pt x="197" y="904"/>
                  </a:lnTo>
                  <a:lnTo>
                    <a:pt x="194" y="904"/>
                  </a:lnTo>
                  <a:lnTo>
                    <a:pt x="194" y="906"/>
                  </a:lnTo>
                  <a:lnTo>
                    <a:pt x="194" y="906"/>
                  </a:lnTo>
                  <a:lnTo>
                    <a:pt x="192" y="906"/>
                  </a:lnTo>
                  <a:lnTo>
                    <a:pt x="192" y="906"/>
                  </a:lnTo>
                  <a:lnTo>
                    <a:pt x="192" y="906"/>
                  </a:lnTo>
                  <a:lnTo>
                    <a:pt x="192" y="909"/>
                  </a:lnTo>
                  <a:lnTo>
                    <a:pt x="192" y="909"/>
                  </a:lnTo>
                  <a:lnTo>
                    <a:pt x="192" y="909"/>
                  </a:lnTo>
                  <a:lnTo>
                    <a:pt x="190" y="911"/>
                  </a:lnTo>
                  <a:lnTo>
                    <a:pt x="190" y="911"/>
                  </a:lnTo>
                  <a:lnTo>
                    <a:pt x="190" y="911"/>
                  </a:lnTo>
                  <a:lnTo>
                    <a:pt x="190" y="914"/>
                  </a:lnTo>
                  <a:lnTo>
                    <a:pt x="190" y="914"/>
                  </a:lnTo>
                  <a:lnTo>
                    <a:pt x="190" y="916"/>
                  </a:lnTo>
                  <a:lnTo>
                    <a:pt x="190" y="916"/>
                  </a:lnTo>
                  <a:lnTo>
                    <a:pt x="190" y="918"/>
                  </a:lnTo>
                  <a:lnTo>
                    <a:pt x="190" y="918"/>
                  </a:lnTo>
                  <a:lnTo>
                    <a:pt x="190" y="918"/>
                  </a:lnTo>
                  <a:lnTo>
                    <a:pt x="187" y="918"/>
                  </a:lnTo>
                  <a:lnTo>
                    <a:pt x="187" y="921"/>
                  </a:lnTo>
                  <a:lnTo>
                    <a:pt x="187" y="921"/>
                  </a:lnTo>
                  <a:lnTo>
                    <a:pt x="187" y="923"/>
                  </a:lnTo>
                  <a:lnTo>
                    <a:pt x="187" y="925"/>
                  </a:lnTo>
                  <a:lnTo>
                    <a:pt x="187" y="925"/>
                  </a:lnTo>
                  <a:lnTo>
                    <a:pt x="187" y="928"/>
                  </a:lnTo>
                  <a:lnTo>
                    <a:pt x="187" y="928"/>
                  </a:lnTo>
                  <a:lnTo>
                    <a:pt x="187" y="930"/>
                  </a:lnTo>
                  <a:lnTo>
                    <a:pt x="187" y="930"/>
                  </a:lnTo>
                  <a:lnTo>
                    <a:pt x="187" y="930"/>
                  </a:lnTo>
                  <a:lnTo>
                    <a:pt x="187" y="932"/>
                  </a:lnTo>
                  <a:lnTo>
                    <a:pt x="187" y="932"/>
                  </a:lnTo>
                  <a:lnTo>
                    <a:pt x="187" y="935"/>
                  </a:lnTo>
                  <a:lnTo>
                    <a:pt x="187" y="935"/>
                  </a:lnTo>
                  <a:lnTo>
                    <a:pt x="187" y="935"/>
                  </a:lnTo>
                  <a:lnTo>
                    <a:pt x="187" y="937"/>
                  </a:lnTo>
                  <a:lnTo>
                    <a:pt x="185" y="937"/>
                  </a:lnTo>
                  <a:lnTo>
                    <a:pt x="185" y="937"/>
                  </a:lnTo>
                  <a:lnTo>
                    <a:pt x="185" y="937"/>
                  </a:lnTo>
                  <a:lnTo>
                    <a:pt x="190" y="940"/>
                  </a:lnTo>
                  <a:lnTo>
                    <a:pt x="192" y="940"/>
                  </a:lnTo>
                  <a:lnTo>
                    <a:pt x="192" y="940"/>
                  </a:lnTo>
                  <a:lnTo>
                    <a:pt x="192" y="942"/>
                  </a:lnTo>
                  <a:lnTo>
                    <a:pt x="192" y="942"/>
                  </a:lnTo>
                  <a:lnTo>
                    <a:pt x="192" y="942"/>
                  </a:lnTo>
                  <a:lnTo>
                    <a:pt x="192" y="942"/>
                  </a:lnTo>
                  <a:lnTo>
                    <a:pt x="187" y="940"/>
                  </a:lnTo>
                  <a:lnTo>
                    <a:pt x="187" y="942"/>
                  </a:lnTo>
                  <a:lnTo>
                    <a:pt x="187" y="942"/>
                  </a:lnTo>
                  <a:lnTo>
                    <a:pt x="187" y="944"/>
                  </a:lnTo>
                  <a:lnTo>
                    <a:pt x="187" y="944"/>
                  </a:lnTo>
                  <a:lnTo>
                    <a:pt x="190" y="947"/>
                  </a:lnTo>
                  <a:lnTo>
                    <a:pt x="192" y="947"/>
                  </a:lnTo>
                  <a:lnTo>
                    <a:pt x="192" y="944"/>
                  </a:lnTo>
                  <a:lnTo>
                    <a:pt x="197" y="942"/>
                  </a:lnTo>
                  <a:lnTo>
                    <a:pt x="199" y="940"/>
                  </a:lnTo>
                  <a:lnTo>
                    <a:pt x="199" y="940"/>
                  </a:lnTo>
                  <a:lnTo>
                    <a:pt x="197" y="937"/>
                  </a:lnTo>
                  <a:lnTo>
                    <a:pt x="199" y="937"/>
                  </a:lnTo>
                  <a:lnTo>
                    <a:pt x="199" y="937"/>
                  </a:lnTo>
                  <a:lnTo>
                    <a:pt x="202" y="935"/>
                  </a:lnTo>
                  <a:lnTo>
                    <a:pt x="202" y="932"/>
                  </a:lnTo>
                  <a:lnTo>
                    <a:pt x="206" y="932"/>
                  </a:lnTo>
                  <a:lnTo>
                    <a:pt x="206" y="932"/>
                  </a:lnTo>
                  <a:lnTo>
                    <a:pt x="206" y="930"/>
                  </a:lnTo>
                  <a:lnTo>
                    <a:pt x="206" y="930"/>
                  </a:lnTo>
                  <a:lnTo>
                    <a:pt x="204" y="930"/>
                  </a:lnTo>
                  <a:lnTo>
                    <a:pt x="202" y="930"/>
                  </a:lnTo>
                  <a:lnTo>
                    <a:pt x="199" y="928"/>
                  </a:lnTo>
                  <a:lnTo>
                    <a:pt x="199" y="925"/>
                  </a:lnTo>
                  <a:lnTo>
                    <a:pt x="199" y="925"/>
                  </a:lnTo>
                  <a:lnTo>
                    <a:pt x="202" y="925"/>
                  </a:lnTo>
                  <a:lnTo>
                    <a:pt x="204" y="925"/>
                  </a:lnTo>
                  <a:lnTo>
                    <a:pt x="204" y="928"/>
                  </a:lnTo>
                  <a:lnTo>
                    <a:pt x="206" y="928"/>
                  </a:lnTo>
                  <a:lnTo>
                    <a:pt x="206" y="928"/>
                  </a:lnTo>
                  <a:lnTo>
                    <a:pt x="209" y="928"/>
                  </a:lnTo>
                  <a:lnTo>
                    <a:pt x="211" y="923"/>
                  </a:lnTo>
                  <a:lnTo>
                    <a:pt x="211" y="923"/>
                  </a:lnTo>
                  <a:lnTo>
                    <a:pt x="211" y="923"/>
                  </a:lnTo>
                  <a:lnTo>
                    <a:pt x="213" y="923"/>
                  </a:lnTo>
                  <a:lnTo>
                    <a:pt x="216" y="923"/>
                  </a:lnTo>
                  <a:lnTo>
                    <a:pt x="216" y="923"/>
                  </a:lnTo>
                  <a:lnTo>
                    <a:pt x="216" y="923"/>
                  </a:lnTo>
                  <a:lnTo>
                    <a:pt x="216" y="921"/>
                  </a:lnTo>
                  <a:lnTo>
                    <a:pt x="218" y="918"/>
                  </a:lnTo>
                  <a:lnTo>
                    <a:pt x="218" y="918"/>
                  </a:lnTo>
                  <a:lnTo>
                    <a:pt x="220" y="916"/>
                  </a:lnTo>
                  <a:lnTo>
                    <a:pt x="220" y="918"/>
                  </a:lnTo>
                  <a:lnTo>
                    <a:pt x="216" y="925"/>
                  </a:lnTo>
                  <a:lnTo>
                    <a:pt x="216" y="925"/>
                  </a:lnTo>
                  <a:lnTo>
                    <a:pt x="216" y="925"/>
                  </a:lnTo>
                  <a:lnTo>
                    <a:pt x="213" y="925"/>
                  </a:lnTo>
                  <a:lnTo>
                    <a:pt x="211" y="925"/>
                  </a:lnTo>
                  <a:lnTo>
                    <a:pt x="211" y="925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09" y="930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09" y="930"/>
                  </a:lnTo>
                  <a:lnTo>
                    <a:pt x="209" y="930"/>
                  </a:lnTo>
                  <a:lnTo>
                    <a:pt x="211" y="932"/>
                  </a:lnTo>
                  <a:lnTo>
                    <a:pt x="211" y="932"/>
                  </a:lnTo>
                  <a:lnTo>
                    <a:pt x="213" y="932"/>
                  </a:lnTo>
                  <a:lnTo>
                    <a:pt x="216" y="930"/>
                  </a:lnTo>
                  <a:lnTo>
                    <a:pt x="216" y="930"/>
                  </a:lnTo>
                  <a:lnTo>
                    <a:pt x="218" y="932"/>
                  </a:lnTo>
                  <a:lnTo>
                    <a:pt x="218" y="935"/>
                  </a:lnTo>
                  <a:lnTo>
                    <a:pt x="228" y="937"/>
                  </a:lnTo>
                  <a:lnTo>
                    <a:pt x="246" y="947"/>
                  </a:lnTo>
                  <a:lnTo>
                    <a:pt x="249" y="944"/>
                  </a:lnTo>
                  <a:lnTo>
                    <a:pt x="251" y="944"/>
                  </a:lnTo>
                  <a:lnTo>
                    <a:pt x="251" y="944"/>
                  </a:lnTo>
                  <a:lnTo>
                    <a:pt x="251" y="944"/>
                  </a:lnTo>
                  <a:lnTo>
                    <a:pt x="251" y="944"/>
                  </a:lnTo>
                  <a:lnTo>
                    <a:pt x="251" y="942"/>
                  </a:lnTo>
                  <a:lnTo>
                    <a:pt x="251" y="940"/>
                  </a:lnTo>
                  <a:lnTo>
                    <a:pt x="251" y="940"/>
                  </a:lnTo>
                  <a:lnTo>
                    <a:pt x="254" y="937"/>
                  </a:lnTo>
                  <a:lnTo>
                    <a:pt x="254" y="937"/>
                  </a:lnTo>
                  <a:lnTo>
                    <a:pt x="254" y="937"/>
                  </a:lnTo>
                  <a:lnTo>
                    <a:pt x="254" y="935"/>
                  </a:lnTo>
                  <a:lnTo>
                    <a:pt x="254" y="937"/>
                  </a:lnTo>
                  <a:lnTo>
                    <a:pt x="254" y="937"/>
                  </a:lnTo>
                  <a:lnTo>
                    <a:pt x="254" y="940"/>
                  </a:lnTo>
                  <a:lnTo>
                    <a:pt x="254" y="940"/>
                  </a:lnTo>
                  <a:lnTo>
                    <a:pt x="254" y="944"/>
                  </a:lnTo>
                  <a:lnTo>
                    <a:pt x="254" y="944"/>
                  </a:lnTo>
                  <a:lnTo>
                    <a:pt x="254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49" y="947"/>
                  </a:lnTo>
                  <a:lnTo>
                    <a:pt x="249" y="949"/>
                  </a:lnTo>
                  <a:lnTo>
                    <a:pt x="249" y="949"/>
                  </a:lnTo>
                  <a:lnTo>
                    <a:pt x="249" y="949"/>
                  </a:lnTo>
                  <a:lnTo>
                    <a:pt x="246" y="949"/>
                  </a:lnTo>
                  <a:lnTo>
                    <a:pt x="230" y="940"/>
                  </a:lnTo>
                  <a:lnTo>
                    <a:pt x="216" y="935"/>
                  </a:lnTo>
                  <a:lnTo>
                    <a:pt x="206" y="935"/>
                  </a:lnTo>
                  <a:lnTo>
                    <a:pt x="204" y="935"/>
                  </a:lnTo>
                  <a:lnTo>
                    <a:pt x="204" y="937"/>
                  </a:lnTo>
                  <a:lnTo>
                    <a:pt x="202" y="937"/>
                  </a:lnTo>
                  <a:lnTo>
                    <a:pt x="202" y="940"/>
                  </a:lnTo>
                  <a:lnTo>
                    <a:pt x="202" y="942"/>
                  </a:lnTo>
                  <a:lnTo>
                    <a:pt x="202" y="942"/>
                  </a:lnTo>
                  <a:lnTo>
                    <a:pt x="199" y="944"/>
                  </a:lnTo>
                  <a:lnTo>
                    <a:pt x="199" y="944"/>
                  </a:lnTo>
                  <a:lnTo>
                    <a:pt x="199" y="944"/>
                  </a:lnTo>
                  <a:lnTo>
                    <a:pt x="197" y="944"/>
                  </a:lnTo>
                  <a:lnTo>
                    <a:pt x="197" y="947"/>
                  </a:lnTo>
                  <a:lnTo>
                    <a:pt x="197" y="947"/>
                  </a:lnTo>
                  <a:lnTo>
                    <a:pt x="197" y="947"/>
                  </a:lnTo>
                  <a:lnTo>
                    <a:pt x="197" y="947"/>
                  </a:lnTo>
                  <a:lnTo>
                    <a:pt x="194" y="947"/>
                  </a:lnTo>
                  <a:lnTo>
                    <a:pt x="194" y="947"/>
                  </a:lnTo>
                  <a:lnTo>
                    <a:pt x="192" y="949"/>
                  </a:lnTo>
                  <a:lnTo>
                    <a:pt x="187" y="951"/>
                  </a:lnTo>
                  <a:lnTo>
                    <a:pt x="187" y="951"/>
                  </a:lnTo>
                  <a:lnTo>
                    <a:pt x="185" y="951"/>
                  </a:lnTo>
                  <a:lnTo>
                    <a:pt x="185" y="951"/>
                  </a:lnTo>
                  <a:lnTo>
                    <a:pt x="183" y="951"/>
                  </a:lnTo>
                  <a:lnTo>
                    <a:pt x="180" y="951"/>
                  </a:lnTo>
                  <a:lnTo>
                    <a:pt x="180" y="954"/>
                  </a:lnTo>
                  <a:lnTo>
                    <a:pt x="180" y="954"/>
                  </a:lnTo>
                  <a:lnTo>
                    <a:pt x="180" y="956"/>
                  </a:lnTo>
                  <a:lnTo>
                    <a:pt x="183" y="956"/>
                  </a:lnTo>
                  <a:lnTo>
                    <a:pt x="185" y="956"/>
                  </a:lnTo>
                  <a:lnTo>
                    <a:pt x="185" y="956"/>
                  </a:lnTo>
                  <a:lnTo>
                    <a:pt x="187" y="956"/>
                  </a:lnTo>
                  <a:lnTo>
                    <a:pt x="190" y="958"/>
                  </a:lnTo>
                  <a:lnTo>
                    <a:pt x="192" y="958"/>
                  </a:lnTo>
                  <a:lnTo>
                    <a:pt x="194" y="958"/>
                  </a:lnTo>
                  <a:lnTo>
                    <a:pt x="197" y="958"/>
                  </a:lnTo>
                  <a:lnTo>
                    <a:pt x="197" y="958"/>
                  </a:lnTo>
                  <a:lnTo>
                    <a:pt x="197" y="961"/>
                  </a:lnTo>
                  <a:lnTo>
                    <a:pt x="194" y="961"/>
                  </a:lnTo>
                  <a:lnTo>
                    <a:pt x="194" y="961"/>
                  </a:lnTo>
                  <a:lnTo>
                    <a:pt x="194" y="961"/>
                  </a:lnTo>
                  <a:lnTo>
                    <a:pt x="206" y="968"/>
                  </a:lnTo>
                  <a:lnTo>
                    <a:pt x="206" y="968"/>
                  </a:lnTo>
                  <a:lnTo>
                    <a:pt x="211" y="966"/>
                  </a:lnTo>
                  <a:lnTo>
                    <a:pt x="211" y="966"/>
                  </a:lnTo>
                  <a:lnTo>
                    <a:pt x="213" y="966"/>
                  </a:lnTo>
                  <a:lnTo>
                    <a:pt x="216" y="963"/>
                  </a:lnTo>
                  <a:lnTo>
                    <a:pt x="218" y="961"/>
                  </a:lnTo>
                  <a:lnTo>
                    <a:pt x="216" y="963"/>
                  </a:lnTo>
                  <a:lnTo>
                    <a:pt x="216" y="966"/>
                  </a:lnTo>
                  <a:lnTo>
                    <a:pt x="216" y="966"/>
                  </a:lnTo>
                  <a:lnTo>
                    <a:pt x="213" y="968"/>
                  </a:lnTo>
                  <a:lnTo>
                    <a:pt x="213" y="968"/>
                  </a:lnTo>
                  <a:lnTo>
                    <a:pt x="211" y="968"/>
                  </a:lnTo>
                  <a:lnTo>
                    <a:pt x="209" y="970"/>
                  </a:lnTo>
                  <a:lnTo>
                    <a:pt x="199" y="968"/>
                  </a:lnTo>
                  <a:lnTo>
                    <a:pt x="199" y="968"/>
                  </a:lnTo>
                  <a:lnTo>
                    <a:pt x="199" y="966"/>
                  </a:lnTo>
                  <a:lnTo>
                    <a:pt x="197" y="966"/>
                  </a:lnTo>
                  <a:lnTo>
                    <a:pt x="190" y="961"/>
                  </a:lnTo>
                  <a:lnTo>
                    <a:pt x="187" y="961"/>
                  </a:lnTo>
                  <a:lnTo>
                    <a:pt x="187" y="963"/>
                  </a:lnTo>
                  <a:lnTo>
                    <a:pt x="180" y="961"/>
                  </a:lnTo>
                  <a:lnTo>
                    <a:pt x="178" y="963"/>
                  </a:lnTo>
                  <a:lnTo>
                    <a:pt x="178" y="963"/>
                  </a:lnTo>
                  <a:lnTo>
                    <a:pt x="175" y="963"/>
                  </a:lnTo>
                  <a:lnTo>
                    <a:pt x="175" y="963"/>
                  </a:lnTo>
                  <a:lnTo>
                    <a:pt x="175" y="966"/>
                  </a:lnTo>
                  <a:lnTo>
                    <a:pt x="175" y="966"/>
                  </a:lnTo>
                  <a:lnTo>
                    <a:pt x="175" y="968"/>
                  </a:lnTo>
                  <a:lnTo>
                    <a:pt x="175" y="968"/>
                  </a:lnTo>
                  <a:lnTo>
                    <a:pt x="178" y="973"/>
                  </a:lnTo>
                  <a:lnTo>
                    <a:pt x="178" y="975"/>
                  </a:lnTo>
                  <a:lnTo>
                    <a:pt x="178" y="977"/>
                  </a:lnTo>
                  <a:lnTo>
                    <a:pt x="180" y="977"/>
                  </a:lnTo>
                  <a:lnTo>
                    <a:pt x="185" y="977"/>
                  </a:lnTo>
                  <a:lnTo>
                    <a:pt x="187" y="977"/>
                  </a:lnTo>
                  <a:lnTo>
                    <a:pt x="187" y="977"/>
                  </a:lnTo>
                  <a:lnTo>
                    <a:pt x="190" y="980"/>
                  </a:lnTo>
                  <a:lnTo>
                    <a:pt x="187" y="980"/>
                  </a:lnTo>
                  <a:lnTo>
                    <a:pt x="187" y="980"/>
                  </a:lnTo>
                  <a:lnTo>
                    <a:pt x="185" y="982"/>
                  </a:lnTo>
                  <a:lnTo>
                    <a:pt x="185" y="985"/>
                  </a:lnTo>
                  <a:lnTo>
                    <a:pt x="183" y="987"/>
                  </a:lnTo>
                  <a:lnTo>
                    <a:pt x="183" y="987"/>
                  </a:lnTo>
                  <a:lnTo>
                    <a:pt x="183" y="989"/>
                  </a:lnTo>
                  <a:lnTo>
                    <a:pt x="185" y="992"/>
                  </a:lnTo>
                  <a:lnTo>
                    <a:pt x="187" y="992"/>
                  </a:lnTo>
                  <a:lnTo>
                    <a:pt x="185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4"/>
                  </a:lnTo>
                  <a:lnTo>
                    <a:pt x="185" y="994"/>
                  </a:lnTo>
                  <a:lnTo>
                    <a:pt x="185" y="994"/>
                  </a:lnTo>
                  <a:lnTo>
                    <a:pt x="190" y="999"/>
                  </a:lnTo>
                  <a:lnTo>
                    <a:pt x="192" y="999"/>
                  </a:lnTo>
                  <a:lnTo>
                    <a:pt x="192" y="1001"/>
                  </a:lnTo>
                  <a:lnTo>
                    <a:pt x="192" y="1001"/>
                  </a:lnTo>
                  <a:lnTo>
                    <a:pt x="194" y="1001"/>
                  </a:lnTo>
                  <a:lnTo>
                    <a:pt x="194" y="1001"/>
                  </a:lnTo>
                  <a:lnTo>
                    <a:pt x="194" y="1001"/>
                  </a:lnTo>
                  <a:lnTo>
                    <a:pt x="194" y="1003"/>
                  </a:lnTo>
                  <a:lnTo>
                    <a:pt x="194" y="1006"/>
                  </a:lnTo>
                  <a:lnTo>
                    <a:pt x="199" y="1008"/>
                  </a:lnTo>
                  <a:lnTo>
                    <a:pt x="202" y="1011"/>
                  </a:lnTo>
                  <a:lnTo>
                    <a:pt x="202" y="1013"/>
                  </a:lnTo>
                  <a:lnTo>
                    <a:pt x="204" y="1013"/>
                  </a:lnTo>
                  <a:lnTo>
                    <a:pt x="204" y="1013"/>
                  </a:lnTo>
                  <a:lnTo>
                    <a:pt x="209" y="1011"/>
                  </a:lnTo>
                  <a:lnTo>
                    <a:pt x="209" y="1011"/>
                  </a:lnTo>
                  <a:lnTo>
                    <a:pt x="211" y="1011"/>
                  </a:lnTo>
                  <a:lnTo>
                    <a:pt x="211" y="1011"/>
                  </a:lnTo>
                  <a:lnTo>
                    <a:pt x="209" y="1011"/>
                  </a:lnTo>
                  <a:lnTo>
                    <a:pt x="209" y="1008"/>
                  </a:lnTo>
                  <a:lnTo>
                    <a:pt x="206" y="1008"/>
                  </a:lnTo>
                  <a:lnTo>
                    <a:pt x="204" y="1008"/>
                  </a:lnTo>
                  <a:lnTo>
                    <a:pt x="202" y="1006"/>
                  </a:lnTo>
                  <a:lnTo>
                    <a:pt x="202" y="1003"/>
                  </a:lnTo>
                  <a:lnTo>
                    <a:pt x="199" y="1003"/>
                  </a:lnTo>
                  <a:lnTo>
                    <a:pt x="199" y="1001"/>
                  </a:lnTo>
                  <a:lnTo>
                    <a:pt x="199" y="1001"/>
                  </a:lnTo>
                  <a:lnTo>
                    <a:pt x="199" y="1001"/>
                  </a:lnTo>
                  <a:lnTo>
                    <a:pt x="202" y="1001"/>
                  </a:lnTo>
                  <a:lnTo>
                    <a:pt x="202" y="1001"/>
                  </a:lnTo>
                  <a:lnTo>
                    <a:pt x="204" y="1003"/>
                  </a:lnTo>
                  <a:lnTo>
                    <a:pt x="204" y="1003"/>
                  </a:lnTo>
                  <a:lnTo>
                    <a:pt x="204" y="1003"/>
                  </a:lnTo>
                  <a:lnTo>
                    <a:pt x="206" y="1006"/>
                  </a:lnTo>
                  <a:lnTo>
                    <a:pt x="213" y="1008"/>
                  </a:lnTo>
                  <a:lnTo>
                    <a:pt x="213" y="1008"/>
                  </a:lnTo>
                  <a:lnTo>
                    <a:pt x="213" y="1008"/>
                  </a:lnTo>
                  <a:lnTo>
                    <a:pt x="216" y="1006"/>
                  </a:lnTo>
                  <a:lnTo>
                    <a:pt x="216" y="1006"/>
                  </a:lnTo>
                  <a:lnTo>
                    <a:pt x="216" y="1006"/>
                  </a:lnTo>
                  <a:lnTo>
                    <a:pt x="216" y="1006"/>
                  </a:lnTo>
                  <a:lnTo>
                    <a:pt x="218" y="1008"/>
                  </a:lnTo>
                  <a:lnTo>
                    <a:pt x="218" y="1008"/>
                  </a:lnTo>
                  <a:lnTo>
                    <a:pt x="218" y="1011"/>
                  </a:lnTo>
                  <a:lnTo>
                    <a:pt x="220" y="1011"/>
                  </a:lnTo>
                  <a:lnTo>
                    <a:pt x="220" y="1011"/>
                  </a:lnTo>
                  <a:lnTo>
                    <a:pt x="220" y="1013"/>
                  </a:lnTo>
                  <a:lnTo>
                    <a:pt x="220" y="1013"/>
                  </a:lnTo>
                  <a:lnTo>
                    <a:pt x="220" y="1013"/>
                  </a:lnTo>
                  <a:lnTo>
                    <a:pt x="223" y="1015"/>
                  </a:lnTo>
                  <a:lnTo>
                    <a:pt x="223" y="1015"/>
                  </a:lnTo>
                  <a:lnTo>
                    <a:pt x="230" y="1015"/>
                  </a:lnTo>
                  <a:lnTo>
                    <a:pt x="230" y="1013"/>
                  </a:lnTo>
                  <a:lnTo>
                    <a:pt x="232" y="1013"/>
                  </a:lnTo>
                  <a:lnTo>
                    <a:pt x="232" y="1013"/>
                  </a:lnTo>
                  <a:lnTo>
                    <a:pt x="235" y="1011"/>
                  </a:lnTo>
                  <a:lnTo>
                    <a:pt x="235" y="1008"/>
                  </a:lnTo>
                  <a:lnTo>
                    <a:pt x="235" y="1006"/>
                  </a:lnTo>
                  <a:lnTo>
                    <a:pt x="235" y="1003"/>
                  </a:lnTo>
                  <a:lnTo>
                    <a:pt x="237" y="1001"/>
                  </a:lnTo>
                  <a:lnTo>
                    <a:pt x="239" y="1001"/>
                  </a:lnTo>
                  <a:lnTo>
                    <a:pt x="237" y="1001"/>
                  </a:lnTo>
                  <a:lnTo>
                    <a:pt x="237" y="1006"/>
                  </a:lnTo>
                  <a:lnTo>
                    <a:pt x="237" y="1011"/>
                  </a:lnTo>
                  <a:lnTo>
                    <a:pt x="237" y="1013"/>
                  </a:lnTo>
                  <a:lnTo>
                    <a:pt x="239" y="1015"/>
                  </a:lnTo>
                  <a:lnTo>
                    <a:pt x="249" y="1018"/>
                  </a:lnTo>
                  <a:lnTo>
                    <a:pt x="249" y="1018"/>
                  </a:lnTo>
                  <a:lnTo>
                    <a:pt x="251" y="1018"/>
                  </a:lnTo>
                  <a:lnTo>
                    <a:pt x="251" y="1018"/>
                  </a:lnTo>
                  <a:lnTo>
                    <a:pt x="251" y="1020"/>
                  </a:lnTo>
                  <a:lnTo>
                    <a:pt x="251" y="1020"/>
                  </a:lnTo>
                  <a:lnTo>
                    <a:pt x="249" y="1020"/>
                  </a:lnTo>
                  <a:lnTo>
                    <a:pt x="249" y="1020"/>
                  </a:lnTo>
                  <a:lnTo>
                    <a:pt x="244" y="1018"/>
                  </a:lnTo>
                  <a:lnTo>
                    <a:pt x="242" y="1018"/>
                  </a:lnTo>
                  <a:lnTo>
                    <a:pt x="235" y="1015"/>
                  </a:lnTo>
                  <a:lnTo>
                    <a:pt x="235" y="1015"/>
                  </a:lnTo>
                  <a:lnTo>
                    <a:pt x="235" y="1015"/>
                  </a:lnTo>
                  <a:lnTo>
                    <a:pt x="235" y="1015"/>
                  </a:lnTo>
                  <a:lnTo>
                    <a:pt x="230" y="1015"/>
                  </a:lnTo>
                  <a:lnTo>
                    <a:pt x="230" y="1018"/>
                  </a:lnTo>
                  <a:lnTo>
                    <a:pt x="230" y="1018"/>
                  </a:lnTo>
                  <a:lnTo>
                    <a:pt x="230" y="1020"/>
                  </a:lnTo>
                  <a:lnTo>
                    <a:pt x="230" y="1020"/>
                  </a:lnTo>
                  <a:lnTo>
                    <a:pt x="230" y="1020"/>
                  </a:lnTo>
                  <a:lnTo>
                    <a:pt x="230" y="1022"/>
                  </a:lnTo>
                  <a:lnTo>
                    <a:pt x="230" y="1022"/>
                  </a:lnTo>
                  <a:lnTo>
                    <a:pt x="232" y="1025"/>
                  </a:lnTo>
                  <a:lnTo>
                    <a:pt x="232" y="1025"/>
                  </a:lnTo>
                  <a:lnTo>
                    <a:pt x="237" y="1022"/>
                  </a:lnTo>
                  <a:lnTo>
                    <a:pt x="239" y="1022"/>
                  </a:lnTo>
                  <a:lnTo>
                    <a:pt x="242" y="1025"/>
                  </a:lnTo>
                  <a:lnTo>
                    <a:pt x="244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7"/>
                  </a:lnTo>
                  <a:lnTo>
                    <a:pt x="246" y="1027"/>
                  </a:lnTo>
                  <a:lnTo>
                    <a:pt x="249" y="1025"/>
                  </a:lnTo>
                  <a:lnTo>
                    <a:pt x="249" y="1025"/>
                  </a:lnTo>
                  <a:lnTo>
                    <a:pt x="249" y="1027"/>
                  </a:lnTo>
                  <a:lnTo>
                    <a:pt x="249" y="1027"/>
                  </a:lnTo>
                  <a:lnTo>
                    <a:pt x="246" y="1030"/>
                  </a:lnTo>
                  <a:lnTo>
                    <a:pt x="246" y="1032"/>
                  </a:lnTo>
                  <a:lnTo>
                    <a:pt x="246" y="1032"/>
                  </a:lnTo>
                  <a:lnTo>
                    <a:pt x="249" y="1034"/>
                  </a:lnTo>
                  <a:lnTo>
                    <a:pt x="249" y="1034"/>
                  </a:lnTo>
                  <a:lnTo>
                    <a:pt x="251" y="1034"/>
                  </a:lnTo>
                  <a:lnTo>
                    <a:pt x="254" y="1034"/>
                  </a:lnTo>
                  <a:lnTo>
                    <a:pt x="256" y="1034"/>
                  </a:lnTo>
                  <a:lnTo>
                    <a:pt x="256" y="1034"/>
                  </a:lnTo>
                  <a:lnTo>
                    <a:pt x="254" y="1037"/>
                  </a:lnTo>
                  <a:lnTo>
                    <a:pt x="249" y="1037"/>
                  </a:lnTo>
                  <a:lnTo>
                    <a:pt x="246" y="1037"/>
                  </a:lnTo>
                  <a:lnTo>
                    <a:pt x="246" y="1039"/>
                  </a:lnTo>
                  <a:lnTo>
                    <a:pt x="244" y="1039"/>
                  </a:lnTo>
                  <a:lnTo>
                    <a:pt x="242" y="1039"/>
                  </a:lnTo>
                  <a:lnTo>
                    <a:pt x="242" y="1041"/>
                  </a:lnTo>
                  <a:lnTo>
                    <a:pt x="244" y="1041"/>
                  </a:lnTo>
                  <a:lnTo>
                    <a:pt x="251" y="1044"/>
                  </a:lnTo>
                  <a:lnTo>
                    <a:pt x="251" y="1044"/>
                  </a:lnTo>
                  <a:lnTo>
                    <a:pt x="254" y="1041"/>
                  </a:lnTo>
                  <a:lnTo>
                    <a:pt x="254" y="1041"/>
                  </a:lnTo>
                  <a:lnTo>
                    <a:pt x="256" y="1041"/>
                  </a:lnTo>
                  <a:lnTo>
                    <a:pt x="256" y="1044"/>
                  </a:lnTo>
                  <a:lnTo>
                    <a:pt x="256" y="1044"/>
                  </a:lnTo>
                  <a:lnTo>
                    <a:pt x="256" y="1046"/>
                  </a:lnTo>
                  <a:lnTo>
                    <a:pt x="256" y="1046"/>
                  </a:lnTo>
                  <a:lnTo>
                    <a:pt x="258" y="1046"/>
                  </a:lnTo>
                  <a:lnTo>
                    <a:pt x="258" y="1046"/>
                  </a:lnTo>
                  <a:lnTo>
                    <a:pt x="258" y="1046"/>
                  </a:lnTo>
                  <a:lnTo>
                    <a:pt x="261" y="1044"/>
                  </a:lnTo>
                  <a:lnTo>
                    <a:pt x="268" y="1046"/>
                  </a:lnTo>
                  <a:lnTo>
                    <a:pt x="265" y="1046"/>
                  </a:lnTo>
                  <a:lnTo>
                    <a:pt x="268" y="1046"/>
                  </a:lnTo>
                  <a:lnTo>
                    <a:pt x="270" y="1044"/>
                  </a:lnTo>
                  <a:lnTo>
                    <a:pt x="273" y="1041"/>
                  </a:lnTo>
                  <a:lnTo>
                    <a:pt x="275" y="1041"/>
                  </a:lnTo>
                  <a:lnTo>
                    <a:pt x="275" y="1044"/>
                  </a:lnTo>
                  <a:lnTo>
                    <a:pt x="275" y="1041"/>
                  </a:lnTo>
                  <a:lnTo>
                    <a:pt x="275" y="1041"/>
                  </a:lnTo>
                  <a:lnTo>
                    <a:pt x="275" y="1041"/>
                  </a:lnTo>
                  <a:lnTo>
                    <a:pt x="275" y="1039"/>
                  </a:lnTo>
                  <a:lnTo>
                    <a:pt x="275" y="1037"/>
                  </a:lnTo>
                  <a:lnTo>
                    <a:pt x="275" y="1037"/>
                  </a:lnTo>
                  <a:lnTo>
                    <a:pt x="275" y="1034"/>
                  </a:lnTo>
                  <a:lnTo>
                    <a:pt x="277" y="1034"/>
                  </a:lnTo>
                  <a:lnTo>
                    <a:pt x="277" y="1034"/>
                  </a:lnTo>
                  <a:lnTo>
                    <a:pt x="277" y="1034"/>
                  </a:lnTo>
                  <a:lnTo>
                    <a:pt x="280" y="1032"/>
                  </a:lnTo>
                  <a:lnTo>
                    <a:pt x="280" y="1032"/>
                  </a:lnTo>
                  <a:lnTo>
                    <a:pt x="282" y="1034"/>
                  </a:lnTo>
                  <a:lnTo>
                    <a:pt x="282" y="1032"/>
                  </a:lnTo>
                  <a:lnTo>
                    <a:pt x="284" y="1032"/>
                  </a:lnTo>
                  <a:lnTo>
                    <a:pt x="287" y="1032"/>
                  </a:lnTo>
                  <a:lnTo>
                    <a:pt x="284" y="1030"/>
                  </a:lnTo>
                  <a:lnTo>
                    <a:pt x="284" y="1030"/>
                  </a:lnTo>
                  <a:lnTo>
                    <a:pt x="284" y="1027"/>
                  </a:lnTo>
                  <a:lnTo>
                    <a:pt x="284" y="1022"/>
                  </a:lnTo>
                  <a:lnTo>
                    <a:pt x="284" y="1018"/>
                  </a:lnTo>
                  <a:lnTo>
                    <a:pt x="284" y="1018"/>
                  </a:lnTo>
                  <a:lnTo>
                    <a:pt x="287" y="1015"/>
                  </a:lnTo>
                  <a:lnTo>
                    <a:pt x="287" y="1018"/>
                  </a:lnTo>
                  <a:lnTo>
                    <a:pt x="289" y="1020"/>
                  </a:lnTo>
                  <a:lnTo>
                    <a:pt x="287" y="1027"/>
                  </a:lnTo>
                  <a:lnTo>
                    <a:pt x="287" y="1027"/>
                  </a:lnTo>
                  <a:lnTo>
                    <a:pt x="287" y="1030"/>
                  </a:lnTo>
                  <a:lnTo>
                    <a:pt x="289" y="1030"/>
                  </a:lnTo>
                  <a:lnTo>
                    <a:pt x="287" y="1030"/>
                  </a:lnTo>
                  <a:lnTo>
                    <a:pt x="287" y="1032"/>
                  </a:lnTo>
                  <a:lnTo>
                    <a:pt x="287" y="1032"/>
                  </a:lnTo>
                  <a:lnTo>
                    <a:pt x="287" y="1032"/>
                  </a:lnTo>
                  <a:lnTo>
                    <a:pt x="287" y="1032"/>
                  </a:lnTo>
                  <a:lnTo>
                    <a:pt x="284" y="1034"/>
                  </a:lnTo>
                  <a:lnTo>
                    <a:pt x="284" y="1034"/>
                  </a:lnTo>
                  <a:lnTo>
                    <a:pt x="284" y="1037"/>
                  </a:lnTo>
                  <a:lnTo>
                    <a:pt x="282" y="1037"/>
                  </a:lnTo>
                  <a:lnTo>
                    <a:pt x="280" y="1037"/>
                  </a:lnTo>
                  <a:lnTo>
                    <a:pt x="277" y="1037"/>
                  </a:lnTo>
                  <a:lnTo>
                    <a:pt x="277" y="1037"/>
                  </a:lnTo>
                  <a:lnTo>
                    <a:pt x="277" y="1039"/>
                  </a:lnTo>
                  <a:lnTo>
                    <a:pt x="277" y="1041"/>
                  </a:lnTo>
                  <a:lnTo>
                    <a:pt x="277" y="1044"/>
                  </a:lnTo>
                  <a:lnTo>
                    <a:pt x="275" y="1046"/>
                  </a:lnTo>
                  <a:lnTo>
                    <a:pt x="275" y="1046"/>
                  </a:lnTo>
                  <a:lnTo>
                    <a:pt x="273" y="1046"/>
                  </a:lnTo>
                  <a:lnTo>
                    <a:pt x="273" y="1046"/>
                  </a:lnTo>
                  <a:lnTo>
                    <a:pt x="273" y="1046"/>
                  </a:lnTo>
                  <a:lnTo>
                    <a:pt x="273" y="1046"/>
                  </a:lnTo>
                  <a:lnTo>
                    <a:pt x="270" y="1048"/>
                  </a:lnTo>
                  <a:lnTo>
                    <a:pt x="270" y="1051"/>
                  </a:lnTo>
                  <a:lnTo>
                    <a:pt x="268" y="1051"/>
                  </a:lnTo>
                  <a:lnTo>
                    <a:pt x="268" y="1051"/>
                  </a:lnTo>
                  <a:lnTo>
                    <a:pt x="268" y="1048"/>
                  </a:lnTo>
                  <a:lnTo>
                    <a:pt x="268" y="1048"/>
                  </a:lnTo>
                  <a:lnTo>
                    <a:pt x="263" y="1048"/>
                  </a:lnTo>
                  <a:lnTo>
                    <a:pt x="256" y="1048"/>
                  </a:lnTo>
                  <a:lnTo>
                    <a:pt x="256" y="1048"/>
                  </a:lnTo>
                  <a:lnTo>
                    <a:pt x="251" y="1046"/>
                  </a:lnTo>
                  <a:lnTo>
                    <a:pt x="251" y="1046"/>
                  </a:lnTo>
                  <a:lnTo>
                    <a:pt x="246" y="1046"/>
                  </a:lnTo>
                  <a:lnTo>
                    <a:pt x="239" y="1044"/>
                  </a:lnTo>
                  <a:lnTo>
                    <a:pt x="239" y="1044"/>
                  </a:lnTo>
                  <a:lnTo>
                    <a:pt x="237" y="1044"/>
                  </a:lnTo>
                  <a:lnTo>
                    <a:pt x="237" y="1044"/>
                  </a:lnTo>
                  <a:lnTo>
                    <a:pt x="237" y="1044"/>
                  </a:lnTo>
                  <a:lnTo>
                    <a:pt x="237" y="1046"/>
                  </a:lnTo>
                  <a:lnTo>
                    <a:pt x="237" y="1046"/>
                  </a:lnTo>
                  <a:lnTo>
                    <a:pt x="237" y="1048"/>
                  </a:lnTo>
                  <a:lnTo>
                    <a:pt x="242" y="1048"/>
                  </a:lnTo>
                  <a:lnTo>
                    <a:pt x="244" y="1048"/>
                  </a:lnTo>
                  <a:lnTo>
                    <a:pt x="249" y="1048"/>
                  </a:lnTo>
                  <a:lnTo>
                    <a:pt x="249" y="1048"/>
                  </a:lnTo>
                  <a:lnTo>
                    <a:pt x="254" y="1048"/>
                  </a:lnTo>
                  <a:lnTo>
                    <a:pt x="254" y="1048"/>
                  </a:lnTo>
                  <a:lnTo>
                    <a:pt x="256" y="1051"/>
                  </a:lnTo>
                  <a:lnTo>
                    <a:pt x="254" y="1051"/>
                  </a:lnTo>
                  <a:lnTo>
                    <a:pt x="254" y="1051"/>
                  </a:lnTo>
                  <a:lnTo>
                    <a:pt x="246" y="1051"/>
                  </a:lnTo>
                  <a:lnTo>
                    <a:pt x="246" y="1051"/>
                  </a:lnTo>
                  <a:lnTo>
                    <a:pt x="246" y="1051"/>
                  </a:lnTo>
                  <a:lnTo>
                    <a:pt x="246" y="1051"/>
                  </a:lnTo>
                  <a:lnTo>
                    <a:pt x="244" y="1051"/>
                  </a:lnTo>
                  <a:lnTo>
                    <a:pt x="244" y="1051"/>
                  </a:lnTo>
                  <a:lnTo>
                    <a:pt x="244" y="1051"/>
                  </a:lnTo>
                  <a:lnTo>
                    <a:pt x="242" y="1051"/>
                  </a:lnTo>
                  <a:lnTo>
                    <a:pt x="239" y="1051"/>
                  </a:lnTo>
                  <a:lnTo>
                    <a:pt x="239" y="1051"/>
                  </a:lnTo>
                  <a:lnTo>
                    <a:pt x="239" y="1053"/>
                  </a:lnTo>
                  <a:lnTo>
                    <a:pt x="239" y="1056"/>
                  </a:lnTo>
                  <a:lnTo>
                    <a:pt x="237" y="1053"/>
                  </a:lnTo>
                  <a:lnTo>
                    <a:pt x="237" y="1053"/>
                  </a:lnTo>
                  <a:lnTo>
                    <a:pt x="237" y="1053"/>
                  </a:lnTo>
                  <a:lnTo>
                    <a:pt x="235" y="1053"/>
                  </a:lnTo>
                  <a:lnTo>
                    <a:pt x="235" y="1053"/>
                  </a:lnTo>
                  <a:lnTo>
                    <a:pt x="232" y="1053"/>
                  </a:lnTo>
                  <a:lnTo>
                    <a:pt x="235" y="1056"/>
                  </a:lnTo>
                  <a:lnTo>
                    <a:pt x="235" y="1056"/>
                  </a:lnTo>
                  <a:lnTo>
                    <a:pt x="239" y="1058"/>
                  </a:lnTo>
                  <a:lnTo>
                    <a:pt x="242" y="1058"/>
                  </a:lnTo>
                  <a:lnTo>
                    <a:pt x="244" y="1058"/>
                  </a:lnTo>
                  <a:lnTo>
                    <a:pt x="244" y="1060"/>
                  </a:lnTo>
                  <a:lnTo>
                    <a:pt x="246" y="1063"/>
                  </a:lnTo>
                  <a:lnTo>
                    <a:pt x="249" y="1063"/>
                  </a:lnTo>
                  <a:lnTo>
                    <a:pt x="256" y="1063"/>
                  </a:lnTo>
                  <a:lnTo>
                    <a:pt x="256" y="1063"/>
                  </a:lnTo>
                  <a:lnTo>
                    <a:pt x="256" y="1060"/>
                  </a:lnTo>
                  <a:lnTo>
                    <a:pt x="258" y="1060"/>
                  </a:lnTo>
                  <a:lnTo>
                    <a:pt x="258" y="1060"/>
                  </a:lnTo>
                  <a:lnTo>
                    <a:pt x="261" y="1063"/>
                  </a:lnTo>
                  <a:lnTo>
                    <a:pt x="263" y="1063"/>
                  </a:lnTo>
                  <a:lnTo>
                    <a:pt x="261" y="1065"/>
                  </a:lnTo>
                  <a:lnTo>
                    <a:pt x="258" y="1063"/>
                  </a:lnTo>
                  <a:lnTo>
                    <a:pt x="258" y="1065"/>
                  </a:lnTo>
                  <a:lnTo>
                    <a:pt x="261" y="1065"/>
                  </a:lnTo>
                  <a:lnTo>
                    <a:pt x="261" y="1070"/>
                  </a:lnTo>
                  <a:lnTo>
                    <a:pt x="261" y="1070"/>
                  </a:lnTo>
                  <a:lnTo>
                    <a:pt x="261" y="1072"/>
                  </a:lnTo>
                  <a:lnTo>
                    <a:pt x="263" y="1072"/>
                  </a:lnTo>
                  <a:lnTo>
                    <a:pt x="265" y="1072"/>
                  </a:lnTo>
                  <a:lnTo>
                    <a:pt x="265" y="1072"/>
                  </a:lnTo>
                  <a:lnTo>
                    <a:pt x="265" y="1070"/>
                  </a:lnTo>
                  <a:lnTo>
                    <a:pt x="268" y="1070"/>
                  </a:lnTo>
                  <a:lnTo>
                    <a:pt x="268" y="1070"/>
                  </a:lnTo>
                  <a:lnTo>
                    <a:pt x="268" y="1067"/>
                  </a:lnTo>
                  <a:lnTo>
                    <a:pt x="268" y="1067"/>
                  </a:lnTo>
                  <a:lnTo>
                    <a:pt x="268" y="1067"/>
                  </a:lnTo>
                  <a:lnTo>
                    <a:pt x="268" y="1065"/>
                  </a:lnTo>
                  <a:lnTo>
                    <a:pt x="270" y="1065"/>
                  </a:lnTo>
                  <a:lnTo>
                    <a:pt x="273" y="1063"/>
                  </a:lnTo>
                  <a:lnTo>
                    <a:pt x="273" y="1063"/>
                  </a:lnTo>
                  <a:lnTo>
                    <a:pt x="275" y="1060"/>
                  </a:lnTo>
                  <a:lnTo>
                    <a:pt x="275" y="1058"/>
                  </a:lnTo>
                  <a:lnTo>
                    <a:pt x="275" y="1056"/>
                  </a:lnTo>
                  <a:lnTo>
                    <a:pt x="277" y="1053"/>
                  </a:lnTo>
                  <a:lnTo>
                    <a:pt x="277" y="1053"/>
                  </a:lnTo>
                  <a:lnTo>
                    <a:pt x="280" y="1053"/>
                  </a:lnTo>
                  <a:lnTo>
                    <a:pt x="282" y="1053"/>
                  </a:lnTo>
                  <a:lnTo>
                    <a:pt x="284" y="1051"/>
                  </a:lnTo>
                  <a:lnTo>
                    <a:pt x="284" y="1053"/>
                  </a:lnTo>
                  <a:lnTo>
                    <a:pt x="284" y="1053"/>
                  </a:lnTo>
                  <a:lnTo>
                    <a:pt x="284" y="1053"/>
                  </a:lnTo>
                  <a:lnTo>
                    <a:pt x="282" y="1056"/>
                  </a:lnTo>
                  <a:lnTo>
                    <a:pt x="282" y="1056"/>
                  </a:lnTo>
                  <a:lnTo>
                    <a:pt x="280" y="1056"/>
                  </a:lnTo>
                  <a:lnTo>
                    <a:pt x="280" y="1056"/>
                  </a:lnTo>
                  <a:lnTo>
                    <a:pt x="277" y="1056"/>
                  </a:lnTo>
                  <a:lnTo>
                    <a:pt x="277" y="1058"/>
                  </a:lnTo>
                  <a:lnTo>
                    <a:pt x="277" y="1058"/>
                  </a:lnTo>
                  <a:lnTo>
                    <a:pt x="275" y="1060"/>
                  </a:lnTo>
                  <a:lnTo>
                    <a:pt x="275" y="1063"/>
                  </a:lnTo>
                  <a:lnTo>
                    <a:pt x="275" y="1063"/>
                  </a:lnTo>
                  <a:lnTo>
                    <a:pt x="275" y="1065"/>
                  </a:lnTo>
                  <a:lnTo>
                    <a:pt x="275" y="1065"/>
                  </a:lnTo>
                  <a:lnTo>
                    <a:pt x="273" y="1067"/>
                  </a:lnTo>
                  <a:lnTo>
                    <a:pt x="273" y="1070"/>
                  </a:lnTo>
                  <a:lnTo>
                    <a:pt x="270" y="1070"/>
                  </a:lnTo>
                  <a:lnTo>
                    <a:pt x="270" y="1070"/>
                  </a:lnTo>
                  <a:lnTo>
                    <a:pt x="270" y="1070"/>
                  </a:lnTo>
                  <a:lnTo>
                    <a:pt x="270" y="1072"/>
                  </a:lnTo>
                  <a:lnTo>
                    <a:pt x="270" y="1072"/>
                  </a:lnTo>
                  <a:lnTo>
                    <a:pt x="273" y="1072"/>
                  </a:lnTo>
                  <a:lnTo>
                    <a:pt x="277" y="1074"/>
                  </a:lnTo>
                  <a:lnTo>
                    <a:pt x="280" y="1074"/>
                  </a:lnTo>
                  <a:lnTo>
                    <a:pt x="280" y="1072"/>
                  </a:lnTo>
                  <a:lnTo>
                    <a:pt x="280" y="1072"/>
                  </a:lnTo>
                  <a:lnTo>
                    <a:pt x="282" y="1070"/>
                  </a:lnTo>
                  <a:lnTo>
                    <a:pt x="282" y="1070"/>
                  </a:lnTo>
                  <a:lnTo>
                    <a:pt x="282" y="1070"/>
                  </a:lnTo>
                  <a:lnTo>
                    <a:pt x="284" y="1067"/>
                  </a:lnTo>
                  <a:lnTo>
                    <a:pt x="284" y="1070"/>
                  </a:lnTo>
                  <a:lnTo>
                    <a:pt x="282" y="1074"/>
                  </a:lnTo>
                  <a:lnTo>
                    <a:pt x="284" y="1074"/>
                  </a:lnTo>
                  <a:lnTo>
                    <a:pt x="284" y="1074"/>
                  </a:lnTo>
                  <a:lnTo>
                    <a:pt x="284" y="1077"/>
                  </a:lnTo>
                  <a:lnTo>
                    <a:pt x="284" y="1077"/>
                  </a:lnTo>
                  <a:lnTo>
                    <a:pt x="284" y="1074"/>
                  </a:lnTo>
                  <a:lnTo>
                    <a:pt x="287" y="1074"/>
                  </a:lnTo>
                  <a:lnTo>
                    <a:pt x="289" y="1074"/>
                  </a:lnTo>
                  <a:lnTo>
                    <a:pt x="289" y="1074"/>
                  </a:lnTo>
                  <a:lnTo>
                    <a:pt x="289" y="1074"/>
                  </a:lnTo>
                  <a:lnTo>
                    <a:pt x="289" y="1074"/>
                  </a:lnTo>
                  <a:lnTo>
                    <a:pt x="287" y="1077"/>
                  </a:lnTo>
                  <a:lnTo>
                    <a:pt x="287" y="1077"/>
                  </a:lnTo>
                  <a:lnTo>
                    <a:pt x="287" y="1077"/>
                  </a:lnTo>
                  <a:lnTo>
                    <a:pt x="289" y="1079"/>
                  </a:lnTo>
                  <a:lnTo>
                    <a:pt x="289" y="1082"/>
                  </a:lnTo>
                  <a:lnTo>
                    <a:pt x="289" y="1082"/>
                  </a:lnTo>
                  <a:lnTo>
                    <a:pt x="289" y="1082"/>
                  </a:lnTo>
                  <a:lnTo>
                    <a:pt x="291" y="1082"/>
                  </a:lnTo>
                  <a:lnTo>
                    <a:pt x="294" y="1082"/>
                  </a:lnTo>
                  <a:lnTo>
                    <a:pt x="294" y="1082"/>
                  </a:lnTo>
                  <a:lnTo>
                    <a:pt x="294" y="1079"/>
                  </a:lnTo>
                  <a:lnTo>
                    <a:pt x="296" y="1077"/>
                  </a:lnTo>
                  <a:lnTo>
                    <a:pt x="301" y="1074"/>
                  </a:lnTo>
                  <a:lnTo>
                    <a:pt x="301" y="1072"/>
                  </a:lnTo>
                  <a:lnTo>
                    <a:pt x="306" y="1072"/>
                  </a:lnTo>
                  <a:lnTo>
                    <a:pt x="306" y="1070"/>
                  </a:lnTo>
                  <a:lnTo>
                    <a:pt x="306" y="1070"/>
                  </a:lnTo>
                  <a:lnTo>
                    <a:pt x="308" y="1070"/>
                  </a:lnTo>
                  <a:lnTo>
                    <a:pt x="308" y="1070"/>
                  </a:lnTo>
                  <a:lnTo>
                    <a:pt x="308" y="1072"/>
                  </a:lnTo>
                  <a:lnTo>
                    <a:pt x="308" y="1072"/>
                  </a:lnTo>
                  <a:lnTo>
                    <a:pt x="308" y="1072"/>
                  </a:lnTo>
                  <a:lnTo>
                    <a:pt x="308" y="1072"/>
                  </a:lnTo>
                  <a:lnTo>
                    <a:pt x="310" y="1070"/>
                  </a:lnTo>
                  <a:lnTo>
                    <a:pt x="310" y="1067"/>
                  </a:lnTo>
                  <a:lnTo>
                    <a:pt x="310" y="1067"/>
                  </a:lnTo>
                  <a:lnTo>
                    <a:pt x="310" y="1067"/>
                  </a:lnTo>
                  <a:lnTo>
                    <a:pt x="310" y="1065"/>
                  </a:lnTo>
                  <a:lnTo>
                    <a:pt x="313" y="1063"/>
                  </a:lnTo>
                  <a:lnTo>
                    <a:pt x="313" y="1060"/>
                  </a:lnTo>
                  <a:lnTo>
                    <a:pt x="313" y="1058"/>
                  </a:lnTo>
                  <a:lnTo>
                    <a:pt x="313" y="1058"/>
                  </a:lnTo>
                  <a:lnTo>
                    <a:pt x="313" y="1058"/>
                  </a:lnTo>
                  <a:lnTo>
                    <a:pt x="313" y="1056"/>
                  </a:lnTo>
                  <a:lnTo>
                    <a:pt x="313" y="1053"/>
                  </a:lnTo>
                  <a:lnTo>
                    <a:pt x="313" y="1053"/>
                  </a:lnTo>
                  <a:lnTo>
                    <a:pt x="313" y="1053"/>
                  </a:lnTo>
                  <a:lnTo>
                    <a:pt x="310" y="1053"/>
                  </a:lnTo>
                  <a:lnTo>
                    <a:pt x="313" y="1051"/>
                  </a:lnTo>
                  <a:lnTo>
                    <a:pt x="315" y="1051"/>
                  </a:lnTo>
                  <a:lnTo>
                    <a:pt x="315" y="1051"/>
                  </a:lnTo>
                  <a:lnTo>
                    <a:pt x="320" y="1048"/>
                  </a:lnTo>
                  <a:lnTo>
                    <a:pt x="320" y="1046"/>
                  </a:lnTo>
                  <a:lnTo>
                    <a:pt x="320" y="1046"/>
                  </a:lnTo>
                  <a:lnTo>
                    <a:pt x="322" y="1044"/>
                  </a:lnTo>
                  <a:lnTo>
                    <a:pt x="322" y="1044"/>
                  </a:lnTo>
                  <a:lnTo>
                    <a:pt x="322" y="1044"/>
                  </a:lnTo>
                  <a:lnTo>
                    <a:pt x="325" y="1046"/>
                  </a:lnTo>
                  <a:lnTo>
                    <a:pt x="325" y="1046"/>
                  </a:lnTo>
                  <a:lnTo>
                    <a:pt x="325" y="1048"/>
                  </a:lnTo>
                  <a:lnTo>
                    <a:pt x="322" y="1048"/>
                  </a:lnTo>
                  <a:lnTo>
                    <a:pt x="322" y="1051"/>
                  </a:lnTo>
                  <a:lnTo>
                    <a:pt x="320" y="1051"/>
                  </a:lnTo>
                  <a:lnTo>
                    <a:pt x="320" y="1053"/>
                  </a:lnTo>
                  <a:lnTo>
                    <a:pt x="317" y="1053"/>
                  </a:lnTo>
                  <a:lnTo>
                    <a:pt x="315" y="1056"/>
                  </a:lnTo>
                  <a:lnTo>
                    <a:pt x="315" y="1056"/>
                  </a:lnTo>
                  <a:lnTo>
                    <a:pt x="315" y="1056"/>
                  </a:lnTo>
                  <a:lnTo>
                    <a:pt x="315" y="1056"/>
                  </a:lnTo>
                  <a:lnTo>
                    <a:pt x="315" y="1058"/>
                  </a:lnTo>
                  <a:lnTo>
                    <a:pt x="317" y="1060"/>
                  </a:lnTo>
                  <a:lnTo>
                    <a:pt x="317" y="1063"/>
                  </a:lnTo>
                  <a:lnTo>
                    <a:pt x="317" y="1063"/>
                  </a:lnTo>
                  <a:lnTo>
                    <a:pt x="315" y="1065"/>
                  </a:lnTo>
                  <a:lnTo>
                    <a:pt x="315" y="1067"/>
                  </a:lnTo>
                  <a:lnTo>
                    <a:pt x="313" y="1070"/>
                  </a:lnTo>
                  <a:lnTo>
                    <a:pt x="313" y="1072"/>
                  </a:lnTo>
                  <a:lnTo>
                    <a:pt x="310" y="1072"/>
                  </a:lnTo>
                  <a:lnTo>
                    <a:pt x="310" y="1072"/>
                  </a:lnTo>
                  <a:lnTo>
                    <a:pt x="310" y="1074"/>
                  </a:lnTo>
                  <a:lnTo>
                    <a:pt x="310" y="1074"/>
                  </a:lnTo>
                  <a:lnTo>
                    <a:pt x="310" y="1074"/>
                  </a:lnTo>
                  <a:lnTo>
                    <a:pt x="308" y="1077"/>
                  </a:lnTo>
                  <a:lnTo>
                    <a:pt x="306" y="1077"/>
                  </a:lnTo>
                  <a:lnTo>
                    <a:pt x="306" y="1077"/>
                  </a:lnTo>
                  <a:lnTo>
                    <a:pt x="303" y="1079"/>
                  </a:lnTo>
                  <a:lnTo>
                    <a:pt x="303" y="1079"/>
                  </a:lnTo>
                  <a:lnTo>
                    <a:pt x="299" y="1079"/>
                  </a:lnTo>
                  <a:lnTo>
                    <a:pt x="299" y="1079"/>
                  </a:lnTo>
                  <a:lnTo>
                    <a:pt x="299" y="1079"/>
                  </a:lnTo>
                  <a:lnTo>
                    <a:pt x="299" y="1079"/>
                  </a:lnTo>
                  <a:lnTo>
                    <a:pt x="296" y="1082"/>
                  </a:lnTo>
                  <a:lnTo>
                    <a:pt x="296" y="1084"/>
                  </a:lnTo>
                  <a:lnTo>
                    <a:pt x="296" y="1084"/>
                  </a:lnTo>
                  <a:lnTo>
                    <a:pt x="296" y="1084"/>
                  </a:lnTo>
                  <a:lnTo>
                    <a:pt x="296" y="1086"/>
                  </a:lnTo>
                  <a:lnTo>
                    <a:pt x="294" y="1089"/>
                  </a:lnTo>
                  <a:lnTo>
                    <a:pt x="294" y="1089"/>
                  </a:lnTo>
                  <a:lnTo>
                    <a:pt x="294" y="1089"/>
                  </a:lnTo>
                  <a:lnTo>
                    <a:pt x="294" y="1089"/>
                  </a:lnTo>
                  <a:lnTo>
                    <a:pt x="291" y="1091"/>
                  </a:lnTo>
                  <a:lnTo>
                    <a:pt x="291" y="1093"/>
                  </a:lnTo>
                  <a:lnTo>
                    <a:pt x="294" y="1093"/>
                  </a:lnTo>
                  <a:lnTo>
                    <a:pt x="294" y="1091"/>
                  </a:lnTo>
                  <a:lnTo>
                    <a:pt x="299" y="1091"/>
                  </a:lnTo>
                  <a:lnTo>
                    <a:pt x="299" y="1089"/>
                  </a:lnTo>
                  <a:lnTo>
                    <a:pt x="299" y="1086"/>
                  </a:lnTo>
                  <a:lnTo>
                    <a:pt x="299" y="1084"/>
                  </a:lnTo>
                  <a:lnTo>
                    <a:pt x="301" y="1086"/>
                  </a:lnTo>
                  <a:lnTo>
                    <a:pt x="301" y="1086"/>
                  </a:lnTo>
                  <a:lnTo>
                    <a:pt x="301" y="1089"/>
                  </a:lnTo>
                  <a:lnTo>
                    <a:pt x="301" y="1091"/>
                  </a:lnTo>
                  <a:lnTo>
                    <a:pt x="301" y="1091"/>
                  </a:lnTo>
                  <a:lnTo>
                    <a:pt x="299" y="1093"/>
                  </a:lnTo>
                  <a:lnTo>
                    <a:pt x="299" y="1093"/>
                  </a:lnTo>
                  <a:lnTo>
                    <a:pt x="299" y="1093"/>
                  </a:lnTo>
                  <a:lnTo>
                    <a:pt x="299" y="1096"/>
                  </a:lnTo>
                  <a:lnTo>
                    <a:pt x="301" y="1096"/>
                  </a:lnTo>
                  <a:lnTo>
                    <a:pt x="303" y="1096"/>
                  </a:lnTo>
                  <a:lnTo>
                    <a:pt x="303" y="1096"/>
                  </a:lnTo>
                  <a:lnTo>
                    <a:pt x="306" y="1098"/>
                  </a:lnTo>
                  <a:lnTo>
                    <a:pt x="306" y="1098"/>
                  </a:lnTo>
                  <a:lnTo>
                    <a:pt x="310" y="1096"/>
                  </a:lnTo>
                  <a:lnTo>
                    <a:pt x="310" y="1096"/>
                  </a:lnTo>
                  <a:lnTo>
                    <a:pt x="313" y="1096"/>
                  </a:lnTo>
                  <a:lnTo>
                    <a:pt x="315" y="1093"/>
                  </a:lnTo>
                  <a:lnTo>
                    <a:pt x="317" y="1091"/>
                  </a:lnTo>
                  <a:lnTo>
                    <a:pt x="317" y="1091"/>
                  </a:lnTo>
                  <a:lnTo>
                    <a:pt x="322" y="1093"/>
                  </a:lnTo>
                  <a:lnTo>
                    <a:pt x="327" y="1093"/>
                  </a:lnTo>
                  <a:lnTo>
                    <a:pt x="332" y="1091"/>
                  </a:lnTo>
                  <a:lnTo>
                    <a:pt x="334" y="1089"/>
                  </a:lnTo>
                  <a:lnTo>
                    <a:pt x="336" y="1089"/>
                  </a:lnTo>
                  <a:lnTo>
                    <a:pt x="336" y="1091"/>
                  </a:lnTo>
                  <a:lnTo>
                    <a:pt x="336" y="1091"/>
                  </a:lnTo>
                  <a:lnTo>
                    <a:pt x="332" y="1093"/>
                  </a:lnTo>
                  <a:lnTo>
                    <a:pt x="332" y="1093"/>
                  </a:lnTo>
                  <a:lnTo>
                    <a:pt x="327" y="1096"/>
                  </a:lnTo>
                  <a:lnTo>
                    <a:pt x="327" y="1096"/>
                  </a:lnTo>
                  <a:lnTo>
                    <a:pt x="327" y="1096"/>
                  </a:lnTo>
                  <a:lnTo>
                    <a:pt x="325" y="1096"/>
                  </a:lnTo>
                  <a:lnTo>
                    <a:pt x="325" y="1096"/>
                  </a:lnTo>
                  <a:lnTo>
                    <a:pt x="322" y="1096"/>
                  </a:lnTo>
                  <a:lnTo>
                    <a:pt x="322" y="1093"/>
                  </a:lnTo>
                  <a:lnTo>
                    <a:pt x="320" y="1093"/>
                  </a:lnTo>
                  <a:lnTo>
                    <a:pt x="317" y="1093"/>
                  </a:lnTo>
                  <a:lnTo>
                    <a:pt x="317" y="1093"/>
                  </a:lnTo>
                  <a:lnTo>
                    <a:pt x="315" y="1096"/>
                  </a:lnTo>
                  <a:lnTo>
                    <a:pt x="315" y="1096"/>
                  </a:lnTo>
                  <a:lnTo>
                    <a:pt x="315" y="1098"/>
                  </a:lnTo>
                  <a:lnTo>
                    <a:pt x="313" y="1098"/>
                  </a:lnTo>
                  <a:lnTo>
                    <a:pt x="313" y="1098"/>
                  </a:lnTo>
                  <a:lnTo>
                    <a:pt x="313" y="1098"/>
                  </a:lnTo>
                  <a:lnTo>
                    <a:pt x="313" y="1098"/>
                  </a:lnTo>
                  <a:lnTo>
                    <a:pt x="313" y="1101"/>
                  </a:lnTo>
                  <a:lnTo>
                    <a:pt x="315" y="1101"/>
                  </a:lnTo>
                  <a:lnTo>
                    <a:pt x="315" y="1103"/>
                  </a:lnTo>
                  <a:lnTo>
                    <a:pt x="315" y="1105"/>
                  </a:lnTo>
                  <a:lnTo>
                    <a:pt x="315" y="1105"/>
                  </a:lnTo>
                  <a:lnTo>
                    <a:pt x="315" y="1108"/>
                  </a:lnTo>
                  <a:lnTo>
                    <a:pt x="315" y="1108"/>
                  </a:lnTo>
                  <a:lnTo>
                    <a:pt x="315" y="1110"/>
                  </a:lnTo>
                  <a:lnTo>
                    <a:pt x="313" y="1110"/>
                  </a:lnTo>
                  <a:lnTo>
                    <a:pt x="313" y="1112"/>
                  </a:lnTo>
                  <a:lnTo>
                    <a:pt x="313" y="1115"/>
                  </a:lnTo>
                  <a:lnTo>
                    <a:pt x="310" y="1115"/>
                  </a:lnTo>
                  <a:lnTo>
                    <a:pt x="308" y="1115"/>
                  </a:lnTo>
                  <a:lnTo>
                    <a:pt x="308" y="1117"/>
                  </a:lnTo>
                  <a:lnTo>
                    <a:pt x="308" y="1117"/>
                  </a:lnTo>
                  <a:lnTo>
                    <a:pt x="308" y="1117"/>
                  </a:lnTo>
                  <a:lnTo>
                    <a:pt x="306" y="1119"/>
                  </a:lnTo>
                  <a:lnTo>
                    <a:pt x="308" y="1119"/>
                  </a:lnTo>
                  <a:lnTo>
                    <a:pt x="308" y="1122"/>
                  </a:lnTo>
                  <a:lnTo>
                    <a:pt x="306" y="1122"/>
                  </a:lnTo>
                  <a:lnTo>
                    <a:pt x="306" y="1122"/>
                  </a:lnTo>
                  <a:lnTo>
                    <a:pt x="306" y="1124"/>
                  </a:lnTo>
                  <a:lnTo>
                    <a:pt x="306" y="1124"/>
                  </a:lnTo>
                  <a:lnTo>
                    <a:pt x="303" y="1124"/>
                  </a:lnTo>
                  <a:lnTo>
                    <a:pt x="303" y="1124"/>
                  </a:lnTo>
                  <a:lnTo>
                    <a:pt x="303" y="1129"/>
                  </a:lnTo>
                  <a:lnTo>
                    <a:pt x="303" y="1127"/>
                  </a:lnTo>
                  <a:lnTo>
                    <a:pt x="301" y="1124"/>
                  </a:lnTo>
                  <a:lnTo>
                    <a:pt x="301" y="1124"/>
                  </a:lnTo>
                  <a:lnTo>
                    <a:pt x="301" y="1122"/>
                  </a:lnTo>
                  <a:lnTo>
                    <a:pt x="299" y="1119"/>
                  </a:lnTo>
                  <a:lnTo>
                    <a:pt x="299" y="1119"/>
                  </a:lnTo>
                  <a:lnTo>
                    <a:pt x="299" y="1119"/>
                  </a:lnTo>
                  <a:lnTo>
                    <a:pt x="299" y="1122"/>
                  </a:lnTo>
                  <a:lnTo>
                    <a:pt x="299" y="1129"/>
                  </a:lnTo>
                  <a:lnTo>
                    <a:pt x="301" y="1131"/>
                  </a:lnTo>
                  <a:lnTo>
                    <a:pt x="303" y="1134"/>
                  </a:lnTo>
                  <a:lnTo>
                    <a:pt x="303" y="1134"/>
                  </a:lnTo>
                  <a:lnTo>
                    <a:pt x="303" y="1136"/>
                  </a:lnTo>
                  <a:lnTo>
                    <a:pt x="303" y="1136"/>
                  </a:lnTo>
                  <a:lnTo>
                    <a:pt x="303" y="1138"/>
                  </a:lnTo>
                  <a:lnTo>
                    <a:pt x="306" y="1138"/>
                  </a:lnTo>
                  <a:lnTo>
                    <a:pt x="306" y="1141"/>
                  </a:lnTo>
                  <a:lnTo>
                    <a:pt x="308" y="1143"/>
                  </a:lnTo>
                  <a:lnTo>
                    <a:pt x="308" y="1145"/>
                  </a:lnTo>
                  <a:lnTo>
                    <a:pt x="308" y="1145"/>
                  </a:lnTo>
                  <a:lnTo>
                    <a:pt x="308" y="1148"/>
                  </a:lnTo>
                  <a:lnTo>
                    <a:pt x="308" y="1148"/>
                  </a:lnTo>
                  <a:lnTo>
                    <a:pt x="310" y="1150"/>
                  </a:lnTo>
                  <a:lnTo>
                    <a:pt x="310" y="1153"/>
                  </a:lnTo>
                  <a:lnTo>
                    <a:pt x="313" y="1153"/>
                  </a:lnTo>
                  <a:lnTo>
                    <a:pt x="315" y="1153"/>
                  </a:lnTo>
                  <a:lnTo>
                    <a:pt x="317" y="1153"/>
                  </a:lnTo>
                  <a:lnTo>
                    <a:pt x="317" y="1155"/>
                  </a:lnTo>
                  <a:lnTo>
                    <a:pt x="320" y="1157"/>
                  </a:lnTo>
                  <a:lnTo>
                    <a:pt x="320" y="1157"/>
                  </a:lnTo>
                  <a:lnTo>
                    <a:pt x="320" y="1155"/>
                  </a:lnTo>
                  <a:lnTo>
                    <a:pt x="322" y="1155"/>
                  </a:lnTo>
                  <a:lnTo>
                    <a:pt x="327" y="1155"/>
                  </a:lnTo>
                  <a:lnTo>
                    <a:pt x="327" y="1155"/>
                  </a:lnTo>
                  <a:lnTo>
                    <a:pt x="329" y="1155"/>
                  </a:lnTo>
                  <a:lnTo>
                    <a:pt x="332" y="1155"/>
                  </a:lnTo>
                  <a:lnTo>
                    <a:pt x="332" y="1153"/>
                  </a:lnTo>
                  <a:lnTo>
                    <a:pt x="332" y="1153"/>
                  </a:lnTo>
                  <a:lnTo>
                    <a:pt x="332" y="1153"/>
                  </a:lnTo>
                  <a:lnTo>
                    <a:pt x="334" y="1153"/>
                  </a:lnTo>
                  <a:lnTo>
                    <a:pt x="334" y="1153"/>
                  </a:lnTo>
                  <a:lnTo>
                    <a:pt x="334" y="1153"/>
                  </a:lnTo>
                  <a:lnTo>
                    <a:pt x="334" y="1150"/>
                  </a:lnTo>
                  <a:lnTo>
                    <a:pt x="334" y="1150"/>
                  </a:lnTo>
                  <a:lnTo>
                    <a:pt x="336" y="1145"/>
                  </a:lnTo>
                  <a:lnTo>
                    <a:pt x="336" y="1145"/>
                  </a:lnTo>
                  <a:lnTo>
                    <a:pt x="339" y="1145"/>
                  </a:lnTo>
                  <a:lnTo>
                    <a:pt x="339" y="1148"/>
                  </a:lnTo>
                  <a:lnTo>
                    <a:pt x="336" y="1148"/>
                  </a:lnTo>
                  <a:lnTo>
                    <a:pt x="336" y="1150"/>
                  </a:lnTo>
                  <a:lnTo>
                    <a:pt x="336" y="1150"/>
                  </a:lnTo>
                  <a:lnTo>
                    <a:pt x="336" y="1150"/>
                  </a:lnTo>
                  <a:lnTo>
                    <a:pt x="336" y="1150"/>
                  </a:lnTo>
                  <a:lnTo>
                    <a:pt x="336" y="1153"/>
                  </a:lnTo>
                  <a:lnTo>
                    <a:pt x="336" y="1153"/>
                  </a:lnTo>
                  <a:lnTo>
                    <a:pt x="336" y="1153"/>
                  </a:lnTo>
                  <a:lnTo>
                    <a:pt x="336" y="1153"/>
                  </a:lnTo>
                  <a:lnTo>
                    <a:pt x="336" y="1155"/>
                  </a:lnTo>
                  <a:lnTo>
                    <a:pt x="336" y="1155"/>
                  </a:lnTo>
                  <a:lnTo>
                    <a:pt x="336" y="1157"/>
                  </a:lnTo>
                  <a:lnTo>
                    <a:pt x="336" y="1157"/>
                  </a:lnTo>
                  <a:lnTo>
                    <a:pt x="336" y="1157"/>
                  </a:lnTo>
                  <a:lnTo>
                    <a:pt x="339" y="1157"/>
                  </a:lnTo>
                  <a:lnTo>
                    <a:pt x="339" y="1157"/>
                  </a:lnTo>
                  <a:lnTo>
                    <a:pt x="339" y="1157"/>
                  </a:lnTo>
                  <a:lnTo>
                    <a:pt x="341" y="1155"/>
                  </a:lnTo>
                  <a:lnTo>
                    <a:pt x="341" y="1155"/>
                  </a:lnTo>
                  <a:lnTo>
                    <a:pt x="341" y="1153"/>
                  </a:lnTo>
                  <a:lnTo>
                    <a:pt x="344" y="1153"/>
                  </a:lnTo>
                  <a:lnTo>
                    <a:pt x="344" y="1150"/>
                  </a:lnTo>
                  <a:lnTo>
                    <a:pt x="341" y="1148"/>
                  </a:lnTo>
                  <a:lnTo>
                    <a:pt x="341" y="1148"/>
                  </a:lnTo>
                  <a:lnTo>
                    <a:pt x="341" y="1145"/>
                  </a:lnTo>
                  <a:lnTo>
                    <a:pt x="341" y="1143"/>
                  </a:lnTo>
                  <a:lnTo>
                    <a:pt x="341" y="1143"/>
                  </a:lnTo>
                  <a:lnTo>
                    <a:pt x="341" y="1141"/>
                  </a:lnTo>
                  <a:lnTo>
                    <a:pt x="341" y="1138"/>
                  </a:lnTo>
                  <a:lnTo>
                    <a:pt x="344" y="1138"/>
                  </a:lnTo>
                  <a:lnTo>
                    <a:pt x="351" y="1138"/>
                  </a:lnTo>
                  <a:lnTo>
                    <a:pt x="353" y="1136"/>
                  </a:lnTo>
                  <a:lnTo>
                    <a:pt x="355" y="1136"/>
                  </a:lnTo>
                  <a:lnTo>
                    <a:pt x="355" y="1134"/>
                  </a:lnTo>
                  <a:lnTo>
                    <a:pt x="355" y="1134"/>
                  </a:lnTo>
                  <a:lnTo>
                    <a:pt x="353" y="1131"/>
                  </a:lnTo>
                  <a:lnTo>
                    <a:pt x="353" y="1131"/>
                  </a:lnTo>
                  <a:lnTo>
                    <a:pt x="353" y="1131"/>
                  </a:lnTo>
                  <a:lnTo>
                    <a:pt x="353" y="1129"/>
                  </a:lnTo>
                  <a:lnTo>
                    <a:pt x="353" y="1129"/>
                  </a:lnTo>
                  <a:lnTo>
                    <a:pt x="353" y="1129"/>
                  </a:lnTo>
                  <a:lnTo>
                    <a:pt x="351" y="1127"/>
                  </a:lnTo>
                  <a:lnTo>
                    <a:pt x="348" y="1127"/>
                  </a:lnTo>
                  <a:lnTo>
                    <a:pt x="348" y="1124"/>
                  </a:lnTo>
                  <a:lnTo>
                    <a:pt x="348" y="1124"/>
                  </a:lnTo>
                  <a:lnTo>
                    <a:pt x="348" y="1122"/>
                  </a:lnTo>
                  <a:lnTo>
                    <a:pt x="348" y="1122"/>
                  </a:lnTo>
                  <a:lnTo>
                    <a:pt x="348" y="1122"/>
                  </a:lnTo>
                  <a:lnTo>
                    <a:pt x="351" y="1124"/>
                  </a:lnTo>
                  <a:lnTo>
                    <a:pt x="353" y="1127"/>
                  </a:lnTo>
                  <a:lnTo>
                    <a:pt x="355" y="1129"/>
                  </a:lnTo>
                  <a:lnTo>
                    <a:pt x="355" y="1129"/>
                  </a:lnTo>
                  <a:lnTo>
                    <a:pt x="358" y="1134"/>
                  </a:lnTo>
                  <a:lnTo>
                    <a:pt x="358" y="1136"/>
                  </a:lnTo>
                  <a:lnTo>
                    <a:pt x="358" y="1136"/>
                  </a:lnTo>
                  <a:lnTo>
                    <a:pt x="355" y="1138"/>
                  </a:lnTo>
                  <a:lnTo>
                    <a:pt x="353" y="1138"/>
                  </a:lnTo>
                  <a:lnTo>
                    <a:pt x="353" y="1138"/>
                  </a:lnTo>
                  <a:lnTo>
                    <a:pt x="351" y="1138"/>
                  </a:lnTo>
                  <a:lnTo>
                    <a:pt x="348" y="1138"/>
                  </a:lnTo>
                  <a:lnTo>
                    <a:pt x="348" y="1141"/>
                  </a:lnTo>
                  <a:lnTo>
                    <a:pt x="346" y="1141"/>
                  </a:lnTo>
                  <a:lnTo>
                    <a:pt x="344" y="1141"/>
                  </a:lnTo>
                  <a:lnTo>
                    <a:pt x="344" y="1143"/>
                  </a:lnTo>
                  <a:lnTo>
                    <a:pt x="344" y="1145"/>
                  </a:lnTo>
                  <a:lnTo>
                    <a:pt x="344" y="1145"/>
                  </a:lnTo>
                  <a:lnTo>
                    <a:pt x="344" y="1148"/>
                  </a:lnTo>
                  <a:lnTo>
                    <a:pt x="346" y="1148"/>
                  </a:lnTo>
                  <a:lnTo>
                    <a:pt x="346" y="1150"/>
                  </a:lnTo>
                  <a:lnTo>
                    <a:pt x="344" y="1153"/>
                  </a:lnTo>
                  <a:lnTo>
                    <a:pt x="344" y="1155"/>
                  </a:lnTo>
                  <a:lnTo>
                    <a:pt x="344" y="1157"/>
                  </a:lnTo>
                  <a:lnTo>
                    <a:pt x="341" y="1157"/>
                  </a:lnTo>
                  <a:lnTo>
                    <a:pt x="339" y="1160"/>
                  </a:lnTo>
                  <a:lnTo>
                    <a:pt x="339" y="1162"/>
                  </a:lnTo>
                  <a:lnTo>
                    <a:pt x="339" y="1162"/>
                  </a:lnTo>
                  <a:lnTo>
                    <a:pt x="341" y="1164"/>
                  </a:lnTo>
                  <a:lnTo>
                    <a:pt x="341" y="1169"/>
                  </a:lnTo>
                  <a:lnTo>
                    <a:pt x="344" y="1172"/>
                  </a:lnTo>
                  <a:lnTo>
                    <a:pt x="341" y="1174"/>
                  </a:lnTo>
                  <a:lnTo>
                    <a:pt x="344" y="1174"/>
                  </a:lnTo>
                  <a:lnTo>
                    <a:pt x="351" y="1176"/>
                  </a:lnTo>
                  <a:lnTo>
                    <a:pt x="360" y="1174"/>
                  </a:lnTo>
                  <a:lnTo>
                    <a:pt x="358" y="1176"/>
                  </a:lnTo>
                  <a:lnTo>
                    <a:pt x="355" y="1176"/>
                  </a:lnTo>
                  <a:lnTo>
                    <a:pt x="351" y="1176"/>
                  </a:lnTo>
                  <a:lnTo>
                    <a:pt x="348" y="1176"/>
                  </a:lnTo>
                  <a:lnTo>
                    <a:pt x="348" y="1176"/>
                  </a:lnTo>
                  <a:lnTo>
                    <a:pt x="346" y="1179"/>
                  </a:lnTo>
                  <a:lnTo>
                    <a:pt x="346" y="1179"/>
                  </a:lnTo>
                  <a:lnTo>
                    <a:pt x="344" y="1179"/>
                  </a:lnTo>
                  <a:lnTo>
                    <a:pt x="344" y="1179"/>
                  </a:lnTo>
                  <a:lnTo>
                    <a:pt x="344" y="1179"/>
                  </a:lnTo>
                  <a:lnTo>
                    <a:pt x="341" y="1181"/>
                  </a:lnTo>
                  <a:lnTo>
                    <a:pt x="341" y="1183"/>
                  </a:lnTo>
                  <a:lnTo>
                    <a:pt x="341" y="1183"/>
                  </a:lnTo>
                  <a:lnTo>
                    <a:pt x="341" y="1186"/>
                  </a:lnTo>
                  <a:lnTo>
                    <a:pt x="341" y="1186"/>
                  </a:lnTo>
                  <a:lnTo>
                    <a:pt x="339" y="1186"/>
                  </a:lnTo>
                  <a:lnTo>
                    <a:pt x="339" y="1186"/>
                  </a:lnTo>
                  <a:lnTo>
                    <a:pt x="339" y="1183"/>
                  </a:lnTo>
                  <a:lnTo>
                    <a:pt x="339" y="1181"/>
                  </a:lnTo>
                  <a:lnTo>
                    <a:pt x="339" y="1179"/>
                  </a:lnTo>
                  <a:lnTo>
                    <a:pt x="339" y="1179"/>
                  </a:lnTo>
                  <a:lnTo>
                    <a:pt x="341" y="1174"/>
                  </a:lnTo>
                  <a:lnTo>
                    <a:pt x="341" y="1174"/>
                  </a:lnTo>
                  <a:lnTo>
                    <a:pt x="339" y="1172"/>
                  </a:lnTo>
                  <a:lnTo>
                    <a:pt x="339" y="1167"/>
                  </a:lnTo>
                  <a:lnTo>
                    <a:pt x="339" y="1164"/>
                  </a:lnTo>
                  <a:lnTo>
                    <a:pt x="339" y="1164"/>
                  </a:lnTo>
                  <a:lnTo>
                    <a:pt x="339" y="1162"/>
                  </a:lnTo>
                  <a:lnTo>
                    <a:pt x="336" y="1162"/>
                  </a:lnTo>
                  <a:lnTo>
                    <a:pt x="334" y="1162"/>
                  </a:lnTo>
                  <a:lnTo>
                    <a:pt x="334" y="1162"/>
                  </a:lnTo>
                  <a:lnTo>
                    <a:pt x="332" y="1162"/>
                  </a:lnTo>
                  <a:lnTo>
                    <a:pt x="332" y="1164"/>
                  </a:lnTo>
                  <a:lnTo>
                    <a:pt x="329" y="1167"/>
                  </a:lnTo>
                  <a:lnTo>
                    <a:pt x="329" y="1167"/>
                  </a:lnTo>
                  <a:lnTo>
                    <a:pt x="329" y="1167"/>
                  </a:lnTo>
                  <a:lnTo>
                    <a:pt x="329" y="1167"/>
                  </a:lnTo>
                  <a:lnTo>
                    <a:pt x="327" y="1169"/>
                  </a:lnTo>
                  <a:lnTo>
                    <a:pt x="327" y="1172"/>
                  </a:lnTo>
                  <a:lnTo>
                    <a:pt x="327" y="1172"/>
                  </a:lnTo>
                  <a:lnTo>
                    <a:pt x="329" y="1174"/>
                  </a:lnTo>
                  <a:lnTo>
                    <a:pt x="329" y="1174"/>
                  </a:lnTo>
                  <a:lnTo>
                    <a:pt x="329" y="1179"/>
                  </a:lnTo>
                  <a:lnTo>
                    <a:pt x="329" y="1181"/>
                  </a:lnTo>
                  <a:lnTo>
                    <a:pt x="329" y="1181"/>
                  </a:lnTo>
                  <a:lnTo>
                    <a:pt x="329" y="1183"/>
                  </a:lnTo>
                  <a:lnTo>
                    <a:pt x="332" y="1183"/>
                  </a:lnTo>
                  <a:lnTo>
                    <a:pt x="332" y="1183"/>
                  </a:lnTo>
                  <a:lnTo>
                    <a:pt x="332" y="1183"/>
                  </a:lnTo>
                  <a:lnTo>
                    <a:pt x="332" y="1186"/>
                  </a:lnTo>
                  <a:lnTo>
                    <a:pt x="332" y="1186"/>
                  </a:lnTo>
                  <a:lnTo>
                    <a:pt x="332" y="1186"/>
                  </a:lnTo>
                  <a:lnTo>
                    <a:pt x="334" y="1188"/>
                  </a:lnTo>
                  <a:lnTo>
                    <a:pt x="334" y="1188"/>
                  </a:lnTo>
                  <a:lnTo>
                    <a:pt x="336" y="1188"/>
                  </a:lnTo>
                  <a:lnTo>
                    <a:pt x="339" y="1190"/>
                  </a:lnTo>
                  <a:lnTo>
                    <a:pt x="348" y="1200"/>
                  </a:lnTo>
                  <a:lnTo>
                    <a:pt x="351" y="1200"/>
                  </a:lnTo>
                  <a:lnTo>
                    <a:pt x="351" y="1200"/>
                  </a:lnTo>
                  <a:lnTo>
                    <a:pt x="353" y="1200"/>
                  </a:lnTo>
                  <a:lnTo>
                    <a:pt x="353" y="1200"/>
                  </a:lnTo>
                  <a:lnTo>
                    <a:pt x="355" y="1198"/>
                  </a:lnTo>
                  <a:lnTo>
                    <a:pt x="355" y="1195"/>
                  </a:lnTo>
                  <a:lnTo>
                    <a:pt x="355" y="1193"/>
                  </a:lnTo>
                  <a:lnTo>
                    <a:pt x="355" y="1190"/>
                  </a:lnTo>
                  <a:lnTo>
                    <a:pt x="355" y="1190"/>
                  </a:lnTo>
                  <a:lnTo>
                    <a:pt x="358" y="1190"/>
                  </a:lnTo>
                  <a:lnTo>
                    <a:pt x="360" y="1190"/>
                  </a:lnTo>
                  <a:lnTo>
                    <a:pt x="362" y="1188"/>
                  </a:lnTo>
                  <a:lnTo>
                    <a:pt x="362" y="1188"/>
                  </a:lnTo>
                  <a:lnTo>
                    <a:pt x="362" y="1188"/>
                  </a:lnTo>
                  <a:lnTo>
                    <a:pt x="362" y="1188"/>
                  </a:lnTo>
                  <a:lnTo>
                    <a:pt x="365" y="1190"/>
                  </a:lnTo>
                  <a:lnTo>
                    <a:pt x="365" y="1188"/>
                  </a:lnTo>
                  <a:lnTo>
                    <a:pt x="367" y="1188"/>
                  </a:lnTo>
                  <a:lnTo>
                    <a:pt x="367" y="1188"/>
                  </a:lnTo>
                  <a:lnTo>
                    <a:pt x="367" y="1188"/>
                  </a:lnTo>
                  <a:lnTo>
                    <a:pt x="370" y="1188"/>
                  </a:lnTo>
                  <a:lnTo>
                    <a:pt x="370" y="1188"/>
                  </a:lnTo>
                  <a:lnTo>
                    <a:pt x="372" y="1188"/>
                  </a:lnTo>
                  <a:lnTo>
                    <a:pt x="372" y="1188"/>
                  </a:lnTo>
                  <a:lnTo>
                    <a:pt x="372" y="1186"/>
                  </a:lnTo>
                  <a:lnTo>
                    <a:pt x="372" y="1186"/>
                  </a:lnTo>
                  <a:lnTo>
                    <a:pt x="372" y="1183"/>
                  </a:lnTo>
                  <a:lnTo>
                    <a:pt x="374" y="1183"/>
                  </a:lnTo>
                  <a:lnTo>
                    <a:pt x="374" y="1181"/>
                  </a:lnTo>
                  <a:lnTo>
                    <a:pt x="374" y="1181"/>
                  </a:lnTo>
                  <a:lnTo>
                    <a:pt x="377" y="1181"/>
                  </a:lnTo>
                  <a:lnTo>
                    <a:pt x="377" y="1181"/>
                  </a:lnTo>
                  <a:lnTo>
                    <a:pt x="377" y="1181"/>
                  </a:lnTo>
                  <a:lnTo>
                    <a:pt x="379" y="1179"/>
                  </a:lnTo>
                  <a:lnTo>
                    <a:pt x="379" y="1181"/>
                  </a:lnTo>
                  <a:lnTo>
                    <a:pt x="379" y="1183"/>
                  </a:lnTo>
                  <a:lnTo>
                    <a:pt x="374" y="1183"/>
                  </a:lnTo>
                  <a:lnTo>
                    <a:pt x="374" y="1186"/>
                  </a:lnTo>
                  <a:lnTo>
                    <a:pt x="374" y="1186"/>
                  </a:lnTo>
                  <a:lnTo>
                    <a:pt x="374" y="1188"/>
                  </a:lnTo>
                  <a:lnTo>
                    <a:pt x="374" y="1188"/>
                  </a:lnTo>
                  <a:lnTo>
                    <a:pt x="372" y="1188"/>
                  </a:lnTo>
                  <a:lnTo>
                    <a:pt x="372" y="1188"/>
                  </a:lnTo>
                  <a:lnTo>
                    <a:pt x="374" y="1188"/>
                  </a:lnTo>
                  <a:lnTo>
                    <a:pt x="374" y="1188"/>
                  </a:lnTo>
                  <a:lnTo>
                    <a:pt x="372" y="1188"/>
                  </a:lnTo>
                  <a:lnTo>
                    <a:pt x="372" y="1190"/>
                  </a:lnTo>
                  <a:lnTo>
                    <a:pt x="370" y="1195"/>
                  </a:lnTo>
                  <a:lnTo>
                    <a:pt x="370" y="1195"/>
                  </a:lnTo>
                  <a:lnTo>
                    <a:pt x="367" y="1202"/>
                  </a:lnTo>
                  <a:lnTo>
                    <a:pt x="367" y="1202"/>
                  </a:lnTo>
                  <a:lnTo>
                    <a:pt x="367" y="1205"/>
                  </a:lnTo>
                  <a:lnTo>
                    <a:pt x="365" y="1205"/>
                  </a:lnTo>
                  <a:lnTo>
                    <a:pt x="365" y="1205"/>
                  </a:lnTo>
                  <a:lnTo>
                    <a:pt x="362" y="1207"/>
                  </a:lnTo>
                  <a:lnTo>
                    <a:pt x="362" y="1207"/>
                  </a:lnTo>
                  <a:lnTo>
                    <a:pt x="362" y="1209"/>
                  </a:lnTo>
                  <a:lnTo>
                    <a:pt x="362" y="1209"/>
                  </a:lnTo>
                  <a:lnTo>
                    <a:pt x="365" y="1209"/>
                  </a:lnTo>
                  <a:lnTo>
                    <a:pt x="367" y="1209"/>
                  </a:lnTo>
                  <a:lnTo>
                    <a:pt x="377" y="1217"/>
                  </a:lnTo>
                  <a:lnTo>
                    <a:pt x="381" y="1217"/>
                  </a:lnTo>
                  <a:lnTo>
                    <a:pt x="386" y="1212"/>
                  </a:lnTo>
                  <a:lnTo>
                    <a:pt x="388" y="1209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9"/>
                  </a:lnTo>
                  <a:lnTo>
                    <a:pt x="388" y="1212"/>
                  </a:lnTo>
                  <a:lnTo>
                    <a:pt x="384" y="1217"/>
                  </a:lnTo>
                  <a:lnTo>
                    <a:pt x="381" y="1219"/>
                  </a:lnTo>
                  <a:lnTo>
                    <a:pt x="379" y="1221"/>
                  </a:lnTo>
                  <a:lnTo>
                    <a:pt x="377" y="1219"/>
                  </a:lnTo>
                  <a:lnTo>
                    <a:pt x="377" y="1219"/>
                  </a:lnTo>
                  <a:lnTo>
                    <a:pt x="374" y="1217"/>
                  </a:lnTo>
                  <a:lnTo>
                    <a:pt x="374" y="1217"/>
                  </a:lnTo>
                  <a:lnTo>
                    <a:pt x="374" y="1219"/>
                  </a:lnTo>
                  <a:lnTo>
                    <a:pt x="374" y="1217"/>
                  </a:lnTo>
                  <a:lnTo>
                    <a:pt x="372" y="1217"/>
                  </a:lnTo>
                  <a:lnTo>
                    <a:pt x="372" y="1217"/>
                  </a:lnTo>
                  <a:lnTo>
                    <a:pt x="370" y="1217"/>
                  </a:lnTo>
                  <a:lnTo>
                    <a:pt x="370" y="1214"/>
                  </a:lnTo>
                  <a:lnTo>
                    <a:pt x="370" y="1214"/>
                  </a:lnTo>
                  <a:lnTo>
                    <a:pt x="370" y="1214"/>
                  </a:lnTo>
                  <a:lnTo>
                    <a:pt x="370" y="1214"/>
                  </a:lnTo>
                  <a:lnTo>
                    <a:pt x="370" y="1217"/>
                  </a:lnTo>
                  <a:lnTo>
                    <a:pt x="367" y="1217"/>
                  </a:lnTo>
                  <a:lnTo>
                    <a:pt x="365" y="1217"/>
                  </a:lnTo>
                  <a:lnTo>
                    <a:pt x="362" y="1217"/>
                  </a:lnTo>
                  <a:lnTo>
                    <a:pt x="362" y="1219"/>
                  </a:lnTo>
                  <a:lnTo>
                    <a:pt x="365" y="1219"/>
                  </a:lnTo>
                  <a:lnTo>
                    <a:pt x="365" y="1221"/>
                  </a:lnTo>
                  <a:lnTo>
                    <a:pt x="367" y="1224"/>
                  </a:lnTo>
                  <a:lnTo>
                    <a:pt x="367" y="1224"/>
                  </a:lnTo>
                  <a:lnTo>
                    <a:pt x="367" y="1224"/>
                  </a:lnTo>
                  <a:lnTo>
                    <a:pt x="365" y="1224"/>
                  </a:lnTo>
                  <a:lnTo>
                    <a:pt x="365" y="1224"/>
                  </a:lnTo>
                  <a:lnTo>
                    <a:pt x="362" y="1224"/>
                  </a:lnTo>
                  <a:lnTo>
                    <a:pt x="362" y="1228"/>
                  </a:lnTo>
                  <a:lnTo>
                    <a:pt x="362" y="1228"/>
                  </a:lnTo>
                  <a:lnTo>
                    <a:pt x="360" y="1228"/>
                  </a:lnTo>
                  <a:lnTo>
                    <a:pt x="362" y="1231"/>
                  </a:lnTo>
                  <a:lnTo>
                    <a:pt x="365" y="1231"/>
                  </a:lnTo>
                  <a:lnTo>
                    <a:pt x="370" y="1231"/>
                  </a:lnTo>
                  <a:lnTo>
                    <a:pt x="372" y="1231"/>
                  </a:lnTo>
                  <a:lnTo>
                    <a:pt x="370" y="1233"/>
                  </a:lnTo>
                  <a:lnTo>
                    <a:pt x="367" y="1233"/>
                  </a:lnTo>
                  <a:lnTo>
                    <a:pt x="365" y="1235"/>
                  </a:lnTo>
                  <a:lnTo>
                    <a:pt x="362" y="1235"/>
                  </a:lnTo>
                  <a:lnTo>
                    <a:pt x="362" y="1238"/>
                  </a:lnTo>
                  <a:lnTo>
                    <a:pt x="365" y="1238"/>
                  </a:lnTo>
                  <a:lnTo>
                    <a:pt x="365" y="1240"/>
                  </a:lnTo>
                  <a:lnTo>
                    <a:pt x="365" y="1240"/>
                  </a:lnTo>
                  <a:lnTo>
                    <a:pt x="365" y="1243"/>
                  </a:lnTo>
                  <a:lnTo>
                    <a:pt x="365" y="1243"/>
                  </a:lnTo>
                  <a:lnTo>
                    <a:pt x="367" y="1245"/>
                  </a:lnTo>
                  <a:lnTo>
                    <a:pt x="367" y="1245"/>
                  </a:lnTo>
                  <a:lnTo>
                    <a:pt x="367" y="1243"/>
                  </a:lnTo>
                  <a:lnTo>
                    <a:pt x="367" y="1240"/>
                  </a:lnTo>
                  <a:lnTo>
                    <a:pt x="370" y="1240"/>
                  </a:lnTo>
                  <a:lnTo>
                    <a:pt x="374" y="1238"/>
                  </a:lnTo>
                  <a:lnTo>
                    <a:pt x="377" y="1238"/>
                  </a:lnTo>
                  <a:lnTo>
                    <a:pt x="377" y="1238"/>
                  </a:lnTo>
                  <a:lnTo>
                    <a:pt x="379" y="1238"/>
                  </a:lnTo>
                  <a:lnTo>
                    <a:pt x="379" y="1240"/>
                  </a:lnTo>
                  <a:lnTo>
                    <a:pt x="379" y="1240"/>
                  </a:lnTo>
                  <a:lnTo>
                    <a:pt x="379" y="1240"/>
                  </a:lnTo>
                  <a:lnTo>
                    <a:pt x="377" y="1243"/>
                  </a:lnTo>
                  <a:lnTo>
                    <a:pt x="379" y="1245"/>
                  </a:lnTo>
                  <a:lnTo>
                    <a:pt x="379" y="1247"/>
                  </a:lnTo>
                  <a:lnTo>
                    <a:pt x="381" y="1247"/>
                  </a:lnTo>
                  <a:lnTo>
                    <a:pt x="381" y="1247"/>
                  </a:lnTo>
                  <a:lnTo>
                    <a:pt x="384" y="1247"/>
                  </a:lnTo>
                  <a:lnTo>
                    <a:pt x="384" y="1250"/>
                  </a:lnTo>
                  <a:lnTo>
                    <a:pt x="388" y="1250"/>
                  </a:lnTo>
                  <a:lnTo>
                    <a:pt x="400" y="1254"/>
                  </a:lnTo>
                  <a:lnTo>
                    <a:pt x="414" y="1257"/>
                  </a:lnTo>
                  <a:lnTo>
                    <a:pt x="426" y="1261"/>
                  </a:lnTo>
                  <a:lnTo>
                    <a:pt x="438" y="1264"/>
                  </a:lnTo>
                  <a:lnTo>
                    <a:pt x="450" y="1269"/>
                  </a:lnTo>
                  <a:lnTo>
                    <a:pt x="464" y="1271"/>
                  </a:lnTo>
                  <a:lnTo>
                    <a:pt x="476" y="1276"/>
                  </a:lnTo>
                  <a:lnTo>
                    <a:pt x="488" y="1278"/>
                  </a:lnTo>
                  <a:lnTo>
                    <a:pt x="500" y="1283"/>
                  </a:lnTo>
                  <a:lnTo>
                    <a:pt x="514" y="1285"/>
                  </a:lnTo>
                  <a:lnTo>
                    <a:pt x="526" y="1290"/>
                  </a:lnTo>
                  <a:lnTo>
                    <a:pt x="538" y="1292"/>
                  </a:lnTo>
                  <a:lnTo>
                    <a:pt x="552" y="1295"/>
                  </a:lnTo>
                  <a:lnTo>
                    <a:pt x="564" y="1299"/>
                  </a:lnTo>
                  <a:lnTo>
                    <a:pt x="575" y="1302"/>
                  </a:lnTo>
                  <a:lnTo>
                    <a:pt x="587" y="1304"/>
                  </a:lnTo>
                  <a:lnTo>
                    <a:pt x="601" y="1309"/>
                  </a:lnTo>
                  <a:lnTo>
                    <a:pt x="613" y="1311"/>
                  </a:lnTo>
                  <a:lnTo>
                    <a:pt x="625" y="1314"/>
                  </a:lnTo>
                  <a:lnTo>
                    <a:pt x="639" y="1316"/>
                  </a:lnTo>
                  <a:lnTo>
                    <a:pt x="651" y="1321"/>
                  </a:lnTo>
                  <a:lnTo>
                    <a:pt x="663" y="1323"/>
                  </a:lnTo>
                  <a:lnTo>
                    <a:pt x="677" y="1325"/>
                  </a:lnTo>
                  <a:lnTo>
                    <a:pt x="689" y="1328"/>
                  </a:lnTo>
                  <a:lnTo>
                    <a:pt x="701" y="1332"/>
                  </a:lnTo>
                  <a:lnTo>
                    <a:pt x="708" y="1332"/>
                  </a:lnTo>
                  <a:lnTo>
                    <a:pt x="715" y="1335"/>
                  </a:lnTo>
                  <a:lnTo>
                    <a:pt x="727" y="1337"/>
                  </a:lnTo>
                  <a:lnTo>
                    <a:pt x="741" y="1340"/>
                  </a:lnTo>
                  <a:lnTo>
                    <a:pt x="753" y="1342"/>
                  </a:lnTo>
                  <a:lnTo>
                    <a:pt x="765" y="1344"/>
                  </a:lnTo>
                  <a:lnTo>
                    <a:pt x="767" y="1344"/>
                  </a:lnTo>
                  <a:lnTo>
                    <a:pt x="779" y="1347"/>
                  </a:lnTo>
                  <a:lnTo>
                    <a:pt x="791" y="1349"/>
                  </a:lnTo>
                  <a:lnTo>
                    <a:pt x="803" y="1354"/>
                  </a:lnTo>
                  <a:lnTo>
                    <a:pt x="817" y="1356"/>
                  </a:lnTo>
                  <a:lnTo>
                    <a:pt x="829" y="1359"/>
                  </a:lnTo>
                  <a:lnTo>
                    <a:pt x="843" y="1361"/>
                  </a:lnTo>
                  <a:lnTo>
                    <a:pt x="855" y="1363"/>
                  </a:lnTo>
                  <a:lnTo>
                    <a:pt x="866" y="1366"/>
                  </a:lnTo>
                  <a:lnTo>
                    <a:pt x="881" y="1368"/>
                  </a:lnTo>
                  <a:lnTo>
                    <a:pt x="881" y="1368"/>
                  </a:lnTo>
                  <a:lnTo>
                    <a:pt x="881" y="1366"/>
                  </a:lnTo>
                  <a:lnTo>
                    <a:pt x="883" y="1366"/>
                  </a:lnTo>
                  <a:lnTo>
                    <a:pt x="883" y="1366"/>
                  </a:lnTo>
                  <a:lnTo>
                    <a:pt x="883" y="1366"/>
                  </a:lnTo>
                  <a:lnTo>
                    <a:pt x="883" y="1363"/>
                  </a:lnTo>
                  <a:lnTo>
                    <a:pt x="883" y="1363"/>
                  </a:lnTo>
                  <a:close/>
                  <a:moveTo>
                    <a:pt x="168" y="606"/>
                  </a:moveTo>
                  <a:lnTo>
                    <a:pt x="168" y="606"/>
                  </a:lnTo>
                  <a:lnTo>
                    <a:pt x="164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11"/>
                  </a:lnTo>
                  <a:lnTo>
                    <a:pt x="161" y="611"/>
                  </a:lnTo>
                  <a:lnTo>
                    <a:pt x="161" y="613"/>
                  </a:lnTo>
                  <a:lnTo>
                    <a:pt x="161" y="613"/>
                  </a:lnTo>
                  <a:lnTo>
                    <a:pt x="161" y="613"/>
                  </a:lnTo>
                  <a:lnTo>
                    <a:pt x="164" y="613"/>
                  </a:lnTo>
                  <a:lnTo>
                    <a:pt x="164" y="613"/>
                  </a:lnTo>
                  <a:lnTo>
                    <a:pt x="164" y="613"/>
                  </a:lnTo>
                  <a:lnTo>
                    <a:pt x="166" y="615"/>
                  </a:lnTo>
                  <a:lnTo>
                    <a:pt x="166" y="615"/>
                  </a:lnTo>
                  <a:lnTo>
                    <a:pt x="166" y="613"/>
                  </a:lnTo>
                  <a:lnTo>
                    <a:pt x="168" y="613"/>
                  </a:lnTo>
                  <a:lnTo>
                    <a:pt x="168" y="611"/>
                  </a:lnTo>
                  <a:lnTo>
                    <a:pt x="168" y="611"/>
                  </a:lnTo>
                  <a:lnTo>
                    <a:pt x="168" y="608"/>
                  </a:lnTo>
                  <a:lnTo>
                    <a:pt x="168" y="608"/>
                  </a:lnTo>
                  <a:lnTo>
                    <a:pt x="168" y="606"/>
                  </a:lnTo>
                  <a:close/>
                  <a:moveTo>
                    <a:pt x="168" y="618"/>
                  </a:moveTo>
                  <a:lnTo>
                    <a:pt x="171" y="618"/>
                  </a:lnTo>
                  <a:lnTo>
                    <a:pt x="171" y="618"/>
                  </a:lnTo>
                  <a:lnTo>
                    <a:pt x="173" y="618"/>
                  </a:lnTo>
                  <a:lnTo>
                    <a:pt x="173" y="618"/>
                  </a:lnTo>
                  <a:lnTo>
                    <a:pt x="175" y="618"/>
                  </a:lnTo>
                  <a:lnTo>
                    <a:pt x="178" y="618"/>
                  </a:lnTo>
                  <a:lnTo>
                    <a:pt x="178" y="618"/>
                  </a:lnTo>
                  <a:lnTo>
                    <a:pt x="180" y="615"/>
                  </a:lnTo>
                  <a:lnTo>
                    <a:pt x="180" y="615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3" y="611"/>
                  </a:lnTo>
                  <a:lnTo>
                    <a:pt x="180" y="611"/>
                  </a:lnTo>
                  <a:lnTo>
                    <a:pt x="178" y="613"/>
                  </a:lnTo>
                  <a:lnTo>
                    <a:pt x="173" y="615"/>
                  </a:lnTo>
                  <a:lnTo>
                    <a:pt x="173" y="615"/>
                  </a:lnTo>
                  <a:lnTo>
                    <a:pt x="171" y="618"/>
                  </a:lnTo>
                  <a:lnTo>
                    <a:pt x="168" y="618"/>
                  </a:lnTo>
                  <a:close/>
                  <a:moveTo>
                    <a:pt x="244" y="1030"/>
                  </a:moveTo>
                  <a:lnTo>
                    <a:pt x="244" y="1030"/>
                  </a:lnTo>
                  <a:lnTo>
                    <a:pt x="244" y="1030"/>
                  </a:lnTo>
                  <a:lnTo>
                    <a:pt x="244" y="1027"/>
                  </a:lnTo>
                  <a:lnTo>
                    <a:pt x="242" y="1027"/>
                  </a:lnTo>
                  <a:lnTo>
                    <a:pt x="239" y="1027"/>
                  </a:lnTo>
                  <a:lnTo>
                    <a:pt x="239" y="1027"/>
                  </a:lnTo>
                  <a:lnTo>
                    <a:pt x="237" y="1027"/>
                  </a:lnTo>
                  <a:lnTo>
                    <a:pt x="237" y="1027"/>
                  </a:lnTo>
                  <a:lnTo>
                    <a:pt x="235" y="1027"/>
                  </a:lnTo>
                  <a:lnTo>
                    <a:pt x="230" y="1030"/>
                  </a:lnTo>
                  <a:lnTo>
                    <a:pt x="228" y="1030"/>
                  </a:lnTo>
                  <a:lnTo>
                    <a:pt x="228" y="1030"/>
                  </a:lnTo>
                  <a:lnTo>
                    <a:pt x="225" y="1030"/>
                  </a:lnTo>
                  <a:lnTo>
                    <a:pt x="223" y="1032"/>
                  </a:lnTo>
                  <a:lnTo>
                    <a:pt x="223" y="1032"/>
                  </a:lnTo>
                  <a:lnTo>
                    <a:pt x="223" y="1034"/>
                  </a:lnTo>
                  <a:lnTo>
                    <a:pt x="220" y="1034"/>
                  </a:lnTo>
                  <a:lnTo>
                    <a:pt x="220" y="1034"/>
                  </a:lnTo>
                  <a:lnTo>
                    <a:pt x="220" y="1037"/>
                  </a:lnTo>
                  <a:lnTo>
                    <a:pt x="223" y="1037"/>
                  </a:lnTo>
                  <a:lnTo>
                    <a:pt x="225" y="1037"/>
                  </a:lnTo>
                  <a:lnTo>
                    <a:pt x="225" y="1037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7"/>
                  </a:lnTo>
                  <a:lnTo>
                    <a:pt x="230" y="1037"/>
                  </a:lnTo>
                  <a:lnTo>
                    <a:pt x="235" y="1041"/>
                  </a:lnTo>
                  <a:lnTo>
                    <a:pt x="237" y="1041"/>
                  </a:lnTo>
                  <a:lnTo>
                    <a:pt x="239" y="1041"/>
                  </a:lnTo>
                  <a:lnTo>
                    <a:pt x="239" y="1039"/>
                  </a:lnTo>
                  <a:lnTo>
                    <a:pt x="242" y="1037"/>
                  </a:lnTo>
                  <a:lnTo>
                    <a:pt x="242" y="1037"/>
                  </a:lnTo>
                  <a:lnTo>
                    <a:pt x="246" y="1037"/>
                  </a:lnTo>
                  <a:lnTo>
                    <a:pt x="246" y="1034"/>
                  </a:lnTo>
                  <a:lnTo>
                    <a:pt x="246" y="1034"/>
                  </a:lnTo>
                  <a:lnTo>
                    <a:pt x="244" y="1032"/>
                  </a:lnTo>
                  <a:lnTo>
                    <a:pt x="244" y="1032"/>
                  </a:lnTo>
                  <a:lnTo>
                    <a:pt x="244" y="1030"/>
                  </a:lnTo>
                  <a:close/>
                  <a:moveTo>
                    <a:pt x="223" y="1044"/>
                  </a:moveTo>
                  <a:lnTo>
                    <a:pt x="223" y="1044"/>
                  </a:lnTo>
                  <a:lnTo>
                    <a:pt x="225" y="1044"/>
                  </a:lnTo>
                  <a:lnTo>
                    <a:pt x="225" y="1044"/>
                  </a:lnTo>
                  <a:lnTo>
                    <a:pt x="228" y="1044"/>
                  </a:lnTo>
                  <a:lnTo>
                    <a:pt x="228" y="1044"/>
                  </a:lnTo>
                  <a:lnTo>
                    <a:pt x="230" y="1044"/>
                  </a:lnTo>
                  <a:lnTo>
                    <a:pt x="232" y="1044"/>
                  </a:lnTo>
                  <a:lnTo>
                    <a:pt x="232" y="1041"/>
                  </a:lnTo>
                  <a:lnTo>
                    <a:pt x="230" y="1041"/>
                  </a:lnTo>
                  <a:lnTo>
                    <a:pt x="228" y="1041"/>
                  </a:lnTo>
                  <a:lnTo>
                    <a:pt x="223" y="1039"/>
                  </a:lnTo>
                  <a:lnTo>
                    <a:pt x="220" y="1041"/>
                  </a:lnTo>
                  <a:lnTo>
                    <a:pt x="223" y="1041"/>
                  </a:lnTo>
                  <a:lnTo>
                    <a:pt x="223" y="1041"/>
                  </a:lnTo>
                  <a:lnTo>
                    <a:pt x="223" y="1041"/>
                  </a:lnTo>
                  <a:lnTo>
                    <a:pt x="223" y="1041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3" y="1044"/>
                  </a:lnTo>
                  <a:close/>
                  <a:moveTo>
                    <a:pt x="228" y="1022"/>
                  </a:moveTo>
                  <a:lnTo>
                    <a:pt x="225" y="1020"/>
                  </a:lnTo>
                  <a:lnTo>
                    <a:pt x="225" y="1020"/>
                  </a:lnTo>
                  <a:lnTo>
                    <a:pt x="225" y="1018"/>
                  </a:lnTo>
                  <a:lnTo>
                    <a:pt x="225" y="1018"/>
                  </a:lnTo>
                  <a:lnTo>
                    <a:pt x="225" y="1018"/>
                  </a:lnTo>
                  <a:lnTo>
                    <a:pt x="223" y="1018"/>
                  </a:lnTo>
                  <a:lnTo>
                    <a:pt x="223" y="1018"/>
                  </a:lnTo>
                  <a:lnTo>
                    <a:pt x="223" y="1018"/>
                  </a:lnTo>
                  <a:lnTo>
                    <a:pt x="223" y="1018"/>
                  </a:lnTo>
                  <a:lnTo>
                    <a:pt x="218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3" y="1015"/>
                  </a:lnTo>
                  <a:lnTo>
                    <a:pt x="213" y="1015"/>
                  </a:lnTo>
                  <a:lnTo>
                    <a:pt x="211" y="1015"/>
                  </a:lnTo>
                  <a:lnTo>
                    <a:pt x="211" y="1015"/>
                  </a:lnTo>
                  <a:lnTo>
                    <a:pt x="211" y="1015"/>
                  </a:lnTo>
                  <a:lnTo>
                    <a:pt x="209" y="1015"/>
                  </a:lnTo>
                  <a:lnTo>
                    <a:pt x="211" y="1018"/>
                  </a:lnTo>
                  <a:lnTo>
                    <a:pt x="211" y="1020"/>
                  </a:lnTo>
                  <a:lnTo>
                    <a:pt x="213" y="1022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16" y="1020"/>
                  </a:lnTo>
                  <a:lnTo>
                    <a:pt x="216" y="1020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20" y="1022"/>
                  </a:lnTo>
                  <a:lnTo>
                    <a:pt x="223" y="1022"/>
                  </a:lnTo>
                  <a:lnTo>
                    <a:pt x="225" y="1022"/>
                  </a:lnTo>
                  <a:lnTo>
                    <a:pt x="225" y="1022"/>
                  </a:lnTo>
                  <a:lnTo>
                    <a:pt x="225" y="1022"/>
                  </a:lnTo>
                  <a:lnTo>
                    <a:pt x="228" y="1022"/>
                  </a:lnTo>
                  <a:lnTo>
                    <a:pt x="228" y="1025"/>
                  </a:lnTo>
                  <a:lnTo>
                    <a:pt x="228" y="1022"/>
                  </a:lnTo>
                  <a:lnTo>
                    <a:pt x="228" y="1022"/>
                  </a:lnTo>
                  <a:close/>
                  <a:moveTo>
                    <a:pt x="355" y="1205"/>
                  </a:moveTo>
                  <a:lnTo>
                    <a:pt x="355" y="1207"/>
                  </a:lnTo>
                  <a:lnTo>
                    <a:pt x="355" y="1207"/>
                  </a:lnTo>
                  <a:lnTo>
                    <a:pt x="355" y="1207"/>
                  </a:lnTo>
                  <a:lnTo>
                    <a:pt x="358" y="1207"/>
                  </a:lnTo>
                  <a:lnTo>
                    <a:pt x="358" y="1207"/>
                  </a:lnTo>
                  <a:lnTo>
                    <a:pt x="358" y="1207"/>
                  </a:lnTo>
                  <a:lnTo>
                    <a:pt x="360" y="1207"/>
                  </a:lnTo>
                  <a:lnTo>
                    <a:pt x="360" y="1207"/>
                  </a:lnTo>
                  <a:lnTo>
                    <a:pt x="360" y="1207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2"/>
                  </a:lnTo>
                  <a:lnTo>
                    <a:pt x="362" y="1202"/>
                  </a:lnTo>
                  <a:lnTo>
                    <a:pt x="360" y="1202"/>
                  </a:lnTo>
                  <a:lnTo>
                    <a:pt x="360" y="1202"/>
                  </a:lnTo>
                  <a:lnTo>
                    <a:pt x="360" y="1202"/>
                  </a:lnTo>
                  <a:lnTo>
                    <a:pt x="355" y="1205"/>
                  </a:lnTo>
                  <a:lnTo>
                    <a:pt x="355" y="1205"/>
                  </a:lnTo>
                  <a:lnTo>
                    <a:pt x="355" y="1205"/>
                  </a:lnTo>
                  <a:close/>
                  <a:moveTo>
                    <a:pt x="225" y="1051"/>
                  </a:moveTo>
                  <a:lnTo>
                    <a:pt x="228" y="1051"/>
                  </a:lnTo>
                  <a:lnTo>
                    <a:pt x="232" y="1051"/>
                  </a:lnTo>
                  <a:lnTo>
                    <a:pt x="232" y="1051"/>
                  </a:lnTo>
                  <a:lnTo>
                    <a:pt x="235" y="1051"/>
                  </a:lnTo>
                  <a:lnTo>
                    <a:pt x="235" y="1051"/>
                  </a:lnTo>
                  <a:lnTo>
                    <a:pt x="235" y="1051"/>
                  </a:lnTo>
                  <a:lnTo>
                    <a:pt x="237" y="1051"/>
                  </a:lnTo>
                  <a:lnTo>
                    <a:pt x="237" y="1051"/>
                  </a:lnTo>
                  <a:lnTo>
                    <a:pt x="237" y="1051"/>
                  </a:lnTo>
                  <a:lnTo>
                    <a:pt x="237" y="1048"/>
                  </a:lnTo>
                  <a:lnTo>
                    <a:pt x="237" y="1048"/>
                  </a:lnTo>
                  <a:lnTo>
                    <a:pt x="235" y="1046"/>
                  </a:lnTo>
                  <a:lnTo>
                    <a:pt x="235" y="1046"/>
                  </a:lnTo>
                  <a:lnTo>
                    <a:pt x="232" y="1046"/>
                  </a:lnTo>
                  <a:lnTo>
                    <a:pt x="232" y="1046"/>
                  </a:lnTo>
                  <a:lnTo>
                    <a:pt x="230" y="1046"/>
                  </a:lnTo>
                  <a:lnTo>
                    <a:pt x="230" y="1046"/>
                  </a:lnTo>
                  <a:lnTo>
                    <a:pt x="218" y="1046"/>
                  </a:lnTo>
                  <a:lnTo>
                    <a:pt x="216" y="1046"/>
                  </a:lnTo>
                  <a:lnTo>
                    <a:pt x="225" y="1051"/>
                  </a:lnTo>
                  <a:lnTo>
                    <a:pt x="225" y="1051"/>
                  </a:lnTo>
                  <a:close/>
                  <a:moveTo>
                    <a:pt x="258" y="1067"/>
                  </a:moveTo>
                  <a:lnTo>
                    <a:pt x="258" y="1067"/>
                  </a:lnTo>
                  <a:lnTo>
                    <a:pt x="258" y="1065"/>
                  </a:lnTo>
                  <a:lnTo>
                    <a:pt x="256" y="1065"/>
                  </a:lnTo>
                  <a:lnTo>
                    <a:pt x="254" y="1065"/>
                  </a:lnTo>
                  <a:lnTo>
                    <a:pt x="249" y="1067"/>
                  </a:lnTo>
                  <a:lnTo>
                    <a:pt x="249" y="1065"/>
                  </a:lnTo>
                  <a:lnTo>
                    <a:pt x="249" y="1067"/>
                  </a:lnTo>
                  <a:lnTo>
                    <a:pt x="249" y="1067"/>
                  </a:lnTo>
                  <a:lnTo>
                    <a:pt x="251" y="1070"/>
                  </a:lnTo>
                  <a:lnTo>
                    <a:pt x="251" y="1070"/>
                  </a:lnTo>
                  <a:lnTo>
                    <a:pt x="254" y="1072"/>
                  </a:lnTo>
                  <a:lnTo>
                    <a:pt x="256" y="1072"/>
                  </a:lnTo>
                  <a:lnTo>
                    <a:pt x="256" y="1072"/>
                  </a:lnTo>
                  <a:lnTo>
                    <a:pt x="258" y="1072"/>
                  </a:lnTo>
                  <a:lnTo>
                    <a:pt x="258" y="1072"/>
                  </a:lnTo>
                  <a:lnTo>
                    <a:pt x="261" y="1072"/>
                  </a:lnTo>
                  <a:lnTo>
                    <a:pt x="261" y="1070"/>
                  </a:lnTo>
                  <a:lnTo>
                    <a:pt x="258" y="1070"/>
                  </a:lnTo>
                  <a:lnTo>
                    <a:pt x="258" y="1070"/>
                  </a:lnTo>
                  <a:lnTo>
                    <a:pt x="258" y="1070"/>
                  </a:lnTo>
                  <a:lnTo>
                    <a:pt x="258" y="1067"/>
                  </a:lnTo>
                  <a:close/>
                  <a:moveTo>
                    <a:pt x="171" y="1001"/>
                  </a:moveTo>
                  <a:lnTo>
                    <a:pt x="173" y="1001"/>
                  </a:lnTo>
                  <a:lnTo>
                    <a:pt x="173" y="1001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6"/>
                  </a:lnTo>
                  <a:lnTo>
                    <a:pt x="173" y="996"/>
                  </a:lnTo>
                  <a:lnTo>
                    <a:pt x="171" y="996"/>
                  </a:lnTo>
                  <a:lnTo>
                    <a:pt x="171" y="999"/>
                  </a:lnTo>
                  <a:lnTo>
                    <a:pt x="171" y="999"/>
                  </a:lnTo>
                  <a:lnTo>
                    <a:pt x="171" y="1001"/>
                  </a:lnTo>
                  <a:lnTo>
                    <a:pt x="171" y="1001"/>
                  </a:lnTo>
                  <a:close/>
                  <a:moveTo>
                    <a:pt x="289" y="1124"/>
                  </a:moveTo>
                  <a:lnTo>
                    <a:pt x="289" y="1124"/>
                  </a:lnTo>
                  <a:lnTo>
                    <a:pt x="289" y="1127"/>
                  </a:lnTo>
                  <a:lnTo>
                    <a:pt x="289" y="1127"/>
                  </a:lnTo>
                  <a:lnTo>
                    <a:pt x="291" y="1127"/>
                  </a:lnTo>
                  <a:lnTo>
                    <a:pt x="291" y="1127"/>
                  </a:lnTo>
                  <a:lnTo>
                    <a:pt x="291" y="1127"/>
                  </a:lnTo>
                  <a:lnTo>
                    <a:pt x="294" y="1124"/>
                  </a:lnTo>
                  <a:lnTo>
                    <a:pt x="291" y="1124"/>
                  </a:lnTo>
                  <a:lnTo>
                    <a:pt x="291" y="1124"/>
                  </a:lnTo>
                  <a:lnTo>
                    <a:pt x="291" y="1124"/>
                  </a:lnTo>
                  <a:lnTo>
                    <a:pt x="291" y="1124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4"/>
                  </a:lnTo>
                  <a:lnTo>
                    <a:pt x="289" y="1124"/>
                  </a:lnTo>
                  <a:close/>
                  <a:moveTo>
                    <a:pt x="301" y="1141"/>
                  </a:moveTo>
                  <a:lnTo>
                    <a:pt x="303" y="1141"/>
                  </a:lnTo>
                  <a:lnTo>
                    <a:pt x="303" y="1141"/>
                  </a:lnTo>
                  <a:lnTo>
                    <a:pt x="303" y="1138"/>
                  </a:lnTo>
                  <a:lnTo>
                    <a:pt x="303" y="1138"/>
                  </a:lnTo>
                  <a:lnTo>
                    <a:pt x="303" y="1138"/>
                  </a:lnTo>
                  <a:lnTo>
                    <a:pt x="301" y="1138"/>
                  </a:lnTo>
                  <a:lnTo>
                    <a:pt x="301" y="1141"/>
                  </a:lnTo>
                  <a:lnTo>
                    <a:pt x="301" y="1141"/>
                  </a:lnTo>
                  <a:lnTo>
                    <a:pt x="301" y="1141"/>
                  </a:lnTo>
                  <a:lnTo>
                    <a:pt x="301" y="1141"/>
                  </a:lnTo>
                  <a:close/>
                  <a:moveTo>
                    <a:pt x="329" y="1183"/>
                  </a:moveTo>
                  <a:lnTo>
                    <a:pt x="329" y="1183"/>
                  </a:lnTo>
                  <a:lnTo>
                    <a:pt x="327" y="1183"/>
                  </a:lnTo>
                  <a:lnTo>
                    <a:pt x="327" y="1186"/>
                  </a:lnTo>
                  <a:lnTo>
                    <a:pt x="327" y="1186"/>
                  </a:lnTo>
                  <a:lnTo>
                    <a:pt x="327" y="1186"/>
                  </a:lnTo>
                  <a:lnTo>
                    <a:pt x="327" y="1186"/>
                  </a:lnTo>
                  <a:lnTo>
                    <a:pt x="329" y="1188"/>
                  </a:lnTo>
                  <a:lnTo>
                    <a:pt x="329" y="1188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close/>
                  <a:moveTo>
                    <a:pt x="355" y="1200"/>
                  </a:moveTo>
                  <a:lnTo>
                    <a:pt x="355" y="1200"/>
                  </a:lnTo>
                  <a:lnTo>
                    <a:pt x="353" y="1200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0"/>
                  </a:lnTo>
                  <a:lnTo>
                    <a:pt x="355" y="1200"/>
                  </a:lnTo>
                  <a:close/>
                  <a:moveTo>
                    <a:pt x="242" y="1212"/>
                  </a:moveTo>
                  <a:lnTo>
                    <a:pt x="242" y="1212"/>
                  </a:lnTo>
                  <a:lnTo>
                    <a:pt x="242" y="1209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12"/>
                  </a:lnTo>
                  <a:close/>
                  <a:moveTo>
                    <a:pt x="239" y="1209"/>
                  </a:move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12"/>
                  </a:lnTo>
                  <a:lnTo>
                    <a:pt x="239" y="1212"/>
                  </a:lnTo>
                  <a:lnTo>
                    <a:pt x="239" y="1212"/>
                  </a:lnTo>
                  <a:lnTo>
                    <a:pt x="239" y="1212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close/>
                  <a:moveTo>
                    <a:pt x="235" y="1209"/>
                  </a:move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7" y="1212"/>
                  </a:lnTo>
                  <a:lnTo>
                    <a:pt x="237" y="1212"/>
                  </a:lnTo>
                  <a:lnTo>
                    <a:pt x="237" y="1209"/>
                  </a:lnTo>
                  <a:lnTo>
                    <a:pt x="235" y="1209"/>
                  </a:lnTo>
                  <a:close/>
                  <a:moveTo>
                    <a:pt x="237" y="1214"/>
                  </a:move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close/>
                  <a:moveTo>
                    <a:pt x="242" y="1219"/>
                  </a:move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close/>
                  <a:moveTo>
                    <a:pt x="344" y="1254"/>
                  </a:moveTo>
                  <a:lnTo>
                    <a:pt x="344" y="1254"/>
                  </a:lnTo>
                  <a:lnTo>
                    <a:pt x="344" y="1254"/>
                  </a:lnTo>
                  <a:lnTo>
                    <a:pt x="346" y="1254"/>
                  </a:lnTo>
                  <a:lnTo>
                    <a:pt x="346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1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close/>
                  <a:moveTo>
                    <a:pt x="341" y="1261"/>
                  </a:move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close/>
                  <a:moveTo>
                    <a:pt x="346" y="1261"/>
                  </a:moveTo>
                  <a:lnTo>
                    <a:pt x="344" y="1261"/>
                  </a:lnTo>
                  <a:lnTo>
                    <a:pt x="344" y="1261"/>
                  </a:lnTo>
                  <a:lnTo>
                    <a:pt x="344" y="1261"/>
                  </a:lnTo>
                  <a:lnTo>
                    <a:pt x="344" y="1261"/>
                  </a:lnTo>
                  <a:lnTo>
                    <a:pt x="344" y="1264"/>
                  </a:lnTo>
                  <a:lnTo>
                    <a:pt x="344" y="1264"/>
                  </a:lnTo>
                  <a:lnTo>
                    <a:pt x="344" y="1264"/>
                  </a:lnTo>
                  <a:lnTo>
                    <a:pt x="344" y="1264"/>
                  </a:lnTo>
                  <a:lnTo>
                    <a:pt x="344" y="1266"/>
                  </a:lnTo>
                  <a:lnTo>
                    <a:pt x="344" y="1266"/>
                  </a:lnTo>
                  <a:lnTo>
                    <a:pt x="344" y="1264"/>
                  </a:lnTo>
                  <a:lnTo>
                    <a:pt x="346" y="1264"/>
                  </a:lnTo>
                  <a:lnTo>
                    <a:pt x="346" y="1264"/>
                  </a:lnTo>
                  <a:lnTo>
                    <a:pt x="346" y="1264"/>
                  </a:lnTo>
                  <a:lnTo>
                    <a:pt x="346" y="1261"/>
                  </a:lnTo>
                  <a:close/>
                  <a:moveTo>
                    <a:pt x="339" y="1271"/>
                  </a:moveTo>
                  <a:lnTo>
                    <a:pt x="339" y="1271"/>
                  </a:lnTo>
                  <a:lnTo>
                    <a:pt x="339" y="1271"/>
                  </a:lnTo>
                  <a:lnTo>
                    <a:pt x="339" y="1271"/>
                  </a:lnTo>
                  <a:lnTo>
                    <a:pt x="339" y="1271"/>
                  </a:lnTo>
                  <a:lnTo>
                    <a:pt x="339" y="1271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1"/>
                  </a:lnTo>
                  <a:close/>
                  <a:moveTo>
                    <a:pt x="7" y="625"/>
                  </a:move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0"/>
                  </a:lnTo>
                  <a:lnTo>
                    <a:pt x="7" y="620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7" y="622"/>
                  </a:lnTo>
                  <a:lnTo>
                    <a:pt x="7" y="625"/>
                  </a:lnTo>
                  <a:close/>
                  <a:moveTo>
                    <a:pt x="0" y="658"/>
                  </a:move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3" y="660"/>
                  </a:lnTo>
                  <a:lnTo>
                    <a:pt x="0" y="660"/>
                  </a:lnTo>
                  <a:lnTo>
                    <a:pt x="0" y="658"/>
                  </a:lnTo>
                  <a:close/>
                  <a:moveTo>
                    <a:pt x="45" y="748"/>
                  </a:moveTo>
                  <a:lnTo>
                    <a:pt x="45" y="745"/>
                  </a:lnTo>
                  <a:lnTo>
                    <a:pt x="45" y="745"/>
                  </a:lnTo>
                  <a:lnTo>
                    <a:pt x="45" y="748"/>
                  </a:lnTo>
                  <a:lnTo>
                    <a:pt x="45" y="745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8" y="748"/>
                  </a:lnTo>
                  <a:lnTo>
                    <a:pt x="48" y="748"/>
                  </a:lnTo>
                  <a:lnTo>
                    <a:pt x="48" y="748"/>
                  </a:lnTo>
                  <a:lnTo>
                    <a:pt x="45" y="748"/>
                  </a:lnTo>
                  <a:close/>
                  <a:moveTo>
                    <a:pt x="43" y="774"/>
                  </a:moveTo>
                  <a:lnTo>
                    <a:pt x="43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6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9"/>
                  </a:lnTo>
                  <a:lnTo>
                    <a:pt x="41" y="779"/>
                  </a:lnTo>
                  <a:lnTo>
                    <a:pt x="43" y="779"/>
                  </a:lnTo>
                  <a:lnTo>
                    <a:pt x="43" y="776"/>
                  </a:lnTo>
                  <a:lnTo>
                    <a:pt x="43" y="776"/>
                  </a:lnTo>
                  <a:lnTo>
                    <a:pt x="43" y="776"/>
                  </a:lnTo>
                  <a:lnTo>
                    <a:pt x="43" y="774"/>
                  </a:lnTo>
                  <a:close/>
                  <a:moveTo>
                    <a:pt x="31" y="750"/>
                  </a:moveTo>
                  <a:lnTo>
                    <a:pt x="31" y="750"/>
                  </a:lnTo>
                  <a:lnTo>
                    <a:pt x="31" y="753"/>
                  </a:lnTo>
                  <a:lnTo>
                    <a:pt x="36" y="755"/>
                  </a:lnTo>
                  <a:lnTo>
                    <a:pt x="36" y="755"/>
                  </a:lnTo>
                  <a:lnTo>
                    <a:pt x="36" y="755"/>
                  </a:lnTo>
                  <a:lnTo>
                    <a:pt x="36" y="753"/>
                  </a:lnTo>
                  <a:lnTo>
                    <a:pt x="31" y="750"/>
                  </a:lnTo>
                  <a:lnTo>
                    <a:pt x="31" y="750"/>
                  </a:lnTo>
                  <a:close/>
                  <a:moveTo>
                    <a:pt x="209" y="1013"/>
                  </a:moveTo>
                  <a:lnTo>
                    <a:pt x="209" y="1013"/>
                  </a:lnTo>
                  <a:lnTo>
                    <a:pt x="211" y="1013"/>
                  </a:lnTo>
                  <a:lnTo>
                    <a:pt x="213" y="1015"/>
                  </a:lnTo>
                  <a:lnTo>
                    <a:pt x="213" y="1015"/>
                  </a:lnTo>
                  <a:lnTo>
                    <a:pt x="216" y="1015"/>
                  </a:lnTo>
                  <a:lnTo>
                    <a:pt x="216" y="1015"/>
                  </a:lnTo>
                  <a:lnTo>
                    <a:pt x="218" y="1015"/>
                  </a:lnTo>
                  <a:lnTo>
                    <a:pt x="220" y="1015"/>
                  </a:lnTo>
                  <a:lnTo>
                    <a:pt x="220" y="1015"/>
                  </a:lnTo>
                  <a:lnTo>
                    <a:pt x="220" y="1013"/>
                  </a:lnTo>
                  <a:lnTo>
                    <a:pt x="218" y="1013"/>
                  </a:lnTo>
                  <a:lnTo>
                    <a:pt x="216" y="1011"/>
                  </a:lnTo>
                  <a:lnTo>
                    <a:pt x="216" y="1011"/>
                  </a:lnTo>
                  <a:lnTo>
                    <a:pt x="216" y="1011"/>
                  </a:lnTo>
                  <a:lnTo>
                    <a:pt x="213" y="1011"/>
                  </a:lnTo>
                  <a:lnTo>
                    <a:pt x="213" y="1011"/>
                  </a:lnTo>
                  <a:lnTo>
                    <a:pt x="211" y="1013"/>
                  </a:lnTo>
                  <a:lnTo>
                    <a:pt x="211" y="1013"/>
                  </a:lnTo>
                  <a:lnTo>
                    <a:pt x="211" y="1013"/>
                  </a:lnTo>
                  <a:lnTo>
                    <a:pt x="211" y="1013"/>
                  </a:lnTo>
                  <a:lnTo>
                    <a:pt x="213" y="1013"/>
                  </a:lnTo>
                  <a:lnTo>
                    <a:pt x="213" y="1013"/>
                  </a:lnTo>
                  <a:lnTo>
                    <a:pt x="211" y="1013"/>
                  </a:lnTo>
                  <a:lnTo>
                    <a:pt x="209" y="1013"/>
                  </a:lnTo>
                  <a:close/>
                  <a:moveTo>
                    <a:pt x="220" y="1025"/>
                  </a:moveTo>
                  <a:lnTo>
                    <a:pt x="220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3" y="1027"/>
                  </a:lnTo>
                  <a:lnTo>
                    <a:pt x="220" y="1025"/>
                  </a:lnTo>
                  <a:lnTo>
                    <a:pt x="220" y="1025"/>
                  </a:lnTo>
                  <a:lnTo>
                    <a:pt x="220" y="1025"/>
                  </a:lnTo>
                  <a:lnTo>
                    <a:pt x="220" y="1025"/>
                  </a:lnTo>
                  <a:close/>
                  <a:moveTo>
                    <a:pt x="209" y="1039"/>
                  </a:move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41"/>
                  </a:lnTo>
                  <a:lnTo>
                    <a:pt x="211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close/>
                  <a:moveTo>
                    <a:pt x="192" y="1127"/>
                  </a:moveTo>
                  <a:lnTo>
                    <a:pt x="192" y="1127"/>
                  </a:lnTo>
                  <a:lnTo>
                    <a:pt x="192" y="1127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7" y="1124"/>
                  </a:lnTo>
                  <a:lnTo>
                    <a:pt x="197" y="1122"/>
                  </a:lnTo>
                  <a:lnTo>
                    <a:pt x="194" y="1122"/>
                  </a:lnTo>
                  <a:lnTo>
                    <a:pt x="194" y="1122"/>
                  </a:lnTo>
                  <a:lnTo>
                    <a:pt x="194" y="1122"/>
                  </a:lnTo>
                  <a:lnTo>
                    <a:pt x="194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0" y="1124"/>
                  </a:lnTo>
                  <a:lnTo>
                    <a:pt x="190" y="1124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4" y="1124"/>
                  </a:lnTo>
                  <a:lnTo>
                    <a:pt x="192" y="1124"/>
                  </a:lnTo>
                  <a:lnTo>
                    <a:pt x="192" y="1127"/>
                  </a:lnTo>
                  <a:close/>
                  <a:moveTo>
                    <a:pt x="332" y="1233"/>
                  </a:moveTo>
                  <a:lnTo>
                    <a:pt x="332" y="1233"/>
                  </a:lnTo>
                  <a:lnTo>
                    <a:pt x="332" y="1233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29" y="1231"/>
                  </a:lnTo>
                  <a:lnTo>
                    <a:pt x="329" y="1231"/>
                  </a:lnTo>
                  <a:lnTo>
                    <a:pt x="329" y="1233"/>
                  </a:lnTo>
                  <a:lnTo>
                    <a:pt x="329" y="1233"/>
                  </a:lnTo>
                  <a:lnTo>
                    <a:pt x="329" y="1233"/>
                  </a:lnTo>
                  <a:lnTo>
                    <a:pt x="332" y="1233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3"/>
                  </a:lnTo>
                  <a:lnTo>
                    <a:pt x="332" y="1233"/>
                  </a:lnTo>
                  <a:lnTo>
                    <a:pt x="332" y="1233"/>
                  </a:lnTo>
                  <a:close/>
                  <a:moveTo>
                    <a:pt x="332" y="1238"/>
                  </a:moveTo>
                  <a:lnTo>
                    <a:pt x="332" y="1238"/>
                  </a:lnTo>
                  <a:lnTo>
                    <a:pt x="332" y="1238"/>
                  </a:lnTo>
                  <a:lnTo>
                    <a:pt x="334" y="1235"/>
                  </a:lnTo>
                  <a:lnTo>
                    <a:pt x="334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3"/>
                  </a:lnTo>
                  <a:lnTo>
                    <a:pt x="332" y="1233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8"/>
                  </a:lnTo>
                  <a:lnTo>
                    <a:pt x="332" y="1238"/>
                  </a:lnTo>
                  <a:lnTo>
                    <a:pt x="332" y="1238"/>
                  </a:lnTo>
                  <a:close/>
                  <a:moveTo>
                    <a:pt x="249" y="1217"/>
                  </a:moveTo>
                  <a:lnTo>
                    <a:pt x="249" y="1217"/>
                  </a:lnTo>
                  <a:lnTo>
                    <a:pt x="249" y="1217"/>
                  </a:lnTo>
                  <a:lnTo>
                    <a:pt x="251" y="1217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4" y="1212"/>
                  </a:lnTo>
                  <a:lnTo>
                    <a:pt x="254" y="1212"/>
                  </a:lnTo>
                  <a:lnTo>
                    <a:pt x="254" y="1212"/>
                  </a:lnTo>
                  <a:lnTo>
                    <a:pt x="254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49" y="1212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7"/>
                  </a:lnTo>
                  <a:lnTo>
                    <a:pt x="249" y="1217"/>
                  </a:lnTo>
                  <a:close/>
                  <a:moveTo>
                    <a:pt x="246" y="1217"/>
                  </a:moveTo>
                  <a:lnTo>
                    <a:pt x="246" y="1217"/>
                  </a:lnTo>
                  <a:lnTo>
                    <a:pt x="246" y="1217"/>
                  </a:lnTo>
                  <a:lnTo>
                    <a:pt x="249" y="1217"/>
                  </a:lnTo>
                  <a:lnTo>
                    <a:pt x="246" y="1214"/>
                  </a:lnTo>
                  <a:lnTo>
                    <a:pt x="246" y="1214"/>
                  </a:lnTo>
                  <a:lnTo>
                    <a:pt x="246" y="1217"/>
                  </a:lnTo>
                  <a:lnTo>
                    <a:pt x="246" y="1217"/>
                  </a:lnTo>
                  <a:lnTo>
                    <a:pt x="244" y="1217"/>
                  </a:lnTo>
                  <a:lnTo>
                    <a:pt x="244" y="1217"/>
                  </a:lnTo>
                  <a:lnTo>
                    <a:pt x="244" y="1217"/>
                  </a:lnTo>
                  <a:lnTo>
                    <a:pt x="244" y="1217"/>
                  </a:lnTo>
                  <a:lnTo>
                    <a:pt x="246" y="1217"/>
                  </a:lnTo>
                  <a:close/>
                  <a:moveTo>
                    <a:pt x="351" y="1252"/>
                  </a:moveTo>
                  <a:lnTo>
                    <a:pt x="351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52"/>
                  </a:lnTo>
                  <a:lnTo>
                    <a:pt x="348" y="1252"/>
                  </a:lnTo>
                  <a:lnTo>
                    <a:pt x="348" y="1252"/>
                  </a:lnTo>
                  <a:lnTo>
                    <a:pt x="348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4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2"/>
                  </a:lnTo>
                  <a:lnTo>
                    <a:pt x="351" y="1252"/>
                  </a:lnTo>
                  <a:lnTo>
                    <a:pt x="351" y="1252"/>
                  </a:lnTo>
                  <a:lnTo>
                    <a:pt x="351" y="1252"/>
                  </a:lnTo>
                  <a:close/>
                  <a:moveTo>
                    <a:pt x="88" y="637"/>
                  </a:moveTo>
                  <a:lnTo>
                    <a:pt x="86" y="637"/>
                  </a:lnTo>
                  <a:lnTo>
                    <a:pt x="86" y="639"/>
                  </a:lnTo>
                  <a:lnTo>
                    <a:pt x="83" y="639"/>
                  </a:lnTo>
                  <a:lnTo>
                    <a:pt x="83" y="639"/>
                  </a:lnTo>
                  <a:lnTo>
                    <a:pt x="81" y="639"/>
                  </a:lnTo>
                  <a:lnTo>
                    <a:pt x="78" y="639"/>
                  </a:lnTo>
                  <a:lnTo>
                    <a:pt x="76" y="639"/>
                  </a:lnTo>
                  <a:lnTo>
                    <a:pt x="71" y="641"/>
                  </a:lnTo>
                  <a:lnTo>
                    <a:pt x="67" y="641"/>
                  </a:lnTo>
                  <a:lnTo>
                    <a:pt x="64" y="639"/>
                  </a:lnTo>
                  <a:lnTo>
                    <a:pt x="62" y="637"/>
                  </a:lnTo>
                  <a:lnTo>
                    <a:pt x="60" y="634"/>
                  </a:lnTo>
                  <a:lnTo>
                    <a:pt x="60" y="634"/>
                  </a:lnTo>
                  <a:lnTo>
                    <a:pt x="60" y="634"/>
                  </a:lnTo>
                  <a:lnTo>
                    <a:pt x="60" y="634"/>
                  </a:lnTo>
                  <a:lnTo>
                    <a:pt x="60" y="637"/>
                  </a:lnTo>
                  <a:lnTo>
                    <a:pt x="60" y="637"/>
                  </a:lnTo>
                  <a:lnTo>
                    <a:pt x="60" y="639"/>
                  </a:lnTo>
                  <a:lnTo>
                    <a:pt x="60" y="639"/>
                  </a:lnTo>
                  <a:lnTo>
                    <a:pt x="60" y="639"/>
                  </a:lnTo>
                  <a:lnTo>
                    <a:pt x="60" y="641"/>
                  </a:lnTo>
                  <a:lnTo>
                    <a:pt x="57" y="644"/>
                  </a:lnTo>
                  <a:lnTo>
                    <a:pt x="57" y="646"/>
                  </a:lnTo>
                  <a:lnTo>
                    <a:pt x="57" y="646"/>
                  </a:lnTo>
                  <a:lnTo>
                    <a:pt x="57" y="648"/>
                  </a:lnTo>
                  <a:lnTo>
                    <a:pt x="57" y="648"/>
                  </a:lnTo>
                  <a:lnTo>
                    <a:pt x="57" y="651"/>
                  </a:lnTo>
                  <a:lnTo>
                    <a:pt x="57" y="651"/>
                  </a:lnTo>
                  <a:lnTo>
                    <a:pt x="55" y="653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48" y="655"/>
                  </a:lnTo>
                  <a:lnTo>
                    <a:pt x="48" y="655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60"/>
                  </a:lnTo>
                  <a:lnTo>
                    <a:pt x="48" y="663"/>
                  </a:lnTo>
                  <a:lnTo>
                    <a:pt x="48" y="663"/>
                  </a:lnTo>
                  <a:lnTo>
                    <a:pt x="48" y="663"/>
                  </a:lnTo>
                  <a:lnTo>
                    <a:pt x="48" y="663"/>
                  </a:lnTo>
                  <a:lnTo>
                    <a:pt x="48" y="665"/>
                  </a:lnTo>
                  <a:lnTo>
                    <a:pt x="45" y="665"/>
                  </a:lnTo>
                  <a:lnTo>
                    <a:pt x="45" y="665"/>
                  </a:lnTo>
                  <a:lnTo>
                    <a:pt x="43" y="665"/>
                  </a:lnTo>
                  <a:lnTo>
                    <a:pt x="43" y="665"/>
                  </a:lnTo>
                  <a:lnTo>
                    <a:pt x="43" y="665"/>
                  </a:lnTo>
                  <a:lnTo>
                    <a:pt x="43" y="667"/>
                  </a:lnTo>
                  <a:lnTo>
                    <a:pt x="43" y="667"/>
                  </a:lnTo>
                  <a:lnTo>
                    <a:pt x="41" y="665"/>
                  </a:lnTo>
                  <a:lnTo>
                    <a:pt x="38" y="663"/>
                  </a:lnTo>
                  <a:lnTo>
                    <a:pt x="38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8" y="667"/>
                  </a:lnTo>
                  <a:lnTo>
                    <a:pt x="38" y="667"/>
                  </a:lnTo>
                  <a:lnTo>
                    <a:pt x="38" y="667"/>
                  </a:lnTo>
                  <a:lnTo>
                    <a:pt x="36" y="667"/>
                  </a:lnTo>
                  <a:lnTo>
                    <a:pt x="34" y="665"/>
                  </a:lnTo>
                  <a:lnTo>
                    <a:pt x="31" y="665"/>
                  </a:lnTo>
                  <a:lnTo>
                    <a:pt x="29" y="665"/>
                  </a:lnTo>
                  <a:lnTo>
                    <a:pt x="29" y="667"/>
                  </a:lnTo>
                  <a:lnTo>
                    <a:pt x="29" y="667"/>
                  </a:lnTo>
                  <a:lnTo>
                    <a:pt x="26" y="667"/>
                  </a:lnTo>
                  <a:lnTo>
                    <a:pt x="26" y="667"/>
                  </a:lnTo>
                  <a:lnTo>
                    <a:pt x="29" y="665"/>
                  </a:lnTo>
                  <a:lnTo>
                    <a:pt x="31" y="663"/>
                  </a:lnTo>
                  <a:lnTo>
                    <a:pt x="34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4" y="660"/>
                  </a:lnTo>
                  <a:lnTo>
                    <a:pt x="31" y="660"/>
                  </a:lnTo>
                  <a:lnTo>
                    <a:pt x="29" y="660"/>
                  </a:lnTo>
                  <a:lnTo>
                    <a:pt x="29" y="660"/>
                  </a:lnTo>
                  <a:lnTo>
                    <a:pt x="26" y="658"/>
                  </a:lnTo>
                  <a:lnTo>
                    <a:pt x="26" y="658"/>
                  </a:lnTo>
                  <a:lnTo>
                    <a:pt x="26" y="658"/>
                  </a:lnTo>
                  <a:lnTo>
                    <a:pt x="24" y="660"/>
                  </a:lnTo>
                  <a:lnTo>
                    <a:pt x="22" y="660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2" y="655"/>
                  </a:lnTo>
                  <a:lnTo>
                    <a:pt x="22" y="655"/>
                  </a:lnTo>
                  <a:lnTo>
                    <a:pt x="22" y="653"/>
                  </a:lnTo>
                  <a:lnTo>
                    <a:pt x="22" y="653"/>
                  </a:lnTo>
                  <a:lnTo>
                    <a:pt x="24" y="653"/>
                  </a:lnTo>
                  <a:lnTo>
                    <a:pt x="26" y="653"/>
                  </a:lnTo>
                  <a:lnTo>
                    <a:pt x="29" y="655"/>
                  </a:lnTo>
                  <a:lnTo>
                    <a:pt x="29" y="655"/>
                  </a:lnTo>
                  <a:lnTo>
                    <a:pt x="31" y="655"/>
                  </a:lnTo>
                  <a:lnTo>
                    <a:pt x="34" y="655"/>
                  </a:lnTo>
                  <a:lnTo>
                    <a:pt x="34" y="655"/>
                  </a:lnTo>
                  <a:lnTo>
                    <a:pt x="38" y="653"/>
                  </a:lnTo>
                  <a:lnTo>
                    <a:pt x="38" y="653"/>
                  </a:lnTo>
                  <a:lnTo>
                    <a:pt x="43" y="655"/>
                  </a:lnTo>
                  <a:lnTo>
                    <a:pt x="45" y="655"/>
                  </a:lnTo>
                  <a:lnTo>
                    <a:pt x="45" y="655"/>
                  </a:lnTo>
                  <a:lnTo>
                    <a:pt x="45" y="655"/>
                  </a:lnTo>
                  <a:lnTo>
                    <a:pt x="48" y="655"/>
                  </a:lnTo>
                  <a:lnTo>
                    <a:pt x="48" y="655"/>
                  </a:lnTo>
                  <a:lnTo>
                    <a:pt x="48" y="653"/>
                  </a:lnTo>
                  <a:lnTo>
                    <a:pt x="50" y="653"/>
                  </a:lnTo>
                  <a:lnTo>
                    <a:pt x="50" y="653"/>
                  </a:lnTo>
                  <a:lnTo>
                    <a:pt x="52" y="653"/>
                  </a:lnTo>
                  <a:lnTo>
                    <a:pt x="52" y="653"/>
                  </a:lnTo>
                  <a:lnTo>
                    <a:pt x="55" y="651"/>
                  </a:lnTo>
                  <a:lnTo>
                    <a:pt x="55" y="651"/>
                  </a:lnTo>
                  <a:lnTo>
                    <a:pt x="55" y="651"/>
                  </a:lnTo>
                  <a:lnTo>
                    <a:pt x="57" y="648"/>
                  </a:lnTo>
                  <a:lnTo>
                    <a:pt x="57" y="646"/>
                  </a:lnTo>
                  <a:lnTo>
                    <a:pt x="55" y="644"/>
                  </a:lnTo>
                  <a:lnTo>
                    <a:pt x="57" y="644"/>
                  </a:lnTo>
                  <a:lnTo>
                    <a:pt x="57" y="644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60" y="639"/>
                  </a:lnTo>
                  <a:lnTo>
                    <a:pt x="60" y="639"/>
                  </a:lnTo>
                  <a:lnTo>
                    <a:pt x="57" y="637"/>
                  </a:lnTo>
                  <a:lnTo>
                    <a:pt x="57" y="637"/>
                  </a:lnTo>
                  <a:lnTo>
                    <a:pt x="57" y="637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2"/>
                  </a:lnTo>
                  <a:lnTo>
                    <a:pt x="57" y="632"/>
                  </a:lnTo>
                  <a:lnTo>
                    <a:pt x="57" y="632"/>
                  </a:lnTo>
                  <a:lnTo>
                    <a:pt x="57" y="629"/>
                  </a:lnTo>
                  <a:lnTo>
                    <a:pt x="57" y="627"/>
                  </a:lnTo>
                  <a:lnTo>
                    <a:pt x="57" y="627"/>
                  </a:lnTo>
                  <a:lnTo>
                    <a:pt x="50" y="625"/>
                  </a:lnTo>
                  <a:lnTo>
                    <a:pt x="50" y="625"/>
                  </a:lnTo>
                  <a:lnTo>
                    <a:pt x="48" y="627"/>
                  </a:lnTo>
                  <a:lnTo>
                    <a:pt x="48" y="627"/>
                  </a:lnTo>
                  <a:lnTo>
                    <a:pt x="43" y="627"/>
                  </a:lnTo>
                  <a:lnTo>
                    <a:pt x="41" y="627"/>
                  </a:lnTo>
                  <a:lnTo>
                    <a:pt x="41" y="627"/>
                  </a:lnTo>
                  <a:lnTo>
                    <a:pt x="41" y="627"/>
                  </a:lnTo>
                  <a:lnTo>
                    <a:pt x="41" y="629"/>
                  </a:lnTo>
                  <a:lnTo>
                    <a:pt x="41" y="629"/>
                  </a:lnTo>
                  <a:lnTo>
                    <a:pt x="41" y="629"/>
                  </a:lnTo>
                  <a:lnTo>
                    <a:pt x="38" y="632"/>
                  </a:lnTo>
                  <a:lnTo>
                    <a:pt x="38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4" y="632"/>
                  </a:lnTo>
                  <a:lnTo>
                    <a:pt x="34" y="632"/>
                  </a:lnTo>
                  <a:lnTo>
                    <a:pt x="31" y="632"/>
                  </a:lnTo>
                  <a:lnTo>
                    <a:pt x="31" y="632"/>
                  </a:lnTo>
                  <a:lnTo>
                    <a:pt x="31" y="632"/>
                  </a:lnTo>
                  <a:lnTo>
                    <a:pt x="34" y="629"/>
                  </a:lnTo>
                  <a:lnTo>
                    <a:pt x="36" y="629"/>
                  </a:lnTo>
                  <a:lnTo>
                    <a:pt x="36" y="629"/>
                  </a:lnTo>
                  <a:lnTo>
                    <a:pt x="36" y="627"/>
                  </a:lnTo>
                  <a:lnTo>
                    <a:pt x="38" y="627"/>
                  </a:lnTo>
                  <a:lnTo>
                    <a:pt x="38" y="627"/>
                  </a:lnTo>
                  <a:lnTo>
                    <a:pt x="38" y="627"/>
                  </a:lnTo>
                  <a:lnTo>
                    <a:pt x="38" y="627"/>
                  </a:lnTo>
                  <a:lnTo>
                    <a:pt x="41" y="627"/>
                  </a:lnTo>
                  <a:lnTo>
                    <a:pt x="41" y="625"/>
                  </a:lnTo>
                  <a:lnTo>
                    <a:pt x="41" y="625"/>
                  </a:lnTo>
                  <a:lnTo>
                    <a:pt x="43" y="622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1" y="618"/>
                  </a:lnTo>
                  <a:lnTo>
                    <a:pt x="41" y="615"/>
                  </a:lnTo>
                  <a:lnTo>
                    <a:pt x="38" y="615"/>
                  </a:lnTo>
                  <a:lnTo>
                    <a:pt x="36" y="615"/>
                  </a:lnTo>
                  <a:lnTo>
                    <a:pt x="34" y="615"/>
                  </a:lnTo>
                  <a:lnTo>
                    <a:pt x="31" y="613"/>
                  </a:lnTo>
                  <a:lnTo>
                    <a:pt x="29" y="611"/>
                  </a:lnTo>
                  <a:lnTo>
                    <a:pt x="29" y="611"/>
                  </a:lnTo>
                  <a:lnTo>
                    <a:pt x="29" y="608"/>
                  </a:lnTo>
                  <a:lnTo>
                    <a:pt x="29" y="608"/>
                  </a:lnTo>
                  <a:lnTo>
                    <a:pt x="26" y="608"/>
                  </a:lnTo>
                  <a:lnTo>
                    <a:pt x="26" y="608"/>
                  </a:lnTo>
                  <a:lnTo>
                    <a:pt x="26" y="608"/>
                  </a:lnTo>
                  <a:lnTo>
                    <a:pt x="24" y="608"/>
                  </a:lnTo>
                  <a:lnTo>
                    <a:pt x="24" y="606"/>
                  </a:lnTo>
                  <a:lnTo>
                    <a:pt x="24" y="603"/>
                  </a:lnTo>
                  <a:lnTo>
                    <a:pt x="22" y="606"/>
                  </a:lnTo>
                  <a:lnTo>
                    <a:pt x="22" y="606"/>
                  </a:lnTo>
                  <a:lnTo>
                    <a:pt x="22" y="606"/>
                  </a:lnTo>
                  <a:lnTo>
                    <a:pt x="24" y="606"/>
                  </a:lnTo>
                  <a:lnTo>
                    <a:pt x="22" y="608"/>
                  </a:lnTo>
                  <a:lnTo>
                    <a:pt x="22" y="608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3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2" y="620"/>
                  </a:lnTo>
                  <a:lnTo>
                    <a:pt x="12" y="620"/>
                  </a:lnTo>
                  <a:lnTo>
                    <a:pt x="12" y="620"/>
                  </a:lnTo>
                  <a:lnTo>
                    <a:pt x="12" y="622"/>
                  </a:lnTo>
                  <a:lnTo>
                    <a:pt x="10" y="622"/>
                  </a:lnTo>
                  <a:lnTo>
                    <a:pt x="10" y="622"/>
                  </a:lnTo>
                  <a:lnTo>
                    <a:pt x="10" y="622"/>
                  </a:lnTo>
                  <a:lnTo>
                    <a:pt x="10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7"/>
                  </a:lnTo>
                  <a:lnTo>
                    <a:pt x="7" y="629"/>
                  </a:lnTo>
                  <a:lnTo>
                    <a:pt x="7" y="632"/>
                  </a:lnTo>
                  <a:lnTo>
                    <a:pt x="7" y="634"/>
                  </a:lnTo>
                  <a:lnTo>
                    <a:pt x="5" y="634"/>
                  </a:lnTo>
                  <a:lnTo>
                    <a:pt x="5" y="634"/>
                  </a:lnTo>
                  <a:lnTo>
                    <a:pt x="5" y="634"/>
                  </a:lnTo>
                  <a:lnTo>
                    <a:pt x="5" y="634"/>
                  </a:lnTo>
                  <a:lnTo>
                    <a:pt x="5" y="637"/>
                  </a:lnTo>
                  <a:lnTo>
                    <a:pt x="5" y="637"/>
                  </a:lnTo>
                  <a:lnTo>
                    <a:pt x="5" y="637"/>
                  </a:lnTo>
                  <a:lnTo>
                    <a:pt x="5" y="637"/>
                  </a:lnTo>
                  <a:lnTo>
                    <a:pt x="5" y="639"/>
                  </a:lnTo>
                  <a:lnTo>
                    <a:pt x="7" y="639"/>
                  </a:lnTo>
                  <a:lnTo>
                    <a:pt x="7" y="641"/>
                  </a:lnTo>
                  <a:lnTo>
                    <a:pt x="7" y="641"/>
                  </a:lnTo>
                  <a:lnTo>
                    <a:pt x="7" y="641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0" y="641"/>
                  </a:lnTo>
                  <a:lnTo>
                    <a:pt x="10" y="641"/>
                  </a:lnTo>
                  <a:lnTo>
                    <a:pt x="10" y="641"/>
                  </a:lnTo>
                  <a:lnTo>
                    <a:pt x="10" y="641"/>
                  </a:lnTo>
                  <a:lnTo>
                    <a:pt x="10" y="644"/>
                  </a:lnTo>
                  <a:lnTo>
                    <a:pt x="10" y="644"/>
                  </a:lnTo>
                  <a:lnTo>
                    <a:pt x="7" y="644"/>
                  </a:lnTo>
                  <a:lnTo>
                    <a:pt x="7" y="644"/>
                  </a:lnTo>
                  <a:lnTo>
                    <a:pt x="7" y="644"/>
                  </a:lnTo>
                  <a:lnTo>
                    <a:pt x="7" y="646"/>
                  </a:lnTo>
                  <a:lnTo>
                    <a:pt x="10" y="646"/>
                  </a:lnTo>
                  <a:lnTo>
                    <a:pt x="10" y="646"/>
                  </a:lnTo>
                  <a:lnTo>
                    <a:pt x="10" y="648"/>
                  </a:lnTo>
                  <a:lnTo>
                    <a:pt x="10" y="648"/>
                  </a:lnTo>
                  <a:lnTo>
                    <a:pt x="7" y="648"/>
                  </a:lnTo>
                  <a:lnTo>
                    <a:pt x="7" y="646"/>
                  </a:lnTo>
                  <a:lnTo>
                    <a:pt x="7" y="646"/>
                  </a:lnTo>
                  <a:lnTo>
                    <a:pt x="5" y="648"/>
                  </a:lnTo>
                  <a:lnTo>
                    <a:pt x="5" y="646"/>
                  </a:lnTo>
                  <a:lnTo>
                    <a:pt x="5" y="646"/>
                  </a:lnTo>
                  <a:lnTo>
                    <a:pt x="5" y="646"/>
                  </a:lnTo>
                  <a:lnTo>
                    <a:pt x="5" y="646"/>
                  </a:lnTo>
                  <a:lnTo>
                    <a:pt x="5" y="648"/>
                  </a:lnTo>
                  <a:lnTo>
                    <a:pt x="7" y="655"/>
                  </a:lnTo>
                  <a:lnTo>
                    <a:pt x="7" y="655"/>
                  </a:lnTo>
                  <a:lnTo>
                    <a:pt x="7" y="658"/>
                  </a:lnTo>
                  <a:lnTo>
                    <a:pt x="7" y="658"/>
                  </a:lnTo>
                  <a:lnTo>
                    <a:pt x="5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8"/>
                  </a:lnTo>
                  <a:lnTo>
                    <a:pt x="3" y="658"/>
                  </a:lnTo>
                  <a:lnTo>
                    <a:pt x="5" y="658"/>
                  </a:lnTo>
                  <a:lnTo>
                    <a:pt x="5" y="658"/>
                  </a:lnTo>
                  <a:lnTo>
                    <a:pt x="5" y="660"/>
                  </a:lnTo>
                  <a:lnTo>
                    <a:pt x="5" y="660"/>
                  </a:lnTo>
                  <a:lnTo>
                    <a:pt x="3" y="660"/>
                  </a:lnTo>
                  <a:lnTo>
                    <a:pt x="3" y="663"/>
                  </a:lnTo>
                  <a:lnTo>
                    <a:pt x="3" y="663"/>
                  </a:lnTo>
                  <a:lnTo>
                    <a:pt x="3" y="663"/>
                  </a:lnTo>
                  <a:lnTo>
                    <a:pt x="7" y="665"/>
                  </a:lnTo>
                  <a:lnTo>
                    <a:pt x="7" y="665"/>
                  </a:lnTo>
                  <a:lnTo>
                    <a:pt x="7" y="665"/>
                  </a:lnTo>
                  <a:lnTo>
                    <a:pt x="5" y="665"/>
                  </a:lnTo>
                  <a:lnTo>
                    <a:pt x="5" y="665"/>
                  </a:lnTo>
                  <a:lnTo>
                    <a:pt x="5" y="665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5" y="667"/>
                  </a:lnTo>
                  <a:lnTo>
                    <a:pt x="10" y="667"/>
                  </a:lnTo>
                  <a:lnTo>
                    <a:pt x="10" y="667"/>
                  </a:lnTo>
                  <a:lnTo>
                    <a:pt x="10" y="667"/>
                  </a:lnTo>
                  <a:lnTo>
                    <a:pt x="10" y="667"/>
                  </a:lnTo>
                  <a:lnTo>
                    <a:pt x="12" y="667"/>
                  </a:lnTo>
                  <a:lnTo>
                    <a:pt x="12" y="667"/>
                  </a:lnTo>
                  <a:lnTo>
                    <a:pt x="12" y="667"/>
                  </a:lnTo>
                  <a:lnTo>
                    <a:pt x="12" y="670"/>
                  </a:lnTo>
                  <a:lnTo>
                    <a:pt x="10" y="670"/>
                  </a:lnTo>
                  <a:lnTo>
                    <a:pt x="10" y="670"/>
                  </a:lnTo>
                  <a:lnTo>
                    <a:pt x="10" y="670"/>
                  </a:lnTo>
                  <a:lnTo>
                    <a:pt x="10" y="670"/>
                  </a:lnTo>
                  <a:lnTo>
                    <a:pt x="7" y="670"/>
                  </a:lnTo>
                  <a:lnTo>
                    <a:pt x="7" y="670"/>
                  </a:lnTo>
                  <a:lnTo>
                    <a:pt x="7" y="670"/>
                  </a:lnTo>
                  <a:lnTo>
                    <a:pt x="7" y="670"/>
                  </a:lnTo>
                  <a:lnTo>
                    <a:pt x="10" y="672"/>
                  </a:lnTo>
                  <a:lnTo>
                    <a:pt x="10" y="672"/>
                  </a:lnTo>
                  <a:lnTo>
                    <a:pt x="12" y="672"/>
                  </a:lnTo>
                  <a:lnTo>
                    <a:pt x="12" y="672"/>
                  </a:lnTo>
                  <a:lnTo>
                    <a:pt x="12" y="672"/>
                  </a:lnTo>
                  <a:lnTo>
                    <a:pt x="12" y="670"/>
                  </a:lnTo>
                  <a:lnTo>
                    <a:pt x="15" y="670"/>
                  </a:lnTo>
                  <a:lnTo>
                    <a:pt x="15" y="672"/>
                  </a:lnTo>
                  <a:lnTo>
                    <a:pt x="15" y="672"/>
                  </a:lnTo>
                  <a:lnTo>
                    <a:pt x="12" y="674"/>
                  </a:lnTo>
                  <a:lnTo>
                    <a:pt x="12" y="674"/>
                  </a:lnTo>
                  <a:lnTo>
                    <a:pt x="12" y="674"/>
                  </a:lnTo>
                  <a:lnTo>
                    <a:pt x="12" y="674"/>
                  </a:lnTo>
                  <a:lnTo>
                    <a:pt x="12" y="677"/>
                  </a:lnTo>
                  <a:lnTo>
                    <a:pt x="17" y="679"/>
                  </a:lnTo>
                  <a:lnTo>
                    <a:pt x="17" y="679"/>
                  </a:lnTo>
                  <a:lnTo>
                    <a:pt x="17" y="679"/>
                  </a:lnTo>
                  <a:lnTo>
                    <a:pt x="17" y="682"/>
                  </a:lnTo>
                  <a:lnTo>
                    <a:pt x="17" y="682"/>
                  </a:lnTo>
                  <a:lnTo>
                    <a:pt x="17" y="682"/>
                  </a:lnTo>
                  <a:lnTo>
                    <a:pt x="17" y="684"/>
                  </a:lnTo>
                  <a:lnTo>
                    <a:pt x="19" y="686"/>
                  </a:lnTo>
                  <a:lnTo>
                    <a:pt x="22" y="689"/>
                  </a:lnTo>
                  <a:lnTo>
                    <a:pt x="19" y="691"/>
                  </a:lnTo>
                  <a:lnTo>
                    <a:pt x="19" y="691"/>
                  </a:lnTo>
                  <a:lnTo>
                    <a:pt x="19" y="691"/>
                  </a:lnTo>
                  <a:lnTo>
                    <a:pt x="19" y="691"/>
                  </a:lnTo>
                  <a:lnTo>
                    <a:pt x="19" y="689"/>
                  </a:lnTo>
                  <a:lnTo>
                    <a:pt x="17" y="689"/>
                  </a:lnTo>
                  <a:lnTo>
                    <a:pt x="17" y="686"/>
                  </a:lnTo>
                  <a:lnTo>
                    <a:pt x="17" y="686"/>
                  </a:lnTo>
                  <a:lnTo>
                    <a:pt x="17" y="684"/>
                  </a:lnTo>
                  <a:lnTo>
                    <a:pt x="15" y="684"/>
                  </a:lnTo>
                  <a:lnTo>
                    <a:pt x="10" y="682"/>
                  </a:lnTo>
                  <a:lnTo>
                    <a:pt x="10" y="682"/>
                  </a:lnTo>
                  <a:lnTo>
                    <a:pt x="7" y="679"/>
                  </a:lnTo>
                  <a:lnTo>
                    <a:pt x="7" y="679"/>
                  </a:lnTo>
                  <a:lnTo>
                    <a:pt x="7" y="679"/>
                  </a:lnTo>
                  <a:lnTo>
                    <a:pt x="3" y="682"/>
                  </a:lnTo>
                  <a:lnTo>
                    <a:pt x="3" y="682"/>
                  </a:lnTo>
                  <a:lnTo>
                    <a:pt x="12" y="686"/>
                  </a:lnTo>
                  <a:lnTo>
                    <a:pt x="15" y="686"/>
                  </a:lnTo>
                  <a:lnTo>
                    <a:pt x="12" y="686"/>
                  </a:lnTo>
                  <a:lnTo>
                    <a:pt x="12" y="689"/>
                  </a:lnTo>
                  <a:lnTo>
                    <a:pt x="12" y="689"/>
                  </a:lnTo>
                  <a:lnTo>
                    <a:pt x="12" y="686"/>
                  </a:lnTo>
                  <a:lnTo>
                    <a:pt x="12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5" y="686"/>
                  </a:lnTo>
                  <a:lnTo>
                    <a:pt x="5" y="686"/>
                  </a:lnTo>
                  <a:lnTo>
                    <a:pt x="5" y="686"/>
                  </a:lnTo>
                  <a:lnTo>
                    <a:pt x="5" y="686"/>
                  </a:lnTo>
                  <a:lnTo>
                    <a:pt x="3" y="689"/>
                  </a:lnTo>
                  <a:lnTo>
                    <a:pt x="3" y="689"/>
                  </a:lnTo>
                  <a:lnTo>
                    <a:pt x="3" y="689"/>
                  </a:lnTo>
                  <a:lnTo>
                    <a:pt x="3" y="689"/>
                  </a:lnTo>
                  <a:lnTo>
                    <a:pt x="5" y="689"/>
                  </a:lnTo>
                  <a:lnTo>
                    <a:pt x="7" y="691"/>
                  </a:lnTo>
                  <a:lnTo>
                    <a:pt x="7" y="693"/>
                  </a:lnTo>
                  <a:lnTo>
                    <a:pt x="10" y="693"/>
                  </a:lnTo>
                  <a:lnTo>
                    <a:pt x="10" y="693"/>
                  </a:lnTo>
                  <a:lnTo>
                    <a:pt x="10" y="696"/>
                  </a:lnTo>
                  <a:lnTo>
                    <a:pt x="10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10" y="698"/>
                  </a:lnTo>
                  <a:lnTo>
                    <a:pt x="10" y="698"/>
                  </a:lnTo>
                  <a:lnTo>
                    <a:pt x="7" y="698"/>
                  </a:lnTo>
                  <a:lnTo>
                    <a:pt x="7" y="698"/>
                  </a:lnTo>
                  <a:lnTo>
                    <a:pt x="7" y="698"/>
                  </a:lnTo>
                  <a:lnTo>
                    <a:pt x="10" y="700"/>
                  </a:lnTo>
                  <a:lnTo>
                    <a:pt x="10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3"/>
                  </a:lnTo>
                  <a:lnTo>
                    <a:pt x="10" y="703"/>
                  </a:lnTo>
                  <a:lnTo>
                    <a:pt x="10" y="703"/>
                  </a:lnTo>
                  <a:lnTo>
                    <a:pt x="10" y="703"/>
                  </a:lnTo>
                  <a:lnTo>
                    <a:pt x="12" y="703"/>
                  </a:lnTo>
                  <a:lnTo>
                    <a:pt x="12" y="705"/>
                  </a:lnTo>
                  <a:lnTo>
                    <a:pt x="12" y="705"/>
                  </a:lnTo>
                  <a:lnTo>
                    <a:pt x="15" y="705"/>
                  </a:lnTo>
                  <a:lnTo>
                    <a:pt x="17" y="705"/>
                  </a:lnTo>
                  <a:lnTo>
                    <a:pt x="17" y="705"/>
                  </a:lnTo>
                  <a:lnTo>
                    <a:pt x="19" y="705"/>
                  </a:lnTo>
                  <a:lnTo>
                    <a:pt x="19" y="705"/>
                  </a:lnTo>
                  <a:lnTo>
                    <a:pt x="19" y="705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5"/>
                  </a:lnTo>
                  <a:lnTo>
                    <a:pt x="22" y="708"/>
                  </a:lnTo>
                  <a:lnTo>
                    <a:pt x="22" y="708"/>
                  </a:lnTo>
                  <a:lnTo>
                    <a:pt x="24" y="708"/>
                  </a:lnTo>
                  <a:lnTo>
                    <a:pt x="24" y="708"/>
                  </a:lnTo>
                  <a:lnTo>
                    <a:pt x="26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31" y="708"/>
                  </a:lnTo>
                  <a:lnTo>
                    <a:pt x="34" y="708"/>
                  </a:lnTo>
                  <a:lnTo>
                    <a:pt x="34" y="708"/>
                  </a:lnTo>
                  <a:lnTo>
                    <a:pt x="34" y="708"/>
                  </a:lnTo>
                  <a:lnTo>
                    <a:pt x="34" y="705"/>
                  </a:lnTo>
                  <a:lnTo>
                    <a:pt x="34" y="705"/>
                  </a:lnTo>
                  <a:lnTo>
                    <a:pt x="29" y="705"/>
                  </a:lnTo>
                  <a:lnTo>
                    <a:pt x="29" y="705"/>
                  </a:lnTo>
                  <a:lnTo>
                    <a:pt x="24" y="705"/>
                  </a:lnTo>
                  <a:lnTo>
                    <a:pt x="22" y="703"/>
                  </a:lnTo>
                  <a:lnTo>
                    <a:pt x="22" y="703"/>
                  </a:lnTo>
                  <a:lnTo>
                    <a:pt x="22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0"/>
                  </a:lnTo>
                  <a:lnTo>
                    <a:pt x="26" y="700"/>
                  </a:lnTo>
                  <a:lnTo>
                    <a:pt x="26" y="703"/>
                  </a:lnTo>
                  <a:lnTo>
                    <a:pt x="29" y="700"/>
                  </a:lnTo>
                  <a:lnTo>
                    <a:pt x="31" y="703"/>
                  </a:lnTo>
                  <a:lnTo>
                    <a:pt x="36" y="705"/>
                  </a:lnTo>
                  <a:lnTo>
                    <a:pt x="38" y="705"/>
                  </a:lnTo>
                  <a:lnTo>
                    <a:pt x="41" y="703"/>
                  </a:lnTo>
                  <a:lnTo>
                    <a:pt x="43" y="698"/>
                  </a:lnTo>
                  <a:lnTo>
                    <a:pt x="45" y="698"/>
                  </a:lnTo>
                  <a:lnTo>
                    <a:pt x="45" y="698"/>
                  </a:lnTo>
                  <a:lnTo>
                    <a:pt x="45" y="698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8" y="691"/>
                  </a:lnTo>
                  <a:lnTo>
                    <a:pt x="48" y="689"/>
                  </a:lnTo>
                  <a:lnTo>
                    <a:pt x="50" y="686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2"/>
                  </a:lnTo>
                  <a:lnTo>
                    <a:pt x="52" y="682"/>
                  </a:lnTo>
                  <a:lnTo>
                    <a:pt x="52" y="682"/>
                  </a:lnTo>
                  <a:lnTo>
                    <a:pt x="52" y="682"/>
                  </a:lnTo>
                  <a:lnTo>
                    <a:pt x="52" y="679"/>
                  </a:lnTo>
                  <a:lnTo>
                    <a:pt x="52" y="679"/>
                  </a:lnTo>
                  <a:lnTo>
                    <a:pt x="52" y="677"/>
                  </a:lnTo>
                  <a:lnTo>
                    <a:pt x="55" y="674"/>
                  </a:lnTo>
                  <a:lnTo>
                    <a:pt x="55" y="674"/>
                  </a:lnTo>
                  <a:lnTo>
                    <a:pt x="60" y="672"/>
                  </a:lnTo>
                  <a:lnTo>
                    <a:pt x="60" y="670"/>
                  </a:lnTo>
                  <a:lnTo>
                    <a:pt x="62" y="667"/>
                  </a:lnTo>
                  <a:lnTo>
                    <a:pt x="62" y="667"/>
                  </a:lnTo>
                  <a:lnTo>
                    <a:pt x="62" y="667"/>
                  </a:lnTo>
                  <a:lnTo>
                    <a:pt x="62" y="665"/>
                  </a:lnTo>
                  <a:lnTo>
                    <a:pt x="64" y="663"/>
                  </a:lnTo>
                  <a:lnTo>
                    <a:pt x="64" y="663"/>
                  </a:lnTo>
                  <a:lnTo>
                    <a:pt x="64" y="660"/>
                  </a:lnTo>
                  <a:lnTo>
                    <a:pt x="67" y="660"/>
                  </a:lnTo>
                  <a:lnTo>
                    <a:pt x="69" y="658"/>
                  </a:lnTo>
                  <a:lnTo>
                    <a:pt x="74" y="655"/>
                  </a:lnTo>
                  <a:lnTo>
                    <a:pt x="78" y="653"/>
                  </a:lnTo>
                  <a:lnTo>
                    <a:pt x="78" y="651"/>
                  </a:lnTo>
                  <a:lnTo>
                    <a:pt x="81" y="648"/>
                  </a:lnTo>
                  <a:lnTo>
                    <a:pt x="83" y="646"/>
                  </a:lnTo>
                  <a:lnTo>
                    <a:pt x="86" y="644"/>
                  </a:lnTo>
                  <a:lnTo>
                    <a:pt x="86" y="641"/>
                  </a:lnTo>
                  <a:lnTo>
                    <a:pt x="86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85">
              <a:extLst>
                <a:ext uri="{FF2B5EF4-FFF2-40B4-BE49-F238E27FC236}">
                  <a16:creationId xmlns:a16="http://schemas.microsoft.com/office/drawing/2014/main" id="{3D03752C-23EB-475A-8894-5E1413AB5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3009" y="3667271"/>
              <a:ext cx="816350" cy="1452643"/>
            </a:xfrm>
            <a:custGeom>
              <a:avLst/>
              <a:gdLst>
                <a:gd name="T0" fmla="*/ 302 w 603"/>
                <a:gd name="T1" fmla="*/ 1049 h 1073"/>
                <a:gd name="T2" fmla="*/ 227 w 603"/>
                <a:gd name="T3" fmla="*/ 1030 h 1073"/>
                <a:gd name="T4" fmla="*/ 222 w 603"/>
                <a:gd name="T5" fmla="*/ 1018 h 1073"/>
                <a:gd name="T6" fmla="*/ 212 w 603"/>
                <a:gd name="T7" fmla="*/ 1011 h 1073"/>
                <a:gd name="T8" fmla="*/ 210 w 603"/>
                <a:gd name="T9" fmla="*/ 1004 h 1073"/>
                <a:gd name="T10" fmla="*/ 205 w 603"/>
                <a:gd name="T11" fmla="*/ 997 h 1073"/>
                <a:gd name="T12" fmla="*/ 203 w 603"/>
                <a:gd name="T13" fmla="*/ 980 h 1073"/>
                <a:gd name="T14" fmla="*/ 198 w 603"/>
                <a:gd name="T15" fmla="*/ 978 h 1073"/>
                <a:gd name="T16" fmla="*/ 203 w 603"/>
                <a:gd name="T17" fmla="*/ 971 h 1073"/>
                <a:gd name="T18" fmla="*/ 205 w 603"/>
                <a:gd name="T19" fmla="*/ 964 h 1073"/>
                <a:gd name="T20" fmla="*/ 208 w 603"/>
                <a:gd name="T21" fmla="*/ 949 h 1073"/>
                <a:gd name="T22" fmla="*/ 210 w 603"/>
                <a:gd name="T23" fmla="*/ 938 h 1073"/>
                <a:gd name="T24" fmla="*/ 210 w 603"/>
                <a:gd name="T25" fmla="*/ 930 h 1073"/>
                <a:gd name="T26" fmla="*/ 208 w 603"/>
                <a:gd name="T27" fmla="*/ 916 h 1073"/>
                <a:gd name="T28" fmla="*/ 208 w 603"/>
                <a:gd name="T29" fmla="*/ 902 h 1073"/>
                <a:gd name="T30" fmla="*/ 201 w 603"/>
                <a:gd name="T31" fmla="*/ 886 h 1073"/>
                <a:gd name="T32" fmla="*/ 189 w 603"/>
                <a:gd name="T33" fmla="*/ 886 h 1073"/>
                <a:gd name="T34" fmla="*/ 186 w 603"/>
                <a:gd name="T35" fmla="*/ 871 h 1073"/>
                <a:gd name="T36" fmla="*/ 179 w 603"/>
                <a:gd name="T37" fmla="*/ 864 h 1073"/>
                <a:gd name="T38" fmla="*/ 170 w 603"/>
                <a:gd name="T39" fmla="*/ 855 h 1073"/>
                <a:gd name="T40" fmla="*/ 172 w 603"/>
                <a:gd name="T41" fmla="*/ 843 h 1073"/>
                <a:gd name="T42" fmla="*/ 168 w 603"/>
                <a:gd name="T43" fmla="*/ 833 h 1073"/>
                <a:gd name="T44" fmla="*/ 156 w 603"/>
                <a:gd name="T45" fmla="*/ 822 h 1073"/>
                <a:gd name="T46" fmla="*/ 146 w 603"/>
                <a:gd name="T47" fmla="*/ 807 h 1073"/>
                <a:gd name="T48" fmla="*/ 144 w 603"/>
                <a:gd name="T49" fmla="*/ 798 h 1073"/>
                <a:gd name="T50" fmla="*/ 139 w 603"/>
                <a:gd name="T51" fmla="*/ 781 h 1073"/>
                <a:gd name="T52" fmla="*/ 134 w 603"/>
                <a:gd name="T53" fmla="*/ 765 h 1073"/>
                <a:gd name="T54" fmla="*/ 127 w 603"/>
                <a:gd name="T55" fmla="*/ 758 h 1073"/>
                <a:gd name="T56" fmla="*/ 123 w 603"/>
                <a:gd name="T57" fmla="*/ 765 h 1073"/>
                <a:gd name="T58" fmla="*/ 113 w 603"/>
                <a:gd name="T59" fmla="*/ 751 h 1073"/>
                <a:gd name="T60" fmla="*/ 111 w 603"/>
                <a:gd name="T61" fmla="*/ 736 h 1073"/>
                <a:gd name="T62" fmla="*/ 104 w 603"/>
                <a:gd name="T63" fmla="*/ 729 h 1073"/>
                <a:gd name="T64" fmla="*/ 106 w 603"/>
                <a:gd name="T65" fmla="*/ 720 h 1073"/>
                <a:gd name="T66" fmla="*/ 89 w 603"/>
                <a:gd name="T67" fmla="*/ 717 h 1073"/>
                <a:gd name="T68" fmla="*/ 87 w 603"/>
                <a:gd name="T69" fmla="*/ 696 h 1073"/>
                <a:gd name="T70" fmla="*/ 73 w 603"/>
                <a:gd name="T71" fmla="*/ 682 h 1073"/>
                <a:gd name="T72" fmla="*/ 63 w 603"/>
                <a:gd name="T73" fmla="*/ 687 h 1073"/>
                <a:gd name="T74" fmla="*/ 63 w 603"/>
                <a:gd name="T75" fmla="*/ 680 h 1073"/>
                <a:gd name="T76" fmla="*/ 61 w 603"/>
                <a:gd name="T77" fmla="*/ 670 h 1073"/>
                <a:gd name="T78" fmla="*/ 61 w 603"/>
                <a:gd name="T79" fmla="*/ 658 h 1073"/>
                <a:gd name="T80" fmla="*/ 61 w 603"/>
                <a:gd name="T81" fmla="*/ 644 h 1073"/>
                <a:gd name="T82" fmla="*/ 52 w 603"/>
                <a:gd name="T83" fmla="*/ 639 h 1073"/>
                <a:gd name="T84" fmla="*/ 49 w 603"/>
                <a:gd name="T85" fmla="*/ 623 h 1073"/>
                <a:gd name="T86" fmla="*/ 49 w 603"/>
                <a:gd name="T87" fmla="*/ 616 h 1073"/>
                <a:gd name="T88" fmla="*/ 37 w 603"/>
                <a:gd name="T89" fmla="*/ 601 h 1073"/>
                <a:gd name="T90" fmla="*/ 33 w 603"/>
                <a:gd name="T91" fmla="*/ 609 h 1073"/>
                <a:gd name="T92" fmla="*/ 26 w 603"/>
                <a:gd name="T93" fmla="*/ 601 h 1073"/>
                <a:gd name="T94" fmla="*/ 21 w 603"/>
                <a:gd name="T95" fmla="*/ 587 h 1073"/>
                <a:gd name="T96" fmla="*/ 9 w 603"/>
                <a:gd name="T97" fmla="*/ 583 h 1073"/>
                <a:gd name="T98" fmla="*/ 2 w 603"/>
                <a:gd name="T99" fmla="*/ 566 h 1073"/>
                <a:gd name="T100" fmla="*/ 0 w 603"/>
                <a:gd name="T101" fmla="*/ 556 h 1073"/>
                <a:gd name="T102" fmla="*/ 9 w 603"/>
                <a:gd name="T103" fmla="*/ 549 h 1073"/>
                <a:gd name="T104" fmla="*/ 4 w 603"/>
                <a:gd name="T105" fmla="*/ 545 h 1073"/>
                <a:gd name="T106" fmla="*/ 7 w 603"/>
                <a:gd name="T107" fmla="*/ 521 h 1073"/>
                <a:gd name="T108" fmla="*/ 85 w 603"/>
                <a:gd name="T109" fmla="*/ 246 h 1073"/>
                <a:gd name="T110" fmla="*/ 153 w 603"/>
                <a:gd name="T111" fmla="*/ 14 h 1073"/>
                <a:gd name="T112" fmla="*/ 489 w 603"/>
                <a:gd name="T113" fmla="*/ 71 h 1073"/>
                <a:gd name="T114" fmla="*/ 558 w 603"/>
                <a:gd name="T115" fmla="*/ 396 h 1073"/>
                <a:gd name="T116" fmla="*/ 499 w 603"/>
                <a:gd name="T117" fmla="*/ 826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03" h="1073">
                  <a:moveTo>
                    <a:pt x="466" y="1073"/>
                  </a:moveTo>
                  <a:lnTo>
                    <a:pt x="459" y="1073"/>
                  </a:lnTo>
                  <a:lnTo>
                    <a:pt x="444" y="1070"/>
                  </a:lnTo>
                  <a:lnTo>
                    <a:pt x="433" y="1068"/>
                  </a:lnTo>
                  <a:lnTo>
                    <a:pt x="418" y="1068"/>
                  </a:lnTo>
                  <a:lnTo>
                    <a:pt x="407" y="1065"/>
                  </a:lnTo>
                  <a:lnTo>
                    <a:pt x="392" y="1063"/>
                  </a:lnTo>
                  <a:lnTo>
                    <a:pt x="380" y="1061"/>
                  </a:lnTo>
                  <a:lnTo>
                    <a:pt x="366" y="1058"/>
                  </a:lnTo>
                  <a:lnTo>
                    <a:pt x="354" y="1058"/>
                  </a:lnTo>
                  <a:lnTo>
                    <a:pt x="343" y="1056"/>
                  </a:lnTo>
                  <a:lnTo>
                    <a:pt x="328" y="1054"/>
                  </a:lnTo>
                  <a:lnTo>
                    <a:pt x="317" y="1051"/>
                  </a:lnTo>
                  <a:lnTo>
                    <a:pt x="302" y="1049"/>
                  </a:lnTo>
                  <a:lnTo>
                    <a:pt x="291" y="1046"/>
                  </a:lnTo>
                  <a:lnTo>
                    <a:pt x="276" y="1044"/>
                  </a:lnTo>
                  <a:lnTo>
                    <a:pt x="265" y="1044"/>
                  </a:lnTo>
                  <a:lnTo>
                    <a:pt x="253" y="1042"/>
                  </a:lnTo>
                  <a:lnTo>
                    <a:pt x="239" y="1039"/>
                  </a:lnTo>
                  <a:lnTo>
                    <a:pt x="227" y="1037"/>
                  </a:lnTo>
                  <a:lnTo>
                    <a:pt x="227" y="1035"/>
                  </a:lnTo>
                  <a:lnTo>
                    <a:pt x="229" y="1035"/>
                  </a:lnTo>
                  <a:lnTo>
                    <a:pt x="229" y="1035"/>
                  </a:lnTo>
                  <a:lnTo>
                    <a:pt x="229" y="1035"/>
                  </a:lnTo>
                  <a:lnTo>
                    <a:pt x="229" y="1032"/>
                  </a:lnTo>
                  <a:lnTo>
                    <a:pt x="229" y="1032"/>
                  </a:lnTo>
                  <a:lnTo>
                    <a:pt x="229" y="1030"/>
                  </a:lnTo>
                  <a:lnTo>
                    <a:pt x="227" y="1030"/>
                  </a:lnTo>
                  <a:lnTo>
                    <a:pt x="227" y="1030"/>
                  </a:lnTo>
                  <a:lnTo>
                    <a:pt x="224" y="1030"/>
                  </a:lnTo>
                  <a:lnTo>
                    <a:pt x="224" y="1028"/>
                  </a:lnTo>
                  <a:lnTo>
                    <a:pt x="224" y="1028"/>
                  </a:lnTo>
                  <a:lnTo>
                    <a:pt x="224" y="1025"/>
                  </a:lnTo>
                  <a:lnTo>
                    <a:pt x="224" y="1025"/>
                  </a:lnTo>
                  <a:lnTo>
                    <a:pt x="224" y="1023"/>
                  </a:lnTo>
                  <a:lnTo>
                    <a:pt x="224" y="1023"/>
                  </a:lnTo>
                  <a:lnTo>
                    <a:pt x="224" y="1023"/>
                  </a:lnTo>
                  <a:lnTo>
                    <a:pt x="224" y="1020"/>
                  </a:lnTo>
                  <a:lnTo>
                    <a:pt x="224" y="1020"/>
                  </a:lnTo>
                  <a:lnTo>
                    <a:pt x="222" y="1018"/>
                  </a:lnTo>
                  <a:lnTo>
                    <a:pt x="222" y="1018"/>
                  </a:lnTo>
                  <a:lnTo>
                    <a:pt x="222" y="1018"/>
                  </a:lnTo>
                  <a:lnTo>
                    <a:pt x="220" y="1018"/>
                  </a:lnTo>
                  <a:lnTo>
                    <a:pt x="220" y="1018"/>
                  </a:lnTo>
                  <a:lnTo>
                    <a:pt x="217" y="1016"/>
                  </a:lnTo>
                  <a:lnTo>
                    <a:pt x="217" y="1016"/>
                  </a:lnTo>
                  <a:lnTo>
                    <a:pt x="217" y="1016"/>
                  </a:lnTo>
                  <a:lnTo>
                    <a:pt x="217" y="1016"/>
                  </a:lnTo>
                  <a:lnTo>
                    <a:pt x="215" y="1016"/>
                  </a:lnTo>
                  <a:lnTo>
                    <a:pt x="215" y="1016"/>
                  </a:lnTo>
                  <a:lnTo>
                    <a:pt x="212" y="1016"/>
                  </a:lnTo>
                  <a:lnTo>
                    <a:pt x="212" y="1013"/>
                  </a:lnTo>
                  <a:lnTo>
                    <a:pt x="212" y="1013"/>
                  </a:lnTo>
                  <a:lnTo>
                    <a:pt x="212" y="1011"/>
                  </a:lnTo>
                  <a:lnTo>
                    <a:pt x="212" y="1011"/>
                  </a:lnTo>
                  <a:lnTo>
                    <a:pt x="212" y="1011"/>
                  </a:lnTo>
                  <a:lnTo>
                    <a:pt x="212" y="1011"/>
                  </a:lnTo>
                  <a:lnTo>
                    <a:pt x="212" y="1009"/>
                  </a:lnTo>
                  <a:lnTo>
                    <a:pt x="212" y="1009"/>
                  </a:lnTo>
                  <a:lnTo>
                    <a:pt x="212" y="1009"/>
                  </a:lnTo>
                  <a:lnTo>
                    <a:pt x="210" y="1009"/>
                  </a:lnTo>
                  <a:lnTo>
                    <a:pt x="210" y="1009"/>
                  </a:lnTo>
                  <a:lnTo>
                    <a:pt x="210" y="1006"/>
                  </a:lnTo>
                  <a:lnTo>
                    <a:pt x="210" y="1006"/>
                  </a:lnTo>
                  <a:lnTo>
                    <a:pt x="210" y="1006"/>
                  </a:lnTo>
                  <a:lnTo>
                    <a:pt x="210" y="1006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1"/>
                  </a:lnTo>
                  <a:lnTo>
                    <a:pt x="210" y="1001"/>
                  </a:lnTo>
                  <a:lnTo>
                    <a:pt x="208" y="1001"/>
                  </a:lnTo>
                  <a:lnTo>
                    <a:pt x="208" y="1001"/>
                  </a:lnTo>
                  <a:lnTo>
                    <a:pt x="208" y="999"/>
                  </a:lnTo>
                  <a:lnTo>
                    <a:pt x="208" y="999"/>
                  </a:lnTo>
                  <a:lnTo>
                    <a:pt x="208" y="999"/>
                  </a:lnTo>
                  <a:lnTo>
                    <a:pt x="205" y="999"/>
                  </a:lnTo>
                  <a:lnTo>
                    <a:pt x="205" y="999"/>
                  </a:lnTo>
                  <a:lnTo>
                    <a:pt x="205" y="999"/>
                  </a:lnTo>
                  <a:lnTo>
                    <a:pt x="205" y="997"/>
                  </a:lnTo>
                  <a:lnTo>
                    <a:pt x="205" y="997"/>
                  </a:lnTo>
                  <a:lnTo>
                    <a:pt x="205" y="997"/>
                  </a:lnTo>
                  <a:lnTo>
                    <a:pt x="205" y="997"/>
                  </a:lnTo>
                  <a:lnTo>
                    <a:pt x="203" y="994"/>
                  </a:lnTo>
                  <a:lnTo>
                    <a:pt x="203" y="992"/>
                  </a:lnTo>
                  <a:lnTo>
                    <a:pt x="203" y="990"/>
                  </a:lnTo>
                  <a:lnTo>
                    <a:pt x="205" y="987"/>
                  </a:lnTo>
                  <a:lnTo>
                    <a:pt x="205" y="987"/>
                  </a:lnTo>
                  <a:lnTo>
                    <a:pt x="208" y="985"/>
                  </a:lnTo>
                  <a:lnTo>
                    <a:pt x="208" y="983"/>
                  </a:lnTo>
                  <a:lnTo>
                    <a:pt x="208" y="980"/>
                  </a:lnTo>
                  <a:lnTo>
                    <a:pt x="205" y="980"/>
                  </a:lnTo>
                  <a:lnTo>
                    <a:pt x="205" y="980"/>
                  </a:lnTo>
                  <a:lnTo>
                    <a:pt x="205" y="980"/>
                  </a:lnTo>
                  <a:lnTo>
                    <a:pt x="203" y="983"/>
                  </a:lnTo>
                  <a:lnTo>
                    <a:pt x="203" y="980"/>
                  </a:lnTo>
                  <a:lnTo>
                    <a:pt x="203" y="980"/>
                  </a:lnTo>
                  <a:lnTo>
                    <a:pt x="203" y="980"/>
                  </a:lnTo>
                  <a:lnTo>
                    <a:pt x="203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78"/>
                  </a:lnTo>
                  <a:lnTo>
                    <a:pt x="201" y="978"/>
                  </a:lnTo>
                  <a:lnTo>
                    <a:pt x="201" y="978"/>
                  </a:lnTo>
                  <a:lnTo>
                    <a:pt x="198" y="978"/>
                  </a:lnTo>
                  <a:lnTo>
                    <a:pt x="198" y="978"/>
                  </a:lnTo>
                  <a:lnTo>
                    <a:pt x="198" y="978"/>
                  </a:lnTo>
                  <a:lnTo>
                    <a:pt x="198" y="978"/>
                  </a:lnTo>
                  <a:lnTo>
                    <a:pt x="198" y="975"/>
                  </a:lnTo>
                  <a:lnTo>
                    <a:pt x="198" y="975"/>
                  </a:lnTo>
                  <a:lnTo>
                    <a:pt x="198" y="975"/>
                  </a:lnTo>
                  <a:lnTo>
                    <a:pt x="198" y="973"/>
                  </a:lnTo>
                  <a:lnTo>
                    <a:pt x="201" y="973"/>
                  </a:lnTo>
                  <a:lnTo>
                    <a:pt x="201" y="973"/>
                  </a:lnTo>
                  <a:lnTo>
                    <a:pt x="201" y="973"/>
                  </a:lnTo>
                  <a:lnTo>
                    <a:pt x="203" y="973"/>
                  </a:lnTo>
                  <a:lnTo>
                    <a:pt x="203" y="973"/>
                  </a:lnTo>
                  <a:lnTo>
                    <a:pt x="203" y="973"/>
                  </a:lnTo>
                  <a:lnTo>
                    <a:pt x="203" y="971"/>
                  </a:lnTo>
                  <a:lnTo>
                    <a:pt x="203" y="971"/>
                  </a:lnTo>
                  <a:lnTo>
                    <a:pt x="203" y="971"/>
                  </a:lnTo>
                  <a:lnTo>
                    <a:pt x="203" y="968"/>
                  </a:lnTo>
                  <a:lnTo>
                    <a:pt x="205" y="968"/>
                  </a:lnTo>
                  <a:lnTo>
                    <a:pt x="205" y="968"/>
                  </a:lnTo>
                  <a:lnTo>
                    <a:pt x="205" y="968"/>
                  </a:lnTo>
                  <a:lnTo>
                    <a:pt x="205" y="968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4"/>
                  </a:lnTo>
                  <a:lnTo>
                    <a:pt x="205" y="964"/>
                  </a:lnTo>
                  <a:lnTo>
                    <a:pt x="205" y="964"/>
                  </a:lnTo>
                  <a:lnTo>
                    <a:pt x="205" y="961"/>
                  </a:lnTo>
                  <a:lnTo>
                    <a:pt x="205" y="961"/>
                  </a:lnTo>
                  <a:lnTo>
                    <a:pt x="205" y="961"/>
                  </a:lnTo>
                  <a:lnTo>
                    <a:pt x="208" y="961"/>
                  </a:lnTo>
                  <a:lnTo>
                    <a:pt x="208" y="961"/>
                  </a:lnTo>
                  <a:lnTo>
                    <a:pt x="208" y="961"/>
                  </a:lnTo>
                  <a:lnTo>
                    <a:pt x="208" y="961"/>
                  </a:lnTo>
                  <a:lnTo>
                    <a:pt x="208" y="959"/>
                  </a:lnTo>
                  <a:lnTo>
                    <a:pt x="208" y="959"/>
                  </a:lnTo>
                  <a:lnTo>
                    <a:pt x="208" y="957"/>
                  </a:lnTo>
                  <a:lnTo>
                    <a:pt x="208" y="954"/>
                  </a:lnTo>
                  <a:lnTo>
                    <a:pt x="208" y="952"/>
                  </a:lnTo>
                  <a:lnTo>
                    <a:pt x="208" y="949"/>
                  </a:lnTo>
                  <a:lnTo>
                    <a:pt x="208" y="949"/>
                  </a:lnTo>
                  <a:lnTo>
                    <a:pt x="208" y="947"/>
                  </a:lnTo>
                  <a:lnTo>
                    <a:pt x="208" y="945"/>
                  </a:lnTo>
                  <a:lnTo>
                    <a:pt x="208" y="945"/>
                  </a:lnTo>
                  <a:lnTo>
                    <a:pt x="208" y="942"/>
                  </a:lnTo>
                  <a:lnTo>
                    <a:pt x="210" y="945"/>
                  </a:lnTo>
                  <a:lnTo>
                    <a:pt x="210" y="945"/>
                  </a:lnTo>
                  <a:lnTo>
                    <a:pt x="210" y="942"/>
                  </a:lnTo>
                  <a:lnTo>
                    <a:pt x="210" y="942"/>
                  </a:lnTo>
                  <a:lnTo>
                    <a:pt x="210" y="940"/>
                  </a:lnTo>
                  <a:lnTo>
                    <a:pt x="210" y="940"/>
                  </a:lnTo>
                  <a:lnTo>
                    <a:pt x="210" y="940"/>
                  </a:lnTo>
                  <a:lnTo>
                    <a:pt x="210" y="938"/>
                  </a:lnTo>
                  <a:lnTo>
                    <a:pt x="210" y="938"/>
                  </a:lnTo>
                  <a:lnTo>
                    <a:pt x="210" y="938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0"/>
                  </a:lnTo>
                  <a:lnTo>
                    <a:pt x="210" y="930"/>
                  </a:lnTo>
                  <a:lnTo>
                    <a:pt x="210" y="930"/>
                  </a:lnTo>
                  <a:lnTo>
                    <a:pt x="208" y="930"/>
                  </a:lnTo>
                  <a:lnTo>
                    <a:pt x="208" y="930"/>
                  </a:lnTo>
                  <a:lnTo>
                    <a:pt x="208" y="930"/>
                  </a:lnTo>
                  <a:lnTo>
                    <a:pt x="208" y="928"/>
                  </a:lnTo>
                  <a:lnTo>
                    <a:pt x="208" y="928"/>
                  </a:lnTo>
                  <a:lnTo>
                    <a:pt x="208" y="926"/>
                  </a:lnTo>
                  <a:lnTo>
                    <a:pt x="208" y="926"/>
                  </a:lnTo>
                  <a:lnTo>
                    <a:pt x="208" y="923"/>
                  </a:lnTo>
                  <a:lnTo>
                    <a:pt x="210" y="923"/>
                  </a:lnTo>
                  <a:lnTo>
                    <a:pt x="210" y="921"/>
                  </a:lnTo>
                  <a:lnTo>
                    <a:pt x="210" y="921"/>
                  </a:lnTo>
                  <a:lnTo>
                    <a:pt x="208" y="919"/>
                  </a:lnTo>
                  <a:lnTo>
                    <a:pt x="208" y="919"/>
                  </a:lnTo>
                  <a:lnTo>
                    <a:pt x="208" y="916"/>
                  </a:lnTo>
                  <a:lnTo>
                    <a:pt x="210" y="916"/>
                  </a:lnTo>
                  <a:lnTo>
                    <a:pt x="210" y="914"/>
                  </a:lnTo>
                  <a:lnTo>
                    <a:pt x="210" y="914"/>
                  </a:lnTo>
                  <a:lnTo>
                    <a:pt x="210" y="914"/>
                  </a:lnTo>
                  <a:lnTo>
                    <a:pt x="208" y="912"/>
                  </a:lnTo>
                  <a:lnTo>
                    <a:pt x="208" y="912"/>
                  </a:lnTo>
                  <a:lnTo>
                    <a:pt x="208" y="909"/>
                  </a:lnTo>
                  <a:lnTo>
                    <a:pt x="208" y="909"/>
                  </a:lnTo>
                  <a:lnTo>
                    <a:pt x="210" y="909"/>
                  </a:lnTo>
                  <a:lnTo>
                    <a:pt x="210" y="907"/>
                  </a:lnTo>
                  <a:lnTo>
                    <a:pt x="208" y="907"/>
                  </a:lnTo>
                  <a:lnTo>
                    <a:pt x="208" y="904"/>
                  </a:lnTo>
                  <a:lnTo>
                    <a:pt x="208" y="904"/>
                  </a:lnTo>
                  <a:lnTo>
                    <a:pt x="208" y="902"/>
                  </a:lnTo>
                  <a:lnTo>
                    <a:pt x="205" y="902"/>
                  </a:lnTo>
                  <a:lnTo>
                    <a:pt x="205" y="902"/>
                  </a:lnTo>
                  <a:lnTo>
                    <a:pt x="205" y="902"/>
                  </a:lnTo>
                  <a:lnTo>
                    <a:pt x="205" y="900"/>
                  </a:lnTo>
                  <a:lnTo>
                    <a:pt x="205" y="900"/>
                  </a:lnTo>
                  <a:lnTo>
                    <a:pt x="205" y="900"/>
                  </a:lnTo>
                  <a:lnTo>
                    <a:pt x="205" y="897"/>
                  </a:lnTo>
                  <a:lnTo>
                    <a:pt x="203" y="895"/>
                  </a:lnTo>
                  <a:lnTo>
                    <a:pt x="203" y="895"/>
                  </a:lnTo>
                  <a:lnTo>
                    <a:pt x="203" y="893"/>
                  </a:lnTo>
                  <a:lnTo>
                    <a:pt x="201" y="890"/>
                  </a:lnTo>
                  <a:lnTo>
                    <a:pt x="201" y="888"/>
                  </a:lnTo>
                  <a:lnTo>
                    <a:pt x="201" y="888"/>
                  </a:lnTo>
                  <a:lnTo>
                    <a:pt x="201" y="886"/>
                  </a:lnTo>
                  <a:lnTo>
                    <a:pt x="201" y="886"/>
                  </a:lnTo>
                  <a:lnTo>
                    <a:pt x="198" y="886"/>
                  </a:lnTo>
                  <a:lnTo>
                    <a:pt x="198" y="886"/>
                  </a:lnTo>
                  <a:lnTo>
                    <a:pt x="198" y="883"/>
                  </a:lnTo>
                  <a:lnTo>
                    <a:pt x="196" y="883"/>
                  </a:lnTo>
                  <a:lnTo>
                    <a:pt x="196" y="883"/>
                  </a:lnTo>
                  <a:lnTo>
                    <a:pt x="194" y="883"/>
                  </a:lnTo>
                  <a:lnTo>
                    <a:pt x="191" y="883"/>
                  </a:lnTo>
                  <a:lnTo>
                    <a:pt x="191" y="886"/>
                  </a:lnTo>
                  <a:lnTo>
                    <a:pt x="191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3"/>
                  </a:lnTo>
                  <a:lnTo>
                    <a:pt x="186" y="883"/>
                  </a:lnTo>
                  <a:lnTo>
                    <a:pt x="186" y="881"/>
                  </a:lnTo>
                  <a:lnTo>
                    <a:pt x="186" y="878"/>
                  </a:lnTo>
                  <a:lnTo>
                    <a:pt x="184" y="876"/>
                  </a:lnTo>
                  <a:lnTo>
                    <a:pt x="184" y="876"/>
                  </a:lnTo>
                  <a:lnTo>
                    <a:pt x="184" y="876"/>
                  </a:lnTo>
                  <a:lnTo>
                    <a:pt x="186" y="876"/>
                  </a:lnTo>
                  <a:lnTo>
                    <a:pt x="186" y="876"/>
                  </a:lnTo>
                  <a:lnTo>
                    <a:pt x="186" y="874"/>
                  </a:lnTo>
                  <a:lnTo>
                    <a:pt x="186" y="874"/>
                  </a:lnTo>
                  <a:lnTo>
                    <a:pt x="186" y="871"/>
                  </a:lnTo>
                  <a:lnTo>
                    <a:pt x="186" y="871"/>
                  </a:lnTo>
                  <a:lnTo>
                    <a:pt x="186" y="871"/>
                  </a:lnTo>
                  <a:lnTo>
                    <a:pt x="186" y="869"/>
                  </a:lnTo>
                  <a:lnTo>
                    <a:pt x="184" y="869"/>
                  </a:lnTo>
                  <a:lnTo>
                    <a:pt x="184" y="869"/>
                  </a:lnTo>
                  <a:lnTo>
                    <a:pt x="184" y="869"/>
                  </a:lnTo>
                  <a:lnTo>
                    <a:pt x="184" y="867"/>
                  </a:lnTo>
                  <a:lnTo>
                    <a:pt x="182" y="869"/>
                  </a:lnTo>
                  <a:lnTo>
                    <a:pt x="182" y="869"/>
                  </a:lnTo>
                  <a:lnTo>
                    <a:pt x="182" y="869"/>
                  </a:lnTo>
                  <a:lnTo>
                    <a:pt x="182" y="869"/>
                  </a:lnTo>
                  <a:lnTo>
                    <a:pt x="182" y="867"/>
                  </a:lnTo>
                  <a:lnTo>
                    <a:pt x="182" y="867"/>
                  </a:lnTo>
                  <a:lnTo>
                    <a:pt x="182" y="864"/>
                  </a:lnTo>
                  <a:lnTo>
                    <a:pt x="179" y="864"/>
                  </a:lnTo>
                  <a:lnTo>
                    <a:pt x="179" y="864"/>
                  </a:lnTo>
                  <a:lnTo>
                    <a:pt x="177" y="864"/>
                  </a:lnTo>
                  <a:lnTo>
                    <a:pt x="177" y="862"/>
                  </a:lnTo>
                  <a:lnTo>
                    <a:pt x="177" y="862"/>
                  </a:lnTo>
                  <a:lnTo>
                    <a:pt x="177" y="862"/>
                  </a:lnTo>
                  <a:lnTo>
                    <a:pt x="177" y="862"/>
                  </a:lnTo>
                  <a:lnTo>
                    <a:pt x="175" y="859"/>
                  </a:lnTo>
                  <a:lnTo>
                    <a:pt x="175" y="859"/>
                  </a:lnTo>
                  <a:lnTo>
                    <a:pt x="175" y="859"/>
                  </a:lnTo>
                  <a:lnTo>
                    <a:pt x="175" y="857"/>
                  </a:lnTo>
                  <a:lnTo>
                    <a:pt x="175" y="857"/>
                  </a:lnTo>
                  <a:lnTo>
                    <a:pt x="172" y="855"/>
                  </a:lnTo>
                  <a:lnTo>
                    <a:pt x="170" y="855"/>
                  </a:lnTo>
                  <a:lnTo>
                    <a:pt x="170" y="855"/>
                  </a:lnTo>
                  <a:lnTo>
                    <a:pt x="170" y="852"/>
                  </a:lnTo>
                  <a:lnTo>
                    <a:pt x="170" y="850"/>
                  </a:lnTo>
                  <a:lnTo>
                    <a:pt x="172" y="850"/>
                  </a:lnTo>
                  <a:lnTo>
                    <a:pt x="172" y="850"/>
                  </a:lnTo>
                  <a:lnTo>
                    <a:pt x="175" y="850"/>
                  </a:lnTo>
                  <a:lnTo>
                    <a:pt x="175" y="850"/>
                  </a:lnTo>
                  <a:lnTo>
                    <a:pt x="175" y="850"/>
                  </a:lnTo>
                  <a:lnTo>
                    <a:pt x="175" y="848"/>
                  </a:lnTo>
                  <a:lnTo>
                    <a:pt x="175" y="848"/>
                  </a:lnTo>
                  <a:lnTo>
                    <a:pt x="175" y="848"/>
                  </a:lnTo>
                  <a:lnTo>
                    <a:pt x="175" y="848"/>
                  </a:lnTo>
                  <a:lnTo>
                    <a:pt x="172" y="845"/>
                  </a:lnTo>
                  <a:lnTo>
                    <a:pt x="175" y="845"/>
                  </a:lnTo>
                  <a:lnTo>
                    <a:pt x="172" y="843"/>
                  </a:lnTo>
                  <a:lnTo>
                    <a:pt x="172" y="843"/>
                  </a:lnTo>
                  <a:lnTo>
                    <a:pt x="172" y="843"/>
                  </a:lnTo>
                  <a:lnTo>
                    <a:pt x="172" y="843"/>
                  </a:lnTo>
                  <a:lnTo>
                    <a:pt x="172" y="841"/>
                  </a:lnTo>
                  <a:lnTo>
                    <a:pt x="170" y="841"/>
                  </a:lnTo>
                  <a:lnTo>
                    <a:pt x="170" y="841"/>
                  </a:lnTo>
                  <a:lnTo>
                    <a:pt x="170" y="841"/>
                  </a:lnTo>
                  <a:lnTo>
                    <a:pt x="170" y="838"/>
                  </a:lnTo>
                  <a:lnTo>
                    <a:pt x="170" y="838"/>
                  </a:lnTo>
                  <a:lnTo>
                    <a:pt x="168" y="838"/>
                  </a:lnTo>
                  <a:lnTo>
                    <a:pt x="168" y="836"/>
                  </a:lnTo>
                  <a:lnTo>
                    <a:pt x="168" y="836"/>
                  </a:lnTo>
                  <a:lnTo>
                    <a:pt x="168" y="836"/>
                  </a:lnTo>
                  <a:lnTo>
                    <a:pt x="168" y="833"/>
                  </a:lnTo>
                  <a:lnTo>
                    <a:pt x="168" y="833"/>
                  </a:lnTo>
                  <a:lnTo>
                    <a:pt x="168" y="833"/>
                  </a:lnTo>
                  <a:lnTo>
                    <a:pt x="165" y="831"/>
                  </a:lnTo>
                  <a:lnTo>
                    <a:pt x="165" y="831"/>
                  </a:lnTo>
                  <a:lnTo>
                    <a:pt x="165" y="831"/>
                  </a:lnTo>
                  <a:lnTo>
                    <a:pt x="163" y="831"/>
                  </a:lnTo>
                  <a:lnTo>
                    <a:pt x="160" y="831"/>
                  </a:lnTo>
                  <a:lnTo>
                    <a:pt x="160" y="831"/>
                  </a:lnTo>
                  <a:lnTo>
                    <a:pt x="158" y="829"/>
                  </a:lnTo>
                  <a:lnTo>
                    <a:pt x="158" y="829"/>
                  </a:lnTo>
                  <a:lnTo>
                    <a:pt x="156" y="826"/>
                  </a:lnTo>
                  <a:lnTo>
                    <a:pt x="156" y="824"/>
                  </a:lnTo>
                  <a:lnTo>
                    <a:pt x="156" y="824"/>
                  </a:lnTo>
                  <a:lnTo>
                    <a:pt x="156" y="822"/>
                  </a:lnTo>
                  <a:lnTo>
                    <a:pt x="156" y="819"/>
                  </a:lnTo>
                  <a:lnTo>
                    <a:pt x="156" y="819"/>
                  </a:lnTo>
                  <a:lnTo>
                    <a:pt x="156" y="817"/>
                  </a:lnTo>
                  <a:lnTo>
                    <a:pt x="156" y="814"/>
                  </a:lnTo>
                  <a:lnTo>
                    <a:pt x="153" y="814"/>
                  </a:lnTo>
                  <a:lnTo>
                    <a:pt x="151" y="812"/>
                  </a:lnTo>
                  <a:lnTo>
                    <a:pt x="151" y="812"/>
                  </a:lnTo>
                  <a:lnTo>
                    <a:pt x="149" y="810"/>
                  </a:lnTo>
                  <a:lnTo>
                    <a:pt x="149" y="810"/>
                  </a:lnTo>
                  <a:lnTo>
                    <a:pt x="149" y="810"/>
                  </a:lnTo>
                  <a:lnTo>
                    <a:pt x="149" y="807"/>
                  </a:lnTo>
                  <a:lnTo>
                    <a:pt x="149" y="807"/>
                  </a:lnTo>
                  <a:lnTo>
                    <a:pt x="149" y="807"/>
                  </a:lnTo>
                  <a:lnTo>
                    <a:pt x="146" y="807"/>
                  </a:lnTo>
                  <a:lnTo>
                    <a:pt x="146" y="807"/>
                  </a:lnTo>
                  <a:lnTo>
                    <a:pt x="146" y="807"/>
                  </a:lnTo>
                  <a:lnTo>
                    <a:pt x="144" y="805"/>
                  </a:lnTo>
                  <a:lnTo>
                    <a:pt x="144" y="805"/>
                  </a:lnTo>
                  <a:lnTo>
                    <a:pt x="144" y="803"/>
                  </a:lnTo>
                  <a:lnTo>
                    <a:pt x="144" y="803"/>
                  </a:lnTo>
                  <a:lnTo>
                    <a:pt x="144" y="803"/>
                  </a:lnTo>
                  <a:lnTo>
                    <a:pt x="144" y="803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798"/>
                  </a:lnTo>
                  <a:lnTo>
                    <a:pt x="144" y="796"/>
                  </a:lnTo>
                  <a:lnTo>
                    <a:pt x="146" y="793"/>
                  </a:lnTo>
                  <a:lnTo>
                    <a:pt x="144" y="791"/>
                  </a:lnTo>
                  <a:lnTo>
                    <a:pt x="144" y="791"/>
                  </a:lnTo>
                  <a:lnTo>
                    <a:pt x="141" y="788"/>
                  </a:lnTo>
                  <a:lnTo>
                    <a:pt x="141" y="788"/>
                  </a:lnTo>
                  <a:lnTo>
                    <a:pt x="141" y="786"/>
                  </a:lnTo>
                  <a:lnTo>
                    <a:pt x="141" y="784"/>
                  </a:lnTo>
                  <a:lnTo>
                    <a:pt x="141" y="784"/>
                  </a:lnTo>
                  <a:lnTo>
                    <a:pt x="141" y="784"/>
                  </a:lnTo>
                  <a:lnTo>
                    <a:pt x="141" y="784"/>
                  </a:lnTo>
                  <a:lnTo>
                    <a:pt x="139" y="781"/>
                  </a:lnTo>
                  <a:lnTo>
                    <a:pt x="139" y="781"/>
                  </a:lnTo>
                  <a:lnTo>
                    <a:pt x="139" y="781"/>
                  </a:lnTo>
                  <a:lnTo>
                    <a:pt x="139" y="779"/>
                  </a:lnTo>
                  <a:lnTo>
                    <a:pt x="139" y="779"/>
                  </a:lnTo>
                  <a:lnTo>
                    <a:pt x="139" y="779"/>
                  </a:lnTo>
                  <a:lnTo>
                    <a:pt x="139" y="777"/>
                  </a:lnTo>
                  <a:lnTo>
                    <a:pt x="137" y="777"/>
                  </a:lnTo>
                  <a:lnTo>
                    <a:pt x="137" y="774"/>
                  </a:lnTo>
                  <a:lnTo>
                    <a:pt x="137" y="774"/>
                  </a:lnTo>
                  <a:lnTo>
                    <a:pt x="134" y="774"/>
                  </a:lnTo>
                  <a:lnTo>
                    <a:pt x="134" y="772"/>
                  </a:lnTo>
                  <a:lnTo>
                    <a:pt x="132" y="770"/>
                  </a:lnTo>
                  <a:lnTo>
                    <a:pt x="134" y="770"/>
                  </a:lnTo>
                  <a:lnTo>
                    <a:pt x="134" y="767"/>
                  </a:lnTo>
                  <a:lnTo>
                    <a:pt x="134" y="765"/>
                  </a:lnTo>
                  <a:lnTo>
                    <a:pt x="134" y="765"/>
                  </a:lnTo>
                  <a:lnTo>
                    <a:pt x="132" y="765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2" y="760"/>
                  </a:lnTo>
                  <a:lnTo>
                    <a:pt x="132" y="760"/>
                  </a:lnTo>
                  <a:lnTo>
                    <a:pt x="132" y="760"/>
                  </a:lnTo>
                  <a:lnTo>
                    <a:pt x="132" y="758"/>
                  </a:lnTo>
                  <a:lnTo>
                    <a:pt x="132" y="758"/>
                  </a:lnTo>
                  <a:lnTo>
                    <a:pt x="132" y="758"/>
                  </a:lnTo>
                  <a:lnTo>
                    <a:pt x="130" y="758"/>
                  </a:lnTo>
                  <a:lnTo>
                    <a:pt x="130" y="758"/>
                  </a:lnTo>
                  <a:lnTo>
                    <a:pt x="130" y="758"/>
                  </a:lnTo>
                  <a:lnTo>
                    <a:pt x="127" y="758"/>
                  </a:lnTo>
                  <a:lnTo>
                    <a:pt x="127" y="758"/>
                  </a:lnTo>
                  <a:lnTo>
                    <a:pt x="127" y="758"/>
                  </a:lnTo>
                  <a:lnTo>
                    <a:pt x="125" y="758"/>
                  </a:lnTo>
                  <a:lnTo>
                    <a:pt x="125" y="760"/>
                  </a:lnTo>
                  <a:lnTo>
                    <a:pt x="125" y="760"/>
                  </a:lnTo>
                  <a:lnTo>
                    <a:pt x="123" y="760"/>
                  </a:lnTo>
                  <a:lnTo>
                    <a:pt x="123" y="760"/>
                  </a:lnTo>
                  <a:lnTo>
                    <a:pt x="123" y="760"/>
                  </a:lnTo>
                  <a:lnTo>
                    <a:pt x="123" y="760"/>
                  </a:lnTo>
                  <a:lnTo>
                    <a:pt x="123" y="762"/>
                  </a:lnTo>
                  <a:lnTo>
                    <a:pt x="123" y="762"/>
                  </a:lnTo>
                  <a:lnTo>
                    <a:pt x="123" y="762"/>
                  </a:lnTo>
                  <a:lnTo>
                    <a:pt x="123" y="762"/>
                  </a:lnTo>
                  <a:lnTo>
                    <a:pt x="123" y="765"/>
                  </a:lnTo>
                  <a:lnTo>
                    <a:pt x="120" y="765"/>
                  </a:lnTo>
                  <a:lnTo>
                    <a:pt x="118" y="762"/>
                  </a:lnTo>
                  <a:lnTo>
                    <a:pt x="115" y="762"/>
                  </a:lnTo>
                  <a:lnTo>
                    <a:pt x="115" y="762"/>
                  </a:lnTo>
                  <a:lnTo>
                    <a:pt x="115" y="760"/>
                  </a:lnTo>
                  <a:lnTo>
                    <a:pt x="115" y="758"/>
                  </a:lnTo>
                  <a:lnTo>
                    <a:pt x="115" y="755"/>
                  </a:lnTo>
                  <a:lnTo>
                    <a:pt x="115" y="755"/>
                  </a:lnTo>
                  <a:lnTo>
                    <a:pt x="115" y="753"/>
                  </a:lnTo>
                  <a:lnTo>
                    <a:pt x="115" y="753"/>
                  </a:lnTo>
                  <a:lnTo>
                    <a:pt x="115" y="751"/>
                  </a:lnTo>
                  <a:lnTo>
                    <a:pt x="115" y="751"/>
                  </a:lnTo>
                  <a:lnTo>
                    <a:pt x="115" y="751"/>
                  </a:lnTo>
                  <a:lnTo>
                    <a:pt x="113" y="751"/>
                  </a:lnTo>
                  <a:lnTo>
                    <a:pt x="113" y="748"/>
                  </a:lnTo>
                  <a:lnTo>
                    <a:pt x="113" y="748"/>
                  </a:lnTo>
                  <a:lnTo>
                    <a:pt x="113" y="748"/>
                  </a:lnTo>
                  <a:lnTo>
                    <a:pt x="113" y="746"/>
                  </a:lnTo>
                  <a:lnTo>
                    <a:pt x="113" y="746"/>
                  </a:lnTo>
                  <a:lnTo>
                    <a:pt x="113" y="743"/>
                  </a:lnTo>
                  <a:lnTo>
                    <a:pt x="113" y="743"/>
                  </a:lnTo>
                  <a:lnTo>
                    <a:pt x="113" y="741"/>
                  </a:lnTo>
                  <a:lnTo>
                    <a:pt x="113" y="741"/>
                  </a:lnTo>
                  <a:lnTo>
                    <a:pt x="113" y="741"/>
                  </a:lnTo>
                  <a:lnTo>
                    <a:pt x="111" y="739"/>
                  </a:lnTo>
                  <a:lnTo>
                    <a:pt x="111" y="739"/>
                  </a:lnTo>
                  <a:lnTo>
                    <a:pt x="111" y="739"/>
                  </a:lnTo>
                  <a:lnTo>
                    <a:pt x="111" y="736"/>
                  </a:lnTo>
                  <a:lnTo>
                    <a:pt x="108" y="736"/>
                  </a:lnTo>
                  <a:lnTo>
                    <a:pt x="108" y="736"/>
                  </a:lnTo>
                  <a:lnTo>
                    <a:pt x="108" y="734"/>
                  </a:lnTo>
                  <a:lnTo>
                    <a:pt x="106" y="734"/>
                  </a:lnTo>
                  <a:lnTo>
                    <a:pt x="106" y="734"/>
                  </a:lnTo>
                  <a:lnTo>
                    <a:pt x="106" y="732"/>
                  </a:lnTo>
                  <a:lnTo>
                    <a:pt x="106" y="732"/>
                  </a:lnTo>
                  <a:lnTo>
                    <a:pt x="106" y="732"/>
                  </a:lnTo>
                  <a:lnTo>
                    <a:pt x="106" y="729"/>
                  </a:lnTo>
                  <a:lnTo>
                    <a:pt x="106" y="729"/>
                  </a:lnTo>
                  <a:lnTo>
                    <a:pt x="106" y="729"/>
                  </a:lnTo>
                  <a:lnTo>
                    <a:pt x="106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7"/>
                  </a:lnTo>
                  <a:lnTo>
                    <a:pt x="104" y="727"/>
                  </a:lnTo>
                  <a:lnTo>
                    <a:pt x="104" y="727"/>
                  </a:lnTo>
                  <a:lnTo>
                    <a:pt x="104" y="725"/>
                  </a:lnTo>
                  <a:lnTo>
                    <a:pt x="104" y="725"/>
                  </a:lnTo>
                  <a:lnTo>
                    <a:pt x="104" y="722"/>
                  </a:lnTo>
                  <a:lnTo>
                    <a:pt x="104" y="722"/>
                  </a:lnTo>
                  <a:lnTo>
                    <a:pt x="104" y="722"/>
                  </a:lnTo>
                  <a:lnTo>
                    <a:pt x="104" y="720"/>
                  </a:lnTo>
                  <a:lnTo>
                    <a:pt x="104" y="720"/>
                  </a:lnTo>
                  <a:lnTo>
                    <a:pt x="106" y="720"/>
                  </a:lnTo>
                  <a:lnTo>
                    <a:pt x="104" y="717"/>
                  </a:lnTo>
                  <a:lnTo>
                    <a:pt x="104" y="717"/>
                  </a:lnTo>
                  <a:lnTo>
                    <a:pt x="104" y="717"/>
                  </a:lnTo>
                  <a:lnTo>
                    <a:pt x="104" y="715"/>
                  </a:lnTo>
                  <a:lnTo>
                    <a:pt x="104" y="717"/>
                  </a:lnTo>
                  <a:lnTo>
                    <a:pt x="104" y="717"/>
                  </a:lnTo>
                  <a:lnTo>
                    <a:pt x="101" y="720"/>
                  </a:lnTo>
                  <a:lnTo>
                    <a:pt x="101" y="720"/>
                  </a:lnTo>
                  <a:lnTo>
                    <a:pt x="99" y="720"/>
                  </a:lnTo>
                  <a:lnTo>
                    <a:pt x="97" y="717"/>
                  </a:lnTo>
                  <a:lnTo>
                    <a:pt x="94" y="717"/>
                  </a:lnTo>
                  <a:lnTo>
                    <a:pt x="92" y="717"/>
                  </a:lnTo>
                  <a:lnTo>
                    <a:pt x="89" y="717"/>
                  </a:lnTo>
                  <a:lnTo>
                    <a:pt x="89" y="717"/>
                  </a:lnTo>
                  <a:lnTo>
                    <a:pt x="87" y="717"/>
                  </a:lnTo>
                  <a:lnTo>
                    <a:pt x="87" y="713"/>
                  </a:lnTo>
                  <a:lnTo>
                    <a:pt x="85" y="713"/>
                  </a:lnTo>
                  <a:lnTo>
                    <a:pt x="85" y="710"/>
                  </a:lnTo>
                  <a:lnTo>
                    <a:pt x="82" y="710"/>
                  </a:lnTo>
                  <a:lnTo>
                    <a:pt x="82" y="710"/>
                  </a:lnTo>
                  <a:lnTo>
                    <a:pt x="80" y="708"/>
                  </a:lnTo>
                  <a:lnTo>
                    <a:pt x="80" y="706"/>
                  </a:lnTo>
                  <a:lnTo>
                    <a:pt x="80" y="703"/>
                  </a:lnTo>
                  <a:lnTo>
                    <a:pt x="80" y="701"/>
                  </a:lnTo>
                  <a:lnTo>
                    <a:pt x="82" y="701"/>
                  </a:lnTo>
                  <a:lnTo>
                    <a:pt x="82" y="699"/>
                  </a:lnTo>
                  <a:lnTo>
                    <a:pt x="85" y="699"/>
                  </a:lnTo>
                  <a:lnTo>
                    <a:pt x="87" y="696"/>
                  </a:lnTo>
                  <a:lnTo>
                    <a:pt x="87" y="694"/>
                  </a:lnTo>
                  <a:lnTo>
                    <a:pt x="87" y="694"/>
                  </a:lnTo>
                  <a:lnTo>
                    <a:pt x="85" y="691"/>
                  </a:lnTo>
                  <a:lnTo>
                    <a:pt x="82" y="689"/>
                  </a:lnTo>
                  <a:lnTo>
                    <a:pt x="82" y="689"/>
                  </a:lnTo>
                  <a:lnTo>
                    <a:pt x="80" y="687"/>
                  </a:lnTo>
                  <a:lnTo>
                    <a:pt x="78" y="687"/>
                  </a:lnTo>
                  <a:lnTo>
                    <a:pt x="75" y="684"/>
                  </a:lnTo>
                  <a:lnTo>
                    <a:pt x="75" y="682"/>
                  </a:lnTo>
                  <a:lnTo>
                    <a:pt x="75" y="682"/>
                  </a:lnTo>
                  <a:lnTo>
                    <a:pt x="73" y="682"/>
                  </a:lnTo>
                  <a:lnTo>
                    <a:pt x="73" y="682"/>
                  </a:lnTo>
                  <a:lnTo>
                    <a:pt x="73" y="682"/>
                  </a:lnTo>
                  <a:lnTo>
                    <a:pt x="73" y="682"/>
                  </a:lnTo>
                  <a:lnTo>
                    <a:pt x="73" y="684"/>
                  </a:lnTo>
                  <a:lnTo>
                    <a:pt x="73" y="684"/>
                  </a:lnTo>
                  <a:lnTo>
                    <a:pt x="70" y="684"/>
                  </a:lnTo>
                  <a:lnTo>
                    <a:pt x="70" y="684"/>
                  </a:lnTo>
                  <a:lnTo>
                    <a:pt x="70" y="684"/>
                  </a:lnTo>
                  <a:lnTo>
                    <a:pt x="70" y="684"/>
                  </a:lnTo>
                  <a:lnTo>
                    <a:pt x="70" y="687"/>
                  </a:lnTo>
                  <a:lnTo>
                    <a:pt x="70" y="687"/>
                  </a:lnTo>
                  <a:lnTo>
                    <a:pt x="70" y="687"/>
                  </a:lnTo>
                  <a:lnTo>
                    <a:pt x="68" y="689"/>
                  </a:lnTo>
                  <a:lnTo>
                    <a:pt x="68" y="687"/>
                  </a:lnTo>
                  <a:lnTo>
                    <a:pt x="66" y="687"/>
                  </a:lnTo>
                  <a:lnTo>
                    <a:pt x="63" y="687"/>
                  </a:lnTo>
                  <a:lnTo>
                    <a:pt x="63" y="687"/>
                  </a:lnTo>
                  <a:lnTo>
                    <a:pt x="61" y="689"/>
                  </a:lnTo>
                  <a:lnTo>
                    <a:pt x="61" y="689"/>
                  </a:lnTo>
                  <a:lnTo>
                    <a:pt x="61" y="689"/>
                  </a:lnTo>
                  <a:lnTo>
                    <a:pt x="59" y="687"/>
                  </a:lnTo>
                  <a:lnTo>
                    <a:pt x="61" y="687"/>
                  </a:lnTo>
                  <a:lnTo>
                    <a:pt x="61" y="687"/>
                  </a:lnTo>
                  <a:lnTo>
                    <a:pt x="61" y="687"/>
                  </a:lnTo>
                  <a:lnTo>
                    <a:pt x="61" y="684"/>
                  </a:lnTo>
                  <a:lnTo>
                    <a:pt x="59" y="684"/>
                  </a:lnTo>
                  <a:lnTo>
                    <a:pt x="59" y="682"/>
                  </a:lnTo>
                  <a:lnTo>
                    <a:pt x="59" y="682"/>
                  </a:lnTo>
                  <a:lnTo>
                    <a:pt x="61" y="680"/>
                  </a:lnTo>
                  <a:lnTo>
                    <a:pt x="61" y="680"/>
                  </a:lnTo>
                  <a:lnTo>
                    <a:pt x="63" y="680"/>
                  </a:lnTo>
                  <a:lnTo>
                    <a:pt x="63" y="680"/>
                  </a:lnTo>
                  <a:lnTo>
                    <a:pt x="63" y="680"/>
                  </a:lnTo>
                  <a:lnTo>
                    <a:pt x="63" y="677"/>
                  </a:lnTo>
                  <a:lnTo>
                    <a:pt x="61" y="677"/>
                  </a:lnTo>
                  <a:lnTo>
                    <a:pt x="61" y="677"/>
                  </a:lnTo>
                  <a:lnTo>
                    <a:pt x="61" y="677"/>
                  </a:lnTo>
                  <a:lnTo>
                    <a:pt x="61" y="675"/>
                  </a:lnTo>
                  <a:lnTo>
                    <a:pt x="61" y="675"/>
                  </a:lnTo>
                  <a:lnTo>
                    <a:pt x="61" y="675"/>
                  </a:lnTo>
                  <a:lnTo>
                    <a:pt x="61" y="672"/>
                  </a:lnTo>
                  <a:lnTo>
                    <a:pt x="61" y="672"/>
                  </a:lnTo>
                  <a:lnTo>
                    <a:pt x="61" y="672"/>
                  </a:lnTo>
                  <a:lnTo>
                    <a:pt x="61" y="670"/>
                  </a:lnTo>
                  <a:lnTo>
                    <a:pt x="61" y="670"/>
                  </a:lnTo>
                  <a:lnTo>
                    <a:pt x="61" y="670"/>
                  </a:lnTo>
                  <a:lnTo>
                    <a:pt x="59" y="668"/>
                  </a:lnTo>
                  <a:lnTo>
                    <a:pt x="59" y="668"/>
                  </a:lnTo>
                  <a:lnTo>
                    <a:pt x="59" y="668"/>
                  </a:lnTo>
                  <a:lnTo>
                    <a:pt x="59" y="665"/>
                  </a:lnTo>
                  <a:lnTo>
                    <a:pt x="59" y="665"/>
                  </a:lnTo>
                  <a:lnTo>
                    <a:pt x="59" y="665"/>
                  </a:lnTo>
                  <a:lnTo>
                    <a:pt x="59" y="663"/>
                  </a:lnTo>
                  <a:lnTo>
                    <a:pt x="59" y="663"/>
                  </a:lnTo>
                  <a:lnTo>
                    <a:pt x="61" y="663"/>
                  </a:lnTo>
                  <a:lnTo>
                    <a:pt x="61" y="663"/>
                  </a:lnTo>
                  <a:lnTo>
                    <a:pt x="63" y="661"/>
                  </a:lnTo>
                  <a:lnTo>
                    <a:pt x="63" y="661"/>
                  </a:lnTo>
                  <a:lnTo>
                    <a:pt x="61" y="658"/>
                  </a:lnTo>
                  <a:lnTo>
                    <a:pt x="61" y="658"/>
                  </a:lnTo>
                  <a:lnTo>
                    <a:pt x="61" y="656"/>
                  </a:lnTo>
                  <a:lnTo>
                    <a:pt x="61" y="656"/>
                  </a:lnTo>
                  <a:lnTo>
                    <a:pt x="61" y="654"/>
                  </a:lnTo>
                  <a:lnTo>
                    <a:pt x="61" y="651"/>
                  </a:lnTo>
                  <a:lnTo>
                    <a:pt x="61" y="651"/>
                  </a:lnTo>
                  <a:lnTo>
                    <a:pt x="59" y="651"/>
                  </a:lnTo>
                  <a:lnTo>
                    <a:pt x="59" y="649"/>
                  </a:lnTo>
                  <a:lnTo>
                    <a:pt x="59" y="649"/>
                  </a:lnTo>
                  <a:lnTo>
                    <a:pt x="59" y="649"/>
                  </a:lnTo>
                  <a:lnTo>
                    <a:pt x="59" y="646"/>
                  </a:lnTo>
                  <a:lnTo>
                    <a:pt x="59" y="646"/>
                  </a:lnTo>
                  <a:lnTo>
                    <a:pt x="61" y="646"/>
                  </a:lnTo>
                  <a:lnTo>
                    <a:pt x="61" y="644"/>
                  </a:lnTo>
                  <a:lnTo>
                    <a:pt x="59" y="644"/>
                  </a:lnTo>
                  <a:lnTo>
                    <a:pt x="59" y="644"/>
                  </a:lnTo>
                  <a:lnTo>
                    <a:pt x="59" y="642"/>
                  </a:lnTo>
                  <a:lnTo>
                    <a:pt x="59" y="642"/>
                  </a:lnTo>
                  <a:lnTo>
                    <a:pt x="59" y="642"/>
                  </a:lnTo>
                  <a:lnTo>
                    <a:pt x="59" y="639"/>
                  </a:lnTo>
                  <a:lnTo>
                    <a:pt x="59" y="639"/>
                  </a:lnTo>
                  <a:lnTo>
                    <a:pt x="56" y="639"/>
                  </a:lnTo>
                  <a:lnTo>
                    <a:pt x="56" y="637"/>
                  </a:lnTo>
                  <a:lnTo>
                    <a:pt x="56" y="637"/>
                  </a:lnTo>
                  <a:lnTo>
                    <a:pt x="54" y="637"/>
                  </a:lnTo>
                  <a:lnTo>
                    <a:pt x="54" y="639"/>
                  </a:lnTo>
                  <a:lnTo>
                    <a:pt x="52" y="639"/>
                  </a:lnTo>
                  <a:lnTo>
                    <a:pt x="52" y="639"/>
                  </a:lnTo>
                  <a:lnTo>
                    <a:pt x="52" y="639"/>
                  </a:lnTo>
                  <a:lnTo>
                    <a:pt x="49" y="637"/>
                  </a:lnTo>
                  <a:lnTo>
                    <a:pt x="52" y="637"/>
                  </a:lnTo>
                  <a:lnTo>
                    <a:pt x="52" y="635"/>
                  </a:lnTo>
                  <a:lnTo>
                    <a:pt x="49" y="632"/>
                  </a:lnTo>
                  <a:lnTo>
                    <a:pt x="49" y="630"/>
                  </a:lnTo>
                  <a:lnTo>
                    <a:pt x="49" y="630"/>
                  </a:lnTo>
                  <a:lnTo>
                    <a:pt x="52" y="627"/>
                  </a:lnTo>
                  <a:lnTo>
                    <a:pt x="52" y="625"/>
                  </a:lnTo>
                  <a:lnTo>
                    <a:pt x="52" y="625"/>
                  </a:lnTo>
                  <a:lnTo>
                    <a:pt x="52" y="623"/>
                  </a:lnTo>
                  <a:lnTo>
                    <a:pt x="49" y="623"/>
                  </a:lnTo>
                  <a:lnTo>
                    <a:pt x="49" y="623"/>
                  </a:lnTo>
                  <a:lnTo>
                    <a:pt x="49" y="623"/>
                  </a:lnTo>
                  <a:lnTo>
                    <a:pt x="49" y="623"/>
                  </a:lnTo>
                  <a:lnTo>
                    <a:pt x="49" y="620"/>
                  </a:lnTo>
                  <a:lnTo>
                    <a:pt x="49" y="620"/>
                  </a:lnTo>
                  <a:lnTo>
                    <a:pt x="47" y="620"/>
                  </a:lnTo>
                  <a:lnTo>
                    <a:pt x="47" y="620"/>
                  </a:lnTo>
                  <a:lnTo>
                    <a:pt x="47" y="620"/>
                  </a:lnTo>
                  <a:lnTo>
                    <a:pt x="47" y="620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9" y="618"/>
                  </a:lnTo>
                  <a:lnTo>
                    <a:pt x="49" y="618"/>
                  </a:lnTo>
                  <a:lnTo>
                    <a:pt x="49" y="616"/>
                  </a:lnTo>
                  <a:lnTo>
                    <a:pt x="49" y="616"/>
                  </a:lnTo>
                  <a:lnTo>
                    <a:pt x="49" y="616"/>
                  </a:lnTo>
                  <a:lnTo>
                    <a:pt x="47" y="613"/>
                  </a:lnTo>
                  <a:lnTo>
                    <a:pt x="47" y="613"/>
                  </a:lnTo>
                  <a:lnTo>
                    <a:pt x="47" y="611"/>
                  </a:lnTo>
                  <a:lnTo>
                    <a:pt x="44" y="609"/>
                  </a:lnTo>
                  <a:lnTo>
                    <a:pt x="44" y="606"/>
                  </a:lnTo>
                  <a:lnTo>
                    <a:pt x="44" y="606"/>
                  </a:lnTo>
                  <a:lnTo>
                    <a:pt x="42" y="606"/>
                  </a:lnTo>
                  <a:lnTo>
                    <a:pt x="42" y="606"/>
                  </a:lnTo>
                  <a:lnTo>
                    <a:pt x="42" y="604"/>
                  </a:lnTo>
                  <a:lnTo>
                    <a:pt x="42" y="604"/>
                  </a:lnTo>
                  <a:lnTo>
                    <a:pt x="40" y="604"/>
                  </a:lnTo>
                  <a:lnTo>
                    <a:pt x="40" y="601"/>
                  </a:lnTo>
                  <a:lnTo>
                    <a:pt x="40" y="601"/>
                  </a:lnTo>
                  <a:lnTo>
                    <a:pt x="37" y="601"/>
                  </a:lnTo>
                  <a:lnTo>
                    <a:pt x="37" y="604"/>
                  </a:lnTo>
                  <a:lnTo>
                    <a:pt x="37" y="604"/>
                  </a:lnTo>
                  <a:lnTo>
                    <a:pt x="37" y="604"/>
                  </a:lnTo>
                  <a:lnTo>
                    <a:pt x="37" y="606"/>
                  </a:lnTo>
                  <a:lnTo>
                    <a:pt x="37" y="606"/>
                  </a:lnTo>
                  <a:lnTo>
                    <a:pt x="37" y="606"/>
                  </a:lnTo>
                  <a:lnTo>
                    <a:pt x="35" y="606"/>
                  </a:lnTo>
                  <a:lnTo>
                    <a:pt x="35" y="609"/>
                  </a:lnTo>
                  <a:lnTo>
                    <a:pt x="35" y="609"/>
                  </a:lnTo>
                  <a:lnTo>
                    <a:pt x="35" y="609"/>
                  </a:lnTo>
                  <a:lnTo>
                    <a:pt x="35" y="611"/>
                  </a:lnTo>
                  <a:lnTo>
                    <a:pt x="35" y="611"/>
                  </a:lnTo>
                  <a:lnTo>
                    <a:pt x="35" y="611"/>
                  </a:lnTo>
                  <a:lnTo>
                    <a:pt x="33" y="609"/>
                  </a:lnTo>
                  <a:lnTo>
                    <a:pt x="33" y="609"/>
                  </a:lnTo>
                  <a:lnTo>
                    <a:pt x="33" y="609"/>
                  </a:lnTo>
                  <a:lnTo>
                    <a:pt x="33" y="609"/>
                  </a:lnTo>
                  <a:lnTo>
                    <a:pt x="30" y="606"/>
                  </a:lnTo>
                  <a:lnTo>
                    <a:pt x="30" y="606"/>
                  </a:lnTo>
                  <a:lnTo>
                    <a:pt x="30" y="606"/>
                  </a:lnTo>
                  <a:lnTo>
                    <a:pt x="30" y="606"/>
                  </a:lnTo>
                  <a:lnTo>
                    <a:pt x="30" y="604"/>
                  </a:lnTo>
                  <a:lnTo>
                    <a:pt x="28" y="604"/>
                  </a:lnTo>
                  <a:lnTo>
                    <a:pt x="28" y="604"/>
                  </a:lnTo>
                  <a:lnTo>
                    <a:pt x="28" y="604"/>
                  </a:lnTo>
                  <a:lnTo>
                    <a:pt x="26" y="604"/>
                  </a:lnTo>
                  <a:lnTo>
                    <a:pt x="26" y="604"/>
                  </a:lnTo>
                  <a:lnTo>
                    <a:pt x="26" y="601"/>
                  </a:lnTo>
                  <a:lnTo>
                    <a:pt x="26" y="601"/>
                  </a:lnTo>
                  <a:lnTo>
                    <a:pt x="23" y="601"/>
                  </a:lnTo>
                  <a:lnTo>
                    <a:pt x="23" y="601"/>
                  </a:lnTo>
                  <a:lnTo>
                    <a:pt x="23" y="599"/>
                  </a:lnTo>
                  <a:lnTo>
                    <a:pt x="23" y="597"/>
                  </a:lnTo>
                  <a:lnTo>
                    <a:pt x="21" y="594"/>
                  </a:lnTo>
                  <a:lnTo>
                    <a:pt x="21" y="594"/>
                  </a:lnTo>
                  <a:lnTo>
                    <a:pt x="21" y="592"/>
                  </a:lnTo>
                  <a:lnTo>
                    <a:pt x="21" y="592"/>
                  </a:lnTo>
                  <a:lnTo>
                    <a:pt x="21" y="590"/>
                  </a:lnTo>
                  <a:lnTo>
                    <a:pt x="21" y="590"/>
                  </a:lnTo>
                  <a:lnTo>
                    <a:pt x="21" y="587"/>
                  </a:lnTo>
                  <a:lnTo>
                    <a:pt x="21" y="587"/>
                  </a:lnTo>
                  <a:lnTo>
                    <a:pt x="21" y="587"/>
                  </a:lnTo>
                  <a:lnTo>
                    <a:pt x="21" y="585"/>
                  </a:lnTo>
                  <a:lnTo>
                    <a:pt x="21" y="585"/>
                  </a:lnTo>
                  <a:lnTo>
                    <a:pt x="18" y="585"/>
                  </a:lnTo>
                  <a:lnTo>
                    <a:pt x="18" y="585"/>
                  </a:lnTo>
                  <a:lnTo>
                    <a:pt x="18" y="585"/>
                  </a:lnTo>
                  <a:lnTo>
                    <a:pt x="16" y="585"/>
                  </a:lnTo>
                  <a:lnTo>
                    <a:pt x="16" y="585"/>
                  </a:lnTo>
                  <a:lnTo>
                    <a:pt x="14" y="585"/>
                  </a:lnTo>
                  <a:lnTo>
                    <a:pt x="14" y="583"/>
                  </a:lnTo>
                  <a:lnTo>
                    <a:pt x="14" y="583"/>
                  </a:lnTo>
                  <a:lnTo>
                    <a:pt x="11" y="583"/>
                  </a:lnTo>
                  <a:lnTo>
                    <a:pt x="11" y="583"/>
                  </a:lnTo>
                  <a:lnTo>
                    <a:pt x="11" y="583"/>
                  </a:lnTo>
                  <a:lnTo>
                    <a:pt x="9" y="583"/>
                  </a:lnTo>
                  <a:lnTo>
                    <a:pt x="9" y="583"/>
                  </a:lnTo>
                  <a:lnTo>
                    <a:pt x="9" y="583"/>
                  </a:lnTo>
                  <a:lnTo>
                    <a:pt x="9" y="583"/>
                  </a:lnTo>
                  <a:lnTo>
                    <a:pt x="7" y="583"/>
                  </a:lnTo>
                  <a:lnTo>
                    <a:pt x="7" y="580"/>
                  </a:lnTo>
                  <a:lnTo>
                    <a:pt x="4" y="580"/>
                  </a:lnTo>
                  <a:lnTo>
                    <a:pt x="4" y="578"/>
                  </a:lnTo>
                  <a:lnTo>
                    <a:pt x="4" y="575"/>
                  </a:lnTo>
                  <a:lnTo>
                    <a:pt x="4" y="575"/>
                  </a:lnTo>
                  <a:lnTo>
                    <a:pt x="4" y="573"/>
                  </a:lnTo>
                  <a:lnTo>
                    <a:pt x="4" y="571"/>
                  </a:lnTo>
                  <a:lnTo>
                    <a:pt x="2" y="568"/>
                  </a:lnTo>
                  <a:lnTo>
                    <a:pt x="2" y="568"/>
                  </a:lnTo>
                  <a:lnTo>
                    <a:pt x="2" y="566"/>
                  </a:lnTo>
                  <a:lnTo>
                    <a:pt x="0" y="566"/>
                  </a:lnTo>
                  <a:lnTo>
                    <a:pt x="0" y="566"/>
                  </a:lnTo>
                  <a:lnTo>
                    <a:pt x="0" y="566"/>
                  </a:lnTo>
                  <a:lnTo>
                    <a:pt x="0" y="566"/>
                  </a:lnTo>
                  <a:lnTo>
                    <a:pt x="0" y="564"/>
                  </a:lnTo>
                  <a:lnTo>
                    <a:pt x="0" y="564"/>
                  </a:lnTo>
                  <a:lnTo>
                    <a:pt x="0" y="564"/>
                  </a:lnTo>
                  <a:lnTo>
                    <a:pt x="0" y="561"/>
                  </a:lnTo>
                  <a:lnTo>
                    <a:pt x="0" y="561"/>
                  </a:lnTo>
                  <a:lnTo>
                    <a:pt x="0" y="561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556"/>
                  </a:lnTo>
                  <a:lnTo>
                    <a:pt x="0" y="556"/>
                  </a:lnTo>
                  <a:lnTo>
                    <a:pt x="2" y="556"/>
                  </a:lnTo>
                  <a:lnTo>
                    <a:pt x="2" y="556"/>
                  </a:lnTo>
                  <a:lnTo>
                    <a:pt x="2" y="556"/>
                  </a:lnTo>
                  <a:lnTo>
                    <a:pt x="4" y="559"/>
                  </a:lnTo>
                  <a:lnTo>
                    <a:pt x="7" y="559"/>
                  </a:lnTo>
                  <a:lnTo>
                    <a:pt x="9" y="559"/>
                  </a:lnTo>
                  <a:lnTo>
                    <a:pt x="9" y="559"/>
                  </a:lnTo>
                  <a:lnTo>
                    <a:pt x="9" y="556"/>
                  </a:lnTo>
                  <a:lnTo>
                    <a:pt x="9" y="554"/>
                  </a:lnTo>
                  <a:lnTo>
                    <a:pt x="9" y="554"/>
                  </a:lnTo>
                  <a:lnTo>
                    <a:pt x="9" y="552"/>
                  </a:lnTo>
                  <a:lnTo>
                    <a:pt x="9" y="552"/>
                  </a:lnTo>
                  <a:lnTo>
                    <a:pt x="9" y="552"/>
                  </a:lnTo>
                  <a:lnTo>
                    <a:pt x="9" y="549"/>
                  </a:lnTo>
                  <a:lnTo>
                    <a:pt x="7" y="549"/>
                  </a:lnTo>
                  <a:lnTo>
                    <a:pt x="7" y="549"/>
                  </a:lnTo>
                  <a:lnTo>
                    <a:pt x="7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2" y="547"/>
                  </a:lnTo>
                  <a:lnTo>
                    <a:pt x="2" y="547"/>
                  </a:lnTo>
                  <a:lnTo>
                    <a:pt x="2" y="547"/>
                  </a:lnTo>
                  <a:lnTo>
                    <a:pt x="2" y="547"/>
                  </a:lnTo>
                  <a:lnTo>
                    <a:pt x="4" y="545"/>
                  </a:lnTo>
                  <a:lnTo>
                    <a:pt x="4" y="545"/>
                  </a:lnTo>
                  <a:lnTo>
                    <a:pt x="4" y="545"/>
                  </a:lnTo>
                  <a:lnTo>
                    <a:pt x="4" y="542"/>
                  </a:lnTo>
                  <a:lnTo>
                    <a:pt x="4" y="542"/>
                  </a:lnTo>
                  <a:lnTo>
                    <a:pt x="4" y="542"/>
                  </a:lnTo>
                  <a:lnTo>
                    <a:pt x="4" y="542"/>
                  </a:lnTo>
                  <a:lnTo>
                    <a:pt x="2" y="540"/>
                  </a:lnTo>
                  <a:lnTo>
                    <a:pt x="2" y="540"/>
                  </a:lnTo>
                  <a:lnTo>
                    <a:pt x="2" y="540"/>
                  </a:lnTo>
                  <a:lnTo>
                    <a:pt x="2" y="538"/>
                  </a:lnTo>
                  <a:lnTo>
                    <a:pt x="2" y="535"/>
                  </a:lnTo>
                  <a:lnTo>
                    <a:pt x="2" y="533"/>
                  </a:lnTo>
                  <a:lnTo>
                    <a:pt x="4" y="528"/>
                  </a:lnTo>
                  <a:lnTo>
                    <a:pt x="4" y="526"/>
                  </a:lnTo>
                  <a:lnTo>
                    <a:pt x="7" y="521"/>
                  </a:lnTo>
                  <a:lnTo>
                    <a:pt x="7" y="516"/>
                  </a:lnTo>
                  <a:lnTo>
                    <a:pt x="11" y="500"/>
                  </a:lnTo>
                  <a:lnTo>
                    <a:pt x="16" y="481"/>
                  </a:lnTo>
                  <a:lnTo>
                    <a:pt x="21" y="464"/>
                  </a:lnTo>
                  <a:lnTo>
                    <a:pt x="26" y="448"/>
                  </a:lnTo>
                  <a:lnTo>
                    <a:pt x="30" y="438"/>
                  </a:lnTo>
                  <a:lnTo>
                    <a:pt x="35" y="417"/>
                  </a:lnTo>
                  <a:lnTo>
                    <a:pt x="40" y="398"/>
                  </a:lnTo>
                  <a:lnTo>
                    <a:pt x="47" y="372"/>
                  </a:lnTo>
                  <a:lnTo>
                    <a:pt x="56" y="346"/>
                  </a:lnTo>
                  <a:lnTo>
                    <a:pt x="63" y="322"/>
                  </a:lnTo>
                  <a:lnTo>
                    <a:pt x="70" y="296"/>
                  </a:lnTo>
                  <a:lnTo>
                    <a:pt x="78" y="270"/>
                  </a:lnTo>
                  <a:lnTo>
                    <a:pt x="85" y="246"/>
                  </a:lnTo>
                  <a:lnTo>
                    <a:pt x="92" y="223"/>
                  </a:lnTo>
                  <a:lnTo>
                    <a:pt x="99" y="199"/>
                  </a:lnTo>
                  <a:lnTo>
                    <a:pt x="106" y="175"/>
                  </a:lnTo>
                  <a:lnTo>
                    <a:pt x="113" y="152"/>
                  </a:lnTo>
                  <a:lnTo>
                    <a:pt x="120" y="128"/>
                  </a:lnTo>
                  <a:lnTo>
                    <a:pt x="127" y="104"/>
                  </a:lnTo>
                  <a:lnTo>
                    <a:pt x="134" y="81"/>
                  </a:lnTo>
                  <a:lnTo>
                    <a:pt x="141" y="57"/>
                  </a:lnTo>
                  <a:lnTo>
                    <a:pt x="144" y="50"/>
                  </a:lnTo>
                  <a:lnTo>
                    <a:pt x="146" y="43"/>
                  </a:lnTo>
                  <a:lnTo>
                    <a:pt x="146" y="36"/>
                  </a:lnTo>
                  <a:lnTo>
                    <a:pt x="149" y="29"/>
                  </a:lnTo>
                  <a:lnTo>
                    <a:pt x="151" y="22"/>
                  </a:lnTo>
                  <a:lnTo>
                    <a:pt x="153" y="14"/>
                  </a:lnTo>
                  <a:lnTo>
                    <a:pt x="156" y="7"/>
                  </a:lnTo>
                  <a:lnTo>
                    <a:pt x="158" y="0"/>
                  </a:lnTo>
                  <a:lnTo>
                    <a:pt x="186" y="7"/>
                  </a:lnTo>
                  <a:lnTo>
                    <a:pt x="212" y="14"/>
                  </a:lnTo>
                  <a:lnTo>
                    <a:pt x="241" y="22"/>
                  </a:lnTo>
                  <a:lnTo>
                    <a:pt x="267" y="26"/>
                  </a:lnTo>
                  <a:lnTo>
                    <a:pt x="295" y="33"/>
                  </a:lnTo>
                  <a:lnTo>
                    <a:pt x="324" y="40"/>
                  </a:lnTo>
                  <a:lnTo>
                    <a:pt x="350" y="45"/>
                  </a:lnTo>
                  <a:lnTo>
                    <a:pt x="378" y="52"/>
                  </a:lnTo>
                  <a:lnTo>
                    <a:pt x="407" y="57"/>
                  </a:lnTo>
                  <a:lnTo>
                    <a:pt x="435" y="62"/>
                  </a:lnTo>
                  <a:lnTo>
                    <a:pt x="461" y="66"/>
                  </a:lnTo>
                  <a:lnTo>
                    <a:pt x="489" y="71"/>
                  </a:lnTo>
                  <a:lnTo>
                    <a:pt x="518" y="76"/>
                  </a:lnTo>
                  <a:lnTo>
                    <a:pt x="546" y="81"/>
                  </a:lnTo>
                  <a:lnTo>
                    <a:pt x="575" y="85"/>
                  </a:lnTo>
                  <a:lnTo>
                    <a:pt x="603" y="88"/>
                  </a:lnTo>
                  <a:lnTo>
                    <a:pt x="598" y="119"/>
                  </a:lnTo>
                  <a:lnTo>
                    <a:pt x="593" y="149"/>
                  </a:lnTo>
                  <a:lnTo>
                    <a:pt x="589" y="180"/>
                  </a:lnTo>
                  <a:lnTo>
                    <a:pt x="584" y="211"/>
                  </a:lnTo>
                  <a:lnTo>
                    <a:pt x="579" y="242"/>
                  </a:lnTo>
                  <a:lnTo>
                    <a:pt x="575" y="272"/>
                  </a:lnTo>
                  <a:lnTo>
                    <a:pt x="570" y="303"/>
                  </a:lnTo>
                  <a:lnTo>
                    <a:pt x="567" y="334"/>
                  </a:lnTo>
                  <a:lnTo>
                    <a:pt x="563" y="365"/>
                  </a:lnTo>
                  <a:lnTo>
                    <a:pt x="558" y="396"/>
                  </a:lnTo>
                  <a:lnTo>
                    <a:pt x="553" y="426"/>
                  </a:lnTo>
                  <a:lnTo>
                    <a:pt x="549" y="457"/>
                  </a:lnTo>
                  <a:lnTo>
                    <a:pt x="544" y="488"/>
                  </a:lnTo>
                  <a:lnTo>
                    <a:pt x="539" y="519"/>
                  </a:lnTo>
                  <a:lnTo>
                    <a:pt x="537" y="549"/>
                  </a:lnTo>
                  <a:lnTo>
                    <a:pt x="532" y="580"/>
                  </a:lnTo>
                  <a:lnTo>
                    <a:pt x="527" y="611"/>
                  </a:lnTo>
                  <a:lnTo>
                    <a:pt x="522" y="642"/>
                  </a:lnTo>
                  <a:lnTo>
                    <a:pt x="518" y="672"/>
                  </a:lnTo>
                  <a:lnTo>
                    <a:pt x="515" y="703"/>
                  </a:lnTo>
                  <a:lnTo>
                    <a:pt x="511" y="734"/>
                  </a:lnTo>
                  <a:lnTo>
                    <a:pt x="506" y="765"/>
                  </a:lnTo>
                  <a:lnTo>
                    <a:pt x="501" y="796"/>
                  </a:lnTo>
                  <a:lnTo>
                    <a:pt x="499" y="826"/>
                  </a:lnTo>
                  <a:lnTo>
                    <a:pt x="494" y="857"/>
                  </a:lnTo>
                  <a:lnTo>
                    <a:pt x="489" y="888"/>
                  </a:lnTo>
                  <a:lnTo>
                    <a:pt x="485" y="919"/>
                  </a:lnTo>
                  <a:lnTo>
                    <a:pt x="482" y="949"/>
                  </a:lnTo>
                  <a:lnTo>
                    <a:pt x="478" y="980"/>
                  </a:lnTo>
                  <a:lnTo>
                    <a:pt x="473" y="1011"/>
                  </a:lnTo>
                  <a:lnTo>
                    <a:pt x="468" y="1042"/>
                  </a:lnTo>
                  <a:lnTo>
                    <a:pt x="466" y="1073"/>
                  </a:lnTo>
                  <a:lnTo>
                    <a:pt x="466" y="107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1E949A5-483E-4F1D-8756-1DD3733D3B74}"/>
              </a:ext>
            </a:extLst>
          </p:cNvPr>
          <p:cNvSpPr txBox="1"/>
          <p:nvPr/>
        </p:nvSpPr>
        <p:spPr>
          <a:xfrm>
            <a:off x="1156112" y="375872"/>
            <a:ext cx="36018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Nexa Light" panose="02000000000000000000" pitchFamily="50" charset="0"/>
              </a:rPr>
              <a:t>Future Work + </a:t>
            </a:r>
            <a:r>
              <a:rPr lang="en-GB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Conclusion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E8BD353-A01C-4FAC-B398-9703958F05EF}"/>
              </a:ext>
            </a:extLst>
          </p:cNvPr>
          <p:cNvSpPr txBox="1"/>
          <p:nvPr/>
        </p:nvSpPr>
        <p:spPr>
          <a:xfrm>
            <a:off x="1156112" y="1681634"/>
            <a:ext cx="4152284" cy="339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Compare digital use before vs after pandemic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Add social media sentiment analysis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Build predictive models for “digital emotional risk”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Track social media behavior over multiple years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A886F81-47FA-4D4B-94D7-226F3C642AF3}"/>
              </a:ext>
            </a:extLst>
          </p:cNvPr>
          <p:cNvSpPr/>
          <p:nvPr/>
        </p:nvSpPr>
        <p:spPr>
          <a:xfrm>
            <a:off x="1350321" y="5075768"/>
            <a:ext cx="6118410" cy="1328283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>
            <a:noFill/>
          </a:ln>
          <a:effectLst>
            <a:outerShdw blurRad="1270000" dist="393700" dir="2700000" sx="92000" sy="92000" algn="tl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F6C04-9282-76A8-142A-156AC441152A}"/>
              </a:ext>
            </a:extLst>
          </p:cNvPr>
          <p:cNvSpPr txBox="1"/>
          <p:nvPr/>
        </p:nvSpPr>
        <p:spPr>
          <a:xfrm>
            <a:off x="1350321" y="5354965"/>
            <a:ext cx="71742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Nexa Light" panose="02000000000000000000"/>
              </a:rPr>
              <a:t>Conclusion:</a:t>
            </a:r>
          </a:p>
          <a:p>
            <a:r>
              <a:rPr lang="en-US" dirty="0">
                <a:solidFill>
                  <a:schemeClr val="accent1"/>
                </a:solidFill>
              </a:rPr>
              <a:t>Mid-life Canadians show the most emotional challenges — highlighting the need for digital wellness initiatives.</a:t>
            </a:r>
            <a:endParaRPr lang="en-GB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7170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3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58CC9DB-C3C8-4FDA-97D1-1BFAFC2260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AE59BE8-ECE8-4336-A586-019030FD3E2D}"/>
              </a:ext>
            </a:extLst>
          </p:cNvPr>
          <p:cNvSpPr/>
          <p:nvPr/>
        </p:nvSpPr>
        <p:spPr>
          <a:xfrm rot="10483655">
            <a:off x="511116" y="4733605"/>
            <a:ext cx="2134773" cy="1840322"/>
          </a:xfrm>
          <a:prstGeom prst="triangl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55646B6-7763-4B71-92CF-DC22D967D549}"/>
              </a:ext>
            </a:extLst>
          </p:cNvPr>
          <p:cNvSpPr/>
          <p:nvPr/>
        </p:nvSpPr>
        <p:spPr>
          <a:xfrm rot="10483655">
            <a:off x="65311" y="5017678"/>
            <a:ext cx="2134773" cy="1840322"/>
          </a:xfrm>
          <a:prstGeom prst="triangl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6448C7-32C7-4B52-9D99-50F2CFF7E033}"/>
              </a:ext>
            </a:extLst>
          </p:cNvPr>
          <p:cNvSpPr/>
          <p:nvPr/>
        </p:nvSpPr>
        <p:spPr>
          <a:xfrm>
            <a:off x="571251" y="284277"/>
            <a:ext cx="1015348" cy="1015348"/>
          </a:xfrm>
          <a:prstGeom prst="ellips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346C6C-2315-41CA-8481-23F2DE24EBE0}"/>
              </a:ext>
            </a:extLst>
          </p:cNvPr>
          <p:cNvSpPr/>
          <p:nvPr/>
        </p:nvSpPr>
        <p:spPr>
          <a:xfrm>
            <a:off x="1132697" y="777237"/>
            <a:ext cx="1222280" cy="1222280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4E4ABD-ED12-4309-B558-81AFD8697C5E}"/>
              </a:ext>
            </a:extLst>
          </p:cNvPr>
          <p:cNvSpPr/>
          <p:nvPr/>
        </p:nvSpPr>
        <p:spPr>
          <a:xfrm>
            <a:off x="7829396" y="0"/>
            <a:ext cx="1050511" cy="385253"/>
          </a:xfrm>
          <a:prstGeom prst="rect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522321-E2FF-45EA-AA05-0BFA2C390B08}"/>
              </a:ext>
            </a:extLst>
          </p:cNvPr>
          <p:cNvSpPr/>
          <p:nvPr/>
        </p:nvSpPr>
        <p:spPr>
          <a:xfrm rot="20700000">
            <a:off x="7530680" y="249114"/>
            <a:ext cx="1050511" cy="1050511"/>
          </a:xfrm>
          <a:prstGeom prst="rect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5B8B40-4920-4550-BF62-4236BA41C96B}"/>
              </a:ext>
            </a:extLst>
          </p:cNvPr>
          <p:cNvSpPr/>
          <p:nvPr/>
        </p:nvSpPr>
        <p:spPr>
          <a:xfrm>
            <a:off x="10175743" y="4682874"/>
            <a:ext cx="625492" cy="625493"/>
          </a:xfrm>
          <a:prstGeom prst="ellips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85A9EC-9459-43DC-89F0-A225686BC605}"/>
              </a:ext>
            </a:extLst>
          </p:cNvPr>
          <p:cNvSpPr/>
          <p:nvPr/>
        </p:nvSpPr>
        <p:spPr>
          <a:xfrm>
            <a:off x="10748661" y="5144263"/>
            <a:ext cx="752970" cy="752971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C62D7AE-98D3-4556-A127-399792066168}"/>
              </a:ext>
            </a:extLst>
          </p:cNvPr>
          <p:cNvSpPr/>
          <p:nvPr/>
        </p:nvSpPr>
        <p:spPr>
          <a:xfrm rot="10483655">
            <a:off x="10560379" y="1737773"/>
            <a:ext cx="1741184" cy="1501021"/>
          </a:xfrm>
          <a:prstGeom prst="triangl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F72815-7A0E-4B9D-A03A-DE525E53D5DC}"/>
              </a:ext>
            </a:extLst>
          </p:cNvPr>
          <p:cNvSpPr/>
          <p:nvPr/>
        </p:nvSpPr>
        <p:spPr>
          <a:xfrm>
            <a:off x="5411184" y="3265681"/>
            <a:ext cx="1329290" cy="1329288"/>
          </a:xfrm>
          <a:prstGeom prst="rect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0C11E9-4B48-46BA-B187-28C46D240B57}"/>
              </a:ext>
            </a:extLst>
          </p:cNvPr>
          <p:cNvSpPr/>
          <p:nvPr/>
        </p:nvSpPr>
        <p:spPr>
          <a:xfrm rot="20700000">
            <a:off x="5033196" y="4422703"/>
            <a:ext cx="1329290" cy="1329288"/>
          </a:xfrm>
          <a:prstGeom prst="rect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A4B7A6C-9F17-47CE-B0F3-68D208A4D01F}"/>
              </a:ext>
            </a:extLst>
          </p:cNvPr>
          <p:cNvSpPr/>
          <p:nvPr/>
        </p:nvSpPr>
        <p:spPr>
          <a:xfrm rot="10483655">
            <a:off x="10196767" y="1969470"/>
            <a:ext cx="1741183" cy="1501021"/>
          </a:xfrm>
          <a:prstGeom prst="triangl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73D90F48-D8EC-5404-B95B-EB7F985348A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3C9C73B-B6E1-439C-9DE6-A36F9B8EB3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E022E0-D58A-45FC-94CF-F15D9BAC5177}"/>
              </a:ext>
            </a:extLst>
          </p:cNvPr>
          <p:cNvSpPr txBox="1"/>
          <p:nvPr/>
        </p:nvSpPr>
        <p:spPr>
          <a:xfrm>
            <a:off x="1165947" y="3286482"/>
            <a:ext cx="98601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i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Brush Script MT" panose="03060802040406070304" pitchFamily="66" charset="0"/>
              </a:rPr>
              <a:t>Thank you</a:t>
            </a:r>
          </a:p>
        </p:txBody>
      </p:sp>
      <p:sp>
        <p:nvSpPr>
          <p:cNvPr id="25" name="Freeform 170">
            <a:extLst>
              <a:ext uri="{FF2B5EF4-FFF2-40B4-BE49-F238E27FC236}">
                <a16:creationId xmlns:a16="http://schemas.microsoft.com/office/drawing/2014/main" id="{8AD43346-0FDF-4815-81EF-E34F60B56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0" y="2393833"/>
            <a:ext cx="444500" cy="524592"/>
          </a:xfrm>
          <a:custGeom>
            <a:avLst/>
            <a:gdLst>
              <a:gd name="T0" fmla="*/ 127540 w 391"/>
              <a:gd name="T1" fmla="*/ 79951 h 463"/>
              <a:gd name="T2" fmla="*/ 127540 w 391"/>
              <a:gd name="T3" fmla="*/ 79951 h 463"/>
              <a:gd name="T4" fmla="*/ 143764 w 391"/>
              <a:gd name="T5" fmla="*/ 8085 h 463"/>
              <a:gd name="T6" fmla="*/ 91937 w 391"/>
              <a:gd name="T7" fmla="*/ 60188 h 463"/>
              <a:gd name="T8" fmla="*/ 44166 w 391"/>
              <a:gd name="T9" fmla="*/ 103757 h 463"/>
              <a:gd name="T10" fmla="*/ 44166 w 391"/>
              <a:gd name="T11" fmla="*/ 179666 h 463"/>
              <a:gd name="T12" fmla="*/ 139708 w 391"/>
              <a:gd name="T13" fmla="*/ 207514 h 463"/>
              <a:gd name="T14" fmla="*/ 175761 w 391"/>
              <a:gd name="T15" fmla="*/ 99714 h 463"/>
              <a:gd name="T16" fmla="*/ 127540 w 391"/>
              <a:gd name="T17" fmla="*/ 79951 h 463"/>
              <a:gd name="T18" fmla="*/ 31998 w 391"/>
              <a:gd name="T19" fmla="*/ 79951 h 463"/>
              <a:gd name="T20" fmla="*/ 31998 w 391"/>
              <a:gd name="T21" fmla="*/ 79951 h 463"/>
              <a:gd name="T22" fmla="*/ 0 w 391"/>
              <a:gd name="T23" fmla="*/ 115435 h 463"/>
              <a:gd name="T24" fmla="*/ 0 w 391"/>
              <a:gd name="T25" fmla="*/ 167089 h 463"/>
              <a:gd name="T26" fmla="*/ 31998 w 391"/>
              <a:gd name="T27" fmla="*/ 203471 h 463"/>
              <a:gd name="T28" fmla="*/ 19829 w 391"/>
              <a:gd name="T29" fmla="*/ 179666 h 463"/>
              <a:gd name="T30" fmla="*/ 19829 w 391"/>
              <a:gd name="T31" fmla="*/ 107799 h 463"/>
              <a:gd name="T32" fmla="*/ 31998 w 391"/>
              <a:gd name="T33" fmla="*/ 79951 h 4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91" h="463">
                <a:moveTo>
                  <a:pt x="283" y="178"/>
                </a:moveTo>
                <a:lnTo>
                  <a:pt x="283" y="178"/>
                </a:lnTo>
                <a:cubicBezTo>
                  <a:pt x="283" y="169"/>
                  <a:pt x="373" y="89"/>
                  <a:pt x="319" y="18"/>
                </a:cubicBezTo>
                <a:cubicBezTo>
                  <a:pt x="310" y="0"/>
                  <a:pt x="266" y="98"/>
                  <a:pt x="204" y="134"/>
                </a:cubicBezTo>
                <a:cubicBezTo>
                  <a:pt x="169" y="160"/>
                  <a:pt x="98" y="204"/>
                  <a:pt x="98" y="231"/>
                </a:cubicBezTo>
                <a:cubicBezTo>
                  <a:pt x="98" y="400"/>
                  <a:pt x="98" y="400"/>
                  <a:pt x="98" y="400"/>
                </a:cubicBezTo>
                <a:cubicBezTo>
                  <a:pt x="98" y="435"/>
                  <a:pt x="213" y="462"/>
                  <a:pt x="310" y="462"/>
                </a:cubicBezTo>
                <a:cubicBezTo>
                  <a:pt x="345" y="462"/>
                  <a:pt x="390" y="249"/>
                  <a:pt x="390" y="222"/>
                </a:cubicBezTo>
                <a:cubicBezTo>
                  <a:pt x="390" y="187"/>
                  <a:pt x="292" y="187"/>
                  <a:pt x="283" y="178"/>
                </a:cubicBezTo>
                <a:close/>
                <a:moveTo>
                  <a:pt x="71" y="178"/>
                </a:moveTo>
                <a:lnTo>
                  <a:pt x="71" y="178"/>
                </a:lnTo>
                <a:cubicBezTo>
                  <a:pt x="54" y="178"/>
                  <a:pt x="0" y="187"/>
                  <a:pt x="0" y="25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444"/>
                  <a:pt x="54" y="453"/>
                  <a:pt x="71" y="453"/>
                </a:cubicBezTo>
                <a:cubicBezTo>
                  <a:pt x="89" y="453"/>
                  <a:pt x="44" y="435"/>
                  <a:pt x="44" y="400"/>
                </a:cubicBezTo>
                <a:cubicBezTo>
                  <a:pt x="44" y="240"/>
                  <a:pt x="44" y="240"/>
                  <a:pt x="44" y="240"/>
                </a:cubicBezTo>
                <a:cubicBezTo>
                  <a:pt x="44" y="196"/>
                  <a:pt x="89" y="178"/>
                  <a:pt x="71" y="17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21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08333E-6 1.48148E-6 L 0.05143 0.07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5" y="365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29167E-6 -4.44444E-6 L -0.06315 0.067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4" y="338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path" presetSubtype="0" repeatCount="indefinite" accel="50000" decel="5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3.7037E-7 L 0.0056 0.027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" y="138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path" presetSubtype="0" repeatCount="indefinite" accel="50000" decel="5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75E-6 4.81481E-6 L 0.00052 0.1340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669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path" presetSubtype="0" repeatCount="indefinite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45833E-6 -1.48148E-6 L -0.06146 0.03195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1597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path" presetSubtype="0" repeatCount="indefinite" accel="50000" decel="5000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66667E-6 1.11022E-16 L 0.06172 0.09259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7" grpId="1" animBg="1"/>
      <p:bldP spid="11" grpId="0" animBg="1"/>
      <p:bldP spid="10" grpId="0" animBg="1"/>
      <p:bldP spid="10" grpId="1" animBg="1"/>
      <p:bldP spid="21" grpId="0" animBg="1"/>
      <p:bldP spid="22" grpId="0" animBg="1"/>
      <p:bldP spid="22" grpId="1" animBg="1"/>
      <p:bldP spid="23" grpId="0" animBg="1"/>
      <p:bldP spid="24" grpId="0" animBg="1"/>
      <p:bldP spid="24" grpId="1" animBg="1"/>
      <p:bldP spid="28" grpId="0" animBg="1"/>
      <p:bldP spid="39" grpId="0" animBg="1"/>
      <p:bldP spid="40" grpId="0" animBg="1"/>
      <p:bldP spid="40" grpId="1" animBg="1"/>
      <p:bldP spid="29" grpId="0" animBg="1"/>
      <p:bldP spid="29" grpId="1" animBg="1"/>
      <p:bldP spid="20" grpId="0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Green_Euro Cast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159F18"/>
      </a:accent1>
      <a:accent2>
        <a:srgbClr val="6DC01A"/>
      </a:accent2>
      <a:accent3>
        <a:srgbClr val="5EB408"/>
      </a:accent3>
      <a:accent4>
        <a:srgbClr val="8BBD1D"/>
      </a:accent4>
      <a:accent5>
        <a:srgbClr val="8ABF13"/>
      </a:accent5>
      <a:accent6>
        <a:srgbClr val="ACEB0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2563</TotalTime>
  <Words>614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Brush Script MT</vt:lpstr>
      <vt:lpstr>Calibri</vt:lpstr>
      <vt:lpstr>Gill Sans</vt:lpstr>
      <vt:lpstr>Nexa Bold</vt:lpstr>
      <vt:lpstr>Nexa Light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JJ</Manager>
  <Company>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Capstone</dc:subject>
  <dc:creator>JJ</dc:creator>
  <dc:description>nmo</dc:description>
  <cp:lastModifiedBy>Jobit James</cp:lastModifiedBy>
  <cp:revision>205</cp:revision>
  <dcterms:created xsi:type="dcterms:W3CDTF">2018-11-12T02:41:10Z</dcterms:created>
  <dcterms:modified xsi:type="dcterms:W3CDTF">2025-12-01T16:54:22Z</dcterms:modified>
  <cp:category>no</cp:category>
</cp:coreProperties>
</file>